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1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Accuracy (%)</c:v>
          </c:tx>
          <c:spPr>
            <a:solidFill>
              <a:srgbClr val="4285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76</c:v>
              </c:pt>
              <c:pt idx="1">
                <c:v>84</c:v>
              </c:pt>
              <c:pt idx="2">
                <c:v>79</c:v>
              </c:pt>
              <c:pt idx="3">
                <c:v>84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07F-B547-8740-A4801364101A}"/>
            </c:ext>
          </c:extLst>
        </c:ser>
        <c:ser>
          <c:idx val="1"/>
          <c:order val="1"/>
          <c:tx>
            <c:v>F1 Score (%)</c:v>
          </c:tx>
          <c:spPr>
            <a:solidFill>
              <a:srgbClr val="EA433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62</c:v>
              </c:pt>
              <c:pt idx="1">
                <c:v>74</c:v>
              </c:pt>
              <c:pt idx="2">
                <c:v>62</c:v>
              </c:pt>
              <c:pt idx="3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07F-B547-8740-A4801364101A}"/>
            </c:ext>
          </c:extLst>
        </c:ser>
        <c:ser>
          <c:idx val="2"/>
          <c:order val="2"/>
          <c:tx>
            <c:v>EM (%)</c:v>
          </c:tx>
          <c:spPr>
            <a:solidFill>
              <a:srgbClr val="FBBC0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40</c:v>
              </c:pt>
              <c:pt idx="1">
                <c:v>60</c:v>
              </c:pt>
              <c:pt idx="2">
                <c:v>42</c:v>
              </c:pt>
              <c:pt idx="3">
                <c:v>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07F-B547-8740-A4801364101A}"/>
            </c:ext>
          </c:extLst>
        </c:ser>
        <c:ser>
          <c:idx val="3"/>
          <c:order val="3"/>
          <c:tx>
            <c:v>BLEU (%)</c:v>
          </c:tx>
          <c:spPr>
            <a:solidFill>
              <a:srgbClr val="34A85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25</c:v>
              </c:pt>
              <c:pt idx="1">
                <c:v>26</c:v>
              </c:pt>
              <c:pt idx="2">
                <c:v>35</c:v>
              </c:pt>
              <c:pt idx="3">
                <c:v>75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307F-B547-8740-A4801364101A}"/>
            </c:ext>
          </c:extLst>
        </c:ser>
        <c:ser>
          <c:idx val="4"/>
          <c:order val="4"/>
          <c:tx>
            <c:v>ROUGE-L (%)</c:v>
          </c:tx>
          <c:spPr>
            <a:solidFill>
              <a:srgbClr val="583B9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Model A</c:v>
              </c:pt>
              <c:pt idx="1">
                <c:v>Model B</c:v>
              </c:pt>
              <c:pt idx="2">
                <c:v>Model C</c:v>
              </c:pt>
              <c:pt idx="3">
                <c:v>Ours</c:v>
              </c:pt>
            </c:strLit>
          </c:cat>
          <c:val>
            <c:numLit>
              <c:formatCode>General</c:formatCode>
              <c:ptCount val="4"/>
              <c:pt idx="0">
                <c:v>60</c:v>
              </c:pt>
              <c:pt idx="1">
                <c:v>46</c:v>
              </c:pt>
              <c:pt idx="2">
                <c:v>60</c:v>
              </c:pt>
              <c:pt idx="3">
                <c:v>60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307F-B547-8740-A4801364101A}"/>
            </c:ext>
          </c:extLst>
        </c:ser>
        <c:dLbls>
          <c:showLegendKey val="1"/>
          <c:showVal val="0"/>
          <c:showCatName val="1"/>
          <c:showSerName val="1"/>
          <c:showPercent val="1"/>
          <c:showBubbleSize val="1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5D9E3">
                <a:alpha val="40000"/>
              </a:srgbClr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D5D9E3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5C6472">
                  <a:alpha val="24000"/>
                </a:srgbClr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5D9E3">
                <a:alpha val="25000"/>
              </a:srgbClr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D5D9E3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5"/>
      </c:valAx>
      <c:spPr>
        <a:solidFill>
          <a:srgbClr val="0A182B">
            <a:alpha val="0"/>
          </a:srgbClr>
        </a:solidFill>
        <a:ln w="0">
          <a:solidFill>
            <a:srgbClr val="0A182B">
              <a:alpha val="0"/>
            </a:srgbClr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88">
              <a:solidFill>
                <a:srgbClr val="D5D9E3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0A182B">
        <a:alpha val="0"/>
      </a:srgbClr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Strea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19BB75D9-AB04-4514-9357-430984CD3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0" y="1219200"/>
            <a:ext cx="5334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LUMIA LAB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Stream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E36225B2-B967-418F-ADBB-24150994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723900"/>
            <a:ext cx="4114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CONTENTS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Stream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EB8903B4-0AF4-4A17-9081-28BBE978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1950" y="226695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Stream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FB9DB07A-B680-44A8-B581-77CCC74C3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19150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Slide Title Here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Stream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F9CF3C44-343F-43BF-A737-F8FBD2D17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723900"/>
            <a:ext cx="533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Architecture Overview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UMIA Stream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9106B9E1-3AB0-481C-8DDF-4DB85473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0" y="1962150"/>
            <a:ext cx="3714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MIA Stream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deep-navy-background">
            <a:extLst>
              <a:ext uri="{FF2B5EF4-FFF2-40B4-BE49-F238E27FC236}">
                <a16:creationId xmlns:a16="http://schemas.microsoft.com/office/drawing/2014/main" id="{ADAB7F0E-4ABC-4128-9163-2FF49169CD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01F"/>
              </a:gs>
              <a:gs pos="72000">
                <a:srgbClr val="081426"/>
              </a:gs>
              <a:gs pos="100000">
                <a:srgbClr val="020812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2" name="lumia-token-stream-curve">
            <a:extLst>
              <a:ext uri="{FF2B5EF4-FFF2-40B4-BE49-F238E27FC236}">
                <a16:creationId xmlns:a16="http://schemas.microsoft.com/office/drawing/2014/main" id="{D85EB59A-8703-4889-935E-0AD5F2F5DE38}"/>
              </a:ext>
            </a:extLst>
          </p:cNvPr>
          <p:cNvSpPr>
            <a:spLocks noGrp="1"/>
          </p:cNvSpPr>
          <p:nvPr/>
        </p:nvSpPr>
        <p:spPr>
          <a:xfrm>
            <a:off x="485124" y="5339831"/>
            <a:ext cx="179401" cy="31814"/>
          </a:xfrm>
          <a:custGeom>
            <a:avLst/>
            <a:gdLst/>
            <a:ahLst/>
            <a:cxnLst/>
            <a:rect l="0" t="0" r="0" b="0"/>
            <a:pathLst>
              <a:path w="179401" h="31814">
                <a:moveTo>
                  <a:pt x="0" y="31814"/>
                </a:moveTo>
                <a:lnTo>
                  <a:pt x="179401" y="0"/>
                </a:lnTo>
              </a:path>
            </a:pathLst>
          </a:custGeom>
          <a:noFill/>
          <a:ln w="3429">
            <a:solidFill>
              <a:srgbClr val="4285F4">
                <a:alpha val="5000"/>
              </a:srgbClr>
            </a:solidFill>
            <a:prstDash val="solid"/>
          </a:ln>
        </p:spPr>
      </p:sp>
      <p:sp>
        <p:nvSpPr>
          <p:cNvPr id="3" name="lumia-token-stream-curve">
            <a:extLst>
              <a:ext uri="{FF2B5EF4-FFF2-40B4-BE49-F238E27FC236}">
                <a16:creationId xmlns:a16="http://schemas.microsoft.com/office/drawing/2014/main" id="{9E2469D8-8F12-49F2-8B96-9E828189FCF7}"/>
              </a:ext>
            </a:extLst>
          </p:cNvPr>
          <p:cNvSpPr>
            <a:spLocks noGrp="1"/>
          </p:cNvSpPr>
          <p:nvPr/>
        </p:nvSpPr>
        <p:spPr>
          <a:xfrm>
            <a:off x="664525" y="5306939"/>
            <a:ext cx="183173" cy="32892"/>
          </a:xfrm>
          <a:custGeom>
            <a:avLst/>
            <a:gdLst/>
            <a:ahLst/>
            <a:cxnLst/>
            <a:rect l="0" t="0" r="0" b="0"/>
            <a:pathLst>
              <a:path w="183173" h="32892">
                <a:moveTo>
                  <a:pt x="0" y="32892"/>
                </a:moveTo>
                <a:lnTo>
                  <a:pt x="183173" y="0"/>
                </a:lnTo>
              </a:path>
            </a:pathLst>
          </a:custGeom>
          <a:noFill/>
          <a:ln w="3429">
            <a:solidFill>
              <a:srgbClr val="447EEC">
                <a:alpha val="5000"/>
              </a:srgbClr>
            </a:solidFill>
            <a:prstDash val="solid"/>
          </a:ln>
        </p:spPr>
      </p:sp>
      <p:sp>
        <p:nvSpPr>
          <p:cNvPr id="4" name="lumia-token-stream-curve">
            <a:extLst>
              <a:ext uri="{FF2B5EF4-FFF2-40B4-BE49-F238E27FC236}">
                <a16:creationId xmlns:a16="http://schemas.microsoft.com/office/drawing/2014/main" id="{33F31D1F-70F6-4BE2-8774-DFD9D3A8D131}"/>
              </a:ext>
            </a:extLst>
          </p:cNvPr>
          <p:cNvSpPr>
            <a:spLocks noGrp="1"/>
          </p:cNvSpPr>
          <p:nvPr/>
        </p:nvSpPr>
        <p:spPr>
          <a:xfrm>
            <a:off x="847698" y="5272247"/>
            <a:ext cx="186914" cy="34693"/>
          </a:xfrm>
          <a:custGeom>
            <a:avLst/>
            <a:gdLst/>
            <a:ahLst/>
            <a:cxnLst/>
            <a:rect l="0" t="0" r="0" b="0"/>
            <a:pathLst>
              <a:path w="186914" h="34693">
                <a:moveTo>
                  <a:pt x="0" y="34693"/>
                </a:moveTo>
                <a:lnTo>
                  <a:pt x="186914" y="0"/>
                </a:lnTo>
              </a:path>
            </a:pathLst>
          </a:custGeom>
          <a:noFill/>
          <a:ln w="3429">
            <a:solidFill>
              <a:srgbClr val="4678E3">
                <a:alpha val="5000"/>
              </a:srgbClr>
            </a:solidFill>
            <a:prstDash val="solid"/>
          </a:ln>
        </p:spPr>
      </p:sp>
      <p:sp>
        <p:nvSpPr>
          <p:cNvPr id="5" name="lumia-token-stream-curve">
            <a:extLst>
              <a:ext uri="{FF2B5EF4-FFF2-40B4-BE49-F238E27FC236}">
                <a16:creationId xmlns:a16="http://schemas.microsoft.com/office/drawing/2014/main" id="{BCC0C451-7F26-49AA-9E9F-ABB34781F1B6}"/>
              </a:ext>
            </a:extLst>
          </p:cNvPr>
          <p:cNvSpPr>
            <a:spLocks noGrp="1"/>
          </p:cNvSpPr>
          <p:nvPr/>
        </p:nvSpPr>
        <p:spPr>
          <a:xfrm>
            <a:off x="1034612" y="5235135"/>
            <a:ext cx="190624" cy="37112"/>
          </a:xfrm>
          <a:custGeom>
            <a:avLst/>
            <a:gdLst/>
            <a:ahLst/>
            <a:cxnLst/>
            <a:rect l="0" t="0" r="0" b="0"/>
            <a:pathLst>
              <a:path w="190624" h="37112">
                <a:moveTo>
                  <a:pt x="0" y="37112"/>
                </a:moveTo>
                <a:lnTo>
                  <a:pt x="190624" y="0"/>
                </a:lnTo>
              </a:path>
            </a:pathLst>
          </a:custGeom>
          <a:noFill/>
          <a:ln w="3429">
            <a:solidFill>
              <a:srgbClr val="4871DB">
                <a:alpha val="5000"/>
              </a:srgbClr>
            </a:solidFill>
            <a:prstDash val="solid"/>
          </a:ln>
        </p:spPr>
      </p:sp>
      <p:sp>
        <p:nvSpPr>
          <p:cNvPr id="6" name="lumia-token-stream-curve">
            <a:extLst>
              <a:ext uri="{FF2B5EF4-FFF2-40B4-BE49-F238E27FC236}">
                <a16:creationId xmlns:a16="http://schemas.microsoft.com/office/drawing/2014/main" id="{B5340C86-3892-447D-A4DF-AFC14A79A26F}"/>
              </a:ext>
            </a:extLst>
          </p:cNvPr>
          <p:cNvSpPr>
            <a:spLocks noGrp="1"/>
          </p:cNvSpPr>
          <p:nvPr/>
        </p:nvSpPr>
        <p:spPr>
          <a:xfrm>
            <a:off x="1225235" y="5195134"/>
            <a:ext cx="194303" cy="40000"/>
          </a:xfrm>
          <a:custGeom>
            <a:avLst/>
            <a:gdLst/>
            <a:ahLst/>
            <a:cxnLst/>
            <a:rect l="0" t="0" r="0" b="0"/>
            <a:pathLst>
              <a:path w="194303" h="40000">
                <a:moveTo>
                  <a:pt x="0" y="40000"/>
                </a:moveTo>
                <a:lnTo>
                  <a:pt x="194303" y="0"/>
                </a:lnTo>
              </a:path>
            </a:pathLst>
          </a:custGeom>
          <a:noFill/>
          <a:ln w="3429">
            <a:solidFill>
              <a:srgbClr val="4A6BD2">
                <a:alpha val="5000"/>
              </a:srgbClr>
            </a:solidFill>
            <a:prstDash val="solid"/>
          </a:ln>
        </p:spPr>
      </p:sp>
      <p:sp>
        <p:nvSpPr>
          <p:cNvPr id="7" name="lumia-token-stream-curve">
            <a:extLst>
              <a:ext uri="{FF2B5EF4-FFF2-40B4-BE49-F238E27FC236}">
                <a16:creationId xmlns:a16="http://schemas.microsoft.com/office/drawing/2014/main" id="{027FE9F4-D934-44DC-95C6-40A82E0A93B7}"/>
              </a:ext>
            </a:extLst>
          </p:cNvPr>
          <p:cNvSpPr>
            <a:spLocks noGrp="1"/>
          </p:cNvSpPr>
          <p:nvPr/>
        </p:nvSpPr>
        <p:spPr>
          <a:xfrm>
            <a:off x="1419538" y="5151969"/>
            <a:ext cx="197951" cy="43165"/>
          </a:xfrm>
          <a:custGeom>
            <a:avLst/>
            <a:gdLst/>
            <a:ahLst/>
            <a:cxnLst/>
            <a:rect l="0" t="0" r="0" b="0"/>
            <a:pathLst>
              <a:path w="197951" h="43165">
                <a:moveTo>
                  <a:pt x="0" y="43165"/>
                </a:moveTo>
                <a:lnTo>
                  <a:pt x="197951" y="0"/>
                </a:lnTo>
              </a:path>
            </a:pathLst>
          </a:custGeom>
          <a:noFill/>
          <a:ln w="3429">
            <a:solidFill>
              <a:srgbClr val="4C64CA">
                <a:alpha val="5000"/>
              </a:srgbClr>
            </a:solidFill>
            <a:prstDash val="solid"/>
          </a:ln>
        </p:spPr>
      </p:sp>
      <p:sp>
        <p:nvSpPr>
          <p:cNvPr id="8" name="lumia-token-stream-curve">
            <a:extLst>
              <a:ext uri="{FF2B5EF4-FFF2-40B4-BE49-F238E27FC236}">
                <a16:creationId xmlns:a16="http://schemas.microsoft.com/office/drawing/2014/main" id="{DBB24A35-C8DB-4998-B4C0-7664556FE8D6}"/>
              </a:ext>
            </a:extLst>
          </p:cNvPr>
          <p:cNvSpPr>
            <a:spLocks noGrp="1"/>
          </p:cNvSpPr>
          <p:nvPr/>
        </p:nvSpPr>
        <p:spPr>
          <a:xfrm>
            <a:off x="1617489" y="5105588"/>
            <a:ext cx="201568" cy="46381"/>
          </a:xfrm>
          <a:custGeom>
            <a:avLst/>
            <a:gdLst/>
            <a:ahLst/>
            <a:cxnLst/>
            <a:rect l="0" t="0" r="0" b="0"/>
            <a:pathLst>
              <a:path w="201568" h="46381">
                <a:moveTo>
                  <a:pt x="0" y="46381"/>
                </a:moveTo>
                <a:lnTo>
                  <a:pt x="201568" y="0"/>
                </a:lnTo>
              </a:path>
            </a:pathLst>
          </a:custGeom>
          <a:noFill/>
          <a:ln w="3429">
            <a:solidFill>
              <a:srgbClr val="4E5EC1">
                <a:alpha val="5000"/>
              </a:srgbClr>
            </a:solidFill>
            <a:prstDash val="solid"/>
          </a:ln>
        </p:spPr>
      </p:sp>
      <p:sp>
        <p:nvSpPr>
          <p:cNvPr id="9" name="lumia-token-stream-curve">
            <a:extLst>
              <a:ext uri="{FF2B5EF4-FFF2-40B4-BE49-F238E27FC236}">
                <a16:creationId xmlns:a16="http://schemas.microsoft.com/office/drawing/2014/main" id="{98C0EA35-C0EB-49FF-A563-2ECDCF9E6299}"/>
              </a:ext>
            </a:extLst>
          </p:cNvPr>
          <p:cNvSpPr>
            <a:spLocks noGrp="1"/>
          </p:cNvSpPr>
          <p:nvPr/>
        </p:nvSpPr>
        <p:spPr>
          <a:xfrm>
            <a:off x="1819057" y="5056184"/>
            <a:ext cx="205155" cy="49404"/>
          </a:xfrm>
          <a:custGeom>
            <a:avLst/>
            <a:gdLst/>
            <a:ahLst/>
            <a:cxnLst/>
            <a:rect l="0" t="0" r="0" b="0"/>
            <a:pathLst>
              <a:path w="205155" h="49404">
                <a:moveTo>
                  <a:pt x="0" y="49404"/>
                </a:moveTo>
                <a:lnTo>
                  <a:pt x="205155" y="0"/>
                </a:lnTo>
              </a:path>
            </a:pathLst>
          </a:custGeom>
          <a:noFill/>
          <a:ln w="3429">
            <a:solidFill>
              <a:srgbClr val="5057B9">
                <a:alpha val="5000"/>
              </a:srgbClr>
            </a:solidFill>
            <a:prstDash val="solid"/>
          </a:ln>
        </p:spPr>
      </p:sp>
      <p:sp>
        <p:nvSpPr>
          <p:cNvPr id="10" name="lumia-token-stream-curve">
            <a:extLst>
              <a:ext uri="{FF2B5EF4-FFF2-40B4-BE49-F238E27FC236}">
                <a16:creationId xmlns:a16="http://schemas.microsoft.com/office/drawing/2014/main" id="{66776265-18E6-452D-926B-DCE50E0E0A7D}"/>
              </a:ext>
            </a:extLst>
          </p:cNvPr>
          <p:cNvSpPr>
            <a:spLocks noGrp="1"/>
          </p:cNvSpPr>
          <p:nvPr/>
        </p:nvSpPr>
        <p:spPr>
          <a:xfrm>
            <a:off x="2024212" y="5004198"/>
            <a:ext cx="208710" cy="51986"/>
          </a:xfrm>
          <a:custGeom>
            <a:avLst/>
            <a:gdLst/>
            <a:ahLst/>
            <a:cxnLst/>
            <a:rect l="0" t="0" r="0" b="0"/>
            <a:pathLst>
              <a:path w="208710" h="51986">
                <a:moveTo>
                  <a:pt x="0" y="51986"/>
                </a:moveTo>
                <a:lnTo>
                  <a:pt x="208710" y="0"/>
                </a:lnTo>
              </a:path>
            </a:pathLst>
          </a:custGeom>
          <a:noFill/>
          <a:ln w="3429">
            <a:solidFill>
              <a:srgbClr val="5250B0">
                <a:alpha val="5000"/>
              </a:srgbClr>
            </a:solidFill>
            <a:prstDash val="solid"/>
          </a:ln>
        </p:spPr>
      </p:sp>
      <p:sp>
        <p:nvSpPr>
          <p:cNvPr id="11" name="lumia-token-stream-curve">
            <a:extLst>
              <a:ext uri="{FF2B5EF4-FFF2-40B4-BE49-F238E27FC236}">
                <a16:creationId xmlns:a16="http://schemas.microsoft.com/office/drawing/2014/main" id="{6648E320-5052-447F-B0C2-7763E6692A40}"/>
              </a:ext>
            </a:extLst>
          </p:cNvPr>
          <p:cNvSpPr>
            <a:spLocks noGrp="1"/>
          </p:cNvSpPr>
          <p:nvPr/>
        </p:nvSpPr>
        <p:spPr>
          <a:xfrm>
            <a:off x="2232922" y="4950302"/>
            <a:ext cx="212235" cy="53896"/>
          </a:xfrm>
          <a:custGeom>
            <a:avLst/>
            <a:gdLst/>
            <a:ahLst/>
            <a:cxnLst/>
            <a:rect l="0" t="0" r="0" b="0"/>
            <a:pathLst>
              <a:path w="212235" h="53896">
                <a:moveTo>
                  <a:pt x="0" y="53896"/>
                </a:moveTo>
                <a:lnTo>
                  <a:pt x="212235" y="0"/>
                </a:lnTo>
              </a:path>
            </a:pathLst>
          </a:custGeom>
          <a:noFill/>
          <a:ln w="3429">
            <a:solidFill>
              <a:srgbClr val="544AA8">
                <a:alpha val="5000"/>
              </a:srgbClr>
            </a:solidFill>
            <a:prstDash val="solid"/>
          </a:ln>
        </p:spPr>
      </p:sp>
      <p:sp>
        <p:nvSpPr>
          <p:cNvPr id="12" name="lumia-token-stream-curve">
            <a:extLst>
              <a:ext uri="{FF2B5EF4-FFF2-40B4-BE49-F238E27FC236}">
                <a16:creationId xmlns:a16="http://schemas.microsoft.com/office/drawing/2014/main" id="{1DC1F097-4E28-4BF2-B3B5-A17962C4626E}"/>
              </a:ext>
            </a:extLst>
          </p:cNvPr>
          <p:cNvSpPr>
            <a:spLocks noGrp="1"/>
          </p:cNvSpPr>
          <p:nvPr/>
        </p:nvSpPr>
        <p:spPr>
          <a:xfrm>
            <a:off x="2445158" y="4895354"/>
            <a:ext cx="215729" cy="54948"/>
          </a:xfrm>
          <a:custGeom>
            <a:avLst/>
            <a:gdLst/>
            <a:ahLst/>
            <a:cxnLst/>
            <a:rect l="0" t="0" r="0" b="0"/>
            <a:pathLst>
              <a:path w="215729" h="54948">
                <a:moveTo>
                  <a:pt x="0" y="54948"/>
                </a:moveTo>
                <a:lnTo>
                  <a:pt x="215729" y="0"/>
                </a:lnTo>
              </a:path>
            </a:pathLst>
          </a:custGeom>
          <a:noFill/>
          <a:ln w="3429">
            <a:solidFill>
              <a:srgbClr val="5643A0">
                <a:alpha val="5000"/>
              </a:srgbClr>
            </a:solidFill>
            <a:prstDash val="solid"/>
          </a:ln>
        </p:spPr>
      </p:sp>
      <p:sp>
        <p:nvSpPr>
          <p:cNvPr id="13" name="lumia-token-stream-curve">
            <a:extLst>
              <a:ext uri="{FF2B5EF4-FFF2-40B4-BE49-F238E27FC236}">
                <a16:creationId xmlns:a16="http://schemas.microsoft.com/office/drawing/2014/main" id="{D23173CE-3C6C-409D-9B5F-0986FC8FBD2F}"/>
              </a:ext>
            </a:extLst>
          </p:cNvPr>
          <p:cNvSpPr>
            <a:spLocks noGrp="1"/>
          </p:cNvSpPr>
          <p:nvPr/>
        </p:nvSpPr>
        <p:spPr>
          <a:xfrm>
            <a:off x="2660887" y="4840338"/>
            <a:ext cx="219192" cy="55016"/>
          </a:xfrm>
          <a:custGeom>
            <a:avLst/>
            <a:gdLst/>
            <a:ahLst/>
            <a:cxnLst/>
            <a:rect l="0" t="0" r="0" b="0"/>
            <a:pathLst>
              <a:path w="219192" h="55016">
                <a:moveTo>
                  <a:pt x="0" y="55016"/>
                </a:moveTo>
                <a:lnTo>
                  <a:pt x="219192" y="0"/>
                </a:lnTo>
              </a:path>
            </a:pathLst>
          </a:custGeom>
          <a:noFill/>
          <a:ln w="3429">
            <a:solidFill>
              <a:srgbClr val="583D97">
                <a:alpha val="5000"/>
              </a:srgbClr>
            </a:solidFill>
            <a:prstDash val="solid"/>
          </a:ln>
        </p:spPr>
      </p:sp>
      <p:sp>
        <p:nvSpPr>
          <p:cNvPr id="14" name="lumia-token-stream-curve">
            <a:extLst>
              <a:ext uri="{FF2B5EF4-FFF2-40B4-BE49-F238E27FC236}">
                <a16:creationId xmlns:a16="http://schemas.microsoft.com/office/drawing/2014/main" id="{95E19AF8-BE70-4A34-AB0B-AFA043F78B01}"/>
              </a:ext>
            </a:extLst>
          </p:cNvPr>
          <p:cNvSpPr>
            <a:spLocks noGrp="1"/>
          </p:cNvSpPr>
          <p:nvPr/>
        </p:nvSpPr>
        <p:spPr>
          <a:xfrm>
            <a:off x="2880079" y="4786277"/>
            <a:ext cx="222625" cy="54061"/>
          </a:xfrm>
          <a:custGeom>
            <a:avLst/>
            <a:gdLst/>
            <a:ahLst/>
            <a:cxnLst/>
            <a:rect l="0" t="0" r="0" b="0"/>
            <a:pathLst>
              <a:path w="222625" h="54061">
                <a:moveTo>
                  <a:pt x="0" y="54061"/>
                </a:moveTo>
                <a:lnTo>
                  <a:pt x="222625" y="0"/>
                </a:lnTo>
              </a:path>
            </a:pathLst>
          </a:custGeom>
          <a:noFill/>
          <a:ln w="3429">
            <a:solidFill>
              <a:srgbClr val="623C8F">
                <a:alpha val="5000"/>
              </a:srgbClr>
            </a:solidFill>
            <a:prstDash val="solid"/>
          </a:ln>
        </p:spPr>
      </p:sp>
      <p:sp>
        <p:nvSpPr>
          <p:cNvPr id="15" name="lumia-token-stream-curve">
            <a:extLst>
              <a:ext uri="{FF2B5EF4-FFF2-40B4-BE49-F238E27FC236}">
                <a16:creationId xmlns:a16="http://schemas.microsoft.com/office/drawing/2014/main" id="{53D8E703-6CCE-4F59-A293-19E979D69377}"/>
              </a:ext>
            </a:extLst>
          </p:cNvPr>
          <p:cNvSpPr>
            <a:spLocks noGrp="1"/>
          </p:cNvSpPr>
          <p:nvPr/>
        </p:nvSpPr>
        <p:spPr>
          <a:xfrm>
            <a:off x="3102704" y="4734135"/>
            <a:ext cx="226026" cy="52142"/>
          </a:xfrm>
          <a:custGeom>
            <a:avLst/>
            <a:gdLst/>
            <a:ahLst/>
            <a:cxnLst/>
            <a:rect l="0" t="0" r="0" b="0"/>
            <a:pathLst>
              <a:path w="226026" h="52142">
                <a:moveTo>
                  <a:pt x="0" y="52142"/>
                </a:moveTo>
                <a:lnTo>
                  <a:pt x="226026" y="0"/>
                </a:lnTo>
              </a:path>
            </a:pathLst>
          </a:custGeom>
          <a:noFill/>
          <a:ln w="3429">
            <a:solidFill>
              <a:srgbClr val="6F3C86">
                <a:alpha val="5000"/>
              </a:srgbClr>
            </a:solidFill>
            <a:prstDash val="solid"/>
          </a:ln>
        </p:spPr>
      </p:sp>
      <p:sp>
        <p:nvSpPr>
          <p:cNvPr id="16" name="lumia-token-stream-curve">
            <a:extLst>
              <a:ext uri="{FF2B5EF4-FFF2-40B4-BE49-F238E27FC236}">
                <a16:creationId xmlns:a16="http://schemas.microsoft.com/office/drawing/2014/main" id="{018798F3-C880-410C-8BA2-54195FFEB2C8}"/>
              </a:ext>
            </a:extLst>
          </p:cNvPr>
          <p:cNvSpPr>
            <a:spLocks noGrp="1"/>
          </p:cNvSpPr>
          <p:nvPr/>
        </p:nvSpPr>
        <p:spPr>
          <a:xfrm>
            <a:off x="3328730" y="4684707"/>
            <a:ext cx="229397" cy="49428"/>
          </a:xfrm>
          <a:custGeom>
            <a:avLst/>
            <a:gdLst/>
            <a:ahLst/>
            <a:cxnLst/>
            <a:rect l="0" t="0" r="0" b="0"/>
            <a:pathLst>
              <a:path w="229397" h="49428">
                <a:moveTo>
                  <a:pt x="0" y="49428"/>
                </a:moveTo>
                <a:lnTo>
                  <a:pt x="229397" y="0"/>
                </a:lnTo>
              </a:path>
            </a:pathLst>
          </a:custGeom>
          <a:noFill/>
          <a:ln w="3429">
            <a:solidFill>
              <a:srgbClr val="7C3D7E">
                <a:alpha val="5000"/>
              </a:srgbClr>
            </a:solidFill>
            <a:prstDash val="solid"/>
          </a:ln>
        </p:spPr>
      </p:sp>
      <p:sp>
        <p:nvSpPr>
          <p:cNvPr id="17" name="lumia-token-stream-curve">
            <a:extLst>
              <a:ext uri="{FF2B5EF4-FFF2-40B4-BE49-F238E27FC236}">
                <a16:creationId xmlns:a16="http://schemas.microsoft.com/office/drawing/2014/main" id="{DF47CDB9-7F0B-4156-8028-9175664B1FE2}"/>
              </a:ext>
            </a:extLst>
          </p:cNvPr>
          <p:cNvSpPr>
            <a:spLocks noGrp="1"/>
          </p:cNvSpPr>
          <p:nvPr/>
        </p:nvSpPr>
        <p:spPr>
          <a:xfrm>
            <a:off x="3558126" y="4638514"/>
            <a:ext cx="232736" cy="46193"/>
          </a:xfrm>
          <a:custGeom>
            <a:avLst/>
            <a:gdLst/>
            <a:ahLst/>
            <a:cxnLst/>
            <a:rect l="0" t="0" r="0" b="0"/>
            <a:pathLst>
              <a:path w="232736" h="46193">
                <a:moveTo>
                  <a:pt x="0" y="46193"/>
                </a:moveTo>
                <a:lnTo>
                  <a:pt x="232736" y="0"/>
                </a:lnTo>
              </a:path>
            </a:pathLst>
          </a:custGeom>
          <a:noFill/>
          <a:ln w="3429">
            <a:solidFill>
              <a:srgbClr val="893E75">
                <a:alpha val="5000"/>
              </a:srgbClr>
            </a:solidFill>
            <a:prstDash val="solid"/>
          </a:ln>
        </p:spPr>
      </p:sp>
      <p:sp>
        <p:nvSpPr>
          <p:cNvPr id="18" name="lumia-token-stream-curve">
            <a:extLst>
              <a:ext uri="{FF2B5EF4-FFF2-40B4-BE49-F238E27FC236}">
                <a16:creationId xmlns:a16="http://schemas.microsoft.com/office/drawing/2014/main" id="{CC0B71CA-7770-482A-B26E-384813C0D749}"/>
              </a:ext>
            </a:extLst>
          </p:cNvPr>
          <p:cNvSpPr>
            <a:spLocks noGrp="1"/>
          </p:cNvSpPr>
          <p:nvPr/>
        </p:nvSpPr>
        <p:spPr>
          <a:xfrm>
            <a:off x="3790863" y="4595710"/>
            <a:ext cx="236045" cy="42804"/>
          </a:xfrm>
          <a:custGeom>
            <a:avLst/>
            <a:gdLst/>
            <a:ahLst/>
            <a:cxnLst/>
            <a:rect l="0" t="0" r="0" b="0"/>
            <a:pathLst>
              <a:path w="236045" h="42804">
                <a:moveTo>
                  <a:pt x="0" y="42804"/>
                </a:moveTo>
                <a:lnTo>
                  <a:pt x="236045" y="0"/>
                </a:lnTo>
              </a:path>
            </a:pathLst>
          </a:custGeom>
          <a:noFill/>
          <a:ln w="3429">
            <a:solidFill>
              <a:srgbClr val="963E6C">
                <a:alpha val="6000"/>
              </a:srgbClr>
            </a:solidFill>
            <a:prstDash val="solid"/>
          </a:ln>
        </p:spPr>
      </p:sp>
      <p:sp>
        <p:nvSpPr>
          <p:cNvPr id="19" name="lumia-token-stream-curve">
            <a:extLst>
              <a:ext uri="{FF2B5EF4-FFF2-40B4-BE49-F238E27FC236}">
                <a16:creationId xmlns:a16="http://schemas.microsoft.com/office/drawing/2014/main" id="{7717317E-8BB2-4E45-AFF0-D965A8F6903D}"/>
              </a:ext>
            </a:extLst>
          </p:cNvPr>
          <p:cNvSpPr>
            <a:spLocks noGrp="1"/>
          </p:cNvSpPr>
          <p:nvPr/>
        </p:nvSpPr>
        <p:spPr>
          <a:xfrm>
            <a:off x="4026908" y="4556015"/>
            <a:ext cx="239323" cy="39695"/>
          </a:xfrm>
          <a:custGeom>
            <a:avLst/>
            <a:gdLst/>
            <a:ahLst/>
            <a:cxnLst/>
            <a:rect l="0" t="0" r="0" b="0"/>
            <a:pathLst>
              <a:path w="239323" h="39695">
                <a:moveTo>
                  <a:pt x="0" y="39695"/>
                </a:moveTo>
                <a:lnTo>
                  <a:pt x="239323" y="0"/>
                </a:lnTo>
              </a:path>
            </a:pathLst>
          </a:custGeom>
          <a:noFill/>
          <a:ln w="3440">
            <a:solidFill>
              <a:srgbClr val="A33F64">
                <a:alpha val="6000"/>
              </a:srgbClr>
            </a:solidFill>
            <a:prstDash val="solid"/>
          </a:ln>
        </p:spPr>
      </p:sp>
      <p:sp>
        <p:nvSpPr>
          <p:cNvPr id="20" name="lumia-token-stream-curve">
            <a:extLst>
              <a:ext uri="{FF2B5EF4-FFF2-40B4-BE49-F238E27FC236}">
                <a16:creationId xmlns:a16="http://schemas.microsoft.com/office/drawing/2014/main" id="{910995B8-80D2-44AC-94E6-BC20F6BB5BB3}"/>
              </a:ext>
            </a:extLst>
          </p:cNvPr>
          <p:cNvSpPr>
            <a:spLocks noGrp="1"/>
          </p:cNvSpPr>
          <p:nvPr/>
        </p:nvSpPr>
        <p:spPr>
          <a:xfrm>
            <a:off x="4266232" y="4518680"/>
            <a:ext cx="242571" cy="37335"/>
          </a:xfrm>
          <a:custGeom>
            <a:avLst/>
            <a:gdLst/>
            <a:ahLst/>
            <a:cxnLst/>
            <a:rect l="0" t="0" r="0" b="0"/>
            <a:pathLst>
              <a:path w="242571" h="37335">
                <a:moveTo>
                  <a:pt x="0" y="37335"/>
                </a:moveTo>
                <a:lnTo>
                  <a:pt x="242571" y="0"/>
                </a:lnTo>
              </a:path>
            </a:pathLst>
          </a:custGeom>
          <a:noFill/>
          <a:ln w="3464">
            <a:solidFill>
              <a:srgbClr val="B0405B">
                <a:alpha val="6000"/>
              </a:srgbClr>
            </a:solidFill>
            <a:prstDash val="solid"/>
          </a:ln>
        </p:spPr>
      </p:sp>
      <p:sp>
        <p:nvSpPr>
          <p:cNvPr id="21" name="lumia-token-stream-curve">
            <a:extLst>
              <a:ext uri="{FF2B5EF4-FFF2-40B4-BE49-F238E27FC236}">
                <a16:creationId xmlns:a16="http://schemas.microsoft.com/office/drawing/2014/main" id="{87D3FDCA-402A-481D-B73E-321C6EC295CA}"/>
              </a:ext>
            </a:extLst>
          </p:cNvPr>
          <p:cNvSpPr>
            <a:spLocks noGrp="1"/>
          </p:cNvSpPr>
          <p:nvPr/>
        </p:nvSpPr>
        <p:spPr>
          <a:xfrm>
            <a:off x="4508802" y="4482504"/>
            <a:ext cx="245787" cy="36176"/>
          </a:xfrm>
          <a:custGeom>
            <a:avLst/>
            <a:gdLst/>
            <a:ahLst/>
            <a:cxnLst/>
            <a:rect l="0" t="0" r="0" b="0"/>
            <a:pathLst>
              <a:path w="245787" h="36176">
                <a:moveTo>
                  <a:pt x="0" y="36176"/>
                </a:moveTo>
                <a:lnTo>
                  <a:pt x="245787" y="0"/>
                </a:lnTo>
              </a:path>
            </a:pathLst>
          </a:custGeom>
          <a:noFill/>
          <a:ln w="3500">
            <a:solidFill>
              <a:srgbClr val="BD4153">
                <a:alpha val="6000"/>
              </a:srgbClr>
            </a:solidFill>
            <a:prstDash val="solid"/>
          </a:ln>
        </p:spPr>
      </p:sp>
      <p:sp>
        <p:nvSpPr>
          <p:cNvPr id="22" name="lumia-token-stream-curve">
            <a:extLst>
              <a:ext uri="{FF2B5EF4-FFF2-40B4-BE49-F238E27FC236}">
                <a16:creationId xmlns:a16="http://schemas.microsoft.com/office/drawing/2014/main" id="{7FF791F6-F57F-4E7F-A717-9FB5B6C1C9F9}"/>
              </a:ext>
            </a:extLst>
          </p:cNvPr>
          <p:cNvSpPr>
            <a:spLocks noGrp="1"/>
          </p:cNvSpPr>
          <p:nvPr/>
        </p:nvSpPr>
        <p:spPr>
          <a:xfrm>
            <a:off x="4754589" y="4445896"/>
            <a:ext cx="248973" cy="36608"/>
          </a:xfrm>
          <a:custGeom>
            <a:avLst/>
            <a:gdLst/>
            <a:ahLst/>
            <a:cxnLst/>
            <a:rect l="0" t="0" r="0" b="0"/>
            <a:pathLst>
              <a:path w="248973" h="36608">
                <a:moveTo>
                  <a:pt x="0" y="36608"/>
                </a:moveTo>
                <a:lnTo>
                  <a:pt x="248973" y="0"/>
                </a:lnTo>
              </a:path>
            </a:pathLst>
          </a:custGeom>
          <a:noFill/>
          <a:ln w="3547">
            <a:solidFill>
              <a:srgbClr val="CA414A">
                <a:alpha val="6000"/>
              </a:srgbClr>
            </a:solidFill>
            <a:prstDash val="solid"/>
          </a:ln>
        </p:spPr>
      </p:sp>
      <p:sp>
        <p:nvSpPr>
          <p:cNvPr id="23" name="lumia-token-stream-curve">
            <a:extLst>
              <a:ext uri="{FF2B5EF4-FFF2-40B4-BE49-F238E27FC236}">
                <a16:creationId xmlns:a16="http://schemas.microsoft.com/office/drawing/2014/main" id="{8CF5C5B4-1327-4D53-B826-46AE8A61FD5E}"/>
              </a:ext>
            </a:extLst>
          </p:cNvPr>
          <p:cNvSpPr>
            <a:spLocks noGrp="1"/>
          </p:cNvSpPr>
          <p:nvPr/>
        </p:nvSpPr>
        <p:spPr>
          <a:xfrm>
            <a:off x="5003562" y="4406988"/>
            <a:ext cx="252127" cy="38908"/>
          </a:xfrm>
          <a:custGeom>
            <a:avLst/>
            <a:gdLst/>
            <a:ahLst/>
            <a:cxnLst/>
            <a:rect l="0" t="0" r="0" b="0"/>
            <a:pathLst>
              <a:path w="252127" h="38908">
                <a:moveTo>
                  <a:pt x="0" y="38908"/>
                </a:moveTo>
                <a:lnTo>
                  <a:pt x="252127" y="0"/>
                </a:lnTo>
              </a:path>
            </a:pathLst>
          </a:custGeom>
          <a:noFill/>
          <a:ln w="3604">
            <a:solidFill>
              <a:srgbClr val="D74242">
                <a:alpha val="6000"/>
              </a:srgbClr>
            </a:solidFill>
            <a:prstDash val="solid"/>
          </a:ln>
        </p:spPr>
      </p:sp>
      <p:sp>
        <p:nvSpPr>
          <p:cNvPr id="24" name="lumia-token-stream-curve">
            <a:extLst>
              <a:ext uri="{FF2B5EF4-FFF2-40B4-BE49-F238E27FC236}">
                <a16:creationId xmlns:a16="http://schemas.microsoft.com/office/drawing/2014/main" id="{DBC58153-7EFB-4E59-AE66-1FCB91E5B2C0}"/>
              </a:ext>
            </a:extLst>
          </p:cNvPr>
          <p:cNvSpPr>
            <a:spLocks noGrp="1"/>
          </p:cNvSpPr>
          <p:nvPr/>
        </p:nvSpPr>
        <p:spPr>
          <a:xfrm>
            <a:off x="5255689" y="4363793"/>
            <a:ext cx="255251" cy="43195"/>
          </a:xfrm>
          <a:custGeom>
            <a:avLst/>
            <a:gdLst/>
            <a:ahLst/>
            <a:cxnLst/>
            <a:rect l="0" t="0" r="0" b="0"/>
            <a:pathLst>
              <a:path w="255251" h="43195">
                <a:moveTo>
                  <a:pt x="0" y="43195"/>
                </a:moveTo>
                <a:lnTo>
                  <a:pt x="255251" y="0"/>
                </a:lnTo>
              </a:path>
            </a:pathLst>
          </a:custGeom>
          <a:noFill/>
          <a:ln w="3671">
            <a:solidFill>
              <a:srgbClr val="E44339">
                <a:alpha val="7000"/>
              </a:srgbClr>
            </a:solidFill>
            <a:prstDash val="solid"/>
          </a:ln>
        </p:spPr>
      </p:sp>
      <p:sp>
        <p:nvSpPr>
          <p:cNvPr id="25" name="lumia-token-stream-curve">
            <a:extLst>
              <a:ext uri="{FF2B5EF4-FFF2-40B4-BE49-F238E27FC236}">
                <a16:creationId xmlns:a16="http://schemas.microsoft.com/office/drawing/2014/main" id="{D759EB29-E216-4DAE-B7A1-E2708DE5027D}"/>
              </a:ext>
            </a:extLst>
          </p:cNvPr>
          <p:cNvSpPr>
            <a:spLocks noGrp="1"/>
          </p:cNvSpPr>
          <p:nvPr/>
        </p:nvSpPr>
        <p:spPr>
          <a:xfrm>
            <a:off x="5510940" y="4314395"/>
            <a:ext cx="258344" cy="49398"/>
          </a:xfrm>
          <a:custGeom>
            <a:avLst/>
            <a:gdLst/>
            <a:ahLst/>
            <a:cxnLst/>
            <a:rect l="0" t="0" r="0" b="0"/>
            <a:pathLst>
              <a:path w="258344" h="49398">
                <a:moveTo>
                  <a:pt x="0" y="49398"/>
                </a:moveTo>
                <a:lnTo>
                  <a:pt x="258344" y="0"/>
                </a:lnTo>
              </a:path>
            </a:pathLst>
          </a:custGeom>
          <a:noFill/>
          <a:ln w="3746">
            <a:solidFill>
              <a:srgbClr val="EB4833">
                <a:alpha val="7000"/>
              </a:srgbClr>
            </a:solidFill>
            <a:prstDash val="solid"/>
          </a:ln>
        </p:spPr>
      </p:sp>
      <p:sp>
        <p:nvSpPr>
          <p:cNvPr id="26" name="lumia-token-stream-curve">
            <a:extLst>
              <a:ext uri="{FF2B5EF4-FFF2-40B4-BE49-F238E27FC236}">
                <a16:creationId xmlns:a16="http://schemas.microsoft.com/office/drawing/2014/main" id="{3614031D-FCB5-4DE3-A979-EB69D81A61F2}"/>
              </a:ext>
            </a:extLst>
          </p:cNvPr>
          <p:cNvSpPr>
            <a:spLocks noGrp="1"/>
          </p:cNvSpPr>
          <p:nvPr/>
        </p:nvSpPr>
        <p:spPr>
          <a:xfrm>
            <a:off x="5769284" y="4257150"/>
            <a:ext cx="261406" cy="57245"/>
          </a:xfrm>
          <a:custGeom>
            <a:avLst/>
            <a:gdLst/>
            <a:ahLst/>
            <a:cxnLst/>
            <a:rect l="0" t="0" r="0" b="0"/>
            <a:pathLst>
              <a:path w="261406" h="57245">
                <a:moveTo>
                  <a:pt x="0" y="57245"/>
                </a:moveTo>
                <a:lnTo>
                  <a:pt x="261406" y="0"/>
                </a:lnTo>
              </a:path>
            </a:pathLst>
          </a:custGeom>
          <a:noFill/>
          <a:ln w="3828">
            <a:solidFill>
              <a:srgbClr val="EC532F">
                <a:alpha val="7000"/>
              </a:srgbClr>
            </a:solidFill>
            <a:prstDash val="solid"/>
          </a:ln>
        </p:spPr>
      </p:sp>
      <p:sp>
        <p:nvSpPr>
          <p:cNvPr id="27" name="lumia-token-stream-curve">
            <a:extLst>
              <a:ext uri="{FF2B5EF4-FFF2-40B4-BE49-F238E27FC236}">
                <a16:creationId xmlns:a16="http://schemas.microsoft.com/office/drawing/2014/main" id="{21F38E57-B539-4ACE-A92A-9A1063B41D40}"/>
              </a:ext>
            </a:extLst>
          </p:cNvPr>
          <p:cNvSpPr>
            <a:spLocks noGrp="1"/>
          </p:cNvSpPr>
          <p:nvPr/>
        </p:nvSpPr>
        <p:spPr>
          <a:xfrm>
            <a:off x="6030690" y="4190876"/>
            <a:ext cx="264437" cy="66274"/>
          </a:xfrm>
          <a:custGeom>
            <a:avLst/>
            <a:gdLst/>
            <a:ahLst/>
            <a:cxnLst/>
            <a:rect l="0" t="0" r="0" b="0"/>
            <a:pathLst>
              <a:path w="264437" h="66274">
                <a:moveTo>
                  <a:pt x="0" y="66274"/>
                </a:moveTo>
                <a:lnTo>
                  <a:pt x="264437" y="0"/>
                </a:lnTo>
              </a:path>
            </a:pathLst>
          </a:custGeom>
          <a:noFill/>
          <a:ln w="3916">
            <a:solidFill>
              <a:srgbClr val="EE5E2A">
                <a:alpha val="7000"/>
              </a:srgbClr>
            </a:solidFill>
            <a:prstDash val="solid"/>
          </a:ln>
        </p:spPr>
      </p:sp>
      <p:sp>
        <p:nvSpPr>
          <p:cNvPr id="28" name="lumia-token-stream-curve">
            <a:extLst>
              <a:ext uri="{FF2B5EF4-FFF2-40B4-BE49-F238E27FC236}">
                <a16:creationId xmlns:a16="http://schemas.microsoft.com/office/drawing/2014/main" id="{4B9D9631-123C-4720-948B-8E93D1D59FC2}"/>
              </a:ext>
            </a:extLst>
          </p:cNvPr>
          <p:cNvSpPr>
            <a:spLocks noGrp="1"/>
          </p:cNvSpPr>
          <p:nvPr/>
        </p:nvSpPr>
        <p:spPr>
          <a:xfrm>
            <a:off x="6295128" y="4115012"/>
            <a:ext cx="267438" cy="75864"/>
          </a:xfrm>
          <a:custGeom>
            <a:avLst/>
            <a:gdLst/>
            <a:ahLst/>
            <a:cxnLst/>
            <a:rect l="0" t="0" r="0" b="0"/>
            <a:pathLst>
              <a:path w="267438" h="75864">
                <a:moveTo>
                  <a:pt x="0" y="75864"/>
                </a:moveTo>
                <a:lnTo>
                  <a:pt x="267438" y="0"/>
                </a:lnTo>
              </a:path>
            </a:pathLst>
          </a:custGeom>
          <a:noFill/>
          <a:ln w="4010">
            <a:solidFill>
              <a:srgbClr val="EF6926">
                <a:alpha val="8000"/>
              </a:srgbClr>
            </a:solidFill>
            <a:prstDash val="solid"/>
          </a:ln>
        </p:spPr>
      </p:sp>
      <p:sp>
        <p:nvSpPr>
          <p:cNvPr id="29" name="lumia-token-stream-curve">
            <a:extLst>
              <a:ext uri="{FF2B5EF4-FFF2-40B4-BE49-F238E27FC236}">
                <a16:creationId xmlns:a16="http://schemas.microsoft.com/office/drawing/2014/main" id="{15136313-1869-4A03-9B06-AF2B06B1A103}"/>
              </a:ext>
            </a:extLst>
          </p:cNvPr>
          <p:cNvSpPr>
            <a:spLocks noGrp="1"/>
          </p:cNvSpPr>
          <p:nvPr/>
        </p:nvSpPr>
        <p:spPr>
          <a:xfrm>
            <a:off x="6562566" y="4029712"/>
            <a:ext cx="270408" cy="85300"/>
          </a:xfrm>
          <a:custGeom>
            <a:avLst/>
            <a:gdLst/>
            <a:ahLst/>
            <a:cxnLst/>
            <a:rect l="0" t="0" r="0" b="0"/>
            <a:pathLst>
              <a:path w="270408" h="85300">
                <a:moveTo>
                  <a:pt x="0" y="85300"/>
                </a:moveTo>
                <a:lnTo>
                  <a:pt x="270408" y="0"/>
                </a:lnTo>
              </a:path>
            </a:pathLst>
          </a:custGeom>
          <a:noFill/>
          <a:ln w="4108">
            <a:solidFill>
              <a:srgbClr val="F17322">
                <a:alpha val="8000"/>
              </a:srgbClr>
            </a:solidFill>
            <a:prstDash val="solid"/>
          </a:ln>
        </p:spPr>
      </p:sp>
      <p:sp>
        <p:nvSpPr>
          <p:cNvPr id="30" name="lumia-token-stream-curve">
            <a:extLst>
              <a:ext uri="{FF2B5EF4-FFF2-40B4-BE49-F238E27FC236}">
                <a16:creationId xmlns:a16="http://schemas.microsoft.com/office/drawing/2014/main" id="{235F9BD4-5E40-4BE0-9F3A-C7784BEC1BB5}"/>
              </a:ext>
            </a:extLst>
          </p:cNvPr>
          <p:cNvSpPr>
            <a:spLocks noGrp="1"/>
          </p:cNvSpPr>
          <p:nvPr/>
        </p:nvSpPr>
        <p:spPr>
          <a:xfrm>
            <a:off x="6832973" y="3935865"/>
            <a:ext cx="273346" cy="93847"/>
          </a:xfrm>
          <a:custGeom>
            <a:avLst/>
            <a:gdLst/>
            <a:ahLst/>
            <a:cxnLst/>
            <a:rect l="0" t="0" r="0" b="0"/>
            <a:pathLst>
              <a:path w="273346" h="93847">
                <a:moveTo>
                  <a:pt x="0" y="93847"/>
                </a:moveTo>
                <a:lnTo>
                  <a:pt x="273346" y="0"/>
                </a:lnTo>
              </a:path>
            </a:pathLst>
          </a:custGeom>
          <a:noFill/>
          <a:ln w="4209">
            <a:solidFill>
              <a:srgbClr val="F27E1E">
                <a:alpha val="8000"/>
              </a:srgbClr>
            </a:solidFill>
            <a:prstDash val="solid"/>
          </a:ln>
        </p:spPr>
      </p:sp>
      <p:sp>
        <p:nvSpPr>
          <p:cNvPr id="31" name="lumia-token-stream-curve">
            <a:extLst>
              <a:ext uri="{FF2B5EF4-FFF2-40B4-BE49-F238E27FC236}">
                <a16:creationId xmlns:a16="http://schemas.microsoft.com/office/drawing/2014/main" id="{7F6ACD31-FB8B-49CE-8DCC-DCEEB47036E3}"/>
              </a:ext>
            </a:extLst>
          </p:cNvPr>
          <p:cNvSpPr>
            <a:spLocks noGrp="1"/>
          </p:cNvSpPr>
          <p:nvPr/>
        </p:nvSpPr>
        <p:spPr>
          <a:xfrm>
            <a:off x="7106320" y="3835019"/>
            <a:ext cx="276254" cy="100846"/>
          </a:xfrm>
          <a:custGeom>
            <a:avLst/>
            <a:gdLst/>
            <a:ahLst/>
            <a:cxnLst/>
            <a:rect l="0" t="0" r="0" b="0"/>
            <a:pathLst>
              <a:path w="276254" h="100846">
                <a:moveTo>
                  <a:pt x="0" y="100846"/>
                </a:moveTo>
                <a:lnTo>
                  <a:pt x="276254" y="0"/>
                </a:lnTo>
              </a:path>
            </a:pathLst>
          </a:custGeom>
          <a:noFill/>
          <a:ln w="4313">
            <a:solidFill>
              <a:srgbClr val="F48919">
                <a:alpha val="8000"/>
              </a:srgbClr>
            </a:solidFill>
            <a:prstDash val="solid"/>
          </a:ln>
        </p:spPr>
      </p:sp>
      <p:sp>
        <p:nvSpPr>
          <p:cNvPr id="32" name="lumia-token-stream-curve">
            <a:extLst>
              <a:ext uri="{FF2B5EF4-FFF2-40B4-BE49-F238E27FC236}">
                <a16:creationId xmlns:a16="http://schemas.microsoft.com/office/drawing/2014/main" id="{870F12FB-2889-4BD7-8DF0-9851A43B38F7}"/>
              </a:ext>
            </a:extLst>
          </p:cNvPr>
          <p:cNvSpPr>
            <a:spLocks noGrp="1"/>
          </p:cNvSpPr>
          <p:nvPr/>
        </p:nvSpPr>
        <p:spPr>
          <a:xfrm>
            <a:off x="7382574" y="3729217"/>
            <a:ext cx="279131" cy="105802"/>
          </a:xfrm>
          <a:custGeom>
            <a:avLst/>
            <a:gdLst/>
            <a:ahLst/>
            <a:cxnLst/>
            <a:rect l="0" t="0" r="0" b="0"/>
            <a:pathLst>
              <a:path w="279131" h="105802">
                <a:moveTo>
                  <a:pt x="0" y="105802"/>
                </a:moveTo>
                <a:lnTo>
                  <a:pt x="279131" y="0"/>
                </a:lnTo>
              </a:path>
            </a:pathLst>
          </a:custGeom>
          <a:noFill/>
          <a:ln w="4418">
            <a:solidFill>
              <a:srgbClr val="F59415">
                <a:alpha val="9000"/>
              </a:srgbClr>
            </a:solidFill>
            <a:prstDash val="solid"/>
          </a:ln>
        </p:spPr>
      </p:sp>
      <p:sp>
        <p:nvSpPr>
          <p:cNvPr id="33" name="lumia-token-stream-curve">
            <a:extLst>
              <a:ext uri="{FF2B5EF4-FFF2-40B4-BE49-F238E27FC236}">
                <a16:creationId xmlns:a16="http://schemas.microsoft.com/office/drawing/2014/main" id="{AD91D5F4-D4DC-448C-89A0-596B176E750D}"/>
              </a:ext>
            </a:extLst>
          </p:cNvPr>
          <p:cNvSpPr>
            <a:spLocks noGrp="1"/>
          </p:cNvSpPr>
          <p:nvPr/>
        </p:nvSpPr>
        <p:spPr>
          <a:xfrm>
            <a:off x="7661705" y="3620747"/>
            <a:ext cx="281978" cy="108469"/>
          </a:xfrm>
          <a:custGeom>
            <a:avLst/>
            <a:gdLst/>
            <a:ahLst/>
            <a:cxnLst/>
            <a:rect l="0" t="0" r="0" b="0"/>
            <a:pathLst>
              <a:path w="281978" h="108469">
                <a:moveTo>
                  <a:pt x="0" y="108469"/>
                </a:moveTo>
                <a:lnTo>
                  <a:pt x="281978" y="0"/>
                </a:lnTo>
              </a:path>
            </a:pathLst>
          </a:custGeom>
          <a:noFill/>
          <a:ln w="4524">
            <a:solidFill>
              <a:srgbClr val="F79E11">
                <a:alpha val="9000"/>
              </a:srgbClr>
            </a:solidFill>
            <a:prstDash val="solid"/>
          </a:ln>
        </p:spPr>
      </p:sp>
      <p:sp>
        <p:nvSpPr>
          <p:cNvPr id="34" name="lumia-token-stream-curve">
            <a:extLst>
              <a:ext uri="{FF2B5EF4-FFF2-40B4-BE49-F238E27FC236}">
                <a16:creationId xmlns:a16="http://schemas.microsoft.com/office/drawing/2014/main" id="{6FE17118-E796-402D-8775-F64155B2486A}"/>
              </a:ext>
            </a:extLst>
          </p:cNvPr>
          <p:cNvSpPr>
            <a:spLocks noGrp="1"/>
          </p:cNvSpPr>
          <p:nvPr/>
        </p:nvSpPr>
        <p:spPr>
          <a:xfrm>
            <a:off x="7943683" y="3511845"/>
            <a:ext cx="284793" cy="108903"/>
          </a:xfrm>
          <a:custGeom>
            <a:avLst/>
            <a:gdLst/>
            <a:ahLst/>
            <a:cxnLst/>
            <a:rect l="0" t="0" r="0" b="0"/>
            <a:pathLst>
              <a:path w="284793" h="108903">
                <a:moveTo>
                  <a:pt x="0" y="108903"/>
                </a:moveTo>
                <a:lnTo>
                  <a:pt x="284793" y="0"/>
                </a:lnTo>
              </a:path>
            </a:pathLst>
          </a:custGeom>
          <a:noFill/>
          <a:ln w="4628">
            <a:solidFill>
              <a:srgbClr val="F8A90C">
                <a:alpha val="9000"/>
              </a:srgbClr>
            </a:solidFill>
            <a:prstDash val="solid"/>
          </a:ln>
        </p:spPr>
      </p:sp>
      <p:sp>
        <p:nvSpPr>
          <p:cNvPr id="35" name="lumia-token-stream-curve">
            <a:extLst>
              <a:ext uri="{FF2B5EF4-FFF2-40B4-BE49-F238E27FC236}">
                <a16:creationId xmlns:a16="http://schemas.microsoft.com/office/drawing/2014/main" id="{6F530938-444A-4A5F-BD86-CE2AF10AA787}"/>
              </a:ext>
            </a:extLst>
          </p:cNvPr>
          <p:cNvSpPr>
            <a:spLocks noGrp="1"/>
          </p:cNvSpPr>
          <p:nvPr/>
        </p:nvSpPr>
        <p:spPr>
          <a:xfrm>
            <a:off x="8228476" y="3404364"/>
            <a:ext cx="287577" cy="107481"/>
          </a:xfrm>
          <a:custGeom>
            <a:avLst/>
            <a:gdLst/>
            <a:ahLst/>
            <a:cxnLst/>
            <a:rect l="0" t="0" r="0" b="0"/>
            <a:pathLst>
              <a:path w="287577" h="107481">
                <a:moveTo>
                  <a:pt x="0" y="107481"/>
                </a:moveTo>
                <a:lnTo>
                  <a:pt x="287577" y="0"/>
                </a:lnTo>
              </a:path>
            </a:pathLst>
          </a:custGeom>
          <a:noFill/>
          <a:ln w="4732">
            <a:solidFill>
              <a:srgbClr val="FAB408">
                <a:alpha val="9000"/>
              </a:srgbClr>
            </a:solidFill>
            <a:prstDash val="solid"/>
          </a:ln>
        </p:spPr>
      </p:sp>
      <p:sp>
        <p:nvSpPr>
          <p:cNvPr id="36" name="lumia-token-stream-curve">
            <a:extLst>
              <a:ext uri="{FF2B5EF4-FFF2-40B4-BE49-F238E27FC236}">
                <a16:creationId xmlns:a16="http://schemas.microsoft.com/office/drawing/2014/main" id="{AA83A5E7-22F3-465A-A4CB-B5A032FDF813}"/>
              </a:ext>
            </a:extLst>
          </p:cNvPr>
          <p:cNvSpPr>
            <a:spLocks noGrp="1"/>
          </p:cNvSpPr>
          <p:nvPr/>
        </p:nvSpPr>
        <p:spPr>
          <a:xfrm>
            <a:off x="8516053" y="3299483"/>
            <a:ext cx="290331" cy="104881"/>
          </a:xfrm>
          <a:custGeom>
            <a:avLst/>
            <a:gdLst/>
            <a:ahLst/>
            <a:cxnLst/>
            <a:rect l="0" t="0" r="0" b="0"/>
            <a:pathLst>
              <a:path w="290331" h="104881">
                <a:moveTo>
                  <a:pt x="0" y="104881"/>
                </a:moveTo>
                <a:lnTo>
                  <a:pt x="290331" y="0"/>
                </a:lnTo>
              </a:path>
            </a:pathLst>
          </a:custGeom>
          <a:noFill/>
          <a:ln w="4832">
            <a:solidFill>
              <a:srgbClr val="F7BC07">
                <a:alpha val="9000"/>
              </a:srgbClr>
            </a:solidFill>
            <a:prstDash val="solid"/>
          </a:ln>
        </p:spPr>
      </p:sp>
      <p:sp>
        <p:nvSpPr>
          <p:cNvPr id="37" name="lumia-token-stream-curve">
            <a:extLst>
              <a:ext uri="{FF2B5EF4-FFF2-40B4-BE49-F238E27FC236}">
                <a16:creationId xmlns:a16="http://schemas.microsoft.com/office/drawing/2014/main" id="{7DFE260F-8FDA-48A5-86CB-D2C0E359CFC8}"/>
              </a:ext>
            </a:extLst>
          </p:cNvPr>
          <p:cNvSpPr>
            <a:spLocks noGrp="1"/>
          </p:cNvSpPr>
          <p:nvPr/>
        </p:nvSpPr>
        <p:spPr>
          <a:xfrm>
            <a:off x="8806384" y="3197468"/>
            <a:ext cx="293054" cy="102015"/>
          </a:xfrm>
          <a:custGeom>
            <a:avLst/>
            <a:gdLst/>
            <a:ahLst/>
            <a:cxnLst/>
            <a:rect l="0" t="0" r="0" b="0"/>
            <a:pathLst>
              <a:path w="293054" h="102015">
                <a:moveTo>
                  <a:pt x="0" y="102015"/>
                </a:moveTo>
                <a:lnTo>
                  <a:pt x="293054" y="0"/>
                </a:lnTo>
              </a:path>
            </a:pathLst>
          </a:custGeom>
          <a:noFill/>
          <a:ln w="4929">
            <a:solidFill>
              <a:srgbClr val="E5BA0E">
                <a:alpha val="10000"/>
              </a:srgbClr>
            </a:solidFill>
            <a:prstDash val="solid"/>
          </a:ln>
        </p:spPr>
      </p:sp>
      <p:sp>
        <p:nvSpPr>
          <p:cNvPr id="38" name="lumia-token-stream-curve">
            <a:extLst>
              <a:ext uri="{FF2B5EF4-FFF2-40B4-BE49-F238E27FC236}">
                <a16:creationId xmlns:a16="http://schemas.microsoft.com/office/drawing/2014/main" id="{72A692EE-003D-45A4-9A18-82049E114FA6}"/>
              </a:ext>
            </a:extLst>
          </p:cNvPr>
          <p:cNvSpPr>
            <a:spLocks noGrp="1"/>
          </p:cNvSpPr>
          <p:nvPr/>
        </p:nvSpPr>
        <p:spPr>
          <a:xfrm>
            <a:off x="9099438" y="3097558"/>
            <a:ext cx="295746" cy="99910"/>
          </a:xfrm>
          <a:custGeom>
            <a:avLst/>
            <a:gdLst/>
            <a:ahLst/>
            <a:cxnLst/>
            <a:rect l="0" t="0" r="0" b="0"/>
            <a:pathLst>
              <a:path w="295746" h="99910">
                <a:moveTo>
                  <a:pt x="0" y="99910"/>
                </a:moveTo>
                <a:lnTo>
                  <a:pt x="295746" y="0"/>
                </a:lnTo>
              </a:path>
            </a:pathLst>
          </a:custGeom>
          <a:noFill/>
          <a:ln w="5022">
            <a:solidFill>
              <a:srgbClr val="D3B815">
                <a:alpha val="10000"/>
              </a:srgbClr>
            </a:solidFill>
            <a:prstDash val="solid"/>
          </a:ln>
        </p:spPr>
      </p:sp>
      <p:sp>
        <p:nvSpPr>
          <p:cNvPr id="39" name="lumia-token-stream-curve">
            <a:extLst>
              <a:ext uri="{FF2B5EF4-FFF2-40B4-BE49-F238E27FC236}">
                <a16:creationId xmlns:a16="http://schemas.microsoft.com/office/drawing/2014/main" id="{13F9F506-1A3E-4DF6-9851-D6FD37CEEB7F}"/>
              </a:ext>
            </a:extLst>
          </p:cNvPr>
          <p:cNvSpPr>
            <a:spLocks noGrp="1"/>
          </p:cNvSpPr>
          <p:nvPr/>
        </p:nvSpPr>
        <p:spPr>
          <a:xfrm>
            <a:off x="9395185" y="2997976"/>
            <a:ext cx="298407" cy="99582"/>
          </a:xfrm>
          <a:custGeom>
            <a:avLst/>
            <a:gdLst/>
            <a:ahLst/>
            <a:cxnLst/>
            <a:rect l="0" t="0" r="0" b="0"/>
            <a:pathLst>
              <a:path w="298407" h="99582">
                <a:moveTo>
                  <a:pt x="0" y="99582"/>
                </a:moveTo>
                <a:lnTo>
                  <a:pt x="298407" y="0"/>
                </a:lnTo>
              </a:path>
            </a:pathLst>
          </a:custGeom>
          <a:noFill/>
          <a:ln w="5109">
            <a:solidFill>
              <a:srgbClr val="C2B61C">
                <a:alpha val="10000"/>
              </a:srgbClr>
            </a:solidFill>
            <a:prstDash val="solid"/>
          </a:ln>
        </p:spPr>
      </p:sp>
      <p:sp>
        <p:nvSpPr>
          <p:cNvPr id="40" name="lumia-token-stream-curve">
            <a:extLst>
              <a:ext uri="{FF2B5EF4-FFF2-40B4-BE49-F238E27FC236}">
                <a16:creationId xmlns:a16="http://schemas.microsoft.com/office/drawing/2014/main" id="{D7E688A8-591E-4544-9ABA-4E37A86199CF}"/>
              </a:ext>
            </a:extLst>
          </p:cNvPr>
          <p:cNvSpPr>
            <a:spLocks noGrp="1"/>
          </p:cNvSpPr>
          <p:nvPr/>
        </p:nvSpPr>
        <p:spPr>
          <a:xfrm>
            <a:off x="9693592" y="2896103"/>
            <a:ext cx="301038" cy="101873"/>
          </a:xfrm>
          <a:custGeom>
            <a:avLst/>
            <a:gdLst/>
            <a:ahLst/>
            <a:cxnLst/>
            <a:rect l="0" t="0" r="0" b="0"/>
            <a:pathLst>
              <a:path w="301038" h="101873">
                <a:moveTo>
                  <a:pt x="0" y="101873"/>
                </a:moveTo>
                <a:lnTo>
                  <a:pt x="301038" y="0"/>
                </a:lnTo>
              </a:path>
            </a:pathLst>
          </a:custGeom>
          <a:noFill/>
          <a:ln w="5189">
            <a:solidFill>
              <a:srgbClr val="B0B422">
                <a:alpha val="10000"/>
              </a:srgbClr>
            </a:solidFill>
            <a:prstDash val="solid"/>
          </a:ln>
        </p:spPr>
      </p:sp>
      <p:sp>
        <p:nvSpPr>
          <p:cNvPr id="41" name="lumia-token-stream-curve">
            <a:extLst>
              <a:ext uri="{FF2B5EF4-FFF2-40B4-BE49-F238E27FC236}">
                <a16:creationId xmlns:a16="http://schemas.microsoft.com/office/drawing/2014/main" id="{9B70FEA4-ACF0-4901-8B9A-C27F68E1D0B0}"/>
              </a:ext>
            </a:extLst>
          </p:cNvPr>
          <p:cNvSpPr>
            <a:spLocks noGrp="1"/>
          </p:cNvSpPr>
          <p:nvPr/>
        </p:nvSpPr>
        <p:spPr>
          <a:xfrm>
            <a:off x="9994629" y="2788781"/>
            <a:ext cx="303637" cy="107322"/>
          </a:xfrm>
          <a:custGeom>
            <a:avLst/>
            <a:gdLst/>
            <a:ahLst/>
            <a:cxnLst/>
            <a:rect l="0" t="0" r="0" b="0"/>
            <a:pathLst>
              <a:path w="303637" h="107322">
                <a:moveTo>
                  <a:pt x="0" y="107322"/>
                </a:moveTo>
                <a:lnTo>
                  <a:pt x="303637" y="0"/>
                </a:lnTo>
              </a:path>
            </a:pathLst>
          </a:custGeom>
          <a:noFill/>
          <a:ln w="5262">
            <a:solidFill>
              <a:srgbClr val="9EB329">
                <a:alpha val="10000"/>
              </a:srgbClr>
            </a:solidFill>
            <a:prstDash val="solid"/>
          </a:ln>
        </p:spPr>
      </p:sp>
      <p:sp>
        <p:nvSpPr>
          <p:cNvPr id="42" name="lumia-token-stream-curve">
            <a:extLst>
              <a:ext uri="{FF2B5EF4-FFF2-40B4-BE49-F238E27FC236}">
                <a16:creationId xmlns:a16="http://schemas.microsoft.com/office/drawing/2014/main" id="{7540D373-CDBE-4046-A3BB-B6AE1CB68B5F}"/>
              </a:ext>
            </a:extLst>
          </p:cNvPr>
          <p:cNvSpPr>
            <a:spLocks noGrp="1"/>
          </p:cNvSpPr>
          <p:nvPr/>
        </p:nvSpPr>
        <p:spPr>
          <a:xfrm>
            <a:off x="10298266" y="2672729"/>
            <a:ext cx="306206" cy="116052"/>
          </a:xfrm>
          <a:custGeom>
            <a:avLst/>
            <a:gdLst/>
            <a:ahLst/>
            <a:cxnLst/>
            <a:rect l="0" t="0" r="0" b="0"/>
            <a:pathLst>
              <a:path w="306206" h="116052">
                <a:moveTo>
                  <a:pt x="0" y="116052"/>
                </a:moveTo>
                <a:lnTo>
                  <a:pt x="306206" y="0"/>
                </a:lnTo>
              </a:path>
            </a:pathLst>
          </a:custGeom>
          <a:noFill/>
          <a:ln w="5327">
            <a:solidFill>
              <a:srgbClr val="8CB130">
                <a:alpha val="10000"/>
              </a:srgbClr>
            </a:solidFill>
            <a:prstDash val="solid"/>
          </a:ln>
        </p:spPr>
      </p:sp>
      <p:sp>
        <p:nvSpPr>
          <p:cNvPr id="43" name="lumia-token-stream-curve">
            <a:extLst>
              <a:ext uri="{FF2B5EF4-FFF2-40B4-BE49-F238E27FC236}">
                <a16:creationId xmlns:a16="http://schemas.microsoft.com/office/drawing/2014/main" id="{DF5430A6-310B-4F0D-BC13-AE111290ED5E}"/>
              </a:ext>
            </a:extLst>
          </p:cNvPr>
          <p:cNvSpPr>
            <a:spLocks noGrp="1"/>
          </p:cNvSpPr>
          <p:nvPr/>
        </p:nvSpPr>
        <p:spPr>
          <a:xfrm>
            <a:off x="10604472" y="2545008"/>
            <a:ext cx="308743" cy="127721"/>
          </a:xfrm>
          <a:custGeom>
            <a:avLst/>
            <a:gdLst/>
            <a:ahLst/>
            <a:cxnLst/>
            <a:rect l="0" t="0" r="0" b="0"/>
            <a:pathLst>
              <a:path w="308743" h="127721">
                <a:moveTo>
                  <a:pt x="0" y="127721"/>
                </a:moveTo>
                <a:lnTo>
                  <a:pt x="308743" y="0"/>
                </a:lnTo>
              </a:path>
            </a:pathLst>
          </a:custGeom>
          <a:noFill/>
          <a:ln w="5381">
            <a:solidFill>
              <a:srgbClr val="7BAF37">
                <a:alpha val="11000"/>
              </a:srgbClr>
            </a:solidFill>
            <a:prstDash val="solid"/>
          </a:ln>
        </p:spPr>
      </p:sp>
      <p:sp>
        <p:nvSpPr>
          <p:cNvPr id="44" name="lumia-token-stream-curve">
            <a:extLst>
              <a:ext uri="{FF2B5EF4-FFF2-40B4-BE49-F238E27FC236}">
                <a16:creationId xmlns:a16="http://schemas.microsoft.com/office/drawing/2014/main" id="{617F9922-6870-447C-984A-BBE347B3FFB9}"/>
              </a:ext>
            </a:extLst>
          </p:cNvPr>
          <p:cNvSpPr>
            <a:spLocks noGrp="1"/>
          </p:cNvSpPr>
          <p:nvPr/>
        </p:nvSpPr>
        <p:spPr>
          <a:xfrm>
            <a:off x="10913215" y="2403466"/>
            <a:ext cx="311250" cy="141542"/>
          </a:xfrm>
          <a:custGeom>
            <a:avLst/>
            <a:gdLst/>
            <a:ahLst/>
            <a:cxnLst/>
            <a:rect l="0" t="0" r="0" b="0"/>
            <a:pathLst>
              <a:path w="311250" h="141542">
                <a:moveTo>
                  <a:pt x="0" y="141542"/>
                </a:moveTo>
                <a:lnTo>
                  <a:pt x="311250" y="0"/>
                </a:lnTo>
              </a:path>
            </a:pathLst>
          </a:custGeom>
          <a:noFill/>
          <a:ln w="5426">
            <a:solidFill>
              <a:srgbClr val="69AD3E">
                <a:alpha val="11000"/>
              </a:srgbClr>
            </a:solidFill>
            <a:prstDash val="solid"/>
          </a:ln>
        </p:spPr>
      </p:sp>
      <p:sp>
        <p:nvSpPr>
          <p:cNvPr id="45" name="lumia-token-stream-curve">
            <a:extLst>
              <a:ext uri="{FF2B5EF4-FFF2-40B4-BE49-F238E27FC236}">
                <a16:creationId xmlns:a16="http://schemas.microsoft.com/office/drawing/2014/main" id="{B1E689E5-8F4A-4F7C-A659-CC7E5267C1EB}"/>
              </a:ext>
            </a:extLst>
          </p:cNvPr>
          <p:cNvSpPr>
            <a:spLocks noGrp="1"/>
          </p:cNvSpPr>
          <p:nvPr/>
        </p:nvSpPr>
        <p:spPr>
          <a:xfrm>
            <a:off x="11224466" y="2247095"/>
            <a:ext cx="313726" cy="156372"/>
          </a:xfrm>
          <a:custGeom>
            <a:avLst/>
            <a:gdLst/>
            <a:ahLst/>
            <a:cxnLst/>
            <a:rect l="0" t="0" r="0" b="0"/>
            <a:pathLst>
              <a:path w="313726" h="156372">
                <a:moveTo>
                  <a:pt x="0" y="156372"/>
                </a:moveTo>
                <a:lnTo>
                  <a:pt x="313726" y="0"/>
                </a:lnTo>
              </a:path>
            </a:pathLst>
          </a:custGeom>
          <a:noFill/>
          <a:ln w="5459">
            <a:solidFill>
              <a:srgbClr val="57AC45">
                <a:alpha val="11000"/>
              </a:srgbClr>
            </a:solidFill>
            <a:prstDash val="solid"/>
          </a:ln>
        </p:spPr>
      </p:sp>
      <p:sp>
        <p:nvSpPr>
          <p:cNvPr id="46" name="lumia-token-stream-curve">
            <a:extLst>
              <a:ext uri="{FF2B5EF4-FFF2-40B4-BE49-F238E27FC236}">
                <a16:creationId xmlns:a16="http://schemas.microsoft.com/office/drawing/2014/main" id="{3F9C7609-C3CD-4CBA-9E5E-23E23B1E251C}"/>
              </a:ext>
            </a:extLst>
          </p:cNvPr>
          <p:cNvSpPr>
            <a:spLocks noGrp="1"/>
          </p:cNvSpPr>
          <p:nvPr/>
        </p:nvSpPr>
        <p:spPr>
          <a:xfrm>
            <a:off x="11538192" y="2076224"/>
            <a:ext cx="316172" cy="170870"/>
          </a:xfrm>
          <a:custGeom>
            <a:avLst/>
            <a:gdLst/>
            <a:ahLst/>
            <a:cxnLst/>
            <a:rect l="0" t="0" r="0" b="0"/>
            <a:pathLst>
              <a:path w="316172" h="170870">
                <a:moveTo>
                  <a:pt x="0" y="170870"/>
                </a:moveTo>
                <a:lnTo>
                  <a:pt x="316172" y="0"/>
                </a:lnTo>
              </a:path>
            </a:pathLst>
          </a:custGeom>
          <a:noFill/>
          <a:ln w="5479">
            <a:solidFill>
              <a:srgbClr val="46AA4C">
                <a:alpha val="11000"/>
              </a:srgbClr>
            </a:solidFill>
            <a:prstDash val="solid"/>
          </a:ln>
        </p:spPr>
      </p:sp>
      <p:sp>
        <p:nvSpPr>
          <p:cNvPr id="47" name="lumia-token-stream-curve">
            <a:extLst>
              <a:ext uri="{FF2B5EF4-FFF2-40B4-BE49-F238E27FC236}">
                <a16:creationId xmlns:a16="http://schemas.microsoft.com/office/drawing/2014/main" id="{5348FE15-E468-47DA-BF1B-85C5BD408E84}"/>
              </a:ext>
            </a:extLst>
          </p:cNvPr>
          <p:cNvSpPr>
            <a:spLocks noGrp="1"/>
          </p:cNvSpPr>
          <p:nvPr/>
        </p:nvSpPr>
        <p:spPr>
          <a:xfrm>
            <a:off x="11854364" y="1892521"/>
            <a:ext cx="318586" cy="183703"/>
          </a:xfrm>
          <a:custGeom>
            <a:avLst/>
            <a:gdLst/>
            <a:ahLst/>
            <a:cxnLst/>
            <a:rect l="0" t="0" r="0" b="0"/>
            <a:pathLst>
              <a:path w="318586" h="183703">
                <a:moveTo>
                  <a:pt x="0" y="183703"/>
                </a:moveTo>
                <a:lnTo>
                  <a:pt x="318586" y="0"/>
                </a:lnTo>
              </a:path>
            </a:pathLst>
          </a:custGeom>
          <a:noFill/>
          <a:ln w="5486">
            <a:solidFill>
              <a:srgbClr val="34A853">
                <a:alpha val="11000"/>
              </a:srgbClr>
            </a:solidFill>
            <a:prstDash val="solid"/>
          </a:ln>
        </p:spPr>
      </p:sp>
      <p:sp>
        <p:nvSpPr>
          <p:cNvPr id="48" name="lumia-token-stream-curve">
            <a:extLst>
              <a:ext uri="{FF2B5EF4-FFF2-40B4-BE49-F238E27FC236}">
                <a16:creationId xmlns:a16="http://schemas.microsoft.com/office/drawing/2014/main" id="{97668351-126A-44C3-B07E-FFDCF94A2CA0}"/>
              </a:ext>
            </a:extLst>
          </p:cNvPr>
          <p:cNvSpPr>
            <a:spLocks noGrp="1"/>
          </p:cNvSpPr>
          <p:nvPr/>
        </p:nvSpPr>
        <p:spPr>
          <a:xfrm>
            <a:off x="466708" y="5586224"/>
            <a:ext cx="180237" cy="47487"/>
          </a:xfrm>
          <a:custGeom>
            <a:avLst/>
            <a:gdLst/>
            <a:ahLst/>
            <a:cxnLst/>
            <a:rect l="0" t="0" r="0" b="0"/>
            <a:pathLst>
              <a:path w="180237" h="47487">
                <a:moveTo>
                  <a:pt x="0" y="47487"/>
                </a:moveTo>
                <a:lnTo>
                  <a:pt x="180237" y="0"/>
                </a:lnTo>
              </a:path>
            </a:pathLst>
          </a:custGeom>
          <a:noFill/>
          <a:ln w="3700">
            <a:solidFill>
              <a:srgbClr val="4285F4">
                <a:alpha val="5000"/>
              </a:srgbClr>
            </a:solidFill>
            <a:prstDash val="solid"/>
          </a:ln>
        </p:spPr>
      </p:sp>
      <p:sp>
        <p:nvSpPr>
          <p:cNvPr id="49" name="lumia-token-stream-curve">
            <a:extLst>
              <a:ext uri="{FF2B5EF4-FFF2-40B4-BE49-F238E27FC236}">
                <a16:creationId xmlns:a16="http://schemas.microsoft.com/office/drawing/2014/main" id="{10D82383-1681-49B0-9DD3-8F2B0A4A83FA}"/>
              </a:ext>
            </a:extLst>
          </p:cNvPr>
          <p:cNvSpPr>
            <a:spLocks noGrp="1"/>
          </p:cNvSpPr>
          <p:nvPr/>
        </p:nvSpPr>
        <p:spPr>
          <a:xfrm>
            <a:off x="646945" y="5536750"/>
            <a:ext cx="183997" cy="49474"/>
          </a:xfrm>
          <a:custGeom>
            <a:avLst/>
            <a:gdLst/>
            <a:ahLst/>
            <a:cxnLst/>
            <a:rect l="0" t="0" r="0" b="0"/>
            <a:pathLst>
              <a:path w="183997" h="49474">
                <a:moveTo>
                  <a:pt x="0" y="49474"/>
                </a:moveTo>
                <a:lnTo>
                  <a:pt x="183997" y="0"/>
                </a:lnTo>
              </a:path>
            </a:pathLst>
          </a:custGeom>
          <a:noFill/>
          <a:ln w="3700">
            <a:solidFill>
              <a:srgbClr val="447EEC">
                <a:alpha val="5000"/>
              </a:srgbClr>
            </a:solidFill>
            <a:prstDash val="solid"/>
          </a:ln>
        </p:spPr>
      </p:sp>
      <p:sp>
        <p:nvSpPr>
          <p:cNvPr id="50" name="lumia-token-stream-curve">
            <a:extLst>
              <a:ext uri="{FF2B5EF4-FFF2-40B4-BE49-F238E27FC236}">
                <a16:creationId xmlns:a16="http://schemas.microsoft.com/office/drawing/2014/main" id="{36240DB1-11CD-41C3-BDD7-6DEF9DCA128A}"/>
              </a:ext>
            </a:extLst>
          </p:cNvPr>
          <p:cNvSpPr>
            <a:spLocks noGrp="1"/>
          </p:cNvSpPr>
          <p:nvPr/>
        </p:nvSpPr>
        <p:spPr>
          <a:xfrm>
            <a:off x="830942" y="5485199"/>
            <a:ext cx="187727" cy="51551"/>
          </a:xfrm>
          <a:custGeom>
            <a:avLst/>
            <a:gdLst/>
            <a:ahLst/>
            <a:cxnLst/>
            <a:rect l="0" t="0" r="0" b="0"/>
            <a:pathLst>
              <a:path w="187727" h="51551">
                <a:moveTo>
                  <a:pt x="0" y="51551"/>
                </a:moveTo>
                <a:lnTo>
                  <a:pt x="187727" y="0"/>
                </a:lnTo>
              </a:path>
            </a:pathLst>
          </a:custGeom>
          <a:noFill/>
          <a:ln w="3700">
            <a:solidFill>
              <a:srgbClr val="4678E3">
                <a:alpha val="5000"/>
              </a:srgbClr>
            </a:solidFill>
            <a:prstDash val="solid"/>
          </a:ln>
        </p:spPr>
      </p:sp>
      <p:sp>
        <p:nvSpPr>
          <p:cNvPr id="51" name="lumia-token-stream-curve">
            <a:extLst>
              <a:ext uri="{FF2B5EF4-FFF2-40B4-BE49-F238E27FC236}">
                <a16:creationId xmlns:a16="http://schemas.microsoft.com/office/drawing/2014/main" id="{F6C45C32-E3F0-4755-B371-81D82BA74ED2}"/>
              </a:ext>
            </a:extLst>
          </p:cNvPr>
          <p:cNvSpPr>
            <a:spLocks noGrp="1"/>
          </p:cNvSpPr>
          <p:nvPr/>
        </p:nvSpPr>
        <p:spPr>
          <a:xfrm>
            <a:off x="1018669" y="5431687"/>
            <a:ext cx="191424" cy="53512"/>
          </a:xfrm>
          <a:custGeom>
            <a:avLst/>
            <a:gdLst/>
            <a:ahLst/>
            <a:cxnLst/>
            <a:rect l="0" t="0" r="0" b="0"/>
            <a:pathLst>
              <a:path w="191424" h="53512">
                <a:moveTo>
                  <a:pt x="0" y="53512"/>
                </a:moveTo>
                <a:lnTo>
                  <a:pt x="191424" y="0"/>
                </a:lnTo>
              </a:path>
            </a:pathLst>
          </a:custGeom>
          <a:noFill/>
          <a:ln w="3700">
            <a:solidFill>
              <a:srgbClr val="4871DB">
                <a:alpha val="5000"/>
              </a:srgbClr>
            </a:solidFill>
            <a:prstDash val="solid"/>
          </a:ln>
        </p:spPr>
      </p:sp>
      <p:sp>
        <p:nvSpPr>
          <p:cNvPr id="52" name="lumia-token-stream-curve">
            <a:extLst>
              <a:ext uri="{FF2B5EF4-FFF2-40B4-BE49-F238E27FC236}">
                <a16:creationId xmlns:a16="http://schemas.microsoft.com/office/drawing/2014/main" id="{D44A2574-A0EF-48C7-B4F7-06A39CF611A2}"/>
              </a:ext>
            </a:extLst>
          </p:cNvPr>
          <p:cNvSpPr>
            <a:spLocks noGrp="1"/>
          </p:cNvSpPr>
          <p:nvPr/>
        </p:nvSpPr>
        <p:spPr>
          <a:xfrm>
            <a:off x="1210093" y="5376546"/>
            <a:ext cx="195091" cy="55142"/>
          </a:xfrm>
          <a:custGeom>
            <a:avLst/>
            <a:gdLst/>
            <a:ahLst/>
            <a:cxnLst/>
            <a:rect l="0" t="0" r="0" b="0"/>
            <a:pathLst>
              <a:path w="195091" h="55142">
                <a:moveTo>
                  <a:pt x="0" y="55142"/>
                </a:moveTo>
                <a:lnTo>
                  <a:pt x="195091" y="0"/>
                </a:lnTo>
              </a:path>
            </a:pathLst>
          </a:custGeom>
          <a:noFill/>
          <a:ln w="3700">
            <a:solidFill>
              <a:srgbClr val="4A6BD2">
                <a:alpha val="5000"/>
              </a:srgbClr>
            </a:solidFill>
            <a:prstDash val="solid"/>
          </a:ln>
        </p:spPr>
      </p:sp>
      <p:sp>
        <p:nvSpPr>
          <p:cNvPr id="53" name="lumia-token-stream-curve">
            <a:extLst>
              <a:ext uri="{FF2B5EF4-FFF2-40B4-BE49-F238E27FC236}">
                <a16:creationId xmlns:a16="http://schemas.microsoft.com/office/drawing/2014/main" id="{02956527-9618-4C3B-A89F-55F1CAAFDE56}"/>
              </a:ext>
            </a:extLst>
          </p:cNvPr>
          <p:cNvSpPr>
            <a:spLocks noGrp="1"/>
          </p:cNvSpPr>
          <p:nvPr/>
        </p:nvSpPr>
        <p:spPr>
          <a:xfrm>
            <a:off x="1405183" y="5320310"/>
            <a:ext cx="198726" cy="56235"/>
          </a:xfrm>
          <a:custGeom>
            <a:avLst/>
            <a:gdLst/>
            <a:ahLst/>
            <a:cxnLst/>
            <a:rect l="0" t="0" r="0" b="0"/>
            <a:pathLst>
              <a:path w="198726" h="56235">
                <a:moveTo>
                  <a:pt x="0" y="56235"/>
                </a:moveTo>
                <a:lnTo>
                  <a:pt x="198726" y="0"/>
                </a:lnTo>
              </a:path>
            </a:pathLst>
          </a:custGeom>
          <a:noFill/>
          <a:ln w="3700">
            <a:solidFill>
              <a:srgbClr val="4C64CA">
                <a:alpha val="5000"/>
              </a:srgbClr>
            </a:solidFill>
            <a:prstDash val="solid"/>
          </a:ln>
        </p:spPr>
      </p:sp>
      <p:sp>
        <p:nvSpPr>
          <p:cNvPr id="54" name="lumia-token-stream-curve">
            <a:extLst>
              <a:ext uri="{FF2B5EF4-FFF2-40B4-BE49-F238E27FC236}">
                <a16:creationId xmlns:a16="http://schemas.microsoft.com/office/drawing/2014/main" id="{959A164A-EA4A-4EB2-BB83-3D6792D2FC15}"/>
              </a:ext>
            </a:extLst>
          </p:cNvPr>
          <p:cNvSpPr>
            <a:spLocks noGrp="1"/>
          </p:cNvSpPr>
          <p:nvPr/>
        </p:nvSpPr>
        <p:spPr>
          <a:xfrm>
            <a:off x="1603909" y="5263698"/>
            <a:ext cx="202329" cy="56613"/>
          </a:xfrm>
          <a:custGeom>
            <a:avLst/>
            <a:gdLst/>
            <a:ahLst/>
            <a:cxnLst/>
            <a:rect l="0" t="0" r="0" b="0"/>
            <a:pathLst>
              <a:path w="202329" h="56613">
                <a:moveTo>
                  <a:pt x="0" y="56613"/>
                </a:moveTo>
                <a:lnTo>
                  <a:pt x="202329" y="0"/>
                </a:lnTo>
              </a:path>
            </a:pathLst>
          </a:custGeom>
          <a:noFill/>
          <a:ln w="3700">
            <a:solidFill>
              <a:srgbClr val="4E5EC1">
                <a:alpha val="5000"/>
              </a:srgbClr>
            </a:solidFill>
            <a:prstDash val="solid"/>
          </a:ln>
        </p:spPr>
      </p:sp>
      <p:sp>
        <p:nvSpPr>
          <p:cNvPr id="55" name="lumia-token-stream-curve">
            <a:extLst>
              <a:ext uri="{FF2B5EF4-FFF2-40B4-BE49-F238E27FC236}">
                <a16:creationId xmlns:a16="http://schemas.microsoft.com/office/drawing/2014/main" id="{3CE98119-E830-4610-96FE-3D9EA0F4EAD0}"/>
              </a:ext>
            </a:extLst>
          </p:cNvPr>
          <p:cNvSpPr>
            <a:spLocks noGrp="1"/>
          </p:cNvSpPr>
          <p:nvPr/>
        </p:nvSpPr>
        <p:spPr>
          <a:xfrm>
            <a:off x="1806238" y="5207557"/>
            <a:ext cx="205901" cy="56140"/>
          </a:xfrm>
          <a:custGeom>
            <a:avLst/>
            <a:gdLst/>
            <a:ahLst/>
            <a:cxnLst/>
            <a:rect l="0" t="0" r="0" b="0"/>
            <a:pathLst>
              <a:path w="205901" h="56140">
                <a:moveTo>
                  <a:pt x="0" y="56140"/>
                </a:moveTo>
                <a:lnTo>
                  <a:pt x="205901" y="0"/>
                </a:lnTo>
              </a:path>
            </a:pathLst>
          </a:custGeom>
          <a:noFill/>
          <a:ln w="3700">
            <a:solidFill>
              <a:srgbClr val="5057B9">
                <a:alpha val="5000"/>
              </a:srgbClr>
            </a:solidFill>
            <a:prstDash val="solid"/>
          </a:ln>
        </p:spPr>
      </p:sp>
      <p:sp>
        <p:nvSpPr>
          <p:cNvPr id="56" name="lumia-token-stream-curve">
            <a:extLst>
              <a:ext uri="{FF2B5EF4-FFF2-40B4-BE49-F238E27FC236}">
                <a16:creationId xmlns:a16="http://schemas.microsoft.com/office/drawing/2014/main" id="{6E5BE828-A1F9-4E72-B65A-06F0EB2F045A}"/>
              </a:ext>
            </a:extLst>
          </p:cNvPr>
          <p:cNvSpPr>
            <a:spLocks noGrp="1"/>
          </p:cNvSpPr>
          <p:nvPr/>
        </p:nvSpPr>
        <p:spPr>
          <a:xfrm>
            <a:off x="2012139" y="5152812"/>
            <a:ext cx="209442" cy="54746"/>
          </a:xfrm>
          <a:custGeom>
            <a:avLst/>
            <a:gdLst/>
            <a:ahLst/>
            <a:cxnLst/>
            <a:rect l="0" t="0" r="0" b="0"/>
            <a:pathLst>
              <a:path w="209442" h="54746">
                <a:moveTo>
                  <a:pt x="0" y="54746"/>
                </a:moveTo>
                <a:lnTo>
                  <a:pt x="209442" y="0"/>
                </a:lnTo>
              </a:path>
            </a:pathLst>
          </a:custGeom>
          <a:noFill/>
          <a:ln w="3700">
            <a:solidFill>
              <a:srgbClr val="5250B0">
                <a:alpha val="5000"/>
              </a:srgbClr>
            </a:solidFill>
            <a:prstDash val="solid"/>
          </a:ln>
        </p:spPr>
      </p:sp>
      <p:sp>
        <p:nvSpPr>
          <p:cNvPr id="57" name="lumia-token-stream-curve">
            <a:extLst>
              <a:ext uri="{FF2B5EF4-FFF2-40B4-BE49-F238E27FC236}">
                <a16:creationId xmlns:a16="http://schemas.microsoft.com/office/drawing/2014/main" id="{AC6AD71E-B336-4550-A188-33508CDF64FD}"/>
              </a:ext>
            </a:extLst>
          </p:cNvPr>
          <p:cNvSpPr>
            <a:spLocks noGrp="1"/>
          </p:cNvSpPr>
          <p:nvPr/>
        </p:nvSpPr>
        <p:spPr>
          <a:xfrm>
            <a:off x="2221581" y="5100374"/>
            <a:ext cx="212951" cy="52438"/>
          </a:xfrm>
          <a:custGeom>
            <a:avLst/>
            <a:gdLst/>
            <a:ahLst/>
            <a:cxnLst/>
            <a:rect l="0" t="0" r="0" b="0"/>
            <a:pathLst>
              <a:path w="212951" h="52438">
                <a:moveTo>
                  <a:pt x="0" y="52438"/>
                </a:moveTo>
                <a:lnTo>
                  <a:pt x="212951" y="0"/>
                </a:lnTo>
              </a:path>
            </a:pathLst>
          </a:custGeom>
          <a:noFill/>
          <a:ln w="3700">
            <a:solidFill>
              <a:srgbClr val="544AA8">
                <a:alpha val="5000"/>
              </a:srgbClr>
            </a:solidFill>
            <a:prstDash val="solid"/>
          </a:ln>
        </p:spPr>
      </p:sp>
      <p:sp>
        <p:nvSpPr>
          <p:cNvPr id="58" name="lumia-token-stream-curve">
            <a:extLst>
              <a:ext uri="{FF2B5EF4-FFF2-40B4-BE49-F238E27FC236}">
                <a16:creationId xmlns:a16="http://schemas.microsoft.com/office/drawing/2014/main" id="{2D3D72C9-FD9D-4A1F-921E-D25EACB9060A}"/>
              </a:ext>
            </a:extLst>
          </p:cNvPr>
          <p:cNvSpPr>
            <a:spLocks noGrp="1"/>
          </p:cNvSpPr>
          <p:nvPr/>
        </p:nvSpPr>
        <p:spPr>
          <a:xfrm>
            <a:off x="2434532" y="5051060"/>
            <a:ext cx="216429" cy="49314"/>
          </a:xfrm>
          <a:custGeom>
            <a:avLst/>
            <a:gdLst/>
            <a:ahLst/>
            <a:cxnLst/>
            <a:rect l="0" t="0" r="0" b="0"/>
            <a:pathLst>
              <a:path w="216429" h="49314">
                <a:moveTo>
                  <a:pt x="0" y="49314"/>
                </a:moveTo>
                <a:lnTo>
                  <a:pt x="216429" y="0"/>
                </a:lnTo>
              </a:path>
            </a:pathLst>
          </a:custGeom>
          <a:noFill/>
          <a:ln w="3700">
            <a:solidFill>
              <a:srgbClr val="5643A0">
                <a:alpha val="5000"/>
              </a:srgbClr>
            </a:solidFill>
            <a:prstDash val="solid"/>
          </a:ln>
        </p:spPr>
      </p:sp>
      <p:sp>
        <p:nvSpPr>
          <p:cNvPr id="59" name="lumia-token-stream-curve">
            <a:extLst>
              <a:ext uri="{FF2B5EF4-FFF2-40B4-BE49-F238E27FC236}">
                <a16:creationId xmlns:a16="http://schemas.microsoft.com/office/drawing/2014/main" id="{0AC0F937-7177-4BA6-BC0D-A3592EAC5E18}"/>
              </a:ext>
            </a:extLst>
          </p:cNvPr>
          <p:cNvSpPr>
            <a:spLocks noGrp="1"/>
          </p:cNvSpPr>
          <p:nvPr/>
        </p:nvSpPr>
        <p:spPr>
          <a:xfrm>
            <a:off x="2650961" y="5005493"/>
            <a:ext cx="219875" cy="45567"/>
          </a:xfrm>
          <a:custGeom>
            <a:avLst/>
            <a:gdLst/>
            <a:ahLst/>
            <a:cxnLst/>
            <a:rect l="0" t="0" r="0" b="0"/>
            <a:pathLst>
              <a:path w="219875" h="45567">
                <a:moveTo>
                  <a:pt x="0" y="45567"/>
                </a:moveTo>
                <a:lnTo>
                  <a:pt x="219875" y="0"/>
                </a:lnTo>
              </a:path>
            </a:pathLst>
          </a:custGeom>
          <a:noFill/>
          <a:ln w="3700">
            <a:solidFill>
              <a:srgbClr val="583D97">
                <a:alpha val="5000"/>
              </a:srgbClr>
            </a:solidFill>
            <a:prstDash val="solid"/>
          </a:ln>
        </p:spPr>
      </p:sp>
      <p:sp>
        <p:nvSpPr>
          <p:cNvPr id="60" name="lumia-token-stream-curve">
            <a:extLst>
              <a:ext uri="{FF2B5EF4-FFF2-40B4-BE49-F238E27FC236}">
                <a16:creationId xmlns:a16="http://schemas.microsoft.com/office/drawing/2014/main" id="{F737C7E2-4102-4ED8-B107-3A4D68672BEF}"/>
              </a:ext>
            </a:extLst>
          </p:cNvPr>
          <p:cNvSpPr>
            <a:spLocks noGrp="1"/>
          </p:cNvSpPr>
          <p:nvPr/>
        </p:nvSpPr>
        <p:spPr>
          <a:xfrm>
            <a:off x="2870837" y="4964013"/>
            <a:ext cx="223290" cy="41480"/>
          </a:xfrm>
          <a:custGeom>
            <a:avLst/>
            <a:gdLst/>
            <a:ahLst/>
            <a:cxnLst/>
            <a:rect l="0" t="0" r="0" b="0"/>
            <a:pathLst>
              <a:path w="223290" h="41480">
                <a:moveTo>
                  <a:pt x="0" y="41480"/>
                </a:moveTo>
                <a:lnTo>
                  <a:pt x="223290" y="0"/>
                </a:lnTo>
              </a:path>
            </a:pathLst>
          </a:custGeom>
          <a:noFill/>
          <a:ln w="3700">
            <a:solidFill>
              <a:srgbClr val="623C8F">
                <a:alpha val="5000"/>
              </a:srgbClr>
            </a:solidFill>
            <a:prstDash val="solid"/>
          </a:ln>
        </p:spPr>
      </p:sp>
      <p:sp>
        <p:nvSpPr>
          <p:cNvPr id="61" name="lumia-token-stream-curve">
            <a:extLst>
              <a:ext uri="{FF2B5EF4-FFF2-40B4-BE49-F238E27FC236}">
                <a16:creationId xmlns:a16="http://schemas.microsoft.com/office/drawing/2014/main" id="{744CCBB3-A063-429B-A25C-97BFF038BD9D}"/>
              </a:ext>
            </a:extLst>
          </p:cNvPr>
          <p:cNvSpPr>
            <a:spLocks noGrp="1"/>
          </p:cNvSpPr>
          <p:nvPr/>
        </p:nvSpPr>
        <p:spPr>
          <a:xfrm>
            <a:off x="3094127" y="4926601"/>
            <a:ext cx="226674" cy="37412"/>
          </a:xfrm>
          <a:custGeom>
            <a:avLst/>
            <a:gdLst/>
            <a:ahLst/>
            <a:cxnLst/>
            <a:rect l="0" t="0" r="0" b="0"/>
            <a:pathLst>
              <a:path w="226674" h="37412">
                <a:moveTo>
                  <a:pt x="0" y="37412"/>
                </a:moveTo>
                <a:lnTo>
                  <a:pt x="226674" y="0"/>
                </a:lnTo>
              </a:path>
            </a:pathLst>
          </a:custGeom>
          <a:noFill/>
          <a:ln w="3700">
            <a:solidFill>
              <a:srgbClr val="6F3C86">
                <a:alpha val="5000"/>
              </a:srgbClr>
            </a:solidFill>
            <a:prstDash val="solid"/>
          </a:ln>
        </p:spPr>
      </p:sp>
      <p:sp>
        <p:nvSpPr>
          <p:cNvPr id="62" name="lumia-token-stream-curve">
            <a:extLst>
              <a:ext uri="{FF2B5EF4-FFF2-40B4-BE49-F238E27FC236}">
                <a16:creationId xmlns:a16="http://schemas.microsoft.com/office/drawing/2014/main" id="{50FF9FE6-0A32-4FD5-9996-1E5BE14E7A31}"/>
              </a:ext>
            </a:extLst>
          </p:cNvPr>
          <p:cNvSpPr>
            <a:spLocks noGrp="1"/>
          </p:cNvSpPr>
          <p:nvPr/>
        </p:nvSpPr>
        <p:spPr>
          <a:xfrm>
            <a:off x="3320801" y="4892827"/>
            <a:ext cx="230026" cy="33774"/>
          </a:xfrm>
          <a:custGeom>
            <a:avLst/>
            <a:gdLst/>
            <a:ahLst/>
            <a:cxnLst/>
            <a:rect l="0" t="0" r="0" b="0"/>
            <a:pathLst>
              <a:path w="230026" h="33774">
                <a:moveTo>
                  <a:pt x="0" y="33774"/>
                </a:moveTo>
                <a:lnTo>
                  <a:pt x="230026" y="0"/>
                </a:lnTo>
              </a:path>
            </a:pathLst>
          </a:custGeom>
          <a:noFill/>
          <a:ln w="3700">
            <a:solidFill>
              <a:srgbClr val="7C3D7E">
                <a:alpha val="5000"/>
              </a:srgbClr>
            </a:solidFill>
            <a:prstDash val="solid"/>
          </a:ln>
        </p:spPr>
      </p:sp>
      <p:sp>
        <p:nvSpPr>
          <p:cNvPr id="63" name="lumia-token-stream-curve">
            <a:extLst>
              <a:ext uri="{FF2B5EF4-FFF2-40B4-BE49-F238E27FC236}">
                <a16:creationId xmlns:a16="http://schemas.microsoft.com/office/drawing/2014/main" id="{3CD0D420-0CBC-48BB-8006-ADB84983852B}"/>
              </a:ext>
            </a:extLst>
          </p:cNvPr>
          <p:cNvSpPr>
            <a:spLocks noGrp="1"/>
          </p:cNvSpPr>
          <p:nvPr/>
        </p:nvSpPr>
        <p:spPr>
          <a:xfrm>
            <a:off x="3550827" y="4861828"/>
            <a:ext cx="233347" cy="30999"/>
          </a:xfrm>
          <a:custGeom>
            <a:avLst/>
            <a:gdLst/>
            <a:ahLst/>
            <a:cxnLst/>
            <a:rect l="0" t="0" r="0" b="0"/>
            <a:pathLst>
              <a:path w="233347" h="30999">
                <a:moveTo>
                  <a:pt x="0" y="30999"/>
                </a:moveTo>
                <a:lnTo>
                  <a:pt x="233347" y="0"/>
                </a:lnTo>
              </a:path>
            </a:pathLst>
          </a:custGeom>
          <a:noFill/>
          <a:ln w="3700">
            <a:solidFill>
              <a:srgbClr val="893E75">
                <a:alpha val="5000"/>
              </a:srgbClr>
            </a:solidFill>
            <a:prstDash val="solid"/>
          </a:ln>
        </p:spPr>
      </p:sp>
      <p:sp>
        <p:nvSpPr>
          <p:cNvPr id="64" name="lumia-token-stream-curve">
            <a:extLst>
              <a:ext uri="{FF2B5EF4-FFF2-40B4-BE49-F238E27FC236}">
                <a16:creationId xmlns:a16="http://schemas.microsoft.com/office/drawing/2014/main" id="{0E7DFC16-CF40-487A-B77B-DDC2EE2EBC1D}"/>
              </a:ext>
            </a:extLst>
          </p:cNvPr>
          <p:cNvSpPr>
            <a:spLocks noGrp="1"/>
          </p:cNvSpPr>
          <p:nvPr/>
        </p:nvSpPr>
        <p:spPr>
          <a:xfrm>
            <a:off x="3784174" y="4832332"/>
            <a:ext cx="236636" cy="29496"/>
          </a:xfrm>
          <a:custGeom>
            <a:avLst/>
            <a:gdLst/>
            <a:ahLst/>
            <a:cxnLst/>
            <a:rect l="0" t="0" r="0" b="0"/>
            <a:pathLst>
              <a:path w="236636" h="29496">
                <a:moveTo>
                  <a:pt x="0" y="29496"/>
                </a:moveTo>
                <a:lnTo>
                  <a:pt x="236636" y="0"/>
                </a:lnTo>
              </a:path>
            </a:pathLst>
          </a:custGeom>
          <a:noFill/>
          <a:ln w="3700">
            <a:solidFill>
              <a:srgbClr val="963E6C">
                <a:alpha val="6000"/>
              </a:srgbClr>
            </a:solidFill>
            <a:prstDash val="solid"/>
          </a:ln>
        </p:spPr>
      </p:sp>
      <p:sp>
        <p:nvSpPr>
          <p:cNvPr id="65" name="lumia-token-stream-curve">
            <a:extLst>
              <a:ext uri="{FF2B5EF4-FFF2-40B4-BE49-F238E27FC236}">
                <a16:creationId xmlns:a16="http://schemas.microsoft.com/office/drawing/2014/main" id="{CCEDEE5F-34AF-4525-9A24-CDBE157B6E78}"/>
              </a:ext>
            </a:extLst>
          </p:cNvPr>
          <p:cNvSpPr>
            <a:spLocks noGrp="1"/>
          </p:cNvSpPr>
          <p:nvPr/>
        </p:nvSpPr>
        <p:spPr>
          <a:xfrm>
            <a:off x="4020811" y="4802719"/>
            <a:ext cx="239894" cy="29612"/>
          </a:xfrm>
          <a:custGeom>
            <a:avLst/>
            <a:gdLst/>
            <a:ahLst/>
            <a:cxnLst/>
            <a:rect l="0" t="0" r="0" b="0"/>
            <a:pathLst>
              <a:path w="239894" h="29612">
                <a:moveTo>
                  <a:pt x="0" y="29612"/>
                </a:moveTo>
                <a:lnTo>
                  <a:pt x="239894" y="0"/>
                </a:lnTo>
              </a:path>
            </a:pathLst>
          </a:custGeom>
          <a:noFill/>
          <a:ln w="3712">
            <a:solidFill>
              <a:srgbClr val="A33F64">
                <a:alpha val="6000"/>
              </a:srgbClr>
            </a:solidFill>
            <a:prstDash val="solid"/>
          </a:ln>
        </p:spPr>
      </p:sp>
      <p:sp>
        <p:nvSpPr>
          <p:cNvPr id="66" name="lumia-token-stream-curve">
            <a:extLst>
              <a:ext uri="{FF2B5EF4-FFF2-40B4-BE49-F238E27FC236}">
                <a16:creationId xmlns:a16="http://schemas.microsoft.com/office/drawing/2014/main" id="{8354008B-9405-45F5-8E7D-D3972BED5576}"/>
              </a:ext>
            </a:extLst>
          </p:cNvPr>
          <p:cNvSpPr>
            <a:spLocks noGrp="1"/>
          </p:cNvSpPr>
          <p:nvPr/>
        </p:nvSpPr>
        <p:spPr>
          <a:xfrm>
            <a:off x="4260705" y="4771136"/>
            <a:ext cx="243121" cy="31584"/>
          </a:xfrm>
          <a:custGeom>
            <a:avLst/>
            <a:gdLst/>
            <a:ahLst/>
            <a:cxnLst/>
            <a:rect l="0" t="0" r="0" b="0"/>
            <a:pathLst>
              <a:path w="243121" h="31584">
                <a:moveTo>
                  <a:pt x="0" y="31584"/>
                </a:moveTo>
                <a:lnTo>
                  <a:pt x="243121" y="0"/>
                </a:lnTo>
              </a:path>
            </a:pathLst>
          </a:custGeom>
          <a:noFill/>
          <a:ln w="3737">
            <a:solidFill>
              <a:srgbClr val="B0405B">
                <a:alpha val="6000"/>
              </a:srgbClr>
            </a:solidFill>
            <a:prstDash val="solid"/>
          </a:ln>
        </p:spPr>
      </p:sp>
      <p:sp>
        <p:nvSpPr>
          <p:cNvPr id="67" name="lumia-token-stream-curve">
            <a:extLst>
              <a:ext uri="{FF2B5EF4-FFF2-40B4-BE49-F238E27FC236}">
                <a16:creationId xmlns:a16="http://schemas.microsoft.com/office/drawing/2014/main" id="{057F2104-FDC1-457B-835D-FAD0EC4DB5B3}"/>
              </a:ext>
            </a:extLst>
          </p:cNvPr>
          <p:cNvSpPr>
            <a:spLocks noGrp="1"/>
          </p:cNvSpPr>
          <p:nvPr/>
        </p:nvSpPr>
        <p:spPr>
          <a:xfrm>
            <a:off x="4503826" y="4735635"/>
            <a:ext cx="246316" cy="35501"/>
          </a:xfrm>
          <a:custGeom>
            <a:avLst/>
            <a:gdLst/>
            <a:ahLst/>
            <a:cxnLst/>
            <a:rect l="0" t="0" r="0" b="0"/>
            <a:pathLst>
              <a:path w="246316" h="35501">
                <a:moveTo>
                  <a:pt x="0" y="35501"/>
                </a:moveTo>
                <a:lnTo>
                  <a:pt x="246316" y="0"/>
                </a:lnTo>
              </a:path>
            </a:pathLst>
          </a:custGeom>
          <a:noFill/>
          <a:ln w="3776">
            <a:solidFill>
              <a:srgbClr val="BD4153">
                <a:alpha val="6000"/>
              </a:srgbClr>
            </a:solidFill>
            <a:prstDash val="solid"/>
          </a:ln>
        </p:spPr>
      </p:sp>
      <p:sp>
        <p:nvSpPr>
          <p:cNvPr id="68" name="lumia-token-stream-curve">
            <a:extLst>
              <a:ext uri="{FF2B5EF4-FFF2-40B4-BE49-F238E27FC236}">
                <a16:creationId xmlns:a16="http://schemas.microsoft.com/office/drawing/2014/main" id="{346F3B68-D4C9-4211-961E-C5EA41F119B4}"/>
              </a:ext>
            </a:extLst>
          </p:cNvPr>
          <p:cNvSpPr>
            <a:spLocks noGrp="1"/>
          </p:cNvSpPr>
          <p:nvPr/>
        </p:nvSpPr>
        <p:spPr>
          <a:xfrm>
            <a:off x="4750142" y="4694355"/>
            <a:ext cx="249480" cy="41280"/>
          </a:xfrm>
          <a:custGeom>
            <a:avLst/>
            <a:gdLst/>
            <a:ahLst/>
            <a:cxnLst/>
            <a:rect l="0" t="0" r="0" b="0"/>
            <a:pathLst>
              <a:path w="249480" h="41280">
                <a:moveTo>
                  <a:pt x="0" y="41280"/>
                </a:moveTo>
                <a:lnTo>
                  <a:pt x="249480" y="0"/>
                </a:lnTo>
              </a:path>
            </a:pathLst>
          </a:custGeom>
          <a:noFill/>
          <a:ln w="3827">
            <a:solidFill>
              <a:srgbClr val="CA414A">
                <a:alpha val="6000"/>
              </a:srgbClr>
            </a:solidFill>
            <a:prstDash val="solid"/>
          </a:ln>
        </p:spPr>
      </p:sp>
      <p:sp>
        <p:nvSpPr>
          <p:cNvPr id="69" name="lumia-token-stream-curve">
            <a:extLst>
              <a:ext uri="{FF2B5EF4-FFF2-40B4-BE49-F238E27FC236}">
                <a16:creationId xmlns:a16="http://schemas.microsoft.com/office/drawing/2014/main" id="{3E2FE6BA-F933-4A0C-A910-85E2FA6E7680}"/>
              </a:ext>
            </a:extLst>
          </p:cNvPr>
          <p:cNvSpPr>
            <a:spLocks noGrp="1"/>
          </p:cNvSpPr>
          <p:nvPr/>
        </p:nvSpPr>
        <p:spPr>
          <a:xfrm>
            <a:off x="4999622" y="4645704"/>
            <a:ext cx="252612" cy="48651"/>
          </a:xfrm>
          <a:custGeom>
            <a:avLst/>
            <a:gdLst/>
            <a:ahLst/>
            <a:cxnLst/>
            <a:rect l="0" t="0" r="0" b="0"/>
            <a:pathLst>
              <a:path w="252612" h="48651">
                <a:moveTo>
                  <a:pt x="0" y="48651"/>
                </a:moveTo>
                <a:lnTo>
                  <a:pt x="252612" y="0"/>
                </a:lnTo>
              </a:path>
            </a:pathLst>
          </a:custGeom>
          <a:noFill/>
          <a:ln w="3889">
            <a:solidFill>
              <a:srgbClr val="D74242">
                <a:alpha val="6000"/>
              </a:srgbClr>
            </a:solidFill>
            <a:prstDash val="solid"/>
          </a:ln>
        </p:spPr>
      </p:sp>
      <p:sp>
        <p:nvSpPr>
          <p:cNvPr id="70" name="lumia-token-stream-curve">
            <a:extLst>
              <a:ext uri="{FF2B5EF4-FFF2-40B4-BE49-F238E27FC236}">
                <a16:creationId xmlns:a16="http://schemas.microsoft.com/office/drawing/2014/main" id="{52147EFB-ECB5-4C0A-AE8F-7DFA0873D10A}"/>
              </a:ext>
            </a:extLst>
          </p:cNvPr>
          <p:cNvSpPr>
            <a:spLocks noGrp="1"/>
          </p:cNvSpPr>
          <p:nvPr/>
        </p:nvSpPr>
        <p:spPr>
          <a:xfrm>
            <a:off x="5252234" y="4588536"/>
            <a:ext cx="255713" cy="57168"/>
          </a:xfrm>
          <a:custGeom>
            <a:avLst/>
            <a:gdLst/>
            <a:ahLst/>
            <a:cxnLst/>
            <a:rect l="0" t="0" r="0" b="0"/>
            <a:pathLst>
              <a:path w="255713" h="57168">
                <a:moveTo>
                  <a:pt x="0" y="57168"/>
                </a:moveTo>
                <a:lnTo>
                  <a:pt x="255713" y="0"/>
                </a:lnTo>
              </a:path>
            </a:pathLst>
          </a:custGeom>
          <a:noFill/>
          <a:ln w="3960">
            <a:solidFill>
              <a:srgbClr val="E44339">
                <a:alpha val="7000"/>
              </a:srgbClr>
            </a:solidFill>
            <a:prstDash val="solid"/>
          </a:ln>
        </p:spPr>
      </p:sp>
      <p:sp>
        <p:nvSpPr>
          <p:cNvPr id="71" name="lumia-token-stream-curve">
            <a:extLst>
              <a:ext uri="{FF2B5EF4-FFF2-40B4-BE49-F238E27FC236}">
                <a16:creationId xmlns:a16="http://schemas.microsoft.com/office/drawing/2014/main" id="{DD548C51-0576-4016-9D30-1D671358E753}"/>
              </a:ext>
            </a:extLst>
          </p:cNvPr>
          <p:cNvSpPr>
            <a:spLocks noGrp="1"/>
          </p:cNvSpPr>
          <p:nvPr/>
        </p:nvSpPr>
        <p:spPr>
          <a:xfrm>
            <a:off x="5507948" y="4522296"/>
            <a:ext cx="258783" cy="66240"/>
          </a:xfrm>
          <a:custGeom>
            <a:avLst/>
            <a:gdLst/>
            <a:ahLst/>
            <a:cxnLst/>
            <a:rect l="0" t="0" r="0" b="0"/>
            <a:pathLst>
              <a:path w="258783" h="66240">
                <a:moveTo>
                  <a:pt x="0" y="66240"/>
                </a:moveTo>
                <a:lnTo>
                  <a:pt x="258783" y="0"/>
                </a:lnTo>
              </a:path>
            </a:pathLst>
          </a:custGeom>
          <a:noFill/>
          <a:ln w="4041">
            <a:solidFill>
              <a:srgbClr val="EB4833">
                <a:alpha val="7000"/>
              </a:srgbClr>
            </a:solidFill>
            <a:prstDash val="solid"/>
          </a:ln>
        </p:spPr>
      </p:sp>
      <p:sp>
        <p:nvSpPr>
          <p:cNvPr id="72" name="lumia-token-stream-curve">
            <a:extLst>
              <a:ext uri="{FF2B5EF4-FFF2-40B4-BE49-F238E27FC236}">
                <a16:creationId xmlns:a16="http://schemas.microsoft.com/office/drawing/2014/main" id="{E00B3201-09FC-4257-8AB7-8853E05C6EED}"/>
              </a:ext>
            </a:extLst>
          </p:cNvPr>
          <p:cNvSpPr>
            <a:spLocks noGrp="1"/>
          </p:cNvSpPr>
          <p:nvPr/>
        </p:nvSpPr>
        <p:spPr>
          <a:xfrm>
            <a:off x="5766730" y="4447114"/>
            <a:ext cx="261821" cy="75182"/>
          </a:xfrm>
          <a:custGeom>
            <a:avLst/>
            <a:gdLst/>
            <a:ahLst/>
            <a:cxnLst/>
            <a:rect l="0" t="0" r="0" b="0"/>
            <a:pathLst>
              <a:path w="261821" h="75182">
                <a:moveTo>
                  <a:pt x="0" y="75182"/>
                </a:moveTo>
                <a:lnTo>
                  <a:pt x="261821" y="0"/>
                </a:lnTo>
              </a:path>
            </a:pathLst>
          </a:custGeom>
          <a:noFill/>
          <a:ln w="4130">
            <a:solidFill>
              <a:srgbClr val="EC532F">
                <a:alpha val="7000"/>
              </a:srgbClr>
            </a:solidFill>
            <a:prstDash val="solid"/>
          </a:ln>
        </p:spPr>
      </p:sp>
      <p:sp>
        <p:nvSpPr>
          <p:cNvPr id="73" name="lumia-token-stream-curve">
            <a:extLst>
              <a:ext uri="{FF2B5EF4-FFF2-40B4-BE49-F238E27FC236}">
                <a16:creationId xmlns:a16="http://schemas.microsoft.com/office/drawing/2014/main" id="{AB6F7A60-A9D1-48EB-B236-2CFF24AF2966}"/>
              </a:ext>
            </a:extLst>
          </p:cNvPr>
          <p:cNvSpPr>
            <a:spLocks noGrp="1"/>
          </p:cNvSpPr>
          <p:nvPr/>
        </p:nvSpPr>
        <p:spPr>
          <a:xfrm>
            <a:off x="6028551" y="4363828"/>
            <a:ext cx="264827" cy="83287"/>
          </a:xfrm>
          <a:custGeom>
            <a:avLst/>
            <a:gdLst/>
            <a:ahLst/>
            <a:cxnLst/>
            <a:rect l="0" t="0" r="0" b="0"/>
            <a:pathLst>
              <a:path w="264827" h="83287">
                <a:moveTo>
                  <a:pt x="0" y="83287"/>
                </a:moveTo>
                <a:lnTo>
                  <a:pt x="264827" y="0"/>
                </a:lnTo>
              </a:path>
            </a:pathLst>
          </a:custGeom>
          <a:noFill/>
          <a:ln w="4225">
            <a:solidFill>
              <a:srgbClr val="EE5E2A">
                <a:alpha val="7000"/>
              </a:srgbClr>
            </a:solidFill>
            <a:prstDash val="solid"/>
          </a:ln>
        </p:spPr>
      </p:sp>
      <p:sp>
        <p:nvSpPr>
          <p:cNvPr id="74" name="lumia-token-stream-curve">
            <a:extLst>
              <a:ext uri="{FF2B5EF4-FFF2-40B4-BE49-F238E27FC236}">
                <a16:creationId xmlns:a16="http://schemas.microsoft.com/office/drawing/2014/main" id="{6C0ACBCB-985A-4B5D-AA3A-5C8F094E5E19}"/>
              </a:ext>
            </a:extLst>
          </p:cNvPr>
          <p:cNvSpPr>
            <a:spLocks noGrp="1"/>
          </p:cNvSpPr>
          <p:nvPr/>
        </p:nvSpPr>
        <p:spPr>
          <a:xfrm>
            <a:off x="6293378" y="4273919"/>
            <a:ext cx="267803" cy="89908"/>
          </a:xfrm>
          <a:custGeom>
            <a:avLst/>
            <a:gdLst/>
            <a:ahLst/>
            <a:cxnLst/>
            <a:rect l="0" t="0" r="0" b="0"/>
            <a:pathLst>
              <a:path w="267803" h="89908">
                <a:moveTo>
                  <a:pt x="0" y="89908"/>
                </a:moveTo>
                <a:lnTo>
                  <a:pt x="267803" y="0"/>
                </a:lnTo>
              </a:path>
            </a:pathLst>
          </a:custGeom>
          <a:noFill/>
          <a:ln w="4326">
            <a:solidFill>
              <a:srgbClr val="EF6926">
                <a:alpha val="8000"/>
              </a:srgbClr>
            </a:solidFill>
            <a:prstDash val="solid"/>
          </a:ln>
        </p:spPr>
      </p:sp>
      <p:sp>
        <p:nvSpPr>
          <p:cNvPr id="75" name="lumia-token-stream-curve">
            <a:extLst>
              <a:ext uri="{FF2B5EF4-FFF2-40B4-BE49-F238E27FC236}">
                <a16:creationId xmlns:a16="http://schemas.microsoft.com/office/drawing/2014/main" id="{A0DFE65A-E3B6-4DCC-9F81-6B11E1BFBCF2}"/>
              </a:ext>
            </a:extLst>
          </p:cNvPr>
          <p:cNvSpPr>
            <a:spLocks noGrp="1"/>
          </p:cNvSpPr>
          <p:nvPr/>
        </p:nvSpPr>
        <p:spPr>
          <a:xfrm>
            <a:off x="6561181" y="4179374"/>
            <a:ext cx="270746" cy="94546"/>
          </a:xfrm>
          <a:custGeom>
            <a:avLst/>
            <a:gdLst/>
            <a:ahLst/>
            <a:cxnLst/>
            <a:rect l="0" t="0" r="0" b="0"/>
            <a:pathLst>
              <a:path w="270746" h="94546">
                <a:moveTo>
                  <a:pt x="0" y="94546"/>
                </a:moveTo>
                <a:lnTo>
                  <a:pt x="270746" y="0"/>
                </a:lnTo>
              </a:path>
            </a:pathLst>
          </a:custGeom>
          <a:noFill/>
          <a:ln w="4432">
            <a:solidFill>
              <a:srgbClr val="F17322">
                <a:alpha val="8000"/>
              </a:srgbClr>
            </a:solidFill>
            <a:prstDash val="solid"/>
          </a:ln>
        </p:spPr>
      </p:sp>
      <p:sp>
        <p:nvSpPr>
          <p:cNvPr id="76" name="lumia-token-stream-curve">
            <a:extLst>
              <a:ext uri="{FF2B5EF4-FFF2-40B4-BE49-F238E27FC236}">
                <a16:creationId xmlns:a16="http://schemas.microsoft.com/office/drawing/2014/main" id="{6A54372A-D718-4EF1-AB9A-265C90A71CE2}"/>
              </a:ext>
            </a:extLst>
          </p:cNvPr>
          <p:cNvSpPr>
            <a:spLocks noGrp="1"/>
          </p:cNvSpPr>
          <p:nvPr/>
        </p:nvSpPr>
        <p:spPr>
          <a:xfrm>
            <a:off x="6831927" y="4082452"/>
            <a:ext cx="273659" cy="96922"/>
          </a:xfrm>
          <a:custGeom>
            <a:avLst/>
            <a:gdLst/>
            <a:ahLst/>
            <a:cxnLst/>
            <a:rect l="0" t="0" r="0" b="0"/>
            <a:pathLst>
              <a:path w="273659" h="96922">
                <a:moveTo>
                  <a:pt x="0" y="96922"/>
                </a:moveTo>
                <a:lnTo>
                  <a:pt x="273659" y="0"/>
                </a:lnTo>
              </a:path>
            </a:pathLst>
          </a:custGeom>
          <a:noFill/>
          <a:ln w="4542">
            <a:solidFill>
              <a:srgbClr val="F27E1E">
                <a:alpha val="8000"/>
              </a:srgbClr>
            </a:solidFill>
            <a:prstDash val="solid"/>
          </a:ln>
        </p:spPr>
      </p:sp>
      <p:sp>
        <p:nvSpPr>
          <p:cNvPr id="77" name="lumia-token-stream-curve">
            <a:extLst>
              <a:ext uri="{FF2B5EF4-FFF2-40B4-BE49-F238E27FC236}">
                <a16:creationId xmlns:a16="http://schemas.microsoft.com/office/drawing/2014/main" id="{70FB1EF2-0F5F-4A15-AC52-5B6C3E5F3101}"/>
              </a:ext>
            </a:extLst>
          </p:cNvPr>
          <p:cNvSpPr>
            <a:spLocks noGrp="1"/>
          </p:cNvSpPr>
          <p:nvPr/>
        </p:nvSpPr>
        <p:spPr>
          <a:xfrm>
            <a:off x="7105586" y="3985413"/>
            <a:ext cx="276540" cy="97039"/>
          </a:xfrm>
          <a:custGeom>
            <a:avLst/>
            <a:gdLst/>
            <a:ahLst/>
            <a:cxnLst/>
            <a:rect l="0" t="0" r="0" b="0"/>
            <a:pathLst>
              <a:path w="276540" h="97039">
                <a:moveTo>
                  <a:pt x="0" y="97039"/>
                </a:moveTo>
                <a:lnTo>
                  <a:pt x="276540" y="0"/>
                </a:lnTo>
              </a:path>
            </a:pathLst>
          </a:custGeom>
          <a:noFill/>
          <a:ln w="4654">
            <a:solidFill>
              <a:srgbClr val="F48919">
                <a:alpha val="8000"/>
              </a:srgbClr>
            </a:solidFill>
            <a:prstDash val="solid"/>
          </a:ln>
        </p:spPr>
      </p:sp>
      <p:sp>
        <p:nvSpPr>
          <p:cNvPr id="78" name="lumia-token-stream-curve">
            <a:extLst>
              <a:ext uri="{FF2B5EF4-FFF2-40B4-BE49-F238E27FC236}">
                <a16:creationId xmlns:a16="http://schemas.microsoft.com/office/drawing/2014/main" id="{ADEDCBD2-8F99-426D-B1C1-FA2B13B7C119}"/>
              </a:ext>
            </a:extLst>
          </p:cNvPr>
          <p:cNvSpPr>
            <a:spLocks noGrp="1"/>
          </p:cNvSpPr>
          <p:nvPr/>
        </p:nvSpPr>
        <p:spPr>
          <a:xfrm>
            <a:off x="7382126" y="3890207"/>
            <a:ext cx="279389" cy="95206"/>
          </a:xfrm>
          <a:custGeom>
            <a:avLst/>
            <a:gdLst/>
            <a:ahLst/>
            <a:cxnLst/>
            <a:rect l="0" t="0" r="0" b="0"/>
            <a:pathLst>
              <a:path w="279389" h="95206">
                <a:moveTo>
                  <a:pt x="0" y="95206"/>
                </a:moveTo>
                <a:lnTo>
                  <a:pt x="279389" y="0"/>
                </a:lnTo>
              </a:path>
            </a:pathLst>
          </a:custGeom>
          <a:noFill/>
          <a:ln w="4767">
            <a:solidFill>
              <a:srgbClr val="F59415">
                <a:alpha val="9000"/>
              </a:srgbClr>
            </a:solidFill>
            <a:prstDash val="solid"/>
          </a:ln>
        </p:spPr>
      </p:sp>
      <p:sp>
        <p:nvSpPr>
          <p:cNvPr id="79" name="lumia-token-stream-curve">
            <a:extLst>
              <a:ext uri="{FF2B5EF4-FFF2-40B4-BE49-F238E27FC236}">
                <a16:creationId xmlns:a16="http://schemas.microsoft.com/office/drawing/2014/main" id="{FFEF6D48-E0D5-4B9F-9DC3-7E2E95106A31}"/>
              </a:ext>
            </a:extLst>
          </p:cNvPr>
          <p:cNvSpPr>
            <a:spLocks noGrp="1"/>
          </p:cNvSpPr>
          <p:nvPr/>
        </p:nvSpPr>
        <p:spPr>
          <a:xfrm>
            <a:off x="7661515" y="3798178"/>
            <a:ext cx="282208" cy="92029"/>
          </a:xfrm>
          <a:custGeom>
            <a:avLst/>
            <a:gdLst/>
            <a:ahLst/>
            <a:cxnLst/>
            <a:rect l="0" t="0" r="0" b="0"/>
            <a:pathLst>
              <a:path w="282208" h="92029">
                <a:moveTo>
                  <a:pt x="0" y="92029"/>
                </a:moveTo>
                <a:lnTo>
                  <a:pt x="282208" y="0"/>
                </a:lnTo>
              </a:path>
            </a:pathLst>
          </a:custGeom>
          <a:noFill/>
          <a:ln w="4881">
            <a:solidFill>
              <a:srgbClr val="F79E11">
                <a:alpha val="9000"/>
              </a:srgbClr>
            </a:solidFill>
            <a:prstDash val="solid"/>
          </a:ln>
        </p:spPr>
      </p:sp>
      <p:sp>
        <p:nvSpPr>
          <p:cNvPr id="80" name="lumia-token-stream-curve">
            <a:extLst>
              <a:ext uri="{FF2B5EF4-FFF2-40B4-BE49-F238E27FC236}">
                <a16:creationId xmlns:a16="http://schemas.microsoft.com/office/drawing/2014/main" id="{6E77B4A3-84FE-4C57-B646-422F0B4F6EB1}"/>
              </a:ext>
            </a:extLst>
          </p:cNvPr>
          <p:cNvSpPr>
            <a:spLocks noGrp="1"/>
          </p:cNvSpPr>
          <p:nvPr/>
        </p:nvSpPr>
        <p:spPr>
          <a:xfrm>
            <a:off x="7943723" y="3709826"/>
            <a:ext cx="284994" cy="88352"/>
          </a:xfrm>
          <a:custGeom>
            <a:avLst/>
            <a:gdLst/>
            <a:ahLst/>
            <a:cxnLst/>
            <a:rect l="0" t="0" r="0" b="0"/>
            <a:pathLst>
              <a:path w="284994" h="88352">
                <a:moveTo>
                  <a:pt x="0" y="88352"/>
                </a:moveTo>
                <a:lnTo>
                  <a:pt x="284994" y="0"/>
                </a:lnTo>
              </a:path>
            </a:pathLst>
          </a:custGeom>
          <a:noFill/>
          <a:ln w="4994">
            <a:solidFill>
              <a:srgbClr val="F8A90C">
                <a:alpha val="9000"/>
              </a:srgbClr>
            </a:solidFill>
            <a:prstDash val="solid"/>
          </a:ln>
        </p:spPr>
      </p:sp>
      <p:sp>
        <p:nvSpPr>
          <p:cNvPr id="81" name="lumia-token-stream-curve">
            <a:extLst>
              <a:ext uri="{FF2B5EF4-FFF2-40B4-BE49-F238E27FC236}">
                <a16:creationId xmlns:a16="http://schemas.microsoft.com/office/drawing/2014/main" id="{429F01F6-4C9D-4ED3-9BA1-A626A13D65AD}"/>
              </a:ext>
            </a:extLst>
          </p:cNvPr>
          <p:cNvSpPr>
            <a:spLocks noGrp="1"/>
          </p:cNvSpPr>
          <p:nvPr/>
        </p:nvSpPr>
        <p:spPr>
          <a:xfrm>
            <a:off x="8228718" y="3624654"/>
            <a:ext cx="287750" cy="85172"/>
          </a:xfrm>
          <a:custGeom>
            <a:avLst/>
            <a:gdLst/>
            <a:ahLst/>
            <a:cxnLst/>
            <a:rect l="0" t="0" r="0" b="0"/>
            <a:pathLst>
              <a:path w="287750" h="85172">
                <a:moveTo>
                  <a:pt x="0" y="85172"/>
                </a:moveTo>
                <a:lnTo>
                  <a:pt x="287750" y="0"/>
                </a:lnTo>
              </a:path>
            </a:pathLst>
          </a:custGeom>
          <a:noFill/>
          <a:ln w="5105">
            <a:solidFill>
              <a:srgbClr val="FAB408">
                <a:alpha val="9000"/>
              </a:srgbClr>
            </a:solidFill>
            <a:prstDash val="solid"/>
          </a:ln>
        </p:spPr>
      </p:sp>
      <p:sp>
        <p:nvSpPr>
          <p:cNvPr id="82" name="lumia-token-stream-curve">
            <a:extLst>
              <a:ext uri="{FF2B5EF4-FFF2-40B4-BE49-F238E27FC236}">
                <a16:creationId xmlns:a16="http://schemas.microsoft.com/office/drawing/2014/main" id="{E174AC27-2E7F-4D7C-80AD-A955AE8597F1}"/>
              </a:ext>
            </a:extLst>
          </p:cNvPr>
          <p:cNvSpPr>
            <a:spLocks noGrp="1"/>
          </p:cNvSpPr>
          <p:nvPr/>
        </p:nvSpPr>
        <p:spPr>
          <a:xfrm>
            <a:off x="8516467" y="3541145"/>
            <a:ext cx="290474" cy="83509"/>
          </a:xfrm>
          <a:custGeom>
            <a:avLst/>
            <a:gdLst/>
            <a:ahLst/>
            <a:cxnLst/>
            <a:rect l="0" t="0" r="0" b="0"/>
            <a:pathLst>
              <a:path w="290474" h="83509">
                <a:moveTo>
                  <a:pt x="0" y="83509"/>
                </a:moveTo>
                <a:lnTo>
                  <a:pt x="290474" y="0"/>
                </a:lnTo>
              </a:path>
            </a:pathLst>
          </a:custGeom>
          <a:noFill/>
          <a:ln w="5214">
            <a:solidFill>
              <a:srgbClr val="F7BC07">
                <a:alpha val="9000"/>
              </a:srgbClr>
            </a:solidFill>
            <a:prstDash val="solid"/>
          </a:ln>
        </p:spPr>
      </p:sp>
      <p:sp>
        <p:nvSpPr>
          <p:cNvPr id="83" name="lumia-token-stream-curve">
            <a:extLst>
              <a:ext uri="{FF2B5EF4-FFF2-40B4-BE49-F238E27FC236}">
                <a16:creationId xmlns:a16="http://schemas.microsoft.com/office/drawing/2014/main" id="{744344D3-00CD-4F03-B54A-A834BB6CC3D9}"/>
              </a:ext>
            </a:extLst>
          </p:cNvPr>
          <p:cNvSpPr>
            <a:spLocks noGrp="1"/>
          </p:cNvSpPr>
          <p:nvPr/>
        </p:nvSpPr>
        <p:spPr>
          <a:xfrm>
            <a:off x="8806941" y="3456880"/>
            <a:ext cx="293166" cy="84265"/>
          </a:xfrm>
          <a:custGeom>
            <a:avLst/>
            <a:gdLst/>
            <a:ahLst/>
            <a:cxnLst/>
            <a:rect l="0" t="0" r="0" b="0"/>
            <a:pathLst>
              <a:path w="293166" h="84265">
                <a:moveTo>
                  <a:pt x="0" y="84265"/>
                </a:moveTo>
                <a:lnTo>
                  <a:pt x="293166" y="0"/>
                </a:lnTo>
              </a:path>
            </a:pathLst>
          </a:custGeom>
          <a:noFill/>
          <a:ln w="5319">
            <a:solidFill>
              <a:srgbClr val="E5BA0E">
                <a:alpha val="10000"/>
              </a:srgbClr>
            </a:solidFill>
            <a:prstDash val="solid"/>
          </a:ln>
        </p:spPr>
      </p:sp>
      <p:sp>
        <p:nvSpPr>
          <p:cNvPr id="84" name="lumia-token-stream-curve">
            <a:extLst>
              <a:ext uri="{FF2B5EF4-FFF2-40B4-BE49-F238E27FC236}">
                <a16:creationId xmlns:a16="http://schemas.microsoft.com/office/drawing/2014/main" id="{7B4AFCFD-974A-4430-8DC8-8FB963037205}"/>
              </a:ext>
            </a:extLst>
          </p:cNvPr>
          <p:cNvSpPr>
            <a:spLocks noGrp="1"/>
          </p:cNvSpPr>
          <p:nvPr/>
        </p:nvSpPr>
        <p:spPr>
          <a:xfrm>
            <a:off x="9100107" y="3368790"/>
            <a:ext cx="295827" cy="88090"/>
          </a:xfrm>
          <a:custGeom>
            <a:avLst/>
            <a:gdLst/>
            <a:ahLst/>
            <a:cxnLst/>
            <a:rect l="0" t="0" r="0" b="0"/>
            <a:pathLst>
              <a:path w="295827" h="88090">
                <a:moveTo>
                  <a:pt x="0" y="88090"/>
                </a:moveTo>
                <a:lnTo>
                  <a:pt x="295827" y="0"/>
                </a:lnTo>
              </a:path>
            </a:pathLst>
          </a:custGeom>
          <a:noFill/>
          <a:ln w="5418">
            <a:solidFill>
              <a:srgbClr val="D3B815">
                <a:alpha val="10000"/>
              </a:srgbClr>
            </a:solidFill>
            <a:prstDash val="solid"/>
          </a:ln>
        </p:spPr>
      </p:sp>
      <p:sp>
        <p:nvSpPr>
          <p:cNvPr id="85" name="lumia-token-stream-curve">
            <a:extLst>
              <a:ext uri="{FF2B5EF4-FFF2-40B4-BE49-F238E27FC236}">
                <a16:creationId xmlns:a16="http://schemas.microsoft.com/office/drawing/2014/main" id="{3A102829-5907-4854-B260-AE8EAFEF6C58}"/>
              </a:ext>
            </a:extLst>
          </p:cNvPr>
          <p:cNvSpPr>
            <a:spLocks noGrp="1"/>
          </p:cNvSpPr>
          <p:nvPr/>
        </p:nvSpPr>
        <p:spPr>
          <a:xfrm>
            <a:off x="9395935" y="3273527"/>
            <a:ext cx="298457" cy="95262"/>
          </a:xfrm>
          <a:custGeom>
            <a:avLst/>
            <a:gdLst/>
            <a:ahLst/>
            <a:cxnLst/>
            <a:rect l="0" t="0" r="0" b="0"/>
            <a:pathLst>
              <a:path w="298457" h="95262">
                <a:moveTo>
                  <a:pt x="0" y="95262"/>
                </a:moveTo>
                <a:lnTo>
                  <a:pt x="298457" y="0"/>
                </a:lnTo>
              </a:path>
            </a:pathLst>
          </a:custGeom>
          <a:noFill/>
          <a:ln w="5512">
            <a:solidFill>
              <a:srgbClr val="C2B61C">
                <a:alpha val="10000"/>
              </a:srgbClr>
            </a:solidFill>
            <a:prstDash val="solid"/>
          </a:ln>
        </p:spPr>
      </p:sp>
      <p:sp>
        <p:nvSpPr>
          <p:cNvPr id="86" name="lumia-token-stream-curve">
            <a:extLst>
              <a:ext uri="{FF2B5EF4-FFF2-40B4-BE49-F238E27FC236}">
                <a16:creationId xmlns:a16="http://schemas.microsoft.com/office/drawing/2014/main" id="{C8FB18A5-F71C-45EB-9C1C-33E8DEF3331D}"/>
              </a:ext>
            </a:extLst>
          </p:cNvPr>
          <p:cNvSpPr>
            <a:spLocks noGrp="1"/>
          </p:cNvSpPr>
          <p:nvPr/>
        </p:nvSpPr>
        <p:spPr>
          <a:xfrm>
            <a:off x="9694392" y="3167908"/>
            <a:ext cx="301055" cy="105619"/>
          </a:xfrm>
          <a:custGeom>
            <a:avLst/>
            <a:gdLst/>
            <a:ahLst/>
            <a:cxnLst/>
            <a:rect l="0" t="0" r="0" b="0"/>
            <a:pathLst>
              <a:path w="301055" h="105619">
                <a:moveTo>
                  <a:pt x="0" y="105619"/>
                </a:moveTo>
                <a:lnTo>
                  <a:pt x="301055" y="0"/>
                </a:lnTo>
              </a:path>
            </a:pathLst>
          </a:custGeom>
          <a:noFill/>
          <a:ln w="5599">
            <a:solidFill>
              <a:srgbClr val="B0B422">
                <a:alpha val="10000"/>
              </a:srgbClr>
            </a:solidFill>
            <a:prstDash val="solid"/>
          </a:ln>
        </p:spPr>
      </p:sp>
      <p:sp>
        <p:nvSpPr>
          <p:cNvPr id="87" name="lumia-token-stream-curve">
            <a:extLst>
              <a:ext uri="{FF2B5EF4-FFF2-40B4-BE49-F238E27FC236}">
                <a16:creationId xmlns:a16="http://schemas.microsoft.com/office/drawing/2014/main" id="{53558517-E2A4-4BC4-BE45-B23C73EA7F8F}"/>
              </a:ext>
            </a:extLst>
          </p:cNvPr>
          <p:cNvSpPr>
            <a:spLocks noGrp="1"/>
          </p:cNvSpPr>
          <p:nvPr/>
        </p:nvSpPr>
        <p:spPr>
          <a:xfrm>
            <a:off x="9995448" y="3049361"/>
            <a:ext cx="303622" cy="118546"/>
          </a:xfrm>
          <a:custGeom>
            <a:avLst/>
            <a:gdLst/>
            <a:ahLst/>
            <a:cxnLst/>
            <a:rect l="0" t="0" r="0" b="0"/>
            <a:pathLst>
              <a:path w="303622" h="118546">
                <a:moveTo>
                  <a:pt x="0" y="118546"/>
                </a:moveTo>
                <a:lnTo>
                  <a:pt x="303622" y="0"/>
                </a:lnTo>
              </a:path>
            </a:pathLst>
          </a:custGeom>
          <a:noFill/>
          <a:ln w="5678">
            <a:solidFill>
              <a:srgbClr val="9EB329">
                <a:alpha val="10000"/>
              </a:srgbClr>
            </a:solidFill>
            <a:prstDash val="solid"/>
          </a:ln>
        </p:spPr>
      </p:sp>
      <p:sp>
        <p:nvSpPr>
          <p:cNvPr id="88" name="lumia-token-stream-curve">
            <a:extLst>
              <a:ext uri="{FF2B5EF4-FFF2-40B4-BE49-F238E27FC236}">
                <a16:creationId xmlns:a16="http://schemas.microsoft.com/office/drawing/2014/main" id="{78A33BDA-46FC-400E-B4EF-72190B8F2B84}"/>
              </a:ext>
            </a:extLst>
          </p:cNvPr>
          <p:cNvSpPr>
            <a:spLocks noGrp="1"/>
          </p:cNvSpPr>
          <p:nvPr/>
        </p:nvSpPr>
        <p:spPr>
          <a:xfrm>
            <a:off x="10299070" y="2916327"/>
            <a:ext cx="306158" cy="133034"/>
          </a:xfrm>
          <a:custGeom>
            <a:avLst/>
            <a:gdLst/>
            <a:ahLst/>
            <a:cxnLst/>
            <a:rect l="0" t="0" r="0" b="0"/>
            <a:pathLst>
              <a:path w="306158" h="133034">
                <a:moveTo>
                  <a:pt x="0" y="133034"/>
                </a:moveTo>
                <a:lnTo>
                  <a:pt x="306158" y="0"/>
                </a:lnTo>
              </a:path>
            </a:pathLst>
          </a:custGeom>
          <a:noFill/>
          <a:ln w="5747">
            <a:solidFill>
              <a:srgbClr val="8CB130">
                <a:alpha val="10000"/>
              </a:srgbClr>
            </a:solidFill>
            <a:prstDash val="solid"/>
          </a:ln>
        </p:spPr>
      </p:sp>
      <p:sp>
        <p:nvSpPr>
          <p:cNvPr id="89" name="lumia-token-stream-curve">
            <a:extLst>
              <a:ext uri="{FF2B5EF4-FFF2-40B4-BE49-F238E27FC236}">
                <a16:creationId xmlns:a16="http://schemas.microsoft.com/office/drawing/2014/main" id="{960D9B32-4BBC-413F-AE95-94726107828E}"/>
              </a:ext>
            </a:extLst>
          </p:cNvPr>
          <p:cNvSpPr>
            <a:spLocks noGrp="1"/>
          </p:cNvSpPr>
          <p:nvPr/>
        </p:nvSpPr>
        <p:spPr>
          <a:xfrm>
            <a:off x="10605228" y="2768523"/>
            <a:ext cx="308662" cy="147804"/>
          </a:xfrm>
          <a:custGeom>
            <a:avLst/>
            <a:gdLst/>
            <a:ahLst/>
            <a:cxnLst/>
            <a:rect l="0" t="0" r="0" b="0"/>
            <a:pathLst>
              <a:path w="308662" h="147804">
                <a:moveTo>
                  <a:pt x="0" y="147804"/>
                </a:moveTo>
                <a:lnTo>
                  <a:pt x="308662" y="0"/>
                </a:lnTo>
              </a:path>
            </a:pathLst>
          </a:custGeom>
          <a:noFill/>
          <a:ln w="5806">
            <a:solidFill>
              <a:srgbClr val="7BAF37">
                <a:alpha val="11000"/>
              </a:srgbClr>
            </a:solidFill>
            <a:prstDash val="solid"/>
          </a:ln>
        </p:spPr>
      </p:sp>
      <p:sp>
        <p:nvSpPr>
          <p:cNvPr id="90" name="lumia-token-stream-curve">
            <a:extLst>
              <a:ext uri="{FF2B5EF4-FFF2-40B4-BE49-F238E27FC236}">
                <a16:creationId xmlns:a16="http://schemas.microsoft.com/office/drawing/2014/main" id="{7BA9DF9C-CDE5-4358-ACD6-408AF2486706}"/>
              </a:ext>
            </a:extLst>
          </p:cNvPr>
          <p:cNvSpPr>
            <a:spLocks noGrp="1"/>
          </p:cNvSpPr>
          <p:nvPr/>
        </p:nvSpPr>
        <p:spPr>
          <a:xfrm>
            <a:off x="10913890" y="2607036"/>
            <a:ext cx="311135" cy="161488"/>
          </a:xfrm>
          <a:custGeom>
            <a:avLst/>
            <a:gdLst/>
            <a:ahLst/>
            <a:cxnLst/>
            <a:rect l="0" t="0" r="0" b="0"/>
            <a:pathLst>
              <a:path w="311135" h="161488">
                <a:moveTo>
                  <a:pt x="0" y="161488"/>
                </a:moveTo>
                <a:lnTo>
                  <a:pt x="311135" y="0"/>
                </a:lnTo>
              </a:path>
            </a:pathLst>
          </a:custGeom>
          <a:noFill/>
          <a:ln w="5854">
            <a:solidFill>
              <a:srgbClr val="69AD3E">
                <a:alpha val="11000"/>
              </a:srgbClr>
            </a:solidFill>
            <a:prstDash val="solid"/>
          </a:ln>
        </p:spPr>
      </p:sp>
      <p:sp>
        <p:nvSpPr>
          <p:cNvPr id="91" name="lumia-token-stream-curve">
            <a:extLst>
              <a:ext uri="{FF2B5EF4-FFF2-40B4-BE49-F238E27FC236}">
                <a16:creationId xmlns:a16="http://schemas.microsoft.com/office/drawing/2014/main" id="{A6B64CC6-CEFD-470C-9013-76E4B7D38088}"/>
              </a:ext>
            </a:extLst>
          </p:cNvPr>
          <p:cNvSpPr>
            <a:spLocks noGrp="1"/>
          </p:cNvSpPr>
          <p:nvPr/>
        </p:nvSpPr>
        <p:spPr>
          <a:xfrm>
            <a:off x="11225024" y="2434200"/>
            <a:ext cx="313576" cy="172835"/>
          </a:xfrm>
          <a:custGeom>
            <a:avLst/>
            <a:gdLst/>
            <a:ahLst/>
            <a:cxnLst/>
            <a:rect l="0" t="0" r="0" b="0"/>
            <a:pathLst>
              <a:path w="313576" h="172835">
                <a:moveTo>
                  <a:pt x="0" y="172835"/>
                </a:moveTo>
                <a:lnTo>
                  <a:pt x="313576" y="0"/>
                </a:lnTo>
              </a:path>
            </a:pathLst>
          </a:custGeom>
          <a:noFill/>
          <a:ln w="5890">
            <a:solidFill>
              <a:srgbClr val="57AC45">
                <a:alpha val="11000"/>
              </a:srgbClr>
            </a:solidFill>
            <a:prstDash val="solid"/>
          </a:ln>
        </p:spPr>
      </p:sp>
      <p:sp>
        <p:nvSpPr>
          <p:cNvPr id="92" name="lumia-token-stream-curve">
            <a:extLst>
              <a:ext uri="{FF2B5EF4-FFF2-40B4-BE49-F238E27FC236}">
                <a16:creationId xmlns:a16="http://schemas.microsoft.com/office/drawing/2014/main" id="{7B297F98-2DB6-4222-8CD5-2631A7812688}"/>
              </a:ext>
            </a:extLst>
          </p:cNvPr>
          <p:cNvSpPr>
            <a:spLocks noGrp="1"/>
          </p:cNvSpPr>
          <p:nvPr/>
        </p:nvSpPr>
        <p:spPr>
          <a:xfrm>
            <a:off x="11538600" y="2253274"/>
            <a:ext cx="315986" cy="180926"/>
          </a:xfrm>
          <a:custGeom>
            <a:avLst/>
            <a:gdLst/>
            <a:ahLst/>
            <a:cxnLst/>
            <a:rect l="0" t="0" r="0" b="0"/>
            <a:pathLst>
              <a:path w="315986" h="180926">
                <a:moveTo>
                  <a:pt x="0" y="180926"/>
                </a:moveTo>
                <a:lnTo>
                  <a:pt x="315986" y="0"/>
                </a:lnTo>
              </a:path>
            </a:pathLst>
          </a:custGeom>
          <a:noFill/>
          <a:ln w="5912">
            <a:solidFill>
              <a:srgbClr val="46AA4C">
                <a:alpha val="11000"/>
              </a:srgbClr>
            </a:solidFill>
            <a:prstDash val="solid"/>
          </a:ln>
        </p:spPr>
      </p:sp>
      <p:sp>
        <p:nvSpPr>
          <p:cNvPr id="93" name="lumia-token-stream-curve">
            <a:extLst>
              <a:ext uri="{FF2B5EF4-FFF2-40B4-BE49-F238E27FC236}">
                <a16:creationId xmlns:a16="http://schemas.microsoft.com/office/drawing/2014/main" id="{7A819579-6BA0-4A38-B9F6-BCE92C3E616D}"/>
              </a:ext>
            </a:extLst>
          </p:cNvPr>
          <p:cNvSpPr>
            <a:spLocks noGrp="1"/>
          </p:cNvSpPr>
          <p:nvPr/>
        </p:nvSpPr>
        <p:spPr>
          <a:xfrm>
            <a:off x="11854586" y="2067933"/>
            <a:ext cx="318364" cy="185340"/>
          </a:xfrm>
          <a:custGeom>
            <a:avLst/>
            <a:gdLst/>
            <a:ahLst/>
            <a:cxnLst/>
            <a:rect l="0" t="0" r="0" b="0"/>
            <a:pathLst>
              <a:path w="318364" h="185340">
                <a:moveTo>
                  <a:pt x="0" y="185340"/>
                </a:moveTo>
                <a:lnTo>
                  <a:pt x="318364" y="0"/>
                </a:lnTo>
              </a:path>
            </a:pathLst>
          </a:custGeom>
          <a:noFill/>
          <a:ln w="5920">
            <a:solidFill>
              <a:srgbClr val="34A853">
                <a:alpha val="11000"/>
              </a:srgbClr>
            </a:solidFill>
            <a:prstDash val="solid"/>
          </a:ln>
        </p:spPr>
      </p:sp>
      <p:sp>
        <p:nvSpPr>
          <p:cNvPr id="94" name="lumia-token-stream-curve">
            <a:extLst>
              <a:ext uri="{FF2B5EF4-FFF2-40B4-BE49-F238E27FC236}">
                <a16:creationId xmlns:a16="http://schemas.microsoft.com/office/drawing/2014/main" id="{CFA75605-CFFB-492C-BADF-6A3FA6F98AAF}"/>
              </a:ext>
            </a:extLst>
          </p:cNvPr>
          <p:cNvSpPr>
            <a:spLocks noGrp="1"/>
          </p:cNvSpPr>
          <p:nvPr/>
        </p:nvSpPr>
        <p:spPr>
          <a:xfrm>
            <a:off x="420755" y="5518924"/>
            <a:ext cx="182321" cy="52864"/>
          </a:xfrm>
          <a:custGeom>
            <a:avLst/>
            <a:gdLst/>
            <a:ahLst/>
            <a:cxnLst/>
            <a:rect l="0" t="0" r="0" b="0"/>
            <a:pathLst>
              <a:path w="182321" h="52864">
                <a:moveTo>
                  <a:pt x="0" y="52864"/>
                </a:moveTo>
                <a:lnTo>
                  <a:pt x="182321" y="0"/>
                </a:lnTo>
              </a:path>
            </a:pathLst>
          </a:custGeom>
          <a:noFill/>
          <a:ln w="3970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95" name="lumia-token-stream-curve">
            <a:extLst>
              <a:ext uri="{FF2B5EF4-FFF2-40B4-BE49-F238E27FC236}">
                <a16:creationId xmlns:a16="http://schemas.microsoft.com/office/drawing/2014/main" id="{387B9D08-653C-41B0-B100-718C0F35D4D6}"/>
              </a:ext>
            </a:extLst>
          </p:cNvPr>
          <p:cNvSpPr>
            <a:spLocks noGrp="1"/>
          </p:cNvSpPr>
          <p:nvPr/>
        </p:nvSpPr>
        <p:spPr>
          <a:xfrm>
            <a:off x="603076" y="5465232"/>
            <a:ext cx="186055" cy="53692"/>
          </a:xfrm>
          <a:custGeom>
            <a:avLst/>
            <a:gdLst/>
            <a:ahLst/>
            <a:cxnLst/>
            <a:rect l="0" t="0" r="0" b="0"/>
            <a:pathLst>
              <a:path w="186055" h="53692">
                <a:moveTo>
                  <a:pt x="0" y="53692"/>
                </a:moveTo>
                <a:lnTo>
                  <a:pt x="186055" y="0"/>
                </a:lnTo>
              </a:path>
            </a:pathLst>
          </a:custGeom>
          <a:noFill/>
          <a:ln w="3970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96" name="lumia-token-stream-curve">
            <a:extLst>
              <a:ext uri="{FF2B5EF4-FFF2-40B4-BE49-F238E27FC236}">
                <a16:creationId xmlns:a16="http://schemas.microsoft.com/office/drawing/2014/main" id="{55DBD0F0-E89B-432F-B0BB-EB3315B7D1B9}"/>
              </a:ext>
            </a:extLst>
          </p:cNvPr>
          <p:cNvSpPr>
            <a:spLocks noGrp="1"/>
          </p:cNvSpPr>
          <p:nvPr/>
        </p:nvSpPr>
        <p:spPr>
          <a:xfrm>
            <a:off x="789131" y="5411325"/>
            <a:ext cx="189755" cy="53907"/>
          </a:xfrm>
          <a:custGeom>
            <a:avLst/>
            <a:gdLst/>
            <a:ahLst/>
            <a:cxnLst/>
            <a:rect l="0" t="0" r="0" b="0"/>
            <a:pathLst>
              <a:path w="189755" h="53907">
                <a:moveTo>
                  <a:pt x="0" y="53907"/>
                </a:moveTo>
                <a:lnTo>
                  <a:pt x="189755" y="0"/>
                </a:lnTo>
              </a:path>
            </a:pathLst>
          </a:custGeom>
          <a:noFill/>
          <a:ln w="3970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97" name="lumia-token-stream-curve">
            <a:extLst>
              <a:ext uri="{FF2B5EF4-FFF2-40B4-BE49-F238E27FC236}">
                <a16:creationId xmlns:a16="http://schemas.microsoft.com/office/drawing/2014/main" id="{28ABA262-25B2-43C4-BBB4-C2728A26D258}"/>
              </a:ext>
            </a:extLst>
          </p:cNvPr>
          <p:cNvSpPr>
            <a:spLocks noGrp="1"/>
          </p:cNvSpPr>
          <p:nvPr/>
        </p:nvSpPr>
        <p:spPr>
          <a:xfrm>
            <a:off x="978885" y="5357946"/>
            <a:ext cx="193422" cy="53379"/>
          </a:xfrm>
          <a:custGeom>
            <a:avLst/>
            <a:gdLst/>
            <a:ahLst/>
            <a:cxnLst/>
            <a:rect l="0" t="0" r="0" b="0"/>
            <a:pathLst>
              <a:path w="193422" h="53379">
                <a:moveTo>
                  <a:pt x="0" y="53379"/>
                </a:moveTo>
                <a:lnTo>
                  <a:pt x="193422" y="0"/>
                </a:lnTo>
              </a:path>
            </a:pathLst>
          </a:custGeom>
          <a:noFill/>
          <a:ln w="3970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98" name="lumia-token-stream-curve">
            <a:extLst>
              <a:ext uri="{FF2B5EF4-FFF2-40B4-BE49-F238E27FC236}">
                <a16:creationId xmlns:a16="http://schemas.microsoft.com/office/drawing/2014/main" id="{FE5FDD1B-7AD9-4D54-AB12-D90D5070873F}"/>
              </a:ext>
            </a:extLst>
          </p:cNvPr>
          <p:cNvSpPr>
            <a:spLocks noGrp="1"/>
          </p:cNvSpPr>
          <p:nvPr/>
        </p:nvSpPr>
        <p:spPr>
          <a:xfrm>
            <a:off x="1172307" y="5305924"/>
            <a:ext cx="197057" cy="52021"/>
          </a:xfrm>
          <a:custGeom>
            <a:avLst/>
            <a:gdLst/>
            <a:ahLst/>
            <a:cxnLst/>
            <a:rect l="0" t="0" r="0" b="0"/>
            <a:pathLst>
              <a:path w="197057" h="52021">
                <a:moveTo>
                  <a:pt x="0" y="52021"/>
                </a:moveTo>
                <a:lnTo>
                  <a:pt x="197057" y="0"/>
                </a:lnTo>
              </a:path>
            </a:pathLst>
          </a:custGeom>
          <a:noFill/>
          <a:ln w="3970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99" name="lumia-token-stream-curve">
            <a:extLst>
              <a:ext uri="{FF2B5EF4-FFF2-40B4-BE49-F238E27FC236}">
                <a16:creationId xmlns:a16="http://schemas.microsoft.com/office/drawing/2014/main" id="{23489B7A-5973-46A0-BED3-A5A1B709CB29}"/>
              </a:ext>
            </a:extLst>
          </p:cNvPr>
          <p:cNvSpPr>
            <a:spLocks noGrp="1"/>
          </p:cNvSpPr>
          <p:nvPr/>
        </p:nvSpPr>
        <p:spPr>
          <a:xfrm>
            <a:off x="1369364" y="5256112"/>
            <a:ext cx="200659" cy="49812"/>
          </a:xfrm>
          <a:custGeom>
            <a:avLst/>
            <a:gdLst/>
            <a:ahLst/>
            <a:cxnLst/>
            <a:rect l="0" t="0" r="0" b="0"/>
            <a:pathLst>
              <a:path w="200659" h="49812">
                <a:moveTo>
                  <a:pt x="0" y="49812"/>
                </a:moveTo>
                <a:lnTo>
                  <a:pt x="200659" y="0"/>
                </a:lnTo>
              </a:path>
            </a:pathLst>
          </a:custGeom>
          <a:noFill/>
          <a:ln w="3970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100" name="lumia-token-stream-curve">
            <a:extLst>
              <a:ext uri="{FF2B5EF4-FFF2-40B4-BE49-F238E27FC236}">
                <a16:creationId xmlns:a16="http://schemas.microsoft.com/office/drawing/2014/main" id="{432758E0-6FB7-4C9A-A81A-4B77F630D259}"/>
              </a:ext>
            </a:extLst>
          </p:cNvPr>
          <p:cNvSpPr>
            <a:spLocks noGrp="1"/>
          </p:cNvSpPr>
          <p:nvPr/>
        </p:nvSpPr>
        <p:spPr>
          <a:xfrm>
            <a:off x="1570023" y="5209311"/>
            <a:ext cx="204228" cy="46801"/>
          </a:xfrm>
          <a:custGeom>
            <a:avLst/>
            <a:gdLst/>
            <a:ahLst/>
            <a:cxnLst/>
            <a:rect l="0" t="0" r="0" b="0"/>
            <a:pathLst>
              <a:path w="204228" h="46801">
                <a:moveTo>
                  <a:pt x="0" y="46801"/>
                </a:moveTo>
                <a:lnTo>
                  <a:pt x="204228" y="0"/>
                </a:lnTo>
              </a:path>
            </a:pathLst>
          </a:custGeom>
          <a:noFill/>
          <a:ln w="3970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101" name="lumia-token-stream-curve">
            <a:extLst>
              <a:ext uri="{FF2B5EF4-FFF2-40B4-BE49-F238E27FC236}">
                <a16:creationId xmlns:a16="http://schemas.microsoft.com/office/drawing/2014/main" id="{D4E47A56-B340-4CAF-8789-138CA5B8EC7E}"/>
              </a:ext>
            </a:extLst>
          </p:cNvPr>
          <p:cNvSpPr>
            <a:spLocks noGrp="1"/>
          </p:cNvSpPr>
          <p:nvPr/>
        </p:nvSpPr>
        <p:spPr>
          <a:xfrm>
            <a:off x="1774250" y="5166192"/>
            <a:ext cx="207764" cy="43120"/>
          </a:xfrm>
          <a:custGeom>
            <a:avLst/>
            <a:gdLst/>
            <a:ahLst/>
            <a:cxnLst/>
            <a:rect l="0" t="0" r="0" b="0"/>
            <a:pathLst>
              <a:path w="207764" h="43120">
                <a:moveTo>
                  <a:pt x="0" y="43120"/>
                </a:moveTo>
                <a:lnTo>
                  <a:pt x="207764" y="0"/>
                </a:lnTo>
              </a:path>
            </a:pathLst>
          </a:custGeom>
          <a:noFill/>
          <a:ln w="3970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102" name="lumia-token-stream-curve">
            <a:extLst>
              <a:ext uri="{FF2B5EF4-FFF2-40B4-BE49-F238E27FC236}">
                <a16:creationId xmlns:a16="http://schemas.microsoft.com/office/drawing/2014/main" id="{E4403842-E24B-4594-BD19-C9BF9FB9F493}"/>
              </a:ext>
            </a:extLst>
          </p:cNvPr>
          <p:cNvSpPr>
            <a:spLocks noGrp="1"/>
          </p:cNvSpPr>
          <p:nvPr/>
        </p:nvSpPr>
        <p:spPr>
          <a:xfrm>
            <a:off x="1982014" y="5127210"/>
            <a:ext cx="211267" cy="38981"/>
          </a:xfrm>
          <a:custGeom>
            <a:avLst/>
            <a:gdLst/>
            <a:ahLst/>
            <a:cxnLst/>
            <a:rect l="0" t="0" r="0" b="0"/>
            <a:pathLst>
              <a:path w="211267" h="38981">
                <a:moveTo>
                  <a:pt x="0" y="38981"/>
                </a:moveTo>
                <a:lnTo>
                  <a:pt x="211267" y="0"/>
                </a:lnTo>
              </a:path>
            </a:pathLst>
          </a:custGeom>
          <a:noFill/>
          <a:ln w="3970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103" name="lumia-token-stream-curve">
            <a:extLst>
              <a:ext uri="{FF2B5EF4-FFF2-40B4-BE49-F238E27FC236}">
                <a16:creationId xmlns:a16="http://schemas.microsoft.com/office/drawing/2014/main" id="{75C0E925-3EED-414D-B4CF-881CB0FC357A}"/>
              </a:ext>
            </a:extLst>
          </p:cNvPr>
          <p:cNvSpPr>
            <a:spLocks noGrp="1"/>
          </p:cNvSpPr>
          <p:nvPr/>
        </p:nvSpPr>
        <p:spPr>
          <a:xfrm>
            <a:off x="2193281" y="5092536"/>
            <a:ext cx="214737" cy="34675"/>
          </a:xfrm>
          <a:custGeom>
            <a:avLst/>
            <a:gdLst/>
            <a:ahLst/>
            <a:cxnLst/>
            <a:rect l="0" t="0" r="0" b="0"/>
            <a:pathLst>
              <a:path w="214737" h="34675">
                <a:moveTo>
                  <a:pt x="0" y="34675"/>
                </a:moveTo>
                <a:lnTo>
                  <a:pt x="214737" y="0"/>
                </a:lnTo>
              </a:path>
            </a:pathLst>
          </a:custGeom>
          <a:noFill/>
          <a:ln w="3970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104" name="lumia-token-stream-curve">
            <a:extLst>
              <a:ext uri="{FF2B5EF4-FFF2-40B4-BE49-F238E27FC236}">
                <a16:creationId xmlns:a16="http://schemas.microsoft.com/office/drawing/2014/main" id="{AC9F4F56-FF51-4D7F-9B26-AE4CED035F13}"/>
              </a:ext>
            </a:extLst>
          </p:cNvPr>
          <p:cNvSpPr>
            <a:spLocks noGrp="1"/>
          </p:cNvSpPr>
          <p:nvPr/>
        </p:nvSpPr>
        <p:spPr>
          <a:xfrm>
            <a:off x="2408019" y="5061986"/>
            <a:ext cx="218175" cy="30549"/>
          </a:xfrm>
          <a:custGeom>
            <a:avLst/>
            <a:gdLst/>
            <a:ahLst/>
            <a:cxnLst/>
            <a:rect l="0" t="0" r="0" b="0"/>
            <a:pathLst>
              <a:path w="218175" h="30549">
                <a:moveTo>
                  <a:pt x="0" y="30549"/>
                </a:moveTo>
                <a:lnTo>
                  <a:pt x="218175" y="0"/>
                </a:lnTo>
              </a:path>
            </a:pathLst>
          </a:custGeom>
          <a:noFill/>
          <a:ln w="3970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105" name="lumia-token-stream-curve">
            <a:extLst>
              <a:ext uri="{FF2B5EF4-FFF2-40B4-BE49-F238E27FC236}">
                <a16:creationId xmlns:a16="http://schemas.microsoft.com/office/drawing/2014/main" id="{0DD10DDC-B2F3-4179-A69A-71168932AE63}"/>
              </a:ext>
            </a:extLst>
          </p:cNvPr>
          <p:cNvSpPr>
            <a:spLocks noGrp="1"/>
          </p:cNvSpPr>
          <p:nvPr/>
        </p:nvSpPr>
        <p:spPr>
          <a:xfrm>
            <a:off x="2626194" y="5034993"/>
            <a:ext cx="221580" cy="26993"/>
          </a:xfrm>
          <a:custGeom>
            <a:avLst/>
            <a:gdLst/>
            <a:ahLst/>
            <a:cxnLst/>
            <a:rect l="0" t="0" r="0" b="0"/>
            <a:pathLst>
              <a:path w="221580" h="26993">
                <a:moveTo>
                  <a:pt x="0" y="26993"/>
                </a:moveTo>
                <a:lnTo>
                  <a:pt x="221580" y="0"/>
                </a:lnTo>
              </a:path>
            </a:pathLst>
          </a:custGeom>
          <a:noFill/>
          <a:ln w="3970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106" name="lumia-token-stream-curve">
            <a:extLst>
              <a:ext uri="{FF2B5EF4-FFF2-40B4-BE49-F238E27FC236}">
                <a16:creationId xmlns:a16="http://schemas.microsoft.com/office/drawing/2014/main" id="{935BF95B-E619-44AD-BE64-83364D276D98}"/>
              </a:ext>
            </a:extLst>
          </p:cNvPr>
          <p:cNvSpPr>
            <a:spLocks noGrp="1"/>
          </p:cNvSpPr>
          <p:nvPr/>
        </p:nvSpPr>
        <p:spPr>
          <a:xfrm>
            <a:off x="2847773" y="5010592"/>
            <a:ext cx="224952" cy="24401"/>
          </a:xfrm>
          <a:custGeom>
            <a:avLst/>
            <a:gdLst/>
            <a:ahLst/>
            <a:cxnLst/>
            <a:rect l="0" t="0" r="0" b="0"/>
            <a:pathLst>
              <a:path w="224952" h="24401">
                <a:moveTo>
                  <a:pt x="0" y="24401"/>
                </a:moveTo>
                <a:lnTo>
                  <a:pt x="224952" y="0"/>
                </a:lnTo>
              </a:path>
            </a:pathLst>
          </a:custGeom>
          <a:noFill/>
          <a:ln w="3970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107" name="lumia-token-stream-curve">
            <a:extLst>
              <a:ext uri="{FF2B5EF4-FFF2-40B4-BE49-F238E27FC236}">
                <a16:creationId xmlns:a16="http://schemas.microsoft.com/office/drawing/2014/main" id="{06894E1C-9555-4151-8848-B851B7A7FA69}"/>
              </a:ext>
            </a:extLst>
          </p:cNvPr>
          <p:cNvSpPr>
            <a:spLocks noGrp="1"/>
          </p:cNvSpPr>
          <p:nvPr/>
        </p:nvSpPr>
        <p:spPr>
          <a:xfrm>
            <a:off x="3072725" y="4987452"/>
            <a:ext cx="228291" cy="23140"/>
          </a:xfrm>
          <a:custGeom>
            <a:avLst/>
            <a:gdLst/>
            <a:ahLst/>
            <a:cxnLst/>
            <a:rect l="0" t="0" r="0" b="0"/>
            <a:pathLst>
              <a:path w="228291" h="23140">
                <a:moveTo>
                  <a:pt x="0" y="23140"/>
                </a:moveTo>
                <a:lnTo>
                  <a:pt x="228291" y="0"/>
                </a:lnTo>
              </a:path>
            </a:pathLst>
          </a:custGeom>
          <a:noFill/>
          <a:ln w="3970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108" name="lumia-token-stream-curve">
            <a:extLst>
              <a:ext uri="{FF2B5EF4-FFF2-40B4-BE49-F238E27FC236}">
                <a16:creationId xmlns:a16="http://schemas.microsoft.com/office/drawing/2014/main" id="{5E1F78CD-0106-4F16-AE74-E41BA51D2057}"/>
              </a:ext>
            </a:extLst>
          </p:cNvPr>
          <p:cNvSpPr>
            <a:spLocks noGrp="1"/>
          </p:cNvSpPr>
          <p:nvPr/>
        </p:nvSpPr>
        <p:spPr>
          <a:xfrm>
            <a:off x="3301016" y="4963944"/>
            <a:ext cx="231597" cy="23508"/>
          </a:xfrm>
          <a:custGeom>
            <a:avLst/>
            <a:gdLst/>
            <a:ahLst/>
            <a:cxnLst/>
            <a:rect l="0" t="0" r="0" b="0"/>
            <a:pathLst>
              <a:path w="231597" h="23508">
                <a:moveTo>
                  <a:pt x="0" y="23508"/>
                </a:moveTo>
                <a:lnTo>
                  <a:pt x="231597" y="0"/>
                </a:lnTo>
              </a:path>
            </a:pathLst>
          </a:custGeom>
          <a:noFill/>
          <a:ln w="3970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109" name="lumia-token-stream-curve">
            <a:extLst>
              <a:ext uri="{FF2B5EF4-FFF2-40B4-BE49-F238E27FC236}">
                <a16:creationId xmlns:a16="http://schemas.microsoft.com/office/drawing/2014/main" id="{8ABE17DC-BE48-4440-9706-CFA2F8EB7427}"/>
              </a:ext>
            </a:extLst>
          </p:cNvPr>
          <p:cNvSpPr>
            <a:spLocks noGrp="1"/>
          </p:cNvSpPr>
          <p:nvPr/>
        </p:nvSpPr>
        <p:spPr>
          <a:xfrm>
            <a:off x="3532614" y="4938246"/>
            <a:ext cx="234871" cy="25698"/>
          </a:xfrm>
          <a:custGeom>
            <a:avLst/>
            <a:gdLst/>
            <a:ahLst/>
            <a:cxnLst/>
            <a:rect l="0" t="0" r="0" b="0"/>
            <a:pathLst>
              <a:path w="234871" h="25698">
                <a:moveTo>
                  <a:pt x="0" y="25698"/>
                </a:moveTo>
                <a:lnTo>
                  <a:pt x="234871" y="0"/>
                </a:lnTo>
              </a:path>
            </a:pathLst>
          </a:custGeom>
          <a:noFill/>
          <a:ln w="3970">
            <a:solidFill>
              <a:srgbClr val="893E75">
                <a:alpha val="6000"/>
              </a:srgbClr>
            </a:solidFill>
            <a:prstDash val="solid"/>
          </a:ln>
        </p:spPr>
      </p:sp>
      <p:sp>
        <p:nvSpPr>
          <p:cNvPr id="110" name="lumia-token-stream-curve">
            <a:extLst>
              <a:ext uri="{FF2B5EF4-FFF2-40B4-BE49-F238E27FC236}">
                <a16:creationId xmlns:a16="http://schemas.microsoft.com/office/drawing/2014/main" id="{EA47A341-2312-4018-A58E-3A24A46F6331}"/>
              </a:ext>
            </a:extLst>
          </p:cNvPr>
          <p:cNvSpPr>
            <a:spLocks noGrp="1"/>
          </p:cNvSpPr>
          <p:nvPr/>
        </p:nvSpPr>
        <p:spPr>
          <a:xfrm>
            <a:off x="3767484" y="4908480"/>
            <a:ext cx="238111" cy="29766"/>
          </a:xfrm>
          <a:custGeom>
            <a:avLst/>
            <a:gdLst/>
            <a:ahLst/>
            <a:cxnLst/>
            <a:rect l="0" t="0" r="0" b="0"/>
            <a:pathLst>
              <a:path w="238111" h="29766">
                <a:moveTo>
                  <a:pt x="0" y="29766"/>
                </a:moveTo>
                <a:lnTo>
                  <a:pt x="238111" y="0"/>
                </a:lnTo>
              </a:path>
            </a:pathLst>
          </a:custGeom>
          <a:noFill/>
          <a:ln w="3971">
            <a:solidFill>
              <a:srgbClr val="963E6C">
                <a:alpha val="6000"/>
              </a:srgbClr>
            </a:solidFill>
            <a:prstDash val="solid"/>
          </a:ln>
        </p:spPr>
      </p:sp>
      <p:sp>
        <p:nvSpPr>
          <p:cNvPr id="111" name="lumia-token-stream-curve">
            <a:extLst>
              <a:ext uri="{FF2B5EF4-FFF2-40B4-BE49-F238E27FC236}">
                <a16:creationId xmlns:a16="http://schemas.microsoft.com/office/drawing/2014/main" id="{D2E1D49A-7055-450B-ABF5-80930DDA1AE6}"/>
              </a:ext>
            </a:extLst>
          </p:cNvPr>
          <p:cNvSpPr>
            <a:spLocks noGrp="1"/>
          </p:cNvSpPr>
          <p:nvPr/>
        </p:nvSpPr>
        <p:spPr>
          <a:xfrm>
            <a:off x="4005596" y="4872878"/>
            <a:ext cx="241319" cy="35602"/>
          </a:xfrm>
          <a:custGeom>
            <a:avLst/>
            <a:gdLst/>
            <a:ahLst/>
            <a:cxnLst/>
            <a:rect l="0" t="0" r="0" b="0"/>
            <a:pathLst>
              <a:path w="241319" h="35602">
                <a:moveTo>
                  <a:pt x="0" y="35602"/>
                </a:moveTo>
                <a:lnTo>
                  <a:pt x="241319" y="0"/>
                </a:lnTo>
              </a:path>
            </a:pathLst>
          </a:custGeom>
          <a:noFill/>
          <a:ln w="3983">
            <a:solidFill>
              <a:srgbClr val="A33F64">
                <a:alpha val="6000"/>
              </a:srgbClr>
            </a:solidFill>
            <a:prstDash val="solid"/>
          </a:ln>
        </p:spPr>
      </p:sp>
      <p:sp>
        <p:nvSpPr>
          <p:cNvPr id="112" name="lumia-token-stream-curve">
            <a:extLst>
              <a:ext uri="{FF2B5EF4-FFF2-40B4-BE49-F238E27FC236}">
                <a16:creationId xmlns:a16="http://schemas.microsoft.com/office/drawing/2014/main" id="{C2287FC2-9377-497D-AF10-94F1F71D2911}"/>
              </a:ext>
            </a:extLst>
          </p:cNvPr>
          <p:cNvSpPr>
            <a:spLocks noGrp="1"/>
          </p:cNvSpPr>
          <p:nvPr/>
        </p:nvSpPr>
        <p:spPr>
          <a:xfrm>
            <a:off x="4246915" y="4829949"/>
            <a:ext cx="244494" cy="42930"/>
          </a:xfrm>
          <a:custGeom>
            <a:avLst/>
            <a:gdLst/>
            <a:ahLst/>
            <a:cxnLst/>
            <a:rect l="0" t="0" r="0" b="0"/>
            <a:pathLst>
              <a:path w="244494" h="42930">
                <a:moveTo>
                  <a:pt x="0" y="42930"/>
                </a:moveTo>
                <a:lnTo>
                  <a:pt x="244494" y="0"/>
                </a:lnTo>
              </a:path>
            </a:pathLst>
          </a:custGeom>
          <a:noFill/>
          <a:ln w="4011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113" name="lumia-token-stream-curve">
            <a:extLst>
              <a:ext uri="{FF2B5EF4-FFF2-40B4-BE49-F238E27FC236}">
                <a16:creationId xmlns:a16="http://schemas.microsoft.com/office/drawing/2014/main" id="{96976454-7F0A-4C70-9FB2-323FD43C224D}"/>
              </a:ext>
            </a:extLst>
          </p:cNvPr>
          <p:cNvSpPr>
            <a:spLocks noGrp="1"/>
          </p:cNvSpPr>
          <p:nvPr/>
        </p:nvSpPr>
        <p:spPr>
          <a:xfrm>
            <a:off x="4491409" y="4778638"/>
            <a:ext cx="247636" cy="51311"/>
          </a:xfrm>
          <a:custGeom>
            <a:avLst/>
            <a:gdLst/>
            <a:ahLst/>
            <a:cxnLst/>
            <a:rect l="0" t="0" r="0" b="0"/>
            <a:pathLst>
              <a:path w="247636" h="51311">
                <a:moveTo>
                  <a:pt x="0" y="51311"/>
                </a:moveTo>
                <a:lnTo>
                  <a:pt x="247636" y="0"/>
                </a:lnTo>
              </a:path>
            </a:pathLst>
          </a:custGeom>
          <a:noFill/>
          <a:ln w="4052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114" name="lumia-token-stream-curve">
            <a:extLst>
              <a:ext uri="{FF2B5EF4-FFF2-40B4-BE49-F238E27FC236}">
                <a16:creationId xmlns:a16="http://schemas.microsoft.com/office/drawing/2014/main" id="{93D34AED-F55A-447D-84F8-A7DCA8801A88}"/>
              </a:ext>
            </a:extLst>
          </p:cNvPr>
          <p:cNvSpPr>
            <a:spLocks noGrp="1"/>
          </p:cNvSpPr>
          <p:nvPr/>
        </p:nvSpPr>
        <p:spPr>
          <a:xfrm>
            <a:off x="4739046" y="4718464"/>
            <a:ext cx="250746" cy="60174"/>
          </a:xfrm>
          <a:custGeom>
            <a:avLst/>
            <a:gdLst/>
            <a:ahLst/>
            <a:cxnLst/>
            <a:rect l="0" t="0" r="0" b="0"/>
            <a:pathLst>
              <a:path w="250746" h="60174">
                <a:moveTo>
                  <a:pt x="0" y="60174"/>
                </a:moveTo>
                <a:lnTo>
                  <a:pt x="250746" y="0"/>
                </a:lnTo>
              </a:path>
            </a:pathLst>
          </a:custGeom>
          <a:noFill/>
          <a:ln w="4107">
            <a:solidFill>
              <a:srgbClr val="CA414A">
                <a:alpha val="7000"/>
              </a:srgbClr>
            </a:solidFill>
            <a:prstDash val="solid"/>
          </a:ln>
        </p:spPr>
      </p:sp>
      <p:sp>
        <p:nvSpPr>
          <p:cNvPr id="115" name="lumia-token-stream-curve">
            <a:extLst>
              <a:ext uri="{FF2B5EF4-FFF2-40B4-BE49-F238E27FC236}">
                <a16:creationId xmlns:a16="http://schemas.microsoft.com/office/drawing/2014/main" id="{9C9C93FA-4E53-45DE-A408-FEB2CA8A8442}"/>
              </a:ext>
            </a:extLst>
          </p:cNvPr>
          <p:cNvSpPr>
            <a:spLocks noGrp="1"/>
          </p:cNvSpPr>
          <p:nvPr/>
        </p:nvSpPr>
        <p:spPr>
          <a:xfrm>
            <a:off x="4989792" y="4649601"/>
            <a:ext cx="253822" cy="68863"/>
          </a:xfrm>
          <a:custGeom>
            <a:avLst/>
            <a:gdLst/>
            <a:ahLst/>
            <a:cxnLst/>
            <a:rect l="0" t="0" r="0" b="0"/>
            <a:pathLst>
              <a:path w="253822" h="68863">
                <a:moveTo>
                  <a:pt x="0" y="68863"/>
                </a:moveTo>
                <a:lnTo>
                  <a:pt x="253822" y="0"/>
                </a:lnTo>
              </a:path>
            </a:pathLst>
          </a:custGeom>
          <a:noFill/>
          <a:ln w="4173">
            <a:solidFill>
              <a:srgbClr val="D74242">
                <a:alpha val="7000"/>
              </a:srgbClr>
            </a:solidFill>
            <a:prstDash val="solid"/>
          </a:ln>
        </p:spPr>
      </p:sp>
      <p:sp>
        <p:nvSpPr>
          <p:cNvPr id="116" name="lumia-token-stream-curve">
            <a:extLst>
              <a:ext uri="{FF2B5EF4-FFF2-40B4-BE49-F238E27FC236}">
                <a16:creationId xmlns:a16="http://schemas.microsoft.com/office/drawing/2014/main" id="{2E828527-2CFC-461C-A162-616E11333AC4}"/>
              </a:ext>
            </a:extLst>
          </p:cNvPr>
          <p:cNvSpPr>
            <a:spLocks noGrp="1"/>
          </p:cNvSpPr>
          <p:nvPr/>
        </p:nvSpPr>
        <p:spPr>
          <a:xfrm>
            <a:off x="5243614" y="4572899"/>
            <a:ext cx="256866" cy="76702"/>
          </a:xfrm>
          <a:custGeom>
            <a:avLst/>
            <a:gdLst/>
            <a:ahLst/>
            <a:cxnLst/>
            <a:rect l="0" t="0" r="0" b="0"/>
            <a:pathLst>
              <a:path w="256866" h="76702">
                <a:moveTo>
                  <a:pt x="0" y="76702"/>
                </a:moveTo>
                <a:lnTo>
                  <a:pt x="256866" y="0"/>
                </a:lnTo>
              </a:path>
            </a:pathLst>
          </a:custGeom>
          <a:noFill/>
          <a:ln w="4250">
            <a:solidFill>
              <a:srgbClr val="E44339">
                <a:alpha val="7000"/>
              </a:srgbClr>
            </a:solidFill>
            <a:prstDash val="solid"/>
          </a:ln>
        </p:spPr>
      </p:sp>
      <p:sp>
        <p:nvSpPr>
          <p:cNvPr id="117" name="lumia-token-stream-curve">
            <a:extLst>
              <a:ext uri="{FF2B5EF4-FFF2-40B4-BE49-F238E27FC236}">
                <a16:creationId xmlns:a16="http://schemas.microsoft.com/office/drawing/2014/main" id="{8B5863D2-D631-4C59-9417-86A74AD84CF4}"/>
              </a:ext>
            </a:extLst>
          </p:cNvPr>
          <p:cNvSpPr>
            <a:spLocks noGrp="1"/>
          </p:cNvSpPr>
          <p:nvPr/>
        </p:nvSpPr>
        <p:spPr>
          <a:xfrm>
            <a:off x="5500480" y="4489830"/>
            <a:ext cx="259877" cy="83069"/>
          </a:xfrm>
          <a:custGeom>
            <a:avLst/>
            <a:gdLst/>
            <a:ahLst/>
            <a:cxnLst/>
            <a:rect l="0" t="0" r="0" b="0"/>
            <a:pathLst>
              <a:path w="259877" h="83069">
                <a:moveTo>
                  <a:pt x="0" y="83069"/>
                </a:moveTo>
                <a:lnTo>
                  <a:pt x="259877" y="0"/>
                </a:lnTo>
              </a:path>
            </a:pathLst>
          </a:custGeom>
          <a:noFill/>
          <a:ln w="4337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118" name="lumia-token-stream-curve">
            <a:extLst>
              <a:ext uri="{FF2B5EF4-FFF2-40B4-BE49-F238E27FC236}">
                <a16:creationId xmlns:a16="http://schemas.microsoft.com/office/drawing/2014/main" id="{03AC0707-41FC-4C98-9147-DE5861CFC0B8}"/>
              </a:ext>
            </a:extLst>
          </p:cNvPr>
          <p:cNvSpPr>
            <a:spLocks noGrp="1"/>
          </p:cNvSpPr>
          <p:nvPr/>
        </p:nvSpPr>
        <p:spPr>
          <a:xfrm>
            <a:off x="5760357" y="4402355"/>
            <a:ext cx="262855" cy="87475"/>
          </a:xfrm>
          <a:custGeom>
            <a:avLst/>
            <a:gdLst/>
            <a:ahLst/>
            <a:cxnLst/>
            <a:rect l="0" t="0" r="0" b="0"/>
            <a:pathLst>
              <a:path w="262855" h="87475">
                <a:moveTo>
                  <a:pt x="0" y="87475"/>
                </a:moveTo>
                <a:lnTo>
                  <a:pt x="262855" y="0"/>
                </a:lnTo>
              </a:path>
            </a:pathLst>
          </a:custGeom>
          <a:noFill/>
          <a:ln w="4432">
            <a:solidFill>
              <a:srgbClr val="EC532F">
                <a:alpha val="8000"/>
              </a:srgbClr>
            </a:solidFill>
            <a:prstDash val="solid"/>
          </a:ln>
        </p:spPr>
      </p:sp>
      <p:sp>
        <p:nvSpPr>
          <p:cNvPr id="119" name="lumia-token-stream-curve">
            <a:extLst>
              <a:ext uri="{FF2B5EF4-FFF2-40B4-BE49-F238E27FC236}">
                <a16:creationId xmlns:a16="http://schemas.microsoft.com/office/drawing/2014/main" id="{6E43D625-9379-4DE1-BFA6-41D355E19A57}"/>
              </a:ext>
            </a:extLst>
          </p:cNvPr>
          <p:cNvSpPr>
            <a:spLocks noGrp="1"/>
          </p:cNvSpPr>
          <p:nvPr/>
        </p:nvSpPr>
        <p:spPr>
          <a:xfrm>
            <a:off x="6023212" y="4312719"/>
            <a:ext cx="265800" cy="89636"/>
          </a:xfrm>
          <a:custGeom>
            <a:avLst/>
            <a:gdLst/>
            <a:ahLst/>
            <a:cxnLst/>
            <a:rect l="0" t="0" r="0" b="0"/>
            <a:pathLst>
              <a:path w="265800" h="89636">
                <a:moveTo>
                  <a:pt x="0" y="89636"/>
                </a:moveTo>
                <a:lnTo>
                  <a:pt x="265800" y="0"/>
                </a:lnTo>
              </a:path>
            </a:pathLst>
          </a:custGeom>
          <a:noFill/>
          <a:ln w="4534">
            <a:solidFill>
              <a:srgbClr val="EE5E2A">
                <a:alpha val="8000"/>
              </a:srgbClr>
            </a:solidFill>
            <a:prstDash val="solid"/>
          </a:ln>
        </p:spPr>
      </p:sp>
      <p:sp>
        <p:nvSpPr>
          <p:cNvPr id="120" name="lumia-token-stream-curve">
            <a:extLst>
              <a:ext uri="{FF2B5EF4-FFF2-40B4-BE49-F238E27FC236}">
                <a16:creationId xmlns:a16="http://schemas.microsoft.com/office/drawing/2014/main" id="{BBFF90F3-177A-4970-B432-EC445E15F06B}"/>
              </a:ext>
            </a:extLst>
          </p:cNvPr>
          <p:cNvSpPr>
            <a:spLocks noGrp="1"/>
          </p:cNvSpPr>
          <p:nvPr/>
        </p:nvSpPr>
        <p:spPr>
          <a:xfrm>
            <a:off x="6289012" y="4223191"/>
            <a:ext cx="268712" cy="89528"/>
          </a:xfrm>
          <a:custGeom>
            <a:avLst/>
            <a:gdLst/>
            <a:ahLst/>
            <a:cxnLst/>
            <a:rect l="0" t="0" r="0" b="0"/>
            <a:pathLst>
              <a:path w="268712" h="89528">
                <a:moveTo>
                  <a:pt x="0" y="89528"/>
                </a:moveTo>
                <a:lnTo>
                  <a:pt x="268712" y="0"/>
                </a:lnTo>
              </a:path>
            </a:pathLst>
          </a:custGeom>
          <a:noFill/>
          <a:ln w="4643">
            <a:solidFill>
              <a:srgbClr val="EF6926">
                <a:alpha val="8000"/>
              </a:srgbClr>
            </a:solidFill>
            <a:prstDash val="solid"/>
          </a:ln>
        </p:spPr>
      </p:sp>
      <p:sp>
        <p:nvSpPr>
          <p:cNvPr id="121" name="lumia-token-stream-curve">
            <a:extLst>
              <a:ext uri="{FF2B5EF4-FFF2-40B4-BE49-F238E27FC236}">
                <a16:creationId xmlns:a16="http://schemas.microsoft.com/office/drawing/2014/main" id="{9EBA8116-30DE-458C-BC67-3E3610637189}"/>
              </a:ext>
            </a:extLst>
          </p:cNvPr>
          <p:cNvSpPr>
            <a:spLocks noGrp="1"/>
          </p:cNvSpPr>
          <p:nvPr/>
        </p:nvSpPr>
        <p:spPr>
          <a:xfrm>
            <a:off x="6557725" y="4135775"/>
            <a:ext cx="271592" cy="87416"/>
          </a:xfrm>
          <a:custGeom>
            <a:avLst/>
            <a:gdLst/>
            <a:ahLst/>
            <a:cxnLst/>
            <a:rect l="0" t="0" r="0" b="0"/>
            <a:pathLst>
              <a:path w="271592" h="87416">
                <a:moveTo>
                  <a:pt x="0" y="87416"/>
                </a:moveTo>
                <a:lnTo>
                  <a:pt x="271592" y="0"/>
                </a:lnTo>
              </a:path>
            </a:pathLst>
          </a:custGeom>
          <a:noFill/>
          <a:ln w="4757">
            <a:solidFill>
              <a:srgbClr val="F17322">
                <a:alpha val="9000"/>
              </a:srgbClr>
            </a:solidFill>
            <a:prstDash val="solid"/>
          </a:ln>
        </p:spPr>
      </p:sp>
      <p:sp>
        <p:nvSpPr>
          <p:cNvPr id="122" name="lumia-token-stream-curve">
            <a:extLst>
              <a:ext uri="{FF2B5EF4-FFF2-40B4-BE49-F238E27FC236}">
                <a16:creationId xmlns:a16="http://schemas.microsoft.com/office/drawing/2014/main" id="{19D138BA-7260-4D28-8F56-6CF88DC4A5B1}"/>
              </a:ext>
            </a:extLst>
          </p:cNvPr>
          <p:cNvSpPr>
            <a:spLocks noGrp="1"/>
          </p:cNvSpPr>
          <p:nvPr/>
        </p:nvSpPr>
        <p:spPr>
          <a:xfrm>
            <a:off x="6829317" y="4051924"/>
            <a:ext cx="274439" cy="83851"/>
          </a:xfrm>
          <a:custGeom>
            <a:avLst/>
            <a:gdLst/>
            <a:ahLst/>
            <a:cxnLst/>
            <a:rect l="0" t="0" r="0" b="0"/>
            <a:pathLst>
              <a:path w="274439" h="83851">
                <a:moveTo>
                  <a:pt x="0" y="83851"/>
                </a:moveTo>
                <a:lnTo>
                  <a:pt x="274439" y="0"/>
                </a:lnTo>
              </a:path>
            </a:pathLst>
          </a:custGeom>
          <a:noFill/>
          <a:ln w="4874">
            <a:solidFill>
              <a:srgbClr val="F27E1E">
                <a:alpha val="9000"/>
              </a:srgbClr>
            </a:solidFill>
            <a:prstDash val="solid"/>
          </a:ln>
        </p:spPr>
      </p:sp>
      <p:sp>
        <p:nvSpPr>
          <p:cNvPr id="123" name="lumia-token-stream-curve">
            <a:extLst>
              <a:ext uri="{FF2B5EF4-FFF2-40B4-BE49-F238E27FC236}">
                <a16:creationId xmlns:a16="http://schemas.microsoft.com/office/drawing/2014/main" id="{8539ECE6-9E2B-4380-ABAB-CBADE9A3F470}"/>
              </a:ext>
            </a:extLst>
          </p:cNvPr>
          <p:cNvSpPr>
            <a:spLocks noGrp="1"/>
          </p:cNvSpPr>
          <p:nvPr/>
        </p:nvSpPr>
        <p:spPr>
          <a:xfrm>
            <a:off x="7103755" y="3972301"/>
            <a:ext cx="277253" cy="79623"/>
          </a:xfrm>
          <a:custGeom>
            <a:avLst/>
            <a:gdLst/>
            <a:ahLst/>
            <a:cxnLst/>
            <a:rect l="0" t="0" r="0" b="0"/>
            <a:pathLst>
              <a:path w="277253" h="79623">
                <a:moveTo>
                  <a:pt x="0" y="79623"/>
                </a:moveTo>
                <a:lnTo>
                  <a:pt x="277253" y="0"/>
                </a:lnTo>
              </a:path>
            </a:pathLst>
          </a:custGeom>
          <a:noFill/>
          <a:ln w="4994">
            <a:solidFill>
              <a:srgbClr val="F48919">
                <a:alpha val="9000"/>
              </a:srgbClr>
            </a:solidFill>
            <a:prstDash val="solid"/>
          </a:ln>
        </p:spPr>
      </p:sp>
      <p:sp>
        <p:nvSpPr>
          <p:cNvPr id="124" name="lumia-token-stream-curve">
            <a:extLst>
              <a:ext uri="{FF2B5EF4-FFF2-40B4-BE49-F238E27FC236}">
                <a16:creationId xmlns:a16="http://schemas.microsoft.com/office/drawing/2014/main" id="{11CFBF3B-1662-4209-9F3B-4DC71F79BB35}"/>
              </a:ext>
            </a:extLst>
          </p:cNvPr>
          <p:cNvSpPr>
            <a:spLocks noGrp="1"/>
          </p:cNvSpPr>
          <p:nvPr/>
        </p:nvSpPr>
        <p:spPr>
          <a:xfrm>
            <a:off x="7381008" y="3896616"/>
            <a:ext cx="280034" cy="75686"/>
          </a:xfrm>
          <a:custGeom>
            <a:avLst/>
            <a:gdLst/>
            <a:ahLst/>
            <a:cxnLst/>
            <a:rect l="0" t="0" r="0" b="0"/>
            <a:pathLst>
              <a:path w="280034" h="75686">
                <a:moveTo>
                  <a:pt x="0" y="75686"/>
                </a:moveTo>
                <a:lnTo>
                  <a:pt x="280034" y="0"/>
                </a:lnTo>
              </a:path>
            </a:pathLst>
          </a:custGeom>
          <a:noFill/>
          <a:ln w="5116">
            <a:solidFill>
              <a:srgbClr val="F59415">
                <a:alpha val="10000"/>
              </a:srgbClr>
            </a:solidFill>
            <a:prstDash val="solid"/>
          </a:ln>
        </p:spPr>
      </p:sp>
      <p:sp>
        <p:nvSpPr>
          <p:cNvPr id="125" name="lumia-token-stream-curve">
            <a:extLst>
              <a:ext uri="{FF2B5EF4-FFF2-40B4-BE49-F238E27FC236}">
                <a16:creationId xmlns:a16="http://schemas.microsoft.com/office/drawing/2014/main" id="{46ACEDAE-721F-4397-A0E2-E5EF5B27ACAC}"/>
              </a:ext>
            </a:extLst>
          </p:cNvPr>
          <p:cNvSpPr>
            <a:spLocks noGrp="1"/>
          </p:cNvSpPr>
          <p:nvPr/>
        </p:nvSpPr>
        <p:spPr>
          <a:xfrm>
            <a:off x="7661042" y="3823571"/>
            <a:ext cx="282782" cy="73045"/>
          </a:xfrm>
          <a:custGeom>
            <a:avLst/>
            <a:gdLst/>
            <a:ahLst/>
            <a:cxnLst/>
            <a:rect l="0" t="0" r="0" b="0"/>
            <a:pathLst>
              <a:path w="282782" h="73045">
                <a:moveTo>
                  <a:pt x="0" y="73045"/>
                </a:moveTo>
                <a:lnTo>
                  <a:pt x="282782" y="0"/>
                </a:lnTo>
              </a:path>
            </a:pathLst>
          </a:custGeom>
          <a:noFill/>
          <a:ln w="5238">
            <a:solidFill>
              <a:srgbClr val="F79E11">
                <a:alpha val="10000"/>
              </a:srgbClr>
            </a:solidFill>
            <a:prstDash val="solid"/>
          </a:ln>
        </p:spPr>
      </p:sp>
      <p:sp>
        <p:nvSpPr>
          <p:cNvPr id="126" name="lumia-token-stream-curve">
            <a:extLst>
              <a:ext uri="{FF2B5EF4-FFF2-40B4-BE49-F238E27FC236}">
                <a16:creationId xmlns:a16="http://schemas.microsoft.com/office/drawing/2014/main" id="{CB2FDD10-D7F6-4710-B69E-ED7A8E9EFAD6}"/>
              </a:ext>
            </a:extLst>
          </p:cNvPr>
          <p:cNvSpPr>
            <a:spLocks noGrp="1"/>
          </p:cNvSpPr>
          <p:nvPr/>
        </p:nvSpPr>
        <p:spPr>
          <a:xfrm>
            <a:off x="7943824" y="3750945"/>
            <a:ext cx="285497" cy="72626"/>
          </a:xfrm>
          <a:custGeom>
            <a:avLst/>
            <a:gdLst/>
            <a:ahLst/>
            <a:cxnLst/>
            <a:rect l="0" t="0" r="0" b="0"/>
            <a:pathLst>
              <a:path w="285497" h="72626">
                <a:moveTo>
                  <a:pt x="0" y="72626"/>
                </a:moveTo>
                <a:lnTo>
                  <a:pt x="285497" y="0"/>
                </a:lnTo>
              </a:path>
            </a:pathLst>
          </a:custGeom>
          <a:noFill/>
          <a:ln w="5359">
            <a:solidFill>
              <a:srgbClr val="F8A90C">
                <a:alpha val="10000"/>
              </a:srgbClr>
            </a:solidFill>
            <a:prstDash val="solid"/>
          </a:ln>
        </p:spPr>
      </p:sp>
      <p:sp>
        <p:nvSpPr>
          <p:cNvPr id="127" name="lumia-token-stream-curve">
            <a:extLst>
              <a:ext uri="{FF2B5EF4-FFF2-40B4-BE49-F238E27FC236}">
                <a16:creationId xmlns:a16="http://schemas.microsoft.com/office/drawing/2014/main" id="{62FA87C9-1D54-40DD-8F43-E106F1487B1A}"/>
              </a:ext>
            </a:extLst>
          </p:cNvPr>
          <p:cNvSpPr>
            <a:spLocks noGrp="1"/>
          </p:cNvSpPr>
          <p:nvPr/>
        </p:nvSpPr>
        <p:spPr>
          <a:xfrm>
            <a:off x="8229321" y="3675800"/>
            <a:ext cx="288180" cy="75145"/>
          </a:xfrm>
          <a:custGeom>
            <a:avLst/>
            <a:gdLst/>
            <a:ahLst/>
            <a:cxnLst/>
            <a:rect l="0" t="0" r="0" b="0"/>
            <a:pathLst>
              <a:path w="288180" h="75145">
                <a:moveTo>
                  <a:pt x="0" y="75145"/>
                </a:moveTo>
                <a:lnTo>
                  <a:pt x="288180" y="0"/>
                </a:lnTo>
              </a:path>
            </a:pathLst>
          </a:custGeom>
          <a:noFill/>
          <a:ln w="5479">
            <a:solidFill>
              <a:srgbClr val="FAB408">
                <a:alpha val="10000"/>
              </a:srgbClr>
            </a:solidFill>
            <a:prstDash val="solid"/>
          </a:ln>
        </p:spPr>
      </p:sp>
      <p:sp>
        <p:nvSpPr>
          <p:cNvPr id="128" name="lumia-token-stream-curve">
            <a:extLst>
              <a:ext uri="{FF2B5EF4-FFF2-40B4-BE49-F238E27FC236}">
                <a16:creationId xmlns:a16="http://schemas.microsoft.com/office/drawing/2014/main" id="{A622D84E-000D-465F-B20F-CAB9144487EE}"/>
              </a:ext>
            </a:extLst>
          </p:cNvPr>
          <p:cNvSpPr>
            <a:spLocks noGrp="1"/>
          </p:cNvSpPr>
          <p:nvPr/>
        </p:nvSpPr>
        <p:spPr>
          <a:xfrm>
            <a:off x="8517501" y="3594812"/>
            <a:ext cx="290830" cy="80988"/>
          </a:xfrm>
          <a:custGeom>
            <a:avLst/>
            <a:gdLst/>
            <a:ahLst/>
            <a:cxnLst/>
            <a:rect l="0" t="0" r="0" b="0"/>
            <a:pathLst>
              <a:path w="290830" h="80988">
                <a:moveTo>
                  <a:pt x="0" y="80988"/>
                </a:moveTo>
                <a:lnTo>
                  <a:pt x="290830" y="0"/>
                </a:lnTo>
              </a:path>
            </a:pathLst>
          </a:custGeom>
          <a:noFill/>
          <a:ln w="5595">
            <a:solidFill>
              <a:srgbClr val="F7BC07">
                <a:alpha val="11000"/>
              </a:srgbClr>
            </a:solidFill>
            <a:prstDash val="solid"/>
          </a:ln>
        </p:spPr>
      </p:sp>
      <p:sp>
        <p:nvSpPr>
          <p:cNvPr id="129" name="lumia-token-stream-curve">
            <a:extLst>
              <a:ext uri="{FF2B5EF4-FFF2-40B4-BE49-F238E27FC236}">
                <a16:creationId xmlns:a16="http://schemas.microsoft.com/office/drawing/2014/main" id="{0AF54BB1-B528-46F3-AE53-EA3AA2F66147}"/>
              </a:ext>
            </a:extLst>
          </p:cNvPr>
          <p:cNvSpPr>
            <a:spLocks noGrp="1"/>
          </p:cNvSpPr>
          <p:nvPr/>
        </p:nvSpPr>
        <p:spPr>
          <a:xfrm>
            <a:off x="8808330" y="3504680"/>
            <a:ext cx="293447" cy="90132"/>
          </a:xfrm>
          <a:custGeom>
            <a:avLst/>
            <a:gdLst/>
            <a:ahLst/>
            <a:cxnLst/>
            <a:rect l="0" t="0" r="0" b="0"/>
            <a:pathLst>
              <a:path w="293447" h="90132">
                <a:moveTo>
                  <a:pt x="0" y="90132"/>
                </a:moveTo>
                <a:lnTo>
                  <a:pt x="293447" y="0"/>
                </a:lnTo>
              </a:path>
            </a:pathLst>
          </a:custGeom>
          <a:noFill/>
          <a:ln w="5708">
            <a:solidFill>
              <a:srgbClr val="E5BA0E">
                <a:alpha val="11000"/>
              </a:srgbClr>
            </a:solidFill>
            <a:prstDash val="solid"/>
          </a:ln>
        </p:spPr>
      </p:sp>
      <p:sp>
        <p:nvSpPr>
          <p:cNvPr id="130" name="lumia-token-stream-curve">
            <a:extLst>
              <a:ext uri="{FF2B5EF4-FFF2-40B4-BE49-F238E27FC236}">
                <a16:creationId xmlns:a16="http://schemas.microsoft.com/office/drawing/2014/main" id="{526CB202-68B2-41BB-8D65-804E05687CD3}"/>
              </a:ext>
            </a:extLst>
          </p:cNvPr>
          <p:cNvSpPr>
            <a:spLocks noGrp="1"/>
          </p:cNvSpPr>
          <p:nvPr/>
        </p:nvSpPr>
        <p:spPr>
          <a:xfrm>
            <a:off x="9101777" y="3402569"/>
            <a:ext cx="296031" cy="102111"/>
          </a:xfrm>
          <a:custGeom>
            <a:avLst/>
            <a:gdLst/>
            <a:ahLst/>
            <a:cxnLst/>
            <a:rect l="0" t="0" r="0" b="0"/>
            <a:pathLst>
              <a:path w="296031" h="102111">
                <a:moveTo>
                  <a:pt x="0" y="102111"/>
                </a:moveTo>
                <a:lnTo>
                  <a:pt x="296031" y="0"/>
                </a:lnTo>
              </a:path>
            </a:pathLst>
          </a:custGeom>
          <a:noFill/>
          <a:ln w="5815">
            <a:solidFill>
              <a:srgbClr val="D3B815">
                <a:alpha val="11000"/>
              </a:srgbClr>
            </a:solidFill>
            <a:prstDash val="solid"/>
          </a:ln>
        </p:spPr>
      </p:sp>
      <p:sp>
        <p:nvSpPr>
          <p:cNvPr id="131" name="lumia-token-stream-curve">
            <a:extLst>
              <a:ext uri="{FF2B5EF4-FFF2-40B4-BE49-F238E27FC236}">
                <a16:creationId xmlns:a16="http://schemas.microsoft.com/office/drawing/2014/main" id="{8B37F08D-6B5B-43A4-A6A8-32EF4459798D}"/>
              </a:ext>
            </a:extLst>
          </p:cNvPr>
          <p:cNvSpPr>
            <a:spLocks noGrp="1"/>
          </p:cNvSpPr>
          <p:nvPr/>
        </p:nvSpPr>
        <p:spPr>
          <a:xfrm>
            <a:off x="9397807" y="3286515"/>
            <a:ext cx="298582" cy="116054"/>
          </a:xfrm>
          <a:custGeom>
            <a:avLst/>
            <a:gdLst/>
            <a:ahLst/>
            <a:cxnLst/>
            <a:rect l="0" t="0" r="0" b="0"/>
            <a:pathLst>
              <a:path w="298582" h="116054">
                <a:moveTo>
                  <a:pt x="0" y="116054"/>
                </a:moveTo>
                <a:lnTo>
                  <a:pt x="298582" y="0"/>
                </a:lnTo>
              </a:path>
            </a:pathLst>
          </a:custGeom>
          <a:noFill/>
          <a:ln w="5916">
            <a:solidFill>
              <a:srgbClr val="C2B61C">
                <a:alpha val="11000"/>
              </a:srgbClr>
            </a:solidFill>
            <a:prstDash val="solid"/>
          </a:ln>
        </p:spPr>
      </p:sp>
      <p:sp>
        <p:nvSpPr>
          <p:cNvPr id="132" name="lumia-token-stream-curve">
            <a:extLst>
              <a:ext uri="{FF2B5EF4-FFF2-40B4-BE49-F238E27FC236}">
                <a16:creationId xmlns:a16="http://schemas.microsoft.com/office/drawing/2014/main" id="{ADFC0264-087A-45F9-AB2A-FB8EBCB3606E}"/>
              </a:ext>
            </a:extLst>
          </p:cNvPr>
          <p:cNvSpPr>
            <a:spLocks noGrp="1"/>
          </p:cNvSpPr>
          <p:nvPr/>
        </p:nvSpPr>
        <p:spPr>
          <a:xfrm>
            <a:off x="9696389" y="3155744"/>
            <a:ext cx="301100" cy="130771"/>
          </a:xfrm>
          <a:custGeom>
            <a:avLst/>
            <a:gdLst/>
            <a:ahLst/>
            <a:cxnLst/>
            <a:rect l="0" t="0" r="0" b="0"/>
            <a:pathLst>
              <a:path w="301100" h="130771">
                <a:moveTo>
                  <a:pt x="0" y="130771"/>
                </a:moveTo>
                <a:lnTo>
                  <a:pt x="301100" y="0"/>
                </a:lnTo>
              </a:path>
            </a:pathLst>
          </a:custGeom>
          <a:noFill/>
          <a:ln w="6009">
            <a:solidFill>
              <a:srgbClr val="B0B422">
                <a:alpha val="11000"/>
              </a:srgbClr>
            </a:solidFill>
            <a:prstDash val="solid"/>
          </a:ln>
        </p:spPr>
      </p:sp>
      <p:sp>
        <p:nvSpPr>
          <p:cNvPr id="133" name="lumia-token-stream-curve">
            <a:extLst>
              <a:ext uri="{FF2B5EF4-FFF2-40B4-BE49-F238E27FC236}">
                <a16:creationId xmlns:a16="http://schemas.microsoft.com/office/drawing/2014/main" id="{C45EA0B8-FA10-44E7-9D54-910587C3F191}"/>
              </a:ext>
            </a:extLst>
          </p:cNvPr>
          <p:cNvSpPr>
            <a:spLocks noGrp="1"/>
          </p:cNvSpPr>
          <p:nvPr/>
        </p:nvSpPr>
        <p:spPr>
          <a:xfrm>
            <a:off x="9997490" y="3010828"/>
            <a:ext cx="303586" cy="144917"/>
          </a:xfrm>
          <a:custGeom>
            <a:avLst/>
            <a:gdLst/>
            <a:ahLst/>
            <a:cxnLst/>
            <a:rect l="0" t="0" r="0" b="0"/>
            <a:pathLst>
              <a:path w="303586" h="144917">
                <a:moveTo>
                  <a:pt x="0" y="144917"/>
                </a:moveTo>
                <a:lnTo>
                  <a:pt x="303586" y="0"/>
                </a:lnTo>
              </a:path>
            </a:pathLst>
          </a:custGeom>
          <a:noFill/>
          <a:ln w="6093">
            <a:solidFill>
              <a:srgbClr val="9EB329">
                <a:alpha val="12000"/>
              </a:srgbClr>
            </a:solidFill>
            <a:prstDash val="solid"/>
          </a:ln>
        </p:spPr>
      </p:sp>
      <p:sp>
        <p:nvSpPr>
          <p:cNvPr id="134" name="lumia-token-stream-curve">
            <a:extLst>
              <a:ext uri="{FF2B5EF4-FFF2-40B4-BE49-F238E27FC236}">
                <a16:creationId xmlns:a16="http://schemas.microsoft.com/office/drawing/2014/main" id="{AE0E5106-91EC-4239-9C23-1729FDE9D507}"/>
              </a:ext>
            </a:extLst>
          </p:cNvPr>
          <p:cNvSpPr>
            <a:spLocks noGrp="1"/>
          </p:cNvSpPr>
          <p:nvPr/>
        </p:nvSpPr>
        <p:spPr>
          <a:xfrm>
            <a:off x="10301076" y="2853654"/>
            <a:ext cx="306039" cy="157173"/>
          </a:xfrm>
          <a:custGeom>
            <a:avLst/>
            <a:gdLst/>
            <a:ahLst/>
            <a:cxnLst/>
            <a:rect l="0" t="0" r="0" b="0"/>
            <a:pathLst>
              <a:path w="306039" h="157173">
                <a:moveTo>
                  <a:pt x="0" y="157173"/>
                </a:moveTo>
                <a:lnTo>
                  <a:pt x="306039" y="0"/>
                </a:lnTo>
              </a:path>
            </a:pathLst>
          </a:custGeom>
          <a:noFill/>
          <a:ln w="6168">
            <a:solidFill>
              <a:srgbClr val="8CB130">
                <a:alpha val="12000"/>
              </a:srgbClr>
            </a:solidFill>
            <a:prstDash val="solid"/>
          </a:ln>
        </p:spPr>
      </p:sp>
      <p:sp>
        <p:nvSpPr>
          <p:cNvPr id="135" name="lumia-token-stream-curve">
            <a:extLst>
              <a:ext uri="{FF2B5EF4-FFF2-40B4-BE49-F238E27FC236}">
                <a16:creationId xmlns:a16="http://schemas.microsoft.com/office/drawing/2014/main" id="{4D8BD503-7691-4AC4-BBD7-2A0D4142CC59}"/>
              </a:ext>
            </a:extLst>
          </p:cNvPr>
          <p:cNvSpPr>
            <a:spLocks noGrp="1"/>
          </p:cNvSpPr>
          <p:nvPr/>
        </p:nvSpPr>
        <p:spPr>
          <a:xfrm>
            <a:off x="10607114" y="2687194"/>
            <a:ext cx="308459" cy="166461"/>
          </a:xfrm>
          <a:custGeom>
            <a:avLst/>
            <a:gdLst/>
            <a:ahLst/>
            <a:cxnLst/>
            <a:rect l="0" t="0" r="0" b="0"/>
            <a:pathLst>
              <a:path w="308459" h="166461">
                <a:moveTo>
                  <a:pt x="0" y="166461"/>
                </a:moveTo>
                <a:lnTo>
                  <a:pt x="308459" y="0"/>
                </a:lnTo>
              </a:path>
            </a:pathLst>
          </a:custGeom>
          <a:noFill/>
          <a:ln w="6231">
            <a:solidFill>
              <a:srgbClr val="7BAF37">
                <a:alpha val="12000"/>
              </a:srgbClr>
            </a:solidFill>
            <a:prstDash val="solid"/>
          </a:ln>
        </p:spPr>
      </p:sp>
      <p:sp>
        <p:nvSpPr>
          <p:cNvPr id="136" name="lumia-token-stream-curve">
            <a:extLst>
              <a:ext uri="{FF2B5EF4-FFF2-40B4-BE49-F238E27FC236}">
                <a16:creationId xmlns:a16="http://schemas.microsoft.com/office/drawing/2014/main" id="{8228CAB9-1CA1-46F1-A86F-95215AE5C90C}"/>
              </a:ext>
            </a:extLst>
          </p:cNvPr>
          <p:cNvSpPr>
            <a:spLocks noGrp="1"/>
          </p:cNvSpPr>
          <p:nvPr/>
        </p:nvSpPr>
        <p:spPr>
          <a:xfrm>
            <a:off x="10915573" y="2515076"/>
            <a:ext cx="310846" cy="172118"/>
          </a:xfrm>
          <a:custGeom>
            <a:avLst/>
            <a:gdLst/>
            <a:ahLst/>
            <a:cxnLst/>
            <a:rect l="0" t="0" r="0" b="0"/>
            <a:pathLst>
              <a:path w="310846" h="172118">
                <a:moveTo>
                  <a:pt x="0" y="172118"/>
                </a:moveTo>
                <a:lnTo>
                  <a:pt x="310846" y="0"/>
                </a:lnTo>
              </a:path>
            </a:pathLst>
          </a:custGeom>
          <a:noFill/>
          <a:ln w="6283">
            <a:solidFill>
              <a:srgbClr val="69AD3E">
                <a:alpha val="12000"/>
              </a:srgbClr>
            </a:solidFill>
            <a:prstDash val="solid"/>
          </a:ln>
        </p:spPr>
      </p:sp>
      <p:sp>
        <p:nvSpPr>
          <p:cNvPr id="137" name="lumia-token-stream-curve">
            <a:extLst>
              <a:ext uri="{FF2B5EF4-FFF2-40B4-BE49-F238E27FC236}">
                <a16:creationId xmlns:a16="http://schemas.microsoft.com/office/drawing/2014/main" id="{9E93E168-F0E3-416D-9835-8A0CD3B5F245}"/>
              </a:ext>
            </a:extLst>
          </p:cNvPr>
          <p:cNvSpPr>
            <a:spLocks noGrp="1"/>
          </p:cNvSpPr>
          <p:nvPr/>
        </p:nvSpPr>
        <p:spPr>
          <a:xfrm>
            <a:off x="11226419" y="2341038"/>
            <a:ext cx="313200" cy="174038"/>
          </a:xfrm>
          <a:custGeom>
            <a:avLst/>
            <a:gdLst/>
            <a:ahLst/>
            <a:cxnLst/>
            <a:rect l="0" t="0" r="0" b="0"/>
            <a:pathLst>
              <a:path w="313200" h="174038">
                <a:moveTo>
                  <a:pt x="0" y="174038"/>
                </a:moveTo>
                <a:lnTo>
                  <a:pt x="313200" y="0"/>
                </a:lnTo>
              </a:path>
            </a:pathLst>
          </a:custGeom>
          <a:noFill/>
          <a:ln w="6321">
            <a:solidFill>
              <a:srgbClr val="57AC45">
                <a:alpha val="12000"/>
              </a:srgbClr>
            </a:solidFill>
            <a:prstDash val="solid"/>
          </a:ln>
        </p:spPr>
      </p:sp>
      <p:sp>
        <p:nvSpPr>
          <p:cNvPr id="138" name="lumia-token-stream-curve">
            <a:extLst>
              <a:ext uri="{FF2B5EF4-FFF2-40B4-BE49-F238E27FC236}">
                <a16:creationId xmlns:a16="http://schemas.microsoft.com/office/drawing/2014/main" id="{A6203106-8CAC-4355-85CC-4F243D6DB41B}"/>
              </a:ext>
            </a:extLst>
          </p:cNvPr>
          <p:cNvSpPr>
            <a:spLocks noGrp="1"/>
          </p:cNvSpPr>
          <p:nvPr/>
        </p:nvSpPr>
        <p:spPr>
          <a:xfrm>
            <a:off x="11539619" y="2168311"/>
            <a:ext cx="315521" cy="172727"/>
          </a:xfrm>
          <a:custGeom>
            <a:avLst/>
            <a:gdLst/>
            <a:ahLst/>
            <a:cxnLst/>
            <a:rect l="0" t="0" r="0" b="0"/>
            <a:pathLst>
              <a:path w="315521" h="172727">
                <a:moveTo>
                  <a:pt x="0" y="172727"/>
                </a:moveTo>
                <a:lnTo>
                  <a:pt x="315521" y="0"/>
                </a:lnTo>
              </a:path>
            </a:pathLst>
          </a:custGeom>
          <a:noFill/>
          <a:ln w="6345">
            <a:solidFill>
              <a:srgbClr val="46AA4C">
                <a:alpha val="12000"/>
              </a:srgbClr>
            </a:solidFill>
            <a:prstDash val="solid"/>
          </a:ln>
        </p:spPr>
      </p:sp>
      <p:sp>
        <p:nvSpPr>
          <p:cNvPr id="139" name="lumia-token-stream-curve">
            <a:extLst>
              <a:ext uri="{FF2B5EF4-FFF2-40B4-BE49-F238E27FC236}">
                <a16:creationId xmlns:a16="http://schemas.microsoft.com/office/drawing/2014/main" id="{34C2ACAC-954A-4278-8FFA-5687DA55AF0B}"/>
              </a:ext>
            </a:extLst>
          </p:cNvPr>
          <p:cNvSpPr>
            <a:spLocks noGrp="1"/>
          </p:cNvSpPr>
          <p:nvPr/>
        </p:nvSpPr>
        <p:spPr>
          <a:xfrm>
            <a:off x="11855140" y="1999055"/>
            <a:ext cx="317810" cy="169256"/>
          </a:xfrm>
          <a:custGeom>
            <a:avLst/>
            <a:gdLst/>
            <a:ahLst/>
            <a:cxnLst/>
            <a:rect l="0" t="0" r="0" b="0"/>
            <a:pathLst>
              <a:path w="317810" h="169256">
                <a:moveTo>
                  <a:pt x="0" y="169256"/>
                </a:moveTo>
                <a:lnTo>
                  <a:pt x="317810" y="0"/>
                </a:lnTo>
              </a:path>
            </a:pathLst>
          </a:custGeom>
          <a:noFill/>
          <a:ln w="6353">
            <a:solidFill>
              <a:srgbClr val="34A853">
                <a:alpha val="12000"/>
              </a:srgbClr>
            </a:solidFill>
            <a:prstDash val="solid"/>
          </a:ln>
        </p:spPr>
      </p:sp>
      <p:sp>
        <p:nvSpPr>
          <p:cNvPr id="140" name="lumia-token-stream-curve">
            <a:extLst>
              <a:ext uri="{FF2B5EF4-FFF2-40B4-BE49-F238E27FC236}">
                <a16:creationId xmlns:a16="http://schemas.microsoft.com/office/drawing/2014/main" id="{B89FBB76-72EF-4A81-9921-1B000FDB22F2}"/>
              </a:ext>
            </a:extLst>
          </p:cNvPr>
          <p:cNvSpPr>
            <a:spLocks noGrp="1"/>
          </p:cNvSpPr>
          <p:nvPr/>
        </p:nvSpPr>
        <p:spPr>
          <a:xfrm>
            <a:off x="402982" y="5666859"/>
            <a:ext cx="183128" cy="40349"/>
          </a:xfrm>
          <a:custGeom>
            <a:avLst/>
            <a:gdLst/>
            <a:ahLst/>
            <a:cxnLst/>
            <a:rect l="0" t="0" r="0" b="0"/>
            <a:pathLst>
              <a:path w="183128" h="40349">
                <a:moveTo>
                  <a:pt x="0" y="40349"/>
                </a:moveTo>
                <a:lnTo>
                  <a:pt x="183128" y="0"/>
                </a:lnTo>
              </a:path>
            </a:pathLst>
          </a:custGeom>
          <a:noFill/>
          <a:ln w="4241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141" name="lumia-token-stream-curve">
            <a:extLst>
              <a:ext uri="{FF2B5EF4-FFF2-40B4-BE49-F238E27FC236}">
                <a16:creationId xmlns:a16="http://schemas.microsoft.com/office/drawing/2014/main" id="{A92FE927-900C-4812-825A-B110AC192826}"/>
              </a:ext>
            </a:extLst>
          </p:cNvPr>
          <p:cNvSpPr>
            <a:spLocks noGrp="1"/>
          </p:cNvSpPr>
          <p:nvPr/>
        </p:nvSpPr>
        <p:spPr>
          <a:xfrm>
            <a:off x="586110" y="5628267"/>
            <a:ext cx="186850" cy="38592"/>
          </a:xfrm>
          <a:custGeom>
            <a:avLst/>
            <a:gdLst/>
            <a:ahLst/>
            <a:cxnLst/>
            <a:rect l="0" t="0" r="0" b="0"/>
            <a:pathLst>
              <a:path w="186850" h="38592">
                <a:moveTo>
                  <a:pt x="0" y="38592"/>
                </a:moveTo>
                <a:lnTo>
                  <a:pt x="186850" y="0"/>
                </a:lnTo>
              </a:path>
            </a:pathLst>
          </a:custGeom>
          <a:noFill/>
          <a:ln w="4241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142" name="lumia-token-stream-curve">
            <a:extLst>
              <a:ext uri="{FF2B5EF4-FFF2-40B4-BE49-F238E27FC236}">
                <a16:creationId xmlns:a16="http://schemas.microsoft.com/office/drawing/2014/main" id="{0C72F122-C7FB-41BF-A43A-12D7A4EF77DD}"/>
              </a:ext>
            </a:extLst>
          </p:cNvPr>
          <p:cNvSpPr>
            <a:spLocks noGrp="1"/>
          </p:cNvSpPr>
          <p:nvPr/>
        </p:nvSpPr>
        <p:spPr>
          <a:xfrm>
            <a:off x="772960" y="5592155"/>
            <a:ext cx="190539" cy="36112"/>
          </a:xfrm>
          <a:custGeom>
            <a:avLst/>
            <a:gdLst/>
            <a:ahLst/>
            <a:cxnLst/>
            <a:rect l="0" t="0" r="0" b="0"/>
            <a:pathLst>
              <a:path w="190539" h="36112">
                <a:moveTo>
                  <a:pt x="0" y="36112"/>
                </a:moveTo>
                <a:lnTo>
                  <a:pt x="190539" y="0"/>
                </a:lnTo>
              </a:path>
            </a:pathLst>
          </a:custGeom>
          <a:noFill/>
          <a:ln w="4241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143" name="lumia-token-stream-curve">
            <a:extLst>
              <a:ext uri="{FF2B5EF4-FFF2-40B4-BE49-F238E27FC236}">
                <a16:creationId xmlns:a16="http://schemas.microsoft.com/office/drawing/2014/main" id="{A6A5E37E-96A5-4D9C-BCE6-930877764DCF}"/>
              </a:ext>
            </a:extLst>
          </p:cNvPr>
          <p:cNvSpPr>
            <a:spLocks noGrp="1"/>
          </p:cNvSpPr>
          <p:nvPr/>
        </p:nvSpPr>
        <p:spPr>
          <a:xfrm>
            <a:off x="963499" y="5559151"/>
            <a:ext cx="194195" cy="33003"/>
          </a:xfrm>
          <a:custGeom>
            <a:avLst/>
            <a:gdLst/>
            <a:ahLst/>
            <a:cxnLst/>
            <a:rect l="0" t="0" r="0" b="0"/>
            <a:pathLst>
              <a:path w="194195" h="33003">
                <a:moveTo>
                  <a:pt x="0" y="33003"/>
                </a:moveTo>
                <a:lnTo>
                  <a:pt x="194195" y="0"/>
                </a:lnTo>
              </a:path>
            </a:pathLst>
          </a:custGeom>
          <a:noFill/>
          <a:ln w="4241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144" name="lumia-token-stream-curve">
            <a:extLst>
              <a:ext uri="{FF2B5EF4-FFF2-40B4-BE49-F238E27FC236}">
                <a16:creationId xmlns:a16="http://schemas.microsoft.com/office/drawing/2014/main" id="{A321451D-DE6F-4918-8059-FEF8F99717F5}"/>
              </a:ext>
            </a:extLst>
          </p:cNvPr>
          <p:cNvSpPr>
            <a:spLocks noGrp="1"/>
          </p:cNvSpPr>
          <p:nvPr/>
        </p:nvSpPr>
        <p:spPr>
          <a:xfrm>
            <a:off x="1157694" y="5529724"/>
            <a:ext cx="197817" cy="29427"/>
          </a:xfrm>
          <a:custGeom>
            <a:avLst/>
            <a:gdLst/>
            <a:ahLst/>
            <a:cxnLst/>
            <a:rect l="0" t="0" r="0" b="0"/>
            <a:pathLst>
              <a:path w="197817" h="29427">
                <a:moveTo>
                  <a:pt x="0" y="29427"/>
                </a:moveTo>
                <a:lnTo>
                  <a:pt x="197817" y="0"/>
                </a:lnTo>
              </a:path>
            </a:pathLst>
          </a:custGeom>
          <a:noFill/>
          <a:ln w="4241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145" name="lumia-token-stream-curve">
            <a:extLst>
              <a:ext uri="{FF2B5EF4-FFF2-40B4-BE49-F238E27FC236}">
                <a16:creationId xmlns:a16="http://schemas.microsoft.com/office/drawing/2014/main" id="{29ACB948-596F-4785-888A-93384C77599B}"/>
              </a:ext>
            </a:extLst>
          </p:cNvPr>
          <p:cNvSpPr>
            <a:spLocks noGrp="1"/>
          </p:cNvSpPr>
          <p:nvPr/>
        </p:nvSpPr>
        <p:spPr>
          <a:xfrm>
            <a:off x="1355511" y="5504115"/>
            <a:ext cx="201406" cy="25609"/>
          </a:xfrm>
          <a:custGeom>
            <a:avLst/>
            <a:gdLst/>
            <a:ahLst/>
            <a:cxnLst/>
            <a:rect l="0" t="0" r="0" b="0"/>
            <a:pathLst>
              <a:path w="201406" h="25609">
                <a:moveTo>
                  <a:pt x="0" y="25609"/>
                </a:moveTo>
                <a:lnTo>
                  <a:pt x="201406" y="0"/>
                </a:lnTo>
              </a:path>
            </a:pathLst>
          </a:custGeom>
          <a:noFill/>
          <a:ln w="4241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146" name="lumia-token-stream-curve">
            <a:extLst>
              <a:ext uri="{FF2B5EF4-FFF2-40B4-BE49-F238E27FC236}">
                <a16:creationId xmlns:a16="http://schemas.microsoft.com/office/drawing/2014/main" id="{B975EB94-153F-4E8E-908B-EC6D5AE296F1}"/>
              </a:ext>
            </a:extLst>
          </p:cNvPr>
          <p:cNvSpPr>
            <a:spLocks noGrp="1"/>
          </p:cNvSpPr>
          <p:nvPr/>
        </p:nvSpPr>
        <p:spPr>
          <a:xfrm>
            <a:off x="1556917" y="5482281"/>
            <a:ext cx="204962" cy="21834"/>
          </a:xfrm>
          <a:custGeom>
            <a:avLst/>
            <a:gdLst/>
            <a:ahLst/>
            <a:cxnLst/>
            <a:rect l="0" t="0" r="0" b="0"/>
            <a:pathLst>
              <a:path w="204962" h="21834">
                <a:moveTo>
                  <a:pt x="0" y="21834"/>
                </a:moveTo>
                <a:lnTo>
                  <a:pt x="204962" y="0"/>
                </a:lnTo>
              </a:path>
            </a:pathLst>
          </a:custGeom>
          <a:noFill/>
          <a:ln w="4241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147" name="lumia-token-stream-curve">
            <a:extLst>
              <a:ext uri="{FF2B5EF4-FFF2-40B4-BE49-F238E27FC236}">
                <a16:creationId xmlns:a16="http://schemas.microsoft.com/office/drawing/2014/main" id="{A148DD3A-5F56-487C-BFC0-F9BC1B0909C2}"/>
              </a:ext>
            </a:extLst>
          </p:cNvPr>
          <p:cNvSpPr>
            <a:spLocks noGrp="1"/>
          </p:cNvSpPr>
          <p:nvPr/>
        </p:nvSpPr>
        <p:spPr>
          <a:xfrm>
            <a:off x="1761879" y="5463852"/>
            <a:ext cx="208484" cy="18429"/>
          </a:xfrm>
          <a:custGeom>
            <a:avLst/>
            <a:gdLst/>
            <a:ahLst/>
            <a:cxnLst/>
            <a:rect l="0" t="0" r="0" b="0"/>
            <a:pathLst>
              <a:path w="208484" h="18429">
                <a:moveTo>
                  <a:pt x="0" y="18429"/>
                </a:moveTo>
                <a:lnTo>
                  <a:pt x="208484" y="0"/>
                </a:lnTo>
              </a:path>
            </a:pathLst>
          </a:custGeom>
          <a:noFill/>
          <a:ln w="4241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148" name="lumia-token-stream-curve">
            <a:extLst>
              <a:ext uri="{FF2B5EF4-FFF2-40B4-BE49-F238E27FC236}">
                <a16:creationId xmlns:a16="http://schemas.microsoft.com/office/drawing/2014/main" id="{213B4531-B833-4C22-A7B1-99E2442B6AC2}"/>
              </a:ext>
            </a:extLst>
          </p:cNvPr>
          <p:cNvSpPr>
            <a:spLocks noGrp="1"/>
          </p:cNvSpPr>
          <p:nvPr/>
        </p:nvSpPr>
        <p:spPr>
          <a:xfrm>
            <a:off x="1970363" y="5448110"/>
            <a:ext cx="211973" cy="15742"/>
          </a:xfrm>
          <a:custGeom>
            <a:avLst/>
            <a:gdLst/>
            <a:ahLst/>
            <a:cxnLst/>
            <a:rect l="0" t="0" r="0" b="0"/>
            <a:pathLst>
              <a:path w="211973" h="15742">
                <a:moveTo>
                  <a:pt x="0" y="15742"/>
                </a:moveTo>
                <a:lnTo>
                  <a:pt x="211973" y="0"/>
                </a:lnTo>
              </a:path>
            </a:pathLst>
          </a:custGeom>
          <a:noFill/>
          <a:ln w="4241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149" name="lumia-token-stream-curve">
            <a:extLst>
              <a:ext uri="{FF2B5EF4-FFF2-40B4-BE49-F238E27FC236}">
                <a16:creationId xmlns:a16="http://schemas.microsoft.com/office/drawing/2014/main" id="{52630D93-38D1-4C35-8C5F-CDDFD8B39841}"/>
              </a:ext>
            </a:extLst>
          </p:cNvPr>
          <p:cNvSpPr>
            <a:spLocks noGrp="1"/>
          </p:cNvSpPr>
          <p:nvPr/>
        </p:nvSpPr>
        <p:spPr>
          <a:xfrm>
            <a:off x="2182336" y="5433995"/>
            <a:ext cx="215428" cy="14116"/>
          </a:xfrm>
          <a:custGeom>
            <a:avLst/>
            <a:gdLst/>
            <a:ahLst/>
            <a:cxnLst/>
            <a:rect l="0" t="0" r="0" b="0"/>
            <a:pathLst>
              <a:path w="215428" h="14116">
                <a:moveTo>
                  <a:pt x="0" y="14116"/>
                </a:moveTo>
                <a:lnTo>
                  <a:pt x="215428" y="0"/>
                </a:lnTo>
              </a:path>
            </a:pathLst>
          </a:custGeom>
          <a:noFill/>
          <a:ln w="4241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150" name="lumia-token-stream-curve">
            <a:extLst>
              <a:ext uri="{FF2B5EF4-FFF2-40B4-BE49-F238E27FC236}">
                <a16:creationId xmlns:a16="http://schemas.microsoft.com/office/drawing/2014/main" id="{B1929BDE-B6D3-4914-B679-CE74ECD395CF}"/>
              </a:ext>
            </a:extLst>
          </p:cNvPr>
          <p:cNvSpPr>
            <a:spLocks noGrp="1"/>
          </p:cNvSpPr>
          <p:nvPr/>
        </p:nvSpPr>
        <p:spPr>
          <a:xfrm>
            <a:off x="2397764" y="5420141"/>
            <a:ext cx="218850" cy="13854"/>
          </a:xfrm>
          <a:custGeom>
            <a:avLst/>
            <a:gdLst/>
            <a:ahLst/>
            <a:cxnLst/>
            <a:rect l="0" t="0" r="0" b="0"/>
            <a:pathLst>
              <a:path w="218850" h="13854">
                <a:moveTo>
                  <a:pt x="0" y="13854"/>
                </a:moveTo>
                <a:lnTo>
                  <a:pt x="218850" y="0"/>
                </a:lnTo>
              </a:path>
            </a:pathLst>
          </a:custGeom>
          <a:noFill/>
          <a:ln w="4241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151" name="lumia-token-stream-curve">
            <a:extLst>
              <a:ext uri="{FF2B5EF4-FFF2-40B4-BE49-F238E27FC236}">
                <a16:creationId xmlns:a16="http://schemas.microsoft.com/office/drawing/2014/main" id="{EBDCE82F-ED2E-4A0D-97E7-E217439E9FE3}"/>
              </a:ext>
            </a:extLst>
          </p:cNvPr>
          <p:cNvSpPr>
            <a:spLocks noGrp="1"/>
          </p:cNvSpPr>
          <p:nvPr/>
        </p:nvSpPr>
        <p:spPr>
          <a:xfrm>
            <a:off x="2616615" y="5404950"/>
            <a:ext cx="222239" cy="15191"/>
          </a:xfrm>
          <a:custGeom>
            <a:avLst/>
            <a:gdLst/>
            <a:ahLst/>
            <a:cxnLst/>
            <a:rect l="0" t="0" r="0" b="0"/>
            <a:pathLst>
              <a:path w="222239" h="15191">
                <a:moveTo>
                  <a:pt x="0" y="15191"/>
                </a:moveTo>
                <a:lnTo>
                  <a:pt x="222239" y="0"/>
                </a:lnTo>
              </a:path>
            </a:pathLst>
          </a:custGeom>
          <a:noFill/>
          <a:ln w="4241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152" name="lumia-token-stream-curve">
            <a:extLst>
              <a:ext uri="{FF2B5EF4-FFF2-40B4-BE49-F238E27FC236}">
                <a16:creationId xmlns:a16="http://schemas.microsoft.com/office/drawing/2014/main" id="{3600F586-9090-4A18-96AD-6FEB490A6741}"/>
              </a:ext>
            </a:extLst>
          </p:cNvPr>
          <p:cNvSpPr>
            <a:spLocks noGrp="1"/>
          </p:cNvSpPr>
          <p:nvPr/>
        </p:nvSpPr>
        <p:spPr>
          <a:xfrm>
            <a:off x="2838854" y="5386690"/>
            <a:ext cx="225594" cy="18260"/>
          </a:xfrm>
          <a:custGeom>
            <a:avLst/>
            <a:gdLst/>
            <a:ahLst/>
            <a:cxnLst/>
            <a:rect l="0" t="0" r="0" b="0"/>
            <a:pathLst>
              <a:path w="225594" h="18260">
                <a:moveTo>
                  <a:pt x="0" y="18260"/>
                </a:moveTo>
                <a:lnTo>
                  <a:pt x="225594" y="0"/>
                </a:lnTo>
              </a:path>
            </a:pathLst>
          </a:custGeom>
          <a:noFill/>
          <a:ln w="4241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153" name="lumia-token-stream-curve">
            <a:extLst>
              <a:ext uri="{FF2B5EF4-FFF2-40B4-BE49-F238E27FC236}">
                <a16:creationId xmlns:a16="http://schemas.microsoft.com/office/drawing/2014/main" id="{3860E563-C2F4-46DE-B7FF-0E0F3C2CB6D5}"/>
              </a:ext>
            </a:extLst>
          </p:cNvPr>
          <p:cNvSpPr>
            <a:spLocks noGrp="1"/>
          </p:cNvSpPr>
          <p:nvPr/>
        </p:nvSpPr>
        <p:spPr>
          <a:xfrm>
            <a:off x="3064448" y="5363625"/>
            <a:ext cx="228916" cy="23065"/>
          </a:xfrm>
          <a:custGeom>
            <a:avLst/>
            <a:gdLst/>
            <a:ahLst/>
            <a:cxnLst/>
            <a:rect l="0" t="0" r="0" b="0"/>
            <a:pathLst>
              <a:path w="228916" h="23065">
                <a:moveTo>
                  <a:pt x="0" y="23065"/>
                </a:moveTo>
                <a:lnTo>
                  <a:pt x="228916" y="0"/>
                </a:lnTo>
              </a:path>
            </a:pathLst>
          </a:custGeom>
          <a:noFill/>
          <a:ln w="4241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154" name="lumia-token-stream-curve">
            <a:extLst>
              <a:ext uri="{FF2B5EF4-FFF2-40B4-BE49-F238E27FC236}">
                <a16:creationId xmlns:a16="http://schemas.microsoft.com/office/drawing/2014/main" id="{CDD47673-76FE-44CA-ACA3-D0656A6084B9}"/>
              </a:ext>
            </a:extLst>
          </p:cNvPr>
          <p:cNvSpPr>
            <a:spLocks noGrp="1"/>
          </p:cNvSpPr>
          <p:nvPr/>
        </p:nvSpPr>
        <p:spPr>
          <a:xfrm>
            <a:off x="3293364" y="5334160"/>
            <a:ext cx="232205" cy="29465"/>
          </a:xfrm>
          <a:custGeom>
            <a:avLst/>
            <a:gdLst/>
            <a:ahLst/>
            <a:cxnLst/>
            <a:rect l="0" t="0" r="0" b="0"/>
            <a:pathLst>
              <a:path w="232205" h="29465">
                <a:moveTo>
                  <a:pt x="0" y="29465"/>
                </a:moveTo>
                <a:lnTo>
                  <a:pt x="232205" y="0"/>
                </a:lnTo>
              </a:path>
            </a:pathLst>
          </a:custGeom>
          <a:noFill/>
          <a:ln w="4241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155" name="lumia-token-stream-curve">
            <a:extLst>
              <a:ext uri="{FF2B5EF4-FFF2-40B4-BE49-F238E27FC236}">
                <a16:creationId xmlns:a16="http://schemas.microsoft.com/office/drawing/2014/main" id="{D678FA16-76F6-4BC1-B9D7-23EDEDE75D5E}"/>
              </a:ext>
            </a:extLst>
          </p:cNvPr>
          <p:cNvSpPr>
            <a:spLocks noGrp="1"/>
          </p:cNvSpPr>
          <p:nvPr/>
        </p:nvSpPr>
        <p:spPr>
          <a:xfrm>
            <a:off x="3525569" y="5296992"/>
            <a:ext cx="235460" cy="37168"/>
          </a:xfrm>
          <a:custGeom>
            <a:avLst/>
            <a:gdLst/>
            <a:ahLst/>
            <a:cxnLst/>
            <a:rect l="0" t="0" r="0" b="0"/>
            <a:pathLst>
              <a:path w="235460" h="37168">
                <a:moveTo>
                  <a:pt x="0" y="37168"/>
                </a:moveTo>
                <a:lnTo>
                  <a:pt x="235460" y="0"/>
                </a:lnTo>
              </a:path>
            </a:pathLst>
          </a:custGeom>
          <a:noFill/>
          <a:ln w="4241">
            <a:solidFill>
              <a:srgbClr val="893E75">
                <a:alpha val="6000"/>
              </a:srgbClr>
            </a:solidFill>
            <a:prstDash val="solid"/>
          </a:ln>
        </p:spPr>
      </p:sp>
      <p:sp>
        <p:nvSpPr>
          <p:cNvPr id="156" name="lumia-token-stream-curve">
            <a:extLst>
              <a:ext uri="{FF2B5EF4-FFF2-40B4-BE49-F238E27FC236}">
                <a16:creationId xmlns:a16="http://schemas.microsoft.com/office/drawing/2014/main" id="{B233CE6C-52F3-410A-86A5-E78775B89633}"/>
              </a:ext>
            </a:extLst>
          </p:cNvPr>
          <p:cNvSpPr>
            <a:spLocks noGrp="1"/>
          </p:cNvSpPr>
          <p:nvPr/>
        </p:nvSpPr>
        <p:spPr>
          <a:xfrm>
            <a:off x="3761029" y="5251249"/>
            <a:ext cx="238682" cy="45743"/>
          </a:xfrm>
          <a:custGeom>
            <a:avLst/>
            <a:gdLst/>
            <a:ahLst/>
            <a:cxnLst/>
            <a:rect l="0" t="0" r="0" b="0"/>
            <a:pathLst>
              <a:path w="238682" h="45743">
                <a:moveTo>
                  <a:pt x="0" y="45743"/>
                </a:moveTo>
                <a:lnTo>
                  <a:pt x="238682" y="0"/>
                </a:lnTo>
              </a:path>
            </a:pathLst>
          </a:custGeom>
          <a:noFill/>
          <a:ln w="4242">
            <a:solidFill>
              <a:srgbClr val="963E6C">
                <a:alpha val="6000"/>
              </a:srgbClr>
            </a:solidFill>
            <a:prstDash val="solid"/>
          </a:ln>
        </p:spPr>
      </p:sp>
      <p:sp>
        <p:nvSpPr>
          <p:cNvPr id="157" name="lumia-token-stream-curve">
            <a:extLst>
              <a:ext uri="{FF2B5EF4-FFF2-40B4-BE49-F238E27FC236}">
                <a16:creationId xmlns:a16="http://schemas.microsoft.com/office/drawing/2014/main" id="{2550CDE8-DC87-4CF0-899C-A6B95D2D1B91}"/>
              </a:ext>
            </a:extLst>
          </p:cNvPr>
          <p:cNvSpPr>
            <a:spLocks noGrp="1"/>
          </p:cNvSpPr>
          <p:nvPr/>
        </p:nvSpPr>
        <p:spPr>
          <a:xfrm>
            <a:off x="3999711" y="5196605"/>
            <a:ext cx="241870" cy="54644"/>
          </a:xfrm>
          <a:custGeom>
            <a:avLst/>
            <a:gdLst/>
            <a:ahLst/>
            <a:cxnLst/>
            <a:rect l="0" t="0" r="0" b="0"/>
            <a:pathLst>
              <a:path w="241870" h="54644">
                <a:moveTo>
                  <a:pt x="0" y="54644"/>
                </a:moveTo>
                <a:lnTo>
                  <a:pt x="241870" y="0"/>
                </a:lnTo>
              </a:path>
            </a:pathLst>
          </a:custGeom>
          <a:noFill/>
          <a:ln w="4255">
            <a:solidFill>
              <a:srgbClr val="A33F64">
                <a:alpha val="6000"/>
              </a:srgbClr>
            </a:solidFill>
            <a:prstDash val="solid"/>
          </a:ln>
        </p:spPr>
      </p:sp>
      <p:sp>
        <p:nvSpPr>
          <p:cNvPr id="158" name="lumia-token-stream-curve">
            <a:extLst>
              <a:ext uri="{FF2B5EF4-FFF2-40B4-BE49-F238E27FC236}">
                <a16:creationId xmlns:a16="http://schemas.microsoft.com/office/drawing/2014/main" id="{6D6E17ED-1CAB-4967-9634-D1FD21D53789}"/>
              </a:ext>
            </a:extLst>
          </p:cNvPr>
          <p:cNvSpPr>
            <a:spLocks noGrp="1"/>
          </p:cNvSpPr>
          <p:nvPr/>
        </p:nvSpPr>
        <p:spPr>
          <a:xfrm>
            <a:off x="4241582" y="5133349"/>
            <a:ext cx="245025" cy="63256"/>
          </a:xfrm>
          <a:custGeom>
            <a:avLst/>
            <a:gdLst/>
            <a:ahLst/>
            <a:cxnLst/>
            <a:rect l="0" t="0" r="0" b="0"/>
            <a:pathLst>
              <a:path w="245025" h="63256">
                <a:moveTo>
                  <a:pt x="0" y="63256"/>
                </a:moveTo>
                <a:lnTo>
                  <a:pt x="245025" y="0"/>
                </a:lnTo>
              </a:path>
            </a:pathLst>
          </a:custGeom>
          <a:noFill/>
          <a:ln w="4284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159" name="lumia-token-stream-curve">
            <a:extLst>
              <a:ext uri="{FF2B5EF4-FFF2-40B4-BE49-F238E27FC236}">
                <a16:creationId xmlns:a16="http://schemas.microsoft.com/office/drawing/2014/main" id="{C399B01C-C761-4355-B6F9-9B66F5ABB014}"/>
              </a:ext>
            </a:extLst>
          </p:cNvPr>
          <p:cNvSpPr>
            <a:spLocks noGrp="1"/>
          </p:cNvSpPr>
          <p:nvPr/>
        </p:nvSpPr>
        <p:spPr>
          <a:xfrm>
            <a:off x="4486607" y="5062400"/>
            <a:ext cx="248147" cy="70949"/>
          </a:xfrm>
          <a:custGeom>
            <a:avLst/>
            <a:gdLst/>
            <a:ahLst/>
            <a:cxnLst/>
            <a:rect l="0" t="0" r="0" b="0"/>
            <a:pathLst>
              <a:path w="248147" h="70949">
                <a:moveTo>
                  <a:pt x="0" y="70949"/>
                </a:moveTo>
                <a:lnTo>
                  <a:pt x="248147" y="0"/>
                </a:lnTo>
              </a:path>
            </a:pathLst>
          </a:custGeom>
          <a:noFill/>
          <a:ln w="4328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160" name="lumia-token-stream-curve">
            <a:extLst>
              <a:ext uri="{FF2B5EF4-FFF2-40B4-BE49-F238E27FC236}">
                <a16:creationId xmlns:a16="http://schemas.microsoft.com/office/drawing/2014/main" id="{2E227319-5607-4B85-A468-2C9155C4486E}"/>
              </a:ext>
            </a:extLst>
          </p:cNvPr>
          <p:cNvSpPr>
            <a:spLocks noGrp="1"/>
          </p:cNvSpPr>
          <p:nvPr/>
        </p:nvSpPr>
        <p:spPr>
          <a:xfrm>
            <a:off x="4734754" y="4985252"/>
            <a:ext cx="251235" cy="77148"/>
          </a:xfrm>
          <a:custGeom>
            <a:avLst/>
            <a:gdLst/>
            <a:ahLst/>
            <a:cxnLst/>
            <a:rect l="0" t="0" r="0" b="0"/>
            <a:pathLst>
              <a:path w="251235" h="77148">
                <a:moveTo>
                  <a:pt x="0" y="77148"/>
                </a:moveTo>
                <a:lnTo>
                  <a:pt x="251235" y="0"/>
                </a:lnTo>
              </a:path>
            </a:pathLst>
          </a:custGeom>
          <a:noFill/>
          <a:ln w="4387">
            <a:solidFill>
              <a:srgbClr val="CA414A">
                <a:alpha val="7000"/>
              </a:srgbClr>
            </a:solidFill>
            <a:prstDash val="solid"/>
          </a:ln>
        </p:spPr>
      </p:sp>
      <p:sp>
        <p:nvSpPr>
          <p:cNvPr id="161" name="lumia-token-stream-curve">
            <a:extLst>
              <a:ext uri="{FF2B5EF4-FFF2-40B4-BE49-F238E27FC236}">
                <a16:creationId xmlns:a16="http://schemas.microsoft.com/office/drawing/2014/main" id="{9F927BAD-B38F-46F8-834D-C191ECF4190A}"/>
              </a:ext>
            </a:extLst>
          </p:cNvPr>
          <p:cNvSpPr>
            <a:spLocks noGrp="1"/>
          </p:cNvSpPr>
          <p:nvPr/>
        </p:nvSpPr>
        <p:spPr>
          <a:xfrm>
            <a:off x="4985990" y="4903852"/>
            <a:ext cx="254290" cy="81401"/>
          </a:xfrm>
          <a:custGeom>
            <a:avLst/>
            <a:gdLst/>
            <a:ahLst/>
            <a:cxnLst/>
            <a:rect l="0" t="0" r="0" b="0"/>
            <a:pathLst>
              <a:path w="254290" h="81401">
                <a:moveTo>
                  <a:pt x="0" y="81401"/>
                </a:moveTo>
                <a:lnTo>
                  <a:pt x="254290" y="0"/>
                </a:lnTo>
              </a:path>
            </a:pathLst>
          </a:custGeom>
          <a:noFill/>
          <a:ln w="4458">
            <a:solidFill>
              <a:srgbClr val="D74242">
                <a:alpha val="7000"/>
              </a:srgbClr>
            </a:solidFill>
            <a:prstDash val="solid"/>
          </a:ln>
        </p:spPr>
      </p:sp>
      <p:sp>
        <p:nvSpPr>
          <p:cNvPr id="162" name="lumia-token-stream-curve">
            <a:extLst>
              <a:ext uri="{FF2B5EF4-FFF2-40B4-BE49-F238E27FC236}">
                <a16:creationId xmlns:a16="http://schemas.microsoft.com/office/drawing/2014/main" id="{35935983-A0E6-47E2-85FB-9F4D860DBCFC}"/>
              </a:ext>
            </a:extLst>
          </p:cNvPr>
          <p:cNvSpPr>
            <a:spLocks noGrp="1"/>
          </p:cNvSpPr>
          <p:nvPr/>
        </p:nvSpPr>
        <p:spPr>
          <a:xfrm>
            <a:off x="5240280" y="4820409"/>
            <a:ext cx="257312" cy="83443"/>
          </a:xfrm>
          <a:custGeom>
            <a:avLst/>
            <a:gdLst/>
            <a:ahLst/>
            <a:cxnLst/>
            <a:rect l="0" t="0" r="0" b="0"/>
            <a:pathLst>
              <a:path w="257312" h="83443">
                <a:moveTo>
                  <a:pt x="0" y="83443"/>
                </a:moveTo>
                <a:lnTo>
                  <a:pt x="257312" y="0"/>
                </a:lnTo>
              </a:path>
            </a:pathLst>
          </a:custGeom>
          <a:noFill/>
          <a:ln w="4540">
            <a:solidFill>
              <a:srgbClr val="E44339">
                <a:alpha val="7000"/>
              </a:srgbClr>
            </a:solidFill>
            <a:prstDash val="solid"/>
          </a:ln>
        </p:spPr>
      </p:sp>
      <p:sp>
        <p:nvSpPr>
          <p:cNvPr id="163" name="lumia-token-stream-curve">
            <a:extLst>
              <a:ext uri="{FF2B5EF4-FFF2-40B4-BE49-F238E27FC236}">
                <a16:creationId xmlns:a16="http://schemas.microsoft.com/office/drawing/2014/main" id="{6F331C4A-8505-48C0-925B-2578BC1FB729}"/>
              </a:ext>
            </a:extLst>
          </p:cNvPr>
          <p:cNvSpPr>
            <a:spLocks noGrp="1"/>
          </p:cNvSpPr>
          <p:nvPr/>
        </p:nvSpPr>
        <p:spPr>
          <a:xfrm>
            <a:off x="5497592" y="4737162"/>
            <a:ext cx="260300" cy="83247"/>
          </a:xfrm>
          <a:custGeom>
            <a:avLst/>
            <a:gdLst/>
            <a:ahLst/>
            <a:cxnLst/>
            <a:rect l="0" t="0" r="0" b="0"/>
            <a:pathLst>
              <a:path w="260300" h="83247">
                <a:moveTo>
                  <a:pt x="0" y="83247"/>
                </a:moveTo>
                <a:lnTo>
                  <a:pt x="260300" y="0"/>
                </a:lnTo>
              </a:path>
            </a:pathLst>
          </a:custGeom>
          <a:noFill/>
          <a:ln w="4633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164" name="lumia-token-stream-curve">
            <a:extLst>
              <a:ext uri="{FF2B5EF4-FFF2-40B4-BE49-F238E27FC236}">
                <a16:creationId xmlns:a16="http://schemas.microsoft.com/office/drawing/2014/main" id="{2FF3A88F-B4FC-4BB7-87AD-856D0D601FE0}"/>
              </a:ext>
            </a:extLst>
          </p:cNvPr>
          <p:cNvSpPr>
            <a:spLocks noGrp="1"/>
          </p:cNvSpPr>
          <p:nvPr/>
        </p:nvSpPr>
        <p:spPr>
          <a:xfrm>
            <a:off x="5757892" y="4656107"/>
            <a:ext cx="263255" cy="81055"/>
          </a:xfrm>
          <a:custGeom>
            <a:avLst/>
            <a:gdLst/>
            <a:ahLst/>
            <a:cxnLst/>
            <a:rect l="0" t="0" r="0" b="0"/>
            <a:pathLst>
              <a:path w="263255" h="81055">
                <a:moveTo>
                  <a:pt x="0" y="81055"/>
                </a:moveTo>
                <a:lnTo>
                  <a:pt x="263255" y="0"/>
                </a:lnTo>
              </a:path>
            </a:pathLst>
          </a:custGeom>
          <a:noFill/>
          <a:ln w="4734">
            <a:solidFill>
              <a:srgbClr val="EC532F">
                <a:alpha val="8000"/>
              </a:srgbClr>
            </a:solidFill>
            <a:prstDash val="solid"/>
          </a:ln>
        </p:spPr>
      </p:sp>
      <p:sp>
        <p:nvSpPr>
          <p:cNvPr id="165" name="lumia-token-stream-curve">
            <a:extLst>
              <a:ext uri="{FF2B5EF4-FFF2-40B4-BE49-F238E27FC236}">
                <a16:creationId xmlns:a16="http://schemas.microsoft.com/office/drawing/2014/main" id="{3BB5931E-76AC-404F-A616-409C16BF8B00}"/>
              </a:ext>
            </a:extLst>
          </p:cNvPr>
          <p:cNvSpPr>
            <a:spLocks noGrp="1"/>
          </p:cNvSpPr>
          <p:nvPr/>
        </p:nvSpPr>
        <p:spPr>
          <a:xfrm>
            <a:off x="6021147" y="4578734"/>
            <a:ext cx="266176" cy="77373"/>
          </a:xfrm>
          <a:custGeom>
            <a:avLst/>
            <a:gdLst/>
            <a:ahLst/>
            <a:cxnLst/>
            <a:rect l="0" t="0" r="0" b="0"/>
            <a:pathLst>
              <a:path w="266176" h="77373">
                <a:moveTo>
                  <a:pt x="0" y="77373"/>
                </a:moveTo>
                <a:lnTo>
                  <a:pt x="266176" y="0"/>
                </a:lnTo>
              </a:path>
            </a:pathLst>
          </a:custGeom>
          <a:noFill/>
          <a:ln w="4844">
            <a:solidFill>
              <a:srgbClr val="EE5E2A">
                <a:alpha val="8000"/>
              </a:srgbClr>
            </a:solidFill>
            <a:prstDash val="solid"/>
          </a:ln>
        </p:spPr>
      </p:sp>
      <p:sp>
        <p:nvSpPr>
          <p:cNvPr id="166" name="lumia-token-stream-curve">
            <a:extLst>
              <a:ext uri="{FF2B5EF4-FFF2-40B4-BE49-F238E27FC236}">
                <a16:creationId xmlns:a16="http://schemas.microsoft.com/office/drawing/2014/main" id="{33462E1B-9B0F-493C-A6CC-7AB7A58B13CC}"/>
              </a:ext>
            </a:extLst>
          </p:cNvPr>
          <p:cNvSpPr>
            <a:spLocks noGrp="1"/>
          </p:cNvSpPr>
          <p:nvPr/>
        </p:nvSpPr>
        <p:spPr>
          <a:xfrm>
            <a:off x="6287323" y="4505795"/>
            <a:ext cx="269064" cy="72939"/>
          </a:xfrm>
          <a:custGeom>
            <a:avLst/>
            <a:gdLst/>
            <a:ahLst/>
            <a:cxnLst/>
            <a:rect l="0" t="0" r="0" b="0"/>
            <a:pathLst>
              <a:path w="269064" h="72939">
                <a:moveTo>
                  <a:pt x="0" y="72939"/>
                </a:moveTo>
                <a:lnTo>
                  <a:pt x="269064" y="0"/>
                </a:lnTo>
              </a:path>
            </a:pathLst>
          </a:custGeom>
          <a:noFill/>
          <a:ln w="4960">
            <a:solidFill>
              <a:srgbClr val="EF6926">
                <a:alpha val="8000"/>
              </a:srgbClr>
            </a:solidFill>
            <a:prstDash val="solid"/>
          </a:ln>
        </p:spPr>
      </p:sp>
      <p:sp>
        <p:nvSpPr>
          <p:cNvPr id="167" name="lumia-token-stream-curve">
            <a:extLst>
              <a:ext uri="{FF2B5EF4-FFF2-40B4-BE49-F238E27FC236}">
                <a16:creationId xmlns:a16="http://schemas.microsoft.com/office/drawing/2014/main" id="{23470140-859F-490E-A4EE-F2069303E799}"/>
              </a:ext>
            </a:extLst>
          </p:cNvPr>
          <p:cNvSpPr>
            <a:spLocks noGrp="1"/>
          </p:cNvSpPr>
          <p:nvPr/>
        </p:nvSpPr>
        <p:spPr>
          <a:xfrm>
            <a:off x="6556388" y="4437141"/>
            <a:ext cx="271919" cy="68654"/>
          </a:xfrm>
          <a:custGeom>
            <a:avLst/>
            <a:gdLst/>
            <a:ahLst/>
            <a:cxnLst/>
            <a:rect l="0" t="0" r="0" b="0"/>
            <a:pathLst>
              <a:path w="271919" h="68654">
                <a:moveTo>
                  <a:pt x="0" y="68654"/>
                </a:moveTo>
                <a:lnTo>
                  <a:pt x="271919" y="0"/>
                </a:lnTo>
              </a:path>
            </a:pathLst>
          </a:custGeom>
          <a:noFill/>
          <a:ln w="5081">
            <a:solidFill>
              <a:srgbClr val="F17322">
                <a:alpha val="9000"/>
              </a:srgbClr>
            </a:solidFill>
            <a:prstDash val="solid"/>
          </a:ln>
        </p:spPr>
      </p:sp>
      <p:sp>
        <p:nvSpPr>
          <p:cNvPr id="168" name="lumia-token-stream-curve">
            <a:extLst>
              <a:ext uri="{FF2B5EF4-FFF2-40B4-BE49-F238E27FC236}">
                <a16:creationId xmlns:a16="http://schemas.microsoft.com/office/drawing/2014/main" id="{7E43FE4C-3A57-440D-B1B1-BEDB43DF538D}"/>
              </a:ext>
            </a:extLst>
          </p:cNvPr>
          <p:cNvSpPr>
            <a:spLocks noGrp="1"/>
          </p:cNvSpPr>
          <p:nvPr/>
        </p:nvSpPr>
        <p:spPr>
          <a:xfrm>
            <a:off x="6828307" y="4371655"/>
            <a:ext cx="274740" cy="65487"/>
          </a:xfrm>
          <a:custGeom>
            <a:avLst/>
            <a:gdLst/>
            <a:ahLst/>
            <a:cxnLst/>
            <a:rect l="0" t="0" r="0" b="0"/>
            <a:pathLst>
              <a:path w="274740" h="65487">
                <a:moveTo>
                  <a:pt x="0" y="65487"/>
                </a:moveTo>
                <a:lnTo>
                  <a:pt x="274740" y="0"/>
                </a:lnTo>
              </a:path>
            </a:pathLst>
          </a:custGeom>
          <a:noFill/>
          <a:ln w="5206">
            <a:solidFill>
              <a:srgbClr val="F27E1E">
                <a:alpha val="9000"/>
              </a:srgbClr>
            </a:solidFill>
            <a:prstDash val="solid"/>
          </a:ln>
        </p:spPr>
      </p:sp>
      <p:sp>
        <p:nvSpPr>
          <p:cNvPr id="169" name="lumia-token-stream-curve">
            <a:extLst>
              <a:ext uri="{FF2B5EF4-FFF2-40B4-BE49-F238E27FC236}">
                <a16:creationId xmlns:a16="http://schemas.microsoft.com/office/drawing/2014/main" id="{3EB13550-374A-4793-9115-38A5AE0B876E}"/>
              </a:ext>
            </a:extLst>
          </p:cNvPr>
          <p:cNvSpPr>
            <a:spLocks noGrp="1"/>
          </p:cNvSpPr>
          <p:nvPr/>
        </p:nvSpPr>
        <p:spPr>
          <a:xfrm>
            <a:off x="7103047" y="4307299"/>
            <a:ext cx="277528" cy="64356"/>
          </a:xfrm>
          <a:custGeom>
            <a:avLst/>
            <a:gdLst/>
            <a:ahLst/>
            <a:cxnLst/>
            <a:rect l="0" t="0" r="0" b="0"/>
            <a:pathLst>
              <a:path w="277528" h="64356">
                <a:moveTo>
                  <a:pt x="0" y="64356"/>
                </a:moveTo>
                <a:lnTo>
                  <a:pt x="277528" y="0"/>
                </a:lnTo>
              </a:path>
            </a:pathLst>
          </a:custGeom>
          <a:noFill/>
          <a:ln w="5335">
            <a:solidFill>
              <a:srgbClr val="F48919">
                <a:alpha val="9000"/>
              </a:srgbClr>
            </a:solidFill>
            <a:prstDash val="solid"/>
          </a:ln>
        </p:spPr>
      </p:sp>
      <p:sp>
        <p:nvSpPr>
          <p:cNvPr id="170" name="lumia-token-stream-curve">
            <a:extLst>
              <a:ext uri="{FF2B5EF4-FFF2-40B4-BE49-F238E27FC236}">
                <a16:creationId xmlns:a16="http://schemas.microsoft.com/office/drawing/2014/main" id="{EED5CA11-3969-4C7A-8828-366E7FFB555A}"/>
              </a:ext>
            </a:extLst>
          </p:cNvPr>
          <p:cNvSpPr>
            <a:spLocks noGrp="1"/>
          </p:cNvSpPr>
          <p:nvPr/>
        </p:nvSpPr>
        <p:spPr>
          <a:xfrm>
            <a:off x="7380576" y="4241294"/>
            <a:ext cx="280283" cy="66005"/>
          </a:xfrm>
          <a:custGeom>
            <a:avLst/>
            <a:gdLst/>
            <a:ahLst/>
            <a:cxnLst/>
            <a:rect l="0" t="0" r="0" b="0"/>
            <a:pathLst>
              <a:path w="280283" h="66005">
                <a:moveTo>
                  <a:pt x="0" y="66005"/>
                </a:moveTo>
                <a:lnTo>
                  <a:pt x="280283" y="0"/>
                </a:lnTo>
              </a:path>
            </a:pathLst>
          </a:custGeom>
          <a:noFill/>
          <a:ln w="5465">
            <a:solidFill>
              <a:srgbClr val="F59415">
                <a:alpha val="10000"/>
              </a:srgbClr>
            </a:solidFill>
            <a:prstDash val="solid"/>
          </a:ln>
        </p:spPr>
      </p:sp>
      <p:sp>
        <p:nvSpPr>
          <p:cNvPr id="171" name="lumia-token-stream-curve">
            <a:extLst>
              <a:ext uri="{FF2B5EF4-FFF2-40B4-BE49-F238E27FC236}">
                <a16:creationId xmlns:a16="http://schemas.microsoft.com/office/drawing/2014/main" id="{B25D9ECC-BE54-4F0D-808D-520A7EF35DF5}"/>
              </a:ext>
            </a:extLst>
          </p:cNvPr>
          <p:cNvSpPr>
            <a:spLocks noGrp="1"/>
          </p:cNvSpPr>
          <p:nvPr/>
        </p:nvSpPr>
        <p:spPr>
          <a:xfrm>
            <a:off x="7660858" y="4170404"/>
            <a:ext cx="283004" cy="70890"/>
          </a:xfrm>
          <a:custGeom>
            <a:avLst/>
            <a:gdLst/>
            <a:ahLst/>
            <a:cxnLst/>
            <a:rect l="0" t="0" r="0" b="0"/>
            <a:pathLst>
              <a:path w="283004" h="70890">
                <a:moveTo>
                  <a:pt x="0" y="70890"/>
                </a:moveTo>
                <a:lnTo>
                  <a:pt x="283004" y="0"/>
                </a:lnTo>
              </a:path>
            </a:pathLst>
          </a:custGeom>
          <a:noFill/>
          <a:ln w="5595">
            <a:solidFill>
              <a:srgbClr val="F79E11">
                <a:alpha val="10000"/>
              </a:srgbClr>
            </a:solidFill>
            <a:prstDash val="solid"/>
          </a:ln>
        </p:spPr>
      </p:sp>
      <p:sp>
        <p:nvSpPr>
          <p:cNvPr id="172" name="lumia-token-stream-curve">
            <a:extLst>
              <a:ext uri="{FF2B5EF4-FFF2-40B4-BE49-F238E27FC236}">
                <a16:creationId xmlns:a16="http://schemas.microsoft.com/office/drawing/2014/main" id="{E1883AE1-1F10-4019-8E09-26A2D8B511A4}"/>
              </a:ext>
            </a:extLst>
          </p:cNvPr>
          <p:cNvSpPr>
            <a:spLocks noGrp="1"/>
          </p:cNvSpPr>
          <p:nvPr/>
        </p:nvSpPr>
        <p:spPr>
          <a:xfrm>
            <a:off x="7943862" y="4091313"/>
            <a:ext cx="285692" cy="79091"/>
          </a:xfrm>
          <a:custGeom>
            <a:avLst/>
            <a:gdLst/>
            <a:ahLst/>
            <a:cxnLst/>
            <a:rect l="0" t="0" r="0" b="0"/>
            <a:pathLst>
              <a:path w="285692" h="79091">
                <a:moveTo>
                  <a:pt x="0" y="79091"/>
                </a:moveTo>
                <a:lnTo>
                  <a:pt x="285692" y="0"/>
                </a:lnTo>
              </a:path>
            </a:pathLst>
          </a:custGeom>
          <a:noFill/>
          <a:ln w="5725">
            <a:solidFill>
              <a:srgbClr val="F8A90C">
                <a:alpha val="10000"/>
              </a:srgbClr>
            </a:solidFill>
            <a:prstDash val="solid"/>
          </a:ln>
        </p:spPr>
      </p:sp>
      <p:sp>
        <p:nvSpPr>
          <p:cNvPr id="173" name="lumia-token-stream-curve">
            <a:extLst>
              <a:ext uri="{FF2B5EF4-FFF2-40B4-BE49-F238E27FC236}">
                <a16:creationId xmlns:a16="http://schemas.microsoft.com/office/drawing/2014/main" id="{87D0B2D1-88DD-40EF-8CBA-151878ADE4C6}"/>
              </a:ext>
            </a:extLst>
          </p:cNvPr>
          <p:cNvSpPr>
            <a:spLocks noGrp="1"/>
          </p:cNvSpPr>
          <p:nvPr/>
        </p:nvSpPr>
        <p:spPr>
          <a:xfrm>
            <a:off x="8229554" y="4001040"/>
            <a:ext cx="288346" cy="90273"/>
          </a:xfrm>
          <a:custGeom>
            <a:avLst/>
            <a:gdLst/>
            <a:ahLst/>
            <a:cxnLst/>
            <a:rect l="0" t="0" r="0" b="0"/>
            <a:pathLst>
              <a:path w="288346" h="90273">
                <a:moveTo>
                  <a:pt x="0" y="90273"/>
                </a:moveTo>
                <a:lnTo>
                  <a:pt x="288346" y="0"/>
                </a:lnTo>
              </a:path>
            </a:pathLst>
          </a:custGeom>
          <a:noFill/>
          <a:ln w="5852">
            <a:solidFill>
              <a:srgbClr val="FAB408">
                <a:alpha val="10000"/>
              </a:srgbClr>
            </a:solidFill>
            <a:prstDash val="solid"/>
          </a:ln>
        </p:spPr>
      </p:sp>
      <p:sp>
        <p:nvSpPr>
          <p:cNvPr id="174" name="lumia-token-stream-curve">
            <a:extLst>
              <a:ext uri="{FF2B5EF4-FFF2-40B4-BE49-F238E27FC236}">
                <a16:creationId xmlns:a16="http://schemas.microsoft.com/office/drawing/2014/main" id="{B96059BF-799E-4A2A-8E10-49702C4D2B72}"/>
              </a:ext>
            </a:extLst>
          </p:cNvPr>
          <p:cNvSpPr>
            <a:spLocks noGrp="1"/>
          </p:cNvSpPr>
          <p:nvPr/>
        </p:nvSpPr>
        <p:spPr>
          <a:xfrm>
            <a:off x="8517900" y="3897350"/>
            <a:ext cx="290967" cy="103690"/>
          </a:xfrm>
          <a:custGeom>
            <a:avLst/>
            <a:gdLst/>
            <a:ahLst/>
            <a:cxnLst/>
            <a:rect l="0" t="0" r="0" b="0"/>
            <a:pathLst>
              <a:path w="290967" h="103690">
                <a:moveTo>
                  <a:pt x="0" y="103690"/>
                </a:moveTo>
                <a:lnTo>
                  <a:pt x="290967" y="0"/>
                </a:lnTo>
              </a:path>
            </a:pathLst>
          </a:custGeom>
          <a:noFill/>
          <a:ln w="5977">
            <a:solidFill>
              <a:srgbClr val="F7BC07">
                <a:alpha val="11000"/>
              </a:srgbClr>
            </a:solidFill>
            <a:prstDash val="solid"/>
          </a:ln>
        </p:spPr>
      </p:sp>
      <p:sp>
        <p:nvSpPr>
          <p:cNvPr id="175" name="lumia-token-stream-curve">
            <a:extLst>
              <a:ext uri="{FF2B5EF4-FFF2-40B4-BE49-F238E27FC236}">
                <a16:creationId xmlns:a16="http://schemas.microsoft.com/office/drawing/2014/main" id="{010B74F7-90EB-47C2-9B36-AEDA708E962C}"/>
              </a:ext>
            </a:extLst>
          </p:cNvPr>
          <p:cNvSpPr>
            <a:spLocks noGrp="1"/>
          </p:cNvSpPr>
          <p:nvPr/>
        </p:nvSpPr>
        <p:spPr>
          <a:xfrm>
            <a:off x="8808868" y="3779090"/>
            <a:ext cx="293555" cy="118261"/>
          </a:xfrm>
          <a:custGeom>
            <a:avLst/>
            <a:gdLst/>
            <a:ahLst/>
            <a:cxnLst/>
            <a:rect l="0" t="0" r="0" b="0"/>
            <a:pathLst>
              <a:path w="293555" h="118261">
                <a:moveTo>
                  <a:pt x="0" y="118261"/>
                </a:moveTo>
                <a:lnTo>
                  <a:pt x="293555" y="0"/>
                </a:lnTo>
              </a:path>
            </a:pathLst>
          </a:custGeom>
          <a:noFill/>
          <a:ln w="6097">
            <a:solidFill>
              <a:srgbClr val="E5BA0E">
                <a:alpha val="11000"/>
              </a:srgbClr>
            </a:solidFill>
            <a:prstDash val="solid"/>
          </a:ln>
        </p:spPr>
      </p:sp>
      <p:sp>
        <p:nvSpPr>
          <p:cNvPr id="176" name="lumia-token-stream-curve">
            <a:extLst>
              <a:ext uri="{FF2B5EF4-FFF2-40B4-BE49-F238E27FC236}">
                <a16:creationId xmlns:a16="http://schemas.microsoft.com/office/drawing/2014/main" id="{ACC28545-C720-4A4B-B793-4C2695EB9DA9}"/>
              </a:ext>
            </a:extLst>
          </p:cNvPr>
          <p:cNvSpPr>
            <a:spLocks noGrp="1"/>
          </p:cNvSpPr>
          <p:nvPr/>
        </p:nvSpPr>
        <p:spPr>
          <a:xfrm>
            <a:off x="9102423" y="3646396"/>
            <a:ext cx="296109" cy="132694"/>
          </a:xfrm>
          <a:custGeom>
            <a:avLst/>
            <a:gdLst/>
            <a:ahLst/>
            <a:cxnLst/>
            <a:rect l="0" t="0" r="0" b="0"/>
            <a:pathLst>
              <a:path w="296109" h="132694">
                <a:moveTo>
                  <a:pt x="0" y="132694"/>
                </a:moveTo>
                <a:lnTo>
                  <a:pt x="296109" y="0"/>
                </a:lnTo>
              </a:path>
            </a:pathLst>
          </a:custGeom>
          <a:noFill/>
          <a:ln w="6211">
            <a:solidFill>
              <a:srgbClr val="D3B815">
                <a:alpha val="11000"/>
              </a:srgbClr>
            </a:solidFill>
            <a:prstDash val="solid"/>
          </a:ln>
        </p:spPr>
      </p:sp>
      <p:sp>
        <p:nvSpPr>
          <p:cNvPr id="177" name="lumia-token-stream-curve">
            <a:extLst>
              <a:ext uri="{FF2B5EF4-FFF2-40B4-BE49-F238E27FC236}">
                <a16:creationId xmlns:a16="http://schemas.microsoft.com/office/drawing/2014/main" id="{EF6ADCFB-8CE4-40FC-A5B4-634586666EAF}"/>
              </a:ext>
            </a:extLst>
          </p:cNvPr>
          <p:cNvSpPr>
            <a:spLocks noGrp="1"/>
          </p:cNvSpPr>
          <p:nvPr/>
        </p:nvSpPr>
        <p:spPr>
          <a:xfrm>
            <a:off x="9398532" y="3500739"/>
            <a:ext cx="298630" cy="145657"/>
          </a:xfrm>
          <a:custGeom>
            <a:avLst/>
            <a:gdLst/>
            <a:ahLst/>
            <a:cxnLst/>
            <a:rect l="0" t="0" r="0" b="0"/>
            <a:pathLst>
              <a:path w="298630" h="145657">
                <a:moveTo>
                  <a:pt x="0" y="145657"/>
                </a:moveTo>
                <a:lnTo>
                  <a:pt x="298630" y="0"/>
                </a:lnTo>
              </a:path>
            </a:pathLst>
          </a:custGeom>
          <a:noFill/>
          <a:ln w="6319">
            <a:solidFill>
              <a:srgbClr val="C2B61C">
                <a:alpha val="11000"/>
              </a:srgbClr>
            </a:solidFill>
            <a:prstDash val="solid"/>
          </a:ln>
        </p:spPr>
      </p:sp>
      <p:sp>
        <p:nvSpPr>
          <p:cNvPr id="178" name="lumia-token-stream-curve">
            <a:extLst>
              <a:ext uri="{FF2B5EF4-FFF2-40B4-BE49-F238E27FC236}">
                <a16:creationId xmlns:a16="http://schemas.microsoft.com/office/drawing/2014/main" id="{3D1A28E7-6E8C-4CC0-890E-02DE52324210}"/>
              </a:ext>
            </a:extLst>
          </p:cNvPr>
          <p:cNvSpPr>
            <a:spLocks noGrp="1"/>
          </p:cNvSpPr>
          <p:nvPr/>
        </p:nvSpPr>
        <p:spPr>
          <a:xfrm>
            <a:off x="9697162" y="3344766"/>
            <a:ext cx="301118" cy="155973"/>
          </a:xfrm>
          <a:custGeom>
            <a:avLst/>
            <a:gdLst/>
            <a:ahLst/>
            <a:cxnLst/>
            <a:rect l="0" t="0" r="0" b="0"/>
            <a:pathLst>
              <a:path w="301118" h="155973">
                <a:moveTo>
                  <a:pt x="0" y="155973"/>
                </a:moveTo>
                <a:lnTo>
                  <a:pt x="301118" y="0"/>
                </a:lnTo>
              </a:path>
            </a:pathLst>
          </a:custGeom>
          <a:noFill/>
          <a:ln w="6418">
            <a:solidFill>
              <a:srgbClr val="B0B422">
                <a:alpha val="11000"/>
              </a:srgbClr>
            </a:solidFill>
            <a:prstDash val="solid"/>
          </a:ln>
        </p:spPr>
      </p:sp>
      <p:sp>
        <p:nvSpPr>
          <p:cNvPr id="179" name="lumia-token-stream-curve">
            <a:extLst>
              <a:ext uri="{FF2B5EF4-FFF2-40B4-BE49-F238E27FC236}">
                <a16:creationId xmlns:a16="http://schemas.microsoft.com/office/drawing/2014/main" id="{739BFF8F-2DD1-467D-A662-F14D2D42E02D}"/>
              </a:ext>
            </a:extLst>
          </p:cNvPr>
          <p:cNvSpPr>
            <a:spLocks noGrp="1"/>
          </p:cNvSpPr>
          <p:nvPr/>
        </p:nvSpPr>
        <p:spPr>
          <a:xfrm>
            <a:off x="9998279" y="3181966"/>
            <a:ext cx="303572" cy="162800"/>
          </a:xfrm>
          <a:custGeom>
            <a:avLst/>
            <a:gdLst/>
            <a:ahLst/>
            <a:cxnLst/>
            <a:rect l="0" t="0" r="0" b="0"/>
            <a:pathLst>
              <a:path w="303572" h="162800">
                <a:moveTo>
                  <a:pt x="0" y="162800"/>
                </a:moveTo>
                <a:lnTo>
                  <a:pt x="303572" y="0"/>
                </a:lnTo>
              </a:path>
            </a:pathLst>
          </a:custGeom>
          <a:noFill/>
          <a:ln w="6509">
            <a:solidFill>
              <a:srgbClr val="9EB329">
                <a:alpha val="12000"/>
              </a:srgbClr>
            </a:solidFill>
            <a:prstDash val="solid"/>
          </a:ln>
        </p:spPr>
      </p:sp>
      <p:sp>
        <p:nvSpPr>
          <p:cNvPr id="180" name="lumia-token-stream-curve">
            <a:extLst>
              <a:ext uri="{FF2B5EF4-FFF2-40B4-BE49-F238E27FC236}">
                <a16:creationId xmlns:a16="http://schemas.microsoft.com/office/drawing/2014/main" id="{7A0891D8-3BEB-405D-BEAC-C64CFC99F9D2}"/>
              </a:ext>
            </a:extLst>
          </p:cNvPr>
          <p:cNvSpPr>
            <a:spLocks noGrp="1"/>
          </p:cNvSpPr>
          <p:nvPr/>
        </p:nvSpPr>
        <p:spPr>
          <a:xfrm>
            <a:off x="10301851" y="3016173"/>
            <a:ext cx="305993" cy="165793"/>
          </a:xfrm>
          <a:custGeom>
            <a:avLst/>
            <a:gdLst/>
            <a:ahLst/>
            <a:cxnLst/>
            <a:rect l="0" t="0" r="0" b="0"/>
            <a:pathLst>
              <a:path w="305993" h="165793">
                <a:moveTo>
                  <a:pt x="0" y="165793"/>
                </a:moveTo>
                <a:lnTo>
                  <a:pt x="305993" y="0"/>
                </a:lnTo>
              </a:path>
            </a:pathLst>
          </a:custGeom>
          <a:noFill/>
          <a:ln w="6588">
            <a:solidFill>
              <a:srgbClr val="8CB130">
                <a:alpha val="12000"/>
              </a:srgbClr>
            </a:solidFill>
            <a:prstDash val="solid"/>
          </a:ln>
        </p:spPr>
      </p:sp>
      <p:sp>
        <p:nvSpPr>
          <p:cNvPr id="181" name="lumia-token-stream-curve">
            <a:extLst>
              <a:ext uri="{FF2B5EF4-FFF2-40B4-BE49-F238E27FC236}">
                <a16:creationId xmlns:a16="http://schemas.microsoft.com/office/drawing/2014/main" id="{A7B3C9B9-47C2-45C2-8FC8-3CD8EBA3E57E}"/>
              </a:ext>
            </a:extLst>
          </p:cNvPr>
          <p:cNvSpPr>
            <a:spLocks noGrp="1"/>
          </p:cNvSpPr>
          <p:nvPr/>
        </p:nvSpPr>
        <p:spPr>
          <a:xfrm>
            <a:off x="10607844" y="2850989"/>
            <a:ext cx="308380" cy="165184"/>
          </a:xfrm>
          <a:custGeom>
            <a:avLst/>
            <a:gdLst/>
            <a:ahLst/>
            <a:cxnLst/>
            <a:rect l="0" t="0" r="0" b="0"/>
            <a:pathLst>
              <a:path w="308380" h="165184">
                <a:moveTo>
                  <a:pt x="0" y="165184"/>
                </a:moveTo>
                <a:lnTo>
                  <a:pt x="308380" y="0"/>
                </a:lnTo>
              </a:path>
            </a:pathLst>
          </a:custGeom>
          <a:noFill/>
          <a:ln w="6656">
            <a:solidFill>
              <a:srgbClr val="7BAF37">
                <a:alpha val="12000"/>
              </a:srgbClr>
            </a:solidFill>
            <a:prstDash val="solid"/>
          </a:ln>
        </p:spPr>
      </p:sp>
      <p:sp>
        <p:nvSpPr>
          <p:cNvPr id="182" name="lumia-token-stream-curve">
            <a:extLst>
              <a:ext uri="{FF2B5EF4-FFF2-40B4-BE49-F238E27FC236}">
                <a16:creationId xmlns:a16="http://schemas.microsoft.com/office/drawing/2014/main" id="{6A3F87A6-E5EB-4A4B-9695-12577F1568AF}"/>
              </a:ext>
            </a:extLst>
          </p:cNvPr>
          <p:cNvSpPr>
            <a:spLocks noGrp="1"/>
          </p:cNvSpPr>
          <p:nvPr/>
        </p:nvSpPr>
        <p:spPr>
          <a:xfrm>
            <a:off x="10916224" y="2689194"/>
            <a:ext cx="310734" cy="161795"/>
          </a:xfrm>
          <a:custGeom>
            <a:avLst/>
            <a:gdLst/>
            <a:ahLst/>
            <a:cxnLst/>
            <a:rect l="0" t="0" r="0" b="0"/>
            <a:pathLst>
              <a:path w="310734" h="161795">
                <a:moveTo>
                  <a:pt x="0" y="161795"/>
                </a:moveTo>
                <a:lnTo>
                  <a:pt x="310734" y="0"/>
                </a:lnTo>
              </a:path>
            </a:pathLst>
          </a:custGeom>
          <a:noFill/>
          <a:ln w="6711">
            <a:solidFill>
              <a:srgbClr val="69AD3E">
                <a:alpha val="12000"/>
              </a:srgbClr>
            </a:solidFill>
            <a:prstDash val="solid"/>
          </a:ln>
        </p:spPr>
      </p:sp>
      <p:sp>
        <p:nvSpPr>
          <p:cNvPr id="183" name="lumia-token-stream-curve">
            <a:extLst>
              <a:ext uri="{FF2B5EF4-FFF2-40B4-BE49-F238E27FC236}">
                <a16:creationId xmlns:a16="http://schemas.microsoft.com/office/drawing/2014/main" id="{613FE4B5-84E8-46ED-8E8F-5FCE3390F5BD}"/>
              </a:ext>
            </a:extLst>
          </p:cNvPr>
          <p:cNvSpPr>
            <a:spLocks noGrp="1"/>
          </p:cNvSpPr>
          <p:nvPr/>
        </p:nvSpPr>
        <p:spPr>
          <a:xfrm>
            <a:off x="11226958" y="2532250"/>
            <a:ext cx="313055" cy="156944"/>
          </a:xfrm>
          <a:custGeom>
            <a:avLst/>
            <a:gdLst/>
            <a:ahLst/>
            <a:cxnLst/>
            <a:rect l="0" t="0" r="0" b="0"/>
            <a:pathLst>
              <a:path w="313055" h="156944">
                <a:moveTo>
                  <a:pt x="0" y="156944"/>
                </a:moveTo>
                <a:lnTo>
                  <a:pt x="313055" y="0"/>
                </a:lnTo>
              </a:path>
            </a:pathLst>
          </a:custGeom>
          <a:noFill/>
          <a:ln w="6752">
            <a:solidFill>
              <a:srgbClr val="57AC45">
                <a:alpha val="12000"/>
              </a:srgbClr>
            </a:solidFill>
            <a:prstDash val="solid"/>
          </a:ln>
        </p:spPr>
      </p:sp>
      <p:sp>
        <p:nvSpPr>
          <p:cNvPr id="184" name="lumia-token-stream-curve">
            <a:extLst>
              <a:ext uri="{FF2B5EF4-FFF2-40B4-BE49-F238E27FC236}">
                <a16:creationId xmlns:a16="http://schemas.microsoft.com/office/drawing/2014/main" id="{A1089752-B3BB-4324-9C7D-44108C84708B}"/>
              </a:ext>
            </a:extLst>
          </p:cNvPr>
          <p:cNvSpPr>
            <a:spLocks noGrp="1"/>
          </p:cNvSpPr>
          <p:nvPr/>
        </p:nvSpPr>
        <p:spPr>
          <a:xfrm>
            <a:off x="11540012" y="2379980"/>
            <a:ext cx="315342" cy="152271"/>
          </a:xfrm>
          <a:custGeom>
            <a:avLst/>
            <a:gdLst/>
            <a:ahLst/>
            <a:cxnLst/>
            <a:rect l="0" t="0" r="0" b="0"/>
            <a:pathLst>
              <a:path w="315342" h="152271">
                <a:moveTo>
                  <a:pt x="0" y="152271"/>
                </a:moveTo>
                <a:lnTo>
                  <a:pt x="315342" y="0"/>
                </a:lnTo>
              </a:path>
            </a:pathLst>
          </a:custGeom>
          <a:noFill/>
          <a:ln w="6777">
            <a:solidFill>
              <a:srgbClr val="46AA4C">
                <a:alpha val="12000"/>
              </a:srgbClr>
            </a:solidFill>
            <a:prstDash val="solid"/>
          </a:ln>
        </p:spPr>
      </p:sp>
      <p:sp>
        <p:nvSpPr>
          <p:cNvPr id="185" name="lumia-token-stream-curve">
            <a:extLst>
              <a:ext uri="{FF2B5EF4-FFF2-40B4-BE49-F238E27FC236}">
                <a16:creationId xmlns:a16="http://schemas.microsoft.com/office/drawing/2014/main" id="{FCF9D3CD-D0CB-4A10-9432-0B8A7D80B69B}"/>
              </a:ext>
            </a:extLst>
          </p:cNvPr>
          <p:cNvSpPr>
            <a:spLocks noGrp="1"/>
          </p:cNvSpPr>
          <p:nvPr/>
        </p:nvSpPr>
        <p:spPr>
          <a:xfrm>
            <a:off x="11855354" y="2230485"/>
            <a:ext cx="317596" cy="149495"/>
          </a:xfrm>
          <a:custGeom>
            <a:avLst/>
            <a:gdLst/>
            <a:ahLst/>
            <a:cxnLst/>
            <a:rect l="0" t="0" r="0" b="0"/>
            <a:pathLst>
              <a:path w="317596" h="149495">
                <a:moveTo>
                  <a:pt x="0" y="149495"/>
                </a:moveTo>
                <a:lnTo>
                  <a:pt x="317596" y="0"/>
                </a:lnTo>
              </a:path>
            </a:pathLst>
          </a:custGeom>
          <a:noFill/>
          <a:ln w="6786">
            <a:solidFill>
              <a:srgbClr val="34A853">
                <a:alpha val="12000"/>
              </a:srgbClr>
            </a:solidFill>
            <a:prstDash val="solid"/>
          </a:ln>
        </p:spPr>
      </p:sp>
      <p:sp>
        <p:nvSpPr>
          <p:cNvPr id="186" name="lumia-token-stream-curve">
            <a:extLst>
              <a:ext uri="{FF2B5EF4-FFF2-40B4-BE49-F238E27FC236}">
                <a16:creationId xmlns:a16="http://schemas.microsoft.com/office/drawing/2014/main" id="{A90C2140-5013-4B91-837C-8A186B33C59C}"/>
              </a:ext>
            </a:extLst>
          </p:cNvPr>
          <p:cNvSpPr>
            <a:spLocks noGrp="1"/>
          </p:cNvSpPr>
          <p:nvPr/>
        </p:nvSpPr>
        <p:spPr>
          <a:xfrm>
            <a:off x="357474" y="5690255"/>
            <a:ext cx="185192" cy="37877"/>
          </a:xfrm>
          <a:custGeom>
            <a:avLst/>
            <a:gdLst/>
            <a:ahLst/>
            <a:cxnLst/>
            <a:rect l="0" t="0" r="0" b="0"/>
            <a:pathLst>
              <a:path w="185192" h="37877">
                <a:moveTo>
                  <a:pt x="0" y="37877"/>
                </a:moveTo>
                <a:lnTo>
                  <a:pt x="185192" y="0"/>
                </a:lnTo>
              </a:path>
            </a:pathLst>
          </a:custGeom>
          <a:noFill/>
          <a:ln w="4512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187" name="lumia-token-stream-curve">
            <a:extLst>
              <a:ext uri="{FF2B5EF4-FFF2-40B4-BE49-F238E27FC236}">
                <a16:creationId xmlns:a16="http://schemas.microsoft.com/office/drawing/2014/main" id="{D90262E0-D934-4FE4-8AAD-318701512C36}"/>
              </a:ext>
            </a:extLst>
          </p:cNvPr>
          <p:cNvSpPr>
            <a:spLocks noGrp="1"/>
          </p:cNvSpPr>
          <p:nvPr/>
        </p:nvSpPr>
        <p:spPr>
          <a:xfrm>
            <a:off x="542666" y="5657147"/>
            <a:ext cx="188887" cy="33107"/>
          </a:xfrm>
          <a:custGeom>
            <a:avLst/>
            <a:gdLst/>
            <a:ahLst/>
            <a:cxnLst/>
            <a:rect l="0" t="0" r="0" b="0"/>
            <a:pathLst>
              <a:path w="188887" h="33107">
                <a:moveTo>
                  <a:pt x="0" y="33107"/>
                </a:moveTo>
                <a:lnTo>
                  <a:pt x="188887" y="0"/>
                </a:lnTo>
              </a:path>
            </a:pathLst>
          </a:custGeom>
          <a:noFill/>
          <a:ln w="4512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188" name="lumia-token-stream-curve">
            <a:extLst>
              <a:ext uri="{FF2B5EF4-FFF2-40B4-BE49-F238E27FC236}">
                <a16:creationId xmlns:a16="http://schemas.microsoft.com/office/drawing/2014/main" id="{FC0D6198-589C-449B-86C1-1C08485FE6B1}"/>
              </a:ext>
            </a:extLst>
          </p:cNvPr>
          <p:cNvSpPr>
            <a:spLocks noGrp="1"/>
          </p:cNvSpPr>
          <p:nvPr/>
        </p:nvSpPr>
        <p:spPr>
          <a:xfrm>
            <a:off x="731553" y="5628809"/>
            <a:ext cx="192548" cy="28338"/>
          </a:xfrm>
          <a:custGeom>
            <a:avLst/>
            <a:gdLst/>
            <a:ahLst/>
            <a:cxnLst/>
            <a:rect l="0" t="0" r="0" b="0"/>
            <a:pathLst>
              <a:path w="192548" h="28338">
                <a:moveTo>
                  <a:pt x="0" y="28338"/>
                </a:moveTo>
                <a:lnTo>
                  <a:pt x="192548" y="0"/>
                </a:lnTo>
              </a:path>
            </a:pathLst>
          </a:custGeom>
          <a:noFill/>
          <a:ln w="4512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189" name="lumia-token-stream-curve">
            <a:extLst>
              <a:ext uri="{FF2B5EF4-FFF2-40B4-BE49-F238E27FC236}">
                <a16:creationId xmlns:a16="http://schemas.microsoft.com/office/drawing/2014/main" id="{559CE7EB-D209-4F34-AFBB-A92E0490CD19}"/>
              </a:ext>
            </a:extLst>
          </p:cNvPr>
          <p:cNvSpPr>
            <a:spLocks noGrp="1"/>
          </p:cNvSpPr>
          <p:nvPr/>
        </p:nvSpPr>
        <p:spPr>
          <a:xfrm>
            <a:off x="924101" y="5604966"/>
            <a:ext cx="196173" cy="23843"/>
          </a:xfrm>
          <a:custGeom>
            <a:avLst/>
            <a:gdLst/>
            <a:ahLst/>
            <a:cxnLst/>
            <a:rect l="0" t="0" r="0" b="0"/>
            <a:pathLst>
              <a:path w="196173" h="23843">
                <a:moveTo>
                  <a:pt x="0" y="23843"/>
                </a:moveTo>
                <a:lnTo>
                  <a:pt x="196173" y="0"/>
                </a:lnTo>
              </a:path>
            </a:pathLst>
          </a:custGeom>
          <a:noFill/>
          <a:ln w="4512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190" name="lumia-token-stream-curve">
            <a:extLst>
              <a:ext uri="{FF2B5EF4-FFF2-40B4-BE49-F238E27FC236}">
                <a16:creationId xmlns:a16="http://schemas.microsoft.com/office/drawing/2014/main" id="{F5858192-54DB-43F3-B91F-135BF9FF6A2F}"/>
              </a:ext>
            </a:extLst>
          </p:cNvPr>
          <p:cNvSpPr>
            <a:spLocks noGrp="1"/>
          </p:cNvSpPr>
          <p:nvPr/>
        </p:nvSpPr>
        <p:spPr>
          <a:xfrm>
            <a:off x="1120275" y="5585043"/>
            <a:ext cx="199764" cy="19923"/>
          </a:xfrm>
          <a:custGeom>
            <a:avLst/>
            <a:gdLst/>
            <a:ahLst/>
            <a:cxnLst/>
            <a:rect l="0" t="0" r="0" b="0"/>
            <a:pathLst>
              <a:path w="199764" h="19923">
                <a:moveTo>
                  <a:pt x="0" y="19923"/>
                </a:moveTo>
                <a:lnTo>
                  <a:pt x="199764" y="0"/>
                </a:lnTo>
              </a:path>
            </a:pathLst>
          </a:custGeom>
          <a:noFill/>
          <a:ln w="4512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191" name="lumia-token-stream-curve">
            <a:extLst>
              <a:ext uri="{FF2B5EF4-FFF2-40B4-BE49-F238E27FC236}">
                <a16:creationId xmlns:a16="http://schemas.microsoft.com/office/drawing/2014/main" id="{78949902-DE74-4DD6-91E1-09985E05D329}"/>
              </a:ext>
            </a:extLst>
          </p:cNvPr>
          <p:cNvSpPr>
            <a:spLocks noGrp="1"/>
          </p:cNvSpPr>
          <p:nvPr/>
        </p:nvSpPr>
        <p:spPr>
          <a:xfrm>
            <a:off x="1320039" y="5568157"/>
            <a:ext cx="203321" cy="16885"/>
          </a:xfrm>
          <a:custGeom>
            <a:avLst/>
            <a:gdLst/>
            <a:ahLst/>
            <a:cxnLst/>
            <a:rect l="0" t="0" r="0" b="0"/>
            <a:pathLst>
              <a:path w="203321" h="16885">
                <a:moveTo>
                  <a:pt x="0" y="16885"/>
                </a:moveTo>
                <a:lnTo>
                  <a:pt x="203321" y="0"/>
                </a:lnTo>
              </a:path>
            </a:pathLst>
          </a:custGeom>
          <a:noFill/>
          <a:ln w="4512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192" name="lumia-token-stream-curve">
            <a:extLst>
              <a:ext uri="{FF2B5EF4-FFF2-40B4-BE49-F238E27FC236}">
                <a16:creationId xmlns:a16="http://schemas.microsoft.com/office/drawing/2014/main" id="{B9F86D51-3B3A-45FD-A77A-E290C8F6DD73}"/>
              </a:ext>
            </a:extLst>
          </p:cNvPr>
          <p:cNvSpPr>
            <a:spLocks noGrp="1"/>
          </p:cNvSpPr>
          <p:nvPr/>
        </p:nvSpPr>
        <p:spPr>
          <a:xfrm>
            <a:off x="1523360" y="5553138"/>
            <a:ext cx="206842" cy="15019"/>
          </a:xfrm>
          <a:custGeom>
            <a:avLst/>
            <a:gdLst/>
            <a:ahLst/>
            <a:cxnLst/>
            <a:rect l="0" t="0" r="0" b="0"/>
            <a:pathLst>
              <a:path w="206842" h="15019">
                <a:moveTo>
                  <a:pt x="0" y="15019"/>
                </a:moveTo>
                <a:lnTo>
                  <a:pt x="206842" y="0"/>
                </a:lnTo>
              </a:path>
            </a:pathLst>
          </a:custGeom>
          <a:noFill/>
          <a:ln w="4512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193" name="lumia-token-stream-curve">
            <a:extLst>
              <a:ext uri="{FF2B5EF4-FFF2-40B4-BE49-F238E27FC236}">
                <a16:creationId xmlns:a16="http://schemas.microsoft.com/office/drawing/2014/main" id="{4813712D-47FE-4688-A595-E57D932CFCB7}"/>
              </a:ext>
            </a:extLst>
          </p:cNvPr>
          <p:cNvSpPr>
            <a:spLocks noGrp="1"/>
          </p:cNvSpPr>
          <p:nvPr/>
        </p:nvSpPr>
        <p:spPr>
          <a:xfrm>
            <a:off x="1730201" y="5538566"/>
            <a:ext cx="210328" cy="14572"/>
          </a:xfrm>
          <a:custGeom>
            <a:avLst/>
            <a:gdLst/>
            <a:ahLst/>
            <a:cxnLst/>
            <a:rect l="0" t="0" r="0" b="0"/>
            <a:pathLst>
              <a:path w="210328" h="14572">
                <a:moveTo>
                  <a:pt x="0" y="14572"/>
                </a:moveTo>
                <a:lnTo>
                  <a:pt x="210328" y="0"/>
                </a:lnTo>
              </a:path>
            </a:pathLst>
          </a:custGeom>
          <a:noFill/>
          <a:ln w="4512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194" name="lumia-token-stream-curve">
            <a:extLst>
              <a:ext uri="{FF2B5EF4-FFF2-40B4-BE49-F238E27FC236}">
                <a16:creationId xmlns:a16="http://schemas.microsoft.com/office/drawing/2014/main" id="{370BC04E-6B7F-43E8-A82B-B224D8D0B499}"/>
              </a:ext>
            </a:extLst>
          </p:cNvPr>
          <p:cNvSpPr>
            <a:spLocks noGrp="1"/>
          </p:cNvSpPr>
          <p:nvPr/>
        </p:nvSpPr>
        <p:spPr>
          <a:xfrm>
            <a:off x="1940530" y="5522852"/>
            <a:ext cx="213780" cy="15715"/>
          </a:xfrm>
          <a:custGeom>
            <a:avLst/>
            <a:gdLst/>
            <a:ahLst/>
            <a:cxnLst/>
            <a:rect l="0" t="0" r="0" b="0"/>
            <a:pathLst>
              <a:path w="213780" h="15715">
                <a:moveTo>
                  <a:pt x="0" y="15715"/>
                </a:moveTo>
                <a:lnTo>
                  <a:pt x="213780" y="0"/>
                </a:lnTo>
              </a:path>
            </a:pathLst>
          </a:custGeom>
          <a:noFill/>
          <a:ln w="4512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195" name="lumia-token-stream-curve">
            <a:extLst>
              <a:ext uri="{FF2B5EF4-FFF2-40B4-BE49-F238E27FC236}">
                <a16:creationId xmlns:a16="http://schemas.microsoft.com/office/drawing/2014/main" id="{D096756B-5FA0-4422-97A1-FED936376002}"/>
              </a:ext>
            </a:extLst>
          </p:cNvPr>
          <p:cNvSpPr>
            <a:spLocks noGrp="1"/>
          </p:cNvSpPr>
          <p:nvPr/>
        </p:nvSpPr>
        <p:spPr>
          <a:xfrm>
            <a:off x="2154310" y="5504328"/>
            <a:ext cx="217197" cy="18524"/>
          </a:xfrm>
          <a:custGeom>
            <a:avLst/>
            <a:gdLst/>
            <a:ahLst/>
            <a:cxnLst/>
            <a:rect l="0" t="0" r="0" b="0"/>
            <a:pathLst>
              <a:path w="217197" h="18524">
                <a:moveTo>
                  <a:pt x="0" y="18524"/>
                </a:moveTo>
                <a:lnTo>
                  <a:pt x="217197" y="0"/>
                </a:lnTo>
              </a:path>
            </a:pathLst>
          </a:custGeom>
          <a:noFill/>
          <a:ln w="4512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196" name="lumia-token-stream-curve">
            <a:extLst>
              <a:ext uri="{FF2B5EF4-FFF2-40B4-BE49-F238E27FC236}">
                <a16:creationId xmlns:a16="http://schemas.microsoft.com/office/drawing/2014/main" id="{A94559D9-2B39-4B16-9695-C51E2475C43D}"/>
              </a:ext>
            </a:extLst>
          </p:cNvPr>
          <p:cNvSpPr>
            <a:spLocks noGrp="1"/>
          </p:cNvSpPr>
          <p:nvPr/>
        </p:nvSpPr>
        <p:spPr>
          <a:xfrm>
            <a:off x="2371508" y="5481371"/>
            <a:ext cx="220580" cy="22956"/>
          </a:xfrm>
          <a:custGeom>
            <a:avLst/>
            <a:gdLst/>
            <a:ahLst/>
            <a:cxnLst/>
            <a:rect l="0" t="0" r="0" b="0"/>
            <a:pathLst>
              <a:path w="220580" h="22956">
                <a:moveTo>
                  <a:pt x="0" y="22956"/>
                </a:moveTo>
                <a:lnTo>
                  <a:pt x="220580" y="0"/>
                </a:lnTo>
              </a:path>
            </a:pathLst>
          </a:custGeom>
          <a:noFill/>
          <a:ln w="4512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197" name="lumia-token-stream-curve">
            <a:extLst>
              <a:ext uri="{FF2B5EF4-FFF2-40B4-BE49-F238E27FC236}">
                <a16:creationId xmlns:a16="http://schemas.microsoft.com/office/drawing/2014/main" id="{F7F800E4-C3B7-4154-8D52-155303937FFD}"/>
              </a:ext>
            </a:extLst>
          </p:cNvPr>
          <p:cNvSpPr>
            <a:spLocks noGrp="1"/>
          </p:cNvSpPr>
          <p:nvPr/>
        </p:nvSpPr>
        <p:spPr>
          <a:xfrm>
            <a:off x="2592087" y="5452534"/>
            <a:ext cx="223927" cy="28837"/>
          </a:xfrm>
          <a:custGeom>
            <a:avLst/>
            <a:gdLst/>
            <a:ahLst/>
            <a:cxnLst/>
            <a:rect l="0" t="0" r="0" b="0"/>
            <a:pathLst>
              <a:path w="223927" h="28837">
                <a:moveTo>
                  <a:pt x="0" y="28837"/>
                </a:moveTo>
                <a:lnTo>
                  <a:pt x="223927" y="0"/>
                </a:lnTo>
              </a:path>
            </a:pathLst>
          </a:custGeom>
          <a:noFill/>
          <a:ln w="4512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198" name="lumia-token-stream-curve">
            <a:extLst>
              <a:ext uri="{FF2B5EF4-FFF2-40B4-BE49-F238E27FC236}">
                <a16:creationId xmlns:a16="http://schemas.microsoft.com/office/drawing/2014/main" id="{A9DDCE7D-2B37-4952-86D3-3851D9982E7C}"/>
              </a:ext>
            </a:extLst>
          </p:cNvPr>
          <p:cNvSpPr>
            <a:spLocks noGrp="1"/>
          </p:cNvSpPr>
          <p:nvPr/>
        </p:nvSpPr>
        <p:spPr>
          <a:xfrm>
            <a:off x="2816014" y="5416677"/>
            <a:ext cx="227240" cy="35857"/>
          </a:xfrm>
          <a:custGeom>
            <a:avLst/>
            <a:gdLst/>
            <a:ahLst/>
            <a:cxnLst/>
            <a:rect l="0" t="0" r="0" b="0"/>
            <a:pathLst>
              <a:path w="227240" h="35857">
                <a:moveTo>
                  <a:pt x="0" y="35857"/>
                </a:moveTo>
                <a:lnTo>
                  <a:pt x="227240" y="0"/>
                </a:lnTo>
              </a:path>
            </a:pathLst>
          </a:custGeom>
          <a:noFill/>
          <a:ln w="4512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199" name="lumia-token-stream-curve">
            <a:extLst>
              <a:ext uri="{FF2B5EF4-FFF2-40B4-BE49-F238E27FC236}">
                <a16:creationId xmlns:a16="http://schemas.microsoft.com/office/drawing/2014/main" id="{D953336D-29D6-4607-A37D-16DF3DA3B6B0}"/>
              </a:ext>
            </a:extLst>
          </p:cNvPr>
          <p:cNvSpPr>
            <a:spLocks noGrp="1"/>
          </p:cNvSpPr>
          <p:nvPr/>
        </p:nvSpPr>
        <p:spPr>
          <a:xfrm>
            <a:off x="3043254" y="5373088"/>
            <a:ext cx="230518" cy="43590"/>
          </a:xfrm>
          <a:custGeom>
            <a:avLst/>
            <a:gdLst/>
            <a:ahLst/>
            <a:cxnLst/>
            <a:rect l="0" t="0" r="0" b="0"/>
            <a:pathLst>
              <a:path w="230518" h="43590">
                <a:moveTo>
                  <a:pt x="0" y="43590"/>
                </a:moveTo>
                <a:lnTo>
                  <a:pt x="230518" y="0"/>
                </a:lnTo>
              </a:path>
            </a:pathLst>
          </a:custGeom>
          <a:noFill/>
          <a:ln w="4512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200" name="lumia-token-stream-curve">
            <a:extLst>
              <a:ext uri="{FF2B5EF4-FFF2-40B4-BE49-F238E27FC236}">
                <a16:creationId xmlns:a16="http://schemas.microsoft.com/office/drawing/2014/main" id="{92F063EA-692F-42F6-B894-2A52870C64A6}"/>
              </a:ext>
            </a:extLst>
          </p:cNvPr>
          <p:cNvSpPr>
            <a:spLocks noGrp="1"/>
          </p:cNvSpPr>
          <p:nvPr/>
        </p:nvSpPr>
        <p:spPr>
          <a:xfrm>
            <a:off x="3273771" y="5321578"/>
            <a:ext cx="233761" cy="51510"/>
          </a:xfrm>
          <a:custGeom>
            <a:avLst/>
            <a:gdLst/>
            <a:ahLst/>
            <a:cxnLst/>
            <a:rect l="0" t="0" r="0" b="0"/>
            <a:pathLst>
              <a:path w="233761" h="51510">
                <a:moveTo>
                  <a:pt x="0" y="51510"/>
                </a:moveTo>
                <a:lnTo>
                  <a:pt x="233761" y="0"/>
                </a:lnTo>
              </a:path>
            </a:pathLst>
          </a:custGeom>
          <a:noFill/>
          <a:ln w="4512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201" name="lumia-token-stream-curve">
            <a:extLst>
              <a:ext uri="{FF2B5EF4-FFF2-40B4-BE49-F238E27FC236}">
                <a16:creationId xmlns:a16="http://schemas.microsoft.com/office/drawing/2014/main" id="{BE346088-B353-4034-8601-0542FAEBAE90}"/>
              </a:ext>
            </a:extLst>
          </p:cNvPr>
          <p:cNvSpPr>
            <a:spLocks noGrp="1"/>
          </p:cNvSpPr>
          <p:nvPr/>
        </p:nvSpPr>
        <p:spPr>
          <a:xfrm>
            <a:off x="3507532" y="5262539"/>
            <a:ext cx="236969" cy="59039"/>
          </a:xfrm>
          <a:custGeom>
            <a:avLst/>
            <a:gdLst/>
            <a:ahLst/>
            <a:cxnLst/>
            <a:rect l="0" t="0" r="0" b="0"/>
            <a:pathLst>
              <a:path w="236969" h="59039">
                <a:moveTo>
                  <a:pt x="0" y="59039"/>
                </a:moveTo>
                <a:lnTo>
                  <a:pt x="236969" y="0"/>
                </a:lnTo>
              </a:path>
            </a:pathLst>
          </a:custGeom>
          <a:noFill/>
          <a:ln w="4512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202" name="lumia-token-stream-curve">
            <a:extLst>
              <a:ext uri="{FF2B5EF4-FFF2-40B4-BE49-F238E27FC236}">
                <a16:creationId xmlns:a16="http://schemas.microsoft.com/office/drawing/2014/main" id="{98D50774-0B67-47A0-A886-C3BC71A41E5A}"/>
              </a:ext>
            </a:extLst>
          </p:cNvPr>
          <p:cNvSpPr>
            <a:spLocks noGrp="1"/>
          </p:cNvSpPr>
          <p:nvPr/>
        </p:nvSpPr>
        <p:spPr>
          <a:xfrm>
            <a:off x="3744501" y="5196945"/>
            <a:ext cx="240143" cy="65595"/>
          </a:xfrm>
          <a:custGeom>
            <a:avLst/>
            <a:gdLst/>
            <a:ahLst/>
            <a:cxnLst/>
            <a:rect l="0" t="0" r="0" b="0"/>
            <a:pathLst>
              <a:path w="240143" h="65595">
                <a:moveTo>
                  <a:pt x="0" y="65595"/>
                </a:moveTo>
                <a:lnTo>
                  <a:pt x="240143" y="0"/>
                </a:lnTo>
              </a:path>
            </a:pathLst>
          </a:custGeom>
          <a:noFill/>
          <a:ln w="4512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203" name="lumia-token-stream-curve">
            <a:extLst>
              <a:ext uri="{FF2B5EF4-FFF2-40B4-BE49-F238E27FC236}">
                <a16:creationId xmlns:a16="http://schemas.microsoft.com/office/drawing/2014/main" id="{7B45CA40-5AC3-4CAF-BBE3-B515778F4933}"/>
              </a:ext>
            </a:extLst>
          </p:cNvPr>
          <p:cNvSpPr>
            <a:spLocks noGrp="1"/>
          </p:cNvSpPr>
          <p:nvPr/>
        </p:nvSpPr>
        <p:spPr>
          <a:xfrm>
            <a:off x="3984644" y="5126294"/>
            <a:ext cx="243281" cy="70651"/>
          </a:xfrm>
          <a:custGeom>
            <a:avLst/>
            <a:gdLst/>
            <a:ahLst/>
            <a:cxnLst/>
            <a:rect l="0" t="0" r="0" b="0"/>
            <a:pathLst>
              <a:path w="243281" h="70651">
                <a:moveTo>
                  <a:pt x="0" y="70651"/>
                </a:moveTo>
                <a:lnTo>
                  <a:pt x="243281" y="0"/>
                </a:lnTo>
              </a:path>
            </a:pathLst>
          </a:custGeom>
          <a:noFill/>
          <a:ln w="4526">
            <a:solidFill>
              <a:srgbClr val="A33F64">
                <a:alpha val="7000"/>
              </a:srgbClr>
            </a:solidFill>
            <a:prstDash val="solid"/>
          </a:ln>
        </p:spPr>
      </p:sp>
      <p:sp>
        <p:nvSpPr>
          <p:cNvPr id="204" name="lumia-token-stream-curve">
            <a:extLst>
              <a:ext uri="{FF2B5EF4-FFF2-40B4-BE49-F238E27FC236}">
                <a16:creationId xmlns:a16="http://schemas.microsoft.com/office/drawing/2014/main" id="{17A93DFB-9882-4E8C-ACD8-73A6AC9875D2}"/>
              </a:ext>
            </a:extLst>
          </p:cNvPr>
          <p:cNvSpPr>
            <a:spLocks noGrp="1"/>
          </p:cNvSpPr>
          <p:nvPr/>
        </p:nvSpPr>
        <p:spPr>
          <a:xfrm>
            <a:off x="4227925" y="5052494"/>
            <a:ext cx="246385" cy="73800"/>
          </a:xfrm>
          <a:custGeom>
            <a:avLst/>
            <a:gdLst/>
            <a:ahLst/>
            <a:cxnLst/>
            <a:rect l="0" t="0" r="0" b="0"/>
            <a:pathLst>
              <a:path w="246385" h="73800">
                <a:moveTo>
                  <a:pt x="0" y="73800"/>
                </a:moveTo>
                <a:lnTo>
                  <a:pt x="246385" y="0"/>
                </a:lnTo>
              </a:path>
            </a:pathLst>
          </a:custGeom>
          <a:noFill/>
          <a:ln w="4557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205" name="lumia-token-stream-curve">
            <a:extLst>
              <a:ext uri="{FF2B5EF4-FFF2-40B4-BE49-F238E27FC236}">
                <a16:creationId xmlns:a16="http://schemas.microsoft.com/office/drawing/2014/main" id="{607E1514-2826-4F00-98CD-02AAA8BE459A}"/>
              </a:ext>
            </a:extLst>
          </p:cNvPr>
          <p:cNvSpPr>
            <a:spLocks noGrp="1"/>
          </p:cNvSpPr>
          <p:nvPr/>
        </p:nvSpPr>
        <p:spPr>
          <a:xfrm>
            <a:off x="4474311" y="4977686"/>
            <a:ext cx="249455" cy="74808"/>
          </a:xfrm>
          <a:custGeom>
            <a:avLst/>
            <a:gdLst/>
            <a:ahLst/>
            <a:cxnLst/>
            <a:rect l="0" t="0" r="0" b="0"/>
            <a:pathLst>
              <a:path w="249455" h="74808">
                <a:moveTo>
                  <a:pt x="0" y="74808"/>
                </a:moveTo>
                <a:lnTo>
                  <a:pt x="249455" y="0"/>
                </a:lnTo>
              </a:path>
            </a:pathLst>
          </a:custGeom>
          <a:noFill/>
          <a:ln w="4605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206" name="lumia-token-stream-curve">
            <a:extLst>
              <a:ext uri="{FF2B5EF4-FFF2-40B4-BE49-F238E27FC236}">
                <a16:creationId xmlns:a16="http://schemas.microsoft.com/office/drawing/2014/main" id="{5540BE01-F0ED-4DCF-AC86-87966BB68BA4}"/>
              </a:ext>
            </a:extLst>
          </p:cNvPr>
          <p:cNvSpPr>
            <a:spLocks noGrp="1"/>
          </p:cNvSpPr>
          <p:nvPr/>
        </p:nvSpPr>
        <p:spPr>
          <a:xfrm>
            <a:off x="4723765" y="4904020"/>
            <a:ext cx="252489" cy="73666"/>
          </a:xfrm>
          <a:custGeom>
            <a:avLst/>
            <a:gdLst/>
            <a:ahLst/>
            <a:cxnLst/>
            <a:rect l="0" t="0" r="0" b="0"/>
            <a:pathLst>
              <a:path w="252489" h="73666">
                <a:moveTo>
                  <a:pt x="0" y="73666"/>
                </a:moveTo>
                <a:lnTo>
                  <a:pt x="252489" y="0"/>
                </a:lnTo>
              </a:path>
            </a:pathLst>
          </a:custGeom>
          <a:noFill/>
          <a:ln w="4667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207" name="lumia-token-stream-curve">
            <a:extLst>
              <a:ext uri="{FF2B5EF4-FFF2-40B4-BE49-F238E27FC236}">
                <a16:creationId xmlns:a16="http://schemas.microsoft.com/office/drawing/2014/main" id="{99A0BE37-7D0A-49D2-BDF7-0F6CC617ED62}"/>
              </a:ext>
            </a:extLst>
          </p:cNvPr>
          <p:cNvSpPr>
            <a:spLocks noGrp="1"/>
          </p:cNvSpPr>
          <p:nvPr/>
        </p:nvSpPr>
        <p:spPr>
          <a:xfrm>
            <a:off x="4976255" y="4833413"/>
            <a:ext cx="255489" cy="70607"/>
          </a:xfrm>
          <a:custGeom>
            <a:avLst/>
            <a:gdLst/>
            <a:ahLst/>
            <a:cxnLst/>
            <a:rect l="0" t="0" r="0" b="0"/>
            <a:pathLst>
              <a:path w="255489" h="70607">
                <a:moveTo>
                  <a:pt x="0" y="70607"/>
                </a:moveTo>
                <a:lnTo>
                  <a:pt x="255489" y="0"/>
                </a:lnTo>
              </a:path>
            </a:pathLst>
          </a:custGeom>
          <a:noFill/>
          <a:ln w="4742">
            <a:solidFill>
              <a:srgbClr val="D74242">
                <a:alpha val="8000"/>
              </a:srgbClr>
            </a:solidFill>
            <a:prstDash val="solid"/>
          </a:ln>
        </p:spPr>
      </p:sp>
      <p:sp>
        <p:nvSpPr>
          <p:cNvPr id="208" name="lumia-token-stream-curve">
            <a:extLst>
              <a:ext uri="{FF2B5EF4-FFF2-40B4-BE49-F238E27FC236}">
                <a16:creationId xmlns:a16="http://schemas.microsoft.com/office/drawing/2014/main" id="{C05DA28A-0E5A-4298-94E2-731D3B9CCFA9}"/>
              </a:ext>
            </a:extLst>
          </p:cNvPr>
          <p:cNvSpPr>
            <a:spLocks noGrp="1"/>
          </p:cNvSpPr>
          <p:nvPr/>
        </p:nvSpPr>
        <p:spPr>
          <a:xfrm>
            <a:off x="5231743" y="4767299"/>
            <a:ext cx="258454" cy="66114"/>
          </a:xfrm>
          <a:custGeom>
            <a:avLst/>
            <a:gdLst/>
            <a:ahLst/>
            <a:cxnLst/>
            <a:rect l="0" t="0" r="0" b="0"/>
            <a:pathLst>
              <a:path w="258454" h="66114">
                <a:moveTo>
                  <a:pt x="0" y="66114"/>
                </a:moveTo>
                <a:lnTo>
                  <a:pt x="258454" y="0"/>
                </a:lnTo>
              </a:path>
            </a:pathLst>
          </a:custGeom>
          <a:noFill/>
          <a:ln w="4830">
            <a:solidFill>
              <a:srgbClr val="E44339">
                <a:alpha val="8000"/>
              </a:srgbClr>
            </a:solidFill>
            <a:prstDash val="solid"/>
          </a:ln>
        </p:spPr>
      </p:sp>
      <p:sp>
        <p:nvSpPr>
          <p:cNvPr id="209" name="lumia-token-stream-curve">
            <a:extLst>
              <a:ext uri="{FF2B5EF4-FFF2-40B4-BE49-F238E27FC236}">
                <a16:creationId xmlns:a16="http://schemas.microsoft.com/office/drawing/2014/main" id="{978BFF7A-055F-4878-ADC3-601902F301E1}"/>
              </a:ext>
            </a:extLst>
          </p:cNvPr>
          <p:cNvSpPr>
            <a:spLocks noGrp="1"/>
          </p:cNvSpPr>
          <p:nvPr/>
        </p:nvSpPr>
        <p:spPr>
          <a:xfrm>
            <a:off x="5490197" y="4706413"/>
            <a:ext cx="261384" cy="60886"/>
          </a:xfrm>
          <a:custGeom>
            <a:avLst/>
            <a:gdLst/>
            <a:ahLst/>
            <a:cxnLst/>
            <a:rect l="0" t="0" r="0" b="0"/>
            <a:pathLst>
              <a:path w="261384" h="60886">
                <a:moveTo>
                  <a:pt x="0" y="60886"/>
                </a:moveTo>
                <a:lnTo>
                  <a:pt x="261384" y="0"/>
                </a:lnTo>
              </a:path>
            </a:pathLst>
          </a:custGeom>
          <a:noFill/>
          <a:ln w="4928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210" name="lumia-token-stream-curve">
            <a:extLst>
              <a:ext uri="{FF2B5EF4-FFF2-40B4-BE49-F238E27FC236}">
                <a16:creationId xmlns:a16="http://schemas.microsoft.com/office/drawing/2014/main" id="{256E7C3F-83CD-40C8-ABEC-334E3120EA86}"/>
              </a:ext>
            </a:extLst>
          </p:cNvPr>
          <p:cNvSpPr>
            <a:spLocks noGrp="1"/>
          </p:cNvSpPr>
          <p:nvPr/>
        </p:nvSpPr>
        <p:spPr>
          <a:xfrm>
            <a:off x="5751581" y="4650632"/>
            <a:ext cx="264279" cy="55781"/>
          </a:xfrm>
          <a:custGeom>
            <a:avLst/>
            <a:gdLst/>
            <a:ahLst/>
            <a:cxnLst/>
            <a:rect l="0" t="0" r="0" b="0"/>
            <a:pathLst>
              <a:path w="264279" h="55781">
                <a:moveTo>
                  <a:pt x="0" y="55781"/>
                </a:moveTo>
                <a:lnTo>
                  <a:pt x="264279" y="0"/>
                </a:lnTo>
              </a:path>
            </a:pathLst>
          </a:custGeom>
          <a:noFill/>
          <a:ln w="5036">
            <a:solidFill>
              <a:srgbClr val="EC532F">
                <a:alpha val="9000"/>
              </a:srgbClr>
            </a:solidFill>
            <a:prstDash val="solid"/>
          </a:ln>
        </p:spPr>
      </p:sp>
      <p:sp>
        <p:nvSpPr>
          <p:cNvPr id="211" name="lumia-token-stream-curve">
            <a:extLst>
              <a:ext uri="{FF2B5EF4-FFF2-40B4-BE49-F238E27FC236}">
                <a16:creationId xmlns:a16="http://schemas.microsoft.com/office/drawing/2014/main" id="{524A496D-AC59-4A89-A911-1A0CA965F156}"/>
              </a:ext>
            </a:extLst>
          </p:cNvPr>
          <p:cNvSpPr>
            <a:spLocks noGrp="1"/>
          </p:cNvSpPr>
          <p:nvPr/>
        </p:nvSpPr>
        <p:spPr>
          <a:xfrm>
            <a:off x="6015860" y="4598905"/>
            <a:ext cx="267140" cy="51727"/>
          </a:xfrm>
          <a:custGeom>
            <a:avLst/>
            <a:gdLst/>
            <a:ahLst/>
            <a:cxnLst/>
            <a:rect l="0" t="0" r="0" b="0"/>
            <a:pathLst>
              <a:path w="267140" h="51727">
                <a:moveTo>
                  <a:pt x="0" y="51727"/>
                </a:moveTo>
                <a:lnTo>
                  <a:pt x="267140" y="0"/>
                </a:lnTo>
              </a:path>
            </a:pathLst>
          </a:custGeom>
          <a:noFill/>
          <a:ln w="5153">
            <a:solidFill>
              <a:srgbClr val="EE5E2A">
                <a:alpha val="9000"/>
              </a:srgbClr>
            </a:solidFill>
            <a:prstDash val="solid"/>
          </a:ln>
        </p:spPr>
      </p:sp>
      <p:sp>
        <p:nvSpPr>
          <p:cNvPr id="212" name="lumia-token-stream-curve">
            <a:extLst>
              <a:ext uri="{FF2B5EF4-FFF2-40B4-BE49-F238E27FC236}">
                <a16:creationId xmlns:a16="http://schemas.microsoft.com/office/drawing/2014/main" id="{24091A8D-6ED9-4B7D-8FAE-CB0AAEDA4223}"/>
              </a:ext>
            </a:extLst>
          </p:cNvPr>
          <p:cNvSpPr>
            <a:spLocks noGrp="1"/>
          </p:cNvSpPr>
          <p:nvPr/>
        </p:nvSpPr>
        <p:spPr>
          <a:xfrm>
            <a:off x="6283000" y="4549287"/>
            <a:ext cx="269965" cy="49618"/>
          </a:xfrm>
          <a:custGeom>
            <a:avLst/>
            <a:gdLst/>
            <a:ahLst/>
            <a:cxnLst/>
            <a:rect l="0" t="0" r="0" b="0"/>
            <a:pathLst>
              <a:path w="269965" h="49618">
                <a:moveTo>
                  <a:pt x="0" y="49618"/>
                </a:moveTo>
                <a:lnTo>
                  <a:pt x="269965" y="0"/>
                </a:lnTo>
              </a:path>
            </a:pathLst>
          </a:custGeom>
          <a:noFill/>
          <a:ln w="5276">
            <a:solidFill>
              <a:srgbClr val="EF6926">
                <a:alpha val="9000"/>
              </a:srgbClr>
            </a:solidFill>
            <a:prstDash val="solid"/>
          </a:ln>
        </p:spPr>
      </p:sp>
      <p:sp>
        <p:nvSpPr>
          <p:cNvPr id="213" name="lumia-token-stream-curve">
            <a:extLst>
              <a:ext uri="{FF2B5EF4-FFF2-40B4-BE49-F238E27FC236}">
                <a16:creationId xmlns:a16="http://schemas.microsoft.com/office/drawing/2014/main" id="{6162EE75-361A-45B8-B5EC-6CB48B37E273}"/>
              </a:ext>
            </a:extLst>
          </p:cNvPr>
          <p:cNvSpPr>
            <a:spLocks noGrp="1"/>
          </p:cNvSpPr>
          <p:nvPr/>
        </p:nvSpPr>
        <p:spPr>
          <a:xfrm>
            <a:off x="6552965" y="4499087"/>
            <a:ext cx="272756" cy="50200"/>
          </a:xfrm>
          <a:custGeom>
            <a:avLst/>
            <a:gdLst/>
            <a:ahLst/>
            <a:cxnLst/>
            <a:rect l="0" t="0" r="0" b="0"/>
            <a:pathLst>
              <a:path w="272756" h="50200">
                <a:moveTo>
                  <a:pt x="0" y="50200"/>
                </a:moveTo>
                <a:lnTo>
                  <a:pt x="272756" y="0"/>
                </a:lnTo>
              </a:path>
            </a:pathLst>
          </a:custGeom>
          <a:noFill/>
          <a:ln w="5405">
            <a:solidFill>
              <a:srgbClr val="F17322">
                <a:alpha val="10000"/>
              </a:srgbClr>
            </a:solidFill>
            <a:prstDash val="solid"/>
          </a:ln>
        </p:spPr>
      </p:sp>
      <p:sp>
        <p:nvSpPr>
          <p:cNvPr id="214" name="lumia-token-stream-curve">
            <a:extLst>
              <a:ext uri="{FF2B5EF4-FFF2-40B4-BE49-F238E27FC236}">
                <a16:creationId xmlns:a16="http://schemas.microsoft.com/office/drawing/2014/main" id="{FD490FB5-567E-493D-9F80-9840D94D1118}"/>
              </a:ext>
            </a:extLst>
          </p:cNvPr>
          <p:cNvSpPr>
            <a:spLocks noGrp="1"/>
          </p:cNvSpPr>
          <p:nvPr/>
        </p:nvSpPr>
        <p:spPr>
          <a:xfrm>
            <a:off x="6825722" y="4445126"/>
            <a:ext cx="275513" cy="53962"/>
          </a:xfrm>
          <a:custGeom>
            <a:avLst/>
            <a:gdLst/>
            <a:ahLst/>
            <a:cxnLst/>
            <a:rect l="0" t="0" r="0" b="0"/>
            <a:pathLst>
              <a:path w="275513" h="53962">
                <a:moveTo>
                  <a:pt x="0" y="53962"/>
                </a:moveTo>
                <a:lnTo>
                  <a:pt x="275513" y="0"/>
                </a:lnTo>
              </a:path>
            </a:pathLst>
          </a:custGeom>
          <a:noFill/>
          <a:ln w="5539">
            <a:solidFill>
              <a:srgbClr val="F27E1E">
                <a:alpha val="10000"/>
              </a:srgbClr>
            </a:solidFill>
            <a:prstDash val="solid"/>
          </a:ln>
        </p:spPr>
      </p:sp>
      <p:sp>
        <p:nvSpPr>
          <p:cNvPr id="215" name="lumia-token-stream-curve">
            <a:extLst>
              <a:ext uri="{FF2B5EF4-FFF2-40B4-BE49-F238E27FC236}">
                <a16:creationId xmlns:a16="http://schemas.microsoft.com/office/drawing/2014/main" id="{40B17E62-B94F-43B2-B23E-49FFD555F06C}"/>
              </a:ext>
            </a:extLst>
          </p:cNvPr>
          <p:cNvSpPr>
            <a:spLocks noGrp="1"/>
          </p:cNvSpPr>
          <p:nvPr/>
        </p:nvSpPr>
        <p:spPr>
          <a:xfrm>
            <a:off x="7101234" y="4384076"/>
            <a:ext cx="278234" cy="61050"/>
          </a:xfrm>
          <a:custGeom>
            <a:avLst/>
            <a:gdLst/>
            <a:ahLst/>
            <a:cxnLst/>
            <a:rect l="0" t="0" r="0" b="0"/>
            <a:pathLst>
              <a:path w="278234" h="61050">
                <a:moveTo>
                  <a:pt x="0" y="61050"/>
                </a:moveTo>
                <a:lnTo>
                  <a:pt x="278234" y="0"/>
                </a:lnTo>
              </a:path>
            </a:pathLst>
          </a:custGeom>
          <a:noFill/>
          <a:ln w="5675">
            <a:solidFill>
              <a:srgbClr val="F48919">
                <a:alpha val="10000"/>
              </a:srgbClr>
            </a:solidFill>
            <a:prstDash val="solid"/>
          </a:ln>
        </p:spPr>
      </p:sp>
      <p:sp>
        <p:nvSpPr>
          <p:cNvPr id="216" name="lumia-token-stream-curve">
            <a:extLst>
              <a:ext uri="{FF2B5EF4-FFF2-40B4-BE49-F238E27FC236}">
                <a16:creationId xmlns:a16="http://schemas.microsoft.com/office/drawing/2014/main" id="{16E224ED-0F3C-408C-B5C3-346BE07C3A99}"/>
              </a:ext>
            </a:extLst>
          </p:cNvPr>
          <p:cNvSpPr>
            <a:spLocks noGrp="1"/>
          </p:cNvSpPr>
          <p:nvPr/>
        </p:nvSpPr>
        <p:spPr>
          <a:xfrm>
            <a:off x="7379468" y="4312855"/>
            <a:ext cx="280921" cy="71220"/>
          </a:xfrm>
          <a:custGeom>
            <a:avLst/>
            <a:gdLst/>
            <a:ahLst/>
            <a:cxnLst/>
            <a:rect l="0" t="0" r="0" b="0"/>
            <a:pathLst>
              <a:path w="280921" h="71220">
                <a:moveTo>
                  <a:pt x="0" y="71220"/>
                </a:moveTo>
                <a:lnTo>
                  <a:pt x="280921" y="0"/>
                </a:lnTo>
              </a:path>
            </a:pathLst>
          </a:custGeom>
          <a:noFill/>
          <a:ln w="5813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217" name="lumia-token-stream-curve">
            <a:extLst>
              <a:ext uri="{FF2B5EF4-FFF2-40B4-BE49-F238E27FC236}">
                <a16:creationId xmlns:a16="http://schemas.microsoft.com/office/drawing/2014/main" id="{1076E381-1050-48AD-A15B-A83C2180520F}"/>
              </a:ext>
            </a:extLst>
          </p:cNvPr>
          <p:cNvSpPr>
            <a:spLocks noGrp="1"/>
          </p:cNvSpPr>
          <p:nvPr/>
        </p:nvSpPr>
        <p:spPr>
          <a:xfrm>
            <a:off x="7660389" y="4229025"/>
            <a:ext cx="283573" cy="83830"/>
          </a:xfrm>
          <a:custGeom>
            <a:avLst/>
            <a:gdLst/>
            <a:ahLst/>
            <a:cxnLst/>
            <a:rect l="0" t="0" r="0" b="0"/>
            <a:pathLst>
              <a:path w="283573" h="83830">
                <a:moveTo>
                  <a:pt x="0" y="83830"/>
                </a:moveTo>
                <a:lnTo>
                  <a:pt x="283573" y="0"/>
                </a:lnTo>
              </a:path>
            </a:pathLst>
          </a:custGeom>
          <a:noFill/>
          <a:ln w="5952">
            <a:solidFill>
              <a:srgbClr val="F79E11">
                <a:alpha val="11000"/>
              </a:srgbClr>
            </a:solidFill>
            <a:prstDash val="solid"/>
          </a:ln>
        </p:spPr>
      </p:sp>
      <p:sp>
        <p:nvSpPr>
          <p:cNvPr id="218" name="lumia-token-stream-curve">
            <a:extLst>
              <a:ext uri="{FF2B5EF4-FFF2-40B4-BE49-F238E27FC236}">
                <a16:creationId xmlns:a16="http://schemas.microsoft.com/office/drawing/2014/main" id="{0D4E79E2-DD7C-4AB7-AFD7-D6C539EE4F0F}"/>
              </a:ext>
            </a:extLst>
          </p:cNvPr>
          <p:cNvSpPr>
            <a:spLocks noGrp="1"/>
          </p:cNvSpPr>
          <p:nvPr/>
        </p:nvSpPr>
        <p:spPr>
          <a:xfrm>
            <a:off x="7943962" y="4131129"/>
            <a:ext cx="286190" cy="97896"/>
          </a:xfrm>
          <a:custGeom>
            <a:avLst/>
            <a:gdLst/>
            <a:ahLst/>
            <a:cxnLst/>
            <a:rect l="0" t="0" r="0" b="0"/>
            <a:pathLst>
              <a:path w="286190" h="97896">
                <a:moveTo>
                  <a:pt x="0" y="97896"/>
                </a:moveTo>
                <a:lnTo>
                  <a:pt x="286190" y="0"/>
                </a:lnTo>
              </a:path>
            </a:pathLst>
          </a:custGeom>
          <a:noFill/>
          <a:ln w="6090">
            <a:solidFill>
              <a:srgbClr val="F8A90C">
                <a:alpha val="11000"/>
              </a:srgbClr>
            </a:solidFill>
            <a:prstDash val="solid"/>
          </a:ln>
        </p:spPr>
      </p:sp>
      <p:sp>
        <p:nvSpPr>
          <p:cNvPr id="219" name="lumia-token-stream-curve">
            <a:extLst>
              <a:ext uri="{FF2B5EF4-FFF2-40B4-BE49-F238E27FC236}">
                <a16:creationId xmlns:a16="http://schemas.microsoft.com/office/drawing/2014/main" id="{EFB6E29E-7036-461C-A1BB-0677D133E7B4}"/>
              </a:ext>
            </a:extLst>
          </p:cNvPr>
          <p:cNvSpPr>
            <a:spLocks noGrp="1"/>
          </p:cNvSpPr>
          <p:nvPr/>
        </p:nvSpPr>
        <p:spPr>
          <a:xfrm>
            <a:off x="8230152" y="4018933"/>
            <a:ext cx="288772" cy="112196"/>
          </a:xfrm>
          <a:custGeom>
            <a:avLst/>
            <a:gdLst/>
            <a:ahLst/>
            <a:cxnLst/>
            <a:rect l="0" t="0" r="0" b="0"/>
            <a:pathLst>
              <a:path w="288772" h="112196">
                <a:moveTo>
                  <a:pt x="0" y="112196"/>
                </a:moveTo>
                <a:lnTo>
                  <a:pt x="288772" y="0"/>
                </a:lnTo>
              </a:path>
            </a:pathLst>
          </a:custGeom>
          <a:noFill/>
          <a:ln w="6226">
            <a:solidFill>
              <a:srgbClr val="FAB408">
                <a:alpha val="11000"/>
              </a:srgbClr>
            </a:solidFill>
            <a:prstDash val="solid"/>
          </a:ln>
        </p:spPr>
      </p:sp>
      <p:sp>
        <p:nvSpPr>
          <p:cNvPr id="220" name="lumia-token-stream-curve">
            <a:extLst>
              <a:ext uri="{FF2B5EF4-FFF2-40B4-BE49-F238E27FC236}">
                <a16:creationId xmlns:a16="http://schemas.microsoft.com/office/drawing/2014/main" id="{D659218E-DC1C-49CD-BA51-295B26B7C705}"/>
              </a:ext>
            </a:extLst>
          </p:cNvPr>
          <p:cNvSpPr>
            <a:spLocks noGrp="1"/>
          </p:cNvSpPr>
          <p:nvPr/>
        </p:nvSpPr>
        <p:spPr>
          <a:xfrm>
            <a:off x="8518924" y="3893514"/>
            <a:ext cx="291320" cy="125420"/>
          </a:xfrm>
          <a:custGeom>
            <a:avLst/>
            <a:gdLst/>
            <a:ahLst/>
            <a:cxnLst/>
            <a:rect l="0" t="0" r="0" b="0"/>
            <a:pathLst>
              <a:path w="291320" h="125420">
                <a:moveTo>
                  <a:pt x="0" y="125420"/>
                </a:moveTo>
                <a:lnTo>
                  <a:pt x="291320" y="0"/>
                </a:lnTo>
              </a:path>
            </a:pathLst>
          </a:custGeom>
          <a:noFill/>
          <a:ln w="6358">
            <a:solidFill>
              <a:srgbClr val="F7BC07">
                <a:alpha val="12000"/>
              </a:srgbClr>
            </a:solidFill>
            <a:prstDash val="solid"/>
          </a:ln>
        </p:spPr>
      </p:sp>
      <p:sp>
        <p:nvSpPr>
          <p:cNvPr id="221" name="lumia-token-stream-curve">
            <a:extLst>
              <a:ext uri="{FF2B5EF4-FFF2-40B4-BE49-F238E27FC236}">
                <a16:creationId xmlns:a16="http://schemas.microsoft.com/office/drawing/2014/main" id="{ABC55218-2E3E-4F04-8816-F0EA6D4E46DD}"/>
              </a:ext>
            </a:extLst>
          </p:cNvPr>
          <p:cNvSpPr>
            <a:spLocks noGrp="1"/>
          </p:cNvSpPr>
          <p:nvPr/>
        </p:nvSpPr>
        <p:spPr>
          <a:xfrm>
            <a:off x="8810243" y="3757169"/>
            <a:ext cx="293832" cy="136344"/>
          </a:xfrm>
          <a:custGeom>
            <a:avLst/>
            <a:gdLst/>
            <a:ahLst/>
            <a:cxnLst/>
            <a:rect l="0" t="0" r="0" b="0"/>
            <a:pathLst>
              <a:path w="293832" h="136344">
                <a:moveTo>
                  <a:pt x="0" y="136344"/>
                </a:moveTo>
                <a:lnTo>
                  <a:pt x="293832" y="0"/>
                </a:lnTo>
              </a:path>
            </a:pathLst>
          </a:custGeom>
          <a:noFill/>
          <a:ln w="6486">
            <a:solidFill>
              <a:srgbClr val="E5BA0E">
                <a:alpha val="12000"/>
              </a:srgbClr>
            </a:solidFill>
            <a:prstDash val="solid"/>
          </a:ln>
        </p:spPr>
      </p:sp>
      <p:sp>
        <p:nvSpPr>
          <p:cNvPr id="222" name="lumia-token-stream-curve">
            <a:extLst>
              <a:ext uri="{FF2B5EF4-FFF2-40B4-BE49-F238E27FC236}">
                <a16:creationId xmlns:a16="http://schemas.microsoft.com/office/drawing/2014/main" id="{CB6228CD-D354-44F3-B405-661455A5A9A9}"/>
              </a:ext>
            </a:extLst>
          </p:cNvPr>
          <p:cNvSpPr>
            <a:spLocks noGrp="1"/>
          </p:cNvSpPr>
          <p:nvPr/>
        </p:nvSpPr>
        <p:spPr>
          <a:xfrm>
            <a:off x="9104076" y="3613152"/>
            <a:ext cx="296310" cy="144018"/>
          </a:xfrm>
          <a:custGeom>
            <a:avLst/>
            <a:gdLst/>
            <a:ahLst/>
            <a:cxnLst/>
            <a:rect l="0" t="0" r="0" b="0"/>
            <a:pathLst>
              <a:path w="296310" h="144018">
                <a:moveTo>
                  <a:pt x="0" y="144018"/>
                </a:moveTo>
                <a:lnTo>
                  <a:pt x="296310" y="0"/>
                </a:lnTo>
              </a:path>
            </a:pathLst>
          </a:custGeom>
          <a:noFill/>
          <a:ln w="6608">
            <a:solidFill>
              <a:srgbClr val="D3B815">
                <a:alpha val="12000"/>
              </a:srgbClr>
            </a:solidFill>
            <a:prstDash val="solid"/>
          </a:ln>
        </p:spPr>
      </p:sp>
      <p:sp>
        <p:nvSpPr>
          <p:cNvPr id="223" name="lumia-token-stream-curve">
            <a:extLst>
              <a:ext uri="{FF2B5EF4-FFF2-40B4-BE49-F238E27FC236}">
                <a16:creationId xmlns:a16="http://schemas.microsoft.com/office/drawing/2014/main" id="{351DFC0C-6383-479D-B322-A5EF07A44EE3}"/>
              </a:ext>
            </a:extLst>
          </p:cNvPr>
          <p:cNvSpPr>
            <a:spLocks noGrp="1"/>
          </p:cNvSpPr>
          <p:nvPr/>
        </p:nvSpPr>
        <p:spPr>
          <a:xfrm>
            <a:off x="9400386" y="3465235"/>
            <a:ext cx="298754" cy="147916"/>
          </a:xfrm>
          <a:custGeom>
            <a:avLst/>
            <a:gdLst/>
            <a:ahLst/>
            <a:cxnLst/>
            <a:rect l="0" t="0" r="0" b="0"/>
            <a:pathLst>
              <a:path w="298754" h="147916">
                <a:moveTo>
                  <a:pt x="0" y="147916"/>
                </a:moveTo>
                <a:lnTo>
                  <a:pt x="298754" y="0"/>
                </a:lnTo>
              </a:path>
            </a:pathLst>
          </a:custGeom>
          <a:noFill/>
          <a:ln w="6722">
            <a:solidFill>
              <a:srgbClr val="C2B61C">
                <a:alpha val="12000"/>
              </a:srgbClr>
            </a:solidFill>
            <a:prstDash val="solid"/>
          </a:ln>
        </p:spPr>
      </p:sp>
      <p:sp>
        <p:nvSpPr>
          <p:cNvPr id="224" name="lumia-token-stream-curve">
            <a:extLst>
              <a:ext uri="{FF2B5EF4-FFF2-40B4-BE49-F238E27FC236}">
                <a16:creationId xmlns:a16="http://schemas.microsoft.com/office/drawing/2014/main" id="{E5E92288-097A-46E7-AC64-EEE42364D5A9}"/>
              </a:ext>
            </a:extLst>
          </p:cNvPr>
          <p:cNvSpPr>
            <a:spLocks noGrp="1"/>
          </p:cNvSpPr>
          <p:nvPr/>
        </p:nvSpPr>
        <p:spPr>
          <a:xfrm>
            <a:off x="9699140" y="3317181"/>
            <a:ext cx="301162" cy="148054"/>
          </a:xfrm>
          <a:custGeom>
            <a:avLst/>
            <a:gdLst/>
            <a:ahLst/>
            <a:cxnLst/>
            <a:rect l="0" t="0" r="0" b="0"/>
            <a:pathLst>
              <a:path w="301162" h="148054">
                <a:moveTo>
                  <a:pt x="0" y="148054"/>
                </a:moveTo>
                <a:lnTo>
                  <a:pt x="301162" y="0"/>
                </a:lnTo>
              </a:path>
            </a:pathLst>
          </a:custGeom>
          <a:noFill/>
          <a:ln w="6828">
            <a:solidFill>
              <a:srgbClr val="B0B422">
                <a:alpha val="12000"/>
              </a:srgbClr>
            </a:solidFill>
            <a:prstDash val="solid"/>
          </a:ln>
        </p:spPr>
      </p:sp>
      <p:sp>
        <p:nvSpPr>
          <p:cNvPr id="225" name="lumia-token-stream-curve">
            <a:extLst>
              <a:ext uri="{FF2B5EF4-FFF2-40B4-BE49-F238E27FC236}">
                <a16:creationId xmlns:a16="http://schemas.microsoft.com/office/drawing/2014/main" id="{D75AD4D7-EAE7-42A1-96C3-35F90633CA77}"/>
              </a:ext>
            </a:extLst>
          </p:cNvPr>
          <p:cNvSpPr>
            <a:spLocks noGrp="1"/>
          </p:cNvSpPr>
          <p:nvPr/>
        </p:nvSpPr>
        <p:spPr>
          <a:xfrm>
            <a:off x="10000302" y="3172163"/>
            <a:ext cx="303536" cy="145019"/>
          </a:xfrm>
          <a:custGeom>
            <a:avLst/>
            <a:gdLst/>
            <a:ahLst/>
            <a:cxnLst/>
            <a:rect l="0" t="0" r="0" b="0"/>
            <a:pathLst>
              <a:path w="303536" h="145019">
                <a:moveTo>
                  <a:pt x="0" y="145019"/>
                </a:moveTo>
                <a:lnTo>
                  <a:pt x="303536" y="0"/>
                </a:lnTo>
              </a:path>
            </a:pathLst>
          </a:custGeom>
          <a:noFill/>
          <a:ln w="6924">
            <a:solidFill>
              <a:srgbClr val="9EB329">
                <a:alpha val="13000"/>
              </a:srgbClr>
            </a:solidFill>
            <a:prstDash val="solid"/>
          </a:ln>
        </p:spPr>
      </p:sp>
      <p:sp>
        <p:nvSpPr>
          <p:cNvPr id="226" name="lumia-token-stream-curve">
            <a:extLst>
              <a:ext uri="{FF2B5EF4-FFF2-40B4-BE49-F238E27FC236}">
                <a16:creationId xmlns:a16="http://schemas.microsoft.com/office/drawing/2014/main" id="{46A9016D-AAB8-4C6C-BA96-9849C20B9B9C}"/>
              </a:ext>
            </a:extLst>
          </p:cNvPr>
          <p:cNvSpPr>
            <a:spLocks noGrp="1"/>
          </p:cNvSpPr>
          <p:nvPr/>
        </p:nvSpPr>
        <p:spPr>
          <a:xfrm>
            <a:off x="10303837" y="3032234"/>
            <a:ext cx="305875" cy="139929"/>
          </a:xfrm>
          <a:custGeom>
            <a:avLst/>
            <a:gdLst/>
            <a:ahLst/>
            <a:cxnLst/>
            <a:rect l="0" t="0" r="0" b="0"/>
            <a:pathLst>
              <a:path w="305875" h="139929">
                <a:moveTo>
                  <a:pt x="0" y="139929"/>
                </a:moveTo>
                <a:lnTo>
                  <a:pt x="305875" y="0"/>
                </a:lnTo>
              </a:path>
            </a:pathLst>
          </a:custGeom>
          <a:noFill/>
          <a:ln w="7009">
            <a:solidFill>
              <a:srgbClr val="8CB130">
                <a:alpha val="13000"/>
              </a:srgbClr>
            </a:solidFill>
            <a:prstDash val="solid"/>
          </a:ln>
        </p:spPr>
      </p:sp>
      <p:sp>
        <p:nvSpPr>
          <p:cNvPr id="227" name="lumia-token-stream-curve">
            <a:extLst>
              <a:ext uri="{FF2B5EF4-FFF2-40B4-BE49-F238E27FC236}">
                <a16:creationId xmlns:a16="http://schemas.microsoft.com/office/drawing/2014/main" id="{CA77A0EA-C055-4CFA-B103-6E5165A4D5CC}"/>
              </a:ext>
            </a:extLst>
          </p:cNvPr>
          <p:cNvSpPr>
            <a:spLocks noGrp="1"/>
          </p:cNvSpPr>
          <p:nvPr/>
        </p:nvSpPr>
        <p:spPr>
          <a:xfrm>
            <a:off x="10609712" y="2897938"/>
            <a:ext cx="308179" cy="134296"/>
          </a:xfrm>
          <a:custGeom>
            <a:avLst/>
            <a:gdLst/>
            <a:ahLst/>
            <a:cxnLst/>
            <a:rect l="0" t="0" r="0" b="0"/>
            <a:pathLst>
              <a:path w="308179" h="134296">
                <a:moveTo>
                  <a:pt x="0" y="134296"/>
                </a:moveTo>
                <a:lnTo>
                  <a:pt x="308179" y="0"/>
                </a:lnTo>
              </a:path>
            </a:pathLst>
          </a:custGeom>
          <a:noFill/>
          <a:ln w="7081">
            <a:solidFill>
              <a:srgbClr val="7BAF37">
                <a:alpha val="13000"/>
              </a:srgbClr>
            </a:solidFill>
            <a:prstDash val="solid"/>
          </a:ln>
        </p:spPr>
      </p:sp>
      <p:sp>
        <p:nvSpPr>
          <p:cNvPr id="228" name="lumia-token-stream-curve">
            <a:extLst>
              <a:ext uri="{FF2B5EF4-FFF2-40B4-BE49-F238E27FC236}">
                <a16:creationId xmlns:a16="http://schemas.microsoft.com/office/drawing/2014/main" id="{11330C9E-5B09-49A9-9940-9D93E0DE4373}"/>
              </a:ext>
            </a:extLst>
          </p:cNvPr>
          <p:cNvSpPr>
            <a:spLocks noGrp="1"/>
          </p:cNvSpPr>
          <p:nvPr/>
        </p:nvSpPr>
        <p:spPr>
          <a:xfrm>
            <a:off x="10917890" y="2768118"/>
            <a:ext cx="310448" cy="129819"/>
          </a:xfrm>
          <a:custGeom>
            <a:avLst/>
            <a:gdLst/>
            <a:ahLst/>
            <a:cxnLst/>
            <a:rect l="0" t="0" r="0" b="0"/>
            <a:pathLst>
              <a:path w="310448" h="129819">
                <a:moveTo>
                  <a:pt x="0" y="129819"/>
                </a:moveTo>
                <a:lnTo>
                  <a:pt x="310448" y="0"/>
                </a:lnTo>
              </a:path>
            </a:pathLst>
          </a:custGeom>
          <a:noFill/>
          <a:ln w="7139">
            <a:solidFill>
              <a:srgbClr val="69AD3E">
                <a:alpha val="13000"/>
              </a:srgbClr>
            </a:solidFill>
            <a:prstDash val="solid"/>
          </a:ln>
        </p:spPr>
      </p:sp>
      <p:sp>
        <p:nvSpPr>
          <p:cNvPr id="229" name="lumia-token-stream-curve">
            <a:extLst>
              <a:ext uri="{FF2B5EF4-FFF2-40B4-BE49-F238E27FC236}">
                <a16:creationId xmlns:a16="http://schemas.microsoft.com/office/drawing/2014/main" id="{6812AF71-9138-4D4C-9736-11FDCE8D519F}"/>
              </a:ext>
            </a:extLst>
          </p:cNvPr>
          <p:cNvSpPr>
            <a:spLocks noGrp="1"/>
          </p:cNvSpPr>
          <p:nvPr/>
        </p:nvSpPr>
        <p:spPr>
          <a:xfrm>
            <a:off x="11228338" y="2639987"/>
            <a:ext cx="312682" cy="128131"/>
          </a:xfrm>
          <a:custGeom>
            <a:avLst/>
            <a:gdLst/>
            <a:ahLst/>
            <a:cxnLst/>
            <a:rect l="0" t="0" r="0" b="0"/>
            <a:pathLst>
              <a:path w="312682" h="128131">
                <a:moveTo>
                  <a:pt x="0" y="128131"/>
                </a:moveTo>
                <a:lnTo>
                  <a:pt x="312682" y="0"/>
                </a:lnTo>
              </a:path>
            </a:pathLst>
          </a:custGeom>
          <a:noFill/>
          <a:ln w="7183">
            <a:solidFill>
              <a:srgbClr val="57AC45">
                <a:alpha val="13000"/>
              </a:srgbClr>
            </a:solidFill>
            <a:prstDash val="solid"/>
          </a:ln>
        </p:spPr>
      </p:sp>
      <p:sp>
        <p:nvSpPr>
          <p:cNvPr id="230" name="lumia-token-stream-curve">
            <a:extLst>
              <a:ext uri="{FF2B5EF4-FFF2-40B4-BE49-F238E27FC236}">
                <a16:creationId xmlns:a16="http://schemas.microsoft.com/office/drawing/2014/main" id="{F499008D-5163-467D-BF75-59C0FF2494C9}"/>
              </a:ext>
            </a:extLst>
          </p:cNvPr>
          <p:cNvSpPr>
            <a:spLocks noGrp="1"/>
          </p:cNvSpPr>
          <p:nvPr/>
        </p:nvSpPr>
        <p:spPr>
          <a:xfrm>
            <a:off x="11541021" y="2509455"/>
            <a:ext cx="314882" cy="130533"/>
          </a:xfrm>
          <a:custGeom>
            <a:avLst/>
            <a:gdLst/>
            <a:ahLst/>
            <a:cxnLst/>
            <a:rect l="0" t="0" r="0" b="0"/>
            <a:pathLst>
              <a:path w="314882" h="130533">
                <a:moveTo>
                  <a:pt x="0" y="130533"/>
                </a:moveTo>
                <a:lnTo>
                  <a:pt x="314882" y="0"/>
                </a:lnTo>
              </a:path>
            </a:pathLst>
          </a:custGeom>
          <a:noFill/>
          <a:ln w="7210">
            <a:solidFill>
              <a:srgbClr val="46AA4C">
                <a:alpha val="13000"/>
              </a:srgbClr>
            </a:solidFill>
            <a:prstDash val="solid"/>
          </a:ln>
        </p:spPr>
      </p:sp>
      <p:sp>
        <p:nvSpPr>
          <p:cNvPr id="231" name="lumia-token-stream-curve">
            <a:extLst>
              <a:ext uri="{FF2B5EF4-FFF2-40B4-BE49-F238E27FC236}">
                <a16:creationId xmlns:a16="http://schemas.microsoft.com/office/drawing/2014/main" id="{B498A1D8-0382-475C-9A91-672D370A689D}"/>
              </a:ext>
            </a:extLst>
          </p:cNvPr>
          <p:cNvSpPr>
            <a:spLocks noGrp="1"/>
          </p:cNvSpPr>
          <p:nvPr/>
        </p:nvSpPr>
        <p:spPr>
          <a:xfrm>
            <a:off x="11855903" y="2371691"/>
            <a:ext cx="317047" cy="137764"/>
          </a:xfrm>
          <a:custGeom>
            <a:avLst/>
            <a:gdLst/>
            <a:ahLst/>
            <a:cxnLst/>
            <a:rect l="0" t="0" r="0" b="0"/>
            <a:pathLst>
              <a:path w="317047" h="137764">
                <a:moveTo>
                  <a:pt x="0" y="137764"/>
                </a:moveTo>
                <a:lnTo>
                  <a:pt x="317047" y="0"/>
                </a:lnTo>
              </a:path>
            </a:pathLst>
          </a:custGeom>
          <a:noFill/>
          <a:ln w="7219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232" name="lumia-token-stream-curve">
            <a:extLst>
              <a:ext uri="{FF2B5EF4-FFF2-40B4-BE49-F238E27FC236}">
                <a16:creationId xmlns:a16="http://schemas.microsoft.com/office/drawing/2014/main" id="{6BCCD07F-718D-4F68-B658-8695A855B76F}"/>
              </a:ext>
            </a:extLst>
          </p:cNvPr>
          <p:cNvSpPr>
            <a:spLocks noGrp="1"/>
          </p:cNvSpPr>
          <p:nvPr/>
        </p:nvSpPr>
        <p:spPr>
          <a:xfrm>
            <a:off x="416187" y="5771239"/>
            <a:ext cx="182529" cy="25350"/>
          </a:xfrm>
          <a:custGeom>
            <a:avLst/>
            <a:gdLst/>
            <a:ahLst/>
            <a:cxnLst/>
            <a:rect l="0" t="0" r="0" b="0"/>
            <a:pathLst>
              <a:path w="182529" h="25350">
                <a:moveTo>
                  <a:pt x="0" y="25350"/>
                </a:moveTo>
                <a:lnTo>
                  <a:pt x="182529" y="0"/>
                </a:lnTo>
              </a:path>
            </a:pathLst>
          </a:custGeom>
          <a:noFill/>
          <a:ln w="4783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233" name="lumia-token-stream-curve">
            <a:extLst>
              <a:ext uri="{FF2B5EF4-FFF2-40B4-BE49-F238E27FC236}">
                <a16:creationId xmlns:a16="http://schemas.microsoft.com/office/drawing/2014/main" id="{D8A13130-649E-408D-9053-85C1C66320C0}"/>
              </a:ext>
            </a:extLst>
          </p:cNvPr>
          <p:cNvSpPr>
            <a:spLocks noGrp="1"/>
          </p:cNvSpPr>
          <p:nvPr/>
        </p:nvSpPr>
        <p:spPr>
          <a:xfrm>
            <a:off x="598716" y="5749320"/>
            <a:ext cx="186259" cy="21918"/>
          </a:xfrm>
          <a:custGeom>
            <a:avLst/>
            <a:gdLst/>
            <a:ahLst/>
            <a:cxnLst/>
            <a:rect l="0" t="0" r="0" b="0"/>
            <a:pathLst>
              <a:path w="186259" h="21918">
                <a:moveTo>
                  <a:pt x="0" y="21918"/>
                </a:moveTo>
                <a:lnTo>
                  <a:pt x="186259" y="0"/>
                </a:lnTo>
              </a:path>
            </a:pathLst>
          </a:custGeom>
          <a:noFill/>
          <a:ln w="4783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234" name="lumia-token-stream-curve">
            <a:extLst>
              <a:ext uri="{FF2B5EF4-FFF2-40B4-BE49-F238E27FC236}">
                <a16:creationId xmlns:a16="http://schemas.microsoft.com/office/drawing/2014/main" id="{A514067E-C483-488E-AFFD-7FA6352EDCDD}"/>
              </a:ext>
            </a:extLst>
          </p:cNvPr>
          <p:cNvSpPr>
            <a:spLocks noGrp="1"/>
          </p:cNvSpPr>
          <p:nvPr/>
        </p:nvSpPr>
        <p:spPr>
          <a:xfrm>
            <a:off x="784975" y="5729803"/>
            <a:ext cx="189956" cy="19517"/>
          </a:xfrm>
          <a:custGeom>
            <a:avLst/>
            <a:gdLst/>
            <a:ahLst/>
            <a:cxnLst/>
            <a:rect l="0" t="0" r="0" b="0"/>
            <a:pathLst>
              <a:path w="189956" h="19517">
                <a:moveTo>
                  <a:pt x="0" y="19517"/>
                </a:moveTo>
                <a:lnTo>
                  <a:pt x="189956" y="0"/>
                </a:lnTo>
              </a:path>
            </a:pathLst>
          </a:custGeom>
          <a:noFill/>
          <a:ln w="4783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235" name="lumia-token-stream-curve">
            <a:extLst>
              <a:ext uri="{FF2B5EF4-FFF2-40B4-BE49-F238E27FC236}">
                <a16:creationId xmlns:a16="http://schemas.microsoft.com/office/drawing/2014/main" id="{15A4E8E8-00AE-4DFB-878F-639632ACED7C}"/>
              </a:ext>
            </a:extLst>
          </p:cNvPr>
          <p:cNvSpPr>
            <a:spLocks noGrp="1"/>
          </p:cNvSpPr>
          <p:nvPr/>
        </p:nvSpPr>
        <p:spPr>
          <a:xfrm>
            <a:off x="974931" y="5711462"/>
            <a:ext cx="193621" cy="18341"/>
          </a:xfrm>
          <a:custGeom>
            <a:avLst/>
            <a:gdLst/>
            <a:ahLst/>
            <a:cxnLst/>
            <a:rect l="0" t="0" r="0" b="0"/>
            <a:pathLst>
              <a:path w="193621" h="18341">
                <a:moveTo>
                  <a:pt x="0" y="18341"/>
                </a:moveTo>
                <a:lnTo>
                  <a:pt x="193621" y="0"/>
                </a:lnTo>
              </a:path>
            </a:pathLst>
          </a:custGeom>
          <a:noFill/>
          <a:ln w="4783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236" name="lumia-token-stream-curve">
            <a:extLst>
              <a:ext uri="{FF2B5EF4-FFF2-40B4-BE49-F238E27FC236}">
                <a16:creationId xmlns:a16="http://schemas.microsoft.com/office/drawing/2014/main" id="{B7837D46-0C06-4321-AF84-E84A46C38769}"/>
              </a:ext>
            </a:extLst>
          </p:cNvPr>
          <p:cNvSpPr>
            <a:spLocks noGrp="1"/>
          </p:cNvSpPr>
          <p:nvPr/>
        </p:nvSpPr>
        <p:spPr>
          <a:xfrm>
            <a:off x="1168552" y="5692928"/>
            <a:ext cx="197252" cy="18534"/>
          </a:xfrm>
          <a:custGeom>
            <a:avLst/>
            <a:gdLst/>
            <a:ahLst/>
            <a:cxnLst/>
            <a:rect l="0" t="0" r="0" b="0"/>
            <a:pathLst>
              <a:path w="197252" h="18534">
                <a:moveTo>
                  <a:pt x="0" y="18534"/>
                </a:moveTo>
                <a:lnTo>
                  <a:pt x="197252" y="0"/>
                </a:lnTo>
              </a:path>
            </a:pathLst>
          </a:custGeom>
          <a:noFill/>
          <a:ln w="4783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237" name="lumia-token-stream-curve">
            <a:extLst>
              <a:ext uri="{FF2B5EF4-FFF2-40B4-BE49-F238E27FC236}">
                <a16:creationId xmlns:a16="http://schemas.microsoft.com/office/drawing/2014/main" id="{C09F56D8-7E31-4584-9FB6-C1B4B34B48A3}"/>
              </a:ext>
            </a:extLst>
          </p:cNvPr>
          <p:cNvSpPr>
            <a:spLocks noGrp="1"/>
          </p:cNvSpPr>
          <p:nvPr/>
        </p:nvSpPr>
        <p:spPr>
          <a:xfrm>
            <a:off x="1365804" y="5672756"/>
            <a:ext cx="200851" cy="20172"/>
          </a:xfrm>
          <a:custGeom>
            <a:avLst/>
            <a:gdLst/>
            <a:ahLst/>
            <a:cxnLst/>
            <a:rect l="0" t="0" r="0" b="0"/>
            <a:pathLst>
              <a:path w="200851" h="20172">
                <a:moveTo>
                  <a:pt x="0" y="20172"/>
                </a:moveTo>
                <a:lnTo>
                  <a:pt x="200851" y="0"/>
                </a:lnTo>
              </a:path>
            </a:pathLst>
          </a:custGeom>
          <a:noFill/>
          <a:ln w="4783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238" name="lumia-token-stream-curve">
            <a:extLst>
              <a:ext uri="{FF2B5EF4-FFF2-40B4-BE49-F238E27FC236}">
                <a16:creationId xmlns:a16="http://schemas.microsoft.com/office/drawing/2014/main" id="{B65C4203-C523-477E-AF42-7BA889EA377F}"/>
              </a:ext>
            </a:extLst>
          </p:cNvPr>
          <p:cNvSpPr>
            <a:spLocks noGrp="1"/>
          </p:cNvSpPr>
          <p:nvPr/>
        </p:nvSpPr>
        <p:spPr>
          <a:xfrm>
            <a:off x="1566655" y="5649514"/>
            <a:ext cx="204416" cy="23242"/>
          </a:xfrm>
          <a:custGeom>
            <a:avLst/>
            <a:gdLst/>
            <a:ahLst/>
            <a:cxnLst/>
            <a:rect l="0" t="0" r="0" b="0"/>
            <a:pathLst>
              <a:path w="204416" h="23242">
                <a:moveTo>
                  <a:pt x="0" y="23242"/>
                </a:moveTo>
                <a:lnTo>
                  <a:pt x="204416" y="0"/>
                </a:lnTo>
              </a:path>
            </a:pathLst>
          </a:custGeom>
          <a:noFill/>
          <a:ln w="4783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239" name="lumia-token-stream-curve">
            <a:extLst>
              <a:ext uri="{FF2B5EF4-FFF2-40B4-BE49-F238E27FC236}">
                <a16:creationId xmlns:a16="http://schemas.microsoft.com/office/drawing/2014/main" id="{AC68BA38-B8E1-450C-8CD7-064B94BD27BC}"/>
              </a:ext>
            </a:extLst>
          </p:cNvPr>
          <p:cNvSpPr>
            <a:spLocks noGrp="1"/>
          </p:cNvSpPr>
          <p:nvPr/>
        </p:nvSpPr>
        <p:spPr>
          <a:xfrm>
            <a:off x="1771071" y="5621881"/>
            <a:ext cx="207949" cy="27633"/>
          </a:xfrm>
          <a:custGeom>
            <a:avLst/>
            <a:gdLst/>
            <a:ahLst/>
            <a:cxnLst/>
            <a:rect l="0" t="0" r="0" b="0"/>
            <a:pathLst>
              <a:path w="207949" h="27633">
                <a:moveTo>
                  <a:pt x="0" y="27633"/>
                </a:moveTo>
                <a:lnTo>
                  <a:pt x="207949" y="0"/>
                </a:lnTo>
              </a:path>
            </a:pathLst>
          </a:custGeom>
          <a:noFill/>
          <a:ln w="4783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240" name="lumia-token-stream-curve">
            <a:extLst>
              <a:ext uri="{FF2B5EF4-FFF2-40B4-BE49-F238E27FC236}">
                <a16:creationId xmlns:a16="http://schemas.microsoft.com/office/drawing/2014/main" id="{A07EC701-C33F-42F8-A17C-298074F43183}"/>
              </a:ext>
            </a:extLst>
          </p:cNvPr>
          <p:cNvSpPr>
            <a:spLocks noGrp="1"/>
          </p:cNvSpPr>
          <p:nvPr/>
        </p:nvSpPr>
        <p:spPr>
          <a:xfrm>
            <a:off x="1979020" y="5588750"/>
            <a:ext cx="211448" cy="33130"/>
          </a:xfrm>
          <a:custGeom>
            <a:avLst/>
            <a:gdLst/>
            <a:ahLst/>
            <a:cxnLst/>
            <a:rect l="0" t="0" r="0" b="0"/>
            <a:pathLst>
              <a:path w="211448" h="33130">
                <a:moveTo>
                  <a:pt x="0" y="33130"/>
                </a:moveTo>
                <a:lnTo>
                  <a:pt x="211448" y="0"/>
                </a:lnTo>
              </a:path>
            </a:pathLst>
          </a:custGeom>
          <a:noFill/>
          <a:ln w="4783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241" name="lumia-token-stream-curve">
            <a:extLst>
              <a:ext uri="{FF2B5EF4-FFF2-40B4-BE49-F238E27FC236}">
                <a16:creationId xmlns:a16="http://schemas.microsoft.com/office/drawing/2014/main" id="{54ACEFA7-7239-4EEB-B130-DE14A83C8998}"/>
              </a:ext>
            </a:extLst>
          </p:cNvPr>
          <p:cNvSpPr>
            <a:spLocks noGrp="1"/>
          </p:cNvSpPr>
          <p:nvPr/>
        </p:nvSpPr>
        <p:spPr>
          <a:xfrm>
            <a:off x="2190468" y="5549335"/>
            <a:ext cx="214915" cy="39415"/>
          </a:xfrm>
          <a:custGeom>
            <a:avLst/>
            <a:gdLst/>
            <a:ahLst/>
            <a:cxnLst/>
            <a:rect l="0" t="0" r="0" b="0"/>
            <a:pathLst>
              <a:path w="214915" h="39415">
                <a:moveTo>
                  <a:pt x="0" y="39415"/>
                </a:moveTo>
                <a:lnTo>
                  <a:pt x="214915" y="0"/>
                </a:lnTo>
              </a:path>
            </a:pathLst>
          </a:custGeom>
          <a:noFill/>
          <a:ln w="4783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242" name="lumia-token-stream-curve">
            <a:extLst>
              <a:ext uri="{FF2B5EF4-FFF2-40B4-BE49-F238E27FC236}">
                <a16:creationId xmlns:a16="http://schemas.microsoft.com/office/drawing/2014/main" id="{9F8657B2-23D2-40B0-AE60-5C8EBD8FF1A1}"/>
              </a:ext>
            </a:extLst>
          </p:cNvPr>
          <p:cNvSpPr>
            <a:spLocks noGrp="1"/>
          </p:cNvSpPr>
          <p:nvPr/>
        </p:nvSpPr>
        <p:spPr>
          <a:xfrm>
            <a:off x="2405383" y="5503255"/>
            <a:ext cx="218349" cy="46081"/>
          </a:xfrm>
          <a:custGeom>
            <a:avLst/>
            <a:gdLst/>
            <a:ahLst/>
            <a:cxnLst/>
            <a:rect l="0" t="0" r="0" b="0"/>
            <a:pathLst>
              <a:path w="218349" h="46081">
                <a:moveTo>
                  <a:pt x="0" y="46081"/>
                </a:moveTo>
                <a:lnTo>
                  <a:pt x="218349" y="0"/>
                </a:lnTo>
              </a:path>
            </a:pathLst>
          </a:custGeom>
          <a:noFill/>
          <a:ln w="4783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243" name="lumia-token-stream-curve">
            <a:extLst>
              <a:ext uri="{FF2B5EF4-FFF2-40B4-BE49-F238E27FC236}">
                <a16:creationId xmlns:a16="http://schemas.microsoft.com/office/drawing/2014/main" id="{F494CE86-0B75-408F-AFA3-131C6B45FBA8}"/>
              </a:ext>
            </a:extLst>
          </p:cNvPr>
          <p:cNvSpPr>
            <a:spLocks noGrp="1"/>
          </p:cNvSpPr>
          <p:nvPr/>
        </p:nvSpPr>
        <p:spPr>
          <a:xfrm>
            <a:off x="2623732" y="5450597"/>
            <a:ext cx="221749" cy="52657"/>
          </a:xfrm>
          <a:custGeom>
            <a:avLst/>
            <a:gdLst/>
            <a:ahLst/>
            <a:cxnLst/>
            <a:rect l="0" t="0" r="0" b="0"/>
            <a:pathLst>
              <a:path w="221749" h="52657">
                <a:moveTo>
                  <a:pt x="0" y="52657"/>
                </a:moveTo>
                <a:lnTo>
                  <a:pt x="221749" y="0"/>
                </a:lnTo>
              </a:path>
            </a:pathLst>
          </a:custGeom>
          <a:noFill/>
          <a:ln w="4783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244" name="lumia-token-stream-curve">
            <a:extLst>
              <a:ext uri="{FF2B5EF4-FFF2-40B4-BE49-F238E27FC236}">
                <a16:creationId xmlns:a16="http://schemas.microsoft.com/office/drawing/2014/main" id="{123B30B9-7A7B-4E45-9F52-4054F139BC86}"/>
              </a:ext>
            </a:extLst>
          </p:cNvPr>
          <p:cNvSpPr>
            <a:spLocks noGrp="1"/>
          </p:cNvSpPr>
          <p:nvPr/>
        </p:nvSpPr>
        <p:spPr>
          <a:xfrm>
            <a:off x="2845481" y="5391952"/>
            <a:ext cx="225117" cy="58645"/>
          </a:xfrm>
          <a:custGeom>
            <a:avLst/>
            <a:gdLst/>
            <a:ahLst/>
            <a:cxnLst/>
            <a:rect l="0" t="0" r="0" b="0"/>
            <a:pathLst>
              <a:path w="225117" h="58645">
                <a:moveTo>
                  <a:pt x="0" y="58645"/>
                </a:moveTo>
                <a:lnTo>
                  <a:pt x="225117" y="0"/>
                </a:lnTo>
              </a:path>
            </a:pathLst>
          </a:custGeom>
          <a:noFill/>
          <a:ln w="4783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245" name="lumia-token-stream-curve">
            <a:extLst>
              <a:ext uri="{FF2B5EF4-FFF2-40B4-BE49-F238E27FC236}">
                <a16:creationId xmlns:a16="http://schemas.microsoft.com/office/drawing/2014/main" id="{4DC10834-51A5-402A-99FF-0C95729135D7}"/>
              </a:ext>
            </a:extLst>
          </p:cNvPr>
          <p:cNvSpPr>
            <a:spLocks noGrp="1"/>
          </p:cNvSpPr>
          <p:nvPr/>
        </p:nvSpPr>
        <p:spPr>
          <a:xfrm>
            <a:off x="3070598" y="5328394"/>
            <a:ext cx="228452" cy="63558"/>
          </a:xfrm>
          <a:custGeom>
            <a:avLst/>
            <a:gdLst/>
            <a:ahLst/>
            <a:cxnLst/>
            <a:rect l="0" t="0" r="0" b="0"/>
            <a:pathLst>
              <a:path w="228452" h="63558">
                <a:moveTo>
                  <a:pt x="0" y="63558"/>
                </a:moveTo>
                <a:lnTo>
                  <a:pt x="228452" y="0"/>
                </a:lnTo>
              </a:path>
            </a:pathLst>
          </a:custGeom>
          <a:noFill/>
          <a:ln w="4783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246" name="lumia-token-stream-curve">
            <a:extLst>
              <a:ext uri="{FF2B5EF4-FFF2-40B4-BE49-F238E27FC236}">
                <a16:creationId xmlns:a16="http://schemas.microsoft.com/office/drawing/2014/main" id="{D3B5C37E-E024-4029-97C1-09F52E8CC7F5}"/>
              </a:ext>
            </a:extLst>
          </p:cNvPr>
          <p:cNvSpPr>
            <a:spLocks noGrp="1"/>
          </p:cNvSpPr>
          <p:nvPr/>
        </p:nvSpPr>
        <p:spPr>
          <a:xfrm>
            <a:off x="3299050" y="5261424"/>
            <a:ext cx="231753" cy="66970"/>
          </a:xfrm>
          <a:custGeom>
            <a:avLst/>
            <a:gdLst/>
            <a:ahLst/>
            <a:cxnLst/>
            <a:rect l="0" t="0" r="0" b="0"/>
            <a:pathLst>
              <a:path w="231753" h="66970">
                <a:moveTo>
                  <a:pt x="0" y="66970"/>
                </a:moveTo>
                <a:lnTo>
                  <a:pt x="231753" y="0"/>
                </a:lnTo>
              </a:path>
            </a:pathLst>
          </a:custGeom>
          <a:noFill/>
          <a:ln w="4783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247" name="lumia-token-stream-curve">
            <a:extLst>
              <a:ext uri="{FF2B5EF4-FFF2-40B4-BE49-F238E27FC236}">
                <a16:creationId xmlns:a16="http://schemas.microsoft.com/office/drawing/2014/main" id="{069E5383-5D1D-484A-8D7F-5E29F554CC96}"/>
              </a:ext>
            </a:extLst>
          </p:cNvPr>
          <p:cNvSpPr>
            <a:spLocks noGrp="1"/>
          </p:cNvSpPr>
          <p:nvPr/>
        </p:nvSpPr>
        <p:spPr>
          <a:xfrm>
            <a:off x="3530803" y="5192853"/>
            <a:ext cx="235022" cy="68571"/>
          </a:xfrm>
          <a:custGeom>
            <a:avLst/>
            <a:gdLst/>
            <a:ahLst/>
            <a:cxnLst/>
            <a:rect l="0" t="0" r="0" b="0"/>
            <a:pathLst>
              <a:path w="235022" h="68571">
                <a:moveTo>
                  <a:pt x="0" y="68571"/>
                </a:moveTo>
                <a:lnTo>
                  <a:pt x="235022" y="0"/>
                </a:lnTo>
              </a:path>
            </a:pathLst>
          </a:custGeom>
          <a:noFill/>
          <a:ln w="4783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248" name="lumia-token-stream-curve">
            <a:extLst>
              <a:ext uri="{FF2B5EF4-FFF2-40B4-BE49-F238E27FC236}">
                <a16:creationId xmlns:a16="http://schemas.microsoft.com/office/drawing/2014/main" id="{565DBD39-A14C-4AE9-B49B-29CA53F0F03C}"/>
              </a:ext>
            </a:extLst>
          </p:cNvPr>
          <p:cNvSpPr>
            <a:spLocks noGrp="1"/>
          </p:cNvSpPr>
          <p:nvPr/>
        </p:nvSpPr>
        <p:spPr>
          <a:xfrm>
            <a:off x="3765826" y="5124650"/>
            <a:ext cx="238258" cy="68204"/>
          </a:xfrm>
          <a:custGeom>
            <a:avLst/>
            <a:gdLst/>
            <a:ahLst/>
            <a:cxnLst/>
            <a:rect l="0" t="0" r="0" b="0"/>
            <a:pathLst>
              <a:path w="238258" h="68204">
                <a:moveTo>
                  <a:pt x="0" y="68204"/>
                </a:moveTo>
                <a:lnTo>
                  <a:pt x="238258" y="0"/>
                </a:lnTo>
              </a:path>
            </a:pathLst>
          </a:custGeom>
          <a:noFill/>
          <a:ln w="4783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249" name="lumia-token-stream-curve">
            <a:extLst>
              <a:ext uri="{FF2B5EF4-FFF2-40B4-BE49-F238E27FC236}">
                <a16:creationId xmlns:a16="http://schemas.microsoft.com/office/drawing/2014/main" id="{DFAE08BE-6439-460D-90AC-B83C13BF7E31}"/>
              </a:ext>
            </a:extLst>
          </p:cNvPr>
          <p:cNvSpPr>
            <a:spLocks noGrp="1"/>
          </p:cNvSpPr>
          <p:nvPr/>
        </p:nvSpPr>
        <p:spPr>
          <a:xfrm>
            <a:off x="4004084" y="5058742"/>
            <a:ext cx="241461" cy="65908"/>
          </a:xfrm>
          <a:custGeom>
            <a:avLst/>
            <a:gdLst/>
            <a:ahLst/>
            <a:cxnLst/>
            <a:rect l="0" t="0" r="0" b="0"/>
            <a:pathLst>
              <a:path w="241461" h="65908">
                <a:moveTo>
                  <a:pt x="0" y="65908"/>
                </a:moveTo>
                <a:lnTo>
                  <a:pt x="241461" y="0"/>
                </a:lnTo>
              </a:path>
            </a:pathLst>
          </a:custGeom>
          <a:noFill/>
          <a:ln w="4798">
            <a:solidFill>
              <a:srgbClr val="A33F64">
                <a:alpha val="7000"/>
              </a:srgbClr>
            </a:solidFill>
            <a:prstDash val="solid"/>
          </a:ln>
        </p:spPr>
      </p:sp>
      <p:sp>
        <p:nvSpPr>
          <p:cNvPr id="250" name="lumia-token-stream-curve">
            <a:extLst>
              <a:ext uri="{FF2B5EF4-FFF2-40B4-BE49-F238E27FC236}">
                <a16:creationId xmlns:a16="http://schemas.microsoft.com/office/drawing/2014/main" id="{42BC2D0D-4E23-473E-9B87-DB32D4B0AED4}"/>
              </a:ext>
            </a:extLst>
          </p:cNvPr>
          <p:cNvSpPr>
            <a:spLocks noGrp="1"/>
          </p:cNvSpPr>
          <p:nvPr/>
        </p:nvSpPr>
        <p:spPr>
          <a:xfrm>
            <a:off x="4245545" y="4996810"/>
            <a:ext cx="244631" cy="61932"/>
          </a:xfrm>
          <a:custGeom>
            <a:avLst/>
            <a:gdLst/>
            <a:ahLst/>
            <a:cxnLst/>
            <a:rect l="0" t="0" r="0" b="0"/>
            <a:pathLst>
              <a:path w="244631" h="61932">
                <a:moveTo>
                  <a:pt x="0" y="61932"/>
                </a:moveTo>
                <a:lnTo>
                  <a:pt x="244631" y="0"/>
                </a:lnTo>
              </a:path>
            </a:pathLst>
          </a:custGeom>
          <a:noFill/>
          <a:ln w="4831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251" name="lumia-token-stream-curve">
            <a:extLst>
              <a:ext uri="{FF2B5EF4-FFF2-40B4-BE49-F238E27FC236}">
                <a16:creationId xmlns:a16="http://schemas.microsoft.com/office/drawing/2014/main" id="{03A9F37D-3D41-464E-A07A-43D833D4F504}"/>
              </a:ext>
            </a:extLst>
          </p:cNvPr>
          <p:cNvSpPr>
            <a:spLocks noGrp="1"/>
          </p:cNvSpPr>
          <p:nvPr/>
        </p:nvSpPr>
        <p:spPr>
          <a:xfrm>
            <a:off x="4490175" y="4940071"/>
            <a:ext cx="247768" cy="56739"/>
          </a:xfrm>
          <a:custGeom>
            <a:avLst/>
            <a:gdLst/>
            <a:ahLst/>
            <a:cxnLst/>
            <a:rect l="0" t="0" r="0" b="0"/>
            <a:pathLst>
              <a:path w="247768" h="56739">
                <a:moveTo>
                  <a:pt x="0" y="56739"/>
                </a:moveTo>
                <a:lnTo>
                  <a:pt x="247768" y="0"/>
                </a:lnTo>
              </a:path>
            </a:pathLst>
          </a:custGeom>
          <a:noFill/>
          <a:ln w="4881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252" name="lumia-token-stream-curve">
            <a:extLst>
              <a:ext uri="{FF2B5EF4-FFF2-40B4-BE49-F238E27FC236}">
                <a16:creationId xmlns:a16="http://schemas.microsoft.com/office/drawing/2014/main" id="{95DF66DB-C5C4-4C14-AA8A-053D0A87A511}"/>
              </a:ext>
            </a:extLst>
          </p:cNvPr>
          <p:cNvSpPr>
            <a:spLocks noGrp="1"/>
          </p:cNvSpPr>
          <p:nvPr/>
        </p:nvSpPr>
        <p:spPr>
          <a:xfrm>
            <a:off x="4737943" y="4889096"/>
            <a:ext cx="250872" cy="50975"/>
          </a:xfrm>
          <a:custGeom>
            <a:avLst/>
            <a:gdLst/>
            <a:ahLst/>
            <a:cxnLst/>
            <a:rect l="0" t="0" r="0" b="0"/>
            <a:pathLst>
              <a:path w="250872" h="50975">
                <a:moveTo>
                  <a:pt x="0" y="50975"/>
                </a:moveTo>
                <a:lnTo>
                  <a:pt x="250872" y="0"/>
                </a:lnTo>
              </a:path>
            </a:pathLst>
          </a:custGeom>
          <a:noFill/>
          <a:ln w="4947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253" name="lumia-token-stream-curve">
            <a:extLst>
              <a:ext uri="{FF2B5EF4-FFF2-40B4-BE49-F238E27FC236}">
                <a16:creationId xmlns:a16="http://schemas.microsoft.com/office/drawing/2014/main" id="{D8FE521F-E644-4851-8273-E86A7949B5BE}"/>
              </a:ext>
            </a:extLst>
          </p:cNvPr>
          <p:cNvSpPr>
            <a:spLocks noGrp="1"/>
          </p:cNvSpPr>
          <p:nvPr/>
        </p:nvSpPr>
        <p:spPr>
          <a:xfrm>
            <a:off x="4988815" y="4843672"/>
            <a:ext cx="253943" cy="45424"/>
          </a:xfrm>
          <a:custGeom>
            <a:avLst/>
            <a:gdLst/>
            <a:ahLst/>
            <a:cxnLst/>
            <a:rect l="0" t="0" r="0" b="0"/>
            <a:pathLst>
              <a:path w="253943" h="45424">
                <a:moveTo>
                  <a:pt x="0" y="45424"/>
                </a:moveTo>
                <a:lnTo>
                  <a:pt x="253943" y="0"/>
                </a:lnTo>
              </a:path>
            </a:pathLst>
          </a:custGeom>
          <a:noFill/>
          <a:ln w="5027">
            <a:solidFill>
              <a:srgbClr val="D74242">
                <a:alpha val="8000"/>
              </a:srgbClr>
            </a:solidFill>
            <a:prstDash val="solid"/>
          </a:ln>
        </p:spPr>
      </p:sp>
      <p:sp>
        <p:nvSpPr>
          <p:cNvPr id="254" name="lumia-token-stream-curve">
            <a:extLst>
              <a:ext uri="{FF2B5EF4-FFF2-40B4-BE49-F238E27FC236}">
                <a16:creationId xmlns:a16="http://schemas.microsoft.com/office/drawing/2014/main" id="{FEFF37F5-8D1A-43DA-BB18-ADFFDC87AD9B}"/>
              </a:ext>
            </a:extLst>
          </p:cNvPr>
          <p:cNvSpPr>
            <a:spLocks noGrp="1"/>
          </p:cNvSpPr>
          <p:nvPr/>
        </p:nvSpPr>
        <p:spPr>
          <a:xfrm>
            <a:off x="5242757" y="4802739"/>
            <a:ext cx="256981" cy="40932"/>
          </a:xfrm>
          <a:custGeom>
            <a:avLst/>
            <a:gdLst/>
            <a:ahLst/>
            <a:cxnLst/>
            <a:rect l="0" t="0" r="0" b="0"/>
            <a:pathLst>
              <a:path w="256981" h="40932">
                <a:moveTo>
                  <a:pt x="0" y="40932"/>
                </a:moveTo>
                <a:lnTo>
                  <a:pt x="256981" y="0"/>
                </a:lnTo>
              </a:path>
            </a:pathLst>
          </a:custGeom>
          <a:noFill/>
          <a:ln w="5120">
            <a:solidFill>
              <a:srgbClr val="E44339">
                <a:alpha val="8000"/>
              </a:srgbClr>
            </a:solidFill>
            <a:prstDash val="solid"/>
          </a:ln>
        </p:spPr>
      </p:sp>
      <p:sp>
        <p:nvSpPr>
          <p:cNvPr id="255" name="lumia-token-stream-curve">
            <a:extLst>
              <a:ext uri="{FF2B5EF4-FFF2-40B4-BE49-F238E27FC236}">
                <a16:creationId xmlns:a16="http://schemas.microsoft.com/office/drawing/2014/main" id="{DD207563-8503-43E7-BD52-54F1843087FF}"/>
              </a:ext>
            </a:extLst>
          </p:cNvPr>
          <p:cNvSpPr>
            <a:spLocks noGrp="1"/>
          </p:cNvSpPr>
          <p:nvPr/>
        </p:nvSpPr>
        <p:spPr>
          <a:xfrm>
            <a:off x="5499738" y="4764420"/>
            <a:ext cx="259986" cy="38319"/>
          </a:xfrm>
          <a:custGeom>
            <a:avLst/>
            <a:gdLst/>
            <a:ahLst/>
            <a:cxnLst/>
            <a:rect l="0" t="0" r="0" b="0"/>
            <a:pathLst>
              <a:path w="259986" h="38319">
                <a:moveTo>
                  <a:pt x="0" y="38319"/>
                </a:moveTo>
                <a:lnTo>
                  <a:pt x="259986" y="0"/>
                </a:lnTo>
              </a:path>
            </a:pathLst>
          </a:custGeom>
          <a:noFill/>
          <a:ln w="5224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256" name="lumia-token-stream-curve">
            <a:extLst>
              <a:ext uri="{FF2B5EF4-FFF2-40B4-BE49-F238E27FC236}">
                <a16:creationId xmlns:a16="http://schemas.microsoft.com/office/drawing/2014/main" id="{3F1EF45D-9285-42A7-BBC2-202092E105C2}"/>
              </a:ext>
            </a:extLst>
          </p:cNvPr>
          <p:cNvSpPr>
            <a:spLocks noGrp="1"/>
          </p:cNvSpPr>
          <p:nvPr/>
        </p:nvSpPr>
        <p:spPr>
          <a:xfrm>
            <a:off x="5759724" y="4726143"/>
            <a:ext cx="262958" cy="38278"/>
          </a:xfrm>
          <a:custGeom>
            <a:avLst/>
            <a:gdLst/>
            <a:ahLst/>
            <a:cxnLst/>
            <a:rect l="0" t="0" r="0" b="0"/>
            <a:pathLst>
              <a:path w="262958" h="38278">
                <a:moveTo>
                  <a:pt x="0" y="38278"/>
                </a:moveTo>
                <a:lnTo>
                  <a:pt x="262958" y="0"/>
                </a:lnTo>
              </a:path>
            </a:pathLst>
          </a:custGeom>
          <a:noFill/>
          <a:ln w="5339">
            <a:solidFill>
              <a:srgbClr val="EC532F">
                <a:alpha val="9000"/>
              </a:srgbClr>
            </a:solidFill>
            <a:prstDash val="solid"/>
          </a:ln>
        </p:spPr>
      </p:sp>
      <p:sp>
        <p:nvSpPr>
          <p:cNvPr id="257" name="lumia-token-stream-curve">
            <a:extLst>
              <a:ext uri="{FF2B5EF4-FFF2-40B4-BE49-F238E27FC236}">
                <a16:creationId xmlns:a16="http://schemas.microsoft.com/office/drawing/2014/main" id="{D160CC4D-6020-4050-8648-4752D7192D65}"/>
              </a:ext>
            </a:extLst>
          </p:cNvPr>
          <p:cNvSpPr>
            <a:spLocks noGrp="1"/>
          </p:cNvSpPr>
          <p:nvPr/>
        </p:nvSpPr>
        <p:spPr>
          <a:xfrm>
            <a:off x="6022681" y="4684861"/>
            <a:ext cx="265897" cy="41281"/>
          </a:xfrm>
          <a:custGeom>
            <a:avLst/>
            <a:gdLst/>
            <a:ahLst/>
            <a:cxnLst/>
            <a:rect l="0" t="0" r="0" b="0"/>
            <a:pathLst>
              <a:path w="265897" h="41281">
                <a:moveTo>
                  <a:pt x="0" y="41281"/>
                </a:moveTo>
                <a:lnTo>
                  <a:pt x="265897" y="0"/>
                </a:lnTo>
              </a:path>
            </a:pathLst>
          </a:custGeom>
          <a:noFill/>
          <a:ln w="5462">
            <a:solidFill>
              <a:srgbClr val="EE5E2A">
                <a:alpha val="9000"/>
              </a:srgbClr>
            </a:solidFill>
            <a:prstDash val="solid"/>
          </a:ln>
        </p:spPr>
      </p:sp>
      <p:sp>
        <p:nvSpPr>
          <p:cNvPr id="258" name="lumia-token-stream-curve">
            <a:extLst>
              <a:ext uri="{FF2B5EF4-FFF2-40B4-BE49-F238E27FC236}">
                <a16:creationId xmlns:a16="http://schemas.microsoft.com/office/drawing/2014/main" id="{BAED38AC-6FDE-4C82-90B2-300F6612AC02}"/>
              </a:ext>
            </a:extLst>
          </p:cNvPr>
          <p:cNvSpPr>
            <a:spLocks noGrp="1"/>
          </p:cNvSpPr>
          <p:nvPr/>
        </p:nvSpPr>
        <p:spPr>
          <a:xfrm>
            <a:off x="6288578" y="4637359"/>
            <a:ext cx="268803" cy="47502"/>
          </a:xfrm>
          <a:custGeom>
            <a:avLst/>
            <a:gdLst/>
            <a:ahLst/>
            <a:cxnLst/>
            <a:rect l="0" t="0" r="0" b="0"/>
            <a:pathLst>
              <a:path w="268803" h="47502">
                <a:moveTo>
                  <a:pt x="0" y="47502"/>
                </a:moveTo>
                <a:lnTo>
                  <a:pt x="268803" y="0"/>
                </a:lnTo>
              </a:path>
            </a:pathLst>
          </a:custGeom>
          <a:noFill/>
          <a:ln w="5593">
            <a:solidFill>
              <a:srgbClr val="EF6926">
                <a:alpha val="9000"/>
              </a:srgbClr>
            </a:solidFill>
            <a:prstDash val="solid"/>
          </a:ln>
        </p:spPr>
      </p:sp>
      <p:sp>
        <p:nvSpPr>
          <p:cNvPr id="259" name="lumia-token-stream-curve">
            <a:extLst>
              <a:ext uri="{FF2B5EF4-FFF2-40B4-BE49-F238E27FC236}">
                <a16:creationId xmlns:a16="http://schemas.microsoft.com/office/drawing/2014/main" id="{9299E8D9-2BA0-4576-990C-B92E59F3FF83}"/>
              </a:ext>
            </a:extLst>
          </p:cNvPr>
          <p:cNvSpPr>
            <a:spLocks noGrp="1"/>
          </p:cNvSpPr>
          <p:nvPr/>
        </p:nvSpPr>
        <p:spPr>
          <a:xfrm>
            <a:off x="6557381" y="4580598"/>
            <a:ext cx="271676" cy="56761"/>
          </a:xfrm>
          <a:custGeom>
            <a:avLst/>
            <a:gdLst/>
            <a:ahLst/>
            <a:cxnLst/>
            <a:rect l="0" t="0" r="0" b="0"/>
            <a:pathLst>
              <a:path w="271676" h="56761">
                <a:moveTo>
                  <a:pt x="0" y="56761"/>
                </a:moveTo>
                <a:lnTo>
                  <a:pt x="271676" y="0"/>
                </a:lnTo>
              </a:path>
            </a:pathLst>
          </a:custGeom>
          <a:noFill/>
          <a:ln w="5729">
            <a:solidFill>
              <a:srgbClr val="F17322">
                <a:alpha val="10000"/>
              </a:srgbClr>
            </a:solidFill>
            <a:prstDash val="solid"/>
          </a:ln>
        </p:spPr>
      </p:sp>
      <p:sp>
        <p:nvSpPr>
          <p:cNvPr id="260" name="lumia-token-stream-curve">
            <a:extLst>
              <a:ext uri="{FF2B5EF4-FFF2-40B4-BE49-F238E27FC236}">
                <a16:creationId xmlns:a16="http://schemas.microsoft.com/office/drawing/2014/main" id="{CEDEDA4B-E806-45D8-A025-8EF8F0CBE85B}"/>
              </a:ext>
            </a:extLst>
          </p:cNvPr>
          <p:cNvSpPr>
            <a:spLocks noGrp="1"/>
          </p:cNvSpPr>
          <p:nvPr/>
        </p:nvSpPr>
        <p:spPr>
          <a:xfrm>
            <a:off x="6829057" y="4512085"/>
            <a:ext cx="274516" cy="68513"/>
          </a:xfrm>
          <a:custGeom>
            <a:avLst/>
            <a:gdLst/>
            <a:ahLst/>
            <a:cxnLst/>
            <a:rect l="0" t="0" r="0" b="0"/>
            <a:pathLst>
              <a:path w="274516" h="68513">
                <a:moveTo>
                  <a:pt x="0" y="68513"/>
                </a:moveTo>
                <a:lnTo>
                  <a:pt x="274516" y="0"/>
                </a:lnTo>
              </a:path>
            </a:pathLst>
          </a:custGeom>
          <a:noFill/>
          <a:ln w="5871">
            <a:solidFill>
              <a:srgbClr val="F27E1E">
                <a:alpha val="10000"/>
              </a:srgbClr>
            </a:solidFill>
            <a:prstDash val="solid"/>
          </a:ln>
        </p:spPr>
      </p:sp>
      <p:sp>
        <p:nvSpPr>
          <p:cNvPr id="261" name="lumia-token-stream-curve">
            <a:extLst>
              <a:ext uri="{FF2B5EF4-FFF2-40B4-BE49-F238E27FC236}">
                <a16:creationId xmlns:a16="http://schemas.microsoft.com/office/drawing/2014/main" id="{936D3F8D-CF63-44B2-B4E5-D645737113F4}"/>
              </a:ext>
            </a:extLst>
          </p:cNvPr>
          <p:cNvSpPr>
            <a:spLocks noGrp="1"/>
          </p:cNvSpPr>
          <p:nvPr/>
        </p:nvSpPr>
        <p:spPr>
          <a:xfrm>
            <a:off x="7103573" y="4430199"/>
            <a:ext cx="277323" cy="81886"/>
          </a:xfrm>
          <a:custGeom>
            <a:avLst/>
            <a:gdLst/>
            <a:ahLst/>
            <a:cxnLst/>
            <a:rect l="0" t="0" r="0" b="0"/>
            <a:pathLst>
              <a:path w="277323" h="81886">
                <a:moveTo>
                  <a:pt x="0" y="81886"/>
                </a:moveTo>
                <a:lnTo>
                  <a:pt x="277323" y="0"/>
                </a:lnTo>
              </a:path>
            </a:pathLst>
          </a:custGeom>
          <a:noFill/>
          <a:ln w="6016">
            <a:solidFill>
              <a:srgbClr val="F48919">
                <a:alpha val="10000"/>
              </a:srgbClr>
            </a:solidFill>
            <a:prstDash val="solid"/>
          </a:ln>
        </p:spPr>
      </p:sp>
      <p:sp>
        <p:nvSpPr>
          <p:cNvPr id="262" name="lumia-token-stream-curve">
            <a:extLst>
              <a:ext uri="{FF2B5EF4-FFF2-40B4-BE49-F238E27FC236}">
                <a16:creationId xmlns:a16="http://schemas.microsoft.com/office/drawing/2014/main" id="{1262ED9B-95A3-4E69-BAD0-1029F7A10203}"/>
              </a:ext>
            </a:extLst>
          </p:cNvPr>
          <p:cNvSpPr>
            <a:spLocks noGrp="1"/>
          </p:cNvSpPr>
          <p:nvPr/>
        </p:nvSpPr>
        <p:spPr>
          <a:xfrm>
            <a:off x="7380897" y="4334439"/>
            <a:ext cx="280098" cy="95760"/>
          </a:xfrm>
          <a:custGeom>
            <a:avLst/>
            <a:gdLst/>
            <a:ahLst/>
            <a:cxnLst/>
            <a:rect l="0" t="0" r="0" b="0"/>
            <a:pathLst>
              <a:path w="280098" h="95760">
                <a:moveTo>
                  <a:pt x="0" y="95760"/>
                </a:moveTo>
                <a:lnTo>
                  <a:pt x="280098" y="0"/>
                </a:lnTo>
              </a:path>
            </a:pathLst>
          </a:custGeom>
          <a:noFill/>
          <a:ln w="6162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263" name="lumia-token-stream-curve">
            <a:extLst>
              <a:ext uri="{FF2B5EF4-FFF2-40B4-BE49-F238E27FC236}">
                <a16:creationId xmlns:a16="http://schemas.microsoft.com/office/drawing/2014/main" id="{A25078E7-F610-4497-B10C-B3C3F461D219}"/>
              </a:ext>
            </a:extLst>
          </p:cNvPr>
          <p:cNvSpPr>
            <a:spLocks noGrp="1"/>
          </p:cNvSpPr>
          <p:nvPr/>
        </p:nvSpPr>
        <p:spPr>
          <a:xfrm>
            <a:off x="7660995" y="4225548"/>
            <a:ext cx="282839" cy="108891"/>
          </a:xfrm>
          <a:custGeom>
            <a:avLst/>
            <a:gdLst/>
            <a:ahLst/>
            <a:cxnLst/>
            <a:rect l="0" t="0" r="0" b="0"/>
            <a:pathLst>
              <a:path w="282839" h="108891">
                <a:moveTo>
                  <a:pt x="0" y="108891"/>
                </a:moveTo>
                <a:lnTo>
                  <a:pt x="282839" y="0"/>
                </a:lnTo>
              </a:path>
            </a:pathLst>
          </a:custGeom>
          <a:noFill/>
          <a:ln w="6309">
            <a:solidFill>
              <a:srgbClr val="F79E11">
                <a:alpha val="11000"/>
              </a:srgbClr>
            </a:solidFill>
            <a:prstDash val="solid"/>
          </a:ln>
        </p:spPr>
      </p:sp>
      <p:sp>
        <p:nvSpPr>
          <p:cNvPr id="264" name="lumia-token-stream-curve">
            <a:extLst>
              <a:ext uri="{FF2B5EF4-FFF2-40B4-BE49-F238E27FC236}">
                <a16:creationId xmlns:a16="http://schemas.microsoft.com/office/drawing/2014/main" id="{6058C8E9-0EC0-4DE3-A7FA-D840755DD036}"/>
              </a:ext>
            </a:extLst>
          </p:cNvPr>
          <p:cNvSpPr>
            <a:spLocks noGrp="1"/>
          </p:cNvSpPr>
          <p:nvPr/>
        </p:nvSpPr>
        <p:spPr>
          <a:xfrm>
            <a:off x="7943834" y="4105480"/>
            <a:ext cx="285547" cy="120068"/>
          </a:xfrm>
          <a:custGeom>
            <a:avLst/>
            <a:gdLst/>
            <a:ahLst/>
            <a:cxnLst/>
            <a:rect l="0" t="0" r="0" b="0"/>
            <a:pathLst>
              <a:path w="285547" h="120068">
                <a:moveTo>
                  <a:pt x="0" y="120068"/>
                </a:moveTo>
                <a:lnTo>
                  <a:pt x="285547" y="0"/>
                </a:lnTo>
              </a:path>
            </a:pathLst>
          </a:custGeom>
          <a:noFill/>
          <a:ln w="6455">
            <a:solidFill>
              <a:srgbClr val="F8A90C">
                <a:alpha val="11000"/>
              </a:srgbClr>
            </a:solidFill>
            <a:prstDash val="solid"/>
          </a:ln>
        </p:spPr>
      </p:sp>
      <p:sp>
        <p:nvSpPr>
          <p:cNvPr id="265" name="lumia-token-stream-curve">
            <a:extLst>
              <a:ext uri="{FF2B5EF4-FFF2-40B4-BE49-F238E27FC236}">
                <a16:creationId xmlns:a16="http://schemas.microsoft.com/office/drawing/2014/main" id="{732C0E76-4CB9-487D-9793-A8C337B89497}"/>
              </a:ext>
            </a:extLst>
          </p:cNvPr>
          <p:cNvSpPr>
            <a:spLocks noGrp="1"/>
          </p:cNvSpPr>
          <p:nvPr/>
        </p:nvSpPr>
        <p:spPr>
          <a:xfrm>
            <a:off x="8229381" y="3977198"/>
            <a:ext cx="288223" cy="128282"/>
          </a:xfrm>
          <a:custGeom>
            <a:avLst/>
            <a:gdLst/>
            <a:ahLst/>
            <a:cxnLst/>
            <a:rect l="0" t="0" r="0" b="0"/>
            <a:pathLst>
              <a:path w="288223" h="128282">
                <a:moveTo>
                  <a:pt x="0" y="128282"/>
                </a:moveTo>
                <a:lnTo>
                  <a:pt x="288223" y="0"/>
                </a:lnTo>
              </a:path>
            </a:pathLst>
          </a:custGeom>
          <a:noFill/>
          <a:ln w="6599">
            <a:solidFill>
              <a:srgbClr val="FAB408">
                <a:alpha val="11000"/>
              </a:srgbClr>
            </a:solidFill>
            <a:prstDash val="solid"/>
          </a:ln>
        </p:spPr>
      </p:sp>
      <p:sp>
        <p:nvSpPr>
          <p:cNvPr id="266" name="lumia-token-stream-curve">
            <a:extLst>
              <a:ext uri="{FF2B5EF4-FFF2-40B4-BE49-F238E27FC236}">
                <a16:creationId xmlns:a16="http://schemas.microsoft.com/office/drawing/2014/main" id="{43D5FB4D-D461-4A6F-84D5-9E8009A0B677}"/>
              </a:ext>
            </a:extLst>
          </p:cNvPr>
          <p:cNvSpPr>
            <a:spLocks noGrp="1"/>
          </p:cNvSpPr>
          <p:nvPr/>
        </p:nvSpPr>
        <p:spPr>
          <a:xfrm>
            <a:off x="8517603" y="3844317"/>
            <a:ext cx="290865" cy="132881"/>
          </a:xfrm>
          <a:custGeom>
            <a:avLst/>
            <a:gdLst/>
            <a:ahLst/>
            <a:cxnLst/>
            <a:rect l="0" t="0" r="0" b="0"/>
            <a:pathLst>
              <a:path w="290865" h="132881">
                <a:moveTo>
                  <a:pt x="0" y="132881"/>
                </a:moveTo>
                <a:lnTo>
                  <a:pt x="290865" y="0"/>
                </a:lnTo>
              </a:path>
            </a:pathLst>
          </a:custGeom>
          <a:noFill/>
          <a:ln w="6740">
            <a:solidFill>
              <a:srgbClr val="F7BC07">
                <a:alpha val="12000"/>
              </a:srgbClr>
            </a:solidFill>
            <a:prstDash val="solid"/>
          </a:ln>
        </p:spPr>
      </p:sp>
      <p:sp>
        <p:nvSpPr>
          <p:cNvPr id="267" name="lumia-token-stream-curve">
            <a:extLst>
              <a:ext uri="{FF2B5EF4-FFF2-40B4-BE49-F238E27FC236}">
                <a16:creationId xmlns:a16="http://schemas.microsoft.com/office/drawing/2014/main" id="{FF8D2C6F-4EC7-4E19-A458-3A92F35B0C73}"/>
              </a:ext>
            </a:extLst>
          </p:cNvPr>
          <p:cNvSpPr>
            <a:spLocks noGrp="1"/>
          </p:cNvSpPr>
          <p:nvPr/>
        </p:nvSpPr>
        <p:spPr>
          <a:xfrm>
            <a:off x="8808468" y="3710628"/>
            <a:ext cx="293474" cy="133689"/>
          </a:xfrm>
          <a:custGeom>
            <a:avLst/>
            <a:gdLst/>
            <a:ahLst/>
            <a:cxnLst/>
            <a:rect l="0" t="0" r="0" b="0"/>
            <a:pathLst>
              <a:path w="293474" h="133689">
                <a:moveTo>
                  <a:pt x="0" y="133689"/>
                </a:moveTo>
                <a:lnTo>
                  <a:pt x="293474" y="0"/>
                </a:lnTo>
              </a:path>
            </a:pathLst>
          </a:custGeom>
          <a:noFill/>
          <a:ln w="6875">
            <a:solidFill>
              <a:srgbClr val="E5BA0E">
                <a:alpha val="12000"/>
              </a:srgbClr>
            </a:solidFill>
            <a:prstDash val="solid"/>
          </a:ln>
        </p:spPr>
      </p:sp>
      <p:sp>
        <p:nvSpPr>
          <p:cNvPr id="268" name="lumia-token-stream-curve">
            <a:extLst>
              <a:ext uri="{FF2B5EF4-FFF2-40B4-BE49-F238E27FC236}">
                <a16:creationId xmlns:a16="http://schemas.microsoft.com/office/drawing/2014/main" id="{3EAA70DF-5191-4133-8C6C-94F0FDA1D2D2}"/>
              </a:ext>
            </a:extLst>
          </p:cNvPr>
          <p:cNvSpPr>
            <a:spLocks noGrp="1"/>
          </p:cNvSpPr>
          <p:nvPr/>
        </p:nvSpPr>
        <p:spPr>
          <a:xfrm>
            <a:off x="9101943" y="3579550"/>
            <a:ext cx="296051" cy="131078"/>
          </a:xfrm>
          <a:custGeom>
            <a:avLst/>
            <a:gdLst/>
            <a:ahLst/>
            <a:cxnLst/>
            <a:rect l="0" t="0" r="0" b="0"/>
            <a:pathLst>
              <a:path w="296051" h="131078">
                <a:moveTo>
                  <a:pt x="0" y="131078"/>
                </a:moveTo>
                <a:lnTo>
                  <a:pt x="296051" y="0"/>
                </a:lnTo>
              </a:path>
            </a:pathLst>
          </a:custGeom>
          <a:noFill/>
          <a:ln w="7004">
            <a:solidFill>
              <a:srgbClr val="D3B815">
                <a:alpha val="12000"/>
              </a:srgbClr>
            </a:solidFill>
            <a:prstDash val="solid"/>
          </a:ln>
        </p:spPr>
      </p:sp>
      <p:sp>
        <p:nvSpPr>
          <p:cNvPr id="269" name="lumia-token-stream-curve">
            <a:extLst>
              <a:ext uri="{FF2B5EF4-FFF2-40B4-BE49-F238E27FC236}">
                <a16:creationId xmlns:a16="http://schemas.microsoft.com/office/drawing/2014/main" id="{E3E20FDF-B4FC-440B-9D60-ABF235438F23}"/>
              </a:ext>
            </a:extLst>
          </p:cNvPr>
          <p:cNvSpPr>
            <a:spLocks noGrp="1"/>
          </p:cNvSpPr>
          <p:nvPr/>
        </p:nvSpPr>
        <p:spPr>
          <a:xfrm>
            <a:off x="9397994" y="3453603"/>
            <a:ext cx="298594" cy="125948"/>
          </a:xfrm>
          <a:custGeom>
            <a:avLst/>
            <a:gdLst/>
            <a:ahLst/>
            <a:cxnLst/>
            <a:rect l="0" t="0" r="0" b="0"/>
            <a:pathLst>
              <a:path w="298594" h="125948">
                <a:moveTo>
                  <a:pt x="0" y="125948"/>
                </a:moveTo>
                <a:lnTo>
                  <a:pt x="298594" y="0"/>
                </a:lnTo>
              </a:path>
            </a:pathLst>
          </a:custGeom>
          <a:noFill/>
          <a:ln w="7126">
            <a:solidFill>
              <a:srgbClr val="C2B61C">
                <a:alpha val="12000"/>
              </a:srgbClr>
            </a:solidFill>
            <a:prstDash val="solid"/>
          </a:ln>
        </p:spPr>
      </p:sp>
      <p:sp>
        <p:nvSpPr>
          <p:cNvPr id="270" name="lumia-token-stream-curve">
            <a:extLst>
              <a:ext uri="{FF2B5EF4-FFF2-40B4-BE49-F238E27FC236}">
                <a16:creationId xmlns:a16="http://schemas.microsoft.com/office/drawing/2014/main" id="{3B88FAE7-FC62-43A1-B016-6D2E30DA636C}"/>
              </a:ext>
            </a:extLst>
          </p:cNvPr>
          <p:cNvSpPr>
            <a:spLocks noGrp="1"/>
          </p:cNvSpPr>
          <p:nvPr/>
        </p:nvSpPr>
        <p:spPr>
          <a:xfrm>
            <a:off x="9696588" y="3333958"/>
            <a:ext cx="301105" cy="119645"/>
          </a:xfrm>
          <a:custGeom>
            <a:avLst/>
            <a:gdLst/>
            <a:ahLst/>
            <a:cxnLst/>
            <a:rect l="0" t="0" r="0" b="0"/>
            <a:pathLst>
              <a:path w="301105" h="119645">
                <a:moveTo>
                  <a:pt x="0" y="119645"/>
                </a:moveTo>
                <a:lnTo>
                  <a:pt x="301105" y="0"/>
                </a:lnTo>
              </a:path>
            </a:pathLst>
          </a:custGeom>
          <a:noFill/>
          <a:ln w="7238">
            <a:solidFill>
              <a:srgbClr val="B0B422">
                <a:alpha val="12000"/>
              </a:srgbClr>
            </a:solidFill>
            <a:prstDash val="solid"/>
          </a:ln>
        </p:spPr>
      </p:sp>
      <p:sp>
        <p:nvSpPr>
          <p:cNvPr id="271" name="lumia-token-stream-curve">
            <a:extLst>
              <a:ext uri="{FF2B5EF4-FFF2-40B4-BE49-F238E27FC236}">
                <a16:creationId xmlns:a16="http://schemas.microsoft.com/office/drawing/2014/main" id="{DBA5E35B-2F3C-4502-A689-CDC47B7A46E3}"/>
              </a:ext>
            </a:extLst>
          </p:cNvPr>
          <p:cNvSpPr>
            <a:spLocks noGrp="1"/>
          </p:cNvSpPr>
          <p:nvPr/>
        </p:nvSpPr>
        <p:spPr>
          <a:xfrm>
            <a:off x="9997693" y="3220168"/>
            <a:ext cx="303582" cy="113790"/>
          </a:xfrm>
          <a:custGeom>
            <a:avLst/>
            <a:gdLst/>
            <a:ahLst/>
            <a:cxnLst/>
            <a:rect l="0" t="0" r="0" b="0"/>
            <a:pathLst>
              <a:path w="303582" h="113790">
                <a:moveTo>
                  <a:pt x="0" y="113790"/>
                </a:moveTo>
                <a:lnTo>
                  <a:pt x="303582" y="0"/>
                </a:lnTo>
              </a:path>
            </a:pathLst>
          </a:custGeom>
          <a:noFill/>
          <a:ln w="7339">
            <a:solidFill>
              <a:srgbClr val="9EB329">
                <a:alpha val="13000"/>
              </a:srgbClr>
            </a:solidFill>
            <a:prstDash val="solid"/>
          </a:ln>
        </p:spPr>
      </p:sp>
      <p:sp>
        <p:nvSpPr>
          <p:cNvPr id="272" name="lumia-token-stream-curve">
            <a:extLst>
              <a:ext uri="{FF2B5EF4-FFF2-40B4-BE49-F238E27FC236}">
                <a16:creationId xmlns:a16="http://schemas.microsoft.com/office/drawing/2014/main" id="{56A8C81C-0504-45ED-A7D3-0854098402D6}"/>
              </a:ext>
            </a:extLst>
          </p:cNvPr>
          <p:cNvSpPr>
            <a:spLocks noGrp="1"/>
          </p:cNvSpPr>
          <p:nvPr/>
        </p:nvSpPr>
        <p:spPr>
          <a:xfrm>
            <a:off x="10301275" y="3110109"/>
            <a:ext cx="306027" cy="110058"/>
          </a:xfrm>
          <a:custGeom>
            <a:avLst/>
            <a:gdLst/>
            <a:ahLst/>
            <a:cxnLst/>
            <a:rect l="0" t="0" r="0" b="0"/>
            <a:pathLst>
              <a:path w="306027" h="110058">
                <a:moveTo>
                  <a:pt x="0" y="110058"/>
                </a:moveTo>
                <a:lnTo>
                  <a:pt x="306027" y="0"/>
                </a:lnTo>
              </a:path>
            </a:pathLst>
          </a:custGeom>
          <a:noFill/>
          <a:ln w="7429">
            <a:solidFill>
              <a:srgbClr val="8CB130">
                <a:alpha val="13000"/>
              </a:srgbClr>
            </a:solidFill>
            <a:prstDash val="solid"/>
          </a:ln>
        </p:spPr>
      </p:sp>
      <p:sp>
        <p:nvSpPr>
          <p:cNvPr id="273" name="lumia-token-stream-curve">
            <a:extLst>
              <a:ext uri="{FF2B5EF4-FFF2-40B4-BE49-F238E27FC236}">
                <a16:creationId xmlns:a16="http://schemas.microsoft.com/office/drawing/2014/main" id="{1BF44727-9DA5-45A7-9F0D-908069F1533D}"/>
              </a:ext>
            </a:extLst>
          </p:cNvPr>
          <p:cNvSpPr>
            <a:spLocks noGrp="1"/>
          </p:cNvSpPr>
          <p:nvPr/>
        </p:nvSpPr>
        <p:spPr>
          <a:xfrm>
            <a:off x="10607302" y="3000187"/>
            <a:ext cx="308438" cy="109922"/>
          </a:xfrm>
          <a:custGeom>
            <a:avLst/>
            <a:gdLst/>
            <a:ahLst/>
            <a:cxnLst/>
            <a:rect l="0" t="0" r="0" b="0"/>
            <a:pathLst>
              <a:path w="308438" h="109922">
                <a:moveTo>
                  <a:pt x="0" y="109922"/>
                </a:moveTo>
                <a:lnTo>
                  <a:pt x="308438" y="0"/>
                </a:lnTo>
              </a:path>
            </a:pathLst>
          </a:custGeom>
          <a:noFill/>
          <a:ln w="7506">
            <a:solidFill>
              <a:srgbClr val="7BAF37">
                <a:alpha val="13000"/>
              </a:srgbClr>
            </a:solidFill>
            <a:prstDash val="solid"/>
          </a:ln>
        </p:spPr>
      </p:sp>
      <p:sp>
        <p:nvSpPr>
          <p:cNvPr id="274" name="lumia-token-stream-curve">
            <a:extLst>
              <a:ext uri="{FF2B5EF4-FFF2-40B4-BE49-F238E27FC236}">
                <a16:creationId xmlns:a16="http://schemas.microsoft.com/office/drawing/2014/main" id="{928B39F3-853E-43C2-A81C-3C5C14A0D7F1}"/>
              </a:ext>
            </a:extLst>
          </p:cNvPr>
          <p:cNvSpPr>
            <a:spLocks noGrp="1"/>
          </p:cNvSpPr>
          <p:nvPr/>
        </p:nvSpPr>
        <p:spPr>
          <a:xfrm>
            <a:off x="10915740" y="2885778"/>
            <a:ext cx="310817" cy="114409"/>
          </a:xfrm>
          <a:custGeom>
            <a:avLst/>
            <a:gdLst/>
            <a:ahLst/>
            <a:cxnLst/>
            <a:rect l="0" t="0" r="0" b="0"/>
            <a:pathLst>
              <a:path w="310817" h="114409">
                <a:moveTo>
                  <a:pt x="0" y="114409"/>
                </a:moveTo>
                <a:lnTo>
                  <a:pt x="310817" y="0"/>
                </a:lnTo>
              </a:path>
            </a:pathLst>
          </a:custGeom>
          <a:noFill/>
          <a:ln w="7568">
            <a:solidFill>
              <a:srgbClr val="69AD3E">
                <a:alpha val="13000"/>
              </a:srgbClr>
            </a:solidFill>
            <a:prstDash val="solid"/>
          </a:ln>
        </p:spPr>
      </p:sp>
      <p:sp>
        <p:nvSpPr>
          <p:cNvPr id="275" name="lumia-token-stream-curve">
            <a:extLst>
              <a:ext uri="{FF2B5EF4-FFF2-40B4-BE49-F238E27FC236}">
                <a16:creationId xmlns:a16="http://schemas.microsoft.com/office/drawing/2014/main" id="{6095DD95-5363-47D0-9402-D198FA7DB8C2}"/>
              </a:ext>
            </a:extLst>
          </p:cNvPr>
          <p:cNvSpPr>
            <a:spLocks noGrp="1"/>
          </p:cNvSpPr>
          <p:nvPr/>
        </p:nvSpPr>
        <p:spPr>
          <a:xfrm>
            <a:off x="11226557" y="2761867"/>
            <a:ext cx="313163" cy="123911"/>
          </a:xfrm>
          <a:custGeom>
            <a:avLst/>
            <a:gdLst/>
            <a:ahLst/>
            <a:cxnLst/>
            <a:rect l="0" t="0" r="0" b="0"/>
            <a:pathLst>
              <a:path w="313163" h="123911">
                <a:moveTo>
                  <a:pt x="0" y="123911"/>
                </a:moveTo>
                <a:lnTo>
                  <a:pt x="313163" y="0"/>
                </a:lnTo>
              </a:path>
            </a:pathLst>
          </a:custGeom>
          <a:noFill/>
          <a:ln w="7614">
            <a:solidFill>
              <a:srgbClr val="57AC45">
                <a:alpha val="13000"/>
              </a:srgbClr>
            </a:solidFill>
            <a:prstDash val="solid"/>
          </a:ln>
        </p:spPr>
      </p:sp>
      <p:sp>
        <p:nvSpPr>
          <p:cNvPr id="276" name="lumia-token-stream-curve">
            <a:extLst>
              <a:ext uri="{FF2B5EF4-FFF2-40B4-BE49-F238E27FC236}">
                <a16:creationId xmlns:a16="http://schemas.microsoft.com/office/drawing/2014/main" id="{2CA5088F-3F44-478D-8592-B5961F8689AC}"/>
              </a:ext>
            </a:extLst>
          </p:cNvPr>
          <p:cNvSpPr>
            <a:spLocks noGrp="1"/>
          </p:cNvSpPr>
          <p:nvPr/>
        </p:nvSpPr>
        <p:spPr>
          <a:xfrm>
            <a:off x="11539720" y="2623792"/>
            <a:ext cx="315475" cy="138075"/>
          </a:xfrm>
          <a:custGeom>
            <a:avLst/>
            <a:gdLst/>
            <a:ahLst/>
            <a:cxnLst/>
            <a:rect l="0" t="0" r="0" b="0"/>
            <a:pathLst>
              <a:path w="315475" h="138075">
                <a:moveTo>
                  <a:pt x="0" y="138075"/>
                </a:moveTo>
                <a:lnTo>
                  <a:pt x="315475" y="0"/>
                </a:lnTo>
              </a:path>
            </a:pathLst>
          </a:custGeom>
          <a:noFill/>
          <a:ln w="7642">
            <a:solidFill>
              <a:srgbClr val="46AA4C">
                <a:alpha val="13000"/>
              </a:srgbClr>
            </a:solidFill>
            <a:prstDash val="solid"/>
          </a:ln>
        </p:spPr>
      </p:sp>
      <p:sp>
        <p:nvSpPr>
          <p:cNvPr id="277" name="lumia-token-stream-curve">
            <a:extLst>
              <a:ext uri="{FF2B5EF4-FFF2-40B4-BE49-F238E27FC236}">
                <a16:creationId xmlns:a16="http://schemas.microsoft.com/office/drawing/2014/main" id="{94B0911D-2558-47FC-99CC-E91CDC36F8AB}"/>
              </a:ext>
            </a:extLst>
          </p:cNvPr>
          <p:cNvSpPr>
            <a:spLocks noGrp="1"/>
          </p:cNvSpPr>
          <p:nvPr/>
        </p:nvSpPr>
        <p:spPr>
          <a:xfrm>
            <a:off x="11855195" y="2467984"/>
            <a:ext cx="317755" cy="155809"/>
          </a:xfrm>
          <a:custGeom>
            <a:avLst/>
            <a:gdLst/>
            <a:ahLst/>
            <a:cxnLst/>
            <a:rect l="0" t="0" r="0" b="0"/>
            <a:pathLst>
              <a:path w="317755" h="155809">
                <a:moveTo>
                  <a:pt x="0" y="155809"/>
                </a:moveTo>
                <a:lnTo>
                  <a:pt x="317755" y="0"/>
                </a:lnTo>
              </a:path>
            </a:pathLst>
          </a:custGeom>
          <a:noFill/>
          <a:ln w="7652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278" name="lumia-token-stream-curve">
            <a:extLst>
              <a:ext uri="{FF2B5EF4-FFF2-40B4-BE49-F238E27FC236}">
                <a16:creationId xmlns:a16="http://schemas.microsoft.com/office/drawing/2014/main" id="{759D2AAD-9934-4510-862B-C5C726779487}"/>
              </a:ext>
            </a:extLst>
          </p:cNvPr>
          <p:cNvSpPr>
            <a:spLocks noGrp="1"/>
          </p:cNvSpPr>
          <p:nvPr/>
        </p:nvSpPr>
        <p:spPr>
          <a:xfrm>
            <a:off x="437078" y="5938658"/>
            <a:ext cx="181581" cy="14595"/>
          </a:xfrm>
          <a:custGeom>
            <a:avLst/>
            <a:gdLst/>
            <a:ahLst/>
            <a:cxnLst/>
            <a:rect l="0" t="0" r="0" b="0"/>
            <a:pathLst>
              <a:path w="181581" h="14595">
                <a:moveTo>
                  <a:pt x="0" y="14595"/>
                </a:moveTo>
                <a:lnTo>
                  <a:pt x="181581" y="0"/>
                </a:lnTo>
              </a:path>
            </a:pathLst>
          </a:custGeom>
          <a:noFill/>
          <a:ln w="5053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279" name="lumia-token-stream-curve">
            <a:extLst>
              <a:ext uri="{FF2B5EF4-FFF2-40B4-BE49-F238E27FC236}">
                <a16:creationId xmlns:a16="http://schemas.microsoft.com/office/drawing/2014/main" id="{F3CBBA2B-C856-4671-B3E6-931B5EE61C55}"/>
              </a:ext>
            </a:extLst>
          </p:cNvPr>
          <p:cNvSpPr>
            <a:spLocks noGrp="1"/>
          </p:cNvSpPr>
          <p:nvPr/>
        </p:nvSpPr>
        <p:spPr>
          <a:xfrm>
            <a:off x="618659" y="5922567"/>
            <a:ext cx="185324" cy="16092"/>
          </a:xfrm>
          <a:custGeom>
            <a:avLst/>
            <a:gdLst/>
            <a:ahLst/>
            <a:cxnLst/>
            <a:rect l="0" t="0" r="0" b="0"/>
            <a:pathLst>
              <a:path w="185324" h="16092">
                <a:moveTo>
                  <a:pt x="0" y="16092"/>
                </a:moveTo>
                <a:lnTo>
                  <a:pt x="185324" y="0"/>
                </a:lnTo>
              </a:path>
            </a:pathLst>
          </a:custGeom>
          <a:noFill/>
          <a:ln w="5053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280" name="lumia-token-stream-curve">
            <a:extLst>
              <a:ext uri="{FF2B5EF4-FFF2-40B4-BE49-F238E27FC236}">
                <a16:creationId xmlns:a16="http://schemas.microsoft.com/office/drawing/2014/main" id="{0C66C054-7F47-4C66-BC91-53F10865CD7A}"/>
              </a:ext>
            </a:extLst>
          </p:cNvPr>
          <p:cNvSpPr>
            <a:spLocks noGrp="1"/>
          </p:cNvSpPr>
          <p:nvPr/>
        </p:nvSpPr>
        <p:spPr>
          <a:xfrm>
            <a:off x="803983" y="5903758"/>
            <a:ext cx="189034" cy="18808"/>
          </a:xfrm>
          <a:custGeom>
            <a:avLst/>
            <a:gdLst/>
            <a:ahLst/>
            <a:cxnLst/>
            <a:rect l="0" t="0" r="0" b="0"/>
            <a:pathLst>
              <a:path w="189034" h="18808">
                <a:moveTo>
                  <a:pt x="0" y="18808"/>
                </a:moveTo>
                <a:lnTo>
                  <a:pt x="189034" y="0"/>
                </a:lnTo>
              </a:path>
            </a:pathLst>
          </a:custGeom>
          <a:noFill/>
          <a:ln w="5053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281" name="lumia-token-stream-curve">
            <a:extLst>
              <a:ext uri="{FF2B5EF4-FFF2-40B4-BE49-F238E27FC236}">
                <a16:creationId xmlns:a16="http://schemas.microsoft.com/office/drawing/2014/main" id="{AFFD1B0D-A125-4C0C-8903-986D6F0D80BE}"/>
              </a:ext>
            </a:extLst>
          </p:cNvPr>
          <p:cNvSpPr>
            <a:spLocks noGrp="1"/>
          </p:cNvSpPr>
          <p:nvPr/>
        </p:nvSpPr>
        <p:spPr>
          <a:xfrm>
            <a:off x="993017" y="5881092"/>
            <a:ext cx="192713" cy="22666"/>
          </a:xfrm>
          <a:custGeom>
            <a:avLst/>
            <a:gdLst/>
            <a:ahLst/>
            <a:cxnLst/>
            <a:rect l="0" t="0" r="0" b="0"/>
            <a:pathLst>
              <a:path w="192713" h="22666">
                <a:moveTo>
                  <a:pt x="0" y="22666"/>
                </a:moveTo>
                <a:lnTo>
                  <a:pt x="192713" y="0"/>
                </a:lnTo>
              </a:path>
            </a:pathLst>
          </a:custGeom>
          <a:noFill/>
          <a:ln w="5053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282" name="lumia-token-stream-curve">
            <a:extLst>
              <a:ext uri="{FF2B5EF4-FFF2-40B4-BE49-F238E27FC236}">
                <a16:creationId xmlns:a16="http://schemas.microsoft.com/office/drawing/2014/main" id="{1AE03D40-7765-4B9D-8AE8-96C90D70C896}"/>
              </a:ext>
            </a:extLst>
          </p:cNvPr>
          <p:cNvSpPr>
            <a:spLocks noGrp="1"/>
          </p:cNvSpPr>
          <p:nvPr/>
        </p:nvSpPr>
        <p:spPr>
          <a:xfrm>
            <a:off x="1185729" y="5853585"/>
            <a:ext cx="196358" cy="27507"/>
          </a:xfrm>
          <a:custGeom>
            <a:avLst/>
            <a:gdLst/>
            <a:ahLst/>
            <a:cxnLst/>
            <a:rect l="0" t="0" r="0" b="0"/>
            <a:pathLst>
              <a:path w="196358" h="27507">
                <a:moveTo>
                  <a:pt x="0" y="27507"/>
                </a:moveTo>
                <a:lnTo>
                  <a:pt x="196358" y="0"/>
                </a:lnTo>
              </a:path>
            </a:pathLst>
          </a:custGeom>
          <a:noFill/>
          <a:ln w="5053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283" name="lumia-token-stream-curve">
            <a:extLst>
              <a:ext uri="{FF2B5EF4-FFF2-40B4-BE49-F238E27FC236}">
                <a16:creationId xmlns:a16="http://schemas.microsoft.com/office/drawing/2014/main" id="{0ECF0507-E105-44F7-9C37-C12DA1D68F66}"/>
              </a:ext>
            </a:extLst>
          </p:cNvPr>
          <p:cNvSpPr>
            <a:spLocks noGrp="1"/>
          </p:cNvSpPr>
          <p:nvPr/>
        </p:nvSpPr>
        <p:spPr>
          <a:xfrm>
            <a:off x="1382088" y="5820496"/>
            <a:ext cx="199972" cy="33089"/>
          </a:xfrm>
          <a:custGeom>
            <a:avLst/>
            <a:gdLst/>
            <a:ahLst/>
            <a:cxnLst/>
            <a:rect l="0" t="0" r="0" b="0"/>
            <a:pathLst>
              <a:path w="199972" h="33089">
                <a:moveTo>
                  <a:pt x="0" y="33089"/>
                </a:moveTo>
                <a:lnTo>
                  <a:pt x="199972" y="0"/>
                </a:lnTo>
              </a:path>
            </a:pathLst>
          </a:custGeom>
          <a:noFill/>
          <a:ln w="5053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284" name="lumia-token-stream-curve">
            <a:extLst>
              <a:ext uri="{FF2B5EF4-FFF2-40B4-BE49-F238E27FC236}">
                <a16:creationId xmlns:a16="http://schemas.microsoft.com/office/drawing/2014/main" id="{A7653D66-34BD-4A7C-BC26-4CF6431D362B}"/>
              </a:ext>
            </a:extLst>
          </p:cNvPr>
          <p:cNvSpPr>
            <a:spLocks noGrp="1"/>
          </p:cNvSpPr>
          <p:nvPr/>
        </p:nvSpPr>
        <p:spPr>
          <a:xfrm>
            <a:off x="1582060" y="5781398"/>
            <a:ext cx="203553" cy="39098"/>
          </a:xfrm>
          <a:custGeom>
            <a:avLst/>
            <a:gdLst/>
            <a:ahLst/>
            <a:cxnLst/>
            <a:rect l="0" t="0" r="0" b="0"/>
            <a:pathLst>
              <a:path w="203553" h="39098">
                <a:moveTo>
                  <a:pt x="0" y="39098"/>
                </a:moveTo>
                <a:lnTo>
                  <a:pt x="203553" y="0"/>
                </a:lnTo>
              </a:path>
            </a:pathLst>
          </a:custGeom>
          <a:noFill/>
          <a:ln w="5053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285" name="lumia-token-stream-curve">
            <a:extLst>
              <a:ext uri="{FF2B5EF4-FFF2-40B4-BE49-F238E27FC236}">
                <a16:creationId xmlns:a16="http://schemas.microsoft.com/office/drawing/2014/main" id="{EC314A93-084A-422D-8551-4DEF8786B5EA}"/>
              </a:ext>
            </a:extLst>
          </p:cNvPr>
          <p:cNvSpPr>
            <a:spLocks noGrp="1"/>
          </p:cNvSpPr>
          <p:nvPr/>
        </p:nvSpPr>
        <p:spPr>
          <a:xfrm>
            <a:off x="1785613" y="5736242"/>
            <a:ext cx="207102" cy="45156"/>
          </a:xfrm>
          <a:custGeom>
            <a:avLst/>
            <a:gdLst/>
            <a:ahLst/>
            <a:cxnLst/>
            <a:rect l="0" t="0" r="0" b="0"/>
            <a:pathLst>
              <a:path w="207102" h="45156">
                <a:moveTo>
                  <a:pt x="0" y="45156"/>
                </a:moveTo>
                <a:lnTo>
                  <a:pt x="207102" y="0"/>
                </a:lnTo>
              </a:path>
            </a:pathLst>
          </a:custGeom>
          <a:noFill/>
          <a:ln w="5053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286" name="lumia-token-stream-curve">
            <a:extLst>
              <a:ext uri="{FF2B5EF4-FFF2-40B4-BE49-F238E27FC236}">
                <a16:creationId xmlns:a16="http://schemas.microsoft.com/office/drawing/2014/main" id="{BA8B35D1-87F1-42C8-8DDE-3B0D9AA234A5}"/>
              </a:ext>
            </a:extLst>
          </p:cNvPr>
          <p:cNvSpPr>
            <a:spLocks noGrp="1"/>
          </p:cNvSpPr>
          <p:nvPr/>
        </p:nvSpPr>
        <p:spPr>
          <a:xfrm>
            <a:off x="1992715" y="5685392"/>
            <a:ext cx="210619" cy="50850"/>
          </a:xfrm>
          <a:custGeom>
            <a:avLst/>
            <a:gdLst/>
            <a:ahLst/>
            <a:cxnLst/>
            <a:rect l="0" t="0" r="0" b="0"/>
            <a:pathLst>
              <a:path w="210619" h="50850">
                <a:moveTo>
                  <a:pt x="0" y="50850"/>
                </a:moveTo>
                <a:lnTo>
                  <a:pt x="210619" y="0"/>
                </a:lnTo>
              </a:path>
            </a:pathLst>
          </a:custGeom>
          <a:noFill/>
          <a:ln w="5053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287" name="lumia-token-stream-curve">
            <a:extLst>
              <a:ext uri="{FF2B5EF4-FFF2-40B4-BE49-F238E27FC236}">
                <a16:creationId xmlns:a16="http://schemas.microsoft.com/office/drawing/2014/main" id="{8D54EFC9-4E06-4F78-BEE5-4F25F2E5BA43}"/>
              </a:ext>
            </a:extLst>
          </p:cNvPr>
          <p:cNvSpPr>
            <a:spLocks noGrp="1"/>
          </p:cNvSpPr>
          <p:nvPr/>
        </p:nvSpPr>
        <p:spPr>
          <a:xfrm>
            <a:off x="2203334" y="5629634"/>
            <a:ext cx="214103" cy="55757"/>
          </a:xfrm>
          <a:custGeom>
            <a:avLst/>
            <a:gdLst/>
            <a:ahLst/>
            <a:cxnLst/>
            <a:rect l="0" t="0" r="0" b="0"/>
            <a:pathLst>
              <a:path w="214103" h="55757">
                <a:moveTo>
                  <a:pt x="0" y="55757"/>
                </a:moveTo>
                <a:lnTo>
                  <a:pt x="214103" y="0"/>
                </a:lnTo>
              </a:path>
            </a:pathLst>
          </a:custGeom>
          <a:noFill/>
          <a:ln w="5053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288" name="lumia-token-stream-curve">
            <a:extLst>
              <a:ext uri="{FF2B5EF4-FFF2-40B4-BE49-F238E27FC236}">
                <a16:creationId xmlns:a16="http://schemas.microsoft.com/office/drawing/2014/main" id="{BF21A761-455E-487F-A3BD-C7E6EC487B92}"/>
              </a:ext>
            </a:extLst>
          </p:cNvPr>
          <p:cNvSpPr>
            <a:spLocks noGrp="1"/>
          </p:cNvSpPr>
          <p:nvPr/>
        </p:nvSpPr>
        <p:spPr>
          <a:xfrm>
            <a:off x="2417437" y="5570150"/>
            <a:ext cx="217555" cy="59484"/>
          </a:xfrm>
          <a:custGeom>
            <a:avLst/>
            <a:gdLst/>
            <a:ahLst/>
            <a:cxnLst/>
            <a:rect l="0" t="0" r="0" b="0"/>
            <a:pathLst>
              <a:path w="217555" h="59484">
                <a:moveTo>
                  <a:pt x="0" y="59484"/>
                </a:moveTo>
                <a:lnTo>
                  <a:pt x="217555" y="0"/>
                </a:lnTo>
              </a:path>
            </a:pathLst>
          </a:custGeom>
          <a:noFill/>
          <a:ln w="5053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289" name="lumia-token-stream-curve">
            <a:extLst>
              <a:ext uri="{FF2B5EF4-FFF2-40B4-BE49-F238E27FC236}">
                <a16:creationId xmlns:a16="http://schemas.microsoft.com/office/drawing/2014/main" id="{56264A7D-5922-4E83-A901-ADFB74EC4163}"/>
              </a:ext>
            </a:extLst>
          </p:cNvPr>
          <p:cNvSpPr>
            <a:spLocks noGrp="1"/>
          </p:cNvSpPr>
          <p:nvPr/>
        </p:nvSpPr>
        <p:spPr>
          <a:xfrm>
            <a:off x="2634991" y="5508446"/>
            <a:ext cx="220974" cy="61705"/>
          </a:xfrm>
          <a:custGeom>
            <a:avLst/>
            <a:gdLst/>
            <a:ahLst/>
            <a:cxnLst/>
            <a:rect l="0" t="0" r="0" b="0"/>
            <a:pathLst>
              <a:path w="220974" h="61705">
                <a:moveTo>
                  <a:pt x="0" y="61705"/>
                </a:moveTo>
                <a:lnTo>
                  <a:pt x="220974" y="0"/>
                </a:lnTo>
              </a:path>
            </a:pathLst>
          </a:custGeom>
          <a:noFill/>
          <a:ln w="5053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290" name="lumia-token-stream-curve">
            <a:extLst>
              <a:ext uri="{FF2B5EF4-FFF2-40B4-BE49-F238E27FC236}">
                <a16:creationId xmlns:a16="http://schemas.microsoft.com/office/drawing/2014/main" id="{20C961F4-1997-4C45-8EFE-F0F05210F4A3}"/>
              </a:ext>
            </a:extLst>
          </p:cNvPr>
          <p:cNvSpPr>
            <a:spLocks noGrp="1"/>
          </p:cNvSpPr>
          <p:nvPr/>
        </p:nvSpPr>
        <p:spPr>
          <a:xfrm>
            <a:off x="2855966" y="5446245"/>
            <a:ext cx="224362" cy="62201"/>
          </a:xfrm>
          <a:custGeom>
            <a:avLst/>
            <a:gdLst/>
            <a:ahLst/>
            <a:cxnLst/>
            <a:rect l="0" t="0" r="0" b="0"/>
            <a:pathLst>
              <a:path w="224362" h="62201">
                <a:moveTo>
                  <a:pt x="0" y="62201"/>
                </a:moveTo>
                <a:lnTo>
                  <a:pt x="224362" y="0"/>
                </a:lnTo>
              </a:path>
            </a:pathLst>
          </a:custGeom>
          <a:noFill/>
          <a:ln w="5053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291" name="lumia-token-stream-curve">
            <a:extLst>
              <a:ext uri="{FF2B5EF4-FFF2-40B4-BE49-F238E27FC236}">
                <a16:creationId xmlns:a16="http://schemas.microsoft.com/office/drawing/2014/main" id="{ECA4AC51-BD52-4667-AA18-2C4E3C634640}"/>
              </a:ext>
            </a:extLst>
          </p:cNvPr>
          <p:cNvSpPr>
            <a:spLocks noGrp="1"/>
          </p:cNvSpPr>
          <p:nvPr/>
        </p:nvSpPr>
        <p:spPr>
          <a:xfrm>
            <a:off x="3080328" y="5385347"/>
            <a:ext cx="227717" cy="60898"/>
          </a:xfrm>
          <a:custGeom>
            <a:avLst/>
            <a:gdLst/>
            <a:ahLst/>
            <a:cxnLst/>
            <a:rect l="0" t="0" r="0" b="0"/>
            <a:pathLst>
              <a:path w="227717" h="60898">
                <a:moveTo>
                  <a:pt x="0" y="60898"/>
                </a:moveTo>
                <a:lnTo>
                  <a:pt x="227717" y="0"/>
                </a:lnTo>
              </a:path>
            </a:pathLst>
          </a:custGeom>
          <a:noFill/>
          <a:ln w="5053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292" name="lumia-token-stream-curve">
            <a:extLst>
              <a:ext uri="{FF2B5EF4-FFF2-40B4-BE49-F238E27FC236}">
                <a16:creationId xmlns:a16="http://schemas.microsoft.com/office/drawing/2014/main" id="{53F80E59-275B-4831-9D27-BFAD8F0403E3}"/>
              </a:ext>
            </a:extLst>
          </p:cNvPr>
          <p:cNvSpPr>
            <a:spLocks noGrp="1"/>
          </p:cNvSpPr>
          <p:nvPr/>
        </p:nvSpPr>
        <p:spPr>
          <a:xfrm>
            <a:off x="3308044" y="5327459"/>
            <a:ext cx="231039" cy="57888"/>
          </a:xfrm>
          <a:custGeom>
            <a:avLst/>
            <a:gdLst/>
            <a:ahLst/>
            <a:cxnLst/>
            <a:rect l="0" t="0" r="0" b="0"/>
            <a:pathLst>
              <a:path w="231039" h="57888">
                <a:moveTo>
                  <a:pt x="0" y="57888"/>
                </a:moveTo>
                <a:lnTo>
                  <a:pt x="231039" y="0"/>
                </a:lnTo>
              </a:path>
            </a:pathLst>
          </a:custGeom>
          <a:noFill/>
          <a:ln w="5053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293" name="lumia-token-stream-curve">
            <a:extLst>
              <a:ext uri="{FF2B5EF4-FFF2-40B4-BE49-F238E27FC236}">
                <a16:creationId xmlns:a16="http://schemas.microsoft.com/office/drawing/2014/main" id="{E05D79CA-775A-4E44-BB67-DE88A3219226}"/>
              </a:ext>
            </a:extLst>
          </p:cNvPr>
          <p:cNvSpPr>
            <a:spLocks noGrp="1"/>
          </p:cNvSpPr>
          <p:nvPr/>
        </p:nvSpPr>
        <p:spPr>
          <a:xfrm>
            <a:off x="3539083" y="5274012"/>
            <a:ext cx="234330" cy="53447"/>
          </a:xfrm>
          <a:custGeom>
            <a:avLst/>
            <a:gdLst/>
            <a:ahLst/>
            <a:cxnLst/>
            <a:rect l="0" t="0" r="0" b="0"/>
            <a:pathLst>
              <a:path w="234330" h="53447">
                <a:moveTo>
                  <a:pt x="0" y="53447"/>
                </a:moveTo>
                <a:lnTo>
                  <a:pt x="234330" y="0"/>
                </a:lnTo>
              </a:path>
            </a:pathLst>
          </a:custGeom>
          <a:noFill/>
          <a:ln w="5053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294" name="lumia-token-stream-curve">
            <a:extLst>
              <a:ext uri="{FF2B5EF4-FFF2-40B4-BE49-F238E27FC236}">
                <a16:creationId xmlns:a16="http://schemas.microsoft.com/office/drawing/2014/main" id="{F818238E-9258-4FA1-ABC9-37AFC16147DA}"/>
              </a:ext>
            </a:extLst>
          </p:cNvPr>
          <p:cNvSpPr>
            <a:spLocks noGrp="1"/>
          </p:cNvSpPr>
          <p:nvPr/>
        </p:nvSpPr>
        <p:spPr>
          <a:xfrm>
            <a:off x="3773413" y="5225981"/>
            <a:ext cx="237588" cy="48030"/>
          </a:xfrm>
          <a:custGeom>
            <a:avLst/>
            <a:gdLst/>
            <a:ahLst/>
            <a:cxnLst/>
            <a:rect l="0" t="0" r="0" b="0"/>
            <a:pathLst>
              <a:path w="237588" h="48030">
                <a:moveTo>
                  <a:pt x="0" y="48030"/>
                </a:moveTo>
                <a:lnTo>
                  <a:pt x="237588" y="0"/>
                </a:lnTo>
              </a:path>
            </a:pathLst>
          </a:custGeom>
          <a:noFill/>
          <a:ln w="5054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295" name="lumia-token-stream-curve">
            <a:extLst>
              <a:ext uri="{FF2B5EF4-FFF2-40B4-BE49-F238E27FC236}">
                <a16:creationId xmlns:a16="http://schemas.microsoft.com/office/drawing/2014/main" id="{F5BAD070-B1EB-46D7-838A-DDD163D19590}"/>
              </a:ext>
            </a:extLst>
          </p:cNvPr>
          <p:cNvSpPr>
            <a:spLocks noGrp="1"/>
          </p:cNvSpPr>
          <p:nvPr/>
        </p:nvSpPr>
        <p:spPr>
          <a:xfrm>
            <a:off x="4011000" y="5183736"/>
            <a:ext cx="240813" cy="42245"/>
          </a:xfrm>
          <a:custGeom>
            <a:avLst/>
            <a:gdLst/>
            <a:ahLst/>
            <a:cxnLst/>
            <a:rect l="0" t="0" r="0" b="0"/>
            <a:pathLst>
              <a:path w="240813" h="42245">
                <a:moveTo>
                  <a:pt x="0" y="42245"/>
                </a:moveTo>
                <a:lnTo>
                  <a:pt x="240813" y="0"/>
                </a:lnTo>
              </a:path>
            </a:pathLst>
          </a:custGeom>
          <a:noFill/>
          <a:ln w="5069">
            <a:solidFill>
              <a:srgbClr val="A33F64">
                <a:alpha val="7000"/>
              </a:srgbClr>
            </a:solidFill>
            <a:prstDash val="solid"/>
          </a:ln>
        </p:spPr>
      </p:sp>
      <p:sp>
        <p:nvSpPr>
          <p:cNvPr id="296" name="lumia-token-stream-curve">
            <a:extLst>
              <a:ext uri="{FF2B5EF4-FFF2-40B4-BE49-F238E27FC236}">
                <a16:creationId xmlns:a16="http://schemas.microsoft.com/office/drawing/2014/main" id="{9CD18409-9E50-444A-A7EA-83E86E87ECD2}"/>
              </a:ext>
            </a:extLst>
          </p:cNvPr>
          <p:cNvSpPr>
            <a:spLocks noGrp="1"/>
          </p:cNvSpPr>
          <p:nvPr/>
        </p:nvSpPr>
        <p:spPr>
          <a:xfrm>
            <a:off x="4251814" y="5146925"/>
            <a:ext cx="244006" cy="36811"/>
          </a:xfrm>
          <a:custGeom>
            <a:avLst/>
            <a:gdLst/>
            <a:ahLst/>
            <a:cxnLst/>
            <a:rect l="0" t="0" r="0" b="0"/>
            <a:pathLst>
              <a:path w="244006" h="36811">
                <a:moveTo>
                  <a:pt x="0" y="36811"/>
                </a:moveTo>
                <a:lnTo>
                  <a:pt x="244006" y="0"/>
                </a:lnTo>
              </a:path>
            </a:pathLst>
          </a:custGeom>
          <a:noFill/>
          <a:ln w="5104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297" name="lumia-token-stream-curve">
            <a:extLst>
              <a:ext uri="{FF2B5EF4-FFF2-40B4-BE49-F238E27FC236}">
                <a16:creationId xmlns:a16="http://schemas.microsoft.com/office/drawing/2014/main" id="{8C8329CB-1AF7-4261-B384-9ABBC31F3AA5}"/>
              </a:ext>
            </a:extLst>
          </p:cNvPr>
          <p:cNvSpPr>
            <a:spLocks noGrp="1"/>
          </p:cNvSpPr>
          <p:nvPr/>
        </p:nvSpPr>
        <p:spPr>
          <a:xfrm>
            <a:off x="4495820" y="5114431"/>
            <a:ext cx="247167" cy="32494"/>
          </a:xfrm>
          <a:custGeom>
            <a:avLst/>
            <a:gdLst/>
            <a:ahLst/>
            <a:cxnLst/>
            <a:rect l="0" t="0" r="0" b="0"/>
            <a:pathLst>
              <a:path w="247167" h="32494">
                <a:moveTo>
                  <a:pt x="0" y="32494"/>
                </a:moveTo>
                <a:lnTo>
                  <a:pt x="247167" y="0"/>
                </a:lnTo>
              </a:path>
            </a:pathLst>
          </a:custGeom>
          <a:noFill/>
          <a:ln w="5157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298" name="lumia-token-stream-curve">
            <a:extLst>
              <a:ext uri="{FF2B5EF4-FFF2-40B4-BE49-F238E27FC236}">
                <a16:creationId xmlns:a16="http://schemas.microsoft.com/office/drawing/2014/main" id="{47A2BDA8-7E0A-4747-AA2A-38B7398D84ED}"/>
              </a:ext>
            </a:extLst>
          </p:cNvPr>
          <p:cNvSpPr>
            <a:spLocks noGrp="1"/>
          </p:cNvSpPr>
          <p:nvPr/>
        </p:nvSpPr>
        <p:spPr>
          <a:xfrm>
            <a:off x="4742988" y="5084401"/>
            <a:ext cx="250296" cy="30030"/>
          </a:xfrm>
          <a:custGeom>
            <a:avLst/>
            <a:gdLst/>
            <a:ahLst/>
            <a:cxnLst/>
            <a:rect l="0" t="0" r="0" b="0"/>
            <a:pathLst>
              <a:path w="250296" h="30030">
                <a:moveTo>
                  <a:pt x="0" y="30030"/>
                </a:moveTo>
                <a:lnTo>
                  <a:pt x="250296" y="0"/>
                </a:lnTo>
              </a:path>
            </a:pathLst>
          </a:custGeom>
          <a:noFill/>
          <a:ln w="5227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299" name="lumia-token-stream-curve">
            <a:extLst>
              <a:ext uri="{FF2B5EF4-FFF2-40B4-BE49-F238E27FC236}">
                <a16:creationId xmlns:a16="http://schemas.microsoft.com/office/drawing/2014/main" id="{1ECD80D1-2C8C-4553-B3AA-2CEFC38EA3D7}"/>
              </a:ext>
            </a:extLst>
          </p:cNvPr>
          <p:cNvSpPr>
            <a:spLocks noGrp="1"/>
          </p:cNvSpPr>
          <p:nvPr/>
        </p:nvSpPr>
        <p:spPr>
          <a:xfrm>
            <a:off x="4993284" y="5054358"/>
            <a:ext cx="253392" cy="30044"/>
          </a:xfrm>
          <a:custGeom>
            <a:avLst/>
            <a:gdLst/>
            <a:ahLst/>
            <a:cxnLst/>
            <a:rect l="0" t="0" r="0" b="0"/>
            <a:pathLst>
              <a:path w="253392" h="30044">
                <a:moveTo>
                  <a:pt x="0" y="30044"/>
                </a:moveTo>
                <a:lnTo>
                  <a:pt x="253392" y="0"/>
                </a:lnTo>
              </a:path>
            </a:pathLst>
          </a:custGeom>
          <a:noFill/>
          <a:ln w="5311">
            <a:solidFill>
              <a:srgbClr val="D74242">
                <a:alpha val="8000"/>
              </a:srgbClr>
            </a:solidFill>
            <a:prstDash val="solid"/>
          </a:ln>
        </p:spPr>
      </p:sp>
      <p:sp>
        <p:nvSpPr>
          <p:cNvPr id="300" name="lumia-token-stream-curve">
            <a:extLst>
              <a:ext uri="{FF2B5EF4-FFF2-40B4-BE49-F238E27FC236}">
                <a16:creationId xmlns:a16="http://schemas.microsoft.com/office/drawing/2014/main" id="{4ABC6D9E-B107-4BD8-B8F3-667C0B14C6A9}"/>
              </a:ext>
            </a:extLst>
          </p:cNvPr>
          <p:cNvSpPr>
            <a:spLocks noGrp="1"/>
          </p:cNvSpPr>
          <p:nvPr/>
        </p:nvSpPr>
        <p:spPr>
          <a:xfrm>
            <a:off x="5246676" y="5021397"/>
            <a:ext cx="256456" cy="32961"/>
          </a:xfrm>
          <a:custGeom>
            <a:avLst/>
            <a:gdLst/>
            <a:ahLst/>
            <a:cxnLst/>
            <a:rect l="0" t="0" r="0" b="0"/>
            <a:pathLst>
              <a:path w="256456" h="32961">
                <a:moveTo>
                  <a:pt x="0" y="32961"/>
                </a:moveTo>
                <a:lnTo>
                  <a:pt x="256456" y="0"/>
                </a:lnTo>
              </a:path>
            </a:pathLst>
          </a:custGeom>
          <a:noFill/>
          <a:ln w="5409">
            <a:solidFill>
              <a:srgbClr val="E44339">
                <a:alpha val="8000"/>
              </a:srgbClr>
            </a:solidFill>
            <a:prstDash val="solid"/>
          </a:ln>
        </p:spPr>
      </p:sp>
      <p:sp>
        <p:nvSpPr>
          <p:cNvPr id="301" name="lumia-token-stream-curve">
            <a:extLst>
              <a:ext uri="{FF2B5EF4-FFF2-40B4-BE49-F238E27FC236}">
                <a16:creationId xmlns:a16="http://schemas.microsoft.com/office/drawing/2014/main" id="{0F3A5C18-94AB-4B46-A9EF-7912D1D0EB72}"/>
              </a:ext>
            </a:extLst>
          </p:cNvPr>
          <p:cNvSpPr>
            <a:spLocks noGrp="1"/>
          </p:cNvSpPr>
          <p:nvPr/>
        </p:nvSpPr>
        <p:spPr>
          <a:xfrm>
            <a:off x="5503133" y="4982457"/>
            <a:ext cx="259488" cy="38940"/>
          </a:xfrm>
          <a:custGeom>
            <a:avLst/>
            <a:gdLst/>
            <a:ahLst/>
            <a:cxnLst/>
            <a:rect l="0" t="0" r="0" b="0"/>
            <a:pathLst>
              <a:path w="259488" h="38940">
                <a:moveTo>
                  <a:pt x="0" y="38940"/>
                </a:moveTo>
                <a:lnTo>
                  <a:pt x="259488" y="0"/>
                </a:lnTo>
              </a:path>
            </a:pathLst>
          </a:custGeom>
          <a:noFill/>
          <a:ln w="5520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302" name="lumia-token-stream-curve">
            <a:extLst>
              <a:ext uri="{FF2B5EF4-FFF2-40B4-BE49-F238E27FC236}">
                <a16:creationId xmlns:a16="http://schemas.microsoft.com/office/drawing/2014/main" id="{FCAC30BE-135B-442E-AF6E-8E6E2FD981BB}"/>
              </a:ext>
            </a:extLst>
          </p:cNvPr>
          <p:cNvSpPr>
            <a:spLocks noGrp="1"/>
          </p:cNvSpPr>
          <p:nvPr/>
        </p:nvSpPr>
        <p:spPr>
          <a:xfrm>
            <a:off x="5762621" y="4934629"/>
            <a:ext cx="262488" cy="47828"/>
          </a:xfrm>
          <a:custGeom>
            <a:avLst/>
            <a:gdLst/>
            <a:ahLst/>
            <a:cxnLst/>
            <a:rect l="0" t="0" r="0" b="0"/>
            <a:pathLst>
              <a:path w="262488" h="47828">
                <a:moveTo>
                  <a:pt x="0" y="47828"/>
                </a:moveTo>
                <a:lnTo>
                  <a:pt x="262488" y="0"/>
                </a:lnTo>
              </a:path>
            </a:pathLst>
          </a:custGeom>
          <a:noFill/>
          <a:ln w="5641">
            <a:solidFill>
              <a:srgbClr val="EC532F">
                <a:alpha val="9000"/>
              </a:srgbClr>
            </a:solidFill>
            <a:prstDash val="solid"/>
          </a:ln>
        </p:spPr>
      </p:sp>
      <p:sp>
        <p:nvSpPr>
          <p:cNvPr id="303" name="lumia-token-stream-curve">
            <a:extLst>
              <a:ext uri="{FF2B5EF4-FFF2-40B4-BE49-F238E27FC236}">
                <a16:creationId xmlns:a16="http://schemas.microsoft.com/office/drawing/2014/main" id="{BB40A920-89B9-41B0-BDB1-FEA60ABA97C8}"/>
              </a:ext>
            </a:extLst>
          </p:cNvPr>
          <p:cNvSpPr>
            <a:spLocks noGrp="1"/>
          </p:cNvSpPr>
          <p:nvPr/>
        </p:nvSpPr>
        <p:spPr>
          <a:xfrm>
            <a:off x="6025108" y="4875488"/>
            <a:ext cx="265455" cy="59140"/>
          </a:xfrm>
          <a:custGeom>
            <a:avLst/>
            <a:gdLst/>
            <a:ahLst/>
            <a:cxnLst/>
            <a:rect l="0" t="0" r="0" b="0"/>
            <a:pathLst>
              <a:path w="265455" h="59140">
                <a:moveTo>
                  <a:pt x="0" y="59140"/>
                </a:moveTo>
                <a:lnTo>
                  <a:pt x="265455" y="0"/>
                </a:lnTo>
              </a:path>
            </a:pathLst>
          </a:custGeom>
          <a:noFill/>
          <a:ln w="5771">
            <a:solidFill>
              <a:srgbClr val="EE5E2A">
                <a:alpha val="9000"/>
              </a:srgbClr>
            </a:solidFill>
            <a:prstDash val="solid"/>
          </a:ln>
        </p:spPr>
      </p:sp>
      <p:sp>
        <p:nvSpPr>
          <p:cNvPr id="304" name="lumia-token-stream-curve">
            <a:extLst>
              <a:ext uri="{FF2B5EF4-FFF2-40B4-BE49-F238E27FC236}">
                <a16:creationId xmlns:a16="http://schemas.microsoft.com/office/drawing/2014/main" id="{915BE6B8-2996-46DE-8665-1A35F04B0E1C}"/>
              </a:ext>
            </a:extLst>
          </p:cNvPr>
          <p:cNvSpPr>
            <a:spLocks noGrp="1"/>
          </p:cNvSpPr>
          <p:nvPr/>
        </p:nvSpPr>
        <p:spPr>
          <a:xfrm>
            <a:off x="6290563" y="4803401"/>
            <a:ext cx="268389" cy="72087"/>
          </a:xfrm>
          <a:custGeom>
            <a:avLst/>
            <a:gdLst/>
            <a:ahLst/>
            <a:cxnLst/>
            <a:rect l="0" t="0" r="0" b="0"/>
            <a:pathLst>
              <a:path w="268389" h="72087">
                <a:moveTo>
                  <a:pt x="0" y="72087"/>
                </a:moveTo>
                <a:lnTo>
                  <a:pt x="268389" y="0"/>
                </a:lnTo>
              </a:path>
            </a:pathLst>
          </a:custGeom>
          <a:noFill/>
          <a:ln w="5909">
            <a:solidFill>
              <a:srgbClr val="EF6926">
                <a:alpha val="9000"/>
              </a:srgbClr>
            </a:solidFill>
            <a:prstDash val="solid"/>
          </a:ln>
        </p:spPr>
      </p:sp>
      <p:sp>
        <p:nvSpPr>
          <p:cNvPr id="305" name="lumia-token-stream-curve">
            <a:extLst>
              <a:ext uri="{FF2B5EF4-FFF2-40B4-BE49-F238E27FC236}">
                <a16:creationId xmlns:a16="http://schemas.microsoft.com/office/drawing/2014/main" id="{675DA938-04D3-4DE2-B7C1-64FF4A627BAD}"/>
              </a:ext>
            </a:extLst>
          </p:cNvPr>
          <p:cNvSpPr>
            <a:spLocks noGrp="1"/>
          </p:cNvSpPr>
          <p:nvPr/>
        </p:nvSpPr>
        <p:spPr>
          <a:xfrm>
            <a:off x="6558952" y="4717760"/>
            <a:ext cx="271292" cy="85641"/>
          </a:xfrm>
          <a:custGeom>
            <a:avLst/>
            <a:gdLst/>
            <a:ahLst/>
            <a:cxnLst/>
            <a:rect l="0" t="0" r="0" b="0"/>
            <a:pathLst>
              <a:path w="271292" h="85641">
                <a:moveTo>
                  <a:pt x="0" y="85641"/>
                </a:moveTo>
                <a:lnTo>
                  <a:pt x="271292" y="0"/>
                </a:lnTo>
              </a:path>
            </a:pathLst>
          </a:custGeom>
          <a:noFill/>
          <a:ln w="6054">
            <a:solidFill>
              <a:srgbClr val="F17322">
                <a:alpha val="10000"/>
              </a:srgbClr>
            </a:solidFill>
            <a:prstDash val="solid"/>
          </a:ln>
        </p:spPr>
      </p:sp>
      <p:sp>
        <p:nvSpPr>
          <p:cNvPr id="306" name="lumia-token-stream-curve">
            <a:extLst>
              <a:ext uri="{FF2B5EF4-FFF2-40B4-BE49-F238E27FC236}">
                <a16:creationId xmlns:a16="http://schemas.microsoft.com/office/drawing/2014/main" id="{A62CFC91-4595-48C5-AA34-0DE24B8C0C1E}"/>
              </a:ext>
            </a:extLst>
          </p:cNvPr>
          <p:cNvSpPr>
            <a:spLocks noGrp="1"/>
          </p:cNvSpPr>
          <p:nvPr/>
        </p:nvSpPr>
        <p:spPr>
          <a:xfrm>
            <a:off x="6830244" y="4619120"/>
            <a:ext cx="274162" cy="98640"/>
          </a:xfrm>
          <a:custGeom>
            <a:avLst/>
            <a:gdLst/>
            <a:ahLst/>
            <a:cxnLst/>
            <a:rect l="0" t="0" r="0" b="0"/>
            <a:pathLst>
              <a:path w="274162" h="98640">
                <a:moveTo>
                  <a:pt x="0" y="98640"/>
                </a:moveTo>
                <a:lnTo>
                  <a:pt x="274162" y="0"/>
                </a:lnTo>
              </a:path>
            </a:pathLst>
          </a:custGeom>
          <a:noFill/>
          <a:ln w="6203">
            <a:solidFill>
              <a:srgbClr val="F27E1E">
                <a:alpha val="10000"/>
              </a:srgbClr>
            </a:solidFill>
            <a:prstDash val="solid"/>
          </a:ln>
        </p:spPr>
      </p:sp>
      <p:sp>
        <p:nvSpPr>
          <p:cNvPr id="307" name="lumia-token-stream-curve">
            <a:extLst>
              <a:ext uri="{FF2B5EF4-FFF2-40B4-BE49-F238E27FC236}">
                <a16:creationId xmlns:a16="http://schemas.microsoft.com/office/drawing/2014/main" id="{D30C28EF-A4BC-44A6-A51B-F9F923739637}"/>
              </a:ext>
            </a:extLst>
          </p:cNvPr>
          <p:cNvSpPr>
            <a:spLocks noGrp="1"/>
          </p:cNvSpPr>
          <p:nvPr/>
        </p:nvSpPr>
        <p:spPr>
          <a:xfrm>
            <a:off x="7104406" y="4509198"/>
            <a:ext cx="276999" cy="109922"/>
          </a:xfrm>
          <a:custGeom>
            <a:avLst/>
            <a:gdLst/>
            <a:ahLst/>
            <a:cxnLst/>
            <a:rect l="0" t="0" r="0" b="0"/>
            <a:pathLst>
              <a:path w="276999" h="109922">
                <a:moveTo>
                  <a:pt x="0" y="109922"/>
                </a:moveTo>
                <a:lnTo>
                  <a:pt x="276999" y="0"/>
                </a:lnTo>
              </a:path>
            </a:pathLst>
          </a:custGeom>
          <a:noFill/>
          <a:ln w="6356">
            <a:solidFill>
              <a:srgbClr val="F48919">
                <a:alpha val="10000"/>
              </a:srgbClr>
            </a:solidFill>
            <a:prstDash val="solid"/>
          </a:ln>
        </p:spPr>
      </p:sp>
      <p:sp>
        <p:nvSpPr>
          <p:cNvPr id="308" name="lumia-token-stream-curve">
            <a:extLst>
              <a:ext uri="{FF2B5EF4-FFF2-40B4-BE49-F238E27FC236}">
                <a16:creationId xmlns:a16="http://schemas.microsoft.com/office/drawing/2014/main" id="{42C41D27-2E9E-4A61-A784-25EA9323A2BC}"/>
              </a:ext>
            </a:extLst>
          </p:cNvPr>
          <p:cNvSpPr>
            <a:spLocks noGrp="1"/>
          </p:cNvSpPr>
          <p:nvPr/>
        </p:nvSpPr>
        <p:spPr>
          <a:xfrm>
            <a:off x="7381405" y="4390721"/>
            <a:ext cx="279805" cy="118476"/>
          </a:xfrm>
          <a:custGeom>
            <a:avLst/>
            <a:gdLst/>
            <a:ahLst/>
            <a:cxnLst/>
            <a:rect l="0" t="0" r="0" b="0"/>
            <a:pathLst>
              <a:path w="279805" h="118476">
                <a:moveTo>
                  <a:pt x="0" y="118476"/>
                </a:moveTo>
                <a:lnTo>
                  <a:pt x="279805" y="0"/>
                </a:lnTo>
              </a:path>
            </a:pathLst>
          </a:custGeom>
          <a:noFill/>
          <a:ln w="6511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309" name="lumia-token-stream-curve">
            <a:extLst>
              <a:ext uri="{FF2B5EF4-FFF2-40B4-BE49-F238E27FC236}">
                <a16:creationId xmlns:a16="http://schemas.microsoft.com/office/drawing/2014/main" id="{FB9F1696-D5B2-44A6-9A44-FA66CE801CA6}"/>
              </a:ext>
            </a:extLst>
          </p:cNvPr>
          <p:cNvSpPr>
            <a:spLocks noGrp="1"/>
          </p:cNvSpPr>
          <p:nvPr/>
        </p:nvSpPr>
        <p:spPr>
          <a:xfrm>
            <a:off x="7661210" y="4267131"/>
            <a:ext cx="282578" cy="123590"/>
          </a:xfrm>
          <a:custGeom>
            <a:avLst/>
            <a:gdLst/>
            <a:ahLst/>
            <a:cxnLst/>
            <a:rect l="0" t="0" r="0" b="0"/>
            <a:pathLst>
              <a:path w="282578" h="123590">
                <a:moveTo>
                  <a:pt x="0" y="123590"/>
                </a:moveTo>
                <a:lnTo>
                  <a:pt x="282578" y="0"/>
                </a:lnTo>
              </a:path>
            </a:pathLst>
          </a:custGeom>
          <a:noFill/>
          <a:ln w="6666">
            <a:solidFill>
              <a:srgbClr val="F79E11">
                <a:alpha val="11000"/>
              </a:srgbClr>
            </a:solidFill>
            <a:prstDash val="solid"/>
          </a:ln>
        </p:spPr>
      </p:sp>
      <p:sp>
        <p:nvSpPr>
          <p:cNvPr id="310" name="lumia-token-stream-curve">
            <a:extLst>
              <a:ext uri="{FF2B5EF4-FFF2-40B4-BE49-F238E27FC236}">
                <a16:creationId xmlns:a16="http://schemas.microsoft.com/office/drawing/2014/main" id="{9E73F097-AA5A-43C5-A7EE-361F8B844B8F}"/>
              </a:ext>
            </a:extLst>
          </p:cNvPr>
          <p:cNvSpPr>
            <a:spLocks noGrp="1"/>
          </p:cNvSpPr>
          <p:nvPr/>
        </p:nvSpPr>
        <p:spPr>
          <a:xfrm>
            <a:off x="7943788" y="4142160"/>
            <a:ext cx="285319" cy="124971"/>
          </a:xfrm>
          <a:custGeom>
            <a:avLst/>
            <a:gdLst/>
            <a:ahLst/>
            <a:cxnLst/>
            <a:rect l="0" t="0" r="0" b="0"/>
            <a:pathLst>
              <a:path w="285319" h="124971">
                <a:moveTo>
                  <a:pt x="0" y="124971"/>
                </a:moveTo>
                <a:lnTo>
                  <a:pt x="285319" y="0"/>
                </a:lnTo>
              </a:path>
            </a:pathLst>
          </a:custGeom>
          <a:noFill/>
          <a:ln w="6821">
            <a:solidFill>
              <a:srgbClr val="F8A90C">
                <a:alpha val="11000"/>
              </a:srgbClr>
            </a:solidFill>
            <a:prstDash val="solid"/>
          </a:ln>
        </p:spPr>
      </p:sp>
      <p:sp>
        <p:nvSpPr>
          <p:cNvPr id="311" name="lumia-token-stream-curve">
            <a:extLst>
              <a:ext uri="{FF2B5EF4-FFF2-40B4-BE49-F238E27FC236}">
                <a16:creationId xmlns:a16="http://schemas.microsoft.com/office/drawing/2014/main" id="{85AC0910-53A9-4971-8C64-AC139F480832}"/>
              </a:ext>
            </a:extLst>
          </p:cNvPr>
          <p:cNvSpPr>
            <a:spLocks noGrp="1"/>
          </p:cNvSpPr>
          <p:nvPr/>
        </p:nvSpPr>
        <p:spPr>
          <a:xfrm>
            <a:off x="8229107" y="4019338"/>
            <a:ext cx="288027" cy="122822"/>
          </a:xfrm>
          <a:custGeom>
            <a:avLst/>
            <a:gdLst/>
            <a:ahLst/>
            <a:cxnLst/>
            <a:rect l="0" t="0" r="0" b="0"/>
            <a:pathLst>
              <a:path w="288027" h="122822">
                <a:moveTo>
                  <a:pt x="0" y="122822"/>
                </a:moveTo>
                <a:lnTo>
                  <a:pt x="288027" y="0"/>
                </a:lnTo>
              </a:path>
            </a:pathLst>
          </a:custGeom>
          <a:noFill/>
          <a:ln w="6973">
            <a:solidFill>
              <a:srgbClr val="FAB408">
                <a:alpha val="11000"/>
              </a:srgbClr>
            </a:solidFill>
            <a:prstDash val="solid"/>
          </a:ln>
        </p:spPr>
      </p:sp>
      <p:sp>
        <p:nvSpPr>
          <p:cNvPr id="312" name="lumia-token-stream-curve">
            <a:extLst>
              <a:ext uri="{FF2B5EF4-FFF2-40B4-BE49-F238E27FC236}">
                <a16:creationId xmlns:a16="http://schemas.microsoft.com/office/drawing/2014/main" id="{88984B82-82F7-48B1-ACDE-29FE59AB86BF}"/>
              </a:ext>
            </a:extLst>
          </p:cNvPr>
          <p:cNvSpPr>
            <a:spLocks noGrp="1"/>
          </p:cNvSpPr>
          <p:nvPr/>
        </p:nvSpPr>
        <p:spPr>
          <a:xfrm>
            <a:off x="8517134" y="3901476"/>
            <a:ext cx="290703" cy="117862"/>
          </a:xfrm>
          <a:custGeom>
            <a:avLst/>
            <a:gdLst/>
            <a:ahLst/>
            <a:cxnLst/>
            <a:rect l="0" t="0" r="0" b="0"/>
            <a:pathLst>
              <a:path w="290703" h="117862">
                <a:moveTo>
                  <a:pt x="0" y="117862"/>
                </a:moveTo>
                <a:lnTo>
                  <a:pt x="290703" y="0"/>
                </a:lnTo>
              </a:path>
            </a:pathLst>
          </a:custGeom>
          <a:noFill/>
          <a:ln w="7121">
            <a:solidFill>
              <a:srgbClr val="F7BC07">
                <a:alpha val="12000"/>
              </a:srgbClr>
            </a:solidFill>
            <a:prstDash val="solid"/>
          </a:ln>
        </p:spPr>
      </p:sp>
      <p:sp>
        <p:nvSpPr>
          <p:cNvPr id="313" name="lumia-token-stream-curve">
            <a:extLst>
              <a:ext uri="{FF2B5EF4-FFF2-40B4-BE49-F238E27FC236}">
                <a16:creationId xmlns:a16="http://schemas.microsoft.com/office/drawing/2014/main" id="{84C36AB2-C31B-4668-BBA2-959AEDBA8890}"/>
              </a:ext>
            </a:extLst>
          </p:cNvPr>
          <p:cNvSpPr>
            <a:spLocks noGrp="1"/>
          </p:cNvSpPr>
          <p:nvPr/>
        </p:nvSpPr>
        <p:spPr>
          <a:xfrm>
            <a:off x="8807837" y="3790213"/>
            <a:ext cx="293347" cy="111263"/>
          </a:xfrm>
          <a:custGeom>
            <a:avLst/>
            <a:gdLst/>
            <a:ahLst/>
            <a:cxnLst/>
            <a:rect l="0" t="0" r="0" b="0"/>
            <a:pathLst>
              <a:path w="293347" h="111263">
                <a:moveTo>
                  <a:pt x="0" y="111263"/>
                </a:moveTo>
                <a:lnTo>
                  <a:pt x="293347" y="0"/>
                </a:lnTo>
              </a:path>
            </a:pathLst>
          </a:custGeom>
          <a:noFill/>
          <a:ln w="7264">
            <a:solidFill>
              <a:srgbClr val="E5BA0E">
                <a:alpha val="12000"/>
              </a:srgbClr>
            </a:solidFill>
            <a:prstDash val="solid"/>
          </a:ln>
        </p:spPr>
      </p:sp>
      <p:sp>
        <p:nvSpPr>
          <p:cNvPr id="314" name="lumia-token-stream-curve">
            <a:extLst>
              <a:ext uri="{FF2B5EF4-FFF2-40B4-BE49-F238E27FC236}">
                <a16:creationId xmlns:a16="http://schemas.microsoft.com/office/drawing/2014/main" id="{EE0FC4BA-B43C-4557-A447-478465A39701}"/>
              </a:ext>
            </a:extLst>
          </p:cNvPr>
          <p:cNvSpPr>
            <a:spLocks noGrp="1"/>
          </p:cNvSpPr>
          <p:nvPr/>
        </p:nvSpPr>
        <p:spPr>
          <a:xfrm>
            <a:off x="9101184" y="3685690"/>
            <a:ext cx="295958" cy="104523"/>
          </a:xfrm>
          <a:custGeom>
            <a:avLst/>
            <a:gdLst/>
            <a:ahLst/>
            <a:cxnLst/>
            <a:rect l="0" t="0" r="0" b="0"/>
            <a:pathLst>
              <a:path w="295958" h="104523">
                <a:moveTo>
                  <a:pt x="0" y="104523"/>
                </a:moveTo>
                <a:lnTo>
                  <a:pt x="295958" y="0"/>
                </a:lnTo>
              </a:path>
            </a:pathLst>
          </a:custGeom>
          <a:noFill/>
          <a:ln w="7401">
            <a:solidFill>
              <a:srgbClr val="D3B815">
                <a:alpha val="12000"/>
              </a:srgbClr>
            </a:solidFill>
            <a:prstDash val="solid"/>
          </a:ln>
        </p:spPr>
      </p:sp>
      <p:sp>
        <p:nvSpPr>
          <p:cNvPr id="315" name="lumia-token-stream-curve">
            <a:extLst>
              <a:ext uri="{FF2B5EF4-FFF2-40B4-BE49-F238E27FC236}">
                <a16:creationId xmlns:a16="http://schemas.microsoft.com/office/drawing/2014/main" id="{574AEE62-BC4A-4BCE-A98A-B8747AF38F4E}"/>
              </a:ext>
            </a:extLst>
          </p:cNvPr>
          <p:cNvSpPr>
            <a:spLocks noGrp="1"/>
          </p:cNvSpPr>
          <p:nvPr/>
        </p:nvSpPr>
        <p:spPr>
          <a:xfrm>
            <a:off x="9397142" y="3586413"/>
            <a:ext cx="298538" cy="99278"/>
          </a:xfrm>
          <a:custGeom>
            <a:avLst/>
            <a:gdLst/>
            <a:ahLst/>
            <a:cxnLst/>
            <a:rect l="0" t="0" r="0" b="0"/>
            <a:pathLst>
              <a:path w="298538" h="99278">
                <a:moveTo>
                  <a:pt x="0" y="99278"/>
                </a:moveTo>
                <a:lnTo>
                  <a:pt x="298538" y="0"/>
                </a:lnTo>
              </a:path>
            </a:pathLst>
          </a:custGeom>
          <a:noFill/>
          <a:ln w="7529">
            <a:solidFill>
              <a:srgbClr val="C2B61C">
                <a:alpha val="12000"/>
              </a:srgbClr>
            </a:solidFill>
            <a:prstDash val="solid"/>
          </a:ln>
        </p:spPr>
      </p:sp>
      <p:sp>
        <p:nvSpPr>
          <p:cNvPr id="316" name="lumia-token-stream-curve">
            <a:extLst>
              <a:ext uri="{FF2B5EF4-FFF2-40B4-BE49-F238E27FC236}">
                <a16:creationId xmlns:a16="http://schemas.microsoft.com/office/drawing/2014/main" id="{C83EE0F6-550A-4B43-8C9E-28B262CF043F}"/>
              </a:ext>
            </a:extLst>
          </p:cNvPr>
          <p:cNvSpPr>
            <a:spLocks noGrp="1"/>
          </p:cNvSpPr>
          <p:nvPr/>
        </p:nvSpPr>
        <p:spPr>
          <a:xfrm>
            <a:off x="9695680" y="3489344"/>
            <a:ext cx="301084" cy="97069"/>
          </a:xfrm>
          <a:custGeom>
            <a:avLst/>
            <a:gdLst/>
            <a:ahLst/>
            <a:cxnLst/>
            <a:rect l="0" t="0" r="0" b="0"/>
            <a:pathLst>
              <a:path w="301084" h="97069">
                <a:moveTo>
                  <a:pt x="0" y="97069"/>
                </a:moveTo>
                <a:lnTo>
                  <a:pt x="301084" y="0"/>
                </a:lnTo>
              </a:path>
            </a:pathLst>
          </a:custGeom>
          <a:noFill/>
          <a:ln w="7647">
            <a:solidFill>
              <a:srgbClr val="B0B422">
                <a:alpha val="12000"/>
              </a:srgbClr>
            </a:solidFill>
            <a:prstDash val="solid"/>
          </a:ln>
        </p:spPr>
      </p:sp>
      <p:sp>
        <p:nvSpPr>
          <p:cNvPr id="317" name="lumia-token-stream-curve">
            <a:extLst>
              <a:ext uri="{FF2B5EF4-FFF2-40B4-BE49-F238E27FC236}">
                <a16:creationId xmlns:a16="http://schemas.microsoft.com/office/drawing/2014/main" id="{0832A9FB-F0C2-42F4-89BC-F0A4338F5171}"/>
              </a:ext>
            </a:extLst>
          </p:cNvPr>
          <p:cNvSpPr>
            <a:spLocks noGrp="1"/>
          </p:cNvSpPr>
          <p:nvPr/>
        </p:nvSpPr>
        <p:spPr>
          <a:xfrm>
            <a:off x="9996764" y="3390237"/>
            <a:ext cx="303599" cy="99107"/>
          </a:xfrm>
          <a:custGeom>
            <a:avLst/>
            <a:gdLst/>
            <a:ahLst/>
            <a:cxnLst/>
            <a:rect l="0" t="0" r="0" b="0"/>
            <a:pathLst>
              <a:path w="303599" h="99107">
                <a:moveTo>
                  <a:pt x="0" y="99107"/>
                </a:moveTo>
                <a:lnTo>
                  <a:pt x="303599" y="0"/>
                </a:lnTo>
              </a:path>
            </a:pathLst>
          </a:custGeom>
          <a:noFill/>
          <a:ln w="7755">
            <a:solidFill>
              <a:srgbClr val="9EB329">
                <a:alpha val="13000"/>
              </a:srgbClr>
            </a:solidFill>
            <a:prstDash val="solid"/>
          </a:ln>
        </p:spPr>
      </p:sp>
      <p:sp>
        <p:nvSpPr>
          <p:cNvPr id="318" name="lumia-token-stream-curve">
            <a:extLst>
              <a:ext uri="{FF2B5EF4-FFF2-40B4-BE49-F238E27FC236}">
                <a16:creationId xmlns:a16="http://schemas.microsoft.com/office/drawing/2014/main" id="{04D38309-A44E-4BB9-95D9-828E7301882C}"/>
              </a:ext>
            </a:extLst>
          </p:cNvPr>
          <p:cNvSpPr>
            <a:spLocks noGrp="1"/>
          </p:cNvSpPr>
          <p:nvPr/>
        </p:nvSpPr>
        <p:spPr>
          <a:xfrm>
            <a:off x="10300363" y="3284171"/>
            <a:ext cx="306081" cy="106066"/>
          </a:xfrm>
          <a:custGeom>
            <a:avLst/>
            <a:gdLst/>
            <a:ahLst/>
            <a:cxnLst/>
            <a:rect l="0" t="0" r="0" b="0"/>
            <a:pathLst>
              <a:path w="306081" h="106066">
                <a:moveTo>
                  <a:pt x="0" y="106066"/>
                </a:moveTo>
                <a:lnTo>
                  <a:pt x="306081" y="0"/>
                </a:lnTo>
              </a:path>
            </a:pathLst>
          </a:custGeom>
          <a:noFill/>
          <a:ln w="7850">
            <a:solidFill>
              <a:srgbClr val="8CB130">
                <a:alpha val="13000"/>
              </a:srgbClr>
            </a:solidFill>
            <a:prstDash val="solid"/>
          </a:ln>
        </p:spPr>
      </p:sp>
      <p:sp>
        <p:nvSpPr>
          <p:cNvPr id="319" name="lumia-token-stream-curve">
            <a:extLst>
              <a:ext uri="{FF2B5EF4-FFF2-40B4-BE49-F238E27FC236}">
                <a16:creationId xmlns:a16="http://schemas.microsoft.com/office/drawing/2014/main" id="{704E0F87-4C9C-45AA-9EF7-0CFF14FE0459}"/>
              </a:ext>
            </a:extLst>
          </p:cNvPr>
          <p:cNvSpPr>
            <a:spLocks noGrp="1"/>
          </p:cNvSpPr>
          <p:nvPr/>
        </p:nvSpPr>
        <p:spPr>
          <a:xfrm>
            <a:off x="10606444" y="3166238"/>
            <a:ext cx="308531" cy="117933"/>
          </a:xfrm>
          <a:custGeom>
            <a:avLst/>
            <a:gdLst/>
            <a:ahLst/>
            <a:cxnLst/>
            <a:rect l="0" t="0" r="0" b="0"/>
            <a:pathLst>
              <a:path w="308531" h="117933">
                <a:moveTo>
                  <a:pt x="0" y="117933"/>
                </a:moveTo>
                <a:lnTo>
                  <a:pt x="308531" y="0"/>
                </a:lnTo>
              </a:path>
            </a:pathLst>
          </a:custGeom>
          <a:noFill/>
          <a:ln w="7931">
            <a:solidFill>
              <a:srgbClr val="7BAF37">
                <a:alpha val="13000"/>
              </a:srgbClr>
            </a:solidFill>
            <a:prstDash val="solid"/>
          </a:ln>
        </p:spPr>
      </p:sp>
      <p:sp>
        <p:nvSpPr>
          <p:cNvPr id="320" name="lumia-token-stream-curve">
            <a:extLst>
              <a:ext uri="{FF2B5EF4-FFF2-40B4-BE49-F238E27FC236}">
                <a16:creationId xmlns:a16="http://schemas.microsoft.com/office/drawing/2014/main" id="{D6E8D1DD-A71D-4168-AD3F-590E2DE4890F}"/>
              </a:ext>
            </a:extLst>
          </p:cNvPr>
          <p:cNvSpPr>
            <a:spLocks noGrp="1"/>
          </p:cNvSpPr>
          <p:nvPr/>
        </p:nvSpPr>
        <p:spPr>
          <a:xfrm>
            <a:off x="10914975" y="3032269"/>
            <a:ext cx="310948" cy="133969"/>
          </a:xfrm>
          <a:custGeom>
            <a:avLst/>
            <a:gdLst/>
            <a:ahLst/>
            <a:cxnLst/>
            <a:rect l="0" t="0" r="0" b="0"/>
            <a:pathLst>
              <a:path w="310948" h="133969">
                <a:moveTo>
                  <a:pt x="0" y="133969"/>
                </a:moveTo>
                <a:lnTo>
                  <a:pt x="310948" y="0"/>
                </a:lnTo>
              </a:path>
            </a:pathLst>
          </a:custGeom>
          <a:noFill/>
          <a:ln w="7996">
            <a:solidFill>
              <a:srgbClr val="69AD3E">
                <a:alpha val="13000"/>
              </a:srgbClr>
            </a:solidFill>
            <a:prstDash val="solid"/>
          </a:ln>
        </p:spPr>
      </p:sp>
      <p:sp>
        <p:nvSpPr>
          <p:cNvPr id="321" name="lumia-token-stream-curve">
            <a:extLst>
              <a:ext uri="{FF2B5EF4-FFF2-40B4-BE49-F238E27FC236}">
                <a16:creationId xmlns:a16="http://schemas.microsoft.com/office/drawing/2014/main" id="{0E13872F-A3A8-48FF-A71F-233D7DF8F3D6}"/>
              </a:ext>
            </a:extLst>
          </p:cNvPr>
          <p:cNvSpPr>
            <a:spLocks noGrp="1"/>
          </p:cNvSpPr>
          <p:nvPr/>
        </p:nvSpPr>
        <p:spPr>
          <a:xfrm>
            <a:off x="11225923" y="2879505"/>
            <a:ext cx="313333" cy="152764"/>
          </a:xfrm>
          <a:custGeom>
            <a:avLst/>
            <a:gdLst/>
            <a:ahLst/>
            <a:cxnLst/>
            <a:rect l="0" t="0" r="0" b="0"/>
            <a:pathLst>
              <a:path w="313333" h="152764">
                <a:moveTo>
                  <a:pt x="0" y="152764"/>
                </a:moveTo>
                <a:lnTo>
                  <a:pt x="313333" y="0"/>
                </a:lnTo>
              </a:path>
            </a:pathLst>
          </a:custGeom>
          <a:noFill/>
          <a:ln w="8045">
            <a:solidFill>
              <a:srgbClr val="57AC45">
                <a:alpha val="13000"/>
              </a:srgbClr>
            </a:solidFill>
            <a:prstDash val="solid"/>
          </a:ln>
        </p:spPr>
      </p:sp>
      <p:sp>
        <p:nvSpPr>
          <p:cNvPr id="322" name="lumia-token-stream-curve">
            <a:extLst>
              <a:ext uri="{FF2B5EF4-FFF2-40B4-BE49-F238E27FC236}">
                <a16:creationId xmlns:a16="http://schemas.microsoft.com/office/drawing/2014/main" id="{96A958BD-CB3B-4467-838F-31479A6915FE}"/>
              </a:ext>
            </a:extLst>
          </p:cNvPr>
          <p:cNvSpPr>
            <a:spLocks noGrp="1"/>
          </p:cNvSpPr>
          <p:nvPr/>
        </p:nvSpPr>
        <p:spPr>
          <a:xfrm>
            <a:off x="11539257" y="2707082"/>
            <a:ext cx="315686" cy="172423"/>
          </a:xfrm>
          <a:custGeom>
            <a:avLst/>
            <a:gdLst/>
            <a:ahLst/>
            <a:cxnLst/>
            <a:rect l="0" t="0" r="0" b="0"/>
            <a:pathLst>
              <a:path w="315686" h="172423">
                <a:moveTo>
                  <a:pt x="0" y="172423"/>
                </a:moveTo>
                <a:lnTo>
                  <a:pt x="315686" y="0"/>
                </a:lnTo>
              </a:path>
            </a:pathLst>
          </a:custGeom>
          <a:noFill/>
          <a:ln w="8075">
            <a:solidFill>
              <a:srgbClr val="46AA4C">
                <a:alpha val="13000"/>
              </a:srgbClr>
            </a:solidFill>
            <a:prstDash val="solid"/>
          </a:ln>
        </p:spPr>
      </p:sp>
      <p:sp>
        <p:nvSpPr>
          <p:cNvPr id="323" name="lumia-token-stream-curve">
            <a:extLst>
              <a:ext uri="{FF2B5EF4-FFF2-40B4-BE49-F238E27FC236}">
                <a16:creationId xmlns:a16="http://schemas.microsoft.com/office/drawing/2014/main" id="{5A8B7952-ABD0-49AD-B2B8-A9D83915EFBB}"/>
              </a:ext>
            </a:extLst>
          </p:cNvPr>
          <p:cNvSpPr>
            <a:spLocks noGrp="1"/>
          </p:cNvSpPr>
          <p:nvPr/>
        </p:nvSpPr>
        <p:spPr>
          <a:xfrm>
            <a:off x="11854943" y="2516247"/>
            <a:ext cx="318007" cy="190835"/>
          </a:xfrm>
          <a:custGeom>
            <a:avLst/>
            <a:gdLst/>
            <a:ahLst/>
            <a:cxnLst/>
            <a:rect l="0" t="0" r="0" b="0"/>
            <a:pathLst>
              <a:path w="318007" h="190835">
                <a:moveTo>
                  <a:pt x="0" y="190835"/>
                </a:moveTo>
                <a:lnTo>
                  <a:pt x="318007" y="0"/>
                </a:lnTo>
              </a:path>
            </a:pathLst>
          </a:custGeom>
          <a:noFill/>
          <a:ln w="8085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324" name="lumia-token-stream-curve">
            <a:extLst>
              <a:ext uri="{FF2B5EF4-FFF2-40B4-BE49-F238E27FC236}">
                <a16:creationId xmlns:a16="http://schemas.microsoft.com/office/drawing/2014/main" id="{3B9C6795-73C1-4691-8BB2-67747B2227BA}"/>
              </a:ext>
            </a:extLst>
          </p:cNvPr>
          <p:cNvSpPr>
            <a:spLocks noGrp="1"/>
          </p:cNvSpPr>
          <p:nvPr/>
        </p:nvSpPr>
        <p:spPr>
          <a:xfrm>
            <a:off x="305474" y="6004020"/>
            <a:ext cx="187551" cy="22278"/>
          </a:xfrm>
          <a:custGeom>
            <a:avLst/>
            <a:gdLst/>
            <a:ahLst/>
            <a:cxnLst/>
            <a:rect l="0" t="0" r="0" b="0"/>
            <a:pathLst>
              <a:path w="187551" h="22278">
                <a:moveTo>
                  <a:pt x="0" y="22278"/>
                </a:moveTo>
                <a:lnTo>
                  <a:pt x="187551" y="0"/>
                </a:lnTo>
              </a:path>
            </a:pathLst>
          </a:custGeom>
          <a:noFill/>
          <a:ln w="5324">
            <a:solidFill>
              <a:srgbClr val="4285F4">
                <a:alpha val="7000"/>
              </a:srgbClr>
            </a:solidFill>
            <a:prstDash val="solid"/>
          </a:ln>
        </p:spPr>
      </p:sp>
      <p:sp>
        <p:nvSpPr>
          <p:cNvPr id="325" name="lumia-token-stream-curve">
            <a:extLst>
              <a:ext uri="{FF2B5EF4-FFF2-40B4-BE49-F238E27FC236}">
                <a16:creationId xmlns:a16="http://schemas.microsoft.com/office/drawing/2014/main" id="{D7BE00C9-43CA-4AB1-81EC-943C182B94F3}"/>
              </a:ext>
            </a:extLst>
          </p:cNvPr>
          <p:cNvSpPr>
            <a:spLocks noGrp="1"/>
          </p:cNvSpPr>
          <p:nvPr/>
        </p:nvSpPr>
        <p:spPr>
          <a:xfrm>
            <a:off x="493025" y="5976878"/>
            <a:ext cx="191215" cy="27141"/>
          </a:xfrm>
          <a:custGeom>
            <a:avLst/>
            <a:gdLst/>
            <a:ahLst/>
            <a:cxnLst/>
            <a:rect l="0" t="0" r="0" b="0"/>
            <a:pathLst>
              <a:path w="191215" h="27141">
                <a:moveTo>
                  <a:pt x="0" y="27141"/>
                </a:moveTo>
                <a:lnTo>
                  <a:pt x="191215" y="0"/>
                </a:lnTo>
              </a:path>
            </a:pathLst>
          </a:custGeom>
          <a:noFill/>
          <a:ln w="5324">
            <a:solidFill>
              <a:srgbClr val="447EEC">
                <a:alpha val="7000"/>
              </a:srgbClr>
            </a:solidFill>
            <a:prstDash val="solid"/>
          </a:ln>
        </p:spPr>
      </p:sp>
      <p:sp>
        <p:nvSpPr>
          <p:cNvPr id="326" name="lumia-token-stream-curve">
            <a:extLst>
              <a:ext uri="{FF2B5EF4-FFF2-40B4-BE49-F238E27FC236}">
                <a16:creationId xmlns:a16="http://schemas.microsoft.com/office/drawing/2014/main" id="{3A589D06-EC08-4DCF-807A-15E8E7CD5443}"/>
              </a:ext>
            </a:extLst>
          </p:cNvPr>
          <p:cNvSpPr>
            <a:spLocks noGrp="1"/>
          </p:cNvSpPr>
          <p:nvPr/>
        </p:nvSpPr>
        <p:spPr>
          <a:xfrm>
            <a:off x="684240" y="5944285"/>
            <a:ext cx="194843" cy="32593"/>
          </a:xfrm>
          <a:custGeom>
            <a:avLst/>
            <a:gdLst/>
            <a:ahLst/>
            <a:cxnLst/>
            <a:rect l="0" t="0" r="0" b="0"/>
            <a:pathLst>
              <a:path w="194843" h="32593">
                <a:moveTo>
                  <a:pt x="0" y="32593"/>
                </a:moveTo>
                <a:lnTo>
                  <a:pt x="194843" y="0"/>
                </a:lnTo>
              </a:path>
            </a:pathLst>
          </a:custGeom>
          <a:noFill/>
          <a:ln w="5324">
            <a:solidFill>
              <a:srgbClr val="4678E3">
                <a:alpha val="7000"/>
              </a:srgbClr>
            </a:solidFill>
            <a:prstDash val="solid"/>
          </a:ln>
        </p:spPr>
      </p:sp>
      <p:sp>
        <p:nvSpPr>
          <p:cNvPr id="327" name="lumia-token-stream-curve">
            <a:extLst>
              <a:ext uri="{FF2B5EF4-FFF2-40B4-BE49-F238E27FC236}">
                <a16:creationId xmlns:a16="http://schemas.microsoft.com/office/drawing/2014/main" id="{D98BE13D-7A29-4BE4-8611-9AFBCE9A0E60}"/>
              </a:ext>
            </a:extLst>
          </p:cNvPr>
          <p:cNvSpPr>
            <a:spLocks noGrp="1"/>
          </p:cNvSpPr>
          <p:nvPr/>
        </p:nvSpPr>
        <p:spPr>
          <a:xfrm>
            <a:off x="879083" y="5905970"/>
            <a:ext cx="198434" cy="38315"/>
          </a:xfrm>
          <a:custGeom>
            <a:avLst/>
            <a:gdLst/>
            <a:ahLst/>
            <a:cxnLst/>
            <a:rect l="0" t="0" r="0" b="0"/>
            <a:pathLst>
              <a:path w="198434" h="38315">
                <a:moveTo>
                  <a:pt x="0" y="38315"/>
                </a:moveTo>
                <a:lnTo>
                  <a:pt x="198434" y="0"/>
                </a:lnTo>
              </a:path>
            </a:pathLst>
          </a:custGeom>
          <a:noFill/>
          <a:ln w="5324">
            <a:solidFill>
              <a:srgbClr val="4871DB">
                <a:alpha val="7000"/>
              </a:srgbClr>
            </a:solidFill>
            <a:prstDash val="solid"/>
          </a:ln>
        </p:spPr>
      </p:sp>
      <p:sp>
        <p:nvSpPr>
          <p:cNvPr id="328" name="lumia-token-stream-curve">
            <a:extLst>
              <a:ext uri="{FF2B5EF4-FFF2-40B4-BE49-F238E27FC236}">
                <a16:creationId xmlns:a16="http://schemas.microsoft.com/office/drawing/2014/main" id="{1C4671AE-6652-47CA-9C90-115B0721C03A}"/>
              </a:ext>
            </a:extLst>
          </p:cNvPr>
          <p:cNvSpPr>
            <a:spLocks noGrp="1"/>
          </p:cNvSpPr>
          <p:nvPr/>
        </p:nvSpPr>
        <p:spPr>
          <a:xfrm>
            <a:off x="1077517" y="5862035"/>
            <a:ext cx="201989" cy="43935"/>
          </a:xfrm>
          <a:custGeom>
            <a:avLst/>
            <a:gdLst/>
            <a:ahLst/>
            <a:cxnLst/>
            <a:rect l="0" t="0" r="0" b="0"/>
            <a:pathLst>
              <a:path w="201989" h="43935">
                <a:moveTo>
                  <a:pt x="0" y="43935"/>
                </a:moveTo>
                <a:lnTo>
                  <a:pt x="201989" y="0"/>
                </a:lnTo>
              </a:path>
            </a:pathLst>
          </a:custGeom>
          <a:noFill/>
          <a:ln w="5324">
            <a:solidFill>
              <a:srgbClr val="4A6BD2">
                <a:alpha val="7000"/>
              </a:srgbClr>
            </a:solidFill>
            <a:prstDash val="solid"/>
          </a:ln>
        </p:spPr>
      </p:sp>
      <p:sp>
        <p:nvSpPr>
          <p:cNvPr id="329" name="lumia-token-stream-curve">
            <a:extLst>
              <a:ext uri="{FF2B5EF4-FFF2-40B4-BE49-F238E27FC236}">
                <a16:creationId xmlns:a16="http://schemas.microsoft.com/office/drawing/2014/main" id="{27243BAC-B4BF-47AC-8376-ACDE17BA6D2F}"/>
              </a:ext>
            </a:extLst>
          </p:cNvPr>
          <p:cNvSpPr>
            <a:spLocks noGrp="1"/>
          </p:cNvSpPr>
          <p:nvPr/>
        </p:nvSpPr>
        <p:spPr>
          <a:xfrm>
            <a:off x="1279507" y="5812977"/>
            <a:ext cx="205508" cy="49058"/>
          </a:xfrm>
          <a:custGeom>
            <a:avLst/>
            <a:gdLst/>
            <a:ahLst/>
            <a:cxnLst/>
            <a:rect l="0" t="0" r="0" b="0"/>
            <a:pathLst>
              <a:path w="205508" h="49058">
                <a:moveTo>
                  <a:pt x="0" y="49058"/>
                </a:moveTo>
                <a:lnTo>
                  <a:pt x="205508" y="0"/>
                </a:lnTo>
              </a:path>
            </a:pathLst>
          </a:custGeom>
          <a:noFill/>
          <a:ln w="5324">
            <a:solidFill>
              <a:srgbClr val="4C64CA">
                <a:alpha val="7000"/>
              </a:srgbClr>
            </a:solidFill>
            <a:prstDash val="solid"/>
          </a:ln>
        </p:spPr>
      </p:sp>
      <p:sp>
        <p:nvSpPr>
          <p:cNvPr id="330" name="lumia-token-stream-curve">
            <a:extLst>
              <a:ext uri="{FF2B5EF4-FFF2-40B4-BE49-F238E27FC236}">
                <a16:creationId xmlns:a16="http://schemas.microsoft.com/office/drawing/2014/main" id="{06355B0E-B3D7-4C9B-BE97-628E643D5DDC}"/>
              </a:ext>
            </a:extLst>
          </p:cNvPr>
          <p:cNvSpPr>
            <a:spLocks noGrp="1"/>
          </p:cNvSpPr>
          <p:nvPr/>
        </p:nvSpPr>
        <p:spPr>
          <a:xfrm>
            <a:off x="1485014" y="5759690"/>
            <a:ext cx="208990" cy="53287"/>
          </a:xfrm>
          <a:custGeom>
            <a:avLst/>
            <a:gdLst/>
            <a:ahLst/>
            <a:cxnLst/>
            <a:rect l="0" t="0" r="0" b="0"/>
            <a:pathLst>
              <a:path w="208990" h="53287">
                <a:moveTo>
                  <a:pt x="0" y="53287"/>
                </a:moveTo>
                <a:lnTo>
                  <a:pt x="208990" y="0"/>
                </a:lnTo>
              </a:path>
            </a:pathLst>
          </a:custGeom>
          <a:noFill/>
          <a:ln w="5324">
            <a:solidFill>
              <a:srgbClr val="4E5EC1">
                <a:alpha val="7000"/>
              </a:srgbClr>
            </a:solidFill>
            <a:prstDash val="solid"/>
          </a:ln>
        </p:spPr>
      </p:sp>
      <p:sp>
        <p:nvSpPr>
          <p:cNvPr id="331" name="lumia-token-stream-curve">
            <a:extLst>
              <a:ext uri="{FF2B5EF4-FFF2-40B4-BE49-F238E27FC236}">
                <a16:creationId xmlns:a16="http://schemas.microsoft.com/office/drawing/2014/main" id="{930AC80D-12DD-4F2A-ADDF-C248A6AE9DF8}"/>
              </a:ext>
            </a:extLst>
          </p:cNvPr>
          <p:cNvSpPr>
            <a:spLocks noGrp="1"/>
          </p:cNvSpPr>
          <p:nvPr/>
        </p:nvSpPr>
        <p:spPr>
          <a:xfrm>
            <a:off x="1694005" y="5703426"/>
            <a:ext cx="212436" cy="56264"/>
          </a:xfrm>
          <a:custGeom>
            <a:avLst/>
            <a:gdLst/>
            <a:ahLst/>
            <a:cxnLst/>
            <a:rect l="0" t="0" r="0" b="0"/>
            <a:pathLst>
              <a:path w="212436" h="56264">
                <a:moveTo>
                  <a:pt x="0" y="56264"/>
                </a:moveTo>
                <a:lnTo>
                  <a:pt x="212436" y="0"/>
                </a:lnTo>
              </a:path>
            </a:pathLst>
          </a:custGeom>
          <a:noFill/>
          <a:ln w="5324">
            <a:solidFill>
              <a:srgbClr val="5057B9">
                <a:alpha val="7000"/>
              </a:srgbClr>
            </a:solidFill>
            <a:prstDash val="solid"/>
          </a:ln>
        </p:spPr>
      </p:sp>
      <p:sp>
        <p:nvSpPr>
          <p:cNvPr id="332" name="lumia-token-stream-curve">
            <a:extLst>
              <a:ext uri="{FF2B5EF4-FFF2-40B4-BE49-F238E27FC236}">
                <a16:creationId xmlns:a16="http://schemas.microsoft.com/office/drawing/2014/main" id="{1B8C1C0E-C089-45D6-A4D0-DEDBA34DD3B1}"/>
              </a:ext>
            </a:extLst>
          </p:cNvPr>
          <p:cNvSpPr>
            <a:spLocks noGrp="1"/>
          </p:cNvSpPr>
          <p:nvPr/>
        </p:nvSpPr>
        <p:spPr>
          <a:xfrm>
            <a:off x="1906441" y="5645726"/>
            <a:ext cx="215846" cy="57700"/>
          </a:xfrm>
          <a:custGeom>
            <a:avLst/>
            <a:gdLst/>
            <a:ahLst/>
            <a:cxnLst/>
            <a:rect l="0" t="0" r="0" b="0"/>
            <a:pathLst>
              <a:path w="215846" h="57700">
                <a:moveTo>
                  <a:pt x="0" y="57700"/>
                </a:moveTo>
                <a:lnTo>
                  <a:pt x="215846" y="0"/>
                </a:lnTo>
              </a:path>
            </a:pathLst>
          </a:custGeom>
          <a:noFill/>
          <a:ln w="5324">
            <a:solidFill>
              <a:srgbClr val="5250B0">
                <a:alpha val="7000"/>
              </a:srgbClr>
            </a:solidFill>
            <a:prstDash val="solid"/>
          </a:ln>
        </p:spPr>
      </p:sp>
      <p:sp>
        <p:nvSpPr>
          <p:cNvPr id="333" name="lumia-token-stream-curve">
            <a:extLst>
              <a:ext uri="{FF2B5EF4-FFF2-40B4-BE49-F238E27FC236}">
                <a16:creationId xmlns:a16="http://schemas.microsoft.com/office/drawing/2014/main" id="{E19F49E6-5DF5-44C2-9742-CD47FD0A2713}"/>
              </a:ext>
            </a:extLst>
          </p:cNvPr>
          <p:cNvSpPr>
            <a:spLocks noGrp="1"/>
          </p:cNvSpPr>
          <p:nvPr/>
        </p:nvSpPr>
        <p:spPr>
          <a:xfrm>
            <a:off x="2122286" y="5588308"/>
            <a:ext cx="219219" cy="57418"/>
          </a:xfrm>
          <a:custGeom>
            <a:avLst/>
            <a:gdLst/>
            <a:ahLst/>
            <a:cxnLst/>
            <a:rect l="0" t="0" r="0" b="0"/>
            <a:pathLst>
              <a:path w="219219" h="57418">
                <a:moveTo>
                  <a:pt x="0" y="57418"/>
                </a:moveTo>
                <a:lnTo>
                  <a:pt x="219219" y="0"/>
                </a:lnTo>
              </a:path>
            </a:pathLst>
          </a:custGeom>
          <a:noFill/>
          <a:ln w="5324">
            <a:solidFill>
              <a:srgbClr val="544AA8">
                <a:alpha val="7000"/>
              </a:srgbClr>
            </a:solidFill>
            <a:prstDash val="solid"/>
          </a:ln>
        </p:spPr>
      </p:sp>
      <p:sp>
        <p:nvSpPr>
          <p:cNvPr id="334" name="lumia-token-stream-curve">
            <a:extLst>
              <a:ext uri="{FF2B5EF4-FFF2-40B4-BE49-F238E27FC236}">
                <a16:creationId xmlns:a16="http://schemas.microsoft.com/office/drawing/2014/main" id="{FBC926E5-9F50-4C85-B942-96E94BA8F74D}"/>
              </a:ext>
            </a:extLst>
          </p:cNvPr>
          <p:cNvSpPr>
            <a:spLocks noGrp="1"/>
          </p:cNvSpPr>
          <p:nvPr/>
        </p:nvSpPr>
        <p:spPr>
          <a:xfrm>
            <a:off x="2341505" y="5532931"/>
            <a:ext cx="222555" cy="55377"/>
          </a:xfrm>
          <a:custGeom>
            <a:avLst/>
            <a:gdLst/>
            <a:ahLst/>
            <a:cxnLst/>
            <a:rect l="0" t="0" r="0" b="0"/>
            <a:pathLst>
              <a:path w="222555" h="55377">
                <a:moveTo>
                  <a:pt x="0" y="55377"/>
                </a:moveTo>
                <a:lnTo>
                  <a:pt x="222555" y="0"/>
                </a:lnTo>
              </a:path>
            </a:pathLst>
          </a:custGeom>
          <a:noFill/>
          <a:ln w="5324">
            <a:solidFill>
              <a:srgbClr val="5643A0">
                <a:alpha val="7000"/>
              </a:srgbClr>
            </a:solidFill>
            <a:prstDash val="solid"/>
          </a:ln>
        </p:spPr>
      </p:sp>
      <p:sp>
        <p:nvSpPr>
          <p:cNvPr id="335" name="lumia-token-stream-curve">
            <a:extLst>
              <a:ext uri="{FF2B5EF4-FFF2-40B4-BE49-F238E27FC236}">
                <a16:creationId xmlns:a16="http://schemas.microsoft.com/office/drawing/2014/main" id="{EB8EAC21-6B2F-4175-B9DF-84735BFA1757}"/>
              </a:ext>
            </a:extLst>
          </p:cNvPr>
          <p:cNvSpPr>
            <a:spLocks noGrp="1"/>
          </p:cNvSpPr>
          <p:nvPr/>
        </p:nvSpPr>
        <p:spPr>
          <a:xfrm>
            <a:off x="2564060" y="5481229"/>
            <a:ext cx="225856" cy="51702"/>
          </a:xfrm>
          <a:custGeom>
            <a:avLst/>
            <a:gdLst/>
            <a:ahLst/>
            <a:cxnLst/>
            <a:rect l="0" t="0" r="0" b="0"/>
            <a:pathLst>
              <a:path w="225856" h="51702">
                <a:moveTo>
                  <a:pt x="0" y="51702"/>
                </a:moveTo>
                <a:lnTo>
                  <a:pt x="225856" y="0"/>
                </a:lnTo>
              </a:path>
            </a:pathLst>
          </a:custGeom>
          <a:noFill/>
          <a:ln w="5324">
            <a:solidFill>
              <a:srgbClr val="583D97">
                <a:alpha val="7000"/>
              </a:srgbClr>
            </a:solidFill>
            <a:prstDash val="solid"/>
          </a:ln>
        </p:spPr>
      </p:sp>
      <p:sp>
        <p:nvSpPr>
          <p:cNvPr id="336" name="lumia-token-stream-curve">
            <a:extLst>
              <a:ext uri="{FF2B5EF4-FFF2-40B4-BE49-F238E27FC236}">
                <a16:creationId xmlns:a16="http://schemas.microsoft.com/office/drawing/2014/main" id="{221EC665-73A4-42EA-B026-3256A8DAC3C8}"/>
              </a:ext>
            </a:extLst>
          </p:cNvPr>
          <p:cNvSpPr>
            <a:spLocks noGrp="1"/>
          </p:cNvSpPr>
          <p:nvPr/>
        </p:nvSpPr>
        <p:spPr>
          <a:xfrm>
            <a:off x="2789916" y="5434543"/>
            <a:ext cx="229120" cy="46686"/>
          </a:xfrm>
          <a:custGeom>
            <a:avLst/>
            <a:gdLst/>
            <a:ahLst/>
            <a:cxnLst/>
            <a:rect l="0" t="0" r="0" b="0"/>
            <a:pathLst>
              <a:path w="229120" h="46686">
                <a:moveTo>
                  <a:pt x="0" y="46686"/>
                </a:moveTo>
                <a:lnTo>
                  <a:pt x="229120" y="0"/>
                </a:lnTo>
              </a:path>
            </a:pathLst>
          </a:custGeom>
          <a:noFill/>
          <a:ln w="5324">
            <a:solidFill>
              <a:srgbClr val="623C8F">
                <a:alpha val="7000"/>
              </a:srgbClr>
            </a:solidFill>
            <a:prstDash val="solid"/>
          </a:ln>
        </p:spPr>
      </p:sp>
      <p:sp>
        <p:nvSpPr>
          <p:cNvPr id="337" name="lumia-token-stream-curve">
            <a:extLst>
              <a:ext uri="{FF2B5EF4-FFF2-40B4-BE49-F238E27FC236}">
                <a16:creationId xmlns:a16="http://schemas.microsoft.com/office/drawing/2014/main" id="{FE408FFB-FD0F-4936-BC5C-D32ADFA54D40}"/>
              </a:ext>
            </a:extLst>
          </p:cNvPr>
          <p:cNvSpPr>
            <a:spLocks noGrp="1"/>
          </p:cNvSpPr>
          <p:nvPr/>
        </p:nvSpPr>
        <p:spPr>
          <a:xfrm>
            <a:off x="3019036" y="5393750"/>
            <a:ext cx="232347" cy="40793"/>
          </a:xfrm>
          <a:custGeom>
            <a:avLst/>
            <a:gdLst/>
            <a:ahLst/>
            <a:cxnLst/>
            <a:rect l="0" t="0" r="0" b="0"/>
            <a:pathLst>
              <a:path w="232347" h="40793">
                <a:moveTo>
                  <a:pt x="0" y="40793"/>
                </a:moveTo>
                <a:lnTo>
                  <a:pt x="232347" y="0"/>
                </a:lnTo>
              </a:path>
            </a:pathLst>
          </a:custGeom>
          <a:noFill/>
          <a:ln w="5324">
            <a:solidFill>
              <a:srgbClr val="6F3C86">
                <a:alpha val="7000"/>
              </a:srgbClr>
            </a:solidFill>
            <a:prstDash val="solid"/>
          </a:ln>
        </p:spPr>
      </p:sp>
      <p:sp>
        <p:nvSpPr>
          <p:cNvPr id="338" name="lumia-token-stream-curve">
            <a:extLst>
              <a:ext uri="{FF2B5EF4-FFF2-40B4-BE49-F238E27FC236}">
                <a16:creationId xmlns:a16="http://schemas.microsoft.com/office/drawing/2014/main" id="{820DD8AC-E0F6-4CEB-AD30-06AF1F8AF666}"/>
              </a:ext>
            </a:extLst>
          </p:cNvPr>
          <p:cNvSpPr>
            <a:spLocks noGrp="1"/>
          </p:cNvSpPr>
          <p:nvPr/>
        </p:nvSpPr>
        <p:spPr>
          <a:xfrm>
            <a:off x="3251383" y="5359125"/>
            <a:ext cx="235538" cy="34625"/>
          </a:xfrm>
          <a:custGeom>
            <a:avLst/>
            <a:gdLst/>
            <a:ahLst/>
            <a:cxnLst/>
            <a:rect l="0" t="0" r="0" b="0"/>
            <a:pathLst>
              <a:path w="235538" h="34625">
                <a:moveTo>
                  <a:pt x="0" y="34625"/>
                </a:moveTo>
                <a:lnTo>
                  <a:pt x="235538" y="0"/>
                </a:lnTo>
              </a:path>
            </a:pathLst>
          </a:custGeom>
          <a:noFill/>
          <a:ln w="5324">
            <a:solidFill>
              <a:srgbClr val="7C3D7E">
                <a:alpha val="7000"/>
              </a:srgbClr>
            </a:solidFill>
            <a:prstDash val="solid"/>
          </a:ln>
        </p:spPr>
      </p:sp>
      <p:sp>
        <p:nvSpPr>
          <p:cNvPr id="339" name="lumia-token-stream-curve">
            <a:extLst>
              <a:ext uri="{FF2B5EF4-FFF2-40B4-BE49-F238E27FC236}">
                <a16:creationId xmlns:a16="http://schemas.microsoft.com/office/drawing/2014/main" id="{655241AB-F681-4FC2-BDB1-EBC9207A17EE}"/>
              </a:ext>
            </a:extLst>
          </p:cNvPr>
          <p:cNvSpPr>
            <a:spLocks noGrp="1"/>
          </p:cNvSpPr>
          <p:nvPr/>
        </p:nvSpPr>
        <p:spPr>
          <a:xfrm>
            <a:off x="3486922" y="5330240"/>
            <a:ext cx="238693" cy="28885"/>
          </a:xfrm>
          <a:custGeom>
            <a:avLst/>
            <a:gdLst/>
            <a:ahLst/>
            <a:cxnLst/>
            <a:rect l="0" t="0" r="0" b="0"/>
            <a:pathLst>
              <a:path w="238693" h="28885">
                <a:moveTo>
                  <a:pt x="0" y="28885"/>
                </a:moveTo>
                <a:lnTo>
                  <a:pt x="238693" y="0"/>
                </a:lnTo>
              </a:path>
            </a:pathLst>
          </a:custGeom>
          <a:noFill/>
          <a:ln w="5324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340" name="lumia-token-stream-curve">
            <a:extLst>
              <a:ext uri="{FF2B5EF4-FFF2-40B4-BE49-F238E27FC236}">
                <a16:creationId xmlns:a16="http://schemas.microsoft.com/office/drawing/2014/main" id="{B3E7D5C8-6EE4-4DF0-91A3-1BBA774C5E29}"/>
              </a:ext>
            </a:extLst>
          </p:cNvPr>
          <p:cNvSpPr>
            <a:spLocks noGrp="1"/>
          </p:cNvSpPr>
          <p:nvPr/>
        </p:nvSpPr>
        <p:spPr>
          <a:xfrm>
            <a:off x="3725615" y="5305926"/>
            <a:ext cx="241812" cy="24314"/>
          </a:xfrm>
          <a:custGeom>
            <a:avLst/>
            <a:gdLst/>
            <a:ahLst/>
            <a:cxnLst/>
            <a:rect l="0" t="0" r="0" b="0"/>
            <a:pathLst>
              <a:path w="241812" h="24314">
                <a:moveTo>
                  <a:pt x="0" y="24314"/>
                </a:moveTo>
                <a:lnTo>
                  <a:pt x="241812" y="0"/>
                </a:lnTo>
              </a:path>
            </a:pathLst>
          </a:custGeom>
          <a:noFill/>
          <a:ln w="5325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341" name="lumia-token-stream-curve">
            <a:extLst>
              <a:ext uri="{FF2B5EF4-FFF2-40B4-BE49-F238E27FC236}">
                <a16:creationId xmlns:a16="http://schemas.microsoft.com/office/drawing/2014/main" id="{15C800EA-F348-433C-9C28-A00C0483DA46}"/>
              </a:ext>
            </a:extLst>
          </p:cNvPr>
          <p:cNvSpPr>
            <a:spLocks noGrp="1"/>
          </p:cNvSpPr>
          <p:nvPr/>
        </p:nvSpPr>
        <p:spPr>
          <a:xfrm>
            <a:off x="3967427" y="5284305"/>
            <a:ext cx="244894" cy="21621"/>
          </a:xfrm>
          <a:custGeom>
            <a:avLst/>
            <a:gdLst/>
            <a:ahLst/>
            <a:cxnLst/>
            <a:rect l="0" t="0" r="0" b="0"/>
            <a:pathLst>
              <a:path w="244894" h="21621">
                <a:moveTo>
                  <a:pt x="0" y="21621"/>
                </a:moveTo>
                <a:lnTo>
                  <a:pt x="244894" y="0"/>
                </a:lnTo>
              </a:path>
            </a:pathLst>
          </a:custGeom>
          <a:noFill/>
          <a:ln w="5341">
            <a:solidFill>
              <a:srgbClr val="A33F64">
                <a:alpha val="8000"/>
              </a:srgbClr>
            </a:solidFill>
            <a:prstDash val="solid"/>
          </a:ln>
        </p:spPr>
      </p:sp>
      <p:sp>
        <p:nvSpPr>
          <p:cNvPr id="342" name="lumia-token-stream-curve">
            <a:extLst>
              <a:ext uri="{FF2B5EF4-FFF2-40B4-BE49-F238E27FC236}">
                <a16:creationId xmlns:a16="http://schemas.microsoft.com/office/drawing/2014/main" id="{A6251997-00FF-4FE1-82C0-C81198755397}"/>
              </a:ext>
            </a:extLst>
          </p:cNvPr>
          <p:cNvSpPr>
            <a:spLocks noGrp="1"/>
          </p:cNvSpPr>
          <p:nvPr/>
        </p:nvSpPr>
        <p:spPr>
          <a:xfrm>
            <a:off x="4212321" y="5262902"/>
            <a:ext cx="247939" cy="21403"/>
          </a:xfrm>
          <a:custGeom>
            <a:avLst/>
            <a:gdLst/>
            <a:ahLst/>
            <a:cxnLst/>
            <a:rect l="0" t="0" r="0" b="0"/>
            <a:pathLst>
              <a:path w="247939" h="21403">
                <a:moveTo>
                  <a:pt x="0" y="21403"/>
                </a:moveTo>
                <a:lnTo>
                  <a:pt x="247939" y="0"/>
                </a:lnTo>
              </a:path>
            </a:pathLst>
          </a:custGeom>
          <a:noFill/>
          <a:ln w="5378">
            <a:solidFill>
              <a:srgbClr val="B0405B">
                <a:alpha val="8000"/>
              </a:srgbClr>
            </a:solidFill>
            <a:prstDash val="solid"/>
          </a:ln>
        </p:spPr>
      </p:sp>
      <p:sp>
        <p:nvSpPr>
          <p:cNvPr id="343" name="lumia-token-stream-curve">
            <a:extLst>
              <a:ext uri="{FF2B5EF4-FFF2-40B4-BE49-F238E27FC236}">
                <a16:creationId xmlns:a16="http://schemas.microsoft.com/office/drawing/2014/main" id="{5630AC5B-0986-4606-9E64-30D79EA5BEF0}"/>
              </a:ext>
            </a:extLst>
          </p:cNvPr>
          <p:cNvSpPr>
            <a:spLocks noGrp="1"/>
          </p:cNvSpPr>
          <p:nvPr/>
        </p:nvSpPr>
        <p:spPr>
          <a:xfrm>
            <a:off x="4460260" y="5238837"/>
            <a:ext cx="250949" cy="24065"/>
          </a:xfrm>
          <a:custGeom>
            <a:avLst/>
            <a:gdLst/>
            <a:ahLst/>
            <a:cxnLst/>
            <a:rect l="0" t="0" r="0" b="0"/>
            <a:pathLst>
              <a:path w="250949" h="24065">
                <a:moveTo>
                  <a:pt x="0" y="24065"/>
                </a:moveTo>
                <a:lnTo>
                  <a:pt x="250949" y="0"/>
                </a:lnTo>
              </a:path>
            </a:pathLst>
          </a:custGeom>
          <a:noFill/>
          <a:ln w="5434">
            <a:solidFill>
              <a:srgbClr val="BD4153">
                <a:alpha val="8000"/>
              </a:srgbClr>
            </a:solidFill>
            <a:prstDash val="solid"/>
          </a:ln>
        </p:spPr>
      </p:sp>
      <p:sp>
        <p:nvSpPr>
          <p:cNvPr id="344" name="lumia-token-stream-curve">
            <a:extLst>
              <a:ext uri="{FF2B5EF4-FFF2-40B4-BE49-F238E27FC236}">
                <a16:creationId xmlns:a16="http://schemas.microsoft.com/office/drawing/2014/main" id="{9653CD6A-E64C-4EDC-9898-039BE788E4E6}"/>
              </a:ext>
            </a:extLst>
          </p:cNvPr>
          <p:cNvSpPr>
            <a:spLocks noGrp="1"/>
          </p:cNvSpPr>
          <p:nvPr/>
        </p:nvSpPr>
        <p:spPr>
          <a:xfrm>
            <a:off x="4711209" y="5209077"/>
            <a:ext cx="253922" cy="29760"/>
          </a:xfrm>
          <a:custGeom>
            <a:avLst/>
            <a:gdLst/>
            <a:ahLst/>
            <a:cxnLst/>
            <a:rect l="0" t="0" r="0" b="0"/>
            <a:pathLst>
              <a:path w="253922" h="29760">
                <a:moveTo>
                  <a:pt x="0" y="29760"/>
                </a:moveTo>
                <a:lnTo>
                  <a:pt x="253922" y="0"/>
                </a:lnTo>
              </a:path>
            </a:pathLst>
          </a:custGeom>
          <a:noFill/>
          <a:ln w="5507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345" name="lumia-token-stream-curve">
            <a:extLst>
              <a:ext uri="{FF2B5EF4-FFF2-40B4-BE49-F238E27FC236}">
                <a16:creationId xmlns:a16="http://schemas.microsoft.com/office/drawing/2014/main" id="{8FCAE578-6435-464A-826C-36C679994301}"/>
              </a:ext>
            </a:extLst>
          </p:cNvPr>
          <p:cNvSpPr>
            <a:spLocks noGrp="1"/>
          </p:cNvSpPr>
          <p:nvPr/>
        </p:nvSpPr>
        <p:spPr>
          <a:xfrm>
            <a:off x="4965130" y="5170738"/>
            <a:ext cx="256858" cy="38339"/>
          </a:xfrm>
          <a:custGeom>
            <a:avLst/>
            <a:gdLst/>
            <a:ahLst/>
            <a:cxnLst/>
            <a:rect l="0" t="0" r="0" b="0"/>
            <a:pathLst>
              <a:path w="256858" h="38339">
                <a:moveTo>
                  <a:pt x="0" y="38339"/>
                </a:moveTo>
                <a:lnTo>
                  <a:pt x="256858" y="0"/>
                </a:lnTo>
              </a:path>
            </a:pathLst>
          </a:custGeom>
          <a:noFill/>
          <a:ln w="5596">
            <a:solidFill>
              <a:srgbClr val="D74242">
                <a:alpha val="9000"/>
              </a:srgbClr>
            </a:solidFill>
            <a:prstDash val="solid"/>
          </a:ln>
        </p:spPr>
      </p:sp>
      <p:sp>
        <p:nvSpPr>
          <p:cNvPr id="346" name="lumia-token-stream-curve">
            <a:extLst>
              <a:ext uri="{FF2B5EF4-FFF2-40B4-BE49-F238E27FC236}">
                <a16:creationId xmlns:a16="http://schemas.microsoft.com/office/drawing/2014/main" id="{0FB6A465-AF60-4C91-A6B4-28AC9ED5C7F2}"/>
              </a:ext>
            </a:extLst>
          </p:cNvPr>
          <p:cNvSpPr>
            <a:spLocks noGrp="1"/>
          </p:cNvSpPr>
          <p:nvPr/>
        </p:nvSpPr>
        <p:spPr>
          <a:xfrm>
            <a:off x="5221989" y="5121398"/>
            <a:ext cx="259758" cy="49340"/>
          </a:xfrm>
          <a:custGeom>
            <a:avLst/>
            <a:gdLst/>
            <a:ahLst/>
            <a:cxnLst/>
            <a:rect l="0" t="0" r="0" b="0"/>
            <a:pathLst>
              <a:path w="259758" h="49340">
                <a:moveTo>
                  <a:pt x="0" y="49340"/>
                </a:moveTo>
                <a:lnTo>
                  <a:pt x="259758" y="0"/>
                </a:lnTo>
              </a:path>
            </a:pathLst>
          </a:custGeom>
          <a:noFill/>
          <a:ln w="5699">
            <a:solidFill>
              <a:srgbClr val="E44339">
                <a:alpha val="9000"/>
              </a:srgbClr>
            </a:solidFill>
            <a:prstDash val="solid"/>
          </a:ln>
        </p:spPr>
      </p:sp>
      <p:sp>
        <p:nvSpPr>
          <p:cNvPr id="347" name="lumia-token-stream-curve">
            <a:extLst>
              <a:ext uri="{FF2B5EF4-FFF2-40B4-BE49-F238E27FC236}">
                <a16:creationId xmlns:a16="http://schemas.microsoft.com/office/drawing/2014/main" id="{ABBAF582-48C5-419C-8961-C632F5BBB918}"/>
              </a:ext>
            </a:extLst>
          </p:cNvPr>
          <p:cNvSpPr>
            <a:spLocks noGrp="1"/>
          </p:cNvSpPr>
          <p:nvPr/>
        </p:nvSpPr>
        <p:spPr>
          <a:xfrm>
            <a:off x="5481747" y="5059390"/>
            <a:ext cx="262622" cy="62008"/>
          </a:xfrm>
          <a:custGeom>
            <a:avLst/>
            <a:gdLst/>
            <a:ahLst/>
            <a:cxnLst/>
            <a:rect l="0" t="0" r="0" b="0"/>
            <a:pathLst>
              <a:path w="262622" h="62008">
                <a:moveTo>
                  <a:pt x="0" y="62008"/>
                </a:moveTo>
                <a:lnTo>
                  <a:pt x="262622" y="0"/>
                </a:lnTo>
              </a:path>
            </a:pathLst>
          </a:custGeom>
          <a:noFill/>
          <a:ln w="5815">
            <a:solidFill>
              <a:srgbClr val="EB4833">
                <a:alpha val="9000"/>
              </a:srgbClr>
            </a:solidFill>
            <a:prstDash val="solid"/>
          </a:ln>
        </p:spPr>
      </p:sp>
      <p:sp>
        <p:nvSpPr>
          <p:cNvPr id="348" name="lumia-token-stream-curve">
            <a:extLst>
              <a:ext uri="{FF2B5EF4-FFF2-40B4-BE49-F238E27FC236}">
                <a16:creationId xmlns:a16="http://schemas.microsoft.com/office/drawing/2014/main" id="{F368D658-9C57-43C7-B935-6998126A172D}"/>
              </a:ext>
            </a:extLst>
          </p:cNvPr>
          <p:cNvSpPr>
            <a:spLocks noGrp="1"/>
          </p:cNvSpPr>
          <p:nvPr/>
        </p:nvSpPr>
        <p:spPr>
          <a:xfrm>
            <a:off x="5744369" y="4984037"/>
            <a:ext cx="265449" cy="75353"/>
          </a:xfrm>
          <a:custGeom>
            <a:avLst/>
            <a:gdLst/>
            <a:ahLst/>
            <a:cxnLst/>
            <a:rect l="0" t="0" r="0" b="0"/>
            <a:pathLst>
              <a:path w="265449" h="75353">
                <a:moveTo>
                  <a:pt x="0" y="75353"/>
                </a:moveTo>
                <a:lnTo>
                  <a:pt x="265449" y="0"/>
                </a:lnTo>
              </a:path>
            </a:pathLst>
          </a:custGeom>
          <a:noFill/>
          <a:ln w="5943">
            <a:solidFill>
              <a:srgbClr val="EC532F">
                <a:alpha val="10000"/>
              </a:srgbClr>
            </a:solidFill>
            <a:prstDash val="solid"/>
          </a:ln>
        </p:spPr>
      </p:sp>
      <p:sp>
        <p:nvSpPr>
          <p:cNvPr id="349" name="lumia-token-stream-curve">
            <a:extLst>
              <a:ext uri="{FF2B5EF4-FFF2-40B4-BE49-F238E27FC236}">
                <a16:creationId xmlns:a16="http://schemas.microsoft.com/office/drawing/2014/main" id="{FE52A98D-8F99-48CF-BD62-CECB412DDFEC}"/>
              </a:ext>
            </a:extLst>
          </p:cNvPr>
          <p:cNvSpPr>
            <a:spLocks noGrp="1"/>
          </p:cNvSpPr>
          <p:nvPr/>
        </p:nvSpPr>
        <p:spPr>
          <a:xfrm>
            <a:off x="6009819" y="4895788"/>
            <a:ext cx="268240" cy="88249"/>
          </a:xfrm>
          <a:custGeom>
            <a:avLst/>
            <a:gdLst/>
            <a:ahLst/>
            <a:cxnLst/>
            <a:rect l="0" t="0" r="0" b="0"/>
            <a:pathLst>
              <a:path w="268240" h="88249">
                <a:moveTo>
                  <a:pt x="0" y="88249"/>
                </a:moveTo>
                <a:lnTo>
                  <a:pt x="268240" y="0"/>
                </a:lnTo>
              </a:path>
            </a:pathLst>
          </a:custGeom>
          <a:noFill/>
          <a:ln w="6080">
            <a:solidFill>
              <a:srgbClr val="EE5E2A">
                <a:alpha val="10000"/>
              </a:srgbClr>
            </a:solidFill>
            <a:prstDash val="solid"/>
          </a:ln>
        </p:spPr>
      </p:sp>
      <p:sp>
        <p:nvSpPr>
          <p:cNvPr id="350" name="lumia-token-stream-curve">
            <a:extLst>
              <a:ext uri="{FF2B5EF4-FFF2-40B4-BE49-F238E27FC236}">
                <a16:creationId xmlns:a16="http://schemas.microsoft.com/office/drawing/2014/main" id="{00EE98D9-4E97-4EA5-B59D-501329908268}"/>
              </a:ext>
            </a:extLst>
          </p:cNvPr>
          <p:cNvSpPr>
            <a:spLocks noGrp="1"/>
          </p:cNvSpPr>
          <p:nvPr/>
        </p:nvSpPr>
        <p:spPr>
          <a:xfrm>
            <a:off x="6278059" y="4796231"/>
            <a:ext cx="270995" cy="99556"/>
          </a:xfrm>
          <a:custGeom>
            <a:avLst/>
            <a:gdLst/>
            <a:ahLst/>
            <a:cxnLst/>
            <a:rect l="0" t="0" r="0" b="0"/>
            <a:pathLst>
              <a:path w="270995" h="99556">
                <a:moveTo>
                  <a:pt x="0" y="99556"/>
                </a:moveTo>
                <a:lnTo>
                  <a:pt x="270995" y="0"/>
                </a:lnTo>
              </a:path>
            </a:pathLst>
          </a:custGeom>
          <a:noFill/>
          <a:ln w="6226">
            <a:solidFill>
              <a:srgbClr val="EF6926">
                <a:alpha val="10000"/>
              </a:srgbClr>
            </a:solidFill>
            <a:prstDash val="solid"/>
          </a:ln>
        </p:spPr>
      </p:sp>
      <p:sp>
        <p:nvSpPr>
          <p:cNvPr id="351" name="lumia-token-stream-curve">
            <a:extLst>
              <a:ext uri="{FF2B5EF4-FFF2-40B4-BE49-F238E27FC236}">
                <a16:creationId xmlns:a16="http://schemas.microsoft.com/office/drawing/2014/main" id="{9A82FD37-37CD-4CCE-9D8B-A50EDB35DADA}"/>
              </a:ext>
            </a:extLst>
          </p:cNvPr>
          <p:cNvSpPr>
            <a:spLocks noGrp="1"/>
          </p:cNvSpPr>
          <p:nvPr/>
        </p:nvSpPr>
        <p:spPr>
          <a:xfrm>
            <a:off x="6549054" y="4687969"/>
            <a:ext cx="273713" cy="108262"/>
          </a:xfrm>
          <a:custGeom>
            <a:avLst/>
            <a:gdLst/>
            <a:ahLst/>
            <a:cxnLst/>
            <a:rect l="0" t="0" r="0" b="0"/>
            <a:pathLst>
              <a:path w="273713" h="108262">
                <a:moveTo>
                  <a:pt x="0" y="108262"/>
                </a:moveTo>
                <a:lnTo>
                  <a:pt x="273713" y="0"/>
                </a:lnTo>
              </a:path>
            </a:pathLst>
          </a:custGeom>
          <a:noFill/>
          <a:ln w="6378">
            <a:solidFill>
              <a:srgbClr val="F17322">
                <a:alpha val="11000"/>
              </a:srgbClr>
            </a:solidFill>
            <a:prstDash val="solid"/>
          </a:ln>
        </p:spPr>
      </p:sp>
      <p:sp>
        <p:nvSpPr>
          <p:cNvPr id="352" name="lumia-token-stream-curve">
            <a:extLst>
              <a:ext uri="{FF2B5EF4-FFF2-40B4-BE49-F238E27FC236}">
                <a16:creationId xmlns:a16="http://schemas.microsoft.com/office/drawing/2014/main" id="{9A43BD1D-3B41-43CF-BB21-DEAF38D5AC38}"/>
              </a:ext>
            </a:extLst>
          </p:cNvPr>
          <p:cNvSpPr>
            <a:spLocks noGrp="1"/>
          </p:cNvSpPr>
          <p:nvPr/>
        </p:nvSpPr>
        <p:spPr>
          <a:xfrm>
            <a:off x="6822768" y="4574347"/>
            <a:ext cx="276395" cy="113622"/>
          </a:xfrm>
          <a:custGeom>
            <a:avLst/>
            <a:gdLst/>
            <a:ahLst/>
            <a:cxnLst/>
            <a:rect l="0" t="0" r="0" b="0"/>
            <a:pathLst>
              <a:path w="276395" h="113622">
                <a:moveTo>
                  <a:pt x="0" y="113622"/>
                </a:moveTo>
                <a:lnTo>
                  <a:pt x="276395" y="0"/>
                </a:lnTo>
              </a:path>
            </a:pathLst>
          </a:custGeom>
          <a:noFill/>
          <a:ln w="6536">
            <a:solidFill>
              <a:srgbClr val="F27E1E">
                <a:alpha val="11000"/>
              </a:srgbClr>
            </a:solidFill>
            <a:prstDash val="solid"/>
          </a:ln>
        </p:spPr>
      </p:sp>
      <p:sp>
        <p:nvSpPr>
          <p:cNvPr id="353" name="lumia-token-stream-curve">
            <a:extLst>
              <a:ext uri="{FF2B5EF4-FFF2-40B4-BE49-F238E27FC236}">
                <a16:creationId xmlns:a16="http://schemas.microsoft.com/office/drawing/2014/main" id="{035BE4E6-29D6-416D-A827-1F4037963987}"/>
              </a:ext>
            </a:extLst>
          </p:cNvPr>
          <p:cNvSpPr>
            <a:spLocks noGrp="1"/>
          </p:cNvSpPr>
          <p:nvPr/>
        </p:nvSpPr>
        <p:spPr>
          <a:xfrm>
            <a:off x="7099163" y="4459070"/>
            <a:ext cx="279041" cy="115277"/>
          </a:xfrm>
          <a:custGeom>
            <a:avLst/>
            <a:gdLst/>
            <a:ahLst/>
            <a:cxnLst/>
            <a:rect l="0" t="0" r="0" b="0"/>
            <a:pathLst>
              <a:path w="279041" h="115277">
                <a:moveTo>
                  <a:pt x="0" y="115277"/>
                </a:moveTo>
                <a:lnTo>
                  <a:pt x="279041" y="0"/>
                </a:lnTo>
              </a:path>
            </a:pathLst>
          </a:custGeom>
          <a:noFill/>
          <a:ln w="6697">
            <a:solidFill>
              <a:srgbClr val="F48919">
                <a:alpha val="11000"/>
              </a:srgbClr>
            </a:solidFill>
            <a:prstDash val="solid"/>
          </a:ln>
        </p:spPr>
      </p:sp>
      <p:sp>
        <p:nvSpPr>
          <p:cNvPr id="354" name="lumia-token-stream-curve">
            <a:extLst>
              <a:ext uri="{FF2B5EF4-FFF2-40B4-BE49-F238E27FC236}">
                <a16:creationId xmlns:a16="http://schemas.microsoft.com/office/drawing/2014/main" id="{AC779D05-0683-4193-9272-20A939C55E08}"/>
              </a:ext>
            </a:extLst>
          </p:cNvPr>
          <p:cNvSpPr>
            <a:spLocks noGrp="1"/>
          </p:cNvSpPr>
          <p:nvPr/>
        </p:nvSpPr>
        <p:spPr>
          <a:xfrm>
            <a:off x="7378203" y="4345735"/>
            <a:ext cx="281650" cy="113335"/>
          </a:xfrm>
          <a:custGeom>
            <a:avLst/>
            <a:gdLst/>
            <a:ahLst/>
            <a:cxnLst/>
            <a:rect l="0" t="0" r="0" b="0"/>
            <a:pathLst>
              <a:path w="281650" h="113335">
                <a:moveTo>
                  <a:pt x="0" y="113335"/>
                </a:moveTo>
                <a:lnTo>
                  <a:pt x="281650" y="0"/>
                </a:lnTo>
              </a:path>
            </a:pathLst>
          </a:custGeom>
          <a:noFill/>
          <a:ln w="6860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355" name="lumia-token-stream-curve">
            <a:extLst>
              <a:ext uri="{FF2B5EF4-FFF2-40B4-BE49-F238E27FC236}">
                <a16:creationId xmlns:a16="http://schemas.microsoft.com/office/drawing/2014/main" id="{5CC60D49-E8A9-4AD9-AC52-8755B0FB50DB}"/>
              </a:ext>
            </a:extLst>
          </p:cNvPr>
          <p:cNvSpPr>
            <a:spLocks noGrp="1"/>
          </p:cNvSpPr>
          <p:nvPr/>
        </p:nvSpPr>
        <p:spPr>
          <a:xfrm>
            <a:off x="7659853" y="4237337"/>
            <a:ext cx="284222" cy="108398"/>
          </a:xfrm>
          <a:custGeom>
            <a:avLst/>
            <a:gdLst/>
            <a:ahLst/>
            <a:cxnLst/>
            <a:rect l="0" t="0" r="0" b="0"/>
            <a:pathLst>
              <a:path w="284222" h="108398">
                <a:moveTo>
                  <a:pt x="0" y="108398"/>
                </a:moveTo>
                <a:lnTo>
                  <a:pt x="284222" y="0"/>
                </a:lnTo>
              </a:path>
            </a:pathLst>
          </a:custGeom>
          <a:noFill/>
          <a:ln w="7023">
            <a:solidFill>
              <a:srgbClr val="F79E11">
                <a:alpha val="12000"/>
              </a:srgbClr>
            </a:solidFill>
            <a:prstDash val="solid"/>
          </a:ln>
        </p:spPr>
      </p:sp>
      <p:sp>
        <p:nvSpPr>
          <p:cNvPr id="356" name="lumia-token-stream-curve">
            <a:extLst>
              <a:ext uri="{FF2B5EF4-FFF2-40B4-BE49-F238E27FC236}">
                <a16:creationId xmlns:a16="http://schemas.microsoft.com/office/drawing/2014/main" id="{2B22B2D4-E941-45E0-AC5B-905EF9F6F7DD}"/>
              </a:ext>
            </a:extLst>
          </p:cNvPr>
          <p:cNvSpPr>
            <a:spLocks noGrp="1"/>
          </p:cNvSpPr>
          <p:nvPr/>
        </p:nvSpPr>
        <p:spPr>
          <a:xfrm>
            <a:off x="7944076" y="4135814"/>
            <a:ext cx="286759" cy="101523"/>
          </a:xfrm>
          <a:custGeom>
            <a:avLst/>
            <a:gdLst/>
            <a:ahLst/>
            <a:cxnLst/>
            <a:rect l="0" t="0" r="0" b="0"/>
            <a:pathLst>
              <a:path w="286759" h="101523">
                <a:moveTo>
                  <a:pt x="0" y="101523"/>
                </a:moveTo>
                <a:lnTo>
                  <a:pt x="286759" y="0"/>
                </a:lnTo>
              </a:path>
            </a:pathLst>
          </a:custGeom>
          <a:noFill/>
          <a:ln w="7186">
            <a:solidFill>
              <a:srgbClr val="F8A90C">
                <a:alpha val="12000"/>
              </a:srgbClr>
            </a:solidFill>
            <a:prstDash val="solid"/>
          </a:ln>
        </p:spPr>
      </p:sp>
      <p:sp>
        <p:nvSpPr>
          <p:cNvPr id="357" name="lumia-token-stream-curve">
            <a:extLst>
              <a:ext uri="{FF2B5EF4-FFF2-40B4-BE49-F238E27FC236}">
                <a16:creationId xmlns:a16="http://schemas.microsoft.com/office/drawing/2014/main" id="{5BB79877-261F-4E2C-A319-311B76CEF173}"/>
              </a:ext>
            </a:extLst>
          </p:cNvPr>
          <p:cNvSpPr>
            <a:spLocks noGrp="1"/>
          </p:cNvSpPr>
          <p:nvPr/>
        </p:nvSpPr>
        <p:spPr>
          <a:xfrm>
            <a:off x="8230834" y="4041706"/>
            <a:ext cx="289259" cy="94109"/>
          </a:xfrm>
          <a:custGeom>
            <a:avLst/>
            <a:gdLst/>
            <a:ahLst/>
            <a:cxnLst/>
            <a:rect l="0" t="0" r="0" b="0"/>
            <a:pathLst>
              <a:path w="289259" h="94109">
                <a:moveTo>
                  <a:pt x="0" y="94109"/>
                </a:moveTo>
                <a:lnTo>
                  <a:pt x="289259" y="0"/>
                </a:lnTo>
              </a:path>
            </a:pathLst>
          </a:custGeom>
          <a:noFill/>
          <a:ln w="7347">
            <a:solidFill>
              <a:srgbClr val="FAB408">
                <a:alpha val="12000"/>
              </a:srgbClr>
            </a:solidFill>
            <a:prstDash val="solid"/>
          </a:ln>
        </p:spPr>
      </p:sp>
      <p:sp>
        <p:nvSpPr>
          <p:cNvPr id="358" name="lumia-token-stream-curve">
            <a:extLst>
              <a:ext uri="{FF2B5EF4-FFF2-40B4-BE49-F238E27FC236}">
                <a16:creationId xmlns:a16="http://schemas.microsoft.com/office/drawing/2014/main" id="{AFA0A3AF-061C-4271-9F73-823927BEF909}"/>
              </a:ext>
            </a:extLst>
          </p:cNvPr>
          <p:cNvSpPr>
            <a:spLocks noGrp="1"/>
          </p:cNvSpPr>
          <p:nvPr/>
        </p:nvSpPr>
        <p:spPr>
          <a:xfrm>
            <a:off x="8520093" y="3953968"/>
            <a:ext cx="291722" cy="87738"/>
          </a:xfrm>
          <a:custGeom>
            <a:avLst/>
            <a:gdLst/>
            <a:ahLst/>
            <a:cxnLst/>
            <a:rect l="0" t="0" r="0" b="0"/>
            <a:pathLst>
              <a:path w="291722" h="87738">
                <a:moveTo>
                  <a:pt x="0" y="87738"/>
                </a:moveTo>
                <a:lnTo>
                  <a:pt x="291722" y="0"/>
                </a:lnTo>
              </a:path>
            </a:pathLst>
          </a:custGeom>
          <a:noFill/>
          <a:ln w="7503">
            <a:solidFill>
              <a:srgbClr val="F7BC07">
                <a:alpha val="13000"/>
              </a:srgbClr>
            </a:solidFill>
            <a:prstDash val="solid"/>
          </a:ln>
        </p:spPr>
      </p:sp>
      <p:sp>
        <p:nvSpPr>
          <p:cNvPr id="359" name="lumia-token-stream-curve">
            <a:extLst>
              <a:ext uri="{FF2B5EF4-FFF2-40B4-BE49-F238E27FC236}">
                <a16:creationId xmlns:a16="http://schemas.microsoft.com/office/drawing/2014/main" id="{A022B5AD-24C7-4C97-BE07-99EB7FDB84D5}"/>
              </a:ext>
            </a:extLst>
          </p:cNvPr>
          <p:cNvSpPr>
            <a:spLocks noGrp="1"/>
          </p:cNvSpPr>
          <p:nvPr/>
        </p:nvSpPr>
        <p:spPr>
          <a:xfrm>
            <a:off x="8811815" y="3870005"/>
            <a:ext cx="294149" cy="83963"/>
          </a:xfrm>
          <a:custGeom>
            <a:avLst/>
            <a:gdLst/>
            <a:ahLst/>
            <a:cxnLst/>
            <a:rect l="0" t="0" r="0" b="0"/>
            <a:pathLst>
              <a:path w="294149" h="83963">
                <a:moveTo>
                  <a:pt x="0" y="83963"/>
                </a:moveTo>
                <a:lnTo>
                  <a:pt x="294149" y="0"/>
                </a:lnTo>
              </a:path>
            </a:pathLst>
          </a:custGeom>
          <a:noFill/>
          <a:ln w="7654">
            <a:solidFill>
              <a:srgbClr val="E5BA0E">
                <a:alpha val="13000"/>
              </a:srgbClr>
            </a:solidFill>
            <a:prstDash val="solid"/>
          </a:ln>
        </p:spPr>
      </p:sp>
      <p:sp>
        <p:nvSpPr>
          <p:cNvPr id="360" name="lumia-token-stream-curve">
            <a:extLst>
              <a:ext uri="{FF2B5EF4-FFF2-40B4-BE49-F238E27FC236}">
                <a16:creationId xmlns:a16="http://schemas.microsoft.com/office/drawing/2014/main" id="{237D3F33-E0C4-4EBC-9625-54FB787CAEFA}"/>
              </a:ext>
            </a:extLst>
          </p:cNvPr>
          <p:cNvSpPr>
            <a:spLocks noGrp="1"/>
          </p:cNvSpPr>
          <p:nvPr/>
        </p:nvSpPr>
        <p:spPr>
          <a:xfrm>
            <a:off x="9105965" y="3785922"/>
            <a:ext cx="296540" cy="84083"/>
          </a:xfrm>
          <a:custGeom>
            <a:avLst/>
            <a:gdLst/>
            <a:ahLst/>
            <a:cxnLst/>
            <a:rect l="0" t="0" r="0" b="0"/>
            <a:pathLst>
              <a:path w="296540" h="84083">
                <a:moveTo>
                  <a:pt x="0" y="84083"/>
                </a:moveTo>
                <a:lnTo>
                  <a:pt x="296540" y="0"/>
                </a:lnTo>
              </a:path>
            </a:pathLst>
          </a:custGeom>
          <a:noFill/>
          <a:ln w="7797">
            <a:solidFill>
              <a:srgbClr val="D3B815">
                <a:alpha val="13000"/>
              </a:srgbClr>
            </a:solidFill>
            <a:prstDash val="solid"/>
          </a:ln>
        </p:spPr>
      </p:sp>
      <p:sp>
        <p:nvSpPr>
          <p:cNvPr id="361" name="lumia-token-stream-curve">
            <a:extLst>
              <a:ext uri="{FF2B5EF4-FFF2-40B4-BE49-F238E27FC236}">
                <a16:creationId xmlns:a16="http://schemas.microsoft.com/office/drawing/2014/main" id="{12C4E5D4-CAB8-45ED-A239-81B6FBEE5422}"/>
              </a:ext>
            </a:extLst>
          </p:cNvPr>
          <p:cNvSpPr>
            <a:spLocks noGrp="1"/>
          </p:cNvSpPr>
          <p:nvPr/>
        </p:nvSpPr>
        <p:spPr>
          <a:xfrm>
            <a:off x="9402505" y="3696983"/>
            <a:ext cx="298895" cy="88939"/>
          </a:xfrm>
          <a:custGeom>
            <a:avLst/>
            <a:gdLst/>
            <a:ahLst/>
            <a:cxnLst/>
            <a:rect l="0" t="0" r="0" b="0"/>
            <a:pathLst>
              <a:path w="298895" h="88939">
                <a:moveTo>
                  <a:pt x="0" y="88939"/>
                </a:moveTo>
                <a:lnTo>
                  <a:pt x="298895" y="0"/>
                </a:lnTo>
              </a:path>
            </a:pathLst>
          </a:custGeom>
          <a:noFill/>
          <a:ln w="7932">
            <a:solidFill>
              <a:srgbClr val="C2B61C">
                <a:alpha val="13000"/>
              </a:srgbClr>
            </a:solidFill>
            <a:prstDash val="solid"/>
          </a:ln>
        </p:spPr>
      </p:sp>
      <p:sp>
        <p:nvSpPr>
          <p:cNvPr id="362" name="lumia-token-stream-curve">
            <a:extLst>
              <a:ext uri="{FF2B5EF4-FFF2-40B4-BE49-F238E27FC236}">
                <a16:creationId xmlns:a16="http://schemas.microsoft.com/office/drawing/2014/main" id="{D7FA289E-7AA3-4BE7-8C6E-90B23197249F}"/>
              </a:ext>
            </a:extLst>
          </p:cNvPr>
          <p:cNvSpPr>
            <a:spLocks noGrp="1"/>
          </p:cNvSpPr>
          <p:nvPr/>
        </p:nvSpPr>
        <p:spPr>
          <a:xfrm>
            <a:off x="9701400" y="3598227"/>
            <a:ext cx="301213" cy="98756"/>
          </a:xfrm>
          <a:custGeom>
            <a:avLst/>
            <a:gdLst/>
            <a:ahLst/>
            <a:cxnLst/>
            <a:rect l="0" t="0" r="0" b="0"/>
            <a:pathLst>
              <a:path w="301213" h="98756">
                <a:moveTo>
                  <a:pt x="0" y="98756"/>
                </a:moveTo>
                <a:lnTo>
                  <a:pt x="301213" y="0"/>
                </a:lnTo>
              </a:path>
            </a:pathLst>
          </a:custGeom>
          <a:noFill/>
          <a:ln w="8057">
            <a:solidFill>
              <a:srgbClr val="B0B422">
                <a:alpha val="14000"/>
              </a:srgbClr>
            </a:solidFill>
            <a:prstDash val="solid"/>
          </a:ln>
        </p:spPr>
      </p:sp>
      <p:sp>
        <p:nvSpPr>
          <p:cNvPr id="363" name="lumia-token-stream-curve">
            <a:extLst>
              <a:ext uri="{FF2B5EF4-FFF2-40B4-BE49-F238E27FC236}">
                <a16:creationId xmlns:a16="http://schemas.microsoft.com/office/drawing/2014/main" id="{7EE1D067-405B-487D-8AE4-20F1B33209D6}"/>
              </a:ext>
            </a:extLst>
          </p:cNvPr>
          <p:cNvSpPr>
            <a:spLocks noGrp="1"/>
          </p:cNvSpPr>
          <p:nvPr/>
        </p:nvSpPr>
        <p:spPr>
          <a:xfrm>
            <a:off x="10002612" y="3485162"/>
            <a:ext cx="303494" cy="113065"/>
          </a:xfrm>
          <a:custGeom>
            <a:avLst/>
            <a:gdLst/>
            <a:ahLst/>
            <a:cxnLst/>
            <a:rect l="0" t="0" r="0" b="0"/>
            <a:pathLst>
              <a:path w="303494" h="113065">
                <a:moveTo>
                  <a:pt x="0" y="113065"/>
                </a:moveTo>
                <a:lnTo>
                  <a:pt x="303494" y="0"/>
                </a:lnTo>
              </a:path>
            </a:pathLst>
          </a:custGeom>
          <a:noFill/>
          <a:ln w="8170">
            <a:solidFill>
              <a:srgbClr val="9EB329">
                <a:alpha val="14000"/>
              </a:srgbClr>
            </a:solidFill>
            <a:prstDash val="solid"/>
          </a:ln>
        </p:spPr>
      </p:sp>
      <p:sp>
        <p:nvSpPr>
          <p:cNvPr id="364" name="lumia-token-stream-curve">
            <a:extLst>
              <a:ext uri="{FF2B5EF4-FFF2-40B4-BE49-F238E27FC236}">
                <a16:creationId xmlns:a16="http://schemas.microsoft.com/office/drawing/2014/main" id="{9B9FA973-BC64-497A-B043-EA521A853EBF}"/>
              </a:ext>
            </a:extLst>
          </p:cNvPr>
          <p:cNvSpPr>
            <a:spLocks noGrp="1"/>
          </p:cNvSpPr>
          <p:nvPr/>
        </p:nvSpPr>
        <p:spPr>
          <a:xfrm>
            <a:off x="10306107" y="3354435"/>
            <a:ext cx="305740" cy="130727"/>
          </a:xfrm>
          <a:custGeom>
            <a:avLst/>
            <a:gdLst/>
            <a:ahLst/>
            <a:cxnLst/>
            <a:rect l="0" t="0" r="0" b="0"/>
            <a:pathLst>
              <a:path w="305740" h="130727">
                <a:moveTo>
                  <a:pt x="0" y="130727"/>
                </a:moveTo>
                <a:lnTo>
                  <a:pt x="305740" y="0"/>
                </a:lnTo>
              </a:path>
            </a:pathLst>
          </a:custGeom>
          <a:noFill/>
          <a:ln w="8270">
            <a:solidFill>
              <a:srgbClr val="8CB130">
                <a:alpha val="14000"/>
              </a:srgbClr>
            </a:solidFill>
            <a:prstDash val="solid"/>
          </a:ln>
        </p:spPr>
      </p:sp>
      <p:sp>
        <p:nvSpPr>
          <p:cNvPr id="365" name="lumia-token-stream-curve">
            <a:extLst>
              <a:ext uri="{FF2B5EF4-FFF2-40B4-BE49-F238E27FC236}">
                <a16:creationId xmlns:a16="http://schemas.microsoft.com/office/drawing/2014/main" id="{2DA8CAF3-8F69-4619-8E5E-C38A9D960F2C}"/>
              </a:ext>
            </a:extLst>
          </p:cNvPr>
          <p:cNvSpPr>
            <a:spLocks noGrp="1"/>
          </p:cNvSpPr>
          <p:nvPr/>
        </p:nvSpPr>
        <p:spPr>
          <a:xfrm>
            <a:off x="10611846" y="3204376"/>
            <a:ext cx="307948" cy="150059"/>
          </a:xfrm>
          <a:custGeom>
            <a:avLst/>
            <a:gdLst/>
            <a:ahLst/>
            <a:cxnLst/>
            <a:rect l="0" t="0" r="0" b="0"/>
            <a:pathLst>
              <a:path w="307948" h="150059">
                <a:moveTo>
                  <a:pt x="0" y="150059"/>
                </a:moveTo>
                <a:lnTo>
                  <a:pt x="307948" y="0"/>
                </a:lnTo>
              </a:path>
            </a:pathLst>
          </a:custGeom>
          <a:noFill/>
          <a:ln w="8355">
            <a:solidFill>
              <a:srgbClr val="7BAF37">
                <a:alpha val="14000"/>
              </a:srgbClr>
            </a:solidFill>
            <a:prstDash val="solid"/>
          </a:ln>
        </p:spPr>
      </p:sp>
      <p:sp>
        <p:nvSpPr>
          <p:cNvPr id="366" name="lumia-token-stream-curve">
            <a:extLst>
              <a:ext uri="{FF2B5EF4-FFF2-40B4-BE49-F238E27FC236}">
                <a16:creationId xmlns:a16="http://schemas.microsoft.com/office/drawing/2014/main" id="{7BE36B03-0BF5-4C35-B92F-203C65C24CC4}"/>
              </a:ext>
            </a:extLst>
          </p:cNvPr>
          <p:cNvSpPr>
            <a:spLocks noGrp="1"/>
          </p:cNvSpPr>
          <p:nvPr/>
        </p:nvSpPr>
        <p:spPr>
          <a:xfrm>
            <a:off x="10919795" y="3035315"/>
            <a:ext cx="310121" cy="169062"/>
          </a:xfrm>
          <a:custGeom>
            <a:avLst/>
            <a:gdLst/>
            <a:ahLst/>
            <a:cxnLst/>
            <a:rect l="0" t="0" r="0" b="0"/>
            <a:pathLst>
              <a:path w="310121" h="169062">
                <a:moveTo>
                  <a:pt x="0" y="169062"/>
                </a:moveTo>
                <a:lnTo>
                  <a:pt x="310121" y="0"/>
                </a:lnTo>
              </a:path>
            </a:pathLst>
          </a:custGeom>
          <a:noFill/>
          <a:ln w="8424">
            <a:solidFill>
              <a:srgbClr val="69AD3E">
                <a:alpha val="14000"/>
              </a:srgbClr>
            </a:solidFill>
            <a:prstDash val="solid"/>
          </a:ln>
        </p:spPr>
      </p:sp>
      <p:sp>
        <p:nvSpPr>
          <p:cNvPr id="367" name="lumia-token-stream-curve">
            <a:extLst>
              <a:ext uri="{FF2B5EF4-FFF2-40B4-BE49-F238E27FC236}">
                <a16:creationId xmlns:a16="http://schemas.microsoft.com/office/drawing/2014/main" id="{C3B30C62-2082-4F90-83C6-1BD7B1B21F40}"/>
              </a:ext>
            </a:extLst>
          </p:cNvPr>
          <p:cNvSpPr>
            <a:spLocks noGrp="1"/>
          </p:cNvSpPr>
          <p:nvPr/>
        </p:nvSpPr>
        <p:spPr>
          <a:xfrm>
            <a:off x="11229916" y="2849605"/>
            <a:ext cx="312257" cy="185709"/>
          </a:xfrm>
          <a:custGeom>
            <a:avLst/>
            <a:gdLst/>
            <a:ahLst/>
            <a:cxnLst/>
            <a:rect l="0" t="0" r="0" b="0"/>
            <a:pathLst>
              <a:path w="312257" h="185709">
                <a:moveTo>
                  <a:pt x="0" y="185709"/>
                </a:moveTo>
                <a:lnTo>
                  <a:pt x="312257" y="0"/>
                </a:lnTo>
              </a:path>
            </a:pathLst>
          </a:custGeom>
          <a:noFill/>
          <a:ln w="8476">
            <a:solidFill>
              <a:srgbClr val="57AC45">
                <a:alpha val="14000"/>
              </a:srgbClr>
            </a:solidFill>
            <a:prstDash val="solid"/>
          </a:ln>
        </p:spPr>
      </p:sp>
      <p:sp>
        <p:nvSpPr>
          <p:cNvPr id="368" name="lumia-token-stream-curve">
            <a:extLst>
              <a:ext uri="{FF2B5EF4-FFF2-40B4-BE49-F238E27FC236}">
                <a16:creationId xmlns:a16="http://schemas.microsoft.com/office/drawing/2014/main" id="{3EB81AC1-6866-4627-AF63-B7985BD7671D}"/>
              </a:ext>
            </a:extLst>
          </p:cNvPr>
          <p:cNvSpPr>
            <a:spLocks noGrp="1"/>
          </p:cNvSpPr>
          <p:nvPr/>
        </p:nvSpPr>
        <p:spPr>
          <a:xfrm>
            <a:off x="11542173" y="2651336"/>
            <a:ext cx="314357" cy="198269"/>
          </a:xfrm>
          <a:custGeom>
            <a:avLst/>
            <a:gdLst/>
            <a:ahLst/>
            <a:cxnLst/>
            <a:rect l="0" t="0" r="0" b="0"/>
            <a:pathLst>
              <a:path w="314357" h="198269">
                <a:moveTo>
                  <a:pt x="0" y="198269"/>
                </a:moveTo>
                <a:lnTo>
                  <a:pt x="314357" y="0"/>
                </a:lnTo>
              </a:path>
            </a:pathLst>
          </a:custGeom>
          <a:noFill/>
          <a:ln w="8507">
            <a:solidFill>
              <a:srgbClr val="46AA4C">
                <a:alpha val="14000"/>
              </a:srgbClr>
            </a:solidFill>
            <a:prstDash val="solid"/>
          </a:ln>
        </p:spPr>
      </p:sp>
      <p:sp>
        <p:nvSpPr>
          <p:cNvPr id="369" name="lumia-token-stream-curve">
            <a:extLst>
              <a:ext uri="{FF2B5EF4-FFF2-40B4-BE49-F238E27FC236}">
                <a16:creationId xmlns:a16="http://schemas.microsoft.com/office/drawing/2014/main" id="{E3A3547E-C04D-4379-9FF9-A8E28BBB5EFB}"/>
              </a:ext>
            </a:extLst>
          </p:cNvPr>
          <p:cNvSpPr>
            <a:spLocks noGrp="1"/>
          </p:cNvSpPr>
          <p:nvPr/>
        </p:nvSpPr>
        <p:spPr>
          <a:xfrm>
            <a:off x="11856530" y="2445738"/>
            <a:ext cx="316420" cy="205598"/>
          </a:xfrm>
          <a:custGeom>
            <a:avLst/>
            <a:gdLst/>
            <a:ahLst/>
            <a:cxnLst/>
            <a:rect l="0" t="0" r="0" b="0"/>
            <a:pathLst>
              <a:path w="316420" h="205598">
                <a:moveTo>
                  <a:pt x="0" y="205598"/>
                </a:moveTo>
                <a:lnTo>
                  <a:pt x="316420" y="0"/>
                </a:lnTo>
              </a:path>
            </a:pathLst>
          </a:custGeom>
          <a:noFill/>
          <a:ln w="8518">
            <a:solidFill>
              <a:srgbClr val="34A853">
                <a:alpha val="14000"/>
              </a:srgbClr>
            </a:solidFill>
            <a:prstDash val="solid"/>
          </a:ln>
        </p:spPr>
      </p:sp>
      <p:sp>
        <p:nvSpPr>
          <p:cNvPr id="370" name="lumia-token-stream-curve">
            <a:extLst>
              <a:ext uri="{FF2B5EF4-FFF2-40B4-BE49-F238E27FC236}">
                <a16:creationId xmlns:a16="http://schemas.microsoft.com/office/drawing/2014/main" id="{A0F2651E-D6DD-4BC2-949F-5F1A25999D82}"/>
              </a:ext>
            </a:extLst>
          </p:cNvPr>
          <p:cNvSpPr>
            <a:spLocks noGrp="1"/>
          </p:cNvSpPr>
          <p:nvPr/>
        </p:nvSpPr>
        <p:spPr>
          <a:xfrm>
            <a:off x="406135" y="6002913"/>
            <a:ext cx="182985" cy="57713"/>
          </a:xfrm>
          <a:custGeom>
            <a:avLst/>
            <a:gdLst/>
            <a:ahLst/>
            <a:cxnLst/>
            <a:rect l="0" t="0" r="0" b="0"/>
            <a:pathLst>
              <a:path w="182985" h="57713">
                <a:moveTo>
                  <a:pt x="0" y="57713"/>
                </a:moveTo>
                <a:lnTo>
                  <a:pt x="182985" y="0"/>
                </a:lnTo>
              </a:path>
            </a:pathLst>
          </a:custGeom>
          <a:noFill/>
          <a:ln w="5595">
            <a:solidFill>
              <a:srgbClr val="4285F4">
                <a:alpha val="7000"/>
              </a:srgbClr>
            </a:solidFill>
            <a:prstDash val="solid"/>
          </a:ln>
        </p:spPr>
      </p:sp>
      <p:sp>
        <p:nvSpPr>
          <p:cNvPr id="371" name="lumia-token-stream-curve">
            <a:extLst>
              <a:ext uri="{FF2B5EF4-FFF2-40B4-BE49-F238E27FC236}">
                <a16:creationId xmlns:a16="http://schemas.microsoft.com/office/drawing/2014/main" id="{74D988C1-F6A2-46DF-8067-854A8DA68D3F}"/>
              </a:ext>
            </a:extLst>
          </p:cNvPr>
          <p:cNvSpPr>
            <a:spLocks noGrp="1"/>
          </p:cNvSpPr>
          <p:nvPr/>
        </p:nvSpPr>
        <p:spPr>
          <a:xfrm>
            <a:off x="589119" y="5942537"/>
            <a:ext cx="186709" cy="60376"/>
          </a:xfrm>
          <a:custGeom>
            <a:avLst/>
            <a:gdLst/>
            <a:ahLst/>
            <a:cxnLst/>
            <a:rect l="0" t="0" r="0" b="0"/>
            <a:pathLst>
              <a:path w="186709" h="60376">
                <a:moveTo>
                  <a:pt x="0" y="60376"/>
                </a:moveTo>
                <a:lnTo>
                  <a:pt x="186709" y="0"/>
                </a:lnTo>
              </a:path>
            </a:pathLst>
          </a:custGeom>
          <a:noFill/>
          <a:ln w="5595">
            <a:solidFill>
              <a:srgbClr val="447EEC">
                <a:alpha val="7000"/>
              </a:srgbClr>
            </a:solidFill>
            <a:prstDash val="solid"/>
          </a:ln>
        </p:spPr>
      </p:sp>
      <p:sp>
        <p:nvSpPr>
          <p:cNvPr id="372" name="lumia-token-stream-curve">
            <a:extLst>
              <a:ext uri="{FF2B5EF4-FFF2-40B4-BE49-F238E27FC236}">
                <a16:creationId xmlns:a16="http://schemas.microsoft.com/office/drawing/2014/main" id="{0A93B99B-A110-4F68-931F-E79D91F7AC25}"/>
              </a:ext>
            </a:extLst>
          </p:cNvPr>
          <p:cNvSpPr>
            <a:spLocks noGrp="1"/>
          </p:cNvSpPr>
          <p:nvPr/>
        </p:nvSpPr>
        <p:spPr>
          <a:xfrm>
            <a:off x="775828" y="5880228"/>
            <a:ext cx="190400" cy="62310"/>
          </a:xfrm>
          <a:custGeom>
            <a:avLst/>
            <a:gdLst/>
            <a:ahLst/>
            <a:cxnLst/>
            <a:rect l="0" t="0" r="0" b="0"/>
            <a:pathLst>
              <a:path w="190400" h="62310">
                <a:moveTo>
                  <a:pt x="0" y="62310"/>
                </a:moveTo>
                <a:lnTo>
                  <a:pt x="190400" y="0"/>
                </a:lnTo>
              </a:path>
            </a:pathLst>
          </a:custGeom>
          <a:noFill/>
          <a:ln w="5595">
            <a:solidFill>
              <a:srgbClr val="4678E3">
                <a:alpha val="7000"/>
              </a:srgbClr>
            </a:solidFill>
            <a:prstDash val="solid"/>
          </a:ln>
        </p:spPr>
      </p:sp>
      <p:sp>
        <p:nvSpPr>
          <p:cNvPr id="373" name="lumia-token-stream-curve">
            <a:extLst>
              <a:ext uri="{FF2B5EF4-FFF2-40B4-BE49-F238E27FC236}">
                <a16:creationId xmlns:a16="http://schemas.microsoft.com/office/drawing/2014/main" id="{EA089BFC-98FA-470D-AD8C-2A94E9E9223C}"/>
              </a:ext>
            </a:extLst>
          </p:cNvPr>
          <p:cNvSpPr>
            <a:spLocks noGrp="1"/>
          </p:cNvSpPr>
          <p:nvPr/>
        </p:nvSpPr>
        <p:spPr>
          <a:xfrm>
            <a:off x="966228" y="5816979"/>
            <a:ext cx="194058" cy="63248"/>
          </a:xfrm>
          <a:custGeom>
            <a:avLst/>
            <a:gdLst/>
            <a:ahLst/>
            <a:cxnLst/>
            <a:rect l="0" t="0" r="0" b="0"/>
            <a:pathLst>
              <a:path w="194058" h="63248">
                <a:moveTo>
                  <a:pt x="0" y="63248"/>
                </a:moveTo>
                <a:lnTo>
                  <a:pt x="194058" y="0"/>
                </a:lnTo>
              </a:path>
            </a:pathLst>
          </a:custGeom>
          <a:noFill/>
          <a:ln w="5595">
            <a:solidFill>
              <a:srgbClr val="4871DB">
                <a:alpha val="7000"/>
              </a:srgbClr>
            </a:solidFill>
            <a:prstDash val="solid"/>
          </a:ln>
        </p:spPr>
      </p:sp>
      <p:sp>
        <p:nvSpPr>
          <p:cNvPr id="374" name="lumia-token-stream-curve">
            <a:extLst>
              <a:ext uri="{FF2B5EF4-FFF2-40B4-BE49-F238E27FC236}">
                <a16:creationId xmlns:a16="http://schemas.microsoft.com/office/drawing/2014/main" id="{D278AF55-4641-4F6D-8C2F-4E6569490C9F}"/>
              </a:ext>
            </a:extLst>
          </p:cNvPr>
          <p:cNvSpPr>
            <a:spLocks noGrp="1"/>
          </p:cNvSpPr>
          <p:nvPr/>
        </p:nvSpPr>
        <p:spPr>
          <a:xfrm>
            <a:off x="1160286" y="5754006"/>
            <a:ext cx="197682" cy="62973"/>
          </a:xfrm>
          <a:custGeom>
            <a:avLst/>
            <a:gdLst/>
            <a:ahLst/>
            <a:cxnLst/>
            <a:rect l="0" t="0" r="0" b="0"/>
            <a:pathLst>
              <a:path w="197682" h="62973">
                <a:moveTo>
                  <a:pt x="0" y="62973"/>
                </a:moveTo>
                <a:lnTo>
                  <a:pt x="197682" y="0"/>
                </a:lnTo>
              </a:path>
            </a:pathLst>
          </a:custGeom>
          <a:noFill/>
          <a:ln w="5595">
            <a:solidFill>
              <a:srgbClr val="4A6BD2">
                <a:alpha val="7000"/>
              </a:srgbClr>
            </a:solidFill>
            <a:prstDash val="solid"/>
          </a:ln>
        </p:spPr>
      </p:sp>
      <p:sp>
        <p:nvSpPr>
          <p:cNvPr id="375" name="lumia-token-stream-curve">
            <a:extLst>
              <a:ext uri="{FF2B5EF4-FFF2-40B4-BE49-F238E27FC236}">
                <a16:creationId xmlns:a16="http://schemas.microsoft.com/office/drawing/2014/main" id="{F907E592-1585-4F94-BF69-886486CCF8E3}"/>
              </a:ext>
            </a:extLst>
          </p:cNvPr>
          <p:cNvSpPr>
            <a:spLocks noGrp="1"/>
          </p:cNvSpPr>
          <p:nvPr/>
        </p:nvSpPr>
        <p:spPr>
          <a:xfrm>
            <a:off x="1357969" y="5692668"/>
            <a:ext cx="201274" cy="61338"/>
          </a:xfrm>
          <a:custGeom>
            <a:avLst/>
            <a:gdLst/>
            <a:ahLst/>
            <a:cxnLst/>
            <a:rect l="0" t="0" r="0" b="0"/>
            <a:pathLst>
              <a:path w="201274" h="61338">
                <a:moveTo>
                  <a:pt x="0" y="61338"/>
                </a:moveTo>
                <a:lnTo>
                  <a:pt x="201274" y="0"/>
                </a:lnTo>
              </a:path>
            </a:pathLst>
          </a:custGeom>
          <a:noFill/>
          <a:ln w="5595">
            <a:solidFill>
              <a:srgbClr val="4C64CA">
                <a:alpha val="7000"/>
              </a:srgbClr>
            </a:solidFill>
            <a:prstDash val="solid"/>
          </a:ln>
        </p:spPr>
      </p:sp>
      <p:sp>
        <p:nvSpPr>
          <p:cNvPr id="376" name="lumia-token-stream-curve">
            <a:extLst>
              <a:ext uri="{FF2B5EF4-FFF2-40B4-BE49-F238E27FC236}">
                <a16:creationId xmlns:a16="http://schemas.microsoft.com/office/drawing/2014/main" id="{F2865BBD-4F97-41E9-BDB0-AC9683977231}"/>
              </a:ext>
            </a:extLst>
          </p:cNvPr>
          <p:cNvSpPr>
            <a:spLocks noGrp="1"/>
          </p:cNvSpPr>
          <p:nvPr/>
        </p:nvSpPr>
        <p:spPr>
          <a:xfrm>
            <a:off x="1559242" y="5634372"/>
            <a:ext cx="204832" cy="58297"/>
          </a:xfrm>
          <a:custGeom>
            <a:avLst/>
            <a:gdLst/>
            <a:ahLst/>
            <a:cxnLst/>
            <a:rect l="0" t="0" r="0" b="0"/>
            <a:pathLst>
              <a:path w="204832" h="58297">
                <a:moveTo>
                  <a:pt x="0" y="58297"/>
                </a:moveTo>
                <a:lnTo>
                  <a:pt x="204832" y="0"/>
                </a:lnTo>
              </a:path>
            </a:pathLst>
          </a:custGeom>
          <a:noFill/>
          <a:ln w="5595">
            <a:solidFill>
              <a:srgbClr val="4E5EC1">
                <a:alpha val="7000"/>
              </a:srgbClr>
            </a:solidFill>
            <a:prstDash val="solid"/>
          </a:ln>
        </p:spPr>
      </p:sp>
      <p:sp>
        <p:nvSpPr>
          <p:cNvPr id="377" name="lumia-token-stream-curve">
            <a:extLst>
              <a:ext uri="{FF2B5EF4-FFF2-40B4-BE49-F238E27FC236}">
                <a16:creationId xmlns:a16="http://schemas.microsoft.com/office/drawing/2014/main" id="{D88FAE97-2671-4618-8455-27A162136367}"/>
              </a:ext>
            </a:extLst>
          </p:cNvPr>
          <p:cNvSpPr>
            <a:spLocks noGrp="1"/>
          </p:cNvSpPr>
          <p:nvPr/>
        </p:nvSpPr>
        <p:spPr>
          <a:xfrm>
            <a:off x="1764074" y="5580455"/>
            <a:ext cx="208356" cy="53916"/>
          </a:xfrm>
          <a:custGeom>
            <a:avLst/>
            <a:gdLst/>
            <a:ahLst/>
            <a:cxnLst/>
            <a:rect l="0" t="0" r="0" b="0"/>
            <a:pathLst>
              <a:path w="208356" h="53916">
                <a:moveTo>
                  <a:pt x="0" y="53916"/>
                </a:moveTo>
                <a:lnTo>
                  <a:pt x="208356" y="0"/>
                </a:lnTo>
              </a:path>
            </a:pathLst>
          </a:custGeom>
          <a:noFill/>
          <a:ln w="5595">
            <a:solidFill>
              <a:srgbClr val="5057B9">
                <a:alpha val="7000"/>
              </a:srgbClr>
            </a:solidFill>
            <a:prstDash val="solid"/>
          </a:ln>
        </p:spPr>
      </p:sp>
      <p:sp>
        <p:nvSpPr>
          <p:cNvPr id="378" name="lumia-token-stream-curve">
            <a:extLst>
              <a:ext uri="{FF2B5EF4-FFF2-40B4-BE49-F238E27FC236}">
                <a16:creationId xmlns:a16="http://schemas.microsoft.com/office/drawing/2014/main" id="{42E32D24-F414-4212-93A6-B9A762A41C43}"/>
              </a:ext>
            </a:extLst>
          </p:cNvPr>
          <p:cNvSpPr>
            <a:spLocks noGrp="1"/>
          </p:cNvSpPr>
          <p:nvPr/>
        </p:nvSpPr>
        <p:spPr>
          <a:xfrm>
            <a:off x="1972430" y="5532061"/>
            <a:ext cx="211848" cy="48394"/>
          </a:xfrm>
          <a:custGeom>
            <a:avLst/>
            <a:gdLst/>
            <a:ahLst/>
            <a:cxnLst/>
            <a:rect l="0" t="0" r="0" b="0"/>
            <a:pathLst>
              <a:path w="211848" h="48394">
                <a:moveTo>
                  <a:pt x="0" y="48394"/>
                </a:moveTo>
                <a:lnTo>
                  <a:pt x="211848" y="0"/>
                </a:lnTo>
              </a:path>
            </a:pathLst>
          </a:custGeom>
          <a:noFill/>
          <a:ln w="5595">
            <a:solidFill>
              <a:srgbClr val="5250B0">
                <a:alpha val="7000"/>
              </a:srgbClr>
            </a:solidFill>
            <a:prstDash val="solid"/>
          </a:ln>
        </p:spPr>
      </p:sp>
      <p:sp>
        <p:nvSpPr>
          <p:cNvPr id="379" name="lumia-token-stream-curve">
            <a:extLst>
              <a:ext uri="{FF2B5EF4-FFF2-40B4-BE49-F238E27FC236}">
                <a16:creationId xmlns:a16="http://schemas.microsoft.com/office/drawing/2014/main" id="{0780BB8E-F7A6-4C5A-93DC-BA5364234FDD}"/>
              </a:ext>
            </a:extLst>
          </p:cNvPr>
          <p:cNvSpPr>
            <a:spLocks noGrp="1"/>
          </p:cNvSpPr>
          <p:nvPr/>
        </p:nvSpPr>
        <p:spPr>
          <a:xfrm>
            <a:off x="2184278" y="5490006"/>
            <a:ext cx="215306" cy="42055"/>
          </a:xfrm>
          <a:custGeom>
            <a:avLst/>
            <a:gdLst/>
            <a:ahLst/>
            <a:cxnLst/>
            <a:rect l="0" t="0" r="0" b="0"/>
            <a:pathLst>
              <a:path w="215306" h="42055">
                <a:moveTo>
                  <a:pt x="0" y="42055"/>
                </a:moveTo>
                <a:lnTo>
                  <a:pt x="215306" y="0"/>
                </a:lnTo>
              </a:path>
            </a:pathLst>
          </a:custGeom>
          <a:noFill/>
          <a:ln w="5595">
            <a:solidFill>
              <a:srgbClr val="544AA8">
                <a:alpha val="7000"/>
              </a:srgbClr>
            </a:solidFill>
            <a:prstDash val="solid"/>
          </a:ln>
        </p:spPr>
      </p:sp>
      <p:sp>
        <p:nvSpPr>
          <p:cNvPr id="380" name="lumia-token-stream-curve">
            <a:extLst>
              <a:ext uri="{FF2B5EF4-FFF2-40B4-BE49-F238E27FC236}">
                <a16:creationId xmlns:a16="http://schemas.microsoft.com/office/drawing/2014/main" id="{AA0B5B72-643A-421D-8A0F-60E2B811DFF5}"/>
              </a:ext>
            </a:extLst>
          </p:cNvPr>
          <p:cNvSpPr>
            <a:spLocks noGrp="1"/>
          </p:cNvSpPr>
          <p:nvPr/>
        </p:nvSpPr>
        <p:spPr>
          <a:xfrm>
            <a:off x="2399583" y="5454661"/>
            <a:ext cx="218731" cy="35345"/>
          </a:xfrm>
          <a:custGeom>
            <a:avLst/>
            <a:gdLst/>
            <a:ahLst/>
            <a:cxnLst/>
            <a:rect l="0" t="0" r="0" b="0"/>
            <a:pathLst>
              <a:path w="218731" h="35345">
                <a:moveTo>
                  <a:pt x="0" y="35345"/>
                </a:moveTo>
                <a:lnTo>
                  <a:pt x="218731" y="0"/>
                </a:lnTo>
              </a:path>
            </a:pathLst>
          </a:custGeom>
          <a:noFill/>
          <a:ln w="5595">
            <a:solidFill>
              <a:srgbClr val="5643A0">
                <a:alpha val="7000"/>
              </a:srgbClr>
            </a:solidFill>
            <a:prstDash val="solid"/>
          </a:ln>
        </p:spPr>
      </p:sp>
      <p:sp>
        <p:nvSpPr>
          <p:cNvPr id="381" name="lumia-token-stream-curve">
            <a:extLst>
              <a:ext uri="{FF2B5EF4-FFF2-40B4-BE49-F238E27FC236}">
                <a16:creationId xmlns:a16="http://schemas.microsoft.com/office/drawing/2014/main" id="{6BC90B45-B202-40A5-B7EB-ED9256226C43}"/>
              </a:ext>
            </a:extLst>
          </p:cNvPr>
          <p:cNvSpPr>
            <a:spLocks noGrp="1"/>
          </p:cNvSpPr>
          <p:nvPr/>
        </p:nvSpPr>
        <p:spPr>
          <a:xfrm>
            <a:off x="2618314" y="5425856"/>
            <a:ext cx="222122" cy="28805"/>
          </a:xfrm>
          <a:custGeom>
            <a:avLst/>
            <a:gdLst/>
            <a:ahLst/>
            <a:cxnLst/>
            <a:rect l="0" t="0" r="0" b="0"/>
            <a:pathLst>
              <a:path w="222122" h="28805">
                <a:moveTo>
                  <a:pt x="0" y="28805"/>
                </a:moveTo>
                <a:lnTo>
                  <a:pt x="222122" y="0"/>
                </a:lnTo>
              </a:path>
            </a:pathLst>
          </a:custGeom>
          <a:noFill/>
          <a:ln w="5595">
            <a:solidFill>
              <a:srgbClr val="583D97">
                <a:alpha val="7000"/>
              </a:srgbClr>
            </a:solidFill>
            <a:prstDash val="solid"/>
          </a:ln>
        </p:spPr>
      </p:sp>
      <p:sp>
        <p:nvSpPr>
          <p:cNvPr id="382" name="lumia-token-stream-curve">
            <a:extLst>
              <a:ext uri="{FF2B5EF4-FFF2-40B4-BE49-F238E27FC236}">
                <a16:creationId xmlns:a16="http://schemas.microsoft.com/office/drawing/2014/main" id="{891F44CC-C593-44BC-A552-8619E47FF5F8}"/>
              </a:ext>
            </a:extLst>
          </p:cNvPr>
          <p:cNvSpPr>
            <a:spLocks noGrp="1"/>
          </p:cNvSpPr>
          <p:nvPr/>
        </p:nvSpPr>
        <p:spPr>
          <a:xfrm>
            <a:off x="2840436" y="5402820"/>
            <a:ext cx="225480" cy="23036"/>
          </a:xfrm>
          <a:custGeom>
            <a:avLst/>
            <a:gdLst/>
            <a:ahLst/>
            <a:cxnLst/>
            <a:rect l="0" t="0" r="0" b="0"/>
            <a:pathLst>
              <a:path w="225480" h="23036">
                <a:moveTo>
                  <a:pt x="0" y="23036"/>
                </a:moveTo>
                <a:lnTo>
                  <a:pt x="225480" y="0"/>
                </a:lnTo>
              </a:path>
            </a:pathLst>
          </a:custGeom>
          <a:noFill/>
          <a:ln w="5595">
            <a:solidFill>
              <a:srgbClr val="623C8F">
                <a:alpha val="7000"/>
              </a:srgbClr>
            </a:solidFill>
            <a:prstDash val="solid"/>
          </a:ln>
        </p:spPr>
      </p:sp>
      <p:sp>
        <p:nvSpPr>
          <p:cNvPr id="383" name="lumia-token-stream-curve">
            <a:extLst>
              <a:ext uri="{FF2B5EF4-FFF2-40B4-BE49-F238E27FC236}">
                <a16:creationId xmlns:a16="http://schemas.microsoft.com/office/drawing/2014/main" id="{C4C83717-50D7-4B56-8761-C04CCC331F5C}"/>
              </a:ext>
            </a:extLst>
          </p:cNvPr>
          <p:cNvSpPr>
            <a:spLocks noGrp="1"/>
          </p:cNvSpPr>
          <p:nvPr/>
        </p:nvSpPr>
        <p:spPr>
          <a:xfrm>
            <a:off x="3065916" y="5384172"/>
            <a:ext cx="228805" cy="18648"/>
          </a:xfrm>
          <a:custGeom>
            <a:avLst/>
            <a:gdLst/>
            <a:ahLst/>
            <a:cxnLst/>
            <a:rect l="0" t="0" r="0" b="0"/>
            <a:pathLst>
              <a:path w="228805" h="18648">
                <a:moveTo>
                  <a:pt x="0" y="18648"/>
                </a:moveTo>
                <a:lnTo>
                  <a:pt x="228805" y="0"/>
                </a:lnTo>
              </a:path>
            </a:pathLst>
          </a:custGeom>
          <a:noFill/>
          <a:ln w="5595">
            <a:solidFill>
              <a:srgbClr val="6F3C86">
                <a:alpha val="7000"/>
              </a:srgbClr>
            </a:solidFill>
            <a:prstDash val="solid"/>
          </a:ln>
        </p:spPr>
      </p:sp>
      <p:sp>
        <p:nvSpPr>
          <p:cNvPr id="384" name="lumia-token-stream-curve">
            <a:extLst>
              <a:ext uri="{FF2B5EF4-FFF2-40B4-BE49-F238E27FC236}">
                <a16:creationId xmlns:a16="http://schemas.microsoft.com/office/drawing/2014/main" id="{F6527D0D-EDFD-4BBB-AD0A-FA63F1E9F8B4}"/>
              </a:ext>
            </a:extLst>
          </p:cNvPr>
          <p:cNvSpPr>
            <a:spLocks noGrp="1"/>
          </p:cNvSpPr>
          <p:nvPr/>
        </p:nvSpPr>
        <p:spPr>
          <a:xfrm>
            <a:off x="3294722" y="5367965"/>
            <a:ext cx="232097" cy="16207"/>
          </a:xfrm>
          <a:custGeom>
            <a:avLst/>
            <a:gdLst/>
            <a:ahLst/>
            <a:cxnLst/>
            <a:rect l="0" t="0" r="0" b="0"/>
            <a:pathLst>
              <a:path w="232097" h="16207">
                <a:moveTo>
                  <a:pt x="0" y="16207"/>
                </a:moveTo>
                <a:lnTo>
                  <a:pt x="232097" y="0"/>
                </a:lnTo>
              </a:path>
            </a:pathLst>
          </a:custGeom>
          <a:noFill/>
          <a:ln w="5595">
            <a:solidFill>
              <a:srgbClr val="7C3D7E">
                <a:alpha val="7000"/>
              </a:srgbClr>
            </a:solidFill>
            <a:prstDash val="solid"/>
          </a:ln>
        </p:spPr>
      </p:sp>
      <p:sp>
        <p:nvSpPr>
          <p:cNvPr id="385" name="lumia-token-stream-curve">
            <a:extLst>
              <a:ext uri="{FF2B5EF4-FFF2-40B4-BE49-F238E27FC236}">
                <a16:creationId xmlns:a16="http://schemas.microsoft.com/office/drawing/2014/main" id="{8C0E5C64-4CB3-47EA-A54E-F1A021CC0C37}"/>
              </a:ext>
            </a:extLst>
          </p:cNvPr>
          <p:cNvSpPr>
            <a:spLocks noGrp="1"/>
          </p:cNvSpPr>
          <p:nvPr/>
        </p:nvSpPr>
        <p:spPr>
          <a:xfrm>
            <a:off x="3526819" y="5351799"/>
            <a:ext cx="235356" cy="16166"/>
          </a:xfrm>
          <a:custGeom>
            <a:avLst/>
            <a:gdLst/>
            <a:ahLst/>
            <a:cxnLst/>
            <a:rect l="0" t="0" r="0" b="0"/>
            <a:pathLst>
              <a:path w="235356" h="16166">
                <a:moveTo>
                  <a:pt x="0" y="16166"/>
                </a:moveTo>
                <a:lnTo>
                  <a:pt x="235356" y="0"/>
                </a:lnTo>
              </a:path>
            </a:pathLst>
          </a:custGeom>
          <a:noFill/>
          <a:ln w="5595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386" name="lumia-token-stream-curve">
            <a:extLst>
              <a:ext uri="{FF2B5EF4-FFF2-40B4-BE49-F238E27FC236}">
                <a16:creationId xmlns:a16="http://schemas.microsoft.com/office/drawing/2014/main" id="{1AA0B71C-F476-46E6-BED0-DF13C6ED040C}"/>
              </a:ext>
            </a:extLst>
          </p:cNvPr>
          <p:cNvSpPr>
            <a:spLocks noGrp="1"/>
          </p:cNvSpPr>
          <p:nvPr/>
        </p:nvSpPr>
        <p:spPr>
          <a:xfrm>
            <a:off x="3762175" y="5332986"/>
            <a:ext cx="238581" cy="18813"/>
          </a:xfrm>
          <a:custGeom>
            <a:avLst/>
            <a:gdLst/>
            <a:ahLst/>
            <a:cxnLst/>
            <a:rect l="0" t="0" r="0" b="0"/>
            <a:pathLst>
              <a:path w="238581" h="18813">
                <a:moveTo>
                  <a:pt x="0" y="18813"/>
                </a:moveTo>
                <a:lnTo>
                  <a:pt x="238581" y="0"/>
                </a:lnTo>
              </a:path>
            </a:pathLst>
          </a:custGeom>
          <a:noFill/>
          <a:ln w="5595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387" name="lumia-token-stream-curve">
            <a:extLst>
              <a:ext uri="{FF2B5EF4-FFF2-40B4-BE49-F238E27FC236}">
                <a16:creationId xmlns:a16="http://schemas.microsoft.com/office/drawing/2014/main" id="{381E9B47-2024-4785-8637-53C671A3D434}"/>
              </a:ext>
            </a:extLst>
          </p:cNvPr>
          <p:cNvSpPr>
            <a:spLocks noGrp="1"/>
          </p:cNvSpPr>
          <p:nvPr/>
        </p:nvSpPr>
        <p:spPr>
          <a:xfrm>
            <a:off x="4000755" y="5308768"/>
            <a:ext cx="241773" cy="24218"/>
          </a:xfrm>
          <a:custGeom>
            <a:avLst/>
            <a:gdLst/>
            <a:ahLst/>
            <a:cxnLst/>
            <a:rect l="0" t="0" r="0" b="0"/>
            <a:pathLst>
              <a:path w="241773" h="24218">
                <a:moveTo>
                  <a:pt x="0" y="24218"/>
                </a:moveTo>
                <a:lnTo>
                  <a:pt x="241773" y="0"/>
                </a:lnTo>
              </a:path>
            </a:pathLst>
          </a:custGeom>
          <a:noFill/>
          <a:ln w="5613">
            <a:solidFill>
              <a:srgbClr val="A33F64">
                <a:alpha val="8000"/>
              </a:srgbClr>
            </a:solidFill>
            <a:prstDash val="solid"/>
          </a:ln>
        </p:spPr>
      </p:sp>
      <p:sp>
        <p:nvSpPr>
          <p:cNvPr id="388" name="lumia-token-stream-curve">
            <a:extLst>
              <a:ext uri="{FF2B5EF4-FFF2-40B4-BE49-F238E27FC236}">
                <a16:creationId xmlns:a16="http://schemas.microsoft.com/office/drawing/2014/main" id="{E1BE163B-B383-432F-AC94-F2F1EDE9668B}"/>
              </a:ext>
            </a:extLst>
          </p:cNvPr>
          <p:cNvSpPr>
            <a:spLocks noGrp="1"/>
          </p:cNvSpPr>
          <p:nvPr/>
        </p:nvSpPr>
        <p:spPr>
          <a:xfrm>
            <a:off x="4242528" y="5276570"/>
            <a:ext cx="244931" cy="32198"/>
          </a:xfrm>
          <a:custGeom>
            <a:avLst/>
            <a:gdLst/>
            <a:ahLst/>
            <a:cxnLst/>
            <a:rect l="0" t="0" r="0" b="0"/>
            <a:pathLst>
              <a:path w="244931" h="32198">
                <a:moveTo>
                  <a:pt x="0" y="32198"/>
                </a:moveTo>
                <a:lnTo>
                  <a:pt x="244931" y="0"/>
                </a:lnTo>
              </a:path>
            </a:pathLst>
          </a:custGeom>
          <a:noFill/>
          <a:ln w="5651">
            <a:solidFill>
              <a:srgbClr val="B0405B">
                <a:alpha val="8000"/>
              </a:srgbClr>
            </a:solidFill>
            <a:prstDash val="solid"/>
          </a:ln>
        </p:spPr>
      </p:sp>
      <p:sp>
        <p:nvSpPr>
          <p:cNvPr id="389" name="lumia-token-stream-curve">
            <a:extLst>
              <a:ext uri="{FF2B5EF4-FFF2-40B4-BE49-F238E27FC236}">
                <a16:creationId xmlns:a16="http://schemas.microsoft.com/office/drawing/2014/main" id="{E5FFADDB-FB54-4E09-92C4-EDF0C0A9766C}"/>
              </a:ext>
            </a:extLst>
          </p:cNvPr>
          <p:cNvSpPr>
            <a:spLocks noGrp="1"/>
          </p:cNvSpPr>
          <p:nvPr/>
        </p:nvSpPr>
        <p:spPr>
          <a:xfrm>
            <a:off x="4487459" y="5234263"/>
            <a:ext cx="248057" cy="42306"/>
          </a:xfrm>
          <a:custGeom>
            <a:avLst/>
            <a:gdLst/>
            <a:ahLst/>
            <a:cxnLst/>
            <a:rect l="0" t="0" r="0" b="0"/>
            <a:pathLst>
              <a:path w="248057" h="42306">
                <a:moveTo>
                  <a:pt x="0" y="42306"/>
                </a:moveTo>
                <a:lnTo>
                  <a:pt x="248057" y="0"/>
                </a:lnTo>
              </a:path>
            </a:pathLst>
          </a:custGeom>
          <a:noFill/>
          <a:ln w="5710">
            <a:solidFill>
              <a:srgbClr val="BD4153">
                <a:alpha val="8000"/>
              </a:srgbClr>
            </a:solidFill>
            <a:prstDash val="solid"/>
          </a:ln>
        </p:spPr>
      </p:sp>
      <p:sp>
        <p:nvSpPr>
          <p:cNvPr id="390" name="lumia-token-stream-curve">
            <a:extLst>
              <a:ext uri="{FF2B5EF4-FFF2-40B4-BE49-F238E27FC236}">
                <a16:creationId xmlns:a16="http://schemas.microsoft.com/office/drawing/2014/main" id="{83F5A9E4-7350-41BD-89B0-97416063A269}"/>
              </a:ext>
            </a:extLst>
          </p:cNvPr>
          <p:cNvSpPr>
            <a:spLocks noGrp="1"/>
          </p:cNvSpPr>
          <p:nvPr/>
        </p:nvSpPr>
        <p:spPr>
          <a:xfrm>
            <a:off x="4735516" y="5180409"/>
            <a:ext cx="251149" cy="53854"/>
          </a:xfrm>
          <a:custGeom>
            <a:avLst/>
            <a:gdLst/>
            <a:ahLst/>
            <a:cxnLst/>
            <a:rect l="0" t="0" r="0" b="0"/>
            <a:pathLst>
              <a:path w="251149" h="53854">
                <a:moveTo>
                  <a:pt x="0" y="53854"/>
                </a:moveTo>
                <a:lnTo>
                  <a:pt x="251149" y="0"/>
                </a:lnTo>
              </a:path>
            </a:pathLst>
          </a:custGeom>
          <a:noFill/>
          <a:ln w="5787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391" name="lumia-token-stream-curve">
            <a:extLst>
              <a:ext uri="{FF2B5EF4-FFF2-40B4-BE49-F238E27FC236}">
                <a16:creationId xmlns:a16="http://schemas.microsoft.com/office/drawing/2014/main" id="{CC25F590-848C-42EA-8F61-D62EC9AECBD8}"/>
              </a:ext>
            </a:extLst>
          </p:cNvPr>
          <p:cNvSpPr>
            <a:spLocks noGrp="1"/>
          </p:cNvSpPr>
          <p:nvPr/>
        </p:nvSpPr>
        <p:spPr>
          <a:xfrm>
            <a:off x="4986664" y="5114456"/>
            <a:ext cx="254207" cy="65954"/>
          </a:xfrm>
          <a:custGeom>
            <a:avLst/>
            <a:gdLst/>
            <a:ahLst/>
            <a:cxnLst/>
            <a:rect l="0" t="0" r="0" b="0"/>
            <a:pathLst>
              <a:path w="254207" h="65954">
                <a:moveTo>
                  <a:pt x="0" y="65954"/>
                </a:moveTo>
                <a:lnTo>
                  <a:pt x="254207" y="0"/>
                </a:lnTo>
              </a:path>
            </a:pathLst>
          </a:custGeom>
          <a:noFill/>
          <a:ln w="5880">
            <a:solidFill>
              <a:srgbClr val="D74242">
                <a:alpha val="9000"/>
              </a:srgbClr>
            </a:solidFill>
            <a:prstDash val="solid"/>
          </a:ln>
        </p:spPr>
      </p:sp>
      <p:sp>
        <p:nvSpPr>
          <p:cNvPr id="392" name="lumia-token-stream-curve">
            <a:extLst>
              <a:ext uri="{FF2B5EF4-FFF2-40B4-BE49-F238E27FC236}">
                <a16:creationId xmlns:a16="http://schemas.microsoft.com/office/drawing/2014/main" id="{E2ED7328-0A66-4E20-91E9-31893F489736}"/>
              </a:ext>
            </a:extLst>
          </p:cNvPr>
          <p:cNvSpPr>
            <a:spLocks noGrp="1"/>
          </p:cNvSpPr>
          <p:nvPr/>
        </p:nvSpPr>
        <p:spPr>
          <a:xfrm>
            <a:off x="5240872" y="5036854"/>
            <a:ext cx="257233" cy="77601"/>
          </a:xfrm>
          <a:custGeom>
            <a:avLst/>
            <a:gdLst/>
            <a:ahLst/>
            <a:cxnLst/>
            <a:rect l="0" t="0" r="0" b="0"/>
            <a:pathLst>
              <a:path w="257233" h="77601">
                <a:moveTo>
                  <a:pt x="0" y="77601"/>
                </a:moveTo>
                <a:lnTo>
                  <a:pt x="257233" y="0"/>
                </a:lnTo>
              </a:path>
            </a:pathLst>
          </a:custGeom>
          <a:noFill/>
          <a:ln w="5989">
            <a:solidFill>
              <a:srgbClr val="E44339">
                <a:alpha val="9000"/>
              </a:srgbClr>
            </a:solidFill>
            <a:prstDash val="solid"/>
          </a:ln>
        </p:spPr>
      </p:sp>
      <p:sp>
        <p:nvSpPr>
          <p:cNvPr id="393" name="lumia-token-stream-curve">
            <a:extLst>
              <a:ext uri="{FF2B5EF4-FFF2-40B4-BE49-F238E27FC236}">
                <a16:creationId xmlns:a16="http://schemas.microsoft.com/office/drawing/2014/main" id="{1DA01989-7139-44FD-8524-B5E37ABFA7D6}"/>
              </a:ext>
            </a:extLst>
          </p:cNvPr>
          <p:cNvSpPr>
            <a:spLocks noGrp="1"/>
          </p:cNvSpPr>
          <p:nvPr/>
        </p:nvSpPr>
        <p:spPr>
          <a:xfrm>
            <a:off x="5498104" y="4949079"/>
            <a:ext cx="260225" cy="87776"/>
          </a:xfrm>
          <a:custGeom>
            <a:avLst/>
            <a:gdLst/>
            <a:ahLst/>
            <a:cxnLst/>
            <a:rect l="0" t="0" r="0" b="0"/>
            <a:pathLst>
              <a:path w="260225" h="87776">
                <a:moveTo>
                  <a:pt x="0" y="87776"/>
                </a:moveTo>
                <a:lnTo>
                  <a:pt x="260225" y="0"/>
                </a:lnTo>
              </a:path>
            </a:pathLst>
          </a:custGeom>
          <a:noFill/>
          <a:ln w="6111">
            <a:solidFill>
              <a:srgbClr val="EB4833">
                <a:alpha val="9000"/>
              </a:srgbClr>
            </a:solidFill>
            <a:prstDash val="solid"/>
          </a:ln>
        </p:spPr>
      </p:sp>
      <p:sp>
        <p:nvSpPr>
          <p:cNvPr id="394" name="lumia-token-stream-curve">
            <a:extLst>
              <a:ext uri="{FF2B5EF4-FFF2-40B4-BE49-F238E27FC236}">
                <a16:creationId xmlns:a16="http://schemas.microsoft.com/office/drawing/2014/main" id="{0825DA64-4A91-42D8-A48B-F570D70A1103}"/>
              </a:ext>
            </a:extLst>
          </p:cNvPr>
          <p:cNvSpPr>
            <a:spLocks noGrp="1"/>
          </p:cNvSpPr>
          <p:nvPr/>
        </p:nvSpPr>
        <p:spPr>
          <a:xfrm>
            <a:off x="5758329" y="4853522"/>
            <a:ext cx="263184" cy="95557"/>
          </a:xfrm>
          <a:custGeom>
            <a:avLst/>
            <a:gdLst/>
            <a:ahLst/>
            <a:cxnLst/>
            <a:rect l="0" t="0" r="0" b="0"/>
            <a:pathLst>
              <a:path w="263184" h="95557">
                <a:moveTo>
                  <a:pt x="0" y="95557"/>
                </a:moveTo>
                <a:lnTo>
                  <a:pt x="263184" y="0"/>
                </a:lnTo>
              </a:path>
            </a:pathLst>
          </a:custGeom>
          <a:noFill/>
          <a:ln w="6245">
            <a:solidFill>
              <a:srgbClr val="EC532F">
                <a:alpha val="10000"/>
              </a:srgbClr>
            </a:solidFill>
            <a:prstDash val="solid"/>
          </a:ln>
        </p:spPr>
      </p:sp>
      <p:sp>
        <p:nvSpPr>
          <p:cNvPr id="395" name="lumia-token-stream-curve">
            <a:extLst>
              <a:ext uri="{FF2B5EF4-FFF2-40B4-BE49-F238E27FC236}">
                <a16:creationId xmlns:a16="http://schemas.microsoft.com/office/drawing/2014/main" id="{3325ED71-77EE-4329-9293-25930270B131}"/>
              </a:ext>
            </a:extLst>
          </p:cNvPr>
          <p:cNvSpPr>
            <a:spLocks noGrp="1"/>
          </p:cNvSpPr>
          <p:nvPr/>
        </p:nvSpPr>
        <p:spPr>
          <a:xfrm>
            <a:off x="6021513" y="4753274"/>
            <a:ext cx="266110" cy="100248"/>
          </a:xfrm>
          <a:custGeom>
            <a:avLst/>
            <a:gdLst/>
            <a:ahLst/>
            <a:cxnLst/>
            <a:rect l="0" t="0" r="0" b="0"/>
            <a:pathLst>
              <a:path w="266110" h="100248">
                <a:moveTo>
                  <a:pt x="0" y="100248"/>
                </a:moveTo>
                <a:lnTo>
                  <a:pt x="266110" y="0"/>
                </a:lnTo>
              </a:path>
            </a:pathLst>
          </a:custGeom>
          <a:noFill/>
          <a:ln w="6389">
            <a:solidFill>
              <a:srgbClr val="EE5E2A">
                <a:alpha val="10000"/>
              </a:srgbClr>
            </a:solidFill>
            <a:prstDash val="solid"/>
          </a:ln>
        </p:spPr>
      </p:sp>
      <p:sp>
        <p:nvSpPr>
          <p:cNvPr id="396" name="lumia-token-stream-curve">
            <a:extLst>
              <a:ext uri="{FF2B5EF4-FFF2-40B4-BE49-F238E27FC236}">
                <a16:creationId xmlns:a16="http://schemas.microsoft.com/office/drawing/2014/main" id="{E5BCBDB0-6EB7-4BAE-916C-D677A3DAE481}"/>
              </a:ext>
            </a:extLst>
          </p:cNvPr>
          <p:cNvSpPr>
            <a:spLocks noGrp="1"/>
          </p:cNvSpPr>
          <p:nvPr/>
        </p:nvSpPr>
        <p:spPr>
          <a:xfrm>
            <a:off x="6287623" y="4651797"/>
            <a:ext cx="269002" cy="101477"/>
          </a:xfrm>
          <a:custGeom>
            <a:avLst/>
            <a:gdLst/>
            <a:ahLst/>
            <a:cxnLst/>
            <a:rect l="0" t="0" r="0" b="0"/>
            <a:pathLst>
              <a:path w="269002" h="101477">
                <a:moveTo>
                  <a:pt x="0" y="101477"/>
                </a:moveTo>
                <a:lnTo>
                  <a:pt x="269002" y="0"/>
                </a:lnTo>
              </a:path>
            </a:pathLst>
          </a:custGeom>
          <a:noFill/>
          <a:ln w="6542">
            <a:solidFill>
              <a:srgbClr val="EF6926">
                <a:alpha val="10000"/>
              </a:srgbClr>
            </a:solidFill>
            <a:prstDash val="solid"/>
          </a:ln>
        </p:spPr>
      </p:sp>
      <p:sp>
        <p:nvSpPr>
          <p:cNvPr id="397" name="lumia-token-stream-curve">
            <a:extLst>
              <a:ext uri="{FF2B5EF4-FFF2-40B4-BE49-F238E27FC236}">
                <a16:creationId xmlns:a16="http://schemas.microsoft.com/office/drawing/2014/main" id="{6844141D-A55D-4A34-A5C9-80377203FA17}"/>
              </a:ext>
            </a:extLst>
          </p:cNvPr>
          <p:cNvSpPr>
            <a:spLocks noGrp="1"/>
          </p:cNvSpPr>
          <p:nvPr/>
        </p:nvSpPr>
        <p:spPr>
          <a:xfrm>
            <a:off x="6556625" y="4552515"/>
            <a:ext cx="271861" cy="99282"/>
          </a:xfrm>
          <a:custGeom>
            <a:avLst/>
            <a:gdLst/>
            <a:ahLst/>
            <a:cxnLst/>
            <a:rect l="0" t="0" r="0" b="0"/>
            <a:pathLst>
              <a:path w="271861" h="99282">
                <a:moveTo>
                  <a:pt x="0" y="99282"/>
                </a:moveTo>
                <a:lnTo>
                  <a:pt x="271861" y="0"/>
                </a:lnTo>
              </a:path>
            </a:pathLst>
          </a:custGeom>
          <a:noFill/>
          <a:ln w="6702">
            <a:solidFill>
              <a:srgbClr val="F17322">
                <a:alpha val="11000"/>
              </a:srgbClr>
            </a:solidFill>
            <a:prstDash val="solid"/>
          </a:ln>
        </p:spPr>
      </p:sp>
      <p:sp>
        <p:nvSpPr>
          <p:cNvPr id="398" name="lumia-token-stream-curve">
            <a:extLst>
              <a:ext uri="{FF2B5EF4-FFF2-40B4-BE49-F238E27FC236}">
                <a16:creationId xmlns:a16="http://schemas.microsoft.com/office/drawing/2014/main" id="{6B6A91E1-B78E-4441-A09B-4578E60B9A5C}"/>
              </a:ext>
            </a:extLst>
          </p:cNvPr>
          <p:cNvSpPr>
            <a:spLocks noGrp="1"/>
          </p:cNvSpPr>
          <p:nvPr/>
        </p:nvSpPr>
        <p:spPr>
          <a:xfrm>
            <a:off x="6828486" y="4458375"/>
            <a:ext cx="274687" cy="94140"/>
          </a:xfrm>
          <a:custGeom>
            <a:avLst/>
            <a:gdLst/>
            <a:ahLst/>
            <a:cxnLst/>
            <a:rect l="0" t="0" r="0" b="0"/>
            <a:pathLst>
              <a:path w="274687" h="94140">
                <a:moveTo>
                  <a:pt x="0" y="94140"/>
                </a:moveTo>
                <a:lnTo>
                  <a:pt x="274687" y="0"/>
                </a:lnTo>
              </a:path>
            </a:pathLst>
          </a:custGeom>
          <a:noFill/>
          <a:ln w="6868">
            <a:solidFill>
              <a:srgbClr val="F27E1E">
                <a:alpha val="11000"/>
              </a:srgbClr>
            </a:solidFill>
            <a:prstDash val="solid"/>
          </a:ln>
        </p:spPr>
      </p:sp>
      <p:sp>
        <p:nvSpPr>
          <p:cNvPr id="399" name="lumia-token-stream-curve">
            <a:extLst>
              <a:ext uri="{FF2B5EF4-FFF2-40B4-BE49-F238E27FC236}">
                <a16:creationId xmlns:a16="http://schemas.microsoft.com/office/drawing/2014/main" id="{9CFD92FB-5DAC-4368-8BD6-C0603ABDC8DF}"/>
              </a:ext>
            </a:extLst>
          </p:cNvPr>
          <p:cNvSpPr>
            <a:spLocks noGrp="1"/>
          </p:cNvSpPr>
          <p:nvPr/>
        </p:nvSpPr>
        <p:spPr>
          <a:xfrm>
            <a:off x="7103173" y="4371424"/>
            <a:ext cx="277479" cy="86951"/>
          </a:xfrm>
          <a:custGeom>
            <a:avLst/>
            <a:gdLst/>
            <a:ahLst/>
            <a:cxnLst/>
            <a:rect l="0" t="0" r="0" b="0"/>
            <a:pathLst>
              <a:path w="277479" h="86951">
                <a:moveTo>
                  <a:pt x="0" y="86951"/>
                </a:moveTo>
                <a:lnTo>
                  <a:pt x="277479" y="0"/>
                </a:lnTo>
              </a:path>
            </a:pathLst>
          </a:custGeom>
          <a:noFill/>
          <a:ln w="7037">
            <a:solidFill>
              <a:srgbClr val="F48919">
                <a:alpha val="11000"/>
              </a:srgbClr>
            </a:solidFill>
            <a:prstDash val="solid"/>
          </a:ln>
        </p:spPr>
      </p:sp>
      <p:sp>
        <p:nvSpPr>
          <p:cNvPr id="400" name="lumia-token-stream-curve">
            <a:extLst>
              <a:ext uri="{FF2B5EF4-FFF2-40B4-BE49-F238E27FC236}">
                <a16:creationId xmlns:a16="http://schemas.microsoft.com/office/drawing/2014/main" id="{CCD61008-0BB3-47CA-B7E6-C57A2D18E4EB}"/>
              </a:ext>
            </a:extLst>
          </p:cNvPr>
          <p:cNvSpPr>
            <a:spLocks noGrp="1"/>
          </p:cNvSpPr>
          <p:nvPr/>
        </p:nvSpPr>
        <p:spPr>
          <a:xfrm>
            <a:off x="7380652" y="4292463"/>
            <a:ext cx="280239" cy="78962"/>
          </a:xfrm>
          <a:custGeom>
            <a:avLst/>
            <a:gdLst/>
            <a:ahLst/>
            <a:cxnLst/>
            <a:rect l="0" t="0" r="0" b="0"/>
            <a:pathLst>
              <a:path w="280239" h="78962">
                <a:moveTo>
                  <a:pt x="0" y="78962"/>
                </a:moveTo>
                <a:lnTo>
                  <a:pt x="280239" y="0"/>
                </a:lnTo>
              </a:path>
            </a:pathLst>
          </a:custGeom>
          <a:noFill/>
          <a:ln w="7209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401" name="lumia-token-stream-curve">
            <a:extLst>
              <a:ext uri="{FF2B5EF4-FFF2-40B4-BE49-F238E27FC236}">
                <a16:creationId xmlns:a16="http://schemas.microsoft.com/office/drawing/2014/main" id="{22C47AE9-85A6-4C95-AC80-05E10B9C530C}"/>
              </a:ext>
            </a:extLst>
          </p:cNvPr>
          <p:cNvSpPr>
            <a:spLocks noGrp="1"/>
          </p:cNvSpPr>
          <p:nvPr/>
        </p:nvSpPr>
        <p:spPr>
          <a:xfrm>
            <a:off x="7660891" y="4220832"/>
            <a:ext cx="282965" cy="71631"/>
          </a:xfrm>
          <a:custGeom>
            <a:avLst/>
            <a:gdLst/>
            <a:ahLst/>
            <a:cxnLst/>
            <a:rect l="0" t="0" r="0" b="0"/>
            <a:pathLst>
              <a:path w="282965" h="71631">
                <a:moveTo>
                  <a:pt x="0" y="71631"/>
                </a:moveTo>
                <a:lnTo>
                  <a:pt x="282965" y="0"/>
                </a:lnTo>
              </a:path>
            </a:pathLst>
          </a:custGeom>
          <a:noFill/>
          <a:ln w="7381">
            <a:solidFill>
              <a:srgbClr val="F79E11">
                <a:alpha val="12000"/>
              </a:srgbClr>
            </a:solidFill>
            <a:prstDash val="solid"/>
          </a:ln>
        </p:spPr>
      </p:sp>
      <p:sp>
        <p:nvSpPr>
          <p:cNvPr id="402" name="lumia-token-stream-curve">
            <a:extLst>
              <a:ext uri="{FF2B5EF4-FFF2-40B4-BE49-F238E27FC236}">
                <a16:creationId xmlns:a16="http://schemas.microsoft.com/office/drawing/2014/main" id="{54FBB745-3AE7-4766-A365-4EF864509C8C}"/>
              </a:ext>
            </a:extLst>
          </p:cNvPr>
          <p:cNvSpPr>
            <a:spLocks noGrp="1"/>
          </p:cNvSpPr>
          <p:nvPr/>
        </p:nvSpPr>
        <p:spPr>
          <a:xfrm>
            <a:off x="7943855" y="4154379"/>
            <a:ext cx="285657" cy="66452"/>
          </a:xfrm>
          <a:custGeom>
            <a:avLst/>
            <a:gdLst/>
            <a:ahLst/>
            <a:cxnLst/>
            <a:rect l="0" t="0" r="0" b="0"/>
            <a:pathLst>
              <a:path w="285657" h="66452">
                <a:moveTo>
                  <a:pt x="0" y="66452"/>
                </a:moveTo>
                <a:lnTo>
                  <a:pt x="285657" y="0"/>
                </a:lnTo>
              </a:path>
            </a:pathLst>
          </a:custGeom>
          <a:noFill/>
          <a:ln w="7552">
            <a:solidFill>
              <a:srgbClr val="F8A90C">
                <a:alpha val="12000"/>
              </a:srgbClr>
            </a:solidFill>
            <a:prstDash val="solid"/>
          </a:ln>
        </p:spPr>
      </p:sp>
      <p:sp>
        <p:nvSpPr>
          <p:cNvPr id="403" name="lumia-token-stream-curve">
            <a:extLst>
              <a:ext uri="{FF2B5EF4-FFF2-40B4-BE49-F238E27FC236}">
                <a16:creationId xmlns:a16="http://schemas.microsoft.com/office/drawing/2014/main" id="{F860E07E-AEA3-4084-B4A8-81A8393AC90F}"/>
              </a:ext>
            </a:extLst>
          </p:cNvPr>
          <p:cNvSpPr>
            <a:spLocks noGrp="1"/>
          </p:cNvSpPr>
          <p:nvPr/>
        </p:nvSpPr>
        <p:spPr>
          <a:xfrm>
            <a:off x="8229513" y="4089621"/>
            <a:ext cx="288317" cy="64758"/>
          </a:xfrm>
          <a:custGeom>
            <a:avLst/>
            <a:gdLst/>
            <a:ahLst/>
            <a:cxnLst/>
            <a:rect l="0" t="0" r="0" b="0"/>
            <a:pathLst>
              <a:path w="288317" h="64758">
                <a:moveTo>
                  <a:pt x="0" y="64758"/>
                </a:moveTo>
                <a:lnTo>
                  <a:pt x="288317" y="0"/>
                </a:lnTo>
              </a:path>
            </a:pathLst>
          </a:custGeom>
          <a:noFill/>
          <a:ln w="7720">
            <a:solidFill>
              <a:srgbClr val="FAB408">
                <a:alpha val="12000"/>
              </a:srgbClr>
            </a:solidFill>
            <a:prstDash val="solid"/>
          </a:ln>
        </p:spPr>
      </p:sp>
      <p:sp>
        <p:nvSpPr>
          <p:cNvPr id="404" name="lumia-token-stream-curve">
            <a:extLst>
              <a:ext uri="{FF2B5EF4-FFF2-40B4-BE49-F238E27FC236}">
                <a16:creationId xmlns:a16="http://schemas.microsoft.com/office/drawing/2014/main" id="{90462FDB-E5BA-4959-AD93-2E455DEC42C9}"/>
              </a:ext>
            </a:extLst>
          </p:cNvPr>
          <p:cNvSpPr>
            <a:spLocks noGrp="1"/>
          </p:cNvSpPr>
          <p:nvPr/>
        </p:nvSpPr>
        <p:spPr>
          <a:xfrm>
            <a:off x="8517829" y="4022104"/>
            <a:ext cx="290943" cy="67517"/>
          </a:xfrm>
          <a:custGeom>
            <a:avLst/>
            <a:gdLst/>
            <a:ahLst/>
            <a:cxnLst/>
            <a:rect l="0" t="0" r="0" b="0"/>
            <a:pathLst>
              <a:path w="290943" h="67517">
                <a:moveTo>
                  <a:pt x="0" y="67517"/>
                </a:moveTo>
                <a:lnTo>
                  <a:pt x="290943" y="0"/>
                </a:lnTo>
              </a:path>
            </a:pathLst>
          </a:custGeom>
          <a:noFill/>
          <a:ln w="7884">
            <a:solidFill>
              <a:srgbClr val="F7BC07">
                <a:alpha val="13000"/>
              </a:srgbClr>
            </a:solidFill>
            <a:prstDash val="solid"/>
          </a:ln>
        </p:spPr>
      </p:sp>
      <p:sp>
        <p:nvSpPr>
          <p:cNvPr id="405" name="lumia-token-stream-curve">
            <a:extLst>
              <a:ext uri="{FF2B5EF4-FFF2-40B4-BE49-F238E27FC236}">
                <a16:creationId xmlns:a16="http://schemas.microsoft.com/office/drawing/2014/main" id="{8218B37E-CEC2-4BFA-A450-9B3FC9CAC67E}"/>
              </a:ext>
            </a:extLst>
          </p:cNvPr>
          <p:cNvSpPr>
            <a:spLocks noGrp="1"/>
          </p:cNvSpPr>
          <p:nvPr/>
        </p:nvSpPr>
        <p:spPr>
          <a:xfrm>
            <a:off x="8808772" y="3946935"/>
            <a:ext cx="293536" cy="75169"/>
          </a:xfrm>
          <a:custGeom>
            <a:avLst/>
            <a:gdLst/>
            <a:ahLst/>
            <a:cxnLst/>
            <a:rect l="0" t="0" r="0" b="0"/>
            <a:pathLst>
              <a:path w="293536" h="75169">
                <a:moveTo>
                  <a:pt x="0" y="75169"/>
                </a:moveTo>
                <a:lnTo>
                  <a:pt x="293536" y="0"/>
                </a:lnTo>
              </a:path>
            </a:pathLst>
          </a:custGeom>
          <a:noFill/>
          <a:ln w="8043">
            <a:solidFill>
              <a:srgbClr val="E5BA0E">
                <a:alpha val="13000"/>
              </a:srgbClr>
            </a:solidFill>
            <a:prstDash val="solid"/>
          </a:ln>
        </p:spPr>
      </p:sp>
      <p:sp>
        <p:nvSpPr>
          <p:cNvPr id="406" name="lumia-token-stream-curve">
            <a:extLst>
              <a:ext uri="{FF2B5EF4-FFF2-40B4-BE49-F238E27FC236}">
                <a16:creationId xmlns:a16="http://schemas.microsoft.com/office/drawing/2014/main" id="{6A0A712D-35B5-47B0-A4E8-2F28284490B1}"/>
              </a:ext>
            </a:extLst>
          </p:cNvPr>
          <p:cNvSpPr>
            <a:spLocks noGrp="1"/>
          </p:cNvSpPr>
          <p:nvPr/>
        </p:nvSpPr>
        <p:spPr>
          <a:xfrm>
            <a:off x="9102308" y="3859412"/>
            <a:ext cx="296095" cy="87523"/>
          </a:xfrm>
          <a:custGeom>
            <a:avLst/>
            <a:gdLst/>
            <a:ahLst/>
            <a:cxnLst/>
            <a:rect l="0" t="0" r="0" b="0"/>
            <a:pathLst>
              <a:path w="296095" h="87523">
                <a:moveTo>
                  <a:pt x="0" y="87523"/>
                </a:moveTo>
                <a:lnTo>
                  <a:pt x="296095" y="0"/>
                </a:lnTo>
              </a:path>
            </a:pathLst>
          </a:custGeom>
          <a:noFill/>
          <a:ln w="8194">
            <a:solidFill>
              <a:srgbClr val="D3B815">
                <a:alpha val="13000"/>
              </a:srgbClr>
            </a:solidFill>
            <a:prstDash val="solid"/>
          </a:ln>
        </p:spPr>
      </p:sp>
      <p:sp>
        <p:nvSpPr>
          <p:cNvPr id="407" name="lumia-token-stream-curve">
            <a:extLst>
              <a:ext uri="{FF2B5EF4-FFF2-40B4-BE49-F238E27FC236}">
                <a16:creationId xmlns:a16="http://schemas.microsoft.com/office/drawing/2014/main" id="{218ED499-185A-46A8-8981-42C785E5CF0B}"/>
              </a:ext>
            </a:extLst>
          </p:cNvPr>
          <p:cNvSpPr>
            <a:spLocks noGrp="1"/>
          </p:cNvSpPr>
          <p:nvPr/>
        </p:nvSpPr>
        <p:spPr>
          <a:xfrm>
            <a:off x="9398403" y="3755686"/>
            <a:ext cx="298622" cy="103727"/>
          </a:xfrm>
          <a:custGeom>
            <a:avLst/>
            <a:gdLst/>
            <a:ahLst/>
            <a:cxnLst/>
            <a:rect l="0" t="0" r="0" b="0"/>
            <a:pathLst>
              <a:path w="298622" h="103727">
                <a:moveTo>
                  <a:pt x="0" y="103727"/>
                </a:moveTo>
                <a:lnTo>
                  <a:pt x="298622" y="0"/>
                </a:lnTo>
              </a:path>
            </a:pathLst>
          </a:custGeom>
          <a:noFill/>
          <a:ln w="8336">
            <a:solidFill>
              <a:srgbClr val="C2B61C">
                <a:alpha val="13000"/>
              </a:srgbClr>
            </a:solidFill>
            <a:prstDash val="solid"/>
          </a:ln>
        </p:spPr>
      </p:sp>
      <p:sp>
        <p:nvSpPr>
          <p:cNvPr id="408" name="lumia-token-stream-curve">
            <a:extLst>
              <a:ext uri="{FF2B5EF4-FFF2-40B4-BE49-F238E27FC236}">
                <a16:creationId xmlns:a16="http://schemas.microsoft.com/office/drawing/2014/main" id="{429425EE-0D11-4106-BC51-6892EE80C025}"/>
              </a:ext>
            </a:extLst>
          </p:cNvPr>
          <p:cNvSpPr>
            <a:spLocks noGrp="1"/>
          </p:cNvSpPr>
          <p:nvPr/>
        </p:nvSpPr>
        <p:spPr>
          <a:xfrm>
            <a:off x="9697025" y="3633339"/>
            <a:ext cx="301115" cy="122347"/>
          </a:xfrm>
          <a:custGeom>
            <a:avLst/>
            <a:gdLst/>
            <a:ahLst/>
            <a:cxnLst/>
            <a:rect l="0" t="0" r="0" b="0"/>
            <a:pathLst>
              <a:path w="301115" h="122347">
                <a:moveTo>
                  <a:pt x="0" y="122347"/>
                </a:moveTo>
                <a:lnTo>
                  <a:pt x="301115" y="0"/>
                </a:lnTo>
              </a:path>
            </a:pathLst>
          </a:custGeom>
          <a:noFill/>
          <a:ln w="8467">
            <a:solidFill>
              <a:srgbClr val="B0B422">
                <a:alpha val="14000"/>
              </a:srgbClr>
            </a:solidFill>
            <a:prstDash val="solid"/>
          </a:ln>
        </p:spPr>
      </p:sp>
      <p:sp>
        <p:nvSpPr>
          <p:cNvPr id="409" name="lumia-token-stream-curve">
            <a:extLst>
              <a:ext uri="{FF2B5EF4-FFF2-40B4-BE49-F238E27FC236}">
                <a16:creationId xmlns:a16="http://schemas.microsoft.com/office/drawing/2014/main" id="{4B064D4B-CFA0-4D48-9A9D-681C51E50F1E}"/>
              </a:ext>
            </a:extLst>
          </p:cNvPr>
          <p:cNvSpPr>
            <a:spLocks noGrp="1"/>
          </p:cNvSpPr>
          <p:nvPr/>
        </p:nvSpPr>
        <p:spPr>
          <a:xfrm>
            <a:off x="9998139" y="3491803"/>
            <a:ext cx="303574" cy="141536"/>
          </a:xfrm>
          <a:custGeom>
            <a:avLst/>
            <a:gdLst/>
            <a:ahLst/>
            <a:cxnLst/>
            <a:rect l="0" t="0" r="0" b="0"/>
            <a:pathLst>
              <a:path w="303574" h="141536">
                <a:moveTo>
                  <a:pt x="0" y="141536"/>
                </a:moveTo>
                <a:lnTo>
                  <a:pt x="303574" y="0"/>
                </a:lnTo>
              </a:path>
            </a:pathLst>
          </a:custGeom>
          <a:noFill/>
          <a:ln w="8586">
            <a:solidFill>
              <a:srgbClr val="9EB329">
                <a:alpha val="14000"/>
              </a:srgbClr>
            </a:solidFill>
            <a:prstDash val="solid"/>
          </a:ln>
        </p:spPr>
      </p:sp>
      <p:sp>
        <p:nvSpPr>
          <p:cNvPr id="410" name="lumia-token-stream-curve">
            <a:extLst>
              <a:ext uri="{FF2B5EF4-FFF2-40B4-BE49-F238E27FC236}">
                <a16:creationId xmlns:a16="http://schemas.microsoft.com/office/drawing/2014/main" id="{EC9A581E-19D8-4792-BC91-026C1604F696}"/>
              </a:ext>
            </a:extLst>
          </p:cNvPr>
          <p:cNvSpPr>
            <a:spLocks noGrp="1"/>
          </p:cNvSpPr>
          <p:nvPr/>
        </p:nvSpPr>
        <p:spPr>
          <a:xfrm>
            <a:off x="10301714" y="3332525"/>
            <a:ext cx="306001" cy="159278"/>
          </a:xfrm>
          <a:custGeom>
            <a:avLst/>
            <a:gdLst/>
            <a:ahLst/>
            <a:cxnLst/>
            <a:rect l="0" t="0" r="0" b="0"/>
            <a:pathLst>
              <a:path w="306001" h="159278">
                <a:moveTo>
                  <a:pt x="0" y="159278"/>
                </a:moveTo>
                <a:lnTo>
                  <a:pt x="306001" y="0"/>
                </a:lnTo>
              </a:path>
            </a:pathLst>
          </a:custGeom>
          <a:noFill/>
          <a:ln w="8691">
            <a:solidFill>
              <a:srgbClr val="8CB130">
                <a:alpha val="14000"/>
              </a:srgbClr>
            </a:solidFill>
            <a:prstDash val="solid"/>
          </a:ln>
        </p:spPr>
      </p:sp>
      <p:sp>
        <p:nvSpPr>
          <p:cNvPr id="411" name="lumia-token-stream-curve">
            <a:extLst>
              <a:ext uri="{FF2B5EF4-FFF2-40B4-BE49-F238E27FC236}">
                <a16:creationId xmlns:a16="http://schemas.microsoft.com/office/drawing/2014/main" id="{13072A74-BFA1-44E1-B70D-E72A49D3CF46}"/>
              </a:ext>
            </a:extLst>
          </p:cNvPr>
          <p:cNvSpPr>
            <a:spLocks noGrp="1"/>
          </p:cNvSpPr>
          <p:nvPr/>
        </p:nvSpPr>
        <p:spPr>
          <a:xfrm>
            <a:off x="10607714" y="3158835"/>
            <a:ext cx="308394" cy="173691"/>
          </a:xfrm>
          <a:custGeom>
            <a:avLst/>
            <a:gdLst/>
            <a:ahLst/>
            <a:cxnLst/>
            <a:rect l="0" t="0" r="0" b="0"/>
            <a:pathLst>
              <a:path w="308394" h="173691">
                <a:moveTo>
                  <a:pt x="0" y="173691"/>
                </a:moveTo>
                <a:lnTo>
                  <a:pt x="308394" y="0"/>
                </a:lnTo>
              </a:path>
            </a:pathLst>
          </a:custGeom>
          <a:noFill/>
          <a:ln w="8780">
            <a:solidFill>
              <a:srgbClr val="7BAF37">
                <a:alpha val="14000"/>
              </a:srgbClr>
            </a:solidFill>
            <a:prstDash val="solid"/>
          </a:ln>
        </p:spPr>
      </p:sp>
      <p:sp>
        <p:nvSpPr>
          <p:cNvPr id="412" name="lumia-token-stream-curve">
            <a:extLst>
              <a:ext uri="{FF2B5EF4-FFF2-40B4-BE49-F238E27FC236}">
                <a16:creationId xmlns:a16="http://schemas.microsoft.com/office/drawing/2014/main" id="{B4FF3634-D62F-4D4D-BA98-C074F9813E2A}"/>
              </a:ext>
            </a:extLst>
          </p:cNvPr>
          <p:cNvSpPr>
            <a:spLocks noGrp="1"/>
          </p:cNvSpPr>
          <p:nvPr/>
        </p:nvSpPr>
        <p:spPr>
          <a:xfrm>
            <a:off x="10916108" y="2975513"/>
            <a:ext cx="310754" cy="183322"/>
          </a:xfrm>
          <a:custGeom>
            <a:avLst/>
            <a:gdLst/>
            <a:ahLst/>
            <a:cxnLst/>
            <a:rect l="0" t="0" r="0" b="0"/>
            <a:pathLst>
              <a:path w="310754" h="183322">
                <a:moveTo>
                  <a:pt x="0" y="183322"/>
                </a:moveTo>
                <a:lnTo>
                  <a:pt x="310754" y="0"/>
                </a:lnTo>
              </a:path>
            </a:pathLst>
          </a:custGeom>
          <a:noFill/>
          <a:ln w="8853">
            <a:solidFill>
              <a:srgbClr val="69AD3E">
                <a:alpha val="14000"/>
              </a:srgbClr>
            </a:solidFill>
            <a:prstDash val="solid"/>
          </a:ln>
        </p:spPr>
      </p:sp>
      <p:sp>
        <p:nvSpPr>
          <p:cNvPr id="413" name="lumia-token-stream-curve">
            <a:extLst>
              <a:ext uri="{FF2B5EF4-FFF2-40B4-BE49-F238E27FC236}">
                <a16:creationId xmlns:a16="http://schemas.microsoft.com/office/drawing/2014/main" id="{800A1895-A619-4C50-A91B-A644675137C0}"/>
              </a:ext>
            </a:extLst>
          </p:cNvPr>
          <p:cNvSpPr>
            <a:spLocks noGrp="1"/>
          </p:cNvSpPr>
          <p:nvPr/>
        </p:nvSpPr>
        <p:spPr>
          <a:xfrm>
            <a:off x="11226862" y="2788102"/>
            <a:ext cx="313080" cy="187411"/>
          </a:xfrm>
          <a:custGeom>
            <a:avLst/>
            <a:gdLst/>
            <a:ahLst/>
            <a:cxnLst/>
            <a:rect l="0" t="0" r="0" b="0"/>
            <a:pathLst>
              <a:path w="313080" h="187411">
                <a:moveTo>
                  <a:pt x="0" y="187411"/>
                </a:moveTo>
                <a:lnTo>
                  <a:pt x="313080" y="0"/>
                </a:lnTo>
              </a:path>
            </a:pathLst>
          </a:custGeom>
          <a:noFill/>
          <a:ln w="8907">
            <a:solidFill>
              <a:srgbClr val="57AC45">
                <a:alpha val="14000"/>
              </a:srgbClr>
            </a:solidFill>
            <a:prstDash val="solid"/>
          </a:ln>
        </p:spPr>
      </p:sp>
      <p:sp>
        <p:nvSpPr>
          <p:cNvPr id="414" name="lumia-token-stream-curve">
            <a:extLst>
              <a:ext uri="{FF2B5EF4-FFF2-40B4-BE49-F238E27FC236}">
                <a16:creationId xmlns:a16="http://schemas.microsoft.com/office/drawing/2014/main" id="{2BE6B532-ADD5-423F-A169-0460778531AD}"/>
              </a:ext>
            </a:extLst>
          </p:cNvPr>
          <p:cNvSpPr>
            <a:spLocks noGrp="1"/>
          </p:cNvSpPr>
          <p:nvPr/>
        </p:nvSpPr>
        <p:spPr>
          <a:xfrm>
            <a:off x="11539942" y="2602043"/>
            <a:ext cx="315374" cy="186059"/>
          </a:xfrm>
          <a:custGeom>
            <a:avLst/>
            <a:gdLst/>
            <a:ahLst/>
            <a:cxnLst/>
            <a:rect l="0" t="0" r="0" b="0"/>
            <a:pathLst>
              <a:path w="315374" h="186059">
                <a:moveTo>
                  <a:pt x="0" y="186059"/>
                </a:moveTo>
                <a:lnTo>
                  <a:pt x="315374" y="0"/>
                </a:lnTo>
              </a:path>
            </a:pathLst>
          </a:custGeom>
          <a:noFill/>
          <a:ln w="8940">
            <a:solidFill>
              <a:srgbClr val="46AA4C">
                <a:alpha val="14000"/>
              </a:srgbClr>
            </a:solidFill>
            <a:prstDash val="solid"/>
          </a:ln>
        </p:spPr>
      </p:sp>
      <p:sp>
        <p:nvSpPr>
          <p:cNvPr id="415" name="lumia-token-stream-curve">
            <a:extLst>
              <a:ext uri="{FF2B5EF4-FFF2-40B4-BE49-F238E27FC236}">
                <a16:creationId xmlns:a16="http://schemas.microsoft.com/office/drawing/2014/main" id="{5768BABD-62BD-4AFF-AF2E-179B368DA5AC}"/>
              </a:ext>
            </a:extLst>
          </p:cNvPr>
          <p:cNvSpPr>
            <a:spLocks noGrp="1"/>
          </p:cNvSpPr>
          <p:nvPr/>
        </p:nvSpPr>
        <p:spPr>
          <a:xfrm>
            <a:off x="11855316" y="2421774"/>
            <a:ext cx="317634" cy="180269"/>
          </a:xfrm>
          <a:custGeom>
            <a:avLst/>
            <a:gdLst/>
            <a:ahLst/>
            <a:cxnLst/>
            <a:rect l="0" t="0" r="0" b="0"/>
            <a:pathLst>
              <a:path w="317634" h="180269">
                <a:moveTo>
                  <a:pt x="0" y="180269"/>
                </a:moveTo>
                <a:lnTo>
                  <a:pt x="317634" y="0"/>
                </a:lnTo>
              </a:path>
            </a:pathLst>
          </a:custGeom>
          <a:noFill/>
          <a:ln w="8951">
            <a:solidFill>
              <a:srgbClr val="34A853">
                <a:alpha val="14000"/>
              </a:srgbClr>
            </a:solidFill>
            <a:prstDash val="solid"/>
          </a:ln>
        </p:spPr>
      </p:sp>
      <p:sp>
        <p:nvSpPr>
          <p:cNvPr id="416" name="lumia-token-stream-curve">
            <a:extLst>
              <a:ext uri="{FF2B5EF4-FFF2-40B4-BE49-F238E27FC236}">
                <a16:creationId xmlns:a16="http://schemas.microsoft.com/office/drawing/2014/main" id="{9ED01A2E-8939-44EF-B4A7-2412D6F15045}"/>
              </a:ext>
            </a:extLst>
          </p:cNvPr>
          <p:cNvSpPr>
            <a:spLocks noGrp="1"/>
          </p:cNvSpPr>
          <p:nvPr/>
        </p:nvSpPr>
        <p:spPr>
          <a:xfrm>
            <a:off x="477631" y="5995493"/>
            <a:ext cx="179741" cy="56000"/>
          </a:xfrm>
          <a:custGeom>
            <a:avLst/>
            <a:gdLst/>
            <a:ahLst/>
            <a:cxnLst/>
            <a:rect l="0" t="0" r="0" b="0"/>
            <a:pathLst>
              <a:path w="179741" h="56000">
                <a:moveTo>
                  <a:pt x="0" y="56000"/>
                </a:moveTo>
                <a:lnTo>
                  <a:pt x="179741" y="0"/>
                </a:lnTo>
              </a:path>
            </a:pathLst>
          </a:custGeom>
          <a:noFill/>
          <a:ln w="5865">
            <a:solidFill>
              <a:srgbClr val="4285F4">
                <a:alpha val="7000"/>
              </a:srgbClr>
            </a:solidFill>
            <a:prstDash val="solid"/>
          </a:ln>
        </p:spPr>
      </p:sp>
      <p:sp>
        <p:nvSpPr>
          <p:cNvPr id="417" name="lumia-token-stream-curve">
            <a:extLst>
              <a:ext uri="{FF2B5EF4-FFF2-40B4-BE49-F238E27FC236}">
                <a16:creationId xmlns:a16="http://schemas.microsoft.com/office/drawing/2014/main" id="{1F8718C0-3483-4310-9810-85AFFDF51624}"/>
              </a:ext>
            </a:extLst>
          </p:cNvPr>
          <p:cNvSpPr>
            <a:spLocks noGrp="1"/>
          </p:cNvSpPr>
          <p:nvPr/>
        </p:nvSpPr>
        <p:spPr>
          <a:xfrm>
            <a:off x="657372" y="5941566"/>
            <a:ext cx="183508" cy="53927"/>
          </a:xfrm>
          <a:custGeom>
            <a:avLst/>
            <a:gdLst/>
            <a:ahLst/>
            <a:cxnLst/>
            <a:rect l="0" t="0" r="0" b="0"/>
            <a:pathLst>
              <a:path w="183508" h="53927">
                <a:moveTo>
                  <a:pt x="0" y="53927"/>
                </a:moveTo>
                <a:lnTo>
                  <a:pt x="183508" y="0"/>
                </a:lnTo>
              </a:path>
            </a:pathLst>
          </a:custGeom>
          <a:noFill/>
          <a:ln w="5865">
            <a:solidFill>
              <a:srgbClr val="447EEC">
                <a:alpha val="7000"/>
              </a:srgbClr>
            </a:solidFill>
            <a:prstDash val="solid"/>
          </a:ln>
        </p:spPr>
      </p:sp>
      <p:sp>
        <p:nvSpPr>
          <p:cNvPr id="418" name="lumia-token-stream-curve">
            <a:extLst>
              <a:ext uri="{FF2B5EF4-FFF2-40B4-BE49-F238E27FC236}">
                <a16:creationId xmlns:a16="http://schemas.microsoft.com/office/drawing/2014/main" id="{2F159C5C-1C8D-41F6-8BFC-50E7D172367E}"/>
              </a:ext>
            </a:extLst>
          </p:cNvPr>
          <p:cNvSpPr>
            <a:spLocks noGrp="1"/>
          </p:cNvSpPr>
          <p:nvPr/>
        </p:nvSpPr>
        <p:spPr>
          <a:xfrm>
            <a:off x="840880" y="5890815"/>
            <a:ext cx="187244" cy="50751"/>
          </a:xfrm>
          <a:custGeom>
            <a:avLst/>
            <a:gdLst/>
            <a:ahLst/>
            <a:cxnLst/>
            <a:rect l="0" t="0" r="0" b="0"/>
            <a:pathLst>
              <a:path w="187244" h="50751">
                <a:moveTo>
                  <a:pt x="0" y="50751"/>
                </a:moveTo>
                <a:lnTo>
                  <a:pt x="187244" y="0"/>
                </a:lnTo>
              </a:path>
            </a:pathLst>
          </a:custGeom>
          <a:noFill/>
          <a:ln w="5865">
            <a:solidFill>
              <a:srgbClr val="4678E3">
                <a:alpha val="7000"/>
              </a:srgbClr>
            </a:solidFill>
            <a:prstDash val="solid"/>
          </a:ln>
        </p:spPr>
      </p:sp>
      <p:sp>
        <p:nvSpPr>
          <p:cNvPr id="419" name="lumia-token-stream-curve">
            <a:extLst>
              <a:ext uri="{FF2B5EF4-FFF2-40B4-BE49-F238E27FC236}">
                <a16:creationId xmlns:a16="http://schemas.microsoft.com/office/drawing/2014/main" id="{747EDCD9-558D-44BE-9453-228EF31E6CFB}"/>
              </a:ext>
            </a:extLst>
          </p:cNvPr>
          <p:cNvSpPr>
            <a:spLocks noGrp="1"/>
          </p:cNvSpPr>
          <p:nvPr/>
        </p:nvSpPr>
        <p:spPr>
          <a:xfrm>
            <a:off x="1028125" y="5844290"/>
            <a:ext cx="190949" cy="46525"/>
          </a:xfrm>
          <a:custGeom>
            <a:avLst/>
            <a:gdLst/>
            <a:ahLst/>
            <a:cxnLst/>
            <a:rect l="0" t="0" r="0" b="0"/>
            <a:pathLst>
              <a:path w="190949" h="46525">
                <a:moveTo>
                  <a:pt x="0" y="46525"/>
                </a:moveTo>
                <a:lnTo>
                  <a:pt x="190949" y="0"/>
                </a:lnTo>
              </a:path>
            </a:pathLst>
          </a:custGeom>
          <a:noFill/>
          <a:ln w="5865">
            <a:solidFill>
              <a:srgbClr val="4871DB">
                <a:alpha val="7000"/>
              </a:srgbClr>
            </a:solidFill>
            <a:prstDash val="solid"/>
          </a:ln>
        </p:spPr>
      </p:sp>
      <p:sp>
        <p:nvSpPr>
          <p:cNvPr id="420" name="lumia-token-stream-curve">
            <a:extLst>
              <a:ext uri="{FF2B5EF4-FFF2-40B4-BE49-F238E27FC236}">
                <a16:creationId xmlns:a16="http://schemas.microsoft.com/office/drawing/2014/main" id="{C336B90B-3B37-41A4-8631-DA517ABEE14F}"/>
              </a:ext>
            </a:extLst>
          </p:cNvPr>
          <p:cNvSpPr>
            <a:spLocks noGrp="1"/>
          </p:cNvSpPr>
          <p:nvPr/>
        </p:nvSpPr>
        <p:spPr>
          <a:xfrm>
            <a:off x="1219074" y="5802894"/>
            <a:ext cx="194623" cy="41396"/>
          </a:xfrm>
          <a:custGeom>
            <a:avLst/>
            <a:gdLst/>
            <a:ahLst/>
            <a:cxnLst/>
            <a:rect l="0" t="0" r="0" b="0"/>
            <a:pathLst>
              <a:path w="194623" h="41396">
                <a:moveTo>
                  <a:pt x="0" y="41396"/>
                </a:moveTo>
                <a:lnTo>
                  <a:pt x="194623" y="0"/>
                </a:lnTo>
              </a:path>
            </a:pathLst>
          </a:custGeom>
          <a:noFill/>
          <a:ln w="5865">
            <a:solidFill>
              <a:srgbClr val="4A6BD2">
                <a:alpha val="7000"/>
              </a:srgbClr>
            </a:solidFill>
            <a:prstDash val="solid"/>
          </a:ln>
        </p:spPr>
      </p:sp>
      <p:sp>
        <p:nvSpPr>
          <p:cNvPr id="421" name="lumia-token-stream-curve">
            <a:extLst>
              <a:ext uri="{FF2B5EF4-FFF2-40B4-BE49-F238E27FC236}">
                <a16:creationId xmlns:a16="http://schemas.microsoft.com/office/drawing/2014/main" id="{CCC22687-3C61-4DB2-BE73-C1BA0A843A86}"/>
              </a:ext>
            </a:extLst>
          </p:cNvPr>
          <p:cNvSpPr>
            <a:spLocks noGrp="1"/>
          </p:cNvSpPr>
          <p:nvPr/>
        </p:nvSpPr>
        <p:spPr>
          <a:xfrm>
            <a:off x="1413698" y="5767289"/>
            <a:ext cx="198266" cy="35604"/>
          </a:xfrm>
          <a:custGeom>
            <a:avLst/>
            <a:gdLst/>
            <a:ahLst/>
            <a:cxnLst/>
            <a:rect l="0" t="0" r="0" b="0"/>
            <a:pathLst>
              <a:path w="198266" h="35604">
                <a:moveTo>
                  <a:pt x="0" y="35604"/>
                </a:moveTo>
                <a:lnTo>
                  <a:pt x="198266" y="0"/>
                </a:lnTo>
              </a:path>
            </a:pathLst>
          </a:custGeom>
          <a:noFill/>
          <a:ln w="5865">
            <a:solidFill>
              <a:srgbClr val="4C64CA">
                <a:alpha val="7000"/>
              </a:srgbClr>
            </a:solidFill>
            <a:prstDash val="solid"/>
          </a:ln>
        </p:spPr>
      </p:sp>
      <p:sp>
        <p:nvSpPr>
          <p:cNvPr id="422" name="lumia-token-stream-curve">
            <a:extLst>
              <a:ext uri="{FF2B5EF4-FFF2-40B4-BE49-F238E27FC236}">
                <a16:creationId xmlns:a16="http://schemas.microsoft.com/office/drawing/2014/main" id="{B83FD61B-6767-4886-8E7E-1BD048DB22C0}"/>
              </a:ext>
            </a:extLst>
          </p:cNvPr>
          <p:cNvSpPr>
            <a:spLocks noGrp="1"/>
          </p:cNvSpPr>
          <p:nvPr/>
        </p:nvSpPr>
        <p:spPr>
          <a:xfrm>
            <a:off x="1611964" y="5737805"/>
            <a:ext cx="201878" cy="29484"/>
          </a:xfrm>
          <a:custGeom>
            <a:avLst/>
            <a:gdLst/>
            <a:ahLst/>
            <a:cxnLst/>
            <a:rect l="0" t="0" r="0" b="0"/>
            <a:pathLst>
              <a:path w="201878" h="29484">
                <a:moveTo>
                  <a:pt x="0" y="29484"/>
                </a:moveTo>
                <a:lnTo>
                  <a:pt x="201878" y="0"/>
                </a:lnTo>
              </a:path>
            </a:pathLst>
          </a:custGeom>
          <a:noFill/>
          <a:ln w="5865">
            <a:solidFill>
              <a:srgbClr val="4E5EC1">
                <a:alpha val="7000"/>
              </a:srgbClr>
            </a:solidFill>
            <a:prstDash val="solid"/>
          </a:ln>
        </p:spPr>
      </p:sp>
      <p:sp>
        <p:nvSpPr>
          <p:cNvPr id="423" name="lumia-token-stream-curve">
            <a:extLst>
              <a:ext uri="{FF2B5EF4-FFF2-40B4-BE49-F238E27FC236}">
                <a16:creationId xmlns:a16="http://schemas.microsoft.com/office/drawing/2014/main" id="{1F3D1820-CC5E-4216-8B46-4EA3E930D97D}"/>
              </a:ext>
            </a:extLst>
          </p:cNvPr>
          <p:cNvSpPr>
            <a:spLocks noGrp="1"/>
          </p:cNvSpPr>
          <p:nvPr/>
        </p:nvSpPr>
        <p:spPr>
          <a:xfrm>
            <a:off x="1813841" y="5714357"/>
            <a:ext cx="205458" cy="23448"/>
          </a:xfrm>
          <a:custGeom>
            <a:avLst/>
            <a:gdLst/>
            <a:ahLst/>
            <a:cxnLst/>
            <a:rect l="0" t="0" r="0" b="0"/>
            <a:pathLst>
              <a:path w="205458" h="23448">
                <a:moveTo>
                  <a:pt x="0" y="23448"/>
                </a:moveTo>
                <a:lnTo>
                  <a:pt x="205458" y="0"/>
                </a:lnTo>
              </a:path>
            </a:pathLst>
          </a:custGeom>
          <a:noFill/>
          <a:ln w="5865">
            <a:solidFill>
              <a:srgbClr val="5057B9">
                <a:alpha val="7000"/>
              </a:srgbClr>
            </a:solidFill>
            <a:prstDash val="solid"/>
          </a:ln>
        </p:spPr>
      </p:sp>
      <p:sp>
        <p:nvSpPr>
          <p:cNvPr id="424" name="lumia-token-stream-curve">
            <a:extLst>
              <a:ext uri="{FF2B5EF4-FFF2-40B4-BE49-F238E27FC236}">
                <a16:creationId xmlns:a16="http://schemas.microsoft.com/office/drawing/2014/main" id="{2B91792A-F659-4F69-8157-C42D188C4EFF}"/>
              </a:ext>
            </a:extLst>
          </p:cNvPr>
          <p:cNvSpPr>
            <a:spLocks noGrp="1"/>
          </p:cNvSpPr>
          <p:nvPr/>
        </p:nvSpPr>
        <p:spPr>
          <a:xfrm>
            <a:off x="2019300" y="5696390"/>
            <a:ext cx="209008" cy="17966"/>
          </a:xfrm>
          <a:custGeom>
            <a:avLst/>
            <a:gdLst/>
            <a:ahLst/>
            <a:cxnLst/>
            <a:rect l="0" t="0" r="0" b="0"/>
            <a:pathLst>
              <a:path w="209008" h="17966">
                <a:moveTo>
                  <a:pt x="0" y="17966"/>
                </a:moveTo>
                <a:lnTo>
                  <a:pt x="209008" y="0"/>
                </a:lnTo>
              </a:path>
            </a:pathLst>
          </a:custGeom>
          <a:noFill/>
          <a:ln w="5865">
            <a:solidFill>
              <a:srgbClr val="5250B0">
                <a:alpha val="7000"/>
              </a:srgbClr>
            </a:solidFill>
            <a:prstDash val="solid"/>
          </a:ln>
        </p:spPr>
      </p:sp>
      <p:sp>
        <p:nvSpPr>
          <p:cNvPr id="425" name="lumia-token-stream-curve">
            <a:extLst>
              <a:ext uri="{FF2B5EF4-FFF2-40B4-BE49-F238E27FC236}">
                <a16:creationId xmlns:a16="http://schemas.microsoft.com/office/drawing/2014/main" id="{A61DA2B2-1284-4B32-9DC5-6786A695A448}"/>
              </a:ext>
            </a:extLst>
          </p:cNvPr>
          <p:cNvSpPr>
            <a:spLocks noGrp="1"/>
          </p:cNvSpPr>
          <p:nvPr/>
        </p:nvSpPr>
        <p:spPr>
          <a:xfrm>
            <a:off x="2228308" y="5682857"/>
            <a:ext cx="212527" cy="13533"/>
          </a:xfrm>
          <a:custGeom>
            <a:avLst/>
            <a:gdLst/>
            <a:ahLst/>
            <a:cxnLst/>
            <a:rect l="0" t="0" r="0" b="0"/>
            <a:pathLst>
              <a:path w="212527" h="13533">
                <a:moveTo>
                  <a:pt x="0" y="13533"/>
                </a:moveTo>
                <a:lnTo>
                  <a:pt x="212527" y="0"/>
                </a:lnTo>
              </a:path>
            </a:pathLst>
          </a:custGeom>
          <a:noFill/>
          <a:ln w="5865">
            <a:solidFill>
              <a:srgbClr val="544AA8">
                <a:alpha val="7000"/>
              </a:srgbClr>
            </a:solidFill>
            <a:prstDash val="solid"/>
          </a:ln>
        </p:spPr>
      </p:sp>
      <p:sp>
        <p:nvSpPr>
          <p:cNvPr id="426" name="lumia-token-stream-curve">
            <a:extLst>
              <a:ext uri="{FF2B5EF4-FFF2-40B4-BE49-F238E27FC236}">
                <a16:creationId xmlns:a16="http://schemas.microsoft.com/office/drawing/2014/main" id="{6502CC92-E13D-4A83-8326-721F232099A1}"/>
              </a:ext>
            </a:extLst>
          </p:cNvPr>
          <p:cNvSpPr>
            <a:spLocks noGrp="1"/>
          </p:cNvSpPr>
          <p:nvPr/>
        </p:nvSpPr>
        <p:spPr>
          <a:xfrm>
            <a:off x="2440834" y="5672229"/>
            <a:ext cx="216014" cy="10628"/>
          </a:xfrm>
          <a:custGeom>
            <a:avLst/>
            <a:gdLst/>
            <a:ahLst/>
            <a:cxnLst/>
            <a:rect l="0" t="0" r="0" b="0"/>
            <a:pathLst>
              <a:path w="216014" h="10628">
                <a:moveTo>
                  <a:pt x="0" y="10628"/>
                </a:moveTo>
                <a:lnTo>
                  <a:pt x="216014" y="0"/>
                </a:lnTo>
              </a:path>
            </a:pathLst>
          </a:custGeom>
          <a:noFill/>
          <a:ln w="5865">
            <a:solidFill>
              <a:srgbClr val="5643A0">
                <a:alpha val="7000"/>
              </a:srgbClr>
            </a:solidFill>
            <a:prstDash val="solid"/>
          </a:ln>
        </p:spPr>
      </p:sp>
      <p:sp>
        <p:nvSpPr>
          <p:cNvPr id="427" name="lumia-token-stream-curve">
            <a:extLst>
              <a:ext uri="{FF2B5EF4-FFF2-40B4-BE49-F238E27FC236}">
                <a16:creationId xmlns:a16="http://schemas.microsoft.com/office/drawing/2014/main" id="{CCB13C97-8801-4964-8F62-5AF189F91281}"/>
              </a:ext>
            </a:extLst>
          </p:cNvPr>
          <p:cNvSpPr>
            <a:spLocks noGrp="1"/>
          </p:cNvSpPr>
          <p:nvPr/>
        </p:nvSpPr>
        <p:spPr>
          <a:xfrm>
            <a:off x="2656848" y="5662557"/>
            <a:ext cx="219470" cy="9673"/>
          </a:xfrm>
          <a:custGeom>
            <a:avLst/>
            <a:gdLst/>
            <a:ahLst/>
            <a:cxnLst/>
            <a:rect l="0" t="0" r="0" b="0"/>
            <a:pathLst>
              <a:path w="219470" h="9673">
                <a:moveTo>
                  <a:pt x="0" y="9673"/>
                </a:moveTo>
                <a:lnTo>
                  <a:pt x="219470" y="0"/>
                </a:lnTo>
              </a:path>
            </a:pathLst>
          </a:custGeom>
          <a:noFill/>
          <a:ln w="5865">
            <a:solidFill>
              <a:srgbClr val="583D97">
                <a:alpha val="7000"/>
              </a:srgbClr>
            </a:solidFill>
            <a:prstDash val="solid"/>
          </a:ln>
        </p:spPr>
      </p:sp>
      <p:sp>
        <p:nvSpPr>
          <p:cNvPr id="428" name="lumia-token-stream-curve">
            <a:extLst>
              <a:ext uri="{FF2B5EF4-FFF2-40B4-BE49-F238E27FC236}">
                <a16:creationId xmlns:a16="http://schemas.microsoft.com/office/drawing/2014/main" id="{B2AF2732-5B0C-4EFC-A962-8DC0D678CDD6}"/>
              </a:ext>
            </a:extLst>
          </p:cNvPr>
          <p:cNvSpPr>
            <a:spLocks noGrp="1"/>
          </p:cNvSpPr>
          <p:nvPr/>
        </p:nvSpPr>
        <p:spPr>
          <a:xfrm>
            <a:off x="2876319" y="5651575"/>
            <a:ext cx="222896" cy="10981"/>
          </a:xfrm>
          <a:custGeom>
            <a:avLst/>
            <a:gdLst/>
            <a:ahLst/>
            <a:cxnLst/>
            <a:rect l="0" t="0" r="0" b="0"/>
            <a:pathLst>
              <a:path w="222896" h="10981">
                <a:moveTo>
                  <a:pt x="0" y="10981"/>
                </a:moveTo>
                <a:lnTo>
                  <a:pt x="222896" y="0"/>
                </a:lnTo>
              </a:path>
            </a:pathLst>
          </a:custGeom>
          <a:noFill/>
          <a:ln w="5865">
            <a:solidFill>
              <a:srgbClr val="623C8F">
                <a:alpha val="7000"/>
              </a:srgbClr>
            </a:solidFill>
            <a:prstDash val="solid"/>
          </a:ln>
        </p:spPr>
      </p:sp>
      <p:sp>
        <p:nvSpPr>
          <p:cNvPr id="429" name="lumia-token-stream-curve">
            <a:extLst>
              <a:ext uri="{FF2B5EF4-FFF2-40B4-BE49-F238E27FC236}">
                <a16:creationId xmlns:a16="http://schemas.microsoft.com/office/drawing/2014/main" id="{129B2970-AAD6-48A5-AB5D-B7CDCF24B5AA}"/>
              </a:ext>
            </a:extLst>
          </p:cNvPr>
          <p:cNvSpPr>
            <a:spLocks noGrp="1"/>
          </p:cNvSpPr>
          <p:nvPr/>
        </p:nvSpPr>
        <p:spPr>
          <a:xfrm>
            <a:off x="3099214" y="5636858"/>
            <a:ext cx="226290" cy="14718"/>
          </a:xfrm>
          <a:custGeom>
            <a:avLst/>
            <a:gdLst/>
            <a:ahLst/>
            <a:cxnLst/>
            <a:rect l="0" t="0" r="0" b="0"/>
            <a:pathLst>
              <a:path w="226290" h="14718">
                <a:moveTo>
                  <a:pt x="0" y="14718"/>
                </a:moveTo>
                <a:lnTo>
                  <a:pt x="226290" y="0"/>
                </a:lnTo>
              </a:path>
            </a:pathLst>
          </a:custGeom>
          <a:noFill/>
          <a:ln w="5865">
            <a:solidFill>
              <a:srgbClr val="6F3C86">
                <a:alpha val="7000"/>
              </a:srgbClr>
            </a:solidFill>
            <a:prstDash val="solid"/>
          </a:ln>
        </p:spPr>
      </p:sp>
      <p:sp>
        <p:nvSpPr>
          <p:cNvPr id="430" name="lumia-token-stream-curve">
            <a:extLst>
              <a:ext uri="{FF2B5EF4-FFF2-40B4-BE49-F238E27FC236}">
                <a16:creationId xmlns:a16="http://schemas.microsoft.com/office/drawing/2014/main" id="{B243ADFC-F8DB-4811-9DD6-EC3663BC7B1E}"/>
              </a:ext>
            </a:extLst>
          </p:cNvPr>
          <p:cNvSpPr>
            <a:spLocks noGrp="1"/>
          </p:cNvSpPr>
          <p:nvPr/>
        </p:nvSpPr>
        <p:spPr>
          <a:xfrm>
            <a:off x="3325504" y="5615999"/>
            <a:ext cx="229653" cy="20859"/>
          </a:xfrm>
          <a:custGeom>
            <a:avLst/>
            <a:gdLst/>
            <a:ahLst/>
            <a:cxnLst/>
            <a:rect l="0" t="0" r="0" b="0"/>
            <a:pathLst>
              <a:path w="229653" h="20859">
                <a:moveTo>
                  <a:pt x="0" y="20859"/>
                </a:moveTo>
                <a:lnTo>
                  <a:pt x="229653" y="0"/>
                </a:lnTo>
              </a:path>
            </a:pathLst>
          </a:custGeom>
          <a:noFill/>
          <a:ln w="5865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431" name="lumia-token-stream-curve">
            <a:extLst>
              <a:ext uri="{FF2B5EF4-FFF2-40B4-BE49-F238E27FC236}">
                <a16:creationId xmlns:a16="http://schemas.microsoft.com/office/drawing/2014/main" id="{FCA81133-4B59-41B8-BE9B-5BB439293229}"/>
              </a:ext>
            </a:extLst>
          </p:cNvPr>
          <p:cNvSpPr>
            <a:spLocks noGrp="1"/>
          </p:cNvSpPr>
          <p:nvPr/>
        </p:nvSpPr>
        <p:spPr>
          <a:xfrm>
            <a:off x="3555157" y="5586826"/>
            <a:ext cx="232985" cy="29172"/>
          </a:xfrm>
          <a:custGeom>
            <a:avLst/>
            <a:gdLst/>
            <a:ahLst/>
            <a:cxnLst/>
            <a:rect l="0" t="0" r="0" b="0"/>
            <a:pathLst>
              <a:path w="232985" h="29172">
                <a:moveTo>
                  <a:pt x="0" y="29172"/>
                </a:moveTo>
                <a:lnTo>
                  <a:pt x="232985" y="0"/>
                </a:lnTo>
              </a:path>
            </a:pathLst>
          </a:custGeom>
          <a:noFill/>
          <a:ln w="5865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432" name="lumia-token-stream-curve">
            <a:extLst>
              <a:ext uri="{FF2B5EF4-FFF2-40B4-BE49-F238E27FC236}">
                <a16:creationId xmlns:a16="http://schemas.microsoft.com/office/drawing/2014/main" id="{6269BAE0-D921-4DED-BC87-2306D0E5F2FA}"/>
              </a:ext>
            </a:extLst>
          </p:cNvPr>
          <p:cNvSpPr>
            <a:spLocks noGrp="1"/>
          </p:cNvSpPr>
          <p:nvPr/>
        </p:nvSpPr>
        <p:spPr>
          <a:xfrm>
            <a:off x="3788142" y="5547614"/>
            <a:ext cx="236286" cy="39212"/>
          </a:xfrm>
          <a:custGeom>
            <a:avLst/>
            <a:gdLst/>
            <a:ahLst/>
            <a:cxnLst/>
            <a:rect l="0" t="0" r="0" b="0"/>
            <a:pathLst>
              <a:path w="236286" h="39212">
                <a:moveTo>
                  <a:pt x="0" y="39212"/>
                </a:moveTo>
                <a:lnTo>
                  <a:pt x="236286" y="0"/>
                </a:lnTo>
              </a:path>
            </a:pathLst>
          </a:custGeom>
          <a:noFill/>
          <a:ln w="5866">
            <a:solidFill>
              <a:srgbClr val="963E6C">
                <a:alpha val="8000"/>
              </a:srgbClr>
            </a:solidFill>
            <a:prstDash val="solid"/>
          </a:ln>
        </p:spPr>
      </p:sp>
      <p:sp>
        <p:nvSpPr>
          <p:cNvPr id="433" name="lumia-token-stream-curve">
            <a:extLst>
              <a:ext uri="{FF2B5EF4-FFF2-40B4-BE49-F238E27FC236}">
                <a16:creationId xmlns:a16="http://schemas.microsoft.com/office/drawing/2014/main" id="{23136244-E596-4D29-BA3B-442EA1FC6E23}"/>
              </a:ext>
            </a:extLst>
          </p:cNvPr>
          <p:cNvSpPr>
            <a:spLocks noGrp="1"/>
          </p:cNvSpPr>
          <p:nvPr/>
        </p:nvSpPr>
        <p:spPr>
          <a:xfrm>
            <a:off x="4024427" y="5497279"/>
            <a:ext cx="239556" cy="50335"/>
          </a:xfrm>
          <a:custGeom>
            <a:avLst/>
            <a:gdLst/>
            <a:ahLst/>
            <a:cxnLst/>
            <a:rect l="0" t="0" r="0" b="0"/>
            <a:pathLst>
              <a:path w="239556" h="50335">
                <a:moveTo>
                  <a:pt x="0" y="50335"/>
                </a:moveTo>
                <a:lnTo>
                  <a:pt x="239556" y="0"/>
                </a:lnTo>
              </a:path>
            </a:pathLst>
          </a:custGeom>
          <a:noFill/>
          <a:ln w="5884">
            <a:solidFill>
              <a:srgbClr val="A33F64">
                <a:alpha val="8000"/>
              </a:srgbClr>
            </a:solidFill>
            <a:prstDash val="solid"/>
          </a:ln>
        </p:spPr>
      </p:sp>
      <p:sp>
        <p:nvSpPr>
          <p:cNvPr id="434" name="lumia-token-stream-curve">
            <a:extLst>
              <a:ext uri="{FF2B5EF4-FFF2-40B4-BE49-F238E27FC236}">
                <a16:creationId xmlns:a16="http://schemas.microsoft.com/office/drawing/2014/main" id="{EFA4777A-5F90-4664-9E56-955D3C2D37A3}"/>
              </a:ext>
            </a:extLst>
          </p:cNvPr>
          <p:cNvSpPr>
            <a:spLocks noGrp="1"/>
          </p:cNvSpPr>
          <p:nvPr/>
        </p:nvSpPr>
        <p:spPr>
          <a:xfrm>
            <a:off x="4263983" y="5435534"/>
            <a:ext cx="242795" cy="61745"/>
          </a:xfrm>
          <a:custGeom>
            <a:avLst/>
            <a:gdLst/>
            <a:ahLst/>
            <a:cxnLst/>
            <a:rect l="0" t="0" r="0" b="0"/>
            <a:pathLst>
              <a:path w="242795" h="61745">
                <a:moveTo>
                  <a:pt x="0" y="61745"/>
                </a:moveTo>
                <a:lnTo>
                  <a:pt x="242795" y="0"/>
                </a:lnTo>
              </a:path>
            </a:pathLst>
          </a:custGeom>
          <a:noFill/>
          <a:ln w="5925">
            <a:solidFill>
              <a:srgbClr val="B0405B">
                <a:alpha val="8000"/>
              </a:srgbClr>
            </a:solidFill>
            <a:prstDash val="solid"/>
          </a:ln>
        </p:spPr>
      </p:sp>
      <p:sp>
        <p:nvSpPr>
          <p:cNvPr id="435" name="lumia-token-stream-curve">
            <a:extLst>
              <a:ext uri="{FF2B5EF4-FFF2-40B4-BE49-F238E27FC236}">
                <a16:creationId xmlns:a16="http://schemas.microsoft.com/office/drawing/2014/main" id="{EFAF1A25-C148-4D0F-A382-1255370784BE}"/>
              </a:ext>
            </a:extLst>
          </p:cNvPr>
          <p:cNvSpPr>
            <a:spLocks noGrp="1"/>
          </p:cNvSpPr>
          <p:nvPr/>
        </p:nvSpPr>
        <p:spPr>
          <a:xfrm>
            <a:off x="4506778" y="5362980"/>
            <a:ext cx="246002" cy="72554"/>
          </a:xfrm>
          <a:custGeom>
            <a:avLst/>
            <a:gdLst/>
            <a:ahLst/>
            <a:cxnLst/>
            <a:rect l="0" t="0" r="0" b="0"/>
            <a:pathLst>
              <a:path w="246002" h="72554">
                <a:moveTo>
                  <a:pt x="0" y="72554"/>
                </a:moveTo>
                <a:lnTo>
                  <a:pt x="246002" y="0"/>
                </a:lnTo>
              </a:path>
            </a:pathLst>
          </a:custGeom>
          <a:noFill/>
          <a:ln w="5986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436" name="lumia-token-stream-curve">
            <a:extLst>
              <a:ext uri="{FF2B5EF4-FFF2-40B4-BE49-F238E27FC236}">
                <a16:creationId xmlns:a16="http://schemas.microsoft.com/office/drawing/2014/main" id="{3C8707ED-D5E5-4F2B-B7F1-DB39CB58B77B}"/>
              </a:ext>
            </a:extLst>
          </p:cNvPr>
          <p:cNvSpPr>
            <a:spLocks noGrp="1"/>
          </p:cNvSpPr>
          <p:nvPr/>
        </p:nvSpPr>
        <p:spPr>
          <a:xfrm>
            <a:off x="4752780" y="5281111"/>
            <a:ext cx="249179" cy="81870"/>
          </a:xfrm>
          <a:custGeom>
            <a:avLst/>
            <a:gdLst/>
            <a:ahLst/>
            <a:cxnLst/>
            <a:rect l="0" t="0" r="0" b="0"/>
            <a:pathLst>
              <a:path w="249179" h="81870">
                <a:moveTo>
                  <a:pt x="0" y="81870"/>
                </a:moveTo>
                <a:lnTo>
                  <a:pt x="249179" y="0"/>
                </a:lnTo>
              </a:path>
            </a:pathLst>
          </a:custGeom>
          <a:noFill/>
          <a:ln w="6067">
            <a:solidFill>
              <a:srgbClr val="CA414A">
                <a:alpha val="9000"/>
              </a:srgbClr>
            </a:solidFill>
            <a:prstDash val="solid"/>
          </a:ln>
        </p:spPr>
      </p:sp>
      <p:sp>
        <p:nvSpPr>
          <p:cNvPr id="437" name="lumia-token-stream-curve">
            <a:extLst>
              <a:ext uri="{FF2B5EF4-FFF2-40B4-BE49-F238E27FC236}">
                <a16:creationId xmlns:a16="http://schemas.microsoft.com/office/drawing/2014/main" id="{CE0613D2-9A42-4F54-8699-D614B95633F6}"/>
              </a:ext>
            </a:extLst>
          </p:cNvPr>
          <p:cNvSpPr>
            <a:spLocks noGrp="1"/>
          </p:cNvSpPr>
          <p:nvPr/>
        </p:nvSpPr>
        <p:spPr>
          <a:xfrm>
            <a:off x="5001959" y="5192220"/>
            <a:ext cx="252325" cy="88890"/>
          </a:xfrm>
          <a:custGeom>
            <a:avLst/>
            <a:gdLst/>
            <a:ahLst/>
            <a:cxnLst/>
            <a:rect l="0" t="0" r="0" b="0"/>
            <a:pathLst>
              <a:path w="252325" h="88890">
                <a:moveTo>
                  <a:pt x="0" y="88890"/>
                </a:moveTo>
                <a:lnTo>
                  <a:pt x="252325" y="0"/>
                </a:lnTo>
              </a:path>
            </a:pathLst>
          </a:custGeom>
          <a:noFill/>
          <a:ln w="6165">
            <a:solidFill>
              <a:srgbClr val="D74242">
                <a:alpha val="9000"/>
              </a:srgbClr>
            </a:solidFill>
            <a:prstDash val="solid"/>
          </a:ln>
        </p:spPr>
      </p:sp>
      <p:sp>
        <p:nvSpPr>
          <p:cNvPr id="438" name="lumia-token-stream-curve">
            <a:extLst>
              <a:ext uri="{FF2B5EF4-FFF2-40B4-BE49-F238E27FC236}">
                <a16:creationId xmlns:a16="http://schemas.microsoft.com/office/drawing/2014/main" id="{CC4BD24D-4C9B-4CC4-8746-3B1B21F8E63B}"/>
              </a:ext>
            </a:extLst>
          </p:cNvPr>
          <p:cNvSpPr>
            <a:spLocks noGrp="1"/>
          </p:cNvSpPr>
          <p:nvPr/>
        </p:nvSpPr>
        <p:spPr>
          <a:xfrm>
            <a:off x="5254283" y="5099214"/>
            <a:ext cx="255439" cy="93007"/>
          </a:xfrm>
          <a:custGeom>
            <a:avLst/>
            <a:gdLst/>
            <a:ahLst/>
            <a:cxnLst/>
            <a:rect l="0" t="0" r="0" b="0"/>
            <a:pathLst>
              <a:path w="255439" h="93007">
                <a:moveTo>
                  <a:pt x="0" y="93007"/>
                </a:moveTo>
                <a:lnTo>
                  <a:pt x="255439" y="0"/>
                </a:lnTo>
              </a:path>
            </a:pathLst>
          </a:custGeom>
          <a:noFill/>
          <a:ln w="6279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439" name="lumia-token-stream-curve">
            <a:extLst>
              <a:ext uri="{FF2B5EF4-FFF2-40B4-BE49-F238E27FC236}">
                <a16:creationId xmlns:a16="http://schemas.microsoft.com/office/drawing/2014/main" id="{C53F2FD9-A64D-45F3-9E0E-E5D4CF48E8DD}"/>
              </a:ext>
            </a:extLst>
          </p:cNvPr>
          <p:cNvSpPr>
            <a:spLocks noGrp="1"/>
          </p:cNvSpPr>
          <p:nvPr/>
        </p:nvSpPr>
        <p:spPr>
          <a:xfrm>
            <a:off x="5509722" y="5005323"/>
            <a:ext cx="258522" cy="93890"/>
          </a:xfrm>
          <a:custGeom>
            <a:avLst/>
            <a:gdLst/>
            <a:ahLst/>
            <a:cxnLst/>
            <a:rect l="0" t="0" r="0" b="0"/>
            <a:pathLst>
              <a:path w="258522" h="93890">
                <a:moveTo>
                  <a:pt x="0" y="93890"/>
                </a:moveTo>
                <a:lnTo>
                  <a:pt x="258522" y="0"/>
                </a:lnTo>
              </a:path>
            </a:pathLst>
          </a:custGeom>
          <a:noFill/>
          <a:ln w="6407">
            <a:solidFill>
              <a:srgbClr val="EB4833">
                <a:alpha val="10000"/>
              </a:srgbClr>
            </a:solidFill>
            <a:prstDash val="solid"/>
          </a:ln>
        </p:spPr>
      </p:sp>
      <p:sp>
        <p:nvSpPr>
          <p:cNvPr id="440" name="lumia-token-stream-curve">
            <a:extLst>
              <a:ext uri="{FF2B5EF4-FFF2-40B4-BE49-F238E27FC236}">
                <a16:creationId xmlns:a16="http://schemas.microsoft.com/office/drawing/2014/main" id="{FCAC8F7D-71FE-4C29-B816-52699C43E49E}"/>
              </a:ext>
            </a:extLst>
          </p:cNvPr>
          <p:cNvSpPr>
            <a:spLocks noGrp="1"/>
          </p:cNvSpPr>
          <p:nvPr/>
        </p:nvSpPr>
        <p:spPr>
          <a:xfrm>
            <a:off x="5768245" y="4913759"/>
            <a:ext cx="261575" cy="91564"/>
          </a:xfrm>
          <a:custGeom>
            <a:avLst/>
            <a:gdLst/>
            <a:ahLst/>
            <a:cxnLst/>
            <a:rect l="0" t="0" r="0" b="0"/>
            <a:pathLst>
              <a:path w="261575" h="91564">
                <a:moveTo>
                  <a:pt x="0" y="91564"/>
                </a:moveTo>
                <a:lnTo>
                  <a:pt x="261575" y="0"/>
                </a:lnTo>
              </a:path>
            </a:pathLst>
          </a:custGeom>
          <a:noFill/>
          <a:ln w="6547">
            <a:solidFill>
              <a:srgbClr val="EC532F">
                <a:alpha val="10000"/>
              </a:srgbClr>
            </a:solidFill>
            <a:prstDash val="solid"/>
          </a:ln>
        </p:spPr>
      </p:sp>
      <p:sp>
        <p:nvSpPr>
          <p:cNvPr id="441" name="lumia-token-stream-curve">
            <a:extLst>
              <a:ext uri="{FF2B5EF4-FFF2-40B4-BE49-F238E27FC236}">
                <a16:creationId xmlns:a16="http://schemas.microsoft.com/office/drawing/2014/main" id="{D81EA686-8832-4566-80FD-56F9B4C93E2A}"/>
              </a:ext>
            </a:extLst>
          </p:cNvPr>
          <p:cNvSpPr>
            <a:spLocks noGrp="1"/>
          </p:cNvSpPr>
          <p:nvPr/>
        </p:nvSpPr>
        <p:spPr>
          <a:xfrm>
            <a:off x="6029820" y="4827321"/>
            <a:ext cx="264596" cy="86438"/>
          </a:xfrm>
          <a:custGeom>
            <a:avLst/>
            <a:gdLst/>
            <a:ahLst/>
            <a:cxnLst/>
            <a:rect l="0" t="0" r="0" b="0"/>
            <a:pathLst>
              <a:path w="264596" h="86438">
                <a:moveTo>
                  <a:pt x="0" y="86438"/>
                </a:moveTo>
                <a:lnTo>
                  <a:pt x="264596" y="0"/>
                </a:lnTo>
              </a:path>
            </a:pathLst>
          </a:custGeom>
          <a:noFill/>
          <a:ln w="6699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442" name="lumia-token-stream-curve">
            <a:extLst>
              <a:ext uri="{FF2B5EF4-FFF2-40B4-BE49-F238E27FC236}">
                <a16:creationId xmlns:a16="http://schemas.microsoft.com/office/drawing/2014/main" id="{C80B84B0-AE7C-4C0D-9CB7-7677CADBA881}"/>
              </a:ext>
            </a:extLst>
          </p:cNvPr>
          <p:cNvSpPr>
            <a:spLocks noGrp="1"/>
          </p:cNvSpPr>
          <p:nvPr/>
        </p:nvSpPr>
        <p:spPr>
          <a:xfrm>
            <a:off x="6294416" y="4748022"/>
            <a:ext cx="267586" cy="79299"/>
          </a:xfrm>
          <a:custGeom>
            <a:avLst/>
            <a:gdLst/>
            <a:ahLst/>
            <a:cxnLst/>
            <a:rect l="0" t="0" r="0" b="0"/>
            <a:pathLst>
              <a:path w="267586" h="79299">
                <a:moveTo>
                  <a:pt x="0" y="79299"/>
                </a:moveTo>
                <a:lnTo>
                  <a:pt x="267586" y="0"/>
                </a:lnTo>
              </a:path>
            </a:pathLst>
          </a:custGeom>
          <a:noFill/>
          <a:ln w="6859">
            <a:solidFill>
              <a:srgbClr val="EF6926">
                <a:alpha val="11000"/>
              </a:srgbClr>
            </a:solidFill>
            <a:prstDash val="solid"/>
          </a:ln>
        </p:spPr>
      </p:sp>
      <p:sp>
        <p:nvSpPr>
          <p:cNvPr id="443" name="lumia-token-stream-curve">
            <a:extLst>
              <a:ext uri="{FF2B5EF4-FFF2-40B4-BE49-F238E27FC236}">
                <a16:creationId xmlns:a16="http://schemas.microsoft.com/office/drawing/2014/main" id="{3D37A9BD-E4BF-457D-B028-41997F220727}"/>
              </a:ext>
            </a:extLst>
          </p:cNvPr>
          <p:cNvSpPr>
            <a:spLocks noGrp="1"/>
          </p:cNvSpPr>
          <p:nvPr/>
        </p:nvSpPr>
        <p:spPr>
          <a:xfrm>
            <a:off x="6562002" y="4676765"/>
            <a:ext cx="270545" cy="71256"/>
          </a:xfrm>
          <a:custGeom>
            <a:avLst/>
            <a:gdLst/>
            <a:ahLst/>
            <a:cxnLst/>
            <a:rect l="0" t="0" r="0" b="0"/>
            <a:pathLst>
              <a:path w="270545" h="71256">
                <a:moveTo>
                  <a:pt x="0" y="71256"/>
                </a:moveTo>
                <a:lnTo>
                  <a:pt x="270545" y="0"/>
                </a:lnTo>
              </a:path>
            </a:pathLst>
          </a:custGeom>
          <a:noFill/>
          <a:ln w="7027">
            <a:solidFill>
              <a:srgbClr val="F17322">
                <a:alpha val="11000"/>
              </a:srgbClr>
            </a:solidFill>
            <a:prstDash val="solid"/>
          </a:ln>
        </p:spPr>
      </p:sp>
      <p:sp>
        <p:nvSpPr>
          <p:cNvPr id="444" name="lumia-token-stream-curve">
            <a:extLst>
              <a:ext uri="{FF2B5EF4-FFF2-40B4-BE49-F238E27FC236}">
                <a16:creationId xmlns:a16="http://schemas.microsoft.com/office/drawing/2014/main" id="{230EFAFB-8509-4017-A2C9-2E27F6307F45}"/>
              </a:ext>
            </a:extLst>
          </p:cNvPr>
          <p:cNvSpPr>
            <a:spLocks noGrp="1"/>
          </p:cNvSpPr>
          <p:nvPr/>
        </p:nvSpPr>
        <p:spPr>
          <a:xfrm>
            <a:off x="6832548" y="4613133"/>
            <a:ext cx="273473" cy="63632"/>
          </a:xfrm>
          <a:custGeom>
            <a:avLst/>
            <a:gdLst/>
            <a:ahLst/>
            <a:cxnLst/>
            <a:rect l="0" t="0" r="0" b="0"/>
            <a:pathLst>
              <a:path w="273473" h="63632">
                <a:moveTo>
                  <a:pt x="0" y="63632"/>
                </a:moveTo>
                <a:lnTo>
                  <a:pt x="273473" y="0"/>
                </a:lnTo>
              </a:path>
            </a:pathLst>
          </a:custGeom>
          <a:noFill/>
          <a:ln w="7200">
            <a:solidFill>
              <a:srgbClr val="F27E1E">
                <a:alpha val="12000"/>
              </a:srgbClr>
            </a:solidFill>
            <a:prstDash val="solid"/>
          </a:ln>
        </p:spPr>
      </p:sp>
      <p:sp>
        <p:nvSpPr>
          <p:cNvPr id="445" name="lumia-token-stream-curve">
            <a:extLst>
              <a:ext uri="{FF2B5EF4-FFF2-40B4-BE49-F238E27FC236}">
                <a16:creationId xmlns:a16="http://schemas.microsoft.com/office/drawing/2014/main" id="{8EA9FE59-F388-4552-9935-D4ACE1DDD74B}"/>
              </a:ext>
            </a:extLst>
          </p:cNvPr>
          <p:cNvSpPr>
            <a:spLocks noGrp="1"/>
          </p:cNvSpPr>
          <p:nvPr/>
        </p:nvSpPr>
        <p:spPr>
          <a:xfrm>
            <a:off x="7106021" y="4555313"/>
            <a:ext cx="276370" cy="57820"/>
          </a:xfrm>
          <a:custGeom>
            <a:avLst/>
            <a:gdLst/>
            <a:ahLst/>
            <a:cxnLst/>
            <a:rect l="0" t="0" r="0" b="0"/>
            <a:pathLst>
              <a:path w="276370" h="57820">
                <a:moveTo>
                  <a:pt x="0" y="57820"/>
                </a:moveTo>
                <a:lnTo>
                  <a:pt x="276370" y="0"/>
                </a:lnTo>
              </a:path>
            </a:pathLst>
          </a:custGeom>
          <a:noFill/>
          <a:ln w="7378">
            <a:solidFill>
              <a:srgbClr val="F48919">
                <a:alpha val="12000"/>
              </a:srgbClr>
            </a:solidFill>
            <a:prstDash val="solid"/>
          </a:ln>
        </p:spPr>
      </p:sp>
      <p:sp>
        <p:nvSpPr>
          <p:cNvPr id="446" name="lumia-token-stream-curve">
            <a:extLst>
              <a:ext uri="{FF2B5EF4-FFF2-40B4-BE49-F238E27FC236}">
                <a16:creationId xmlns:a16="http://schemas.microsoft.com/office/drawing/2014/main" id="{C6762DC5-6C6A-4E5E-84DE-E806DDF9B2C3}"/>
              </a:ext>
            </a:extLst>
          </p:cNvPr>
          <p:cNvSpPr>
            <a:spLocks noGrp="1"/>
          </p:cNvSpPr>
          <p:nvPr/>
        </p:nvSpPr>
        <p:spPr>
          <a:xfrm>
            <a:off x="7382392" y="4500205"/>
            <a:ext cx="279236" cy="55108"/>
          </a:xfrm>
          <a:custGeom>
            <a:avLst/>
            <a:gdLst/>
            <a:ahLst/>
            <a:cxnLst/>
            <a:rect l="0" t="0" r="0" b="0"/>
            <a:pathLst>
              <a:path w="279236" h="55108">
                <a:moveTo>
                  <a:pt x="0" y="55108"/>
                </a:moveTo>
                <a:lnTo>
                  <a:pt x="279236" y="0"/>
                </a:lnTo>
              </a:path>
            </a:pathLst>
          </a:custGeom>
          <a:noFill/>
          <a:ln w="7557">
            <a:solidFill>
              <a:srgbClr val="F59415">
                <a:alpha val="12000"/>
              </a:srgbClr>
            </a:solidFill>
            <a:prstDash val="solid"/>
          </a:ln>
        </p:spPr>
      </p:sp>
      <p:sp>
        <p:nvSpPr>
          <p:cNvPr id="447" name="lumia-token-stream-curve">
            <a:extLst>
              <a:ext uri="{FF2B5EF4-FFF2-40B4-BE49-F238E27FC236}">
                <a16:creationId xmlns:a16="http://schemas.microsoft.com/office/drawing/2014/main" id="{5760327E-9335-4B27-BC28-241DE3108742}"/>
              </a:ext>
            </a:extLst>
          </p:cNvPr>
          <p:cNvSpPr>
            <a:spLocks noGrp="1"/>
          </p:cNvSpPr>
          <p:nvPr/>
        </p:nvSpPr>
        <p:spPr>
          <a:xfrm>
            <a:off x="7661628" y="4443702"/>
            <a:ext cx="282071" cy="56502"/>
          </a:xfrm>
          <a:custGeom>
            <a:avLst/>
            <a:gdLst/>
            <a:ahLst/>
            <a:cxnLst/>
            <a:rect l="0" t="0" r="0" b="0"/>
            <a:pathLst>
              <a:path w="282071" h="56502">
                <a:moveTo>
                  <a:pt x="0" y="56502"/>
                </a:moveTo>
                <a:lnTo>
                  <a:pt x="282071" y="0"/>
                </a:lnTo>
              </a:path>
            </a:pathLst>
          </a:custGeom>
          <a:noFill/>
          <a:ln w="7738">
            <a:solidFill>
              <a:srgbClr val="F79E11">
                <a:alpha val="13000"/>
              </a:srgbClr>
            </a:solidFill>
            <a:prstDash val="solid"/>
          </a:ln>
        </p:spPr>
      </p:sp>
      <p:sp>
        <p:nvSpPr>
          <p:cNvPr id="448" name="lumia-token-stream-curve">
            <a:extLst>
              <a:ext uri="{FF2B5EF4-FFF2-40B4-BE49-F238E27FC236}">
                <a16:creationId xmlns:a16="http://schemas.microsoft.com/office/drawing/2014/main" id="{068C908B-1AA5-47B3-ACEE-A8E7F50E7C18}"/>
              </a:ext>
            </a:extLst>
          </p:cNvPr>
          <p:cNvSpPr>
            <a:spLocks noGrp="1"/>
          </p:cNvSpPr>
          <p:nvPr/>
        </p:nvSpPr>
        <p:spPr>
          <a:xfrm>
            <a:off x="7943699" y="4381139"/>
            <a:ext cx="284875" cy="62564"/>
          </a:xfrm>
          <a:custGeom>
            <a:avLst/>
            <a:gdLst/>
            <a:ahLst/>
            <a:cxnLst/>
            <a:rect l="0" t="0" r="0" b="0"/>
            <a:pathLst>
              <a:path w="284875" h="62564">
                <a:moveTo>
                  <a:pt x="0" y="62564"/>
                </a:moveTo>
                <a:lnTo>
                  <a:pt x="284875" y="0"/>
                </a:lnTo>
              </a:path>
            </a:pathLst>
          </a:custGeom>
          <a:noFill/>
          <a:ln w="7917">
            <a:solidFill>
              <a:srgbClr val="F8A90C">
                <a:alpha val="13000"/>
              </a:srgbClr>
            </a:solidFill>
            <a:prstDash val="solid"/>
          </a:ln>
        </p:spPr>
      </p:sp>
      <p:sp>
        <p:nvSpPr>
          <p:cNvPr id="449" name="lumia-token-stream-curve">
            <a:extLst>
              <a:ext uri="{FF2B5EF4-FFF2-40B4-BE49-F238E27FC236}">
                <a16:creationId xmlns:a16="http://schemas.microsoft.com/office/drawing/2014/main" id="{A6495C64-C08D-455D-8F01-5E5C98E618E9}"/>
              </a:ext>
            </a:extLst>
          </p:cNvPr>
          <p:cNvSpPr>
            <a:spLocks noGrp="1"/>
          </p:cNvSpPr>
          <p:nvPr/>
        </p:nvSpPr>
        <p:spPr>
          <a:xfrm>
            <a:off x="8228574" y="4307844"/>
            <a:ext cx="287648" cy="73295"/>
          </a:xfrm>
          <a:custGeom>
            <a:avLst/>
            <a:gdLst/>
            <a:ahLst/>
            <a:cxnLst/>
            <a:rect l="0" t="0" r="0" b="0"/>
            <a:pathLst>
              <a:path w="287648" h="73295">
                <a:moveTo>
                  <a:pt x="0" y="73295"/>
                </a:moveTo>
                <a:lnTo>
                  <a:pt x="287648" y="0"/>
                </a:lnTo>
              </a:path>
            </a:pathLst>
          </a:custGeom>
          <a:noFill/>
          <a:ln w="8094">
            <a:solidFill>
              <a:srgbClr val="FAB408">
                <a:alpha val="13000"/>
              </a:srgbClr>
            </a:solidFill>
            <a:prstDash val="solid"/>
          </a:ln>
        </p:spPr>
      </p:sp>
      <p:sp>
        <p:nvSpPr>
          <p:cNvPr id="450" name="lumia-token-stream-curve">
            <a:extLst>
              <a:ext uri="{FF2B5EF4-FFF2-40B4-BE49-F238E27FC236}">
                <a16:creationId xmlns:a16="http://schemas.microsoft.com/office/drawing/2014/main" id="{0C1FB50A-9177-43C4-AB8D-8725CC7DD343}"/>
              </a:ext>
            </a:extLst>
          </p:cNvPr>
          <p:cNvSpPr>
            <a:spLocks noGrp="1"/>
          </p:cNvSpPr>
          <p:nvPr/>
        </p:nvSpPr>
        <p:spPr>
          <a:xfrm>
            <a:off x="8516222" y="4219757"/>
            <a:ext cx="290389" cy="88087"/>
          </a:xfrm>
          <a:custGeom>
            <a:avLst/>
            <a:gdLst/>
            <a:ahLst/>
            <a:cxnLst/>
            <a:rect l="0" t="0" r="0" b="0"/>
            <a:pathLst>
              <a:path w="290389" h="88087">
                <a:moveTo>
                  <a:pt x="0" y="88087"/>
                </a:moveTo>
                <a:lnTo>
                  <a:pt x="290389" y="0"/>
                </a:lnTo>
              </a:path>
            </a:pathLst>
          </a:custGeom>
          <a:noFill/>
          <a:ln w="8266">
            <a:solidFill>
              <a:srgbClr val="F7BC07">
                <a:alpha val="14000"/>
              </a:srgbClr>
            </a:solidFill>
            <a:prstDash val="solid"/>
          </a:ln>
        </p:spPr>
      </p:sp>
      <p:sp>
        <p:nvSpPr>
          <p:cNvPr id="451" name="lumia-token-stream-curve">
            <a:extLst>
              <a:ext uri="{FF2B5EF4-FFF2-40B4-BE49-F238E27FC236}">
                <a16:creationId xmlns:a16="http://schemas.microsoft.com/office/drawing/2014/main" id="{5AEAD32D-9E5A-4CEA-81E5-181697039E62}"/>
              </a:ext>
            </a:extLst>
          </p:cNvPr>
          <p:cNvSpPr>
            <a:spLocks noGrp="1"/>
          </p:cNvSpPr>
          <p:nvPr/>
        </p:nvSpPr>
        <p:spPr>
          <a:xfrm>
            <a:off x="8806611" y="4114006"/>
            <a:ext cx="293100" cy="105751"/>
          </a:xfrm>
          <a:custGeom>
            <a:avLst/>
            <a:gdLst/>
            <a:ahLst/>
            <a:cxnLst/>
            <a:rect l="0" t="0" r="0" b="0"/>
            <a:pathLst>
              <a:path w="293100" h="105751">
                <a:moveTo>
                  <a:pt x="0" y="105751"/>
                </a:moveTo>
                <a:lnTo>
                  <a:pt x="293100" y="0"/>
                </a:lnTo>
              </a:path>
            </a:pathLst>
          </a:custGeom>
          <a:noFill/>
          <a:ln w="8432">
            <a:solidFill>
              <a:srgbClr val="E5BA0E">
                <a:alpha val="14000"/>
              </a:srgbClr>
            </a:solidFill>
            <a:prstDash val="solid"/>
          </a:ln>
        </p:spPr>
      </p:sp>
      <p:sp>
        <p:nvSpPr>
          <p:cNvPr id="452" name="lumia-token-stream-curve">
            <a:extLst>
              <a:ext uri="{FF2B5EF4-FFF2-40B4-BE49-F238E27FC236}">
                <a16:creationId xmlns:a16="http://schemas.microsoft.com/office/drawing/2014/main" id="{195C0B85-A250-4EEB-9445-753C0BA35AB7}"/>
              </a:ext>
            </a:extLst>
          </p:cNvPr>
          <p:cNvSpPr>
            <a:spLocks noGrp="1"/>
          </p:cNvSpPr>
          <p:nvPr/>
        </p:nvSpPr>
        <p:spPr>
          <a:xfrm>
            <a:off x="9099711" y="3989364"/>
            <a:ext cx="295779" cy="124642"/>
          </a:xfrm>
          <a:custGeom>
            <a:avLst/>
            <a:gdLst/>
            <a:ahLst/>
            <a:cxnLst/>
            <a:rect l="0" t="0" r="0" b="0"/>
            <a:pathLst>
              <a:path w="295779" h="124642">
                <a:moveTo>
                  <a:pt x="0" y="124642"/>
                </a:moveTo>
                <a:lnTo>
                  <a:pt x="295779" y="0"/>
                </a:lnTo>
              </a:path>
            </a:pathLst>
          </a:custGeom>
          <a:noFill/>
          <a:ln w="8590">
            <a:solidFill>
              <a:srgbClr val="D3B815">
                <a:alpha val="14000"/>
              </a:srgbClr>
            </a:solidFill>
            <a:prstDash val="solid"/>
          </a:ln>
        </p:spPr>
      </p:sp>
      <p:sp>
        <p:nvSpPr>
          <p:cNvPr id="453" name="lumia-token-stream-curve">
            <a:extLst>
              <a:ext uri="{FF2B5EF4-FFF2-40B4-BE49-F238E27FC236}">
                <a16:creationId xmlns:a16="http://schemas.microsoft.com/office/drawing/2014/main" id="{B800A1E4-1AA0-4612-9A07-54D8A57AA90C}"/>
              </a:ext>
            </a:extLst>
          </p:cNvPr>
          <p:cNvSpPr>
            <a:spLocks noGrp="1"/>
          </p:cNvSpPr>
          <p:nvPr/>
        </p:nvSpPr>
        <p:spPr>
          <a:xfrm>
            <a:off x="9395490" y="3846509"/>
            <a:ext cx="298428" cy="142855"/>
          </a:xfrm>
          <a:custGeom>
            <a:avLst/>
            <a:gdLst/>
            <a:ahLst/>
            <a:cxnLst/>
            <a:rect l="0" t="0" r="0" b="0"/>
            <a:pathLst>
              <a:path w="298428" h="142855">
                <a:moveTo>
                  <a:pt x="0" y="142855"/>
                </a:moveTo>
                <a:lnTo>
                  <a:pt x="298428" y="0"/>
                </a:lnTo>
              </a:path>
            </a:pathLst>
          </a:custGeom>
          <a:noFill/>
          <a:ln w="8739">
            <a:solidFill>
              <a:srgbClr val="C2B61C">
                <a:alpha val="15000"/>
              </a:srgbClr>
            </a:solidFill>
            <a:prstDash val="solid"/>
          </a:ln>
        </p:spPr>
      </p:sp>
      <p:sp>
        <p:nvSpPr>
          <p:cNvPr id="454" name="lumia-token-stream-curve">
            <a:extLst>
              <a:ext uri="{FF2B5EF4-FFF2-40B4-BE49-F238E27FC236}">
                <a16:creationId xmlns:a16="http://schemas.microsoft.com/office/drawing/2014/main" id="{4E6268D3-A8A7-4B1E-878D-2B55F99E7760}"/>
              </a:ext>
            </a:extLst>
          </p:cNvPr>
          <p:cNvSpPr>
            <a:spLocks noGrp="1"/>
          </p:cNvSpPr>
          <p:nvPr/>
        </p:nvSpPr>
        <p:spPr>
          <a:xfrm>
            <a:off x="9693917" y="3688027"/>
            <a:ext cx="301045" cy="158482"/>
          </a:xfrm>
          <a:custGeom>
            <a:avLst/>
            <a:gdLst/>
            <a:ahLst/>
            <a:cxnLst/>
            <a:rect l="0" t="0" r="0" b="0"/>
            <a:pathLst>
              <a:path w="301045" h="158482">
                <a:moveTo>
                  <a:pt x="0" y="158482"/>
                </a:moveTo>
                <a:lnTo>
                  <a:pt x="301045" y="0"/>
                </a:lnTo>
              </a:path>
            </a:pathLst>
          </a:custGeom>
          <a:noFill/>
          <a:ln w="8876">
            <a:solidFill>
              <a:srgbClr val="B0B422">
                <a:alpha val="15000"/>
              </a:srgbClr>
            </a:solidFill>
            <a:prstDash val="solid"/>
          </a:ln>
        </p:spPr>
      </p:sp>
      <p:sp>
        <p:nvSpPr>
          <p:cNvPr id="455" name="lumia-token-stream-curve">
            <a:extLst>
              <a:ext uri="{FF2B5EF4-FFF2-40B4-BE49-F238E27FC236}">
                <a16:creationId xmlns:a16="http://schemas.microsoft.com/office/drawing/2014/main" id="{EC6FC3C1-38AA-48F9-9C86-C5CB48B08A5B}"/>
              </a:ext>
            </a:extLst>
          </p:cNvPr>
          <p:cNvSpPr>
            <a:spLocks noGrp="1"/>
          </p:cNvSpPr>
          <p:nvPr/>
        </p:nvSpPr>
        <p:spPr>
          <a:xfrm>
            <a:off x="9994962" y="3518123"/>
            <a:ext cx="303631" cy="169904"/>
          </a:xfrm>
          <a:custGeom>
            <a:avLst/>
            <a:gdLst/>
            <a:ahLst/>
            <a:cxnLst/>
            <a:rect l="0" t="0" r="0" b="0"/>
            <a:pathLst>
              <a:path w="303631" h="169904">
                <a:moveTo>
                  <a:pt x="0" y="169904"/>
                </a:moveTo>
                <a:lnTo>
                  <a:pt x="303631" y="0"/>
                </a:lnTo>
              </a:path>
            </a:pathLst>
          </a:custGeom>
          <a:noFill/>
          <a:ln w="9001">
            <a:solidFill>
              <a:srgbClr val="9EB329">
                <a:alpha val="15000"/>
              </a:srgbClr>
            </a:solidFill>
            <a:prstDash val="solid"/>
          </a:ln>
        </p:spPr>
      </p:sp>
      <p:sp>
        <p:nvSpPr>
          <p:cNvPr id="456" name="lumia-token-stream-curve">
            <a:extLst>
              <a:ext uri="{FF2B5EF4-FFF2-40B4-BE49-F238E27FC236}">
                <a16:creationId xmlns:a16="http://schemas.microsoft.com/office/drawing/2014/main" id="{96E03721-81A9-4338-8B3A-E056E9C020D6}"/>
              </a:ext>
            </a:extLst>
          </p:cNvPr>
          <p:cNvSpPr>
            <a:spLocks noGrp="1"/>
          </p:cNvSpPr>
          <p:nvPr/>
        </p:nvSpPr>
        <p:spPr>
          <a:xfrm>
            <a:off x="10298593" y="3342072"/>
            <a:ext cx="306186" cy="176051"/>
          </a:xfrm>
          <a:custGeom>
            <a:avLst/>
            <a:gdLst/>
            <a:ahLst/>
            <a:cxnLst/>
            <a:rect l="0" t="0" r="0" b="0"/>
            <a:pathLst>
              <a:path w="306186" h="176051">
                <a:moveTo>
                  <a:pt x="0" y="176051"/>
                </a:moveTo>
                <a:lnTo>
                  <a:pt x="306186" y="0"/>
                </a:lnTo>
              </a:path>
            </a:pathLst>
          </a:custGeom>
          <a:noFill/>
          <a:ln w="9111">
            <a:solidFill>
              <a:srgbClr val="8CB130">
                <a:alpha val="15000"/>
              </a:srgbClr>
            </a:solidFill>
            <a:prstDash val="solid"/>
          </a:ln>
        </p:spPr>
      </p:sp>
      <p:sp>
        <p:nvSpPr>
          <p:cNvPr id="457" name="lumia-token-stream-curve">
            <a:extLst>
              <a:ext uri="{FF2B5EF4-FFF2-40B4-BE49-F238E27FC236}">
                <a16:creationId xmlns:a16="http://schemas.microsoft.com/office/drawing/2014/main" id="{12E03504-D10E-4936-AE8C-2699FFD7EC1D}"/>
              </a:ext>
            </a:extLst>
          </p:cNvPr>
          <p:cNvSpPr>
            <a:spLocks noGrp="1"/>
          </p:cNvSpPr>
          <p:nvPr/>
        </p:nvSpPr>
        <p:spPr>
          <a:xfrm>
            <a:off x="10604780" y="3165460"/>
            <a:ext cx="308710" cy="176612"/>
          </a:xfrm>
          <a:custGeom>
            <a:avLst/>
            <a:gdLst/>
            <a:ahLst/>
            <a:cxnLst/>
            <a:rect l="0" t="0" r="0" b="0"/>
            <a:pathLst>
              <a:path w="308710" h="176612">
                <a:moveTo>
                  <a:pt x="0" y="176612"/>
                </a:moveTo>
                <a:lnTo>
                  <a:pt x="308710" y="0"/>
                </a:lnTo>
              </a:path>
            </a:pathLst>
          </a:custGeom>
          <a:noFill/>
          <a:ln w="9205">
            <a:solidFill>
              <a:srgbClr val="7BAF37">
                <a:alpha val="15000"/>
              </a:srgbClr>
            </a:solidFill>
            <a:prstDash val="solid"/>
          </a:ln>
        </p:spPr>
      </p:sp>
      <p:sp>
        <p:nvSpPr>
          <p:cNvPr id="458" name="lumia-token-stream-curve">
            <a:extLst>
              <a:ext uri="{FF2B5EF4-FFF2-40B4-BE49-F238E27FC236}">
                <a16:creationId xmlns:a16="http://schemas.microsoft.com/office/drawing/2014/main" id="{C6F887F2-2786-4DEE-BE75-EE15ABD9BC76}"/>
              </a:ext>
            </a:extLst>
          </p:cNvPr>
          <p:cNvSpPr>
            <a:spLocks noGrp="1"/>
          </p:cNvSpPr>
          <p:nvPr/>
        </p:nvSpPr>
        <p:spPr>
          <a:xfrm>
            <a:off x="10913490" y="2993316"/>
            <a:ext cx="311203" cy="172144"/>
          </a:xfrm>
          <a:custGeom>
            <a:avLst/>
            <a:gdLst/>
            <a:ahLst/>
            <a:cxnLst/>
            <a:rect l="0" t="0" r="0" b="0"/>
            <a:pathLst>
              <a:path w="311203" h="172144">
                <a:moveTo>
                  <a:pt x="0" y="172144"/>
                </a:moveTo>
                <a:lnTo>
                  <a:pt x="311203" y="0"/>
                </a:lnTo>
              </a:path>
            </a:pathLst>
          </a:custGeom>
          <a:noFill/>
          <a:ln w="9281">
            <a:solidFill>
              <a:srgbClr val="69AD3E">
                <a:alpha val="15000"/>
              </a:srgbClr>
            </a:solidFill>
            <a:prstDash val="solid"/>
          </a:ln>
        </p:spPr>
      </p:sp>
      <p:sp>
        <p:nvSpPr>
          <p:cNvPr id="459" name="lumia-token-stream-curve">
            <a:extLst>
              <a:ext uri="{FF2B5EF4-FFF2-40B4-BE49-F238E27FC236}">
                <a16:creationId xmlns:a16="http://schemas.microsoft.com/office/drawing/2014/main" id="{26366DFB-4D46-4B13-B1B2-EB9972B53180}"/>
              </a:ext>
            </a:extLst>
          </p:cNvPr>
          <p:cNvSpPr>
            <a:spLocks noGrp="1"/>
          </p:cNvSpPr>
          <p:nvPr/>
        </p:nvSpPr>
        <p:spPr>
          <a:xfrm>
            <a:off x="11224693" y="2829274"/>
            <a:ext cx="313665" cy="164042"/>
          </a:xfrm>
          <a:custGeom>
            <a:avLst/>
            <a:gdLst/>
            <a:ahLst/>
            <a:cxnLst/>
            <a:rect l="0" t="0" r="0" b="0"/>
            <a:pathLst>
              <a:path w="313665" h="164042">
                <a:moveTo>
                  <a:pt x="0" y="164042"/>
                </a:moveTo>
                <a:lnTo>
                  <a:pt x="313665" y="0"/>
                </a:lnTo>
              </a:path>
            </a:pathLst>
          </a:custGeom>
          <a:noFill/>
          <a:ln w="9338">
            <a:solidFill>
              <a:srgbClr val="57AC45">
                <a:alpha val="16000"/>
              </a:srgbClr>
            </a:solidFill>
            <a:prstDash val="solid"/>
          </a:ln>
        </p:spPr>
      </p:sp>
      <p:sp>
        <p:nvSpPr>
          <p:cNvPr id="460" name="lumia-token-stream-curve">
            <a:extLst>
              <a:ext uri="{FF2B5EF4-FFF2-40B4-BE49-F238E27FC236}">
                <a16:creationId xmlns:a16="http://schemas.microsoft.com/office/drawing/2014/main" id="{5DFC3097-A50A-46AA-9872-C3D79C13BBD8}"/>
              </a:ext>
            </a:extLst>
          </p:cNvPr>
          <p:cNvSpPr>
            <a:spLocks noGrp="1"/>
          </p:cNvSpPr>
          <p:nvPr/>
        </p:nvSpPr>
        <p:spPr>
          <a:xfrm>
            <a:off x="11538358" y="2674892"/>
            <a:ext cx="316096" cy="154382"/>
          </a:xfrm>
          <a:custGeom>
            <a:avLst/>
            <a:gdLst/>
            <a:ahLst/>
            <a:cxnLst/>
            <a:rect l="0" t="0" r="0" b="0"/>
            <a:pathLst>
              <a:path w="316096" h="154382">
                <a:moveTo>
                  <a:pt x="0" y="154382"/>
                </a:moveTo>
                <a:lnTo>
                  <a:pt x="316096" y="0"/>
                </a:lnTo>
              </a:path>
            </a:pathLst>
          </a:custGeom>
          <a:noFill/>
          <a:ln w="9373">
            <a:solidFill>
              <a:srgbClr val="46AA4C">
                <a:alpha val="16000"/>
              </a:srgbClr>
            </a:solidFill>
            <a:prstDash val="solid"/>
          </a:ln>
        </p:spPr>
      </p:sp>
      <p:sp>
        <p:nvSpPr>
          <p:cNvPr id="461" name="lumia-token-stream-curve">
            <a:extLst>
              <a:ext uri="{FF2B5EF4-FFF2-40B4-BE49-F238E27FC236}">
                <a16:creationId xmlns:a16="http://schemas.microsoft.com/office/drawing/2014/main" id="{8B4F4CF2-01CC-4F30-9BA1-97F3ED34145C}"/>
              </a:ext>
            </a:extLst>
          </p:cNvPr>
          <p:cNvSpPr>
            <a:spLocks noGrp="1"/>
          </p:cNvSpPr>
          <p:nvPr/>
        </p:nvSpPr>
        <p:spPr>
          <a:xfrm>
            <a:off x="11854454" y="2529267"/>
            <a:ext cx="318496" cy="145625"/>
          </a:xfrm>
          <a:custGeom>
            <a:avLst/>
            <a:gdLst/>
            <a:ahLst/>
            <a:cxnLst/>
            <a:rect l="0" t="0" r="0" b="0"/>
            <a:pathLst>
              <a:path w="318496" h="145625">
                <a:moveTo>
                  <a:pt x="0" y="145625"/>
                </a:moveTo>
                <a:lnTo>
                  <a:pt x="318496" y="0"/>
                </a:lnTo>
              </a:path>
            </a:pathLst>
          </a:custGeom>
          <a:noFill/>
          <a:ln w="9385">
            <a:solidFill>
              <a:srgbClr val="34A853">
                <a:alpha val="16000"/>
              </a:srgbClr>
            </a:solidFill>
            <a:prstDash val="solid"/>
          </a:ln>
        </p:spPr>
      </p:sp>
      <p:sp>
        <p:nvSpPr>
          <p:cNvPr id="462" name="lumia-token-stream-curve">
            <a:extLst>
              <a:ext uri="{FF2B5EF4-FFF2-40B4-BE49-F238E27FC236}">
                <a16:creationId xmlns:a16="http://schemas.microsoft.com/office/drawing/2014/main" id="{BA475F5D-84CC-4D19-912C-03794C8436A6}"/>
              </a:ext>
            </a:extLst>
          </p:cNvPr>
          <p:cNvSpPr>
            <a:spLocks noGrp="1"/>
          </p:cNvSpPr>
          <p:nvPr/>
        </p:nvSpPr>
        <p:spPr>
          <a:xfrm>
            <a:off x="337905" y="6011260"/>
            <a:ext cx="186080" cy="55630"/>
          </a:xfrm>
          <a:custGeom>
            <a:avLst/>
            <a:gdLst/>
            <a:ahLst/>
            <a:cxnLst/>
            <a:rect l="0" t="0" r="0" b="0"/>
            <a:pathLst>
              <a:path w="186080" h="55630">
                <a:moveTo>
                  <a:pt x="0" y="55630"/>
                </a:moveTo>
                <a:lnTo>
                  <a:pt x="186080" y="0"/>
                </a:lnTo>
              </a:path>
            </a:pathLst>
          </a:custGeom>
          <a:noFill/>
          <a:ln w="6136">
            <a:solidFill>
              <a:srgbClr val="4285F4">
                <a:alpha val="7000"/>
              </a:srgbClr>
            </a:solidFill>
            <a:prstDash val="solid"/>
          </a:ln>
        </p:spPr>
      </p:sp>
      <p:sp>
        <p:nvSpPr>
          <p:cNvPr id="463" name="lumia-token-stream-curve">
            <a:extLst>
              <a:ext uri="{FF2B5EF4-FFF2-40B4-BE49-F238E27FC236}">
                <a16:creationId xmlns:a16="http://schemas.microsoft.com/office/drawing/2014/main" id="{0EF88759-3DAA-42B0-8CDC-F9C4FD8CA239}"/>
              </a:ext>
            </a:extLst>
          </p:cNvPr>
          <p:cNvSpPr>
            <a:spLocks noGrp="1"/>
          </p:cNvSpPr>
          <p:nvPr/>
        </p:nvSpPr>
        <p:spPr>
          <a:xfrm>
            <a:off x="523985" y="5962297"/>
            <a:ext cx="189763" cy="48963"/>
          </a:xfrm>
          <a:custGeom>
            <a:avLst/>
            <a:gdLst/>
            <a:ahLst/>
            <a:cxnLst/>
            <a:rect l="0" t="0" r="0" b="0"/>
            <a:pathLst>
              <a:path w="189763" h="48963">
                <a:moveTo>
                  <a:pt x="0" y="48963"/>
                </a:moveTo>
                <a:lnTo>
                  <a:pt x="189763" y="0"/>
                </a:lnTo>
              </a:path>
            </a:pathLst>
          </a:custGeom>
          <a:noFill/>
          <a:ln w="6136">
            <a:solidFill>
              <a:srgbClr val="447EEC">
                <a:alpha val="7000"/>
              </a:srgbClr>
            </a:solidFill>
            <a:prstDash val="solid"/>
          </a:ln>
        </p:spPr>
      </p:sp>
      <p:sp>
        <p:nvSpPr>
          <p:cNvPr id="464" name="lumia-token-stream-curve">
            <a:extLst>
              <a:ext uri="{FF2B5EF4-FFF2-40B4-BE49-F238E27FC236}">
                <a16:creationId xmlns:a16="http://schemas.microsoft.com/office/drawing/2014/main" id="{C6706F16-1708-41BB-96DE-70135D184864}"/>
              </a:ext>
            </a:extLst>
          </p:cNvPr>
          <p:cNvSpPr>
            <a:spLocks noGrp="1"/>
          </p:cNvSpPr>
          <p:nvPr/>
        </p:nvSpPr>
        <p:spPr>
          <a:xfrm>
            <a:off x="713748" y="5920480"/>
            <a:ext cx="193411" cy="41816"/>
          </a:xfrm>
          <a:custGeom>
            <a:avLst/>
            <a:gdLst/>
            <a:ahLst/>
            <a:cxnLst/>
            <a:rect l="0" t="0" r="0" b="0"/>
            <a:pathLst>
              <a:path w="193411" h="41816">
                <a:moveTo>
                  <a:pt x="0" y="41816"/>
                </a:moveTo>
                <a:lnTo>
                  <a:pt x="193411" y="0"/>
                </a:lnTo>
              </a:path>
            </a:pathLst>
          </a:custGeom>
          <a:noFill/>
          <a:ln w="6136">
            <a:solidFill>
              <a:srgbClr val="4678E3">
                <a:alpha val="7000"/>
              </a:srgbClr>
            </a:solidFill>
            <a:prstDash val="solid"/>
          </a:ln>
        </p:spPr>
      </p:sp>
      <p:sp>
        <p:nvSpPr>
          <p:cNvPr id="465" name="lumia-token-stream-curve">
            <a:extLst>
              <a:ext uri="{FF2B5EF4-FFF2-40B4-BE49-F238E27FC236}">
                <a16:creationId xmlns:a16="http://schemas.microsoft.com/office/drawing/2014/main" id="{7F824016-1EA1-46D6-B0D9-3F7C05691D8C}"/>
              </a:ext>
            </a:extLst>
          </p:cNvPr>
          <p:cNvSpPr>
            <a:spLocks noGrp="1"/>
          </p:cNvSpPr>
          <p:nvPr/>
        </p:nvSpPr>
        <p:spPr>
          <a:xfrm>
            <a:off x="907160" y="5885949"/>
            <a:ext cx="197024" cy="34532"/>
          </a:xfrm>
          <a:custGeom>
            <a:avLst/>
            <a:gdLst/>
            <a:ahLst/>
            <a:cxnLst/>
            <a:rect l="0" t="0" r="0" b="0"/>
            <a:pathLst>
              <a:path w="197024" h="34532">
                <a:moveTo>
                  <a:pt x="0" y="34532"/>
                </a:moveTo>
                <a:lnTo>
                  <a:pt x="197024" y="0"/>
                </a:lnTo>
              </a:path>
            </a:pathLst>
          </a:custGeom>
          <a:noFill/>
          <a:ln w="6136">
            <a:solidFill>
              <a:srgbClr val="4871DB">
                <a:alpha val="7000"/>
              </a:srgbClr>
            </a:solidFill>
            <a:prstDash val="solid"/>
          </a:ln>
        </p:spPr>
      </p:sp>
      <p:sp>
        <p:nvSpPr>
          <p:cNvPr id="466" name="lumia-token-stream-curve">
            <a:extLst>
              <a:ext uri="{FF2B5EF4-FFF2-40B4-BE49-F238E27FC236}">
                <a16:creationId xmlns:a16="http://schemas.microsoft.com/office/drawing/2014/main" id="{D7CBEC5A-B03F-41CB-A31A-33EDE5A882C6}"/>
              </a:ext>
            </a:extLst>
          </p:cNvPr>
          <p:cNvSpPr>
            <a:spLocks noGrp="1"/>
          </p:cNvSpPr>
          <p:nvPr/>
        </p:nvSpPr>
        <p:spPr>
          <a:xfrm>
            <a:off x="1104184" y="5858431"/>
            <a:ext cx="200602" cy="27518"/>
          </a:xfrm>
          <a:custGeom>
            <a:avLst/>
            <a:gdLst/>
            <a:ahLst/>
            <a:cxnLst/>
            <a:rect l="0" t="0" r="0" b="0"/>
            <a:pathLst>
              <a:path w="200602" h="27518">
                <a:moveTo>
                  <a:pt x="0" y="27518"/>
                </a:moveTo>
                <a:lnTo>
                  <a:pt x="200602" y="0"/>
                </a:lnTo>
              </a:path>
            </a:pathLst>
          </a:custGeom>
          <a:noFill/>
          <a:ln w="6136">
            <a:solidFill>
              <a:srgbClr val="4A6BD2">
                <a:alpha val="7000"/>
              </a:srgbClr>
            </a:solidFill>
            <a:prstDash val="solid"/>
          </a:ln>
        </p:spPr>
      </p:sp>
      <p:sp>
        <p:nvSpPr>
          <p:cNvPr id="467" name="lumia-token-stream-curve">
            <a:extLst>
              <a:ext uri="{FF2B5EF4-FFF2-40B4-BE49-F238E27FC236}">
                <a16:creationId xmlns:a16="http://schemas.microsoft.com/office/drawing/2014/main" id="{4219AFEE-9525-41F5-B084-D2A25E3BC848}"/>
              </a:ext>
            </a:extLst>
          </p:cNvPr>
          <p:cNvSpPr>
            <a:spLocks noGrp="1"/>
          </p:cNvSpPr>
          <p:nvPr/>
        </p:nvSpPr>
        <p:spPr>
          <a:xfrm>
            <a:off x="1304786" y="5837204"/>
            <a:ext cx="204144" cy="21227"/>
          </a:xfrm>
          <a:custGeom>
            <a:avLst/>
            <a:gdLst/>
            <a:ahLst/>
            <a:cxnLst/>
            <a:rect l="0" t="0" r="0" b="0"/>
            <a:pathLst>
              <a:path w="204144" h="21227">
                <a:moveTo>
                  <a:pt x="0" y="21227"/>
                </a:moveTo>
                <a:lnTo>
                  <a:pt x="204144" y="0"/>
                </a:lnTo>
              </a:path>
            </a:pathLst>
          </a:custGeom>
          <a:noFill/>
          <a:ln w="6136">
            <a:solidFill>
              <a:srgbClr val="4C64CA">
                <a:alpha val="7000"/>
              </a:srgbClr>
            </a:solidFill>
            <a:prstDash val="solid"/>
          </a:ln>
        </p:spPr>
      </p:sp>
      <p:sp>
        <p:nvSpPr>
          <p:cNvPr id="468" name="lumia-token-stream-curve">
            <a:extLst>
              <a:ext uri="{FF2B5EF4-FFF2-40B4-BE49-F238E27FC236}">
                <a16:creationId xmlns:a16="http://schemas.microsoft.com/office/drawing/2014/main" id="{30A13421-2D11-4143-A96F-9765CE3C3C39}"/>
              </a:ext>
            </a:extLst>
          </p:cNvPr>
          <p:cNvSpPr>
            <a:spLocks noGrp="1"/>
          </p:cNvSpPr>
          <p:nvPr/>
        </p:nvSpPr>
        <p:spPr>
          <a:xfrm>
            <a:off x="1508929" y="5821077"/>
            <a:ext cx="207650" cy="16127"/>
          </a:xfrm>
          <a:custGeom>
            <a:avLst/>
            <a:gdLst/>
            <a:ahLst/>
            <a:cxnLst/>
            <a:rect l="0" t="0" r="0" b="0"/>
            <a:pathLst>
              <a:path w="207650" h="16127">
                <a:moveTo>
                  <a:pt x="0" y="16127"/>
                </a:moveTo>
                <a:lnTo>
                  <a:pt x="207650" y="0"/>
                </a:lnTo>
              </a:path>
            </a:pathLst>
          </a:custGeom>
          <a:noFill/>
          <a:ln w="6136">
            <a:solidFill>
              <a:srgbClr val="4E5EC1">
                <a:alpha val="7000"/>
              </a:srgbClr>
            </a:solidFill>
            <a:prstDash val="solid"/>
          </a:ln>
        </p:spPr>
      </p:sp>
      <p:sp>
        <p:nvSpPr>
          <p:cNvPr id="469" name="lumia-token-stream-curve">
            <a:extLst>
              <a:ext uri="{FF2B5EF4-FFF2-40B4-BE49-F238E27FC236}">
                <a16:creationId xmlns:a16="http://schemas.microsoft.com/office/drawing/2014/main" id="{637276EB-4A4C-404B-B98A-3C2B26E96274}"/>
              </a:ext>
            </a:extLst>
          </p:cNvPr>
          <p:cNvSpPr>
            <a:spLocks noGrp="1"/>
          </p:cNvSpPr>
          <p:nvPr/>
        </p:nvSpPr>
        <p:spPr>
          <a:xfrm>
            <a:off x="1716580" y="5808418"/>
            <a:ext cx="211122" cy="12659"/>
          </a:xfrm>
          <a:custGeom>
            <a:avLst/>
            <a:gdLst/>
            <a:ahLst/>
            <a:cxnLst/>
            <a:rect l="0" t="0" r="0" b="0"/>
            <a:pathLst>
              <a:path w="211122" h="12659">
                <a:moveTo>
                  <a:pt x="0" y="12659"/>
                </a:moveTo>
                <a:lnTo>
                  <a:pt x="211122" y="0"/>
                </a:lnTo>
              </a:path>
            </a:pathLst>
          </a:custGeom>
          <a:noFill/>
          <a:ln w="6136">
            <a:solidFill>
              <a:srgbClr val="5057B9">
                <a:alpha val="7000"/>
              </a:srgbClr>
            </a:solidFill>
            <a:prstDash val="solid"/>
          </a:ln>
        </p:spPr>
      </p:sp>
      <p:sp>
        <p:nvSpPr>
          <p:cNvPr id="470" name="lumia-token-stream-curve">
            <a:extLst>
              <a:ext uri="{FF2B5EF4-FFF2-40B4-BE49-F238E27FC236}">
                <a16:creationId xmlns:a16="http://schemas.microsoft.com/office/drawing/2014/main" id="{45DEC65E-3B29-4A2F-9166-1F483DE36B25}"/>
              </a:ext>
            </a:extLst>
          </p:cNvPr>
          <p:cNvSpPr>
            <a:spLocks noGrp="1"/>
          </p:cNvSpPr>
          <p:nvPr/>
        </p:nvSpPr>
        <p:spPr>
          <a:xfrm>
            <a:off x="1927701" y="5797218"/>
            <a:ext cx="214557" cy="11200"/>
          </a:xfrm>
          <a:custGeom>
            <a:avLst/>
            <a:gdLst/>
            <a:ahLst/>
            <a:cxnLst/>
            <a:rect l="0" t="0" r="0" b="0"/>
            <a:pathLst>
              <a:path w="214557" h="11200">
                <a:moveTo>
                  <a:pt x="0" y="11200"/>
                </a:moveTo>
                <a:lnTo>
                  <a:pt x="214557" y="0"/>
                </a:lnTo>
              </a:path>
            </a:pathLst>
          </a:custGeom>
          <a:noFill/>
          <a:ln w="6136">
            <a:solidFill>
              <a:srgbClr val="5250B0">
                <a:alpha val="7000"/>
              </a:srgbClr>
            </a:solidFill>
            <a:prstDash val="solid"/>
          </a:ln>
        </p:spPr>
      </p:sp>
      <p:sp>
        <p:nvSpPr>
          <p:cNvPr id="471" name="lumia-token-stream-curve">
            <a:extLst>
              <a:ext uri="{FF2B5EF4-FFF2-40B4-BE49-F238E27FC236}">
                <a16:creationId xmlns:a16="http://schemas.microsoft.com/office/drawing/2014/main" id="{4F328132-1857-4228-AF5E-ADE9442454B0}"/>
              </a:ext>
            </a:extLst>
          </p:cNvPr>
          <p:cNvSpPr>
            <a:spLocks noGrp="1"/>
          </p:cNvSpPr>
          <p:nvPr/>
        </p:nvSpPr>
        <p:spPr>
          <a:xfrm>
            <a:off x="2142259" y="5785200"/>
            <a:ext cx="217958" cy="12018"/>
          </a:xfrm>
          <a:custGeom>
            <a:avLst/>
            <a:gdLst/>
            <a:ahLst/>
            <a:cxnLst/>
            <a:rect l="0" t="0" r="0" b="0"/>
            <a:pathLst>
              <a:path w="217958" h="12018">
                <a:moveTo>
                  <a:pt x="0" y="12018"/>
                </a:moveTo>
                <a:lnTo>
                  <a:pt x="217958" y="0"/>
                </a:lnTo>
              </a:path>
            </a:pathLst>
          </a:custGeom>
          <a:noFill/>
          <a:ln w="6136">
            <a:solidFill>
              <a:srgbClr val="544AA8">
                <a:alpha val="7000"/>
              </a:srgbClr>
            </a:solidFill>
            <a:prstDash val="solid"/>
          </a:ln>
        </p:spPr>
      </p:sp>
      <p:sp>
        <p:nvSpPr>
          <p:cNvPr id="472" name="lumia-token-stream-curve">
            <a:extLst>
              <a:ext uri="{FF2B5EF4-FFF2-40B4-BE49-F238E27FC236}">
                <a16:creationId xmlns:a16="http://schemas.microsoft.com/office/drawing/2014/main" id="{1FC2427C-D561-4E43-A618-24B7EB977329}"/>
              </a:ext>
            </a:extLst>
          </p:cNvPr>
          <p:cNvSpPr>
            <a:spLocks noGrp="1"/>
          </p:cNvSpPr>
          <p:nvPr/>
        </p:nvSpPr>
        <p:spPr>
          <a:xfrm>
            <a:off x="2360217" y="5769967"/>
            <a:ext cx="221323" cy="15233"/>
          </a:xfrm>
          <a:custGeom>
            <a:avLst/>
            <a:gdLst/>
            <a:ahLst/>
            <a:cxnLst/>
            <a:rect l="0" t="0" r="0" b="0"/>
            <a:pathLst>
              <a:path w="221323" h="15233">
                <a:moveTo>
                  <a:pt x="0" y="15233"/>
                </a:moveTo>
                <a:lnTo>
                  <a:pt x="221323" y="0"/>
                </a:lnTo>
              </a:path>
            </a:pathLst>
          </a:custGeom>
          <a:noFill/>
          <a:ln w="6136">
            <a:solidFill>
              <a:srgbClr val="5643A0">
                <a:alpha val="7000"/>
              </a:srgbClr>
            </a:solidFill>
            <a:prstDash val="solid"/>
          </a:ln>
        </p:spPr>
      </p:sp>
      <p:sp>
        <p:nvSpPr>
          <p:cNvPr id="473" name="lumia-token-stream-curve">
            <a:extLst>
              <a:ext uri="{FF2B5EF4-FFF2-40B4-BE49-F238E27FC236}">
                <a16:creationId xmlns:a16="http://schemas.microsoft.com/office/drawing/2014/main" id="{CED74C1E-6463-4FF4-8AD0-8915978F55C3}"/>
              </a:ext>
            </a:extLst>
          </p:cNvPr>
          <p:cNvSpPr>
            <a:spLocks noGrp="1"/>
          </p:cNvSpPr>
          <p:nvPr/>
        </p:nvSpPr>
        <p:spPr>
          <a:xfrm>
            <a:off x="2581540" y="5749184"/>
            <a:ext cx="224653" cy="20784"/>
          </a:xfrm>
          <a:custGeom>
            <a:avLst/>
            <a:gdLst/>
            <a:ahLst/>
            <a:cxnLst/>
            <a:rect l="0" t="0" r="0" b="0"/>
            <a:pathLst>
              <a:path w="224653" h="20784">
                <a:moveTo>
                  <a:pt x="0" y="20784"/>
                </a:moveTo>
                <a:lnTo>
                  <a:pt x="224653" y="0"/>
                </a:lnTo>
              </a:path>
            </a:pathLst>
          </a:custGeom>
          <a:noFill/>
          <a:ln w="6136">
            <a:solidFill>
              <a:srgbClr val="583D97">
                <a:alpha val="7000"/>
              </a:srgbClr>
            </a:solidFill>
            <a:prstDash val="solid"/>
          </a:ln>
        </p:spPr>
      </p:sp>
      <p:sp>
        <p:nvSpPr>
          <p:cNvPr id="474" name="lumia-token-stream-curve">
            <a:extLst>
              <a:ext uri="{FF2B5EF4-FFF2-40B4-BE49-F238E27FC236}">
                <a16:creationId xmlns:a16="http://schemas.microsoft.com/office/drawing/2014/main" id="{959107BC-3680-436A-BAD5-D234F3045266}"/>
              </a:ext>
            </a:extLst>
          </p:cNvPr>
          <p:cNvSpPr>
            <a:spLocks noGrp="1"/>
          </p:cNvSpPr>
          <p:nvPr/>
        </p:nvSpPr>
        <p:spPr>
          <a:xfrm>
            <a:off x="2806193" y="5720772"/>
            <a:ext cx="227947" cy="28412"/>
          </a:xfrm>
          <a:custGeom>
            <a:avLst/>
            <a:gdLst/>
            <a:ahLst/>
            <a:cxnLst/>
            <a:rect l="0" t="0" r="0" b="0"/>
            <a:pathLst>
              <a:path w="227947" h="28412">
                <a:moveTo>
                  <a:pt x="0" y="28412"/>
                </a:moveTo>
                <a:lnTo>
                  <a:pt x="227947" y="0"/>
                </a:lnTo>
              </a:path>
            </a:pathLst>
          </a:custGeom>
          <a:noFill/>
          <a:ln w="6136">
            <a:solidFill>
              <a:srgbClr val="623C8F">
                <a:alpha val="7000"/>
              </a:srgbClr>
            </a:solidFill>
            <a:prstDash val="solid"/>
          </a:ln>
        </p:spPr>
      </p:sp>
      <p:sp>
        <p:nvSpPr>
          <p:cNvPr id="475" name="lumia-token-stream-curve">
            <a:extLst>
              <a:ext uri="{FF2B5EF4-FFF2-40B4-BE49-F238E27FC236}">
                <a16:creationId xmlns:a16="http://schemas.microsoft.com/office/drawing/2014/main" id="{A5AB36B6-29C4-4AFA-B0E2-FE5EB5386769}"/>
              </a:ext>
            </a:extLst>
          </p:cNvPr>
          <p:cNvSpPr>
            <a:spLocks noGrp="1"/>
          </p:cNvSpPr>
          <p:nvPr/>
        </p:nvSpPr>
        <p:spPr>
          <a:xfrm>
            <a:off x="3034140" y="5683112"/>
            <a:ext cx="231206" cy="37660"/>
          </a:xfrm>
          <a:custGeom>
            <a:avLst/>
            <a:gdLst/>
            <a:ahLst/>
            <a:cxnLst/>
            <a:rect l="0" t="0" r="0" b="0"/>
            <a:pathLst>
              <a:path w="231206" h="37660">
                <a:moveTo>
                  <a:pt x="0" y="37660"/>
                </a:moveTo>
                <a:lnTo>
                  <a:pt x="231206" y="0"/>
                </a:lnTo>
              </a:path>
            </a:pathLst>
          </a:custGeom>
          <a:noFill/>
          <a:ln w="6136">
            <a:solidFill>
              <a:srgbClr val="6F3C86">
                <a:alpha val="7000"/>
              </a:srgbClr>
            </a:solidFill>
            <a:prstDash val="solid"/>
          </a:ln>
        </p:spPr>
      </p:sp>
      <p:sp>
        <p:nvSpPr>
          <p:cNvPr id="476" name="lumia-token-stream-curve">
            <a:extLst>
              <a:ext uri="{FF2B5EF4-FFF2-40B4-BE49-F238E27FC236}">
                <a16:creationId xmlns:a16="http://schemas.microsoft.com/office/drawing/2014/main" id="{D5562139-E9B0-45D7-8BCD-3E2027AD35FB}"/>
              </a:ext>
            </a:extLst>
          </p:cNvPr>
          <p:cNvSpPr>
            <a:spLocks noGrp="1"/>
          </p:cNvSpPr>
          <p:nvPr/>
        </p:nvSpPr>
        <p:spPr>
          <a:xfrm>
            <a:off x="3265346" y="5635223"/>
            <a:ext cx="234430" cy="47889"/>
          </a:xfrm>
          <a:custGeom>
            <a:avLst/>
            <a:gdLst/>
            <a:ahLst/>
            <a:cxnLst/>
            <a:rect l="0" t="0" r="0" b="0"/>
            <a:pathLst>
              <a:path w="234430" h="47889">
                <a:moveTo>
                  <a:pt x="0" y="47889"/>
                </a:moveTo>
                <a:lnTo>
                  <a:pt x="234430" y="0"/>
                </a:lnTo>
              </a:path>
            </a:pathLst>
          </a:custGeom>
          <a:noFill/>
          <a:ln w="6136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477" name="lumia-token-stream-curve">
            <a:extLst>
              <a:ext uri="{FF2B5EF4-FFF2-40B4-BE49-F238E27FC236}">
                <a16:creationId xmlns:a16="http://schemas.microsoft.com/office/drawing/2014/main" id="{02A37F3B-7A90-4B0C-91BA-273CE6CBB5DF}"/>
              </a:ext>
            </a:extLst>
          </p:cNvPr>
          <p:cNvSpPr>
            <a:spLocks noGrp="1"/>
          </p:cNvSpPr>
          <p:nvPr/>
        </p:nvSpPr>
        <p:spPr>
          <a:xfrm>
            <a:off x="3499776" y="5576904"/>
            <a:ext cx="237618" cy="58319"/>
          </a:xfrm>
          <a:custGeom>
            <a:avLst/>
            <a:gdLst/>
            <a:ahLst/>
            <a:cxnLst/>
            <a:rect l="0" t="0" r="0" b="0"/>
            <a:pathLst>
              <a:path w="237618" h="58319">
                <a:moveTo>
                  <a:pt x="0" y="58319"/>
                </a:moveTo>
                <a:lnTo>
                  <a:pt x="237618" y="0"/>
                </a:lnTo>
              </a:path>
            </a:pathLst>
          </a:custGeom>
          <a:noFill/>
          <a:ln w="6136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478" name="lumia-token-stream-curve">
            <a:extLst>
              <a:ext uri="{FF2B5EF4-FFF2-40B4-BE49-F238E27FC236}">
                <a16:creationId xmlns:a16="http://schemas.microsoft.com/office/drawing/2014/main" id="{E8F6EBB9-8585-4482-811E-041016C62AD2}"/>
              </a:ext>
            </a:extLst>
          </p:cNvPr>
          <p:cNvSpPr>
            <a:spLocks noGrp="1"/>
          </p:cNvSpPr>
          <p:nvPr/>
        </p:nvSpPr>
        <p:spPr>
          <a:xfrm>
            <a:off x="3737394" y="5508809"/>
            <a:ext cx="240771" cy="68096"/>
          </a:xfrm>
          <a:custGeom>
            <a:avLst/>
            <a:gdLst/>
            <a:ahLst/>
            <a:cxnLst/>
            <a:rect l="0" t="0" r="0" b="0"/>
            <a:pathLst>
              <a:path w="240771" h="68096">
                <a:moveTo>
                  <a:pt x="0" y="68096"/>
                </a:moveTo>
                <a:lnTo>
                  <a:pt x="240771" y="0"/>
                </a:lnTo>
              </a:path>
            </a:pathLst>
          </a:custGeom>
          <a:noFill/>
          <a:ln w="6137">
            <a:solidFill>
              <a:srgbClr val="963E6C">
                <a:alpha val="8000"/>
              </a:srgbClr>
            </a:solidFill>
            <a:prstDash val="solid"/>
          </a:ln>
        </p:spPr>
      </p:sp>
      <p:sp>
        <p:nvSpPr>
          <p:cNvPr id="479" name="lumia-token-stream-curve">
            <a:extLst>
              <a:ext uri="{FF2B5EF4-FFF2-40B4-BE49-F238E27FC236}">
                <a16:creationId xmlns:a16="http://schemas.microsoft.com/office/drawing/2014/main" id="{3D2A2D86-5492-4D4F-AFC0-18D4FC1014AF}"/>
              </a:ext>
            </a:extLst>
          </p:cNvPr>
          <p:cNvSpPr>
            <a:spLocks noGrp="1"/>
          </p:cNvSpPr>
          <p:nvPr/>
        </p:nvSpPr>
        <p:spPr>
          <a:xfrm>
            <a:off x="3978165" y="5432446"/>
            <a:ext cx="243888" cy="76362"/>
          </a:xfrm>
          <a:custGeom>
            <a:avLst/>
            <a:gdLst/>
            <a:ahLst/>
            <a:cxnLst/>
            <a:rect l="0" t="0" r="0" b="0"/>
            <a:pathLst>
              <a:path w="243888" h="76362">
                <a:moveTo>
                  <a:pt x="0" y="76362"/>
                </a:moveTo>
                <a:lnTo>
                  <a:pt x="243888" y="0"/>
                </a:lnTo>
              </a:path>
            </a:pathLst>
          </a:custGeom>
          <a:noFill/>
          <a:ln w="6156">
            <a:solidFill>
              <a:srgbClr val="A33F64">
                <a:alpha val="8000"/>
              </a:srgbClr>
            </a:solidFill>
            <a:prstDash val="solid"/>
          </a:ln>
        </p:spPr>
      </p:sp>
      <p:sp>
        <p:nvSpPr>
          <p:cNvPr id="480" name="lumia-token-stream-curve">
            <a:extLst>
              <a:ext uri="{FF2B5EF4-FFF2-40B4-BE49-F238E27FC236}">
                <a16:creationId xmlns:a16="http://schemas.microsoft.com/office/drawing/2014/main" id="{30DA9202-C9E4-4A38-B36B-67076E9ABA12}"/>
              </a:ext>
            </a:extLst>
          </p:cNvPr>
          <p:cNvSpPr>
            <a:spLocks noGrp="1"/>
          </p:cNvSpPr>
          <p:nvPr/>
        </p:nvSpPr>
        <p:spPr>
          <a:xfrm>
            <a:off x="4222053" y="5350090"/>
            <a:ext cx="246970" cy="82356"/>
          </a:xfrm>
          <a:custGeom>
            <a:avLst/>
            <a:gdLst/>
            <a:ahLst/>
            <a:cxnLst/>
            <a:rect l="0" t="0" r="0" b="0"/>
            <a:pathLst>
              <a:path w="246970" h="82356">
                <a:moveTo>
                  <a:pt x="0" y="82356"/>
                </a:moveTo>
                <a:lnTo>
                  <a:pt x="246970" y="0"/>
                </a:lnTo>
              </a:path>
            </a:pathLst>
          </a:custGeom>
          <a:noFill/>
          <a:ln w="6198">
            <a:solidFill>
              <a:srgbClr val="B0405B">
                <a:alpha val="8000"/>
              </a:srgbClr>
            </a:solidFill>
            <a:prstDash val="solid"/>
          </a:ln>
        </p:spPr>
      </p:sp>
      <p:sp>
        <p:nvSpPr>
          <p:cNvPr id="481" name="lumia-token-stream-curve">
            <a:extLst>
              <a:ext uri="{FF2B5EF4-FFF2-40B4-BE49-F238E27FC236}">
                <a16:creationId xmlns:a16="http://schemas.microsoft.com/office/drawing/2014/main" id="{2A77096B-159A-4DC7-937B-4CC0760ADD5E}"/>
              </a:ext>
            </a:extLst>
          </p:cNvPr>
          <p:cNvSpPr>
            <a:spLocks noGrp="1"/>
          </p:cNvSpPr>
          <p:nvPr/>
        </p:nvSpPr>
        <p:spPr>
          <a:xfrm>
            <a:off x="4469023" y="5264591"/>
            <a:ext cx="250017" cy="85499"/>
          </a:xfrm>
          <a:custGeom>
            <a:avLst/>
            <a:gdLst/>
            <a:ahLst/>
            <a:cxnLst/>
            <a:rect l="0" t="0" r="0" b="0"/>
            <a:pathLst>
              <a:path w="250017" h="85499">
                <a:moveTo>
                  <a:pt x="0" y="85499"/>
                </a:moveTo>
                <a:lnTo>
                  <a:pt x="250017" y="0"/>
                </a:lnTo>
              </a:path>
            </a:pathLst>
          </a:custGeom>
          <a:noFill/>
          <a:ln w="6262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482" name="lumia-token-stream-curve">
            <a:extLst>
              <a:ext uri="{FF2B5EF4-FFF2-40B4-BE49-F238E27FC236}">
                <a16:creationId xmlns:a16="http://schemas.microsoft.com/office/drawing/2014/main" id="{DB4D2D0B-2C6C-4CDB-9156-6A2F09B295EB}"/>
              </a:ext>
            </a:extLst>
          </p:cNvPr>
          <p:cNvSpPr>
            <a:spLocks noGrp="1"/>
          </p:cNvSpPr>
          <p:nvPr/>
        </p:nvSpPr>
        <p:spPr>
          <a:xfrm>
            <a:off x="4719040" y="5179112"/>
            <a:ext cx="253028" cy="85479"/>
          </a:xfrm>
          <a:custGeom>
            <a:avLst/>
            <a:gdLst/>
            <a:ahLst/>
            <a:cxnLst/>
            <a:rect l="0" t="0" r="0" b="0"/>
            <a:pathLst>
              <a:path w="253028" h="85479">
                <a:moveTo>
                  <a:pt x="0" y="85479"/>
                </a:moveTo>
                <a:lnTo>
                  <a:pt x="253028" y="0"/>
                </a:lnTo>
              </a:path>
            </a:pathLst>
          </a:custGeom>
          <a:noFill/>
          <a:ln w="6347">
            <a:solidFill>
              <a:srgbClr val="CA414A">
                <a:alpha val="9000"/>
              </a:srgbClr>
            </a:solidFill>
            <a:prstDash val="solid"/>
          </a:ln>
        </p:spPr>
      </p:sp>
      <p:sp>
        <p:nvSpPr>
          <p:cNvPr id="483" name="lumia-token-stream-curve">
            <a:extLst>
              <a:ext uri="{FF2B5EF4-FFF2-40B4-BE49-F238E27FC236}">
                <a16:creationId xmlns:a16="http://schemas.microsoft.com/office/drawing/2014/main" id="{28D3FD76-02BF-4C50-9457-58576C3495B7}"/>
              </a:ext>
            </a:extLst>
          </p:cNvPr>
          <p:cNvSpPr>
            <a:spLocks noGrp="1"/>
          </p:cNvSpPr>
          <p:nvPr/>
        </p:nvSpPr>
        <p:spPr>
          <a:xfrm>
            <a:off x="4972068" y="5096793"/>
            <a:ext cx="256004" cy="82319"/>
          </a:xfrm>
          <a:custGeom>
            <a:avLst/>
            <a:gdLst/>
            <a:ahLst/>
            <a:cxnLst/>
            <a:rect l="0" t="0" r="0" b="0"/>
            <a:pathLst>
              <a:path w="256004" h="82319">
                <a:moveTo>
                  <a:pt x="0" y="82319"/>
                </a:moveTo>
                <a:lnTo>
                  <a:pt x="256004" y="0"/>
                </a:lnTo>
              </a:path>
            </a:pathLst>
          </a:custGeom>
          <a:noFill/>
          <a:ln w="6449">
            <a:solidFill>
              <a:srgbClr val="D74242">
                <a:alpha val="9000"/>
              </a:srgbClr>
            </a:solidFill>
            <a:prstDash val="solid"/>
          </a:ln>
        </p:spPr>
      </p:sp>
      <p:sp>
        <p:nvSpPr>
          <p:cNvPr id="484" name="lumia-token-stream-curve">
            <a:extLst>
              <a:ext uri="{FF2B5EF4-FFF2-40B4-BE49-F238E27FC236}">
                <a16:creationId xmlns:a16="http://schemas.microsoft.com/office/drawing/2014/main" id="{DEA9A387-9C49-4C52-9663-2B5F42A91863}"/>
              </a:ext>
            </a:extLst>
          </p:cNvPr>
          <p:cNvSpPr>
            <a:spLocks noGrp="1"/>
          </p:cNvSpPr>
          <p:nvPr/>
        </p:nvSpPr>
        <p:spPr>
          <a:xfrm>
            <a:off x="5228072" y="5020386"/>
            <a:ext cx="258945" cy="76407"/>
          </a:xfrm>
          <a:custGeom>
            <a:avLst/>
            <a:gdLst/>
            <a:ahLst/>
            <a:cxnLst/>
            <a:rect l="0" t="0" r="0" b="0"/>
            <a:pathLst>
              <a:path w="258945" h="76407">
                <a:moveTo>
                  <a:pt x="0" y="76407"/>
                </a:moveTo>
                <a:lnTo>
                  <a:pt x="258945" y="0"/>
                </a:lnTo>
              </a:path>
            </a:pathLst>
          </a:custGeom>
          <a:noFill/>
          <a:ln w="6569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485" name="lumia-token-stream-curve">
            <a:extLst>
              <a:ext uri="{FF2B5EF4-FFF2-40B4-BE49-F238E27FC236}">
                <a16:creationId xmlns:a16="http://schemas.microsoft.com/office/drawing/2014/main" id="{D58F9A42-7D6F-46CE-AA8E-1517D2F79F21}"/>
              </a:ext>
            </a:extLst>
          </p:cNvPr>
          <p:cNvSpPr>
            <a:spLocks noGrp="1"/>
          </p:cNvSpPr>
          <p:nvPr/>
        </p:nvSpPr>
        <p:spPr>
          <a:xfrm>
            <a:off x="5487017" y="4951897"/>
            <a:ext cx="261850" cy="68489"/>
          </a:xfrm>
          <a:custGeom>
            <a:avLst/>
            <a:gdLst/>
            <a:ahLst/>
            <a:cxnLst/>
            <a:rect l="0" t="0" r="0" b="0"/>
            <a:pathLst>
              <a:path w="261850" h="68489">
                <a:moveTo>
                  <a:pt x="0" y="68489"/>
                </a:moveTo>
                <a:lnTo>
                  <a:pt x="261850" y="0"/>
                </a:lnTo>
              </a:path>
            </a:pathLst>
          </a:custGeom>
          <a:noFill/>
          <a:ln w="6703">
            <a:solidFill>
              <a:srgbClr val="EB4833">
                <a:alpha val="10000"/>
              </a:srgbClr>
            </a:solidFill>
            <a:prstDash val="solid"/>
          </a:ln>
        </p:spPr>
      </p:sp>
      <p:sp>
        <p:nvSpPr>
          <p:cNvPr id="486" name="lumia-token-stream-curve">
            <a:extLst>
              <a:ext uri="{FF2B5EF4-FFF2-40B4-BE49-F238E27FC236}">
                <a16:creationId xmlns:a16="http://schemas.microsoft.com/office/drawing/2014/main" id="{AFE52247-9616-48BC-8EF9-18297EDA1605}"/>
              </a:ext>
            </a:extLst>
          </p:cNvPr>
          <p:cNvSpPr>
            <a:spLocks noGrp="1"/>
          </p:cNvSpPr>
          <p:nvPr/>
        </p:nvSpPr>
        <p:spPr>
          <a:xfrm>
            <a:off x="5748867" y="4892275"/>
            <a:ext cx="264720" cy="59622"/>
          </a:xfrm>
          <a:custGeom>
            <a:avLst/>
            <a:gdLst/>
            <a:ahLst/>
            <a:cxnLst/>
            <a:rect l="0" t="0" r="0" b="0"/>
            <a:pathLst>
              <a:path w="264720" h="59622">
                <a:moveTo>
                  <a:pt x="0" y="59622"/>
                </a:moveTo>
                <a:lnTo>
                  <a:pt x="264720" y="0"/>
                </a:lnTo>
              </a:path>
            </a:pathLst>
          </a:custGeom>
          <a:noFill/>
          <a:ln w="6850">
            <a:solidFill>
              <a:srgbClr val="EC532F">
                <a:alpha val="10000"/>
              </a:srgbClr>
            </a:solidFill>
            <a:prstDash val="solid"/>
          </a:ln>
        </p:spPr>
      </p:sp>
      <p:sp>
        <p:nvSpPr>
          <p:cNvPr id="487" name="lumia-token-stream-curve">
            <a:extLst>
              <a:ext uri="{FF2B5EF4-FFF2-40B4-BE49-F238E27FC236}">
                <a16:creationId xmlns:a16="http://schemas.microsoft.com/office/drawing/2014/main" id="{D9E394D3-6531-49AC-8185-3EEE6B79F2C0}"/>
              </a:ext>
            </a:extLst>
          </p:cNvPr>
          <p:cNvSpPr>
            <a:spLocks noGrp="1"/>
          </p:cNvSpPr>
          <p:nvPr/>
        </p:nvSpPr>
        <p:spPr>
          <a:xfrm>
            <a:off x="6013586" y="4841202"/>
            <a:ext cx="267554" cy="51073"/>
          </a:xfrm>
          <a:custGeom>
            <a:avLst/>
            <a:gdLst/>
            <a:ahLst/>
            <a:cxnLst/>
            <a:rect l="0" t="0" r="0" b="0"/>
            <a:pathLst>
              <a:path w="267554" h="51073">
                <a:moveTo>
                  <a:pt x="0" y="51073"/>
                </a:moveTo>
                <a:lnTo>
                  <a:pt x="267554" y="0"/>
                </a:lnTo>
              </a:path>
            </a:pathLst>
          </a:custGeom>
          <a:noFill/>
          <a:ln w="7008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488" name="lumia-token-stream-curve">
            <a:extLst>
              <a:ext uri="{FF2B5EF4-FFF2-40B4-BE49-F238E27FC236}">
                <a16:creationId xmlns:a16="http://schemas.microsoft.com/office/drawing/2014/main" id="{B40B6A2B-88FA-4A2F-B86D-BE49DDCD2308}"/>
              </a:ext>
            </a:extLst>
          </p:cNvPr>
          <p:cNvSpPr>
            <a:spLocks noGrp="1"/>
          </p:cNvSpPr>
          <p:nvPr/>
        </p:nvSpPr>
        <p:spPr>
          <a:xfrm>
            <a:off x="6281140" y="4797012"/>
            <a:ext cx="270353" cy="44190"/>
          </a:xfrm>
          <a:custGeom>
            <a:avLst/>
            <a:gdLst/>
            <a:ahLst/>
            <a:cxnLst/>
            <a:rect l="0" t="0" r="0" b="0"/>
            <a:pathLst>
              <a:path w="270353" h="44190">
                <a:moveTo>
                  <a:pt x="0" y="44190"/>
                </a:moveTo>
                <a:lnTo>
                  <a:pt x="270353" y="0"/>
                </a:lnTo>
              </a:path>
            </a:pathLst>
          </a:custGeom>
          <a:noFill/>
          <a:ln w="7176">
            <a:solidFill>
              <a:srgbClr val="EF6926">
                <a:alpha val="11000"/>
              </a:srgbClr>
            </a:solidFill>
            <a:prstDash val="solid"/>
          </a:ln>
        </p:spPr>
      </p:sp>
      <p:sp>
        <p:nvSpPr>
          <p:cNvPr id="489" name="lumia-token-stream-curve">
            <a:extLst>
              <a:ext uri="{FF2B5EF4-FFF2-40B4-BE49-F238E27FC236}">
                <a16:creationId xmlns:a16="http://schemas.microsoft.com/office/drawing/2014/main" id="{4D17F7E3-BA81-4445-B849-E1D4230739DB}"/>
              </a:ext>
            </a:extLst>
          </p:cNvPr>
          <p:cNvSpPr>
            <a:spLocks noGrp="1"/>
          </p:cNvSpPr>
          <p:nvPr/>
        </p:nvSpPr>
        <p:spPr>
          <a:xfrm>
            <a:off x="6551493" y="4756772"/>
            <a:ext cx="273117" cy="40240"/>
          </a:xfrm>
          <a:custGeom>
            <a:avLst/>
            <a:gdLst/>
            <a:ahLst/>
            <a:cxnLst/>
            <a:rect l="0" t="0" r="0" b="0"/>
            <a:pathLst>
              <a:path w="273117" h="40240">
                <a:moveTo>
                  <a:pt x="0" y="40240"/>
                </a:moveTo>
                <a:lnTo>
                  <a:pt x="273117" y="0"/>
                </a:lnTo>
              </a:path>
            </a:pathLst>
          </a:custGeom>
          <a:noFill/>
          <a:ln w="7351">
            <a:solidFill>
              <a:srgbClr val="F17322">
                <a:alpha val="11000"/>
              </a:srgbClr>
            </a:solidFill>
            <a:prstDash val="solid"/>
          </a:ln>
        </p:spPr>
      </p:sp>
      <p:sp>
        <p:nvSpPr>
          <p:cNvPr id="490" name="lumia-token-stream-curve">
            <a:extLst>
              <a:ext uri="{FF2B5EF4-FFF2-40B4-BE49-F238E27FC236}">
                <a16:creationId xmlns:a16="http://schemas.microsoft.com/office/drawing/2014/main" id="{F7164785-468B-4055-A879-14774E924641}"/>
              </a:ext>
            </a:extLst>
          </p:cNvPr>
          <p:cNvSpPr>
            <a:spLocks noGrp="1"/>
          </p:cNvSpPr>
          <p:nvPr/>
        </p:nvSpPr>
        <p:spPr>
          <a:xfrm>
            <a:off x="6824610" y="4716530"/>
            <a:ext cx="275845" cy="40242"/>
          </a:xfrm>
          <a:custGeom>
            <a:avLst/>
            <a:gdLst/>
            <a:ahLst/>
            <a:cxnLst/>
            <a:rect l="0" t="0" r="0" b="0"/>
            <a:pathLst>
              <a:path w="275845" h="40242">
                <a:moveTo>
                  <a:pt x="0" y="40242"/>
                </a:moveTo>
                <a:lnTo>
                  <a:pt x="275845" y="0"/>
                </a:lnTo>
              </a:path>
            </a:pathLst>
          </a:custGeom>
          <a:noFill/>
          <a:ln w="7532">
            <a:solidFill>
              <a:srgbClr val="F27E1E">
                <a:alpha val="12000"/>
              </a:srgbClr>
            </a:solidFill>
            <a:prstDash val="solid"/>
          </a:ln>
        </p:spPr>
      </p:sp>
      <p:sp>
        <p:nvSpPr>
          <p:cNvPr id="491" name="lumia-token-stream-curve">
            <a:extLst>
              <a:ext uri="{FF2B5EF4-FFF2-40B4-BE49-F238E27FC236}">
                <a16:creationId xmlns:a16="http://schemas.microsoft.com/office/drawing/2014/main" id="{0095BB1E-F8B1-4838-BDA3-995C8E004459}"/>
              </a:ext>
            </a:extLst>
          </p:cNvPr>
          <p:cNvSpPr>
            <a:spLocks noGrp="1"/>
          </p:cNvSpPr>
          <p:nvPr/>
        </p:nvSpPr>
        <p:spPr>
          <a:xfrm>
            <a:off x="7100455" y="4671715"/>
            <a:ext cx="278538" cy="44815"/>
          </a:xfrm>
          <a:custGeom>
            <a:avLst/>
            <a:gdLst/>
            <a:ahLst/>
            <a:cxnLst/>
            <a:rect l="0" t="0" r="0" b="0"/>
            <a:pathLst>
              <a:path w="278538" h="44815">
                <a:moveTo>
                  <a:pt x="0" y="44815"/>
                </a:moveTo>
                <a:lnTo>
                  <a:pt x="278538" y="0"/>
                </a:lnTo>
              </a:path>
            </a:pathLst>
          </a:custGeom>
          <a:noFill/>
          <a:ln w="7718">
            <a:solidFill>
              <a:srgbClr val="F48919">
                <a:alpha val="12000"/>
              </a:srgbClr>
            </a:solidFill>
            <a:prstDash val="solid"/>
          </a:ln>
        </p:spPr>
      </p:sp>
      <p:sp>
        <p:nvSpPr>
          <p:cNvPr id="492" name="lumia-token-stream-curve">
            <a:extLst>
              <a:ext uri="{FF2B5EF4-FFF2-40B4-BE49-F238E27FC236}">
                <a16:creationId xmlns:a16="http://schemas.microsoft.com/office/drawing/2014/main" id="{EBAC57C6-2E07-4946-8A98-9E1EAAF4368B}"/>
              </a:ext>
            </a:extLst>
          </p:cNvPr>
          <p:cNvSpPr>
            <a:spLocks noGrp="1"/>
          </p:cNvSpPr>
          <p:nvPr/>
        </p:nvSpPr>
        <p:spPr>
          <a:xfrm>
            <a:off x="7378992" y="4617654"/>
            <a:ext cx="281195" cy="54061"/>
          </a:xfrm>
          <a:custGeom>
            <a:avLst/>
            <a:gdLst/>
            <a:ahLst/>
            <a:cxnLst/>
            <a:rect l="0" t="0" r="0" b="0"/>
            <a:pathLst>
              <a:path w="281195" h="54061">
                <a:moveTo>
                  <a:pt x="0" y="54061"/>
                </a:moveTo>
                <a:lnTo>
                  <a:pt x="281195" y="0"/>
                </a:lnTo>
              </a:path>
            </a:pathLst>
          </a:custGeom>
          <a:noFill/>
          <a:ln w="7906">
            <a:solidFill>
              <a:srgbClr val="F59415">
                <a:alpha val="12000"/>
              </a:srgbClr>
            </a:solidFill>
            <a:prstDash val="solid"/>
          </a:ln>
        </p:spPr>
      </p:sp>
      <p:sp>
        <p:nvSpPr>
          <p:cNvPr id="493" name="lumia-token-stream-curve">
            <a:extLst>
              <a:ext uri="{FF2B5EF4-FFF2-40B4-BE49-F238E27FC236}">
                <a16:creationId xmlns:a16="http://schemas.microsoft.com/office/drawing/2014/main" id="{A8562DFB-DC22-4D1C-AD1F-22BF9BAB90A2}"/>
              </a:ext>
            </a:extLst>
          </p:cNvPr>
          <p:cNvSpPr>
            <a:spLocks noGrp="1"/>
          </p:cNvSpPr>
          <p:nvPr/>
        </p:nvSpPr>
        <p:spPr>
          <a:xfrm>
            <a:off x="7660187" y="4550148"/>
            <a:ext cx="283817" cy="67506"/>
          </a:xfrm>
          <a:custGeom>
            <a:avLst/>
            <a:gdLst/>
            <a:ahLst/>
            <a:cxnLst/>
            <a:rect l="0" t="0" r="0" b="0"/>
            <a:pathLst>
              <a:path w="283817" h="67506">
                <a:moveTo>
                  <a:pt x="0" y="67506"/>
                </a:moveTo>
                <a:lnTo>
                  <a:pt x="283817" y="0"/>
                </a:lnTo>
              </a:path>
            </a:pathLst>
          </a:custGeom>
          <a:noFill/>
          <a:ln w="8095">
            <a:solidFill>
              <a:srgbClr val="F79E11">
                <a:alpha val="13000"/>
              </a:srgbClr>
            </a:solidFill>
            <a:prstDash val="solid"/>
          </a:ln>
        </p:spPr>
      </p:sp>
      <p:sp>
        <p:nvSpPr>
          <p:cNvPr id="494" name="lumia-token-stream-curve">
            <a:extLst>
              <a:ext uri="{FF2B5EF4-FFF2-40B4-BE49-F238E27FC236}">
                <a16:creationId xmlns:a16="http://schemas.microsoft.com/office/drawing/2014/main" id="{D12E1B9D-AB32-4D8A-9B8C-0C6E7EA8EEAC}"/>
              </a:ext>
            </a:extLst>
          </p:cNvPr>
          <p:cNvSpPr>
            <a:spLocks noGrp="1"/>
          </p:cNvSpPr>
          <p:nvPr/>
        </p:nvSpPr>
        <p:spPr>
          <a:xfrm>
            <a:off x="7944005" y="4466033"/>
            <a:ext cx="286404" cy="84115"/>
          </a:xfrm>
          <a:custGeom>
            <a:avLst/>
            <a:gdLst/>
            <a:ahLst/>
            <a:cxnLst/>
            <a:rect l="0" t="0" r="0" b="0"/>
            <a:pathLst>
              <a:path w="286404" h="84115">
                <a:moveTo>
                  <a:pt x="0" y="84115"/>
                </a:moveTo>
                <a:lnTo>
                  <a:pt x="286404" y="0"/>
                </a:lnTo>
              </a:path>
            </a:pathLst>
          </a:custGeom>
          <a:noFill/>
          <a:ln w="8282">
            <a:solidFill>
              <a:srgbClr val="F8A90C">
                <a:alpha val="13000"/>
              </a:srgbClr>
            </a:solidFill>
            <a:prstDash val="solid"/>
          </a:ln>
        </p:spPr>
      </p:sp>
      <p:sp>
        <p:nvSpPr>
          <p:cNvPr id="495" name="lumia-token-stream-curve">
            <a:extLst>
              <a:ext uri="{FF2B5EF4-FFF2-40B4-BE49-F238E27FC236}">
                <a16:creationId xmlns:a16="http://schemas.microsoft.com/office/drawing/2014/main" id="{668AC6B7-13AF-4AD0-ACDB-43367311C6DA}"/>
              </a:ext>
            </a:extLst>
          </p:cNvPr>
          <p:cNvSpPr>
            <a:spLocks noGrp="1"/>
          </p:cNvSpPr>
          <p:nvPr/>
        </p:nvSpPr>
        <p:spPr>
          <a:xfrm>
            <a:off x="8230409" y="4363648"/>
            <a:ext cx="288955" cy="102385"/>
          </a:xfrm>
          <a:custGeom>
            <a:avLst/>
            <a:gdLst/>
            <a:ahLst/>
            <a:cxnLst/>
            <a:rect l="0" t="0" r="0" b="0"/>
            <a:pathLst>
              <a:path w="288955" h="102385">
                <a:moveTo>
                  <a:pt x="0" y="102385"/>
                </a:moveTo>
                <a:lnTo>
                  <a:pt x="288955" y="0"/>
                </a:lnTo>
              </a:path>
            </a:pathLst>
          </a:custGeom>
          <a:noFill/>
          <a:ln w="8467">
            <a:solidFill>
              <a:srgbClr val="FAB408">
                <a:alpha val="13000"/>
              </a:srgbClr>
            </a:solidFill>
            <a:prstDash val="solid"/>
          </a:ln>
        </p:spPr>
      </p:sp>
      <p:sp>
        <p:nvSpPr>
          <p:cNvPr id="496" name="lumia-token-stream-curve">
            <a:extLst>
              <a:ext uri="{FF2B5EF4-FFF2-40B4-BE49-F238E27FC236}">
                <a16:creationId xmlns:a16="http://schemas.microsoft.com/office/drawing/2014/main" id="{1C1ACA4D-FAD7-41C3-B1C7-3461C78325BC}"/>
              </a:ext>
            </a:extLst>
          </p:cNvPr>
          <p:cNvSpPr>
            <a:spLocks noGrp="1"/>
          </p:cNvSpPr>
          <p:nvPr/>
        </p:nvSpPr>
        <p:spPr>
          <a:xfrm>
            <a:off x="8519364" y="4243131"/>
            <a:ext cx="291471" cy="120517"/>
          </a:xfrm>
          <a:custGeom>
            <a:avLst/>
            <a:gdLst/>
            <a:ahLst/>
            <a:cxnLst/>
            <a:rect l="0" t="0" r="0" b="0"/>
            <a:pathLst>
              <a:path w="291471" h="120517">
                <a:moveTo>
                  <a:pt x="0" y="120517"/>
                </a:moveTo>
                <a:lnTo>
                  <a:pt x="291471" y="0"/>
                </a:lnTo>
              </a:path>
            </a:pathLst>
          </a:custGeom>
          <a:noFill/>
          <a:ln w="8647">
            <a:solidFill>
              <a:srgbClr val="F7BC07">
                <a:alpha val="14000"/>
              </a:srgbClr>
            </a:solidFill>
            <a:prstDash val="solid"/>
          </a:ln>
        </p:spPr>
      </p:sp>
      <p:sp>
        <p:nvSpPr>
          <p:cNvPr id="497" name="lumia-token-stream-curve">
            <a:extLst>
              <a:ext uri="{FF2B5EF4-FFF2-40B4-BE49-F238E27FC236}">
                <a16:creationId xmlns:a16="http://schemas.microsoft.com/office/drawing/2014/main" id="{34A1830C-AD36-43F0-AC4B-6D1A784D9E2D}"/>
              </a:ext>
            </a:extLst>
          </p:cNvPr>
          <p:cNvSpPr>
            <a:spLocks noGrp="1"/>
          </p:cNvSpPr>
          <p:nvPr/>
        </p:nvSpPr>
        <p:spPr>
          <a:xfrm>
            <a:off x="8810835" y="4106489"/>
            <a:ext cx="293952" cy="136643"/>
          </a:xfrm>
          <a:custGeom>
            <a:avLst/>
            <a:gdLst/>
            <a:ahLst/>
            <a:cxnLst/>
            <a:rect l="0" t="0" r="0" b="0"/>
            <a:pathLst>
              <a:path w="293952" h="136643">
                <a:moveTo>
                  <a:pt x="0" y="136643"/>
                </a:moveTo>
                <a:lnTo>
                  <a:pt x="293952" y="0"/>
                </a:lnTo>
              </a:path>
            </a:pathLst>
          </a:custGeom>
          <a:noFill/>
          <a:ln w="8821">
            <a:solidFill>
              <a:srgbClr val="E5BA0E">
                <a:alpha val="14000"/>
              </a:srgbClr>
            </a:solidFill>
            <a:prstDash val="solid"/>
          </a:ln>
        </p:spPr>
      </p:sp>
      <p:sp>
        <p:nvSpPr>
          <p:cNvPr id="498" name="lumia-token-stream-curve">
            <a:extLst>
              <a:ext uri="{FF2B5EF4-FFF2-40B4-BE49-F238E27FC236}">
                <a16:creationId xmlns:a16="http://schemas.microsoft.com/office/drawing/2014/main" id="{F6A245D6-A2F4-45F0-BCFA-0F3F6594F680}"/>
              </a:ext>
            </a:extLst>
          </p:cNvPr>
          <p:cNvSpPr>
            <a:spLocks noGrp="1"/>
          </p:cNvSpPr>
          <p:nvPr/>
        </p:nvSpPr>
        <p:spPr>
          <a:xfrm>
            <a:off x="9104787" y="3957399"/>
            <a:ext cx="296397" cy="149090"/>
          </a:xfrm>
          <a:custGeom>
            <a:avLst/>
            <a:gdLst/>
            <a:ahLst/>
            <a:cxnLst/>
            <a:rect l="0" t="0" r="0" b="0"/>
            <a:pathLst>
              <a:path w="296397" h="149090">
                <a:moveTo>
                  <a:pt x="0" y="149090"/>
                </a:moveTo>
                <a:lnTo>
                  <a:pt x="296397" y="0"/>
                </a:lnTo>
              </a:path>
            </a:pathLst>
          </a:custGeom>
          <a:noFill/>
          <a:ln w="8987">
            <a:solidFill>
              <a:srgbClr val="D3B815">
                <a:alpha val="14000"/>
              </a:srgbClr>
            </a:solidFill>
            <a:prstDash val="solid"/>
          </a:ln>
        </p:spPr>
      </p:sp>
      <p:sp>
        <p:nvSpPr>
          <p:cNvPr id="499" name="lumia-token-stream-curve">
            <a:extLst>
              <a:ext uri="{FF2B5EF4-FFF2-40B4-BE49-F238E27FC236}">
                <a16:creationId xmlns:a16="http://schemas.microsoft.com/office/drawing/2014/main" id="{9D5EECB9-730C-4FEC-B9A3-1A72F5C76036}"/>
              </a:ext>
            </a:extLst>
          </p:cNvPr>
          <p:cNvSpPr>
            <a:spLocks noGrp="1"/>
          </p:cNvSpPr>
          <p:nvPr/>
        </p:nvSpPr>
        <p:spPr>
          <a:xfrm>
            <a:off x="9401183" y="3800766"/>
            <a:ext cx="298807" cy="156633"/>
          </a:xfrm>
          <a:custGeom>
            <a:avLst/>
            <a:gdLst/>
            <a:ahLst/>
            <a:cxnLst/>
            <a:rect l="0" t="0" r="0" b="0"/>
            <a:pathLst>
              <a:path w="298807" h="156633">
                <a:moveTo>
                  <a:pt x="0" y="156633"/>
                </a:moveTo>
                <a:lnTo>
                  <a:pt x="298807" y="0"/>
                </a:lnTo>
              </a:path>
            </a:pathLst>
          </a:custGeom>
          <a:noFill/>
          <a:ln w="9142">
            <a:solidFill>
              <a:srgbClr val="C2B61C">
                <a:alpha val="15000"/>
              </a:srgbClr>
            </a:solidFill>
            <a:prstDash val="solid"/>
          </a:ln>
        </p:spPr>
      </p:sp>
      <p:sp>
        <p:nvSpPr>
          <p:cNvPr id="500" name="lumia-token-stream-curve">
            <a:extLst>
              <a:ext uri="{FF2B5EF4-FFF2-40B4-BE49-F238E27FC236}">
                <a16:creationId xmlns:a16="http://schemas.microsoft.com/office/drawing/2014/main" id="{5EBDD79B-EF77-46A9-B91E-4636F9CE1696}"/>
              </a:ext>
            </a:extLst>
          </p:cNvPr>
          <p:cNvSpPr>
            <a:spLocks noGrp="1"/>
          </p:cNvSpPr>
          <p:nvPr/>
        </p:nvSpPr>
        <p:spPr>
          <a:xfrm>
            <a:off x="9699990" y="3642053"/>
            <a:ext cx="301181" cy="158713"/>
          </a:xfrm>
          <a:custGeom>
            <a:avLst/>
            <a:gdLst/>
            <a:ahLst/>
            <a:cxnLst/>
            <a:rect l="0" t="0" r="0" b="0"/>
            <a:pathLst>
              <a:path w="301181" h="158713">
                <a:moveTo>
                  <a:pt x="0" y="158713"/>
                </a:moveTo>
                <a:lnTo>
                  <a:pt x="301181" y="0"/>
                </a:lnTo>
              </a:path>
            </a:pathLst>
          </a:custGeom>
          <a:noFill/>
          <a:ln w="9286">
            <a:solidFill>
              <a:srgbClr val="B0B422">
                <a:alpha val="15000"/>
              </a:srgbClr>
            </a:solidFill>
            <a:prstDash val="solid"/>
          </a:ln>
        </p:spPr>
      </p:sp>
      <p:sp>
        <p:nvSpPr>
          <p:cNvPr id="501" name="lumia-token-stream-curve">
            <a:extLst>
              <a:ext uri="{FF2B5EF4-FFF2-40B4-BE49-F238E27FC236}">
                <a16:creationId xmlns:a16="http://schemas.microsoft.com/office/drawing/2014/main" id="{57D13133-C9A9-4996-86BF-7B8B20B87917}"/>
              </a:ext>
            </a:extLst>
          </p:cNvPr>
          <p:cNvSpPr>
            <a:spLocks noGrp="1"/>
          </p:cNvSpPr>
          <p:nvPr/>
        </p:nvSpPr>
        <p:spPr>
          <a:xfrm>
            <a:off x="10001171" y="3486489"/>
            <a:ext cx="303520" cy="155564"/>
          </a:xfrm>
          <a:custGeom>
            <a:avLst/>
            <a:gdLst/>
            <a:ahLst/>
            <a:cxnLst/>
            <a:rect l="0" t="0" r="0" b="0"/>
            <a:pathLst>
              <a:path w="303520" h="155564">
                <a:moveTo>
                  <a:pt x="0" y="155564"/>
                </a:moveTo>
                <a:lnTo>
                  <a:pt x="303520" y="0"/>
                </a:lnTo>
              </a:path>
            </a:pathLst>
          </a:custGeom>
          <a:noFill/>
          <a:ln w="9417">
            <a:solidFill>
              <a:srgbClr val="9EB329">
                <a:alpha val="15000"/>
              </a:srgbClr>
            </a:solidFill>
            <a:prstDash val="solid"/>
          </a:ln>
        </p:spPr>
      </p:sp>
      <p:sp>
        <p:nvSpPr>
          <p:cNvPr id="502" name="lumia-token-stream-curve">
            <a:extLst>
              <a:ext uri="{FF2B5EF4-FFF2-40B4-BE49-F238E27FC236}">
                <a16:creationId xmlns:a16="http://schemas.microsoft.com/office/drawing/2014/main" id="{583D4D69-A8A9-4242-BA4A-F03E71769C5F}"/>
              </a:ext>
            </a:extLst>
          </p:cNvPr>
          <p:cNvSpPr>
            <a:spLocks noGrp="1"/>
          </p:cNvSpPr>
          <p:nvPr/>
        </p:nvSpPr>
        <p:spPr>
          <a:xfrm>
            <a:off x="10304691" y="3338251"/>
            <a:ext cx="305824" cy="148238"/>
          </a:xfrm>
          <a:custGeom>
            <a:avLst/>
            <a:gdLst/>
            <a:ahLst/>
            <a:cxnLst/>
            <a:rect l="0" t="0" r="0" b="0"/>
            <a:pathLst>
              <a:path w="305824" h="148238">
                <a:moveTo>
                  <a:pt x="0" y="148238"/>
                </a:moveTo>
                <a:lnTo>
                  <a:pt x="305824" y="0"/>
                </a:lnTo>
              </a:path>
            </a:pathLst>
          </a:custGeom>
          <a:noFill/>
          <a:ln w="9532">
            <a:solidFill>
              <a:srgbClr val="8CB130">
                <a:alpha val="15000"/>
              </a:srgbClr>
            </a:solidFill>
            <a:prstDash val="solid"/>
          </a:ln>
        </p:spPr>
      </p:sp>
      <p:sp>
        <p:nvSpPr>
          <p:cNvPr id="503" name="lumia-token-stream-curve">
            <a:extLst>
              <a:ext uri="{FF2B5EF4-FFF2-40B4-BE49-F238E27FC236}">
                <a16:creationId xmlns:a16="http://schemas.microsoft.com/office/drawing/2014/main" id="{E12C70C0-AB1C-47C2-B096-5BD60A2B8643}"/>
              </a:ext>
            </a:extLst>
          </p:cNvPr>
          <p:cNvSpPr>
            <a:spLocks noGrp="1"/>
          </p:cNvSpPr>
          <p:nvPr/>
        </p:nvSpPr>
        <p:spPr>
          <a:xfrm>
            <a:off x="10610515" y="3199754"/>
            <a:ext cx="308092" cy="138497"/>
          </a:xfrm>
          <a:custGeom>
            <a:avLst/>
            <a:gdLst/>
            <a:ahLst/>
            <a:cxnLst/>
            <a:rect l="0" t="0" r="0" b="0"/>
            <a:pathLst>
              <a:path w="308092" h="138497">
                <a:moveTo>
                  <a:pt x="0" y="138497"/>
                </a:moveTo>
                <a:lnTo>
                  <a:pt x="308092" y="0"/>
                </a:lnTo>
              </a:path>
            </a:pathLst>
          </a:custGeom>
          <a:noFill/>
          <a:ln w="9630">
            <a:solidFill>
              <a:srgbClr val="7BAF37">
                <a:alpha val="15000"/>
              </a:srgbClr>
            </a:solidFill>
            <a:prstDash val="solid"/>
          </a:ln>
        </p:spPr>
      </p:sp>
      <p:sp>
        <p:nvSpPr>
          <p:cNvPr id="504" name="lumia-token-stream-curve">
            <a:extLst>
              <a:ext uri="{FF2B5EF4-FFF2-40B4-BE49-F238E27FC236}">
                <a16:creationId xmlns:a16="http://schemas.microsoft.com/office/drawing/2014/main" id="{7E490F0F-839C-4995-B0F3-77ADEE0D2823}"/>
              </a:ext>
            </a:extLst>
          </p:cNvPr>
          <p:cNvSpPr>
            <a:spLocks noGrp="1"/>
          </p:cNvSpPr>
          <p:nvPr/>
        </p:nvSpPr>
        <p:spPr>
          <a:xfrm>
            <a:off x="10918607" y="3071162"/>
            <a:ext cx="310325" cy="128592"/>
          </a:xfrm>
          <a:custGeom>
            <a:avLst/>
            <a:gdLst/>
            <a:ahLst/>
            <a:cxnLst/>
            <a:rect l="0" t="0" r="0" b="0"/>
            <a:pathLst>
              <a:path w="310325" h="128592">
                <a:moveTo>
                  <a:pt x="0" y="128592"/>
                </a:moveTo>
                <a:lnTo>
                  <a:pt x="310325" y="0"/>
                </a:lnTo>
              </a:path>
            </a:pathLst>
          </a:custGeom>
          <a:noFill/>
          <a:ln w="9710">
            <a:solidFill>
              <a:srgbClr val="69AD3E">
                <a:alpha val="15000"/>
              </a:srgbClr>
            </a:solidFill>
            <a:prstDash val="solid"/>
          </a:ln>
        </p:spPr>
      </p:sp>
      <p:sp>
        <p:nvSpPr>
          <p:cNvPr id="505" name="lumia-token-stream-curve">
            <a:extLst>
              <a:ext uri="{FF2B5EF4-FFF2-40B4-BE49-F238E27FC236}">
                <a16:creationId xmlns:a16="http://schemas.microsoft.com/office/drawing/2014/main" id="{0CAF69F8-49A0-4946-AAE8-79FBDF7CA8AC}"/>
              </a:ext>
            </a:extLst>
          </p:cNvPr>
          <p:cNvSpPr>
            <a:spLocks noGrp="1"/>
          </p:cNvSpPr>
          <p:nvPr/>
        </p:nvSpPr>
        <p:spPr>
          <a:xfrm>
            <a:off x="11228932" y="2950219"/>
            <a:ext cx="312522" cy="120943"/>
          </a:xfrm>
          <a:custGeom>
            <a:avLst/>
            <a:gdLst/>
            <a:ahLst/>
            <a:cxnLst/>
            <a:rect l="0" t="0" r="0" b="0"/>
            <a:pathLst>
              <a:path w="312522" h="120943">
                <a:moveTo>
                  <a:pt x="0" y="120943"/>
                </a:moveTo>
                <a:lnTo>
                  <a:pt x="312522" y="0"/>
                </a:lnTo>
              </a:path>
            </a:pathLst>
          </a:custGeom>
          <a:noFill/>
          <a:ln w="9768">
            <a:solidFill>
              <a:srgbClr val="57AC45">
                <a:alpha val="16000"/>
              </a:srgbClr>
            </a:solidFill>
            <a:prstDash val="solid"/>
          </a:ln>
        </p:spPr>
      </p:sp>
      <p:sp>
        <p:nvSpPr>
          <p:cNvPr id="506" name="lumia-token-stream-curve">
            <a:extLst>
              <a:ext uri="{FF2B5EF4-FFF2-40B4-BE49-F238E27FC236}">
                <a16:creationId xmlns:a16="http://schemas.microsoft.com/office/drawing/2014/main" id="{251C2A1F-27BF-4FFB-BBCA-DE774E90F933}"/>
              </a:ext>
            </a:extLst>
          </p:cNvPr>
          <p:cNvSpPr>
            <a:spLocks noGrp="1"/>
          </p:cNvSpPr>
          <p:nvPr/>
        </p:nvSpPr>
        <p:spPr>
          <a:xfrm>
            <a:off x="11541454" y="2832458"/>
            <a:ext cx="314684" cy="117761"/>
          </a:xfrm>
          <a:custGeom>
            <a:avLst/>
            <a:gdLst/>
            <a:ahLst/>
            <a:cxnLst/>
            <a:rect l="0" t="0" r="0" b="0"/>
            <a:pathLst>
              <a:path w="314684" h="117761">
                <a:moveTo>
                  <a:pt x="0" y="117761"/>
                </a:moveTo>
                <a:lnTo>
                  <a:pt x="314684" y="0"/>
                </a:lnTo>
              </a:path>
            </a:pathLst>
          </a:custGeom>
          <a:noFill/>
          <a:ln w="9805">
            <a:solidFill>
              <a:srgbClr val="46AA4C">
                <a:alpha val="16000"/>
              </a:srgbClr>
            </a:solidFill>
            <a:prstDash val="solid"/>
          </a:ln>
        </p:spPr>
      </p:sp>
      <p:sp>
        <p:nvSpPr>
          <p:cNvPr id="507" name="lumia-token-stream-curve">
            <a:extLst>
              <a:ext uri="{FF2B5EF4-FFF2-40B4-BE49-F238E27FC236}">
                <a16:creationId xmlns:a16="http://schemas.microsoft.com/office/drawing/2014/main" id="{4389ECBB-E12C-4C1B-83A3-4A330FC28204}"/>
              </a:ext>
            </a:extLst>
          </p:cNvPr>
          <p:cNvSpPr>
            <a:spLocks noGrp="1"/>
          </p:cNvSpPr>
          <p:nvPr/>
        </p:nvSpPr>
        <p:spPr>
          <a:xfrm>
            <a:off x="11856139" y="2711774"/>
            <a:ext cx="316811" cy="120684"/>
          </a:xfrm>
          <a:custGeom>
            <a:avLst/>
            <a:gdLst/>
            <a:ahLst/>
            <a:cxnLst/>
            <a:rect l="0" t="0" r="0" b="0"/>
            <a:pathLst>
              <a:path w="316811" h="120684">
                <a:moveTo>
                  <a:pt x="0" y="120684"/>
                </a:moveTo>
                <a:lnTo>
                  <a:pt x="316811" y="0"/>
                </a:lnTo>
              </a:path>
            </a:pathLst>
          </a:custGeom>
          <a:noFill/>
          <a:ln w="9818">
            <a:solidFill>
              <a:srgbClr val="34A853">
                <a:alpha val="16000"/>
              </a:srgbClr>
            </a:solidFill>
            <a:prstDash val="solid"/>
          </a:ln>
        </p:spPr>
      </p:sp>
      <p:sp>
        <p:nvSpPr>
          <p:cNvPr id="508" name="lumia-token-stream-curve">
            <a:extLst>
              <a:ext uri="{FF2B5EF4-FFF2-40B4-BE49-F238E27FC236}">
                <a16:creationId xmlns:a16="http://schemas.microsoft.com/office/drawing/2014/main" id="{78A62A55-F3B2-4AFA-910C-F1DCF8B20D2F}"/>
              </a:ext>
            </a:extLst>
          </p:cNvPr>
          <p:cNvSpPr>
            <a:spLocks noGrp="1"/>
          </p:cNvSpPr>
          <p:nvPr/>
        </p:nvSpPr>
        <p:spPr>
          <a:xfrm>
            <a:off x="300582" y="6149883"/>
            <a:ext cx="187773" cy="23317"/>
          </a:xfrm>
          <a:custGeom>
            <a:avLst/>
            <a:gdLst/>
            <a:ahLst/>
            <a:cxnLst/>
            <a:rect l="0" t="0" r="0" b="0"/>
            <a:pathLst>
              <a:path w="187773" h="23317">
                <a:moveTo>
                  <a:pt x="0" y="23317"/>
                </a:moveTo>
                <a:lnTo>
                  <a:pt x="187773" y="0"/>
                </a:lnTo>
              </a:path>
            </a:pathLst>
          </a:custGeom>
          <a:noFill/>
          <a:ln w="6407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509" name="lumia-token-stream-curve">
            <a:extLst>
              <a:ext uri="{FF2B5EF4-FFF2-40B4-BE49-F238E27FC236}">
                <a16:creationId xmlns:a16="http://schemas.microsoft.com/office/drawing/2014/main" id="{DFC639A0-926C-40C9-A295-B2A7FE6BE815}"/>
              </a:ext>
            </a:extLst>
          </p:cNvPr>
          <p:cNvSpPr>
            <a:spLocks noGrp="1"/>
          </p:cNvSpPr>
          <p:nvPr/>
        </p:nvSpPr>
        <p:spPr>
          <a:xfrm>
            <a:off x="488355" y="6132619"/>
            <a:ext cx="191434" cy="17263"/>
          </a:xfrm>
          <a:custGeom>
            <a:avLst/>
            <a:gdLst/>
            <a:ahLst/>
            <a:cxnLst/>
            <a:rect l="0" t="0" r="0" b="0"/>
            <a:pathLst>
              <a:path w="191434" h="17263">
                <a:moveTo>
                  <a:pt x="0" y="17263"/>
                </a:moveTo>
                <a:lnTo>
                  <a:pt x="191434" y="0"/>
                </a:lnTo>
              </a:path>
            </a:pathLst>
          </a:custGeom>
          <a:noFill/>
          <a:ln w="6407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510" name="lumia-token-stream-curve">
            <a:extLst>
              <a:ext uri="{FF2B5EF4-FFF2-40B4-BE49-F238E27FC236}">
                <a16:creationId xmlns:a16="http://schemas.microsoft.com/office/drawing/2014/main" id="{9316470B-B306-4386-8106-751F97C20812}"/>
              </a:ext>
            </a:extLst>
          </p:cNvPr>
          <p:cNvSpPr>
            <a:spLocks noGrp="1"/>
          </p:cNvSpPr>
          <p:nvPr/>
        </p:nvSpPr>
        <p:spPr>
          <a:xfrm>
            <a:off x="679789" y="6120463"/>
            <a:ext cx="195059" cy="12157"/>
          </a:xfrm>
          <a:custGeom>
            <a:avLst/>
            <a:gdLst/>
            <a:ahLst/>
            <a:cxnLst/>
            <a:rect l="0" t="0" r="0" b="0"/>
            <a:pathLst>
              <a:path w="195059" h="12157">
                <a:moveTo>
                  <a:pt x="0" y="12157"/>
                </a:moveTo>
                <a:lnTo>
                  <a:pt x="195059" y="0"/>
                </a:lnTo>
              </a:path>
            </a:pathLst>
          </a:custGeom>
          <a:noFill/>
          <a:ln w="6407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511" name="lumia-token-stream-curve">
            <a:extLst>
              <a:ext uri="{FF2B5EF4-FFF2-40B4-BE49-F238E27FC236}">
                <a16:creationId xmlns:a16="http://schemas.microsoft.com/office/drawing/2014/main" id="{900FAAF5-5F64-45A8-A518-A30669CDA747}"/>
              </a:ext>
            </a:extLst>
          </p:cNvPr>
          <p:cNvSpPr>
            <a:spLocks noGrp="1"/>
          </p:cNvSpPr>
          <p:nvPr/>
        </p:nvSpPr>
        <p:spPr>
          <a:xfrm>
            <a:off x="874847" y="6112076"/>
            <a:ext cx="198647" cy="9525"/>
          </a:xfrm>
          <a:custGeom>
            <a:avLst/>
            <a:gdLst/>
            <a:ahLst/>
            <a:cxnLst/>
            <a:rect l="0" t="0" r="0" b="0"/>
            <a:pathLst>
              <a:path w="198647" h="9525">
                <a:moveTo>
                  <a:pt x="0" y="8387"/>
                </a:moveTo>
                <a:lnTo>
                  <a:pt x="198647" y="0"/>
                </a:lnTo>
              </a:path>
            </a:pathLst>
          </a:custGeom>
          <a:noFill/>
          <a:ln w="6407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512" name="lumia-token-stream-curve">
            <a:extLst>
              <a:ext uri="{FF2B5EF4-FFF2-40B4-BE49-F238E27FC236}">
                <a16:creationId xmlns:a16="http://schemas.microsoft.com/office/drawing/2014/main" id="{C5F6F9C9-BCC6-4A3E-87D7-FDDD24B5C927}"/>
              </a:ext>
            </a:extLst>
          </p:cNvPr>
          <p:cNvSpPr>
            <a:spLocks noGrp="1"/>
          </p:cNvSpPr>
          <p:nvPr/>
        </p:nvSpPr>
        <p:spPr>
          <a:xfrm>
            <a:off x="1073494" y="6105773"/>
            <a:ext cx="202199" cy="9525"/>
          </a:xfrm>
          <a:custGeom>
            <a:avLst/>
            <a:gdLst/>
            <a:ahLst/>
            <a:cxnLst/>
            <a:rect l="0" t="0" r="0" b="0"/>
            <a:pathLst>
              <a:path w="202199" h="9525">
                <a:moveTo>
                  <a:pt x="0" y="6303"/>
                </a:moveTo>
                <a:lnTo>
                  <a:pt x="202199" y="0"/>
                </a:lnTo>
              </a:path>
            </a:pathLst>
          </a:custGeom>
          <a:noFill/>
          <a:ln w="6407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513" name="lumia-token-stream-curve">
            <a:extLst>
              <a:ext uri="{FF2B5EF4-FFF2-40B4-BE49-F238E27FC236}">
                <a16:creationId xmlns:a16="http://schemas.microsoft.com/office/drawing/2014/main" id="{CED4B26C-29CB-4FE4-BB9D-FD205A21A3E2}"/>
              </a:ext>
            </a:extLst>
          </p:cNvPr>
          <p:cNvSpPr>
            <a:spLocks noGrp="1"/>
          </p:cNvSpPr>
          <p:nvPr/>
        </p:nvSpPr>
        <p:spPr>
          <a:xfrm>
            <a:off x="1275693" y="6099587"/>
            <a:ext cx="205714" cy="9525"/>
          </a:xfrm>
          <a:custGeom>
            <a:avLst/>
            <a:gdLst/>
            <a:ahLst/>
            <a:cxnLst/>
            <a:rect l="0" t="0" r="0" b="0"/>
            <a:pathLst>
              <a:path w="205714" h="9525">
                <a:moveTo>
                  <a:pt x="0" y="6186"/>
                </a:moveTo>
                <a:lnTo>
                  <a:pt x="205714" y="0"/>
                </a:lnTo>
              </a:path>
            </a:pathLst>
          </a:custGeom>
          <a:noFill/>
          <a:ln w="6407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514" name="lumia-token-stream-curve">
            <a:extLst>
              <a:ext uri="{FF2B5EF4-FFF2-40B4-BE49-F238E27FC236}">
                <a16:creationId xmlns:a16="http://schemas.microsoft.com/office/drawing/2014/main" id="{7C0404D6-8A0E-4BB7-B03A-1E28990733D6}"/>
              </a:ext>
            </a:extLst>
          </p:cNvPr>
          <p:cNvSpPr>
            <a:spLocks noGrp="1"/>
          </p:cNvSpPr>
          <p:nvPr/>
        </p:nvSpPr>
        <p:spPr>
          <a:xfrm>
            <a:off x="1481407" y="6091381"/>
            <a:ext cx="209192" cy="9525"/>
          </a:xfrm>
          <a:custGeom>
            <a:avLst/>
            <a:gdLst/>
            <a:ahLst/>
            <a:cxnLst/>
            <a:rect l="0" t="0" r="0" b="0"/>
            <a:pathLst>
              <a:path w="209192" h="9525">
                <a:moveTo>
                  <a:pt x="0" y="8206"/>
                </a:moveTo>
                <a:lnTo>
                  <a:pt x="209192" y="0"/>
                </a:lnTo>
              </a:path>
            </a:pathLst>
          </a:custGeom>
          <a:noFill/>
          <a:ln w="6407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515" name="lumia-token-stream-curve">
            <a:extLst>
              <a:ext uri="{FF2B5EF4-FFF2-40B4-BE49-F238E27FC236}">
                <a16:creationId xmlns:a16="http://schemas.microsoft.com/office/drawing/2014/main" id="{6B96774D-05F0-43F9-A21D-38F312B184C9}"/>
              </a:ext>
            </a:extLst>
          </p:cNvPr>
          <p:cNvSpPr>
            <a:spLocks noGrp="1"/>
          </p:cNvSpPr>
          <p:nvPr/>
        </p:nvSpPr>
        <p:spPr>
          <a:xfrm>
            <a:off x="1690599" y="6078983"/>
            <a:ext cx="212634" cy="12398"/>
          </a:xfrm>
          <a:custGeom>
            <a:avLst/>
            <a:gdLst/>
            <a:ahLst/>
            <a:cxnLst/>
            <a:rect l="0" t="0" r="0" b="0"/>
            <a:pathLst>
              <a:path w="212634" h="12398">
                <a:moveTo>
                  <a:pt x="0" y="12398"/>
                </a:moveTo>
                <a:lnTo>
                  <a:pt x="212634" y="0"/>
                </a:lnTo>
              </a:path>
            </a:pathLst>
          </a:custGeom>
          <a:noFill/>
          <a:ln w="6407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516" name="lumia-token-stream-curve">
            <a:extLst>
              <a:ext uri="{FF2B5EF4-FFF2-40B4-BE49-F238E27FC236}">
                <a16:creationId xmlns:a16="http://schemas.microsoft.com/office/drawing/2014/main" id="{F58E1ED3-C8DE-479B-A06E-A99F449A1590}"/>
              </a:ext>
            </a:extLst>
          </p:cNvPr>
          <p:cNvSpPr>
            <a:spLocks noGrp="1"/>
          </p:cNvSpPr>
          <p:nvPr/>
        </p:nvSpPr>
        <p:spPr>
          <a:xfrm>
            <a:off x="1903234" y="6060348"/>
            <a:ext cx="216040" cy="18635"/>
          </a:xfrm>
          <a:custGeom>
            <a:avLst/>
            <a:gdLst/>
            <a:ahLst/>
            <a:cxnLst/>
            <a:rect l="0" t="0" r="0" b="0"/>
            <a:pathLst>
              <a:path w="216040" h="18635">
                <a:moveTo>
                  <a:pt x="0" y="18635"/>
                </a:moveTo>
                <a:lnTo>
                  <a:pt x="216040" y="0"/>
                </a:lnTo>
              </a:path>
            </a:pathLst>
          </a:custGeom>
          <a:noFill/>
          <a:ln w="6407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517" name="lumia-token-stream-curve">
            <a:extLst>
              <a:ext uri="{FF2B5EF4-FFF2-40B4-BE49-F238E27FC236}">
                <a16:creationId xmlns:a16="http://schemas.microsoft.com/office/drawing/2014/main" id="{A04EFBAB-BBA2-4B3C-BEF8-0035B490EB29}"/>
              </a:ext>
            </a:extLst>
          </p:cNvPr>
          <p:cNvSpPr>
            <a:spLocks noGrp="1"/>
          </p:cNvSpPr>
          <p:nvPr/>
        </p:nvSpPr>
        <p:spPr>
          <a:xfrm>
            <a:off x="2119273" y="6033729"/>
            <a:ext cx="219409" cy="26619"/>
          </a:xfrm>
          <a:custGeom>
            <a:avLst/>
            <a:gdLst/>
            <a:ahLst/>
            <a:cxnLst/>
            <a:rect l="0" t="0" r="0" b="0"/>
            <a:pathLst>
              <a:path w="219409" h="26619">
                <a:moveTo>
                  <a:pt x="0" y="26619"/>
                </a:moveTo>
                <a:lnTo>
                  <a:pt x="219409" y="0"/>
                </a:lnTo>
              </a:path>
            </a:pathLst>
          </a:custGeom>
          <a:noFill/>
          <a:ln w="6407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518" name="lumia-token-stream-curve">
            <a:extLst>
              <a:ext uri="{FF2B5EF4-FFF2-40B4-BE49-F238E27FC236}">
                <a16:creationId xmlns:a16="http://schemas.microsoft.com/office/drawing/2014/main" id="{C902E960-98AF-4695-AC6C-645B3AB8F7D3}"/>
              </a:ext>
            </a:extLst>
          </p:cNvPr>
          <p:cNvSpPr>
            <a:spLocks noGrp="1"/>
          </p:cNvSpPr>
          <p:nvPr/>
        </p:nvSpPr>
        <p:spPr>
          <a:xfrm>
            <a:off x="2338682" y="5997845"/>
            <a:ext cx="222741" cy="35884"/>
          </a:xfrm>
          <a:custGeom>
            <a:avLst/>
            <a:gdLst/>
            <a:ahLst/>
            <a:cxnLst/>
            <a:rect l="0" t="0" r="0" b="0"/>
            <a:pathLst>
              <a:path w="222741" h="35884">
                <a:moveTo>
                  <a:pt x="0" y="35884"/>
                </a:moveTo>
                <a:lnTo>
                  <a:pt x="222741" y="0"/>
                </a:lnTo>
              </a:path>
            </a:pathLst>
          </a:custGeom>
          <a:noFill/>
          <a:ln w="6407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519" name="lumia-token-stream-curve">
            <a:extLst>
              <a:ext uri="{FF2B5EF4-FFF2-40B4-BE49-F238E27FC236}">
                <a16:creationId xmlns:a16="http://schemas.microsoft.com/office/drawing/2014/main" id="{BC18BABD-4D2D-471E-9D1C-C96CB5A79D1A}"/>
              </a:ext>
            </a:extLst>
          </p:cNvPr>
          <p:cNvSpPr>
            <a:spLocks noGrp="1"/>
          </p:cNvSpPr>
          <p:nvPr/>
        </p:nvSpPr>
        <p:spPr>
          <a:xfrm>
            <a:off x="2561424" y="5952032"/>
            <a:ext cx="226037" cy="45813"/>
          </a:xfrm>
          <a:custGeom>
            <a:avLst/>
            <a:gdLst/>
            <a:ahLst/>
            <a:cxnLst/>
            <a:rect l="0" t="0" r="0" b="0"/>
            <a:pathLst>
              <a:path w="226037" h="45813">
                <a:moveTo>
                  <a:pt x="0" y="45813"/>
                </a:moveTo>
                <a:lnTo>
                  <a:pt x="226037" y="0"/>
                </a:lnTo>
              </a:path>
            </a:pathLst>
          </a:custGeom>
          <a:noFill/>
          <a:ln w="6407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520" name="lumia-token-stream-curve">
            <a:extLst>
              <a:ext uri="{FF2B5EF4-FFF2-40B4-BE49-F238E27FC236}">
                <a16:creationId xmlns:a16="http://schemas.microsoft.com/office/drawing/2014/main" id="{385DA0B5-3495-4498-AABC-0DABD162DF61}"/>
              </a:ext>
            </a:extLst>
          </p:cNvPr>
          <p:cNvSpPr>
            <a:spLocks noGrp="1"/>
          </p:cNvSpPr>
          <p:nvPr/>
        </p:nvSpPr>
        <p:spPr>
          <a:xfrm>
            <a:off x="2787461" y="5896349"/>
            <a:ext cx="229297" cy="55683"/>
          </a:xfrm>
          <a:custGeom>
            <a:avLst/>
            <a:gdLst/>
            <a:ahLst/>
            <a:cxnLst/>
            <a:rect l="0" t="0" r="0" b="0"/>
            <a:pathLst>
              <a:path w="229297" h="55683">
                <a:moveTo>
                  <a:pt x="0" y="55683"/>
                </a:moveTo>
                <a:lnTo>
                  <a:pt x="229297" y="0"/>
                </a:lnTo>
              </a:path>
            </a:pathLst>
          </a:custGeom>
          <a:noFill/>
          <a:ln w="6407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521" name="lumia-token-stream-curve">
            <a:extLst>
              <a:ext uri="{FF2B5EF4-FFF2-40B4-BE49-F238E27FC236}">
                <a16:creationId xmlns:a16="http://schemas.microsoft.com/office/drawing/2014/main" id="{7EB0ADB1-19F6-4D55-A613-29E54820EF3D}"/>
              </a:ext>
            </a:extLst>
          </p:cNvPr>
          <p:cNvSpPr>
            <a:spLocks noGrp="1"/>
          </p:cNvSpPr>
          <p:nvPr/>
        </p:nvSpPr>
        <p:spPr>
          <a:xfrm>
            <a:off x="3016757" y="5831637"/>
            <a:ext cx="232519" cy="64713"/>
          </a:xfrm>
          <a:custGeom>
            <a:avLst/>
            <a:gdLst/>
            <a:ahLst/>
            <a:cxnLst/>
            <a:rect l="0" t="0" r="0" b="0"/>
            <a:pathLst>
              <a:path w="232519" h="64713">
                <a:moveTo>
                  <a:pt x="0" y="64713"/>
                </a:moveTo>
                <a:lnTo>
                  <a:pt x="232519" y="0"/>
                </a:lnTo>
              </a:path>
            </a:pathLst>
          </a:custGeom>
          <a:noFill/>
          <a:ln w="6407">
            <a:solidFill>
              <a:srgbClr val="6F3C86">
                <a:alpha val="8000"/>
              </a:srgbClr>
            </a:solidFill>
            <a:prstDash val="solid"/>
          </a:ln>
        </p:spPr>
      </p:sp>
      <p:sp>
        <p:nvSpPr>
          <p:cNvPr id="522" name="lumia-token-stream-curve">
            <a:extLst>
              <a:ext uri="{FF2B5EF4-FFF2-40B4-BE49-F238E27FC236}">
                <a16:creationId xmlns:a16="http://schemas.microsoft.com/office/drawing/2014/main" id="{E5ECB533-6C87-4F91-B64D-F12C286EFE88}"/>
              </a:ext>
            </a:extLst>
          </p:cNvPr>
          <p:cNvSpPr>
            <a:spLocks noGrp="1"/>
          </p:cNvSpPr>
          <p:nvPr/>
        </p:nvSpPr>
        <p:spPr>
          <a:xfrm>
            <a:off x="3249277" y="5759497"/>
            <a:ext cx="235706" cy="72140"/>
          </a:xfrm>
          <a:custGeom>
            <a:avLst/>
            <a:gdLst/>
            <a:ahLst/>
            <a:cxnLst/>
            <a:rect l="0" t="0" r="0" b="0"/>
            <a:pathLst>
              <a:path w="235706" h="72140">
                <a:moveTo>
                  <a:pt x="0" y="72140"/>
                </a:moveTo>
                <a:lnTo>
                  <a:pt x="235706" y="0"/>
                </a:lnTo>
              </a:path>
            </a:pathLst>
          </a:custGeom>
          <a:noFill/>
          <a:ln w="6407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523" name="lumia-token-stream-curve">
            <a:extLst>
              <a:ext uri="{FF2B5EF4-FFF2-40B4-BE49-F238E27FC236}">
                <a16:creationId xmlns:a16="http://schemas.microsoft.com/office/drawing/2014/main" id="{A15BCFA7-BB80-40B1-AA7A-E8BDF9529958}"/>
              </a:ext>
            </a:extLst>
          </p:cNvPr>
          <p:cNvSpPr>
            <a:spLocks noGrp="1"/>
          </p:cNvSpPr>
          <p:nvPr/>
        </p:nvSpPr>
        <p:spPr>
          <a:xfrm>
            <a:off x="3484983" y="5682201"/>
            <a:ext cx="238856" cy="77296"/>
          </a:xfrm>
          <a:custGeom>
            <a:avLst/>
            <a:gdLst/>
            <a:ahLst/>
            <a:cxnLst/>
            <a:rect l="0" t="0" r="0" b="0"/>
            <a:pathLst>
              <a:path w="238856" h="77296">
                <a:moveTo>
                  <a:pt x="0" y="77296"/>
                </a:moveTo>
                <a:lnTo>
                  <a:pt x="238856" y="0"/>
                </a:lnTo>
              </a:path>
            </a:pathLst>
          </a:custGeom>
          <a:noFill/>
          <a:ln w="6407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524" name="lumia-token-stream-curve">
            <a:extLst>
              <a:ext uri="{FF2B5EF4-FFF2-40B4-BE49-F238E27FC236}">
                <a16:creationId xmlns:a16="http://schemas.microsoft.com/office/drawing/2014/main" id="{45E3BF82-6122-441A-9C35-22BC04ADC938}"/>
              </a:ext>
            </a:extLst>
          </p:cNvPr>
          <p:cNvSpPr>
            <a:spLocks noGrp="1"/>
          </p:cNvSpPr>
          <p:nvPr/>
        </p:nvSpPr>
        <p:spPr>
          <a:xfrm>
            <a:off x="3723838" y="5602516"/>
            <a:ext cx="241969" cy="79685"/>
          </a:xfrm>
          <a:custGeom>
            <a:avLst/>
            <a:gdLst/>
            <a:ahLst/>
            <a:cxnLst/>
            <a:rect l="0" t="0" r="0" b="0"/>
            <a:pathLst>
              <a:path w="241969" h="79685">
                <a:moveTo>
                  <a:pt x="0" y="79685"/>
                </a:moveTo>
                <a:lnTo>
                  <a:pt x="241969" y="0"/>
                </a:lnTo>
              </a:path>
            </a:pathLst>
          </a:custGeom>
          <a:noFill/>
          <a:ln w="6408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525" name="lumia-token-stream-curve">
            <a:extLst>
              <a:ext uri="{FF2B5EF4-FFF2-40B4-BE49-F238E27FC236}">
                <a16:creationId xmlns:a16="http://schemas.microsoft.com/office/drawing/2014/main" id="{5DA9A061-0557-4E1A-92F1-8798E738E88C}"/>
              </a:ext>
            </a:extLst>
          </p:cNvPr>
          <p:cNvSpPr>
            <a:spLocks noGrp="1"/>
          </p:cNvSpPr>
          <p:nvPr/>
        </p:nvSpPr>
        <p:spPr>
          <a:xfrm>
            <a:off x="3965807" y="5523457"/>
            <a:ext cx="245046" cy="79059"/>
          </a:xfrm>
          <a:custGeom>
            <a:avLst/>
            <a:gdLst/>
            <a:ahLst/>
            <a:cxnLst/>
            <a:rect l="0" t="0" r="0" b="0"/>
            <a:pathLst>
              <a:path w="245046" h="79059">
                <a:moveTo>
                  <a:pt x="0" y="79059"/>
                </a:moveTo>
                <a:lnTo>
                  <a:pt x="245046" y="0"/>
                </a:lnTo>
              </a:path>
            </a:pathLst>
          </a:custGeom>
          <a:noFill/>
          <a:ln w="6427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526" name="lumia-token-stream-curve">
            <a:extLst>
              <a:ext uri="{FF2B5EF4-FFF2-40B4-BE49-F238E27FC236}">
                <a16:creationId xmlns:a16="http://schemas.microsoft.com/office/drawing/2014/main" id="{484CDC57-DD90-4722-8256-F8A8828F523F}"/>
              </a:ext>
            </a:extLst>
          </p:cNvPr>
          <p:cNvSpPr>
            <a:spLocks noGrp="1"/>
          </p:cNvSpPr>
          <p:nvPr/>
        </p:nvSpPr>
        <p:spPr>
          <a:xfrm>
            <a:off x="4210852" y="5447987"/>
            <a:ext cx="248086" cy="75470"/>
          </a:xfrm>
          <a:custGeom>
            <a:avLst/>
            <a:gdLst/>
            <a:ahLst/>
            <a:cxnLst/>
            <a:rect l="0" t="0" r="0" b="0"/>
            <a:pathLst>
              <a:path w="248086" h="75470">
                <a:moveTo>
                  <a:pt x="0" y="75470"/>
                </a:moveTo>
                <a:lnTo>
                  <a:pt x="248086" y="0"/>
                </a:lnTo>
              </a:path>
            </a:pathLst>
          </a:custGeom>
          <a:noFill/>
          <a:ln w="6472">
            <a:solidFill>
              <a:srgbClr val="B0405B">
                <a:alpha val="9000"/>
              </a:srgbClr>
            </a:solidFill>
            <a:prstDash val="solid"/>
          </a:ln>
        </p:spPr>
      </p:sp>
      <p:sp>
        <p:nvSpPr>
          <p:cNvPr id="527" name="lumia-token-stream-curve">
            <a:extLst>
              <a:ext uri="{FF2B5EF4-FFF2-40B4-BE49-F238E27FC236}">
                <a16:creationId xmlns:a16="http://schemas.microsoft.com/office/drawing/2014/main" id="{A488DD64-D541-481F-8EEA-83D856720B4E}"/>
              </a:ext>
            </a:extLst>
          </p:cNvPr>
          <p:cNvSpPr>
            <a:spLocks noGrp="1"/>
          </p:cNvSpPr>
          <p:nvPr/>
        </p:nvSpPr>
        <p:spPr>
          <a:xfrm>
            <a:off x="4458938" y="5378686"/>
            <a:ext cx="251089" cy="69301"/>
          </a:xfrm>
          <a:custGeom>
            <a:avLst/>
            <a:gdLst/>
            <a:ahLst/>
            <a:cxnLst/>
            <a:rect l="0" t="0" r="0" b="0"/>
            <a:pathLst>
              <a:path w="251089" h="69301">
                <a:moveTo>
                  <a:pt x="0" y="69301"/>
                </a:moveTo>
                <a:lnTo>
                  <a:pt x="251089" y="0"/>
                </a:lnTo>
              </a:path>
            </a:pathLst>
          </a:custGeom>
          <a:noFill/>
          <a:ln w="6539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528" name="lumia-token-stream-curve">
            <a:extLst>
              <a:ext uri="{FF2B5EF4-FFF2-40B4-BE49-F238E27FC236}">
                <a16:creationId xmlns:a16="http://schemas.microsoft.com/office/drawing/2014/main" id="{4D07CB86-7018-4C9C-9E81-8036E8FA0AC4}"/>
              </a:ext>
            </a:extLst>
          </p:cNvPr>
          <p:cNvSpPr>
            <a:spLocks noGrp="1"/>
          </p:cNvSpPr>
          <p:nvPr/>
        </p:nvSpPr>
        <p:spPr>
          <a:xfrm>
            <a:off x="4710027" y="5317429"/>
            <a:ext cx="254056" cy="61257"/>
          </a:xfrm>
          <a:custGeom>
            <a:avLst/>
            <a:gdLst/>
            <a:ahLst/>
            <a:cxnLst/>
            <a:rect l="0" t="0" r="0" b="0"/>
            <a:pathLst>
              <a:path w="254056" h="61257">
                <a:moveTo>
                  <a:pt x="0" y="61257"/>
                </a:moveTo>
                <a:lnTo>
                  <a:pt x="254056" y="0"/>
                </a:lnTo>
              </a:path>
            </a:pathLst>
          </a:custGeom>
          <a:noFill/>
          <a:ln w="6627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529" name="lumia-token-stream-curve">
            <a:extLst>
              <a:ext uri="{FF2B5EF4-FFF2-40B4-BE49-F238E27FC236}">
                <a16:creationId xmlns:a16="http://schemas.microsoft.com/office/drawing/2014/main" id="{44882C83-CE70-4275-9CB8-9116456106C7}"/>
              </a:ext>
            </a:extLst>
          </p:cNvPr>
          <p:cNvSpPr>
            <a:spLocks noGrp="1"/>
          </p:cNvSpPr>
          <p:nvPr/>
        </p:nvSpPr>
        <p:spPr>
          <a:xfrm>
            <a:off x="4964084" y="5265106"/>
            <a:ext cx="256987" cy="52323"/>
          </a:xfrm>
          <a:custGeom>
            <a:avLst/>
            <a:gdLst/>
            <a:ahLst/>
            <a:cxnLst/>
            <a:rect l="0" t="0" r="0" b="0"/>
            <a:pathLst>
              <a:path w="256987" h="52323">
                <a:moveTo>
                  <a:pt x="0" y="52323"/>
                </a:moveTo>
                <a:lnTo>
                  <a:pt x="256987" y="0"/>
                </a:lnTo>
              </a:path>
            </a:pathLst>
          </a:custGeom>
          <a:noFill/>
          <a:ln w="6734">
            <a:solidFill>
              <a:srgbClr val="D74242">
                <a:alpha val="10000"/>
              </a:srgbClr>
            </a:solidFill>
            <a:prstDash val="solid"/>
          </a:ln>
        </p:spPr>
      </p:sp>
      <p:sp>
        <p:nvSpPr>
          <p:cNvPr id="530" name="lumia-token-stream-curve">
            <a:extLst>
              <a:ext uri="{FF2B5EF4-FFF2-40B4-BE49-F238E27FC236}">
                <a16:creationId xmlns:a16="http://schemas.microsoft.com/office/drawing/2014/main" id="{C0313DBE-523F-4BE8-BCB2-479278AF639E}"/>
              </a:ext>
            </a:extLst>
          </p:cNvPr>
          <p:cNvSpPr>
            <a:spLocks noGrp="1"/>
          </p:cNvSpPr>
          <p:nvPr/>
        </p:nvSpPr>
        <p:spPr>
          <a:xfrm>
            <a:off x="5221071" y="5221426"/>
            <a:ext cx="259881" cy="43680"/>
          </a:xfrm>
          <a:custGeom>
            <a:avLst/>
            <a:gdLst/>
            <a:ahLst/>
            <a:cxnLst/>
            <a:rect l="0" t="0" r="0" b="0"/>
            <a:pathLst>
              <a:path w="259881" h="43680">
                <a:moveTo>
                  <a:pt x="0" y="43680"/>
                </a:moveTo>
                <a:lnTo>
                  <a:pt x="259881" y="0"/>
                </a:lnTo>
              </a:path>
            </a:pathLst>
          </a:custGeom>
          <a:noFill/>
          <a:ln w="6858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531" name="lumia-token-stream-curve">
            <a:extLst>
              <a:ext uri="{FF2B5EF4-FFF2-40B4-BE49-F238E27FC236}">
                <a16:creationId xmlns:a16="http://schemas.microsoft.com/office/drawing/2014/main" id="{CDA76734-19BC-4511-BDB8-CF728B41DD64}"/>
              </a:ext>
            </a:extLst>
          </p:cNvPr>
          <p:cNvSpPr>
            <a:spLocks noGrp="1"/>
          </p:cNvSpPr>
          <p:nvPr/>
        </p:nvSpPr>
        <p:spPr>
          <a:xfrm>
            <a:off x="5480952" y="5184836"/>
            <a:ext cx="262739" cy="36590"/>
          </a:xfrm>
          <a:custGeom>
            <a:avLst/>
            <a:gdLst/>
            <a:ahLst/>
            <a:cxnLst/>
            <a:rect l="0" t="0" r="0" b="0"/>
            <a:pathLst>
              <a:path w="262739" h="36590">
                <a:moveTo>
                  <a:pt x="0" y="36590"/>
                </a:moveTo>
                <a:lnTo>
                  <a:pt x="262739" y="0"/>
                </a:lnTo>
              </a:path>
            </a:pathLst>
          </a:custGeom>
          <a:noFill/>
          <a:ln w="6998">
            <a:solidFill>
              <a:srgbClr val="EB4833">
                <a:alpha val="11000"/>
              </a:srgbClr>
            </a:solidFill>
            <a:prstDash val="solid"/>
          </a:ln>
        </p:spPr>
      </p:sp>
      <p:sp>
        <p:nvSpPr>
          <p:cNvPr id="532" name="lumia-token-stream-curve">
            <a:extLst>
              <a:ext uri="{FF2B5EF4-FFF2-40B4-BE49-F238E27FC236}">
                <a16:creationId xmlns:a16="http://schemas.microsoft.com/office/drawing/2014/main" id="{9F807A72-D451-4023-B11B-8665469CF822}"/>
              </a:ext>
            </a:extLst>
          </p:cNvPr>
          <p:cNvSpPr>
            <a:spLocks noGrp="1"/>
          </p:cNvSpPr>
          <p:nvPr/>
        </p:nvSpPr>
        <p:spPr>
          <a:xfrm>
            <a:off x="5743691" y="5152584"/>
            <a:ext cx="265560" cy="32252"/>
          </a:xfrm>
          <a:custGeom>
            <a:avLst/>
            <a:gdLst/>
            <a:ahLst/>
            <a:cxnLst/>
            <a:rect l="0" t="0" r="0" b="0"/>
            <a:pathLst>
              <a:path w="265560" h="32252">
                <a:moveTo>
                  <a:pt x="0" y="32252"/>
                </a:moveTo>
                <a:lnTo>
                  <a:pt x="265560" y="0"/>
                </a:lnTo>
              </a:path>
            </a:pathLst>
          </a:custGeom>
          <a:noFill/>
          <a:ln w="7152">
            <a:solidFill>
              <a:srgbClr val="EC532F">
                <a:alpha val="11000"/>
              </a:srgbClr>
            </a:solidFill>
            <a:prstDash val="solid"/>
          </a:ln>
        </p:spPr>
      </p:sp>
      <p:sp>
        <p:nvSpPr>
          <p:cNvPr id="533" name="lumia-token-stream-curve">
            <a:extLst>
              <a:ext uri="{FF2B5EF4-FFF2-40B4-BE49-F238E27FC236}">
                <a16:creationId xmlns:a16="http://schemas.microsoft.com/office/drawing/2014/main" id="{80BBCD9E-A8CF-4493-9477-261C4C409A7D}"/>
              </a:ext>
            </a:extLst>
          </p:cNvPr>
          <p:cNvSpPr>
            <a:spLocks noGrp="1"/>
          </p:cNvSpPr>
          <p:nvPr/>
        </p:nvSpPr>
        <p:spPr>
          <a:xfrm>
            <a:off x="6009250" y="5120930"/>
            <a:ext cx="268344" cy="31653"/>
          </a:xfrm>
          <a:custGeom>
            <a:avLst/>
            <a:gdLst/>
            <a:ahLst/>
            <a:cxnLst/>
            <a:rect l="0" t="0" r="0" b="0"/>
            <a:pathLst>
              <a:path w="268344" h="31653">
                <a:moveTo>
                  <a:pt x="0" y="31653"/>
                </a:moveTo>
                <a:lnTo>
                  <a:pt x="268344" y="0"/>
                </a:lnTo>
              </a:path>
            </a:pathLst>
          </a:custGeom>
          <a:noFill/>
          <a:ln w="7317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534" name="lumia-token-stream-curve">
            <a:extLst>
              <a:ext uri="{FF2B5EF4-FFF2-40B4-BE49-F238E27FC236}">
                <a16:creationId xmlns:a16="http://schemas.microsoft.com/office/drawing/2014/main" id="{9481B950-DC98-4B6D-BC52-C49C94078586}"/>
              </a:ext>
            </a:extLst>
          </p:cNvPr>
          <p:cNvSpPr>
            <a:spLocks noGrp="1"/>
          </p:cNvSpPr>
          <p:nvPr/>
        </p:nvSpPr>
        <p:spPr>
          <a:xfrm>
            <a:off x="6277594" y="5085503"/>
            <a:ext cx="271092" cy="35427"/>
          </a:xfrm>
          <a:custGeom>
            <a:avLst/>
            <a:gdLst/>
            <a:ahLst/>
            <a:cxnLst/>
            <a:rect l="0" t="0" r="0" b="0"/>
            <a:pathLst>
              <a:path w="271092" h="35427">
                <a:moveTo>
                  <a:pt x="0" y="35427"/>
                </a:moveTo>
                <a:lnTo>
                  <a:pt x="271092" y="0"/>
                </a:lnTo>
              </a:path>
            </a:pathLst>
          </a:custGeom>
          <a:noFill/>
          <a:ln w="7492">
            <a:solidFill>
              <a:srgbClr val="EF6926">
                <a:alpha val="12000"/>
              </a:srgbClr>
            </a:solidFill>
            <a:prstDash val="solid"/>
          </a:ln>
        </p:spPr>
      </p:sp>
      <p:sp>
        <p:nvSpPr>
          <p:cNvPr id="535" name="lumia-token-stream-curve">
            <a:extLst>
              <a:ext uri="{FF2B5EF4-FFF2-40B4-BE49-F238E27FC236}">
                <a16:creationId xmlns:a16="http://schemas.microsoft.com/office/drawing/2014/main" id="{D691EC04-8F4F-4CC0-B316-8AE88E0FDA69}"/>
              </a:ext>
            </a:extLst>
          </p:cNvPr>
          <p:cNvSpPr>
            <a:spLocks noGrp="1"/>
          </p:cNvSpPr>
          <p:nvPr/>
        </p:nvSpPr>
        <p:spPr>
          <a:xfrm>
            <a:off x="6548686" y="5041760"/>
            <a:ext cx="273803" cy="43743"/>
          </a:xfrm>
          <a:custGeom>
            <a:avLst/>
            <a:gdLst/>
            <a:ahLst/>
            <a:cxnLst/>
            <a:rect l="0" t="0" r="0" b="0"/>
            <a:pathLst>
              <a:path w="273803" h="43743">
                <a:moveTo>
                  <a:pt x="0" y="43743"/>
                </a:moveTo>
                <a:lnTo>
                  <a:pt x="273803" y="0"/>
                </a:lnTo>
              </a:path>
            </a:pathLst>
          </a:custGeom>
          <a:noFill/>
          <a:ln w="7675">
            <a:solidFill>
              <a:srgbClr val="F17322">
                <a:alpha val="12000"/>
              </a:srgbClr>
            </a:solidFill>
            <a:prstDash val="solid"/>
          </a:ln>
        </p:spPr>
      </p:sp>
      <p:sp>
        <p:nvSpPr>
          <p:cNvPr id="536" name="lumia-token-stream-curve">
            <a:extLst>
              <a:ext uri="{FF2B5EF4-FFF2-40B4-BE49-F238E27FC236}">
                <a16:creationId xmlns:a16="http://schemas.microsoft.com/office/drawing/2014/main" id="{2137812A-1CE7-4E42-B35A-C6FDDD76AEC5}"/>
              </a:ext>
            </a:extLst>
          </p:cNvPr>
          <p:cNvSpPr>
            <a:spLocks noGrp="1"/>
          </p:cNvSpPr>
          <p:nvPr/>
        </p:nvSpPr>
        <p:spPr>
          <a:xfrm>
            <a:off x="6822490" y="4985519"/>
            <a:ext cx="276478" cy="56241"/>
          </a:xfrm>
          <a:custGeom>
            <a:avLst/>
            <a:gdLst/>
            <a:ahLst/>
            <a:cxnLst/>
            <a:rect l="0" t="0" r="0" b="0"/>
            <a:pathLst>
              <a:path w="276478" h="56241">
                <a:moveTo>
                  <a:pt x="0" y="56241"/>
                </a:moveTo>
                <a:lnTo>
                  <a:pt x="276478" y="0"/>
                </a:lnTo>
              </a:path>
            </a:pathLst>
          </a:custGeom>
          <a:noFill/>
          <a:ln w="7865">
            <a:solidFill>
              <a:srgbClr val="F27E1E">
                <a:alpha val="13000"/>
              </a:srgbClr>
            </a:solidFill>
            <a:prstDash val="solid"/>
          </a:ln>
        </p:spPr>
      </p:sp>
      <p:sp>
        <p:nvSpPr>
          <p:cNvPr id="537" name="lumia-token-stream-curve">
            <a:extLst>
              <a:ext uri="{FF2B5EF4-FFF2-40B4-BE49-F238E27FC236}">
                <a16:creationId xmlns:a16="http://schemas.microsoft.com/office/drawing/2014/main" id="{EB70F338-BAE7-4DC3-868D-86910C31C345}"/>
              </a:ext>
            </a:extLst>
          </p:cNvPr>
          <p:cNvSpPr>
            <a:spLocks noGrp="1"/>
          </p:cNvSpPr>
          <p:nvPr/>
        </p:nvSpPr>
        <p:spPr>
          <a:xfrm>
            <a:off x="7098968" y="4913488"/>
            <a:ext cx="279117" cy="72031"/>
          </a:xfrm>
          <a:custGeom>
            <a:avLst/>
            <a:gdLst/>
            <a:ahLst/>
            <a:cxnLst/>
            <a:rect l="0" t="0" r="0" b="0"/>
            <a:pathLst>
              <a:path w="279117" h="72031">
                <a:moveTo>
                  <a:pt x="0" y="72031"/>
                </a:moveTo>
                <a:lnTo>
                  <a:pt x="279117" y="0"/>
                </a:lnTo>
              </a:path>
            </a:pathLst>
          </a:custGeom>
          <a:noFill/>
          <a:ln w="8059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538" name="lumia-token-stream-curve">
            <a:extLst>
              <a:ext uri="{FF2B5EF4-FFF2-40B4-BE49-F238E27FC236}">
                <a16:creationId xmlns:a16="http://schemas.microsoft.com/office/drawing/2014/main" id="{211B3A39-C324-49AE-8BB7-78BDFA3F216D}"/>
              </a:ext>
            </a:extLst>
          </p:cNvPr>
          <p:cNvSpPr>
            <a:spLocks noGrp="1"/>
          </p:cNvSpPr>
          <p:nvPr/>
        </p:nvSpPr>
        <p:spPr>
          <a:xfrm>
            <a:off x="7378084" y="4823727"/>
            <a:ext cx="281718" cy="89761"/>
          </a:xfrm>
          <a:custGeom>
            <a:avLst/>
            <a:gdLst/>
            <a:ahLst/>
            <a:cxnLst/>
            <a:rect l="0" t="0" r="0" b="0"/>
            <a:pathLst>
              <a:path w="281718" h="89761">
                <a:moveTo>
                  <a:pt x="0" y="89761"/>
                </a:moveTo>
                <a:lnTo>
                  <a:pt x="281718" y="0"/>
                </a:lnTo>
              </a:path>
            </a:pathLst>
          </a:custGeom>
          <a:noFill/>
          <a:ln w="8255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539" name="lumia-token-stream-curve">
            <a:extLst>
              <a:ext uri="{FF2B5EF4-FFF2-40B4-BE49-F238E27FC236}">
                <a16:creationId xmlns:a16="http://schemas.microsoft.com/office/drawing/2014/main" id="{87EAF7C6-1B41-4212-A5E8-8EE42940F58A}"/>
              </a:ext>
            </a:extLst>
          </p:cNvPr>
          <p:cNvSpPr>
            <a:spLocks noGrp="1"/>
          </p:cNvSpPr>
          <p:nvPr/>
        </p:nvSpPr>
        <p:spPr>
          <a:xfrm>
            <a:off x="7659803" y="4715965"/>
            <a:ext cx="284284" cy="107761"/>
          </a:xfrm>
          <a:custGeom>
            <a:avLst/>
            <a:gdLst/>
            <a:ahLst/>
            <a:cxnLst/>
            <a:rect l="0" t="0" r="0" b="0"/>
            <a:pathLst>
              <a:path w="284284" h="107761">
                <a:moveTo>
                  <a:pt x="0" y="107761"/>
                </a:moveTo>
                <a:lnTo>
                  <a:pt x="284284" y="0"/>
                </a:lnTo>
              </a:path>
            </a:pathLst>
          </a:custGeom>
          <a:noFill/>
          <a:ln w="8452">
            <a:solidFill>
              <a:srgbClr val="F79E11">
                <a:alpha val="14000"/>
              </a:srgbClr>
            </a:solidFill>
            <a:prstDash val="solid"/>
          </a:ln>
        </p:spPr>
      </p:sp>
      <p:sp>
        <p:nvSpPr>
          <p:cNvPr id="540" name="lumia-token-stream-curve">
            <a:extLst>
              <a:ext uri="{FF2B5EF4-FFF2-40B4-BE49-F238E27FC236}">
                <a16:creationId xmlns:a16="http://schemas.microsoft.com/office/drawing/2014/main" id="{5216D72A-D879-4665-9E02-47E3E461F552}"/>
              </a:ext>
            </a:extLst>
          </p:cNvPr>
          <p:cNvSpPr>
            <a:spLocks noGrp="1"/>
          </p:cNvSpPr>
          <p:nvPr/>
        </p:nvSpPr>
        <p:spPr>
          <a:xfrm>
            <a:off x="7944086" y="4591728"/>
            <a:ext cx="286812" cy="124238"/>
          </a:xfrm>
          <a:custGeom>
            <a:avLst/>
            <a:gdLst/>
            <a:ahLst/>
            <a:cxnLst/>
            <a:rect l="0" t="0" r="0" b="0"/>
            <a:pathLst>
              <a:path w="286812" h="124238">
                <a:moveTo>
                  <a:pt x="0" y="124238"/>
                </a:moveTo>
                <a:lnTo>
                  <a:pt x="286812" y="0"/>
                </a:lnTo>
              </a:path>
            </a:pathLst>
          </a:custGeom>
          <a:noFill/>
          <a:ln w="8648">
            <a:solidFill>
              <a:srgbClr val="F8A90C">
                <a:alpha val="14000"/>
              </a:srgbClr>
            </a:solidFill>
            <a:prstDash val="solid"/>
          </a:ln>
        </p:spPr>
      </p:sp>
      <p:sp>
        <p:nvSpPr>
          <p:cNvPr id="541" name="lumia-token-stream-curve">
            <a:extLst>
              <a:ext uri="{FF2B5EF4-FFF2-40B4-BE49-F238E27FC236}">
                <a16:creationId xmlns:a16="http://schemas.microsoft.com/office/drawing/2014/main" id="{809423B9-3923-4A7A-988D-CA1278AFBCB4}"/>
              </a:ext>
            </a:extLst>
          </p:cNvPr>
          <p:cNvSpPr>
            <a:spLocks noGrp="1"/>
          </p:cNvSpPr>
          <p:nvPr/>
        </p:nvSpPr>
        <p:spPr>
          <a:xfrm>
            <a:off x="8230899" y="4454219"/>
            <a:ext cx="289304" cy="137509"/>
          </a:xfrm>
          <a:custGeom>
            <a:avLst/>
            <a:gdLst/>
            <a:ahLst/>
            <a:cxnLst/>
            <a:rect l="0" t="0" r="0" b="0"/>
            <a:pathLst>
              <a:path w="289304" h="137509">
                <a:moveTo>
                  <a:pt x="0" y="137509"/>
                </a:moveTo>
                <a:lnTo>
                  <a:pt x="289304" y="0"/>
                </a:lnTo>
              </a:path>
            </a:pathLst>
          </a:custGeom>
          <a:noFill/>
          <a:ln w="8841">
            <a:solidFill>
              <a:srgbClr val="FAB408">
                <a:alpha val="14000"/>
              </a:srgbClr>
            </a:solidFill>
            <a:prstDash val="solid"/>
          </a:ln>
        </p:spPr>
      </p:sp>
      <p:sp>
        <p:nvSpPr>
          <p:cNvPr id="542" name="lumia-token-stream-curve">
            <a:extLst>
              <a:ext uri="{FF2B5EF4-FFF2-40B4-BE49-F238E27FC236}">
                <a16:creationId xmlns:a16="http://schemas.microsoft.com/office/drawing/2014/main" id="{D8BFDB69-8702-4329-A921-AA8791269643}"/>
              </a:ext>
            </a:extLst>
          </p:cNvPr>
          <p:cNvSpPr>
            <a:spLocks noGrp="1"/>
          </p:cNvSpPr>
          <p:nvPr/>
        </p:nvSpPr>
        <p:spPr>
          <a:xfrm>
            <a:off x="8520203" y="4307971"/>
            <a:ext cx="291760" cy="146248"/>
          </a:xfrm>
          <a:custGeom>
            <a:avLst/>
            <a:gdLst/>
            <a:ahLst/>
            <a:cxnLst/>
            <a:rect l="0" t="0" r="0" b="0"/>
            <a:pathLst>
              <a:path w="291760" h="146248">
                <a:moveTo>
                  <a:pt x="0" y="146248"/>
                </a:moveTo>
                <a:lnTo>
                  <a:pt x="291760" y="0"/>
                </a:lnTo>
              </a:path>
            </a:pathLst>
          </a:custGeom>
          <a:noFill/>
          <a:ln w="9029">
            <a:solidFill>
              <a:srgbClr val="F7BC07">
                <a:alpha val="15000"/>
              </a:srgbClr>
            </a:solidFill>
            <a:prstDash val="solid"/>
          </a:ln>
        </p:spPr>
      </p:sp>
      <p:sp>
        <p:nvSpPr>
          <p:cNvPr id="543" name="lumia-token-stream-curve">
            <a:extLst>
              <a:ext uri="{FF2B5EF4-FFF2-40B4-BE49-F238E27FC236}">
                <a16:creationId xmlns:a16="http://schemas.microsoft.com/office/drawing/2014/main" id="{1FB29C51-EF41-4E66-8BCD-C02E933FF467}"/>
              </a:ext>
            </a:extLst>
          </p:cNvPr>
          <p:cNvSpPr>
            <a:spLocks noGrp="1"/>
          </p:cNvSpPr>
          <p:nvPr/>
        </p:nvSpPr>
        <p:spPr>
          <a:xfrm>
            <a:off x="8811963" y="4158273"/>
            <a:ext cx="294179" cy="149698"/>
          </a:xfrm>
          <a:custGeom>
            <a:avLst/>
            <a:gdLst/>
            <a:ahLst/>
            <a:cxnLst/>
            <a:rect l="0" t="0" r="0" b="0"/>
            <a:pathLst>
              <a:path w="294179" h="149698">
                <a:moveTo>
                  <a:pt x="0" y="149698"/>
                </a:moveTo>
                <a:lnTo>
                  <a:pt x="294179" y="0"/>
                </a:lnTo>
              </a:path>
            </a:pathLst>
          </a:custGeom>
          <a:noFill/>
          <a:ln w="9210">
            <a:solidFill>
              <a:srgbClr val="E5BA0E">
                <a:alpha val="15000"/>
              </a:srgbClr>
            </a:solidFill>
            <a:prstDash val="solid"/>
          </a:ln>
        </p:spPr>
      </p:sp>
      <p:sp>
        <p:nvSpPr>
          <p:cNvPr id="544" name="lumia-token-stream-curve">
            <a:extLst>
              <a:ext uri="{FF2B5EF4-FFF2-40B4-BE49-F238E27FC236}">
                <a16:creationId xmlns:a16="http://schemas.microsoft.com/office/drawing/2014/main" id="{D67042E3-EECE-412B-8106-3C6962177A04}"/>
              </a:ext>
            </a:extLst>
          </p:cNvPr>
          <p:cNvSpPr>
            <a:spLocks noGrp="1"/>
          </p:cNvSpPr>
          <p:nvPr/>
        </p:nvSpPr>
        <p:spPr>
          <a:xfrm>
            <a:off x="9106142" y="4010451"/>
            <a:ext cx="296562" cy="147822"/>
          </a:xfrm>
          <a:custGeom>
            <a:avLst/>
            <a:gdLst/>
            <a:ahLst/>
            <a:cxnLst/>
            <a:rect l="0" t="0" r="0" b="0"/>
            <a:pathLst>
              <a:path w="296562" h="147822">
                <a:moveTo>
                  <a:pt x="0" y="147822"/>
                </a:moveTo>
                <a:lnTo>
                  <a:pt x="296562" y="0"/>
                </a:lnTo>
              </a:path>
            </a:pathLst>
          </a:custGeom>
          <a:noFill/>
          <a:ln w="9383">
            <a:solidFill>
              <a:srgbClr val="D3B815">
                <a:alpha val="15000"/>
              </a:srgbClr>
            </a:solidFill>
            <a:prstDash val="solid"/>
          </a:ln>
        </p:spPr>
      </p:sp>
      <p:sp>
        <p:nvSpPr>
          <p:cNvPr id="545" name="lumia-token-stream-curve">
            <a:extLst>
              <a:ext uri="{FF2B5EF4-FFF2-40B4-BE49-F238E27FC236}">
                <a16:creationId xmlns:a16="http://schemas.microsoft.com/office/drawing/2014/main" id="{BD27D8D7-3417-4CEE-805F-AD70E35E728F}"/>
              </a:ext>
            </a:extLst>
          </p:cNvPr>
          <p:cNvSpPr>
            <a:spLocks noGrp="1"/>
          </p:cNvSpPr>
          <p:nvPr/>
        </p:nvSpPr>
        <p:spPr>
          <a:xfrm>
            <a:off x="9402704" y="3869089"/>
            <a:ext cx="298908" cy="141361"/>
          </a:xfrm>
          <a:custGeom>
            <a:avLst/>
            <a:gdLst/>
            <a:ahLst/>
            <a:cxnLst/>
            <a:rect l="0" t="0" r="0" b="0"/>
            <a:pathLst>
              <a:path w="298908" h="141361">
                <a:moveTo>
                  <a:pt x="0" y="141361"/>
                </a:moveTo>
                <a:lnTo>
                  <a:pt x="298908" y="0"/>
                </a:lnTo>
              </a:path>
            </a:pathLst>
          </a:custGeom>
          <a:noFill/>
          <a:ln w="9546">
            <a:solidFill>
              <a:srgbClr val="C2B61C">
                <a:alpha val="16000"/>
              </a:srgbClr>
            </a:solidFill>
            <a:prstDash val="solid"/>
          </a:ln>
        </p:spPr>
      </p:sp>
      <p:sp>
        <p:nvSpPr>
          <p:cNvPr id="546" name="lumia-token-stream-curve">
            <a:extLst>
              <a:ext uri="{FF2B5EF4-FFF2-40B4-BE49-F238E27FC236}">
                <a16:creationId xmlns:a16="http://schemas.microsoft.com/office/drawing/2014/main" id="{B88F0123-B604-4F8E-8422-57F2F5A73ADF}"/>
              </a:ext>
            </a:extLst>
          </p:cNvPr>
          <p:cNvSpPr>
            <a:spLocks noGrp="1"/>
          </p:cNvSpPr>
          <p:nvPr/>
        </p:nvSpPr>
        <p:spPr>
          <a:xfrm>
            <a:off x="9701612" y="3737304"/>
            <a:ext cx="301217" cy="131785"/>
          </a:xfrm>
          <a:custGeom>
            <a:avLst/>
            <a:gdLst/>
            <a:ahLst/>
            <a:cxnLst/>
            <a:rect l="0" t="0" r="0" b="0"/>
            <a:pathLst>
              <a:path w="301217" h="131785">
                <a:moveTo>
                  <a:pt x="0" y="131785"/>
                </a:moveTo>
                <a:lnTo>
                  <a:pt x="301217" y="0"/>
                </a:lnTo>
              </a:path>
            </a:pathLst>
          </a:custGeom>
          <a:noFill/>
          <a:ln w="9696">
            <a:solidFill>
              <a:srgbClr val="B0B422">
                <a:alpha val="16000"/>
              </a:srgbClr>
            </a:solidFill>
            <a:prstDash val="solid"/>
          </a:ln>
        </p:spPr>
      </p:sp>
      <p:sp>
        <p:nvSpPr>
          <p:cNvPr id="547" name="lumia-token-stream-curve">
            <a:extLst>
              <a:ext uri="{FF2B5EF4-FFF2-40B4-BE49-F238E27FC236}">
                <a16:creationId xmlns:a16="http://schemas.microsoft.com/office/drawing/2014/main" id="{0890B3D4-B7B9-4A9A-A627-2662678FCEA4}"/>
              </a:ext>
            </a:extLst>
          </p:cNvPr>
          <p:cNvSpPr>
            <a:spLocks noGrp="1"/>
          </p:cNvSpPr>
          <p:nvPr/>
        </p:nvSpPr>
        <p:spPr>
          <a:xfrm>
            <a:off x="10002830" y="3616183"/>
            <a:ext cx="303490" cy="121121"/>
          </a:xfrm>
          <a:custGeom>
            <a:avLst/>
            <a:gdLst/>
            <a:ahLst/>
            <a:cxnLst/>
            <a:rect l="0" t="0" r="0" b="0"/>
            <a:pathLst>
              <a:path w="303490" h="121121">
                <a:moveTo>
                  <a:pt x="0" y="121121"/>
                </a:moveTo>
                <a:lnTo>
                  <a:pt x="303490" y="0"/>
                </a:lnTo>
              </a:path>
            </a:pathLst>
          </a:custGeom>
          <a:noFill/>
          <a:ln w="9832">
            <a:solidFill>
              <a:srgbClr val="9EB329">
                <a:alpha val="16000"/>
              </a:srgbClr>
            </a:solidFill>
            <a:prstDash val="solid"/>
          </a:ln>
        </p:spPr>
      </p:sp>
      <p:sp>
        <p:nvSpPr>
          <p:cNvPr id="548" name="lumia-token-stream-curve">
            <a:extLst>
              <a:ext uri="{FF2B5EF4-FFF2-40B4-BE49-F238E27FC236}">
                <a16:creationId xmlns:a16="http://schemas.microsoft.com/office/drawing/2014/main" id="{6F10F7DB-5E2A-47A8-B895-C13C5EB88B9C}"/>
              </a:ext>
            </a:extLst>
          </p:cNvPr>
          <p:cNvSpPr>
            <a:spLocks noGrp="1"/>
          </p:cNvSpPr>
          <p:nvPr/>
        </p:nvSpPr>
        <p:spPr>
          <a:xfrm>
            <a:off x="10306320" y="3504490"/>
            <a:ext cx="305727" cy="111692"/>
          </a:xfrm>
          <a:custGeom>
            <a:avLst/>
            <a:gdLst/>
            <a:ahLst/>
            <a:cxnLst/>
            <a:rect l="0" t="0" r="0" b="0"/>
            <a:pathLst>
              <a:path w="305727" h="111692">
                <a:moveTo>
                  <a:pt x="0" y="111692"/>
                </a:moveTo>
                <a:lnTo>
                  <a:pt x="305727" y="0"/>
                </a:lnTo>
              </a:path>
            </a:pathLst>
          </a:custGeom>
          <a:noFill/>
          <a:ln w="9952">
            <a:solidFill>
              <a:srgbClr val="8CB130">
                <a:alpha val="16000"/>
              </a:srgbClr>
            </a:solidFill>
            <a:prstDash val="solid"/>
          </a:ln>
        </p:spPr>
      </p:sp>
      <p:sp>
        <p:nvSpPr>
          <p:cNvPr id="549" name="lumia-token-stream-curve">
            <a:extLst>
              <a:ext uri="{FF2B5EF4-FFF2-40B4-BE49-F238E27FC236}">
                <a16:creationId xmlns:a16="http://schemas.microsoft.com/office/drawing/2014/main" id="{EEB3CE67-C468-4D0F-A51D-102034970152}"/>
              </a:ext>
            </a:extLst>
          </p:cNvPr>
          <p:cNvSpPr>
            <a:spLocks noGrp="1"/>
          </p:cNvSpPr>
          <p:nvPr/>
        </p:nvSpPr>
        <p:spPr>
          <a:xfrm>
            <a:off x="10612047" y="3398712"/>
            <a:ext cx="307927" cy="105778"/>
          </a:xfrm>
          <a:custGeom>
            <a:avLst/>
            <a:gdLst/>
            <a:ahLst/>
            <a:cxnLst/>
            <a:rect l="0" t="0" r="0" b="0"/>
            <a:pathLst>
              <a:path w="307927" h="105778">
                <a:moveTo>
                  <a:pt x="0" y="105778"/>
                </a:moveTo>
                <a:lnTo>
                  <a:pt x="307927" y="0"/>
                </a:lnTo>
              </a:path>
            </a:pathLst>
          </a:custGeom>
          <a:noFill/>
          <a:ln w="10055">
            <a:solidFill>
              <a:srgbClr val="7BAF37">
                <a:alpha val="16000"/>
              </a:srgbClr>
            </a:solidFill>
            <a:prstDash val="solid"/>
          </a:ln>
        </p:spPr>
      </p:sp>
      <p:sp>
        <p:nvSpPr>
          <p:cNvPr id="550" name="lumia-token-stream-curve">
            <a:extLst>
              <a:ext uri="{FF2B5EF4-FFF2-40B4-BE49-F238E27FC236}">
                <a16:creationId xmlns:a16="http://schemas.microsoft.com/office/drawing/2014/main" id="{F64537BC-2DCF-4CD0-AC68-A77BF8ABB123}"/>
              </a:ext>
            </a:extLst>
          </p:cNvPr>
          <p:cNvSpPr>
            <a:spLocks noGrp="1"/>
          </p:cNvSpPr>
          <p:nvPr/>
        </p:nvSpPr>
        <p:spPr>
          <a:xfrm>
            <a:off x="10919974" y="3293450"/>
            <a:ext cx="310090" cy="105262"/>
          </a:xfrm>
          <a:custGeom>
            <a:avLst/>
            <a:gdLst/>
            <a:ahLst/>
            <a:cxnLst/>
            <a:rect l="0" t="0" r="0" b="0"/>
            <a:pathLst>
              <a:path w="310090" h="105262">
                <a:moveTo>
                  <a:pt x="0" y="105262"/>
                </a:moveTo>
                <a:lnTo>
                  <a:pt x="310090" y="0"/>
                </a:lnTo>
              </a:path>
            </a:pathLst>
          </a:custGeom>
          <a:noFill/>
          <a:ln w="10138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551" name="lumia-token-stream-curve">
            <a:extLst>
              <a:ext uri="{FF2B5EF4-FFF2-40B4-BE49-F238E27FC236}">
                <a16:creationId xmlns:a16="http://schemas.microsoft.com/office/drawing/2014/main" id="{E4B75BEF-8688-449D-AC12-F2621BA67790}"/>
              </a:ext>
            </a:extLst>
          </p:cNvPr>
          <p:cNvSpPr>
            <a:spLocks noGrp="1"/>
          </p:cNvSpPr>
          <p:nvPr/>
        </p:nvSpPr>
        <p:spPr>
          <a:xfrm>
            <a:off x="11230064" y="3182139"/>
            <a:ext cx="312217" cy="111311"/>
          </a:xfrm>
          <a:custGeom>
            <a:avLst/>
            <a:gdLst/>
            <a:ahLst/>
            <a:cxnLst/>
            <a:rect l="0" t="0" r="0" b="0"/>
            <a:pathLst>
              <a:path w="312217" h="111311">
                <a:moveTo>
                  <a:pt x="0" y="111311"/>
                </a:moveTo>
                <a:lnTo>
                  <a:pt x="312217" y="0"/>
                </a:lnTo>
              </a:path>
            </a:pathLst>
          </a:custGeom>
          <a:noFill/>
          <a:ln w="10199">
            <a:solidFill>
              <a:srgbClr val="57AC45">
                <a:alpha val="17000"/>
              </a:srgbClr>
            </a:solidFill>
            <a:prstDash val="solid"/>
          </a:ln>
        </p:spPr>
      </p:sp>
      <p:sp>
        <p:nvSpPr>
          <p:cNvPr id="552" name="lumia-token-stream-curve">
            <a:extLst>
              <a:ext uri="{FF2B5EF4-FFF2-40B4-BE49-F238E27FC236}">
                <a16:creationId xmlns:a16="http://schemas.microsoft.com/office/drawing/2014/main" id="{09707677-6E26-49F5-86C9-496DD68E6956}"/>
              </a:ext>
            </a:extLst>
          </p:cNvPr>
          <p:cNvSpPr>
            <a:spLocks noGrp="1"/>
          </p:cNvSpPr>
          <p:nvPr/>
        </p:nvSpPr>
        <p:spPr>
          <a:xfrm>
            <a:off x="11542281" y="3057994"/>
            <a:ext cx="314307" cy="124145"/>
          </a:xfrm>
          <a:custGeom>
            <a:avLst/>
            <a:gdLst/>
            <a:ahLst/>
            <a:cxnLst/>
            <a:rect l="0" t="0" r="0" b="0"/>
            <a:pathLst>
              <a:path w="314307" h="124145">
                <a:moveTo>
                  <a:pt x="0" y="124145"/>
                </a:moveTo>
                <a:lnTo>
                  <a:pt x="314307" y="0"/>
                </a:lnTo>
              </a:path>
            </a:pathLst>
          </a:custGeom>
          <a:noFill/>
          <a:ln w="10238">
            <a:solidFill>
              <a:srgbClr val="46AA4C">
                <a:alpha val="17000"/>
              </a:srgbClr>
            </a:solidFill>
            <a:prstDash val="solid"/>
          </a:ln>
        </p:spPr>
      </p:sp>
      <p:sp>
        <p:nvSpPr>
          <p:cNvPr id="553" name="lumia-token-stream-curve">
            <a:extLst>
              <a:ext uri="{FF2B5EF4-FFF2-40B4-BE49-F238E27FC236}">
                <a16:creationId xmlns:a16="http://schemas.microsoft.com/office/drawing/2014/main" id="{F9154F03-F04E-4173-9DAE-C8FE8084B866}"/>
              </a:ext>
            </a:extLst>
          </p:cNvPr>
          <p:cNvSpPr>
            <a:spLocks noGrp="1"/>
          </p:cNvSpPr>
          <p:nvPr/>
        </p:nvSpPr>
        <p:spPr>
          <a:xfrm>
            <a:off x="11856589" y="2915048"/>
            <a:ext cx="316361" cy="142945"/>
          </a:xfrm>
          <a:custGeom>
            <a:avLst/>
            <a:gdLst/>
            <a:ahLst/>
            <a:cxnLst/>
            <a:rect l="0" t="0" r="0" b="0"/>
            <a:pathLst>
              <a:path w="316361" h="142945">
                <a:moveTo>
                  <a:pt x="0" y="142945"/>
                </a:moveTo>
                <a:lnTo>
                  <a:pt x="316361" y="0"/>
                </a:lnTo>
              </a:path>
            </a:pathLst>
          </a:custGeom>
          <a:noFill/>
          <a:ln w="10251">
            <a:solidFill>
              <a:srgbClr val="34A853">
                <a:alpha val="17000"/>
              </a:srgbClr>
            </a:solidFill>
            <a:prstDash val="solid"/>
          </a:ln>
        </p:spPr>
      </p:sp>
      <p:sp>
        <p:nvSpPr>
          <p:cNvPr id="554" name="lumia-token-stream-curve">
            <a:extLst>
              <a:ext uri="{FF2B5EF4-FFF2-40B4-BE49-F238E27FC236}">
                <a16:creationId xmlns:a16="http://schemas.microsoft.com/office/drawing/2014/main" id="{80DBDA42-3534-4135-A297-FAD789519E84}"/>
              </a:ext>
            </a:extLst>
          </p:cNvPr>
          <p:cNvSpPr>
            <a:spLocks noGrp="1"/>
          </p:cNvSpPr>
          <p:nvPr/>
        </p:nvSpPr>
        <p:spPr>
          <a:xfrm>
            <a:off x="401646" y="6411500"/>
            <a:ext cx="183188" cy="14694"/>
          </a:xfrm>
          <a:custGeom>
            <a:avLst/>
            <a:gdLst/>
            <a:ahLst/>
            <a:cxnLst/>
            <a:rect l="0" t="0" r="0" b="0"/>
            <a:pathLst>
              <a:path w="183188" h="14694">
                <a:moveTo>
                  <a:pt x="0" y="14694"/>
                </a:moveTo>
                <a:lnTo>
                  <a:pt x="183188" y="0"/>
                </a:lnTo>
              </a:path>
            </a:pathLst>
          </a:custGeom>
          <a:noFill/>
          <a:ln w="6678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555" name="lumia-token-stream-curve">
            <a:extLst>
              <a:ext uri="{FF2B5EF4-FFF2-40B4-BE49-F238E27FC236}">
                <a16:creationId xmlns:a16="http://schemas.microsoft.com/office/drawing/2014/main" id="{30D8BB51-EBDD-4B09-BD76-EAFCDBBA3AF0}"/>
              </a:ext>
            </a:extLst>
          </p:cNvPr>
          <p:cNvSpPr>
            <a:spLocks noGrp="1"/>
          </p:cNvSpPr>
          <p:nvPr/>
        </p:nvSpPr>
        <p:spPr>
          <a:xfrm>
            <a:off x="584834" y="6397221"/>
            <a:ext cx="186910" cy="14279"/>
          </a:xfrm>
          <a:custGeom>
            <a:avLst/>
            <a:gdLst/>
            <a:ahLst/>
            <a:cxnLst/>
            <a:rect l="0" t="0" r="0" b="0"/>
            <a:pathLst>
              <a:path w="186910" h="14279">
                <a:moveTo>
                  <a:pt x="0" y="14279"/>
                </a:moveTo>
                <a:lnTo>
                  <a:pt x="186910" y="0"/>
                </a:lnTo>
              </a:path>
            </a:pathLst>
          </a:custGeom>
          <a:noFill/>
          <a:ln w="6678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556" name="lumia-token-stream-curve">
            <a:extLst>
              <a:ext uri="{FF2B5EF4-FFF2-40B4-BE49-F238E27FC236}">
                <a16:creationId xmlns:a16="http://schemas.microsoft.com/office/drawing/2014/main" id="{4EE28F0B-4FCA-4E24-9A74-F1757EA2CBB6}"/>
              </a:ext>
            </a:extLst>
          </p:cNvPr>
          <p:cNvSpPr>
            <a:spLocks noGrp="1"/>
          </p:cNvSpPr>
          <p:nvPr/>
        </p:nvSpPr>
        <p:spPr>
          <a:xfrm>
            <a:off x="771744" y="6381617"/>
            <a:ext cx="190598" cy="15604"/>
          </a:xfrm>
          <a:custGeom>
            <a:avLst/>
            <a:gdLst/>
            <a:ahLst/>
            <a:cxnLst/>
            <a:rect l="0" t="0" r="0" b="0"/>
            <a:pathLst>
              <a:path w="190598" h="15604">
                <a:moveTo>
                  <a:pt x="0" y="15604"/>
                </a:moveTo>
                <a:lnTo>
                  <a:pt x="190598" y="0"/>
                </a:lnTo>
              </a:path>
            </a:pathLst>
          </a:custGeom>
          <a:noFill/>
          <a:ln w="6678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557" name="lumia-token-stream-curve">
            <a:extLst>
              <a:ext uri="{FF2B5EF4-FFF2-40B4-BE49-F238E27FC236}">
                <a16:creationId xmlns:a16="http://schemas.microsoft.com/office/drawing/2014/main" id="{3425B884-7042-4BA9-94BD-993EAC986916}"/>
              </a:ext>
            </a:extLst>
          </p:cNvPr>
          <p:cNvSpPr>
            <a:spLocks noGrp="1"/>
          </p:cNvSpPr>
          <p:nvPr/>
        </p:nvSpPr>
        <p:spPr>
          <a:xfrm>
            <a:off x="962342" y="6362930"/>
            <a:ext cx="194253" cy="18687"/>
          </a:xfrm>
          <a:custGeom>
            <a:avLst/>
            <a:gdLst/>
            <a:ahLst/>
            <a:cxnLst/>
            <a:rect l="0" t="0" r="0" b="0"/>
            <a:pathLst>
              <a:path w="194253" h="18687">
                <a:moveTo>
                  <a:pt x="0" y="18687"/>
                </a:moveTo>
                <a:lnTo>
                  <a:pt x="194253" y="0"/>
                </a:lnTo>
              </a:path>
            </a:pathLst>
          </a:custGeom>
          <a:noFill/>
          <a:ln w="6678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558" name="lumia-token-stream-curve">
            <a:extLst>
              <a:ext uri="{FF2B5EF4-FFF2-40B4-BE49-F238E27FC236}">
                <a16:creationId xmlns:a16="http://schemas.microsoft.com/office/drawing/2014/main" id="{B4AB3C06-CCF2-47C3-B354-D8E1E29A3378}"/>
              </a:ext>
            </a:extLst>
          </p:cNvPr>
          <p:cNvSpPr>
            <a:spLocks noGrp="1"/>
          </p:cNvSpPr>
          <p:nvPr/>
        </p:nvSpPr>
        <p:spPr>
          <a:xfrm>
            <a:off x="1156595" y="6339492"/>
            <a:ext cx="197874" cy="23438"/>
          </a:xfrm>
          <a:custGeom>
            <a:avLst/>
            <a:gdLst/>
            <a:ahLst/>
            <a:cxnLst/>
            <a:rect l="0" t="0" r="0" b="0"/>
            <a:pathLst>
              <a:path w="197874" h="23438">
                <a:moveTo>
                  <a:pt x="0" y="23438"/>
                </a:moveTo>
                <a:lnTo>
                  <a:pt x="197874" y="0"/>
                </a:lnTo>
              </a:path>
            </a:pathLst>
          </a:custGeom>
          <a:noFill/>
          <a:ln w="6678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559" name="lumia-token-stream-curve">
            <a:extLst>
              <a:ext uri="{FF2B5EF4-FFF2-40B4-BE49-F238E27FC236}">
                <a16:creationId xmlns:a16="http://schemas.microsoft.com/office/drawing/2014/main" id="{7D39C067-F21C-46DB-8055-BBD6B325A8F7}"/>
              </a:ext>
            </a:extLst>
          </p:cNvPr>
          <p:cNvSpPr>
            <a:spLocks noGrp="1"/>
          </p:cNvSpPr>
          <p:nvPr/>
        </p:nvSpPr>
        <p:spPr>
          <a:xfrm>
            <a:off x="1354470" y="6309851"/>
            <a:ext cx="201462" cy="29641"/>
          </a:xfrm>
          <a:custGeom>
            <a:avLst/>
            <a:gdLst/>
            <a:ahLst/>
            <a:cxnLst/>
            <a:rect l="0" t="0" r="0" b="0"/>
            <a:pathLst>
              <a:path w="201462" h="29641">
                <a:moveTo>
                  <a:pt x="0" y="29641"/>
                </a:moveTo>
                <a:lnTo>
                  <a:pt x="201462" y="0"/>
                </a:lnTo>
              </a:path>
            </a:pathLst>
          </a:custGeom>
          <a:noFill/>
          <a:ln w="6678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560" name="lumia-token-stream-curve">
            <a:extLst>
              <a:ext uri="{FF2B5EF4-FFF2-40B4-BE49-F238E27FC236}">
                <a16:creationId xmlns:a16="http://schemas.microsoft.com/office/drawing/2014/main" id="{8A8316DF-CBEB-41DF-8B28-D8D9A79AF473}"/>
              </a:ext>
            </a:extLst>
          </p:cNvPr>
          <p:cNvSpPr>
            <a:spLocks noGrp="1"/>
          </p:cNvSpPr>
          <p:nvPr/>
        </p:nvSpPr>
        <p:spPr>
          <a:xfrm>
            <a:off x="1555932" y="6272894"/>
            <a:ext cx="205017" cy="36957"/>
          </a:xfrm>
          <a:custGeom>
            <a:avLst/>
            <a:gdLst/>
            <a:ahLst/>
            <a:cxnLst/>
            <a:rect l="0" t="0" r="0" b="0"/>
            <a:pathLst>
              <a:path w="205017" h="36957">
                <a:moveTo>
                  <a:pt x="0" y="36957"/>
                </a:moveTo>
                <a:lnTo>
                  <a:pt x="205017" y="0"/>
                </a:lnTo>
              </a:path>
            </a:pathLst>
          </a:custGeom>
          <a:noFill/>
          <a:ln w="6678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561" name="lumia-token-stream-curve">
            <a:extLst>
              <a:ext uri="{FF2B5EF4-FFF2-40B4-BE49-F238E27FC236}">
                <a16:creationId xmlns:a16="http://schemas.microsoft.com/office/drawing/2014/main" id="{354525B3-583F-47FA-A501-6436691B12EA}"/>
              </a:ext>
            </a:extLst>
          </p:cNvPr>
          <p:cNvSpPr>
            <a:spLocks noGrp="1"/>
          </p:cNvSpPr>
          <p:nvPr/>
        </p:nvSpPr>
        <p:spPr>
          <a:xfrm>
            <a:off x="1760949" y="6227963"/>
            <a:ext cx="208538" cy="44932"/>
          </a:xfrm>
          <a:custGeom>
            <a:avLst/>
            <a:gdLst/>
            <a:ahLst/>
            <a:cxnLst/>
            <a:rect l="0" t="0" r="0" b="0"/>
            <a:pathLst>
              <a:path w="208538" h="44932">
                <a:moveTo>
                  <a:pt x="0" y="44932"/>
                </a:moveTo>
                <a:lnTo>
                  <a:pt x="208538" y="0"/>
                </a:lnTo>
              </a:path>
            </a:pathLst>
          </a:custGeom>
          <a:noFill/>
          <a:ln w="6678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562" name="lumia-token-stream-curve">
            <a:extLst>
              <a:ext uri="{FF2B5EF4-FFF2-40B4-BE49-F238E27FC236}">
                <a16:creationId xmlns:a16="http://schemas.microsoft.com/office/drawing/2014/main" id="{71FE6200-56E5-4E6E-9CE8-6614E6A95D4A}"/>
              </a:ext>
            </a:extLst>
          </p:cNvPr>
          <p:cNvSpPr>
            <a:spLocks noGrp="1"/>
          </p:cNvSpPr>
          <p:nvPr/>
        </p:nvSpPr>
        <p:spPr>
          <a:xfrm>
            <a:off x="1969487" y="6174946"/>
            <a:ext cx="212026" cy="53016"/>
          </a:xfrm>
          <a:custGeom>
            <a:avLst/>
            <a:gdLst/>
            <a:ahLst/>
            <a:cxnLst/>
            <a:rect l="0" t="0" r="0" b="0"/>
            <a:pathLst>
              <a:path w="212026" h="53016">
                <a:moveTo>
                  <a:pt x="0" y="53016"/>
                </a:moveTo>
                <a:lnTo>
                  <a:pt x="212026" y="0"/>
                </a:lnTo>
              </a:path>
            </a:pathLst>
          </a:custGeom>
          <a:noFill/>
          <a:ln w="6678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563" name="lumia-token-stream-curve">
            <a:extLst>
              <a:ext uri="{FF2B5EF4-FFF2-40B4-BE49-F238E27FC236}">
                <a16:creationId xmlns:a16="http://schemas.microsoft.com/office/drawing/2014/main" id="{2497C739-9302-4683-8918-77813475D235}"/>
              </a:ext>
            </a:extLst>
          </p:cNvPr>
          <p:cNvSpPr>
            <a:spLocks noGrp="1"/>
          </p:cNvSpPr>
          <p:nvPr/>
        </p:nvSpPr>
        <p:spPr>
          <a:xfrm>
            <a:off x="2181513" y="6114343"/>
            <a:ext cx="215480" cy="60603"/>
          </a:xfrm>
          <a:custGeom>
            <a:avLst/>
            <a:gdLst/>
            <a:ahLst/>
            <a:cxnLst/>
            <a:rect l="0" t="0" r="0" b="0"/>
            <a:pathLst>
              <a:path w="215480" h="60603">
                <a:moveTo>
                  <a:pt x="0" y="60603"/>
                </a:moveTo>
                <a:lnTo>
                  <a:pt x="215480" y="0"/>
                </a:lnTo>
              </a:path>
            </a:pathLst>
          </a:custGeom>
          <a:noFill/>
          <a:ln w="6678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564" name="lumia-token-stream-curve">
            <a:extLst>
              <a:ext uri="{FF2B5EF4-FFF2-40B4-BE49-F238E27FC236}">
                <a16:creationId xmlns:a16="http://schemas.microsoft.com/office/drawing/2014/main" id="{256F068E-827F-47AF-8CC0-DF22AC090EDC}"/>
              </a:ext>
            </a:extLst>
          </p:cNvPr>
          <p:cNvSpPr>
            <a:spLocks noGrp="1"/>
          </p:cNvSpPr>
          <p:nvPr/>
        </p:nvSpPr>
        <p:spPr>
          <a:xfrm>
            <a:off x="2396993" y="6047273"/>
            <a:ext cx="218901" cy="67070"/>
          </a:xfrm>
          <a:custGeom>
            <a:avLst/>
            <a:gdLst/>
            <a:ahLst/>
            <a:cxnLst/>
            <a:rect l="0" t="0" r="0" b="0"/>
            <a:pathLst>
              <a:path w="218901" h="67070">
                <a:moveTo>
                  <a:pt x="0" y="67070"/>
                </a:moveTo>
                <a:lnTo>
                  <a:pt x="218901" y="0"/>
                </a:lnTo>
              </a:path>
            </a:pathLst>
          </a:custGeom>
          <a:noFill/>
          <a:ln w="6678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565" name="lumia-token-stream-curve">
            <a:extLst>
              <a:ext uri="{FF2B5EF4-FFF2-40B4-BE49-F238E27FC236}">
                <a16:creationId xmlns:a16="http://schemas.microsoft.com/office/drawing/2014/main" id="{F0A92394-D085-4028-B26C-6EE781694BAD}"/>
              </a:ext>
            </a:extLst>
          </p:cNvPr>
          <p:cNvSpPr>
            <a:spLocks noGrp="1"/>
          </p:cNvSpPr>
          <p:nvPr/>
        </p:nvSpPr>
        <p:spPr>
          <a:xfrm>
            <a:off x="2615894" y="5975440"/>
            <a:ext cx="222289" cy="71833"/>
          </a:xfrm>
          <a:custGeom>
            <a:avLst/>
            <a:gdLst/>
            <a:ahLst/>
            <a:cxnLst/>
            <a:rect l="0" t="0" r="0" b="0"/>
            <a:pathLst>
              <a:path w="222289" h="71833">
                <a:moveTo>
                  <a:pt x="0" y="71833"/>
                </a:moveTo>
                <a:lnTo>
                  <a:pt x="222289" y="0"/>
                </a:lnTo>
              </a:path>
            </a:pathLst>
          </a:custGeom>
          <a:noFill/>
          <a:ln w="6678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566" name="lumia-token-stream-curve">
            <a:extLst>
              <a:ext uri="{FF2B5EF4-FFF2-40B4-BE49-F238E27FC236}">
                <a16:creationId xmlns:a16="http://schemas.microsoft.com/office/drawing/2014/main" id="{ABCBE880-06DE-4CAB-9766-EFC41D937BEE}"/>
              </a:ext>
            </a:extLst>
          </p:cNvPr>
          <p:cNvSpPr>
            <a:spLocks noGrp="1"/>
          </p:cNvSpPr>
          <p:nvPr/>
        </p:nvSpPr>
        <p:spPr>
          <a:xfrm>
            <a:off x="2838183" y="5901028"/>
            <a:ext cx="225643" cy="74412"/>
          </a:xfrm>
          <a:custGeom>
            <a:avLst/>
            <a:gdLst/>
            <a:ahLst/>
            <a:cxnLst/>
            <a:rect l="0" t="0" r="0" b="0"/>
            <a:pathLst>
              <a:path w="225643" h="74412">
                <a:moveTo>
                  <a:pt x="0" y="74412"/>
                </a:moveTo>
                <a:lnTo>
                  <a:pt x="225643" y="0"/>
                </a:lnTo>
              </a:path>
            </a:pathLst>
          </a:custGeom>
          <a:noFill/>
          <a:ln w="6678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567" name="lumia-token-stream-curve">
            <a:extLst>
              <a:ext uri="{FF2B5EF4-FFF2-40B4-BE49-F238E27FC236}">
                <a16:creationId xmlns:a16="http://schemas.microsoft.com/office/drawing/2014/main" id="{61C6533E-DBD5-428F-8608-210CB8E020E9}"/>
              </a:ext>
            </a:extLst>
          </p:cNvPr>
          <p:cNvSpPr>
            <a:spLocks noGrp="1"/>
          </p:cNvSpPr>
          <p:nvPr/>
        </p:nvSpPr>
        <p:spPr>
          <a:xfrm>
            <a:off x="3063826" y="5826547"/>
            <a:ext cx="228963" cy="74481"/>
          </a:xfrm>
          <a:custGeom>
            <a:avLst/>
            <a:gdLst/>
            <a:ahLst/>
            <a:cxnLst/>
            <a:rect l="0" t="0" r="0" b="0"/>
            <a:pathLst>
              <a:path w="228963" h="74481">
                <a:moveTo>
                  <a:pt x="0" y="74481"/>
                </a:moveTo>
                <a:lnTo>
                  <a:pt x="228963" y="0"/>
                </a:lnTo>
              </a:path>
            </a:pathLst>
          </a:custGeom>
          <a:noFill/>
          <a:ln w="6678">
            <a:solidFill>
              <a:srgbClr val="6F3C86">
                <a:alpha val="8000"/>
              </a:srgbClr>
            </a:solidFill>
            <a:prstDash val="solid"/>
          </a:ln>
        </p:spPr>
      </p:sp>
      <p:sp>
        <p:nvSpPr>
          <p:cNvPr id="568" name="lumia-token-stream-curve">
            <a:extLst>
              <a:ext uri="{FF2B5EF4-FFF2-40B4-BE49-F238E27FC236}">
                <a16:creationId xmlns:a16="http://schemas.microsoft.com/office/drawing/2014/main" id="{45A9A854-618E-48CC-8936-37C74976FE35}"/>
              </a:ext>
            </a:extLst>
          </p:cNvPr>
          <p:cNvSpPr>
            <a:spLocks noGrp="1"/>
          </p:cNvSpPr>
          <p:nvPr/>
        </p:nvSpPr>
        <p:spPr>
          <a:xfrm>
            <a:off x="3292789" y="5754619"/>
            <a:ext cx="232251" cy="71928"/>
          </a:xfrm>
          <a:custGeom>
            <a:avLst/>
            <a:gdLst/>
            <a:ahLst/>
            <a:cxnLst/>
            <a:rect l="0" t="0" r="0" b="0"/>
            <a:pathLst>
              <a:path w="232251" h="71928">
                <a:moveTo>
                  <a:pt x="0" y="71928"/>
                </a:moveTo>
                <a:lnTo>
                  <a:pt x="232251" y="0"/>
                </a:lnTo>
              </a:path>
            </a:pathLst>
          </a:custGeom>
          <a:noFill/>
          <a:ln w="6678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569" name="lumia-token-stream-curve">
            <a:extLst>
              <a:ext uri="{FF2B5EF4-FFF2-40B4-BE49-F238E27FC236}">
                <a16:creationId xmlns:a16="http://schemas.microsoft.com/office/drawing/2014/main" id="{41999712-B4DD-445A-A2D1-9D7E38D9264C}"/>
              </a:ext>
            </a:extLst>
          </p:cNvPr>
          <p:cNvSpPr>
            <a:spLocks noGrp="1"/>
          </p:cNvSpPr>
          <p:nvPr/>
        </p:nvSpPr>
        <p:spPr>
          <a:xfrm>
            <a:off x="3525040" y="5687728"/>
            <a:ext cx="235504" cy="66891"/>
          </a:xfrm>
          <a:custGeom>
            <a:avLst/>
            <a:gdLst/>
            <a:ahLst/>
            <a:cxnLst/>
            <a:rect l="0" t="0" r="0" b="0"/>
            <a:pathLst>
              <a:path w="235504" h="66891">
                <a:moveTo>
                  <a:pt x="0" y="66891"/>
                </a:moveTo>
                <a:lnTo>
                  <a:pt x="235504" y="0"/>
                </a:lnTo>
              </a:path>
            </a:pathLst>
          </a:custGeom>
          <a:noFill/>
          <a:ln w="6678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570" name="lumia-token-stream-curve">
            <a:extLst>
              <a:ext uri="{FF2B5EF4-FFF2-40B4-BE49-F238E27FC236}">
                <a16:creationId xmlns:a16="http://schemas.microsoft.com/office/drawing/2014/main" id="{7FC5EF42-9795-4F4A-AF41-506DE00B70B6}"/>
              </a:ext>
            </a:extLst>
          </p:cNvPr>
          <p:cNvSpPr>
            <a:spLocks noGrp="1"/>
          </p:cNvSpPr>
          <p:nvPr/>
        </p:nvSpPr>
        <p:spPr>
          <a:xfrm>
            <a:off x="3760544" y="5627956"/>
            <a:ext cx="238725" cy="59772"/>
          </a:xfrm>
          <a:custGeom>
            <a:avLst/>
            <a:gdLst/>
            <a:ahLst/>
            <a:cxnLst/>
            <a:rect l="0" t="0" r="0" b="0"/>
            <a:pathLst>
              <a:path w="238725" h="59772">
                <a:moveTo>
                  <a:pt x="0" y="59772"/>
                </a:moveTo>
                <a:lnTo>
                  <a:pt x="238725" y="0"/>
                </a:lnTo>
              </a:path>
            </a:pathLst>
          </a:custGeom>
          <a:noFill/>
          <a:ln w="6678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571" name="lumia-token-stream-curve">
            <a:extLst>
              <a:ext uri="{FF2B5EF4-FFF2-40B4-BE49-F238E27FC236}">
                <a16:creationId xmlns:a16="http://schemas.microsoft.com/office/drawing/2014/main" id="{4BBC9086-B4DD-4A2C-953F-1C33344BB137}"/>
              </a:ext>
            </a:extLst>
          </p:cNvPr>
          <p:cNvSpPr>
            <a:spLocks noGrp="1"/>
          </p:cNvSpPr>
          <p:nvPr/>
        </p:nvSpPr>
        <p:spPr>
          <a:xfrm>
            <a:off x="3999269" y="5576720"/>
            <a:ext cx="241912" cy="51236"/>
          </a:xfrm>
          <a:custGeom>
            <a:avLst/>
            <a:gdLst/>
            <a:ahLst/>
            <a:cxnLst/>
            <a:rect l="0" t="0" r="0" b="0"/>
            <a:pathLst>
              <a:path w="241912" h="51236">
                <a:moveTo>
                  <a:pt x="0" y="51236"/>
                </a:moveTo>
                <a:lnTo>
                  <a:pt x="241912" y="0"/>
                </a:lnTo>
              </a:path>
            </a:pathLst>
          </a:custGeom>
          <a:noFill/>
          <a:ln w="6699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572" name="lumia-token-stream-curve">
            <a:extLst>
              <a:ext uri="{FF2B5EF4-FFF2-40B4-BE49-F238E27FC236}">
                <a16:creationId xmlns:a16="http://schemas.microsoft.com/office/drawing/2014/main" id="{0DA4CB4A-076C-4ED6-A4AC-74D06FFD2EF0}"/>
              </a:ext>
            </a:extLst>
          </p:cNvPr>
          <p:cNvSpPr>
            <a:spLocks noGrp="1"/>
          </p:cNvSpPr>
          <p:nvPr/>
        </p:nvSpPr>
        <p:spPr>
          <a:xfrm>
            <a:off x="4241181" y="5534553"/>
            <a:ext cx="245065" cy="42167"/>
          </a:xfrm>
          <a:custGeom>
            <a:avLst/>
            <a:gdLst/>
            <a:ahLst/>
            <a:cxnLst/>
            <a:rect l="0" t="0" r="0" b="0"/>
            <a:pathLst>
              <a:path w="245065" h="42167">
                <a:moveTo>
                  <a:pt x="0" y="42167"/>
                </a:moveTo>
                <a:lnTo>
                  <a:pt x="245065" y="0"/>
                </a:lnTo>
              </a:path>
            </a:pathLst>
          </a:custGeom>
          <a:noFill/>
          <a:ln w="6745">
            <a:solidFill>
              <a:srgbClr val="B0405B">
                <a:alpha val="9000"/>
              </a:srgbClr>
            </a:solidFill>
            <a:prstDash val="solid"/>
          </a:ln>
        </p:spPr>
      </p:sp>
      <p:sp>
        <p:nvSpPr>
          <p:cNvPr id="573" name="lumia-token-stream-curve">
            <a:extLst>
              <a:ext uri="{FF2B5EF4-FFF2-40B4-BE49-F238E27FC236}">
                <a16:creationId xmlns:a16="http://schemas.microsoft.com/office/drawing/2014/main" id="{9FA3F57C-76E3-446D-9FC7-AD42B7EF0853}"/>
              </a:ext>
            </a:extLst>
          </p:cNvPr>
          <p:cNvSpPr>
            <a:spLocks noGrp="1"/>
          </p:cNvSpPr>
          <p:nvPr/>
        </p:nvSpPr>
        <p:spPr>
          <a:xfrm>
            <a:off x="4486246" y="5500950"/>
            <a:ext cx="248186" cy="33603"/>
          </a:xfrm>
          <a:custGeom>
            <a:avLst/>
            <a:gdLst/>
            <a:ahLst/>
            <a:cxnLst/>
            <a:rect l="0" t="0" r="0" b="0"/>
            <a:pathLst>
              <a:path w="248186" h="33603">
                <a:moveTo>
                  <a:pt x="0" y="33603"/>
                </a:moveTo>
                <a:lnTo>
                  <a:pt x="248186" y="0"/>
                </a:lnTo>
              </a:path>
            </a:pathLst>
          </a:custGeom>
          <a:noFill/>
          <a:ln w="6815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574" name="lumia-token-stream-curve">
            <a:extLst>
              <a:ext uri="{FF2B5EF4-FFF2-40B4-BE49-F238E27FC236}">
                <a16:creationId xmlns:a16="http://schemas.microsoft.com/office/drawing/2014/main" id="{91A73A60-E182-44B7-A513-A7D318CE0A94}"/>
              </a:ext>
            </a:extLst>
          </p:cNvPr>
          <p:cNvSpPr>
            <a:spLocks noGrp="1"/>
          </p:cNvSpPr>
          <p:nvPr/>
        </p:nvSpPr>
        <p:spPr>
          <a:xfrm>
            <a:off x="4734432" y="5474309"/>
            <a:ext cx="251272" cy="26641"/>
          </a:xfrm>
          <a:custGeom>
            <a:avLst/>
            <a:gdLst/>
            <a:ahLst/>
            <a:cxnLst/>
            <a:rect l="0" t="0" r="0" b="0"/>
            <a:pathLst>
              <a:path w="251272" h="26641">
                <a:moveTo>
                  <a:pt x="0" y="26641"/>
                </a:moveTo>
                <a:lnTo>
                  <a:pt x="251272" y="0"/>
                </a:lnTo>
              </a:path>
            </a:pathLst>
          </a:custGeom>
          <a:noFill/>
          <a:ln w="6907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575" name="lumia-token-stream-curve">
            <a:extLst>
              <a:ext uri="{FF2B5EF4-FFF2-40B4-BE49-F238E27FC236}">
                <a16:creationId xmlns:a16="http://schemas.microsoft.com/office/drawing/2014/main" id="{EFD1DB79-56E5-402E-ADC6-A22BDBDD13E2}"/>
              </a:ext>
            </a:extLst>
          </p:cNvPr>
          <p:cNvSpPr>
            <a:spLocks noGrp="1"/>
          </p:cNvSpPr>
          <p:nvPr/>
        </p:nvSpPr>
        <p:spPr>
          <a:xfrm>
            <a:off x="4985704" y="5451986"/>
            <a:ext cx="254326" cy="22323"/>
          </a:xfrm>
          <a:custGeom>
            <a:avLst/>
            <a:gdLst/>
            <a:ahLst/>
            <a:cxnLst/>
            <a:rect l="0" t="0" r="0" b="0"/>
            <a:pathLst>
              <a:path w="254326" h="22323">
                <a:moveTo>
                  <a:pt x="0" y="22323"/>
                </a:moveTo>
                <a:lnTo>
                  <a:pt x="254326" y="0"/>
                </a:lnTo>
              </a:path>
            </a:pathLst>
          </a:custGeom>
          <a:noFill/>
          <a:ln w="7018">
            <a:solidFill>
              <a:srgbClr val="D74242">
                <a:alpha val="10000"/>
              </a:srgbClr>
            </a:solidFill>
            <a:prstDash val="solid"/>
          </a:ln>
        </p:spPr>
      </p:sp>
      <p:sp>
        <p:nvSpPr>
          <p:cNvPr id="576" name="lumia-token-stream-curve">
            <a:extLst>
              <a:ext uri="{FF2B5EF4-FFF2-40B4-BE49-F238E27FC236}">
                <a16:creationId xmlns:a16="http://schemas.microsoft.com/office/drawing/2014/main" id="{DBF94156-3EA9-43FD-873D-F77B14F5D58A}"/>
              </a:ext>
            </a:extLst>
          </p:cNvPr>
          <p:cNvSpPr>
            <a:spLocks noGrp="1"/>
          </p:cNvSpPr>
          <p:nvPr/>
        </p:nvSpPr>
        <p:spPr>
          <a:xfrm>
            <a:off x="5240029" y="5430477"/>
            <a:ext cx="257345" cy="21508"/>
          </a:xfrm>
          <a:custGeom>
            <a:avLst/>
            <a:gdLst/>
            <a:ahLst/>
            <a:cxnLst/>
            <a:rect l="0" t="0" r="0" b="0"/>
            <a:pathLst>
              <a:path w="257345" h="21508">
                <a:moveTo>
                  <a:pt x="0" y="21508"/>
                </a:moveTo>
                <a:lnTo>
                  <a:pt x="257345" y="0"/>
                </a:lnTo>
              </a:path>
            </a:pathLst>
          </a:custGeom>
          <a:noFill/>
          <a:ln w="7148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577" name="lumia-token-stream-curve">
            <a:extLst>
              <a:ext uri="{FF2B5EF4-FFF2-40B4-BE49-F238E27FC236}">
                <a16:creationId xmlns:a16="http://schemas.microsoft.com/office/drawing/2014/main" id="{F4A652FB-0699-47F4-8E9E-AC8F507A7D0B}"/>
              </a:ext>
            </a:extLst>
          </p:cNvPr>
          <p:cNvSpPr>
            <a:spLocks noGrp="1"/>
          </p:cNvSpPr>
          <p:nvPr/>
        </p:nvSpPr>
        <p:spPr>
          <a:xfrm>
            <a:off x="5497375" y="5405715"/>
            <a:ext cx="260332" cy="24763"/>
          </a:xfrm>
          <a:custGeom>
            <a:avLst/>
            <a:gdLst/>
            <a:ahLst/>
            <a:cxnLst/>
            <a:rect l="0" t="0" r="0" b="0"/>
            <a:pathLst>
              <a:path w="260332" h="24763">
                <a:moveTo>
                  <a:pt x="0" y="24763"/>
                </a:moveTo>
                <a:lnTo>
                  <a:pt x="260332" y="0"/>
                </a:lnTo>
              </a:path>
            </a:pathLst>
          </a:custGeom>
          <a:noFill/>
          <a:ln w="7294">
            <a:solidFill>
              <a:srgbClr val="EB4833">
                <a:alpha val="11000"/>
              </a:srgbClr>
            </a:solidFill>
            <a:prstDash val="solid"/>
          </a:ln>
        </p:spPr>
      </p:sp>
      <p:sp>
        <p:nvSpPr>
          <p:cNvPr id="578" name="lumia-token-stream-curve">
            <a:extLst>
              <a:ext uri="{FF2B5EF4-FFF2-40B4-BE49-F238E27FC236}">
                <a16:creationId xmlns:a16="http://schemas.microsoft.com/office/drawing/2014/main" id="{D1D7FA00-308B-41DA-9B24-CA5E6B495571}"/>
              </a:ext>
            </a:extLst>
          </p:cNvPr>
          <p:cNvSpPr>
            <a:spLocks noGrp="1"/>
          </p:cNvSpPr>
          <p:nvPr/>
        </p:nvSpPr>
        <p:spPr>
          <a:xfrm>
            <a:off x="5757707" y="5373460"/>
            <a:ext cx="263285" cy="32254"/>
          </a:xfrm>
          <a:custGeom>
            <a:avLst/>
            <a:gdLst/>
            <a:ahLst/>
            <a:cxnLst/>
            <a:rect l="0" t="0" r="0" b="0"/>
            <a:pathLst>
              <a:path w="263285" h="32254">
                <a:moveTo>
                  <a:pt x="0" y="32254"/>
                </a:moveTo>
                <a:lnTo>
                  <a:pt x="263285" y="0"/>
                </a:lnTo>
              </a:path>
            </a:pathLst>
          </a:custGeom>
          <a:noFill/>
          <a:ln w="7454">
            <a:solidFill>
              <a:srgbClr val="EC532F">
                <a:alpha val="11000"/>
              </a:srgbClr>
            </a:solidFill>
            <a:prstDash val="solid"/>
          </a:ln>
        </p:spPr>
      </p:sp>
      <p:sp>
        <p:nvSpPr>
          <p:cNvPr id="579" name="lumia-token-stream-curve">
            <a:extLst>
              <a:ext uri="{FF2B5EF4-FFF2-40B4-BE49-F238E27FC236}">
                <a16:creationId xmlns:a16="http://schemas.microsoft.com/office/drawing/2014/main" id="{A73F1FA1-6732-4888-B627-6F53F2428A82}"/>
              </a:ext>
            </a:extLst>
          </p:cNvPr>
          <p:cNvSpPr>
            <a:spLocks noGrp="1"/>
          </p:cNvSpPr>
          <p:nvPr/>
        </p:nvSpPr>
        <p:spPr>
          <a:xfrm>
            <a:off x="6020992" y="5329763"/>
            <a:ext cx="266205" cy="43697"/>
          </a:xfrm>
          <a:custGeom>
            <a:avLst/>
            <a:gdLst/>
            <a:ahLst/>
            <a:cxnLst/>
            <a:rect l="0" t="0" r="0" b="0"/>
            <a:pathLst>
              <a:path w="266205" h="43697">
                <a:moveTo>
                  <a:pt x="0" y="43697"/>
                </a:moveTo>
                <a:lnTo>
                  <a:pt x="266205" y="0"/>
                </a:lnTo>
              </a:path>
            </a:pathLst>
          </a:custGeom>
          <a:noFill/>
          <a:ln w="7626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580" name="lumia-token-stream-curve">
            <a:extLst>
              <a:ext uri="{FF2B5EF4-FFF2-40B4-BE49-F238E27FC236}">
                <a16:creationId xmlns:a16="http://schemas.microsoft.com/office/drawing/2014/main" id="{1A5C0E16-6BB3-43C4-8D64-9DDBC40A80B5}"/>
              </a:ext>
            </a:extLst>
          </p:cNvPr>
          <p:cNvSpPr>
            <a:spLocks noGrp="1"/>
          </p:cNvSpPr>
          <p:nvPr/>
        </p:nvSpPr>
        <p:spPr>
          <a:xfrm>
            <a:off x="6287196" y="5271429"/>
            <a:ext cx="269091" cy="58335"/>
          </a:xfrm>
          <a:custGeom>
            <a:avLst/>
            <a:gdLst/>
            <a:ahLst/>
            <a:cxnLst/>
            <a:rect l="0" t="0" r="0" b="0"/>
            <a:pathLst>
              <a:path w="269091" h="58335">
                <a:moveTo>
                  <a:pt x="0" y="58335"/>
                </a:moveTo>
                <a:lnTo>
                  <a:pt x="269091" y="0"/>
                </a:lnTo>
              </a:path>
            </a:pathLst>
          </a:custGeom>
          <a:noFill/>
          <a:ln w="7809">
            <a:solidFill>
              <a:srgbClr val="EF6926">
                <a:alpha val="12000"/>
              </a:srgbClr>
            </a:solidFill>
            <a:prstDash val="solid"/>
          </a:ln>
        </p:spPr>
      </p:sp>
      <p:sp>
        <p:nvSpPr>
          <p:cNvPr id="581" name="lumia-token-stream-curve">
            <a:extLst>
              <a:ext uri="{FF2B5EF4-FFF2-40B4-BE49-F238E27FC236}">
                <a16:creationId xmlns:a16="http://schemas.microsoft.com/office/drawing/2014/main" id="{AFB30F94-EEFD-4E3A-8D0B-815F8FE277A7}"/>
              </a:ext>
            </a:extLst>
          </p:cNvPr>
          <p:cNvSpPr>
            <a:spLocks noGrp="1"/>
          </p:cNvSpPr>
          <p:nvPr/>
        </p:nvSpPr>
        <p:spPr>
          <a:xfrm>
            <a:off x="6556287" y="5196436"/>
            <a:ext cx="271944" cy="74993"/>
          </a:xfrm>
          <a:custGeom>
            <a:avLst/>
            <a:gdLst/>
            <a:ahLst/>
            <a:cxnLst/>
            <a:rect l="0" t="0" r="0" b="0"/>
            <a:pathLst>
              <a:path w="271944" h="74993">
                <a:moveTo>
                  <a:pt x="0" y="74993"/>
                </a:moveTo>
                <a:lnTo>
                  <a:pt x="271944" y="0"/>
                </a:lnTo>
              </a:path>
            </a:pathLst>
          </a:custGeom>
          <a:noFill/>
          <a:ln w="8000">
            <a:solidFill>
              <a:srgbClr val="F17322">
                <a:alpha val="12000"/>
              </a:srgbClr>
            </a:solidFill>
            <a:prstDash val="solid"/>
          </a:ln>
        </p:spPr>
      </p:sp>
      <p:sp>
        <p:nvSpPr>
          <p:cNvPr id="582" name="lumia-token-stream-curve">
            <a:extLst>
              <a:ext uri="{FF2B5EF4-FFF2-40B4-BE49-F238E27FC236}">
                <a16:creationId xmlns:a16="http://schemas.microsoft.com/office/drawing/2014/main" id="{BA049D1C-2BEA-4722-BF3A-ACC7D2FFD4A7}"/>
              </a:ext>
            </a:extLst>
          </p:cNvPr>
          <p:cNvSpPr>
            <a:spLocks noGrp="1"/>
          </p:cNvSpPr>
          <p:nvPr/>
        </p:nvSpPr>
        <p:spPr>
          <a:xfrm>
            <a:off x="6828231" y="5104256"/>
            <a:ext cx="274763" cy="92180"/>
          </a:xfrm>
          <a:custGeom>
            <a:avLst/>
            <a:gdLst/>
            <a:ahLst/>
            <a:cxnLst/>
            <a:rect l="0" t="0" r="0" b="0"/>
            <a:pathLst>
              <a:path w="274763" h="92180">
                <a:moveTo>
                  <a:pt x="0" y="92180"/>
                </a:moveTo>
                <a:lnTo>
                  <a:pt x="274763" y="0"/>
                </a:lnTo>
              </a:path>
            </a:pathLst>
          </a:custGeom>
          <a:noFill/>
          <a:ln w="8197">
            <a:solidFill>
              <a:srgbClr val="F27E1E">
                <a:alpha val="13000"/>
              </a:srgbClr>
            </a:solidFill>
            <a:prstDash val="solid"/>
          </a:ln>
        </p:spPr>
      </p:sp>
      <p:sp>
        <p:nvSpPr>
          <p:cNvPr id="583" name="lumia-token-stream-curve">
            <a:extLst>
              <a:ext uri="{FF2B5EF4-FFF2-40B4-BE49-F238E27FC236}">
                <a16:creationId xmlns:a16="http://schemas.microsoft.com/office/drawing/2014/main" id="{8C446850-687F-4CAC-8A4A-CC410420304F}"/>
              </a:ext>
            </a:extLst>
          </p:cNvPr>
          <p:cNvSpPr>
            <a:spLocks noGrp="1"/>
          </p:cNvSpPr>
          <p:nvPr/>
        </p:nvSpPr>
        <p:spPr>
          <a:xfrm>
            <a:off x="7102994" y="4996004"/>
            <a:ext cx="277549" cy="108252"/>
          </a:xfrm>
          <a:custGeom>
            <a:avLst/>
            <a:gdLst/>
            <a:ahLst/>
            <a:cxnLst/>
            <a:rect l="0" t="0" r="0" b="0"/>
            <a:pathLst>
              <a:path w="277549" h="108252">
                <a:moveTo>
                  <a:pt x="0" y="108252"/>
                </a:moveTo>
                <a:lnTo>
                  <a:pt x="277549" y="0"/>
                </a:lnTo>
              </a:path>
            </a:pathLst>
          </a:custGeom>
          <a:noFill/>
          <a:ln w="8399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584" name="lumia-token-stream-curve">
            <a:extLst>
              <a:ext uri="{FF2B5EF4-FFF2-40B4-BE49-F238E27FC236}">
                <a16:creationId xmlns:a16="http://schemas.microsoft.com/office/drawing/2014/main" id="{49B56366-9593-404E-A36D-35E2E8D5C60A}"/>
              </a:ext>
            </a:extLst>
          </p:cNvPr>
          <p:cNvSpPr>
            <a:spLocks noGrp="1"/>
          </p:cNvSpPr>
          <p:nvPr/>
        </p:nvSpPr>
        <p:spPr>
          <a:xfrm>
            <a:off x="7380543" y="4874396"/>
            <a:ext cx="280302" cy="121607"/>
          </a:xfrm>
          <a:custGeom>
            <a:avLst/>
            <a:gdLst/>
            <a:ahLst/>
            <a:cxnLst/>
            <a:rect l="0" t="0" r="0" b="0"/>
            <a:pathLst>
              <a:path w="280302" h="121607">
                <a:moveTo>
                  <a:pt x="0" y="121607"/>
                </a:moveTo>
                <a:lnTo>
                  <a:pt x="280302" y="0"/>
                </a:lnTo>
              </a:path>
            </a:pathLst>
          </a:custGeom>
          <a:noFill/>
          <a:ln w="860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585" name="lumia-token-stream-curve">
            <a:extLst>
              <a:ext uri="{FF2B5EF4-FFF2-40B4-BE49-F238E27FC236}">
                <a16:creationId xmlns:a16="http://schemas.microsoft.com/office/drawing/2014/main" id="{0DD0A4EA-F83F-480F-B9D8-47ADA1251E56}"/>
              </a:ext>
            </a:extLst>
          </p:cNvPr>
          <p:cNvSpPr>
            <a:spLocks noGrp="1"/>
          </p:cNvSpPr>
          <p:nvPr/>
        </p:nvSpPr>
        <p:spPr>
          <a:xfrm>
            <a:off x="7660845" y="4743491"/>
            <a:ext cx="283021" cy="130905"/>
          </a:xfrm>
          <a:custGeom>
            <a:avLst/>
            <a:gdLst/>
            <a:ahLst/>
            <a:cxnLst/>
            <a:rect l="0" t="0" r="0" b="0"/>
            <a:pathLst>
              <a:path w="283021" h="130905">
                <a:moveTo>
                  <a:pt x="0" y="130905"/>
                </a:moveTo>
                <a:lnTo>
                  <a:pt x="283021" y="0"/>
                </a:lnTo>
              </a:path>
            </a:pathLst>
          </a:custGeom>
          <a:noFill/>
          <a:ln w="8809">
            <a:solidFill>
              <a:srgbClr val="F79E11">
                <a:alpha val="14000"/>
              </a:srgbClr>
            </a:solidFill>
            <a:prstDash val="solid"/>
          </a:ln>
        </p:spPr>
      </p:sp>
      <p:sp>
        <p:nvSpPr>
          <p:cNvPr id="586" name="lumia-token-stream-curve">
            <a:extLst>
              <a:ext uri="{FF2B5EF4-FFF2-40B4-BE49-F238E27FC236}">
                <a16:creationId xmlns:a16="http://schemas.microsoft.com/office/drawing/2014/main" id="{6E25EF6C-83F3-4D99-94D4-20790B2EC728}"/>
              </a:ext>
            </a:extLst>
          </p:cNvPr>
          <p:cNvSpPr>
            <a:spLocks noGrp="1"/>
          </p:cNvSpPr>
          <p:nvPr/>
        </p:nvSpPr>
        <p:spPr>
          <a:xfrm>
            <a:off x="7943865" y="4608226"/>
            <a:ext cx="285706" cy="135265"/>
          </a:xfrm>
          <a:custGeom>
            <a:avLst/>
            <a:gdLst/>
            <a:ahLst/>
            <a:cxnLst/>
            <a:rect l="0" t="0" r="0" b="0"/>
            <a:pathLst>
              <a:path w="285706" h="135265">
                <a:moveTo>
                  <a:pt x="0" y="135265"/>
                </a:moveTo>
                <a:lnTo>
                  <a:pt x="285706" y="0"/>
                </a:lnTo>
              </a:path>
            </a:pathLst>
          </a:custGeom>
          <a:noFill/>
          <a:ln w="9013">
            <a:solidFill>
              <a:srgbClr val="F8A90C">
                <a:alpha val="14000"/>
              </a:srgbClr>
            </a:solidFill>
            <a:prstDash val="solid"/>
          </a:ln>
        </p:spPr>
      </p:sp>
      <p:sp>
        <p:nvSpPr>
          <p:cNvPr id="587" name="lumia-token-stream-curve">
            <a:extLst>
              <a:ext uri="{FF2B5EF4-FFF2-40B4-BE49-F238E27FC236}">
                <a16:creationId xmlns:a16="http://schemas.microsoft.com/office/drawing/2014/main" id="{5654F84A-BE7D-42E2-B5E2-3E797B11BAE6}"/>
              </a:ext>
            </a:extLst>
          </p:cNvPr>
          <p:cNvSpPr>
            <a:spLocks noGrp="1"/>
          </p:cNvSpPr>
          <p:nvPr/>
        </p:nvSpPr>
        <p:spPr>
          <a:xfrm>
            <a:off x="8229572" y="4473796"/>
            <a:ext cx="288359" cy="134430"/>
          </a:xfrm>
          <a:custGeom>
            <a:avLst/>
            <a:gdLst/>
            <a:ahLst/>
            <a:cxnLst/>
            <a:rect l="0" t="0" r="0" b="0"/>
            <a:pathLst>
              <a:path w="288359" h="134430">
                <a:moveTo>
                  <a:pt x="0" y="134430"/>
                </a:moveTo>
                <a:lnTo>
                  <a:pt x="288359" y="0"/>
                </a:lnTo>
              </a:path>
            </a:pathLst>
          </a:custGeom>
          <a:noFill/>
          <a:ln w="9214">
            <a:solidFill>
              <a:srgbClr val="FAB408">
                <a:alpha val="14000"/>
              </a:srgbClr>
            </a:solidFill>
            <a:prstDash val="solid"/>
          </a:ln>
        </p:spPr>
      </p:sp>
      <p:sp>
        <p:nvSpPr>
          <p:cNvPr id="588" name="lumia-token-stream-curve">
            <a:extLst>
              <a:ext uri="{FF2B5EF4-FFF2-40B4-BE49-F238E27FC236}">
                <a16:creationId xmlns:a16="http://schemas.microsoft.com/office/drawing/2014/main" id="{21B41DD4-65AC-42CA-B0E2-AD7E7C228ADC}"/>
              </a:ext>
            </a:extLst>
          </p:cNvPr>
          <p:cNvSpPr>
            <a:spLocks noGrp="1"/>
          </p:cNvSpPr>
          <p:nvPr/>
        </p:nvSpPr>
        <p:spPr>
          <a:xfrm>
            <a:off x="8517930" y="4344943"/>
            <a:ext cx="290978" cy="128853"/>
          </a:xfrm>
          <a:custGeom>
            <a:avLst/>
            <a:gdLst/>
            <a:ahLst/>
            <a:cxnLst/>
            <a:rect l="0" t="0" r="0" b="0"/>
            <a:pathLst>
              <a:path w="290978" h="128853">
                <a:moveTo>
                  <a:pt x="0" y="128853"/>
                </a:moveTo>
                <a:lnTo>
                  <a:pt x="290978" y="0"/>
                </a:lnTo>
              </a:path>
            </a:pathLst>
          </a:custGeom>
          <a:noFill/>
          <a:ln w="9410">
            <a:solidFill>
              <a:srgbClr val="F7BC07">
                <a:alpha val="15000"/>
              </a:srgbClr>
            </a:solidFill>
            <a:prstDash val="solid"/>
          </a:ln>
        </p:spPr>
      </p:sp>
      <p:sp>
        <p:nvSpPr>
          <p:cNvPr id="589" name="lumia-token-stream-curve">
            <a:extLst>
              <a:ext uri="{FF2B5EF4-FFF2-40B4-BE49-F238E27FC236}">
                <a16:creationId xmlns:a16="http://schemas.microsoft.com/office/drawing/2014/main" id="{D1C05342-722E-4EE4-9CF1-7B73E2977FA6}"/>
              </a:ext>
            </a:extLst>
          </p:cNvPr>
          <p:cNvSpPr>
            <a:spLocks noGrp="1"/>
          </p:cNvSpPr>
          <p:nvPr/>
        </p:nvSpPr>
        <p:spPr>
          <a:xfrm>
            <a:off x="8808908" y="4225249"/>
            <a:ext cx="293563" cy="119693"/>
          </a:xfrm>
          <a:custGeom>
            <a:avLst/>
            <a:gdLst/>
            <a:ahLst/>
            <a:cxnLst/>
            <a:rect l="0" t="0" r="0" b="0"/>
            <a:pathLst>
              <a:path w="293563" h="119693">
                <a:moveTo>
                  <a:pt x="0" y="119693"/>
                </a:moveTo>
                <a:lnTo>
                  <a:pt x="293563" y="0"/>
                </a:lnTo>
              </a:path>
            </a:pathLst>
          </a:custGeom>
          <a:noFill/>
          <a:ln w="9599">
            <a:solidFill>
              <a:srgbClr val="E5BA0E">
                <a:alpha val="15000"/>
              </a:srgbClr>
            </a:solidFill>
            <a:prstDash val="solid"/>
          </a:ln>
        </p:spPr>
      </p:sp>
      <p:sp>
        <p:nvSpPr>
          <p:cNvPr id="590" name="lumia-token-stream-curve">
            <a:extLst>
              <a:ext uri="{FF2B5EF4-FFF2-40B4-BE49-F238E27FC236}">
                <a16:creationId xmlns:a16="http://schemas.microsoft.com/office/drawing/2014/main" id="{CC7D0E47-77D1-4FE7-A8A3-161F80692918}"/>
              </a:ext>
            </a:extLst>
          </p:cNvPr>
          <p:cNvSpPr>
            <a:spLocks noGrp="1"/>
          </p:cNvSpPr>
          <p:nvPr/>
        </p:nvSpPr>
        <p:spPr>
          <a:xfrm>
            <a:off x="9102471" y="4116541"/>
            <a:ext cx="296115" cy="108708"/>
          </a:xfrm>
          <a:custGeom>
            <a:avLst/>
            <a:gdLst/>
            <a:ahLst/>
            <a:cxnLst/>
            <a:rect l="0" t="0" r="0" b="0"/>
            <a:pathLst>
              <a:path w="296115" h="108708">
                <a:moveTo>
                  <a:pt x="0" y="108708"/>
                </a:moveTo>
                <a:lnTo>
                  <a:pt x="296115" y="0"/>
                </a:lnTo>
              </a:path>
            </a:pathLst>
          </a:custGeom>
          <a:noFill/>
          <a:ln w="9780">
            <a:solidFill>
              <a:srgbClr val="D3B815">
                <a:alpha val="15000"/>
              </a:srgbClr>
            </a:solidFill>
            <a:prstDash val="solid"/>
          </a:ln>
        </p:spPr>
      </p:sp>
      <p:sp>
        <p:nvSpPr>
          <p:cNvPr id="591" name="lumia-token-stream-curve">
            <a:extLst>
              <a:ext uri="{FF2B5EF4-FFF2-40B4-BE49-F238E27FC236}">
                <a16:creationId xmlns:a16="http://schemas.microsoft.com/office/drawing/2014/main" id="{5EF8B400-974F-41AD-9922-D3048BE1713E}"/>
              </a:ext>
            </a:extLst>
          </p:cNvPr>
          <p:cNvSpPr>
            <a:spLocks noGrp="1"/>
          </p:cNvSpPr>
          <p:nvPr/>
        </p:nvSpPr>
        <p:spPr>
          <a:xfrm>
            <a:off x="9398586" y="4018495"/>
            <a:ext cx="298634" cy="98046"/>
          </a:xfrm>
          <a:custGeom>
            <a:avLst/>
            <a:gdLst/>
            <a:ahLst/>
            <a:cxnLst/>
            <a:rect l="0" t="0" r="0" b="0"/>
            <a:pathLst>
              <a:path w="298634" h="98046">
                <a:moveTo>
                  <a:pt x="0" y="98046"/>
                </a:moveTo>
                <a:lnTo>
                  <a:pt x="298634" y="0"/>
                </a:lnTo>
              </a:path>
            </a:pathLst>
          </a:custGeom>
          <a:noFill/>
          <a:ln w="9949">
            <a:solidFill>
              <a:srgbClr val="C2B61C">
                <a:alpha val="16000"/>
              </a:srgbClr>
            </a:solidFill>
            <a:prstDash val="solid"/>
          </a:ln>
        </p:spPr>
      </p:sp>
      <p:sp>
        <p:nvSpPr>
          <p:cNvPr id="592" name="lumia-token-stream-curve">
            <a:extLst>
              <a:ext uri="{FF2B5EF4-FFF2-40B4-BE49-F238E27FC236}">
                <a16:creationId xmlns:a16="http://schemas.microsoft.com/office/drawing/2014/main" id="{7429BF10-4EDA-4D23-89BB-331C1978F0D1}"/>
              </a:ext>
            </a:extLst>
          </p:cNvPr>
          <p:cNvSpPr>
            <a:spLocks noGrp="1"/>
          </p:cNvSpPr>
          <p:nvPr/>
        </p:nvSpPr>
        <p:spPr>
          <a:xfrm>
            <a:off x="9697220" y="3928531"/>
            <a:ext cx="301119" cy="89964"/>
          </a:xfrm>
          <a:custGeom>
            <a:avLst/>
            <a:gdLst/>
            <a:ahLst/>
            <a:cxnLst/>
            <a:rect l="0" t="0" r="0" b="0"/>
            <a:pathLst>
              <a:path w="301119" h="89964">
                <a:moveTo>
                  <a:pt x="0" y="89964"/>
                </a:moveTo>
                <a:lnTo>
                  <a:pt x="301119" y="0"/>
                </a:lnTo>
              </a:path>
            </a:pathLst>
          </a:custGeom>
          <a:noFill/>
          <a:ln w="10105">
            <a:solidFill>
              <a:srgbClr val="B0B422">
                <a:alpha val="16000"/>
              </a:srgbClr>
            </a:solidFill>
            <a:prstDash val="solid"/>
          </a:ln>
        </p:spPr>
      </p:sp>
      <p:sp>
        <p:nvSpPr>
          <p:cNvPr id="593" name="lumia-token-stream-curve">
            <a:extLst>
              <a:ext uri="{FF2B5EF4-FFF2-40B4-BE49-F238E27FC236}">
                <a16:creationId xmlns:a16="http://schemas.microsoft.com/office/drawing/2014/main" id="{7716F75F-76E2-48DA-98C4-698E99685BE0}"/>
              </a:ext>
            </a:extLst>
          </p:cNvPr>
          <p:cNvSpPr>
            <a:spLocks noGrp="1"/>
          </p:cNvSpPr>
          <p:nvPr/>
        </p:nvSpPr>
        <p:spPr>
          <a:xfrm>
            <a:off x="9998339" y="3842035"/>
            <a:ext cx="303571" cy="86496"/>
          </a:xfrm>
          <a:custGeom>
            <a:avLst/>
            <a:gdLst/>
            <a:ahLst/>
            <a:cxnLst/>
            <a:rect l="0" t="0" r="0" b="0"/>
            <a:pathLst>
              <a:path w="303571" h="86496">
                <a:moveTo>
                  <a:pt x="0" y="86496"/>
                </a:moveTo>
                <a:lnTo>
                  <a:pt x="303571" y="0"/>
                </a:lnTo>
              </a:path>
            </a:pathLst>
          </a:custGeom>
          <a:noFill/>
          <a:ln w="10247">
            <a:solidFill>
              <a:srgbClr val="9EB329">
                <a:alpha val="16000"/>
              </a:srgbClr>
            </a:solidFill>
            <a:prstDash val="solid"/>
          </a:ln>
        </p:spPr>
      </p:sp>
      <p:sp>
        <p:nvSpPr>
          <p:cNvPr id="594" name="lumia-token-stream-curve">
            <a:extLst>
              <a:ext uri="{FF2B5EF4-FFF2-40B4-BE49-F238E27FC236}">
                <a16:creationId xmlns:a16="http://schemas.microsoft.com/office/drawing/2014/main" id="{03B29C5B-3A44-4BD4-BEB6-C4ED652A1BC2}"/>
              </a:ext>
            </a:extLst>
          </p:cNvPr>
          <p:cNvSpPr>
            <a:spLocks noGrp="1"/>
          </p:cNvSpPr>
          <p:nvPr/>
        </p:nvSpPr>
        <p:spPr>
          <a:xfrm>
            <a:off x="10301910" y="3752903"/>
            <a:ext cx="305989" cy="89131"/>
          </a:xfrm>
          <a:custGeom>
            <a:avLst/>
            <a:gdLst/>
            <a:ahLst/>
            <a:cxnLst/>
            <a:rect l="0" t="0" r="0" b="0"/>
            <a:pathLst>
              <a:path w="305989" h="89131">
                <a:moveTo>
                  <a:pt x="0" y="89131"/>
                </a:moveTo>
                <a:lnTo>
                  <a:pt x="305989" y="0"/>
                </a:lnTo>
              </a:path>
            </a:pathLst>
          </a:custGeom>
          <a:noFill/>
          <a:ln w="10373">
            <a:solidFill>
              <a:srgbClr val="8CB130">
                <a:alpha val="16000"/>
              </a:srgbClr>
            </a:solidFill>
            <a:prstDash val="solid"/>
          </a:ln>
        </p:spPr>
      </p:sp>
      <p:sp>
        <p:nvSpPr>
          <p:cNvPr id="595" name="lumia-token-stream-curve">
            <a:extLst>
              <a:ext uri="{FF2B5EF4-FFF2-40B4-BE49-F238E27FC236}">
                <a16:creationId xmlns:a16="http://schemas.microsoft.com/office/drawing/2014/main" id="{7715F165-10F1-45C1-BDFA-B540DBA502F3}"/>
              </a:ext>
            </a:extLst>
          </p:cNvPr>
          <p:cNvSpPr>
            <a:spLocks noGrp="1"/>
          </p:cNvSpPr>
          <p:nvPr/>
        </p:nvSpPr>
        <p:spPr>
          <a:xfrm>
            <a:off x="10607899" y="3654358"/>
            <a:ext cx="308374" cy="98546"/>
          </a:xfrm>
          <a:custGeom>
            <a:avLst/>
            <a:gdLst/>
            <a:ahLst/>
            <a:cxnLst/>
            <a:rect l="0" t="0" r="0" b="0"/>
            <a:pathLst>
              <a:path w="308374" h="98546">
                <a:moveTo>
                  <a:pt x="0" y="98546"/>
                </a:moveTo>
                <a:lnTo>
                  <a:pt x="308374" y="0"/>
                </a:lnTo>
              </a:path>
            </a:pathLst>
          </a:custGeom>
          <a:noFill/>
          <a:ln w="10480">
            <a:solidFill>
              <a:srgbClr val="7BAF37">
                <a:alpha val="16000"/>
              </a:srgbClr>
            </a:solidFill>
            <a:prstDash val="solid"/>
          </a:ln>
        </p:spPr>
      </p:sp>
      <p:sp>
        <p:nvSpPr>
          <p:cNvPr id="596" name="lumia-token-stream-curve">
            <a:extLst>
              <a:ext uri="{FF2B5EF4-FFF2-40B4-BE49-F238E27FC236}">
                <a16:creationId xmlns:a16="http://schemas.microsoft.com/office/drawing/2014/main" id="{5309070A-B59D-4DE4-A6B4-4362E1F9F9EC}"/>
              </a:ext>
            </a:extLst>
          </p:cNvPr>
          <p:cNvSpPr>
            <a:spLocks noGrp="1"/>
          </p:cNvSpPr>
          <p:nvPr/>
        </p:nvSpPr>
        <p:spPr>
          <a:xfrm>
            <a:off x="10916273" y="3539919"/>
            <a:ext cx="310726" cy="114439"/>
          </a:xfrm>
          <a:custGeom>
            <a:avLst/>
            <a:gdLst/>
            <a:ahLst/>
            <a:cxnLst/>
            <a:rect l="0" t="0" r="0" b="0"/>
            <a:pathLst>
              <a:path w="310726" h="114439">
                <a:moveTo>
                  <a:pt x="0" y="114439"/>
                </a:moveTo>
                <a:lnTo>
                  <a:pt x="310726" y="0"/>
                </a:lnTo>
              </a:path>
            </a:pathLst>
          </a:custGeom>
          <a:noFill/>
          <a:ln w="10566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597" name="lumia-token-stream-curve">
            <a:extLst>
              <a:ext uri="{FF2B5EF4-FFF2-40B4-BE49-F238E27FC236}">
                <a16:creationId xmlns:a16="http://schemas.microsoft.com/office/drawing/2014/main" id="{F9B2B8D6-B058-4C11-8F0B-6192D0386B76}"/>
              </a:ext>
            </a:extLst>
          </p:cNvPr>
          <p:cNvSpPr>
            <a:spLocks noGrp="1"/>
          </p:cNvSpPr>
          <p:nvPr/>
        </p:nvSpPr>
        <p:spPr>
          <a:xfrm>
            <a:off x="11226998" y="3404406"/>
            <a:ext cx="313044" cy="135512"/>
          </a:xfrm>
          <a:custGeom>
            <a:avLst/>
            <a:gdLst/>
            <a:ahLst/>
            <a:cxnLst/>
            <a:rect l="0" t="0" r="0" b="0"/>
            <a:pathLst>
              <a:path w="313044" h="135512">
                <a:moveTo>
                  <a:pt x="0" y="135512"/>
                </a:moveTo>
                <a:lnTo>
                  <a:pt x="313044" y="0"/>
                </a:lnTo>
              </a:path>
            </a:pathLst>
          </a:custGeom>
          <a:noFill/>
          <a:ln w="10630">
            <a:solidFill>
              <a:srgbClr val="57AC45">
                <a:alpha val="17000"/>
              </a:srgbClr>
            </a:solidFill>
            <a:prstDash val="solid"/>
          </a:ln>
        </p:spPr>
      </p:sp>
      <p:sp>
        <p:nvSpPr>
          <p:cNvPr id="598" name="lumia-token-stream-curve">
            <a:extLst>
              <a:ext uri="{FF2B5EF4-FFF2-40B4-BE49-F238E27FC236}">
                <a16:creationId xmlns:a16="http://schemas.microsoft.com/office/drawing/2014/main" id="{4E58EE05-8058-4F84-9B98-C2B966EE668D}"/>
              </a:ext>
            </a:extLst>
          </p:cNvPr>
          <p:cNvSpPr>
            <a:spLocks noGrp="1"/>
          </p:cNvSpPr>
          <p:nvPr/>
        </p:nvSpPr>
        <p:spPr>
          <a:xfrm>
            <a:off x="11540042" y="3244796"/>
            <a:ext cx="315328" cy="159610"/>
          </a:xfrm>
          <a:custGeom>
            <a:avLst/>
            <a:gdLst/>
            <a:ahLst/>
            <a:cxnLst/>
            <a:rect l="0" t="0" r="0" b="0"/>
            <a:pathLst>
              <a:path w="315328" h="159610">
                <a:moveTo>
                  <a:pt x="0" y="159610"/>
                </a:moveTo>
                <a:lnTo>
                  <a:pt x="315328" y="0"/>
                </a:lnTo>
              </a:path>
            </a:pathLst>
          </a:custGeom>
          <a:noFill/>
          <a:ln w="10670">
            <a:solidFill>
              <a:srgbClr val="46AA4C">
                <a:alpha val="17000"/>
              </a:srgbClr>
            </a:solidFill>
            <a:prstDash val="solid"/>
          </a:ln>
        </p:spPr>
      </p:sp>
      <p:sp>
        <p:nvSpPr>
          <p:cNvPr id="599" name="lumia-token-stream-curve">
            <a:extLst>
              <a:ext uri="{FF2B5EF4-FFF2-40B4-BE49-F238E27FC236}">
                <a16:creationId xmlns:a16="http://schemas.microsoft.com/office/drawing/2014/main" id="{BAF56428-EDC6-45BE-AC49-2552A9654F5A}"/>
              </a:ext>
            </a:extLst>
          </p:cNvPr>
          <p:cNvSpPr>
            <a:spLocks noGrp="1"/>
          </p:cNvSpPr>
          <p:nvPr/>
        </p:nvSpPr>
        <p:spPr>
          <a:xfrm>
            <a:off x="11855370" y="3060788"/>
            <a:ext cx="317580" cy="184009"/>
          </a:xfrm>
          <a:custGeom>
            <a:avLst/>
            <a:gdLst/>
            <a:ahLst/>
            <a:cxnLst/>
            <a:rect l="0" t="0" r="0" b="0"/>
            <a:pathLst>
              <a:path w="317580" h="184009">
                <a:moveTo>
                  <a:pt x="0" y="184009"/>
                </a:moveTo>
                <a:lnTo>
                  <a:pt x="317580" y="0"/>
                </a:lnTo>
              </a:path>
            </a:pathLst>
          </a:custGeom>
          <a:noFill/>
          <a:ln w="10684">
            <a:solidFill>
              <a:srgbClr val="34A853">
                <a:alpha val="17000"/>
              </a:srgbClr>
            </a:solidFill>
            <a:prstDash val="solid"/>
          </a:ln>
        </p:spPr>
      </p:sp>
      <p:sp>
        <p:nvSpPr>
          <p:cNvPr id="600" name="lumia-token-stream-curve">
            <a:extLst>
              <a:ext uri="{FF2B5EF4-FFF2-40B4-BE49-F238E27FC236}">
                <a16:creationId xmlns:a16="http://schemas.microsoft.com/office/drawing/2014/main" id="{1FE057F3-0060-4609-B85D-653325FA8606}"/>
              </a:ext>
            </a:extLst>
          </p:cNvPr>
          <p:cNvSpPr>
            <a:spLocks noGrp="1"/>
          </p:cNvSpPr>
          <p:nvPr/>
        </p:nvSpPr>
        <p:spPr>
          <a:xfrm>
            <a:off x="558437" y="6656545"/>
            <a:ext cx="176076" cy="29159"/>
          </a:xfrm>
          <a:custGeom>
            <a:avLst/>
            <a:gdLst/>
            <a:ahLst/>
            <a:cxnLst/>
            <a:rect l="0" t="0" r="0" b="0"/>
            <a:pathLst>
              <a:path w="176076" h="29159">
                <a:moveTo>
                  <a:pt x="0" y="29159"/>
                </a:moveTo>
                <a:lnTo>
                  <a:pt x="176076" y="0"/>
                </a:lnTo>
              </a:path>
            </a:pathLst>
          </a:custGeom>
          <a:noFill/>
          <a:ln w="6948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601" name="lumia-token-stream-curve">
            <a:extLst>
              <a:ext uri="{FF2B5EF4-FFF2-40B4-BE49-F238E27FC236}">
                <a16:creationId xmlns:a16="http://schemas.microsoft.com/office/drawing/2014/main" id="{07E5C487-9AFB-45BF-BF86-C4E8E3618BF4}"/>
              </a:ext>
            </a:extLst>
          </p:cNvPr>
          <p:cNvSpPr>
            <a:spLocks noGrp="1"/>
          </p:cNvSpPr>
          <p:nvPr/>
        </p:nvSpPr>
        <p:spPr>
          <a:xfrm>
            <a:off x="734513" y="6622206"/>
            <a:ext cx="179891" cy="34339"/>
          </a:xfrm>
          <a:custGeom>
            <a:avLst/>
            <a:gdLst/>
            <a:ahLst/>
            <a:cxnLst/>
            <a:rect l="0" t="0" r="0" b="0"/>
            <a:pathLst>
              <a:path w="179891" h="34339">
                <a:moveTo>
                  <a:pt x="0" y="34339"/>
                </a:moveTo>
                <a:lnTo>
                  <a:pt x="179891" y="0"/>
                </a:lnTo>
              </a:path>
            </a:pathLst>
          </a:custGeom>
          <a:noFill/>
          <a:ln w="6948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602" name="lumia-token-stream-curve">
            <a:extLst>
              <a:ext uri="{FF2B5EF4-FFF2-40B4-BE49-F238E27FC236}">
                <a16:creationId xmlns:a16="http://schemas.microsoft.com/office/drawing/2014/main" id="{BB2DDC6F-FF69-497F-82CB-F31B1E648735}"/>
              </a:ext>
            </a:extLst>
          </p:cNvPr>
          <p:cNvSpPr>
            <a:spLocks noGrp="1"/>
          </p:cNvSpPr>
          <p:nvPr/>
        </p:nvSpPr>
        <p:spPr>
          <a:xfrm>
            <a:off x="914404" y="6581999"/>
            <a:ext cx="183678" cy="40207"/>
          </a:xfrm>
          <a:custGeom>
            <a:avLst/>
            <a:gdLst/>
            <a:ahLst/>
            <a:cxnLst/>
            <a:rect l="0" t="0" r="0" b="0"/>
            <a:pathLst>
              <a:path w="183678" h="40207">
                <a:moveTo>
                  <a:pt x="0" y="40207"/>
                </a:moveTo>
                <a:lnTo>
                  <a:pt x="183678" y="0"/>
                </a:lnTo>
              </a:path>
            </a:pathLst>
          </a:custGeom>
          <a:noFill/>
          <a:ln w="6948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603" name="lumia-token-stream-curve">
            <a:extLst>
              <a:ext uri="{FF2B5EF4-FFF2-40B4-BE49-F238E27FC236}">
                <a16:creationId xmlns:a16="http://schemas.microsoft.com/office/drawing/2014/main" id="{56A65ED1-ED86-4354-95D2-6BFEAE1246F0}"/>
              </a:ext>
            </a:extLst>
          </p:cNvPr>
          <p:cNvSpPr>
            <a:spLocks noGrp="1"/>
          </p:cNvSpPr>
          <p:nvPr/>
        </p:nvSpPr>
        <p:spPr>
          <a:xfrm>
            <a:off x="1098082" y="6535567"/>
            <a:ext cx="187436" cy="46432"/>
          </a:xfrm>
          <a:custGeom>
            <a:avLst/>
            <a:gdLst/>
            <a:ahLst/>
            <a:cxnLst/>
            <a:rect l="0" t="0" r="0" b="0"/>
            <a:pathLst>
              <a:path w="187436" h="46432">
                <a:moveTo>
                  <a:pt x="0" y="46432"/>
                </a:moveTo>
                <a:lnTo>
                  <a:pt x="187436" y="0"/>
                </a:lnTo>
              </a:path>
            </a:pathLst>
          </a:custGeom>
          <a:noFill/>
          <a:ln w="6948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604" name="lumia-token-stream-curve">
            <a:extLst>
              <a:ext uri="{FF2B5EF4-FFF2-40B4-BE49-F238E27FC236}">
                <a16:creationId xmlns:a16="http://schemas.microsoft.com/office/drawing/2014/main" id="{7DA3AEB3-9018-4773-86A0-3448A9634099}"/>
              </a:ext>
            </a:extLst>
          </p:cNvPr>
          <p:cNvSpPr>
            <a:spLocks noGrp="1"/>
          </p:cNvSpPr>
          <p:nvPr/>
        </p:nvSpPr>
        <p:spPr>
          <a:xfrm>
            <a:off x="1285518" y="6482946"/>
            <a:ext cx="191166" cy="52621"/>
          </a:xfrm>
          <a:custGeom>
            <a:avLst/>
            <a:gdLst/>
            <a:ahLst/>
            <a:cxnLst/>
            <a:rect l="0" t="0" r="0" b="0"/>
            <a:pathLst>
              <a:path w="191166" h="52621">
                <a:moveTo>
                  <a:pt x="0" y="52621"/>
                </a:moveTo>
                <a:lnTo>
                  <a:pt x="191166" y="0"/>
                </a:lnTo>
              </a:path>
            </a:pathLst>
          </a:custGeom>
          <a:noFill/>
          <a:ln w="6948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605" name="lumia-token-stream-curve">
            <a:extLst>
              <a:ext uri="{FF2B5EF4-FFF2-40B4-BE49-F238E27FC236}">
                <a16:creationId xmlns:a16="http://schemas.microsoft.com/office/drawing/2014/main" id="{E55A973B-E027-4F2E-99AA-23C65F6ACAE8}"/>
              </a:ext>
            </a:extLst>
          </p:cNvPr>
          <p:cNvSpPr>
            <a:spLocks noGrp="1"/>
          </p:cNvSpPr>
          <p:nvPr/>
        </p:nvSpPr>
        <p:spPr>
          <a:xfrm>
            <a:off x="1476684" y="6424607"/>
            <a:ext cx="194867" cy="58339"/>
          </a:xfrm>
          <a:custGeom>
            <a:avLst/>
            <a:gdLst/>
            <a:ahLst/>
            <a:cxnLst/>
            <a:rect l="0" t="0" r="0" b="0"/>
            <a:pathLst>
              <a:path w="194867" h="58339">
                <a:moveTo>
                  <a:pt x="0" y="58339"/>
                </a:moveTo>
                <a:lnTo>
                  <a:pt x="194867" y="0"/>
                </a:lnTo>
              </a:path>
            </a:pathLst>
          </a:custGeom>
          <a:noFill/>
          <a:ln w="6948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606" name="lumia-token-stream-curve">
            <a:extLst>
              <a:ext uri="{FF2B5EF4-FFF2-40B4-BE49-F238E27FC236}">
                <a16:creationId xmlns:a16="http://schemas.microsoft.com/office/drawing/2014/main" id="{57656C13-AF67-41D5-B6BA-919CCEC28805}"/>
              </a:ext>
            </a:extLst>
          </p:cNvPr>
          <p:cNvSpPr>
            <a:spLocks noGrp="1"/>
          </p:cNvSpPr>
          <p:nvPr/>
        </p:nvSpPr>
        <p:spPr>
          <a:xfrm>
            <a:off x="1671550" y="6361467"/>
            <a:ext cx="198539" cy="63140"/>
          </a:xfrm>
          <a:custGeom>
            <a:avLst/>
            <a:gdLst/>
            <a:ahLst/>
            <a:cxnLst/>
            <a:rect l="0" t="0" r="0" b="0"/>
            <a:pathLst>
              <a:path w="198539" h="63140">
                <a:moveTo>
                  <a:pt x="0" y="63140"/>
                </a:moveTo>
                <a:lnTo>
                  <a:pt x="198539" y="0"/>
                </a:lnTo>
              </a:path>
            </a:pathLst>
          </a:custGeom>
          <a:noFill/>
          <a:ln w="6948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607" name="lumia-token-stream-curve">
            <a:extLst>
              <a:ext uri="{FF2B5EF4-FFF2-40B4-BE49-F238E27FC236}">
                <a16:creationId xmlns:a16="http://schemas.microsoft.com/office/drawing/2014/main" id="{C7AC2880-3D81-44AA-9457-BC2CDA29EF11}"/>
              </a:ext>
            </a:extLst>
          </p:cNvPr>
          <p:cNvSpPr>
            <a:spLocks noGrp="1"/>
          </p:cNvSpPr>
          <p:nvPr/>
        </p:nvSpPr>
        <p:spPr>
          <a:xfrm>
            <a:off x="1870090" y="6294866"/>
            <a:ext cx="202183" cy="66601"/>
          </a:xfrm>
          <a:custGeom>
            <a:avLst/>
            <a:gdLst/>
            <a:ahLst/>
            <a:cxnLst/>
            <a:rect l="0" t="0" r="0" b="0"/>
            <a:pathLst>
              <a:path w="202183" h="66601">
                <a:moveTo>
                  <a:pt x="0" y="66601"/>
                </a:moveTo>
                <a:lnTo>
                  <a:pt x="202183" y="0"/>
                </a:lnTo>
              </a:path>
            </a:pathLst>
          </a:custGeom>
          <a:noFill/>
          <a:ln w="6948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608" name="lumia-token-stream-curve">
            <a:extLst>
              <a:ext uri="{FF2B5EF4-FFF2-40B4-BE49-F238E27FC236}">
                <a16:creationId xmlns:a16="http://schemas.microsoft.com/office/drawing/2014/main" id="{170C0874-9DA6-415A-964D-D05F4205AC29}"/>
              </a:ext>
            </a:extLst>
          </p:cNvPr>
          <p:cNvSpPr>
            <a:spLocks noGrp="1"/>
          </p:cNvSpPr>
          <p:nvPr/>
        </p:nvSpPr>
        <p:spPr>
          <a:xfrm>
            <a:off x="2072273" y="6226510"/>
            <a:ext cx="205799" cy="68355"/>
          </a:xfrm>
          <a:custGeom>
            <a:avLst/>
            <a:gdLst/>
            <a:ahLst/>
            <a:cxnLst/>
            <a:rect l="0" t="0" r="0" b="0"/>
            <a:pathLst>
              <a:path w="205799" h="68355">
                <a:moveTo>
                  <a:pt x="0" y="68355"/>
                </a:moveTo>
                <a:lnTo>
                  <a:pt x="205799" y="0"/>
                </a:lnTo>
              </a:path>
            </a:pathLst>
          </a:custGeom>
          <a:noFill/>
          <a:ln w="6948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609" name="lumia-token-stream-curve">
            <a:extLst>
              <a:ext uri="{FF2B5EF4-FFF2-40B4-BE49-F238E27FC236}">
                <a16:creationId xmlns:a16="http://schemas.microsoft.com/office/drawing/2014/main" id="{518C9E60-2CD4-43AF-8D61-94BB97712C91}"/>
              </a:ext>
            </a:extLst>
          </p:cNvPr>
          <p:cNvSpPr>
            <a:spLocks noGrp="1"/>
          </p:cNvSpPr>
          <p:nvPr/>
        </p:nvSpPr>
        <p:spPr>
          <a:xfrm>
            <a:off x="2278072" y="6158371"/>
            <a:ext cx="209385" cy="68139"/>
          </a:xfrm>
          <a:custGeom>
            <a:avLst/>
            <a:gdLst/>
            <a:ahLst/>
            <a:cxnLst/>
            <a:rect l="0" t="0" r="0" b="0"/>
            <a:pathLst>
              <a:path w="209385" h="68139">
                <a:moveTo>
                  <a:pt x="0" y="68139"/>
                </a:moveTo>
                <a:lnTo>
                  <a:pt x="209385" y="0"/>
                </a:lnTo>
              </a:path>
            </a:pathLst>
          </a:custGeom>
          <a:noFill/>
          <a:ln w="6948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610" name="lumia-token-stream-curve">
            <a:extLst>
              <a:ext uri="{FF2B5EF4-FFF2-40B4-BE49-F238E27FC236}">
                <a16:creationId xmlns:a16="http://schemas.microsoft.com/office/drawing/2014/main" id="{A48617C0-7115-4AFE-A1D9-30915A280812}"/>
              </a:ext>
            </a:extLst>
          </p:cNvPr>
          <p:cNvSpPr>
            <a:spLocks noGrp="1"/>
          </p:cNvSpPr>
          <p:nvPr/>
        </p:nvSpPr>
        <p:spPr>
          <a:xfrm>
            <a:off x="2487457" y="6092545"/>
            <a:ext cx="212944" cy="65826"/>
          </a:xfrm>
          <a:custGeom>
            <a:avLst/>
            <a:gdLst/>
            <a:ahLst/>
            <a:cxnLst/>
            <a:rect l="0" t="0" r="0" b="0"/>
            <a:pathLst>
              <a:path w="212944" h="65826">
                <a:moveTo>
                  <a:pt x="0" y="65826"/>
                </a:moveTo>
                <a:lnTo>
                  <a:pt x="212944" y="0"/>
                </a:lnTo>
              </a:path>
            </a:pathLst>
          </a:custGeom>
          <a:noFill/>
          <a:ln w="6948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611" name="lumia-token-stream-curve">
            <a:extLst>
              <a:ext uri="{FF2B5EF4-FFF2-40B4-BE49-F238E27FC236}">
                <a16:creationId xmlns:a16="http://schemas.microsoft.com/office/drawing/2014/main" id="{4784AF2A-F133-4318-A548-B6CDF437AA73}"/>
              </a:ext>
            </a:extLst>
          </p:cNvPr>
          <p:cNvSpPr>
            <a:spLocks noGrp="1"/>
          </p:cNvSpPr>
          <p:nvPr/>
        </p:nvSpPr>
        <p:spPr>
          <a:xfrm>
            <a:off x="2700401" y="6031087"/>
            <a:ext cx="216473" cy="61459"/>
          </a:xfrm>
          <a:custGeom>
            <a:avLst/>
            <a:gdLst/>
            <a:ahLst/>
            <a:cxnLst/>
            <a:rect l="0" t="0" r="0" b="0"/>
            <a:pathLst>
              <a:path w="216473" h="61459">
                <a:moveTo>
                  <a:pt x="0" y="61459"/>
                </a:moveTo>
                <a:lnTo>
                  <a:pt x="216473" y="0"/>
                </a:lnTo>
              </a:path>
            </a:pathLst>
          </a:custGeom>
          <a:noFill/>
          <a:ln w="6948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612" name="lumia-token-stream-curve">
            <a:extLst>
              <a:ext uri="{FF2B5EF4-FFF2-40B4-BE49-F238E27FC236}">
                <a16:creationId xmlns:a16="http://schemas.microsoft.com/office/drawing/2014/main" id="{67E6638A-B16C-4756-947C-67E54560883C}"/>
              </a:ext>
            </a:extLst>
          </p:cNvPr>
          <p:cNvSpPr>
            <a:spLocks noGrp="1"/>
          </p:cNvSpPr>
          <p:nvPr/>
        </p:nvSpPr>
        <p:spPr>
          <a:xfrm>
            <a:off x="2916874" y="5975814"/>
            <a:ext cx="219974" cy="55273"/>
          </a:xfrm>
          <a:custGeom>
            <a:avLst/>
            <a:gdLst/>
            <a:ahLst/>
            <a:cxnLst/>
            <a:rect l="0" t="0" r="0" b="0"/>
            <a:pathLst>
              <a:path w="219974" h="55273">
                <a:moveTo>
                  <a:pt x="0" y="55273"/>
                </a:moveTo>
                <a:lnTo>
                  <a:pt x="219974" y="0"/>
                </a:lnTo>
              </a:path>
            </a:pathLst>
          </a:custGeom>
          <a:noFill/>
          <a:ln w="6948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613" name="lumia-token-stream-curve">
            <a:extLst>
              <a:ext uri="{FF2B5EF4-FFF2-40B4-BE49-F238E27FC236}">
                <a16:creationId xmlns:a16="http://schemas.microsoft.com/office/drawing/2014/main" id="{1D3995A9-C201-4376-9E49-90A4AD3C844F}"/>
              </a:ext>
            </a:extLst>
          </p:cNvPr>
          <p:cNvSpPr>
            <a:spLocks noGrp="1"/>
          </p:cNvSpPr>
          <p:nvPr/>
        </p:nvSpPr>
        <p:spPr>
          <a:xfrm>
            <a:off x="3136848" y="5928113"/>
            <a:ext cx="223446" cy="47701"/>
          </a:xfrm>
          <a:custGeom>
            <a:avLst/>
            <a:gdLst/>
            <a:ahLst/>
            <a:cxnLst/>
            <a:rect l="0" t="0" r="0" b="0"/>
            <a:pathLst>
              <a:path w="223446" h="47701">
                <a:moveTo>
                  <a:pt x="0" y="47701"/>
                </a:moveTo>
                <a:lnTo>
                  <a:pt x="223446" y="0"/>
                </a:lnTo>
              </a:path>
            </a:pathLst>
          </a:custGeom>
          <a:noFill/>
          <a:ln w="6948">
            <a:solidFill>
              <a:srgbClr val="6F3C86">
                <a:alpha val="8000"/>
              </a:srgbClr>
            </a:solidFill>
            <a:prstDash val="solid"/>
          </a:ln>
        </p:spPr>
      </p:sp>
      <p:sp>
        <p:nvSpPr>
          <p:cNvPr id="614" name="lumia-token-stream-curve">
            <a:extLst>
              <a:ext uri="{FF2B5EF4-FFF2-40B4-BE49-F238E27FC236}">
                <a16:creationId xmlns:a16="http://schemas.microsoft.com/office/drawing/2014/main" id="{4B17B8D5-2770-4EE4-B3E5-673163456FB3}"/>
              </a:ext>
            </a:extLst>
          </p:cNvPr>
          <p:cNvSpPr>
            <a:spLocks noGrp="1"/>
          </p:cNvSpPr>
          <p:nvPr/>
        </p:nvSpPr>
        <p:spPr>
          <a:xfrm>
            <a:off x="3360294" y="5888753"/>
            <a:ext cx="226890" cy="39360"/>
          </a:xfrm>
          <a:custGeom>
            <a:avLst/>
            <a:gdLst/>
            <a:ahLst/>
            <a:cxnLst/>
            <a:rect l="0" t="0" r="0" b="0"/>
            <a:pathLst>
              <a:path w="226890" h="39360">
                <a:moveTo>
                  <a:pt x="0" y="39360"/>
                </a:moveTo>
                <a:lnTo>
                  <a:pt x="226890" y="0"/>
                </a:lnTo>
              </a:path>
            </a:pathLst>
          </a:custGeom>
          <a:noFill/>
          <a:ln w="6948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615" name="lumia-token-stream-curve">
            <a:extLst>
              <a:ext uri="{FF2B5EF4-FFF2-40B4-BE49-F238E27FC236}">
                <a16:creationId xmlns:a16="http://schemas.microsoft.com/office/drawing/2014/main" id="{0E4FF8F0-BA27-443B-AB21-C7F201E9D48C}"/>
              </a:ext>
            </a:extLst>
          </p:cNvPr>
          <p:cNvSpPr>
            <a:spLocks noGrp="1"/>
          </p:cNvSpPr>
          <p:nvPr/>
        </p:nvSpPr>
        <p:spPr>
          <a:xfrm>
            <a:off x="3587185" y="5857734"/>
            <a:ext cx="230305" cy="31018"/>
          </a:xfrm>
          <a:custGeom>
            <a:avLst/>
            <a:gdLst/>
            <a:ahLst/>
            <a:cxnLst/>
            <a:rect l="0" t="0" r="0" b="0"/>
            <a:pathLst>
              <a:path w="230305" h="31018">
                <a:moveTo>
                  <a:pt x="0" y="31018"/>
                </a:moveTo>
                <a:lnTo>
                  <a:pt x="230305" y="0"/>
                </a:lnTo>
              </a:path>
            </a:pathLst>
          </a:custGeom>
          <a:noFill/>
          <a:ln w="6948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616" name="lumia-token-stream-curve">
            <a:extLst>
              <a:ext uri="{FF2B5EF4-FFF2-40B4-BE49-F238E27FC236}">
                <a16:creationId xmlns:a16="http://schemas.microsoft.com/office/drawing/2014/main" id="{96BA9F25-9684-499B-B40A-96CE1AACC1F8}"/>
              </a:ext>
            </a:extLst>
          </p:cNvPr>
          <p:cNvSpPr>
            <a:spLocks noGrp="1"/>
          </p:cNvSpPr>
          <p:nvPr/>
        </p:nvSpPr>
        <p:spPr>
          <a:xfrm>
            <a:off x="3817490" y="5834192"/>
            <a:ext cx="233692" cy="23542"/>
          </a:xfrm>
          <a:custGeom>
            <a:avLst/>
            <a:gdLst/>
            <a:ahLst/>
            <a:cxnLst/>
            <a:rect l="0" t="0" r="0" b="0"/>
            <a:pathLst>
              <a:path w="233692" h="23542">
                <a:moveTo>
                  <a:pt x="0" y="23542"/>
                </a:moveTo>
                <a:lnTo>
                  <a:pt x="233692" y="0"/>
                </a:lnTo>
              </a:path>
            </a:pathLst>
          </a:custGeom>
          <a:noFill/>
          <a:ln w="6949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617" name="lumia-token-stream-curve">
            <a:extLst>
              <a:ext uri="{FF2B5EF4-FFF2-40B4-BE49-F238E27FC236}">
                <a16:creationId xmlns:a16="http://schemas.microsoft.com/office/drawing/2014/main" id="{42EF5833-E7A4-4489-BF74-54A8CD831D71}"/>
              </a:ext>
            </a:extLst>
          </p:cNvPr>
          <p:cNvSpPr>
            <a:spLocks noGrp="1"/>
          </p:cNvSpPr>
          <p:nvPr/>
        </p:nvSpPr>
        <p:spPr>
          <a:xfrm>
            <a:off x="4051182" y="5816371"/>
            <a:ext cx="237050" cy="17821"/>
          </a:xfrm>
          <a:custGeom>
            <a:avLst/>
            <a:gdLst/>
            <a:ahLst/>
            <a:cxnLst/>
            <a:rect l="0" t="0" r="0" b="0"/>
            <a:pathLst>
              <a:path w="237050" h="17821">
                <a:moveTo>
                  <a:pt x="0" y="17821"/>
                </a:moveTo>
                <a:lnTo>
                  <a:pt x="237050" y="0"/>
                </a:lnTo>
              </a:path>
            </a:pathLst>
          </a:custGeom>
          <a:noFill/>
          <a:ln w="6970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618" name="lumia-token-stream-curve">
            <a:extLst>
              <a:ext uri="{FF2B5EF4-FFF2-40B4-BE49-F238E27FC236}">
                <a16:creationId xmlns:a16="http://schemas.microsoft.com/office/drawing/2014/main" id="{F27A6BFC-5A1B-4AB1-A4DA-28498BCA8051}"/>
              </a:ext>
            </a:extLst>
          </p:cNvPr>
          <p:cNvSpPr>
            <a:spLocks noGrp="1"/>
          </p:cNvSpPr>
          <p:nvPr/>
        </p:nvSpPr>
        <p:spPr>
          <a:xfrm>
            <a:off x="4288232" y="5801691"/>
            <a:ext cx="240380" cy="14680"/>
          </a:xfrm>
          <a:custGeom>
            <a:avLst/>
            <a:gdLst/>
            <a:ahLst/>
            <a:cxnLst/>
            <a:rect l="0" t="0" r="0" b="0"/>
            <a:pathLst>
              <a:path w="240380" h="14680">
                <a:moveTo>
                  <a:pt x="0" y="14680"/>
                </a:moveTo>
                <a:lnTo>
                  <a:pt x="240380" y="0"/>
                </a:lnTo>
              </a:path>
            </a:pathLst>
          </a:custGeom>
          <a:noFill/>
          <a:ln w="7018">
            <a:solidFill>
              <a:srgbClr val="B0405B">
                <a:alpha val="9000"/>
              </a:srgbClr>
            </a:solidFill>
            <a:prstDash val="solid"/>
          </a:ln>
        </p:spPr>
      </p:sp>
      <p:sp>
        <p:nvSpPr>
          <p:cNvPr id="619" name="lumia-token-stream-curve">
            <a:extLst>
              <a:ext uri="{FF2B5EF4-FFF2-40B4-BE49-F238E27FC236}">
                <a16:creationId xmlns:a16="http://schemas.microsoft.com/office/drawing/2014/main" id="{CE7A4D31-6728-4017-B0E4-855C8DEEAC12}"/>
              </a:ext>
            </a:extLst>
          </p:cNvPr>
          <p:cNvSpPr>
            <a:spLocks noGrp="1"/>
          </p:cNvSpPr>
          <p:nvPr/>
        </p:nvSpPr>
        <p:spPr>
          <a:xfrm>
            <a:off x="4528612" y="5786905"/>
            <a:ext cx="243681" cy="14786"/>
          </a:xfrm>
          <a:custGeom>
            <a:avLst/>
            <a:gdLst/>
            <a:ahLst/>
            <a:cxnLst/>
            <a:rect l="0" t="0" r="0" b="0"/>
            <a:pathLst>
              <a:path w="243681" h="14786">
                <a:moveTo>
                  <a:pt x="0" y="14786"/>
                </a:moveTo>
                <a:lnTo>
                  <a:pt x="243681" y="0"/>
                </a:lnTo>
              </a:path>
            </a:pathLst>
          </a:custGeom>
          <a:noFill/>
          <a:ln w="7091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620" name="lumia-token-stream-curve">
            <a:extLst>
              <a:ext uri="{FF2B5EF4-FFF2-40B4-BE49-F238E27FC236}">
                <a16:creationId xmlns:a16="http://schemas.microsoft.com/office/drawing/2014/main" id="{718B37C1-A940-46A6-A669-D4419A7B9789}"/>
              </a:ext>
            </a:extLst>
          </p:cNvPr>
          <p:cNvSpPr>
            <a:spLocks noGrp="1"/>
          </p:cNvSpPr>
          <p:nvPr/>
        </p:nvSpPr>
        <p:spPr>
          <a:xfrm>
            <a:off x="4772292" y="5768345"/>
            <a:ext cx="246953" cy="18560"/>
          </a:xfrm>
          <a:custGeom>
            <a:avLst/>
            <a:gdLst/>
            <a:ahLst/>
            <a:cxnLst/>
            <a:rect l="0" t="0" r="0" b="0"/>
            <a:pathLst>
              <a:path w="246953" h="18560">
                <a:moveTo>
                  <a:pt x="0" y="18560"/>
                </a:moveTo>
                <a:lnTo>
                  <a:pt x="246953" y="0"/>
                </a:lnTo>
              </a:path>
            </a:pathLst>
          </a:custGeom>
          <a:noFill/>
          <a:ln w="7187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621" name="lumia-token-stream-curve">
            <a:extLst>
              <a:ext uri="{FF2B5EF4-FFF2-40B4-BE49-F238E27FC236}">
                <a16:creationId xmlns:a16="http://schemas.microsoft.com/office/drawing/2014/main" id="{A7ADE34F-041F-4909-9D1E-13A41AC2B5B9}"/>
              </a:ext>
            </a:extLst>
          </p:cNvPr>
          <p:cNvSpPr>
            <a:spLocks noGrp="1"/>
          </p:cNvSpPr>
          <p:nvPr/>
        </p:nvSpPr>
        <p:spPr>
          <a:xfrm>
            <a:off x="5019245" y="5742247"/>
            <a:ext cx="250197" cy="26098"/>
          </a:xfrm>
          <a:custGeom>
            <a:avLst/>
            <a:gdLst/>
            <a:ahLst/>
            <a:cxnLst/>
            <a:rect l="0" t="0" r="0" b="0"/>
            <a:pathLst>
              <a:path w="250197" h="26098">
                <a:moveTo>
                  <a:pt x="0" y="26098"/>
                </a:moveTo>
                <a:lnTo>
                  <a:pt x="250197" y="0"/>
                </a:lnTo>
              </a:path>
            </a:pathLst>
          </a:custGeom>
          <a:noFill/>
          <a:ln w="7303">
            <a:solidFill>
              <a:srgbClr val="D74242">
                <a:alpha val="10000"/>
              </a:srgbClr>
            </a:solidFill>
            <a:prstDash val="solid"/>
          </a:ln>
        </p:spPr>
      </p:sp>
      <p:sp>
        <p:nvSpPr>
          <p:cNvPr id="622" name="lumia-token-stream-curve">
            <a:extLst>
              <a:ext uri="{FF2B5EF4-FFF2-40B4-BE49-F238E27FC236}">
                <a16:creationId xmlns:a16="http://schemas.microsoft.com/office/drawing/2014/main" id="{8A05BB38-9BD1-409E-9C89-0C10C08FEB8A}"/>
              </a:ext>
            </a:extLst>
          </p:cNvPr>
          <p:cNvSpPr>
            <a:spLocks noGrp="1"/>
          </p:cNvSpPr>
          <p:nvPr/>
        </p:nvSpPr>
        <p:spPr>
          <a:xfrm>
            <a:off x="5269442" y="5705124"/>
            <a:ext cx="253412" cy="37122"/>
          </a:xfrm>
          <a:custGeom>
            <a:avLst/>
            <a:gdLst/>
            <a:ahLst/>
            <a:cxnLst/>
            <a:rect l="0" t="0" r="0" b="0"/>
            <a:pathLst>
              <a:path w="253412" h="37122">
                <a:moveTo>
                  <a:pt x="0" y="37122"/>
                </a:moveTo>
                <a:lnTo>
                  <a:pt x="253412" y="0"/>
                </a:lnTo>
              </a:path>
            </a:pathLst>
          </a:custGeom>
          <a:noFill/>
          <a:ln w="7438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623" name="lumia-token-stream-curve">
            <a:extLst>
              <a:ext uri="{FF2B5EF4-FFF2-40B4-BE49-F238E27FC236}">
                <a16:creationId xmlns:a16="http://schemas.microsoft.com/office/drawing/2014/main" id="{A1BAFE84-8BE1-43E1-90CE-F2E25CA7ACC0}"/>
              </a:ext>
            </a:extLst>
          </p:cNvPr>
          <p:cNvSpPr>
            <a:spLocks noGrp="1"/>
          </p:cNvSpPr>
          <p:nvPr/>
        </p:nvSpPr>
        <p:spPr>
          <a:xfrm>
            <a:off x="5522853" y="5654155"/>
            <a:ext cx="256598" cy="50969"/>
          </a:xfrm>
          <a:custGeom>
            <a:avLst/>
            <a:gdLst/>
            <a:ahLst/>
            <a:cxnLst/>
            <a:rect l="0" t="0" r="0" b="0"/>
            <a:pathLst>
              <a:path w="256598" h="50969">
                <a:moveTo>
                  <a:pt x="0" y="50969"/>
                </a:moveTo>
                <a:lnTo>
                  <a:pt x="256598" y="0"/>
                </a:lnTo>
              </a:path>
            </a:pathLst>
          </a:custGeom>
          <a:noFill/>
          <a:ln w="7590">
            <a:solidFill>
              <a:srgbClr val="EB4833">
                <a:alpha val="11000"/>
              </a:srgbClr>
            </a:solidFill>
            <a:prstDash val="solid"/>
          </a:ln>
        </p:spPr>
      </p:sp>
      <p:sp>
        <p:nvSpPr>
          <p:cNvPr id="624" name="lumia-token-stream-curve">
            <a:extLst>
              <a:ext uri="{FF2B5EF4-FFF2-40B4-BE49-F238E27FC236}">
                <a16:creationId xmlns:a16="http://schemas.microsoft.com/office/drawing/2014/main" id="{0FE3EC92-C80C-4EF3-810F-B99891154CEA}"/>
              </a:ext>
            </a:extLst>
          </p:cNvPr>
          <p:cNvSpPr>
            <a:spLocks noGrp="1"/>
          </p:cNvSpPr>
          <p:nvPr/>
        </p:nvSpPr>
        <p:spPr>
          <a:xfrm>
            <a:off x="5779452" y="5587532"/>
            <a:ext cx="259756" cy="66623"/>
          </a:xfrm>
          <a:custGeom>
            <a:avLst/>
            <a:gdLst/>
            <a:ahLst/>
            <a:cxnLst/>
            <a:rect l="0" t="0" r="0" b="0"/>
            <a:pathLst>
              <a:path w="259756" h="66623">
                <a:moveTo>
                  <a:pt x="0" y="66623"/>
                </a:moveTo>
                <a:lnTo>
                  <a:pt x="259756" y="0"/>
                </a:lnTo>
              </a:path>
            </a:pathLst>
          </a:custGeom>
          <a:noFill/>
          <a:ln w="7756">
            <a:solidFill>
              <a:srgbClr val="EC532F">
                <a:alpha val="11000"/>
              </a:srgbClr>
            </a:solidFill>
            <a:prstDash val="solid"/>
          </a:ln>
        </p:spPr>
      </p:sp>
      <p:sp>
        <p:nvSpPr>
          <p:cNvPr id="625" name="lumia-token-stream-curve">
            <a:extLst>
              <a:ext uri="{FF2B5EF4-FFF2-40B4-BE49-F238E27FC236}">
                <a16:creationId xmlns:a16="http://schemas.microsoft.com/office/drawing/2014/main" id="{B1053D5B-9EAA-4E07-A9B7-438969BA296C}"/>
              </a:ext>
            </a:extLst>
          </p:cNvPr>
          <p:cNvSpPr>
            <a:spLocks noGrp="1"/>
          </p:cNvSpPr>
          <p:nvPr/>
        </p:nvSpPr>
        <p:spPr>
          <a:xfrm>
            <a:off x="6039208" y="5504742"/>
            <a:ext cx="262886" cy="82790"/>
          </a:xfrm>
          <a:custGeom>
            <a:avLst/>
            <a:gdLst/>
            <a:ahLst/>
            <a:cxnLst/>
            <a:rect l="0" t="0" r="0" b="0"/>
            <a:pathLst>
              <a:path w="262886" h="82790">
                <a:moveTo>
                  <a:pt x="0" y="82790"/>
                </a:moveTo>
                <a:lnTo>
                  <a:pt x="262886" y="0"/>
                </a:lnTo>
              </a:path>
            </a:pathLst>
          </a:custGeom>
          <a:noFill/>
          <a:ln w="7935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626" name="lumia-token-stream-curve">
            <a:extLst>
              <a:ext uri="{FF2B5EF4-FFF2-40B4-BE49-F238E27FC236}">
                <a16:creationId xmlns:a16="http://schemas.microsoft.com/office/drawing/2014/main" id="{02936D32-AE1C-40F5-BD73-4342AAE09696}"/>
              </a:ext>
            </a:extLst>
          </p:cNvPr>
          <p:cNvSpPr>
            <a:spLocks noGrp="1"/>
          </p:cNvSpPr>
          <p:nvPr/>
        </p:nvSpPr>
        <p:spPr>
          <a:xfrm>
            <a:off x="6302093" y="5406714"/>
            <a:ext cx="265986" cy="98028"/>
          </a:xfrm>
          <a:custGeom>
            <a:avLst/>
            <a:gdLst/>
            <a:ahLst/>
            <a:cxnLst/>
            <a:rect l="0" t="0" r="0" b="0"/>
            <a:pathLst>
              <a:path w="265986" h="98028">
                <a:moveTo>
                  <a:pt x="0" y="98028"/>
                </a:moveTo>
                <a:lnTo>
                  <a:pt x="265986" y="0"/>
                </a:lnTo>
              </a:path>
            </a:pathLst>
          </a:custGeom>
          <a:noFill/>
          <a:ln w="8125">
            <a:solidFill>
              <a:srgbClr val="EF6926">
                <a:alpha val="12000"/>
              </a:srgbClr>
            </a:solidFill>
            <a:prstDash val="solid"/>
          </a:ln>
        </p:spPr>
      </p:sp>
      <p:sp>
        <p:nvSpPr>
          <p:cNvPr id="627" name="lumia-token-stream-curve">
            <a:extLst>
              <a:ext uri="{FF2B5EF4-FFF2-40B4-BE49-F238E27FC236}">
                <a16:creationId xmlns:a16="http://schemas.microsoft.com/office/drawing/2014/main" id="{22F895DB-9CE9-42BF-B086-487CE28117F7}"/>
              </a:ext>
            </a:extLst>
          </p:cNvPr>
          <p:cNvSpPr>
            <a:spLocks noGrp="1"/>
          </p:cNvSpPr>
          <p:nvPr/>
        </p:nvSpPr>
        <p:spPr>
          <a:xfrm>
            <a:off x="6568080" y="5295815"/>
            <a:ext cx="269059" cy="110900"/>
          </a:xfrm>
          <a:custGeom>
            <a:avLst/>
            <a:gdLst/>
            <a:ahLst/>
            <a:cxnLst/>
            <a:rect l="0" t="0" r="0" b="0"/>
            <a:pathLst>
              <a:path w="269059" h="110900">
                <a:moveTo>
                  <a:pt x="0" y="110900"/>
                </a:moveTo>
                <a:lnTo>
                  <a:pt x="269059" y="0"/>
                </a:lnTo>
              </a:path>
            </a:pathLst>
          </a:custGeom>
          <a:noFill/>
          <a:ln w="8324">
            <a:solidFill>
              <a:srgbClr val="F17322">
                <a:alpha val="12000"/>
              </a:srgbClr>
            </a:solidFill>
            <a:prstDash val="solid"/>
          </a:ln>
        </p:spPr>
      </p:sp>
      <p:sp>
        <p:nvSpPr>
          <p:cNvPr id="628" name="lumia-token-stream-curve">
            <a:extLst>
              <a:ext uri="{FF2B5EF4-FFF2-40B4-BE49-F238E27FC236}">
                <a16:creationId xmlns:a16="http://schemas.microsoft.com/office/drawing/2014/main" id="{6582F153-2316-4667-B288-14C634C5CB32}"/>
              </a:ext>
            </a:extLst>
          </p:cNvPr>
          <p:cNvSpPr>
            <a:spLocks noGrp="1"/>
          </p:cNvSpPr>
          <p:nvPr/>
        </p:nvSpPr>
        <p:spPr>
          <a:xfrm>
            <a:off x="6837138" y="5175659"/>
            <a:ext cx="272102" cy="120156"/>
          </a:xfrm>
          <a:custGeom>
            <a:avLst/>
            <a:gdLst/>
            <a:ahLst/>
            <a:cxnLst/>
            <a:rect l="0" t="0" r="0" b="0"/>
            <a:pathLst>
              <a:path w="272102" h="120156">
                <a:moveTo>
                  <a:pt x="0" y="120156"/>
                </a:moveTo>
                <a:lnTo>
                  <a:pt x="272102" y="0"/>
                </a:lnTo>
              </a:path>
            </a:pathLst>
          </a:custGeom>
          <a:noFill/>
          <a:ln w="8529">
            <a:solidFill>
              <a:srgbClr val="F27E1E">
                <a:alpha val="13000"/>
              </a:srgbClr>
            </a:solidFill>
            <a:prstDash val="solid"/>
          </a:ln>
        </p:spPr>
      </p:sp>
      <p:sp>
        <p:nvSpPr>
          <p:cNvPr id="629" name="lumia-token-stream-curve">
            <a:extLst>
              <a:ext uri="{FF2B5EF4-FFF2-40B4-BE49-F238E27FC236}">
                <a16:creationId xmlns:a16="http://schemas.microsoft.com/office/drawing/2014/main" id="{60F82056-43B9-4499-B095-5113EAEB6479}"/>
              </a:ext>
            </a:extLst>
          </p:cNvPr>
          <p:cNvSpPr>
            <a:spLocks noGrp="1"/>
          </p:cNvSpPr>
          <p:nvPr/>
        </p:nvSpPr>
        <p:spPr>
          <a:xfrm>
            <a:off x="7109240" y="5050749"/>
            <a:ext cx="275117" cy="124910"/>
          </a:xfrm>
          <a:custGeom>
            <a:avLst/>
            <a:gdLst/>
            <a:ahLst/>
            <a:cxnLst/>
            <a:rect l="0" t="0" r="0" b="0"/>
            <a:pathLst>
              <a:path w="275117" h="124910">
                <a:moveTo>
                  <a:pt x="0" y="124910"/>
                </a:moveTo>
                <a:lnTo>
                  <a:pt x="275117" y="0"/>
                </a:lnTo>
              </a:path>
            </a:pathLst>
          </a:custGeom>
          <a:noFill/>
          <a:ln w="8740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630" name="lumia-token-stream-curve">
            <a:extLst>
              <a:ext uri="{FF2B5EF4-FFF2-40B4-BE49-F238E27FC236}">
                <a16:creationId xmlns:a16="http://schemas.microsoft.com/office/drawing/2014/main" id="{F8AA1FAF-2722-48A8-90F7-E5895A9A9D5D}"/>
              </a:ext>
            </a:extLst>
          </p:cNvPr>
          <p:cNvSpPr>
            <a:spLocks noGrp="1"/>
          </p:cNvSpPr>
          <p:nvPr/>
        </p:nvSpPr>
        <p:spPr>
          <a:xfrm>
            <a:off x="7384357" y="4925962"/>
            <a:ext cx="278104" cy="124787"/>
          </a:xfrm>
          <a:custGeom>
            <a:avLst/>
            <a:gdLst/>
            <a:ahLst/>
            <a:cxnLst/>
            <a:rect l="0" t="0" r="0" b="0"/>
            <a:pathLst>
              <a:path w="278104" h="124787">
                <a:moveTo>
                  <a:pt x="0" y="124787"/>
                </a:moveTo>
                <a:lnTo>
                  <a:pt x="278104" y="0"/>
                </a:lnTo>
              </a:path>
            </a:pathLst>
          </a:custGeom>
          <a:noFill/>
          <a:ln w="8953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631" name="lumia-token-stream-curve">
            <a:extLst>
              <a:ext uri="{FF2B5EF4-FFF2-40B4-BE49-F238E27FC236}">
                <a16:creationId xmlns:a16="http://schemas.microsoft.com/office/drawing/2014/main" id="{73F963DF-2A4E-42A6-9EBC-3839D312B9AE}"/>
              </a:ext>
            </a:extLst>
          </p:cNvPr>
          <p:cNvSpPr>
            <a:spLocks noGrp="1"/>
          </p:cNvSpPr>
          <p:nvPr/>
        </p:nvSpPr>
        <p:spPr>
          <a:xfrm>
            <a:off x="7662461" y="4805935"/>
            <a:ext cx="281061" cy="120027"/>
          </a:xfrm>
          <a:custGeom>
            <a:avLst/>
            <a:gdLst/>
            <a:ahLst/>
            <a:cxnLst/>
            <a:rect l="0" t="0" r="0" b="0"/>
            <a:pathLst>
              <a:path w="281061" h="120027">
                <a:moveTo>
                  <a:pt x="0" y="120027"/>
                </a:moveTo>
                <a:lnTo>
                  <a:pt x="281061" y="0"/>
                </a:lnTo>
              </a:path>
            </a:pathLst>
          </a:custGeom>
          <a:noFill/>
          <a:ln w="9166">
            <a:solidFill>
              <a:srgbClr val="F79E11">
                <a:alpha val="14000"/>
              </a:srgbClr>
            </a:solidFill>
            <a:prstDash val="solid"/>
          </a:ln>
        </p:spPr>
      </p:sp>
      <p:sp>
        <p:nvSpPr>
          <p:cNvPr id="632" name="lumia-token-stream-curve">
            <a:extLst>
              <a:ext uri="{FF2B5EF4-FFF2-40B4-BE49-F238E27FC236}">
                <a16:creationId xmlns:a16="http://schemas.microsoft.com/office/drawing/2014/main" id="{CB5E550D-C7C4-4DCD-ADFA-51EF0ED8A177}"/>
              </a:ext>
            </a:extLst>
          </p:cNvPr>
          <p:cNvSpPr>
            <a:spLocks noGrp="1"/>
          </p:cNvSpPr>
          <p:nvPr/>
        </p:nvSpPr>
        <p:spPr>
          <a:xfrm>
            <a:off x="7943523" y="4694422"/>
            <a:ext cx="283991" cy="111513"/>
          </a:xfrm>
          <a:custGeom>
            <a:avLst/>
            <a:gdLst/>
            <a:ahLst/>
            <a:cxnLst/>
            <a:rect l="0" t="0" r="0" b="0"/>
            <a:pathLst>
              <a:path w="283991" h="111513">
                <a:moveTo>
                  <a:pt x="0" y="111513"/>
                </a:moveTo>
                <a:lnTo>
                  <a:pt x="283991" y="0"/>
                </a:lnTo>
              </a:path>
            </a:pathLst>
          </a:custGeom>
          <a:noFill/>
          <a:ln w="9379">
            <a:solidFill>
              <a:srgbClr val="F8A90C">
                <a:alpha val="14000"/>
              </a:srgbClr>
            </a:solidFill>
            <a:prstDash val="solid"/>
          </a:ln>
        </p:spPr>
      </p:sp>
      <p:sp>
        <p:nvSpPr>
          <p:cNvPr id="633" name="lumia-token-stream-curve">
            <a:extLst>
              <a:ext uri="{FF2B5EF4-FFF2-40B4-BE49-F238E27FC236}">
                <a16:creationId xmlns:a16="http://schemas.microsoft.com/office/drawing/2014/main" id="{86FC0B2C-4963-4AAC-854F-5DB794E0A095}"/>
              </a:ext>
            </a:extLst>
          </p:cNvPr>
          <p:cNvSpPr>
            <a:spLocks noGrp="1"/>
          </p:cNvSpPr>
          <p:nvPr/>
        </p:nvSpPr>
        <p:spPr>
          <a:xfrm>
            <a:off x="8227513" y="4593713"/>
            <a:ext cx="286891" cy="100709"/>
          </a:xfrm>
          <a:custGeom>
            <a:avLst/>
            <a:gdLst/>
            <a:ahLst/>
            <a:cxnLst/>
            <a:rect l="0" t="0" r="0" b="0"/>
            <a:pathLst>
              <a:path w="286891" h="100709">
                <a:moveTo>
                  <a:pt x="0" y="100709"/>
                </a:moveTo>
                <a:lnTo>
                  <a:pt x="286891" y="0"/>
                </a:lnTo>
              </a:path>
            </a:pathLst>
          </a:custGeom>
          <a:noFill/>
          <a:ln w="9588">
            <a:solidFill>
              <a:srgbClr val="FAB408">
                <a:alpha val="14000"/>
              </a:srgbClr>
            </a:solidFill>
            <a:prstDash val="solid"/>
          </a:ln>
        </p:spPr>
      </p:sp>
      <p:sp>
        <p:nvSpPr>
          <p:cNvPr id="634" name="lumia-token-stream-curve">
            <a:extLst>
              <a:ext uri="{FF2B5EF4-FFF2-40B4-BE49-F238E27FC236}">
                <a16:creationId xmlns:a16="http://schemas.microsoft.com/office/drawing/2014/main" id="{9B4072DE-E236-4CEB-8079-381D22B8D062}"/>
              </a:ext>
            </a:extLst>
          </p:cNvPr>
          <p:cNvSpPr>
            <a:spLocks noGrp="1"/>
          </p:cNvSpPr>
          <p:nvPr/>
        </p:nvSpPr>
        <p:spPr>
          <a:xfrm>
            <a:off x="8514405" y="4504196"/>
            <a:ext cx="289764" cy="89517"/>
          </a:xfrm>
          <a:custGeom>
            <a:avLst/>
            <a:gdLst/>
            <a:ahLst/>
            <a:cxnLst/>
            <a:rect l="0" t="0" r="0" b="0"/>
            <a:pathLst>
              <a:path w="289764" h="89517">
                <a:moveTo>
                  <a:pt x="0" y="89517"/>
                </a:moveTo>
                <a:lnTo>
                  <a:pt x="289764" y="0"/>
                </a:lnTo>
              </a:path>
            </a:pathLst>
          </a:custGeom>
          <a:noFill/>
          <a:ln w="9792">
            <a:solidFill>
              <a:srgbClr val="F7BC07">
                <a:alpha val="15000"/>
              </a:srgbClr>
            </a:solidFill>
            <a:prstDash val="solid"/>
          </a:ln>
        </p:spPr>
      </p:sp>
      <p:sp>
        <p:nvSpPr>
          <p:cNvPr id="635" name="lumia-token-stream-curve">
            <a:extLst>
              <a:ext uri="{FF2B5EF4-FFF2-40B4-BE49-F238E27FC236}">
                <a16:creationId xmlns:a16="http://schemas.microsoft.com/office/drawing/2014/main" id="{CDC4DE6E-0784-484A-8188-54B5DCF61E24}"/>
              </a:ext>
            </a:extLst>
          </p:cNvPr>
          <p:cNvSpPr>
            <a:spLocks noGrp="1"/>
          </p:cNvSpPr>
          <p:nvPr/>
        </p:nvSpPr>
        <p:spPr>
          <a:xfrm>
            <a:off x="8804168" y="4424148"/>
            <a:ext cx="292607" cy="80049"/>
          </a:xfrm>
          <a:custGeom>
            <a:avLst/>
            <a:gdLst/>
            <a:ahLst/>
            <a:cxnLst/>
            <a:rect l="0" t="0" r="0" b="0"/>
            <a:pathLst>
              <a:path w="292607" h="80049">
                <a:moveTo>
                  <a:pt x="0" y="80049"/>
                </a:moveTo>
                <a:lnTo>
                  <a:pt x="292607" y="0"/>
                </a:lnTo>
              </a:path>
            </a:pathLst>
          </a:custGeom>
          <a:noFill/>
          <a:ln w="9989">
            <a:solidFill>
              <a:srgbClr val="E5BA0E">
                <a:alpha val="15000"/>
              </a:srgbClr>
            </a:solidFill>
            <a:prstDash val="solid"/>
          </a:ln>
        </p:spPr>
      </p:sp>
      <p:sp>
        <p:nvSpPr>
          <p:cNvPr id="636" name="lumia-token-stream-curve">
            <a:extLst>
              <a:ext uri="{FF2B5EF4-FFF2-40B4-BE49-F238E27FC236}">
                <a16:creationId xmlns:a16="http://schemas.microsoft.com/office/drawing/2014/main" id="{53C50C1C-B168-4CB5-8A46-6712AEA03988}"/>
              </a:ext>
            </a:extLst>
          </p:cNvPr>
          <p:cNvSpPr>
            <a:spLocks noGrp="1"/>
          </p:cNvSpPr>
          <p:nvPr/>
        </p:nvSpPr>
        <p:spPr>
          <a:xfrm>
            <a:off x="9096775" y="4349803"/>
            <a:ext cx="295422" cy="74344"/>
          </a:xfrm>
          <a:custGeom>
            <a:avLst/>
            <a:gdLst/>
            <a:ahLst/>
            <a:cxnLst/>
            <a:rect l="0" t="0" r="0" b="0"/>
            <a:pathLst>
              <a:path w="295422" h="74344">
                <a:moveTo>
                  <a:pt x="0" y="74344"/>
                </a:moveTo>
                <a:lnTo>
                  <a:pt x="295422" y="0"/>
                </a:lnTo>
              </a:path>
            </a:pathLst>
          </a:custGeom>
          <a:noFill/>
          <a:ln w="10176">
            <a:solidFill>
              <a:srgbClr val="D3B815">
                <a:alpha val="15000"/>
              </a:srgbClr>
            </a:solidFill>
            <a:prstDash val="solid"/>
          </a:ln>
        </p:spPr>
      </p:sp>
      <p:sp>
        <p:nvSpPr>
          <p:cNvPr id="637" name="lumia-token-stream-curve">
            <a:extLst>
              <a:ext uri="{FF2B5EF4-FFF2-40B4-BE49-F238E27FC236}">
                <a16:creationId xmlns:a16="http://schemas.microsoft.com/office/drawing/2014/main" id="{06087F64-92BE-4001-933C-A0CD4EAE7278}"/>
              </a:ext>
            </a:extLst>
          </p:cNvPr>
          <p:cNvSpPr>
            <a:spLocks noGrp="1"/>
          </p:cNvSpPr>
          <p:nvPr/>
        </p:nvSpPr>
        <p:spPr>
          <a:xfrm>
            <a:off x="9392197" y="4275732"/>
            <a:ext cx="298208" cy="74071"/>
          </a:xfrm>
          <a:custGeom>
            <a:avLst/>
            <a:gdLst/>
            <a:ahLst/>
            <a:cxnLst/>
            <a:rect l="0" t="0" r="0" b="0"/>
            <a:pathLst>
              <a:path w="298208" h="74071">
                <a:moveTo>
                  <a:pt x="0" y="74071"/>
                </a:moveTo>
                <a:lnTo>
                  <a:pt x="298208" y="0"/>
                </a:lnTo>
              </a:path>
            </a:pathLst>
          </a:custGeom>
          <a:noFill/>
          <a:ln w="10352">
            <a:solidFill>
              <a:srgbClr val="C2B61C">
                <a:alpha val="16000"/>
              </a:srgbClr>
            </a:solidFill>
            <a:prstDash val="solid"/>
          </a:ln>
        </p:spPr>
      </p:sp>
      <p:sp>
        <p:nvSpPr>
          <p:cNvPr id="638" name="lumia-token-stream-curve">
            <a:extLst>
              <a:ext uri="{FF2B5EF4-FFF2-40B4-BE49-F238E27FC236}">
                <a16:creationId xmlns:a16="http://schemas.microsoft.com/office/drawing/2014/main" id="{47ED7572-172D-4830-BE35-810989292857}"/>
              </a:ext>
            </a:extLst>
          </p:cNvPr>
          <p:cNvSpPr>
            <a:spLocks noGrp="1"/>
          </p:cNvSpPr>
          <p:nvPr/>
        </p:nvSpPr>
        <p:spPr>
          <a:xfrm>
            <a:off x="9690405" y="4195486"/>
            <a:ext cx="300966" cy="80246"/>
          </a:xfrm>
          <a:custGeom>
            <a:avLst/>
            <a:gdLst/>
            <a:ahLst/>
            <a:cxnLst/>
            <a:rect l="0" t="0" r="0" b="0"/>
            <a:pathLst>
              <a:path w="300966" h="80246">
                <a:moveTo>
                  <a:pt x="0" y="80246"/>
                </a:moveTo>
                <a:lnTo>
                  <a:pt x="300966" y="0"/>
                </a:lnTo>
              </a:path>
            </a:pathLst>
          </a:custGeom>
          <a:noFill/>
          <a:ln w="10515">
            <a:solidFill>
              <a:srgbClr val="B0B422">
                <a:alpha val="16000"/>
              </a:srgbClr>
            </a:solidFill>
            <a:prstDash val="solid"/>
          </a:ln>
        </p:spPr>
      </p:sp>
      <p:sp>
        <p:nvSpPr>
          <p:cNvPr id="639" name="lumia-token-stream-curve">
            <a:extLst>
              <a:ext uri="{FF2B5EF4-FFF2-40B4-BE49-F238E27FC236}">
                <a16:creationId xmlns:a16="http://schemas.microsoft.com/office/drawing/2014/main" id="{5DF1F870-5B0F-4203-823C-F2E7EBA1A254}"/>
              </a:ext>
            </a:extLst>
          </p:cNvPr>
          <p:cNvSpPr>
            <a:spLocks noGrp="1"/>
          </p:cNvSpPr>
          <p:nvPr/>
        </p:nvSpPr>
        <p:spPr>
          <a:xfrm>
            <a:off x="9991371" y="4102462"/>
            <a:ext cx="303695" cy="93025"/>
          </a:xfrm>
          <a:custGeom>
            <a:avLst/>
            <a:gdLst/>
            <a:ahLst/>
            <a:cxnLst/>
            <a:rect l="0" t="0" r="0" b="0"/>
            <a:pathLst>
              <a:path w="303695" h="93025">
                <a:moveTo>
                  <a:pt x="0" y="93025"/>
                </a:moveTo>
                <a:lnTo>
                  <a:pt x="303695" y="0"/>
                </a:lnTo>
              </a:path>
            </a:pathLst>
          </a:custGeom>
          <a:noFill/>
          <a:ln w="10663">
            <a:solidFill>
              <a:srgbClr val="9EB329">
                <a:alpha val="16000"/>
              </a:srgbClr>
            </a:solidFill>
            <a:prstDash val="solid"/>
          </a:ln>
        </p:spPr>
      </p:sp>
      <p:sp>
        <p:nvSpPr>
          <p:cNvPr id="640" name="lumia-token-stream-curve">
            <a:extLst>
              <a:ext uri="{FF2B5EF4-FFF2-40B4-BE49-F238E27FC236}">
                <a16:creationId xmlns:a16="http://schemas.microsoft.com/office/drawing/2014/main" id="{7624919A-8133-4634-8D50-AF7E83B776B4}"/>
              </a:ext>
            </a:extLst>
          </p:cNvPr>
          <p:cNvSpPr>
            <a:spLocks noGrp="1"/>
          </p:cNvSpPr>
          <p:nvPr/>
        </p:nvSpPr>
        <p:spPr>
          <a:xfrm>
            <a:off x="10295067" y="3990849"/>
            <a:ext cx="306396" cy="111613"/>
          </a:xfrm>
          <a:custGeom>
            <a:avLst/>
            <a:gdLst/>
            <a:ahLst/>
            <a:cxnLst/>
            <a:rect l="0" t="0" r="0" b="0"/>
            <a:pathLst>
              <a:path w="306396" h="111613">
                <a:moveTo>
                  <a:pt x="0" y="111613"/>
                </a:moveTo>
                <a:lnTo>
                  <a:pt x="306396" y="0"/>
                </a:lnTo>
              </a:path>
            </a:pathLst>
          </a:custGeom>
          <a:noFill/>
          <a:ln w="10793">
            <a:solidFill>
              <a:srgbClr val="8CB130">
                <a:alpha val="16000"/>
              </a:srgbClr>
            </a:solidFill>
            <a:prstDash val="solid"/>
          </a:ln>
        </p:spPr>
      </p:sp>
      <p:sp>
        <p:nvSpPr>
          <p:cNvPr id="641" name="lumia-token-stream-curve">
            <a:extLst>
              <a:ext uri="{FF2B5EF4-FFF2-40B4-BE49-F238E27FC236}">
                <a16:creationId xmlns:a16="http://schemas.microsoft.com/office/drawing/2014/main" id="{10E4B115-AEDA-410A-82D6-27813F787F03}"/>
              </a:ext>
            </a:extLst>
          </p:cNvPr>
          <p:cNvSpPr>
            <a:spLocks noGrp="1"/>
          </p:cNvSpPr>
          <p:nvPr/>
        </p:nvSpPr>
        <p:spPr>
          <a:xfrm>
            <a:off x="10601463" y="3856544"/>
            <a:ext cx="309068" cy="134305"/>
          </a:xfrm>
          <a:custGeom>
            <a:avLst/>
            <a:gdLst/>
            <a:ahLst/>
            <a:cxnLst/>
            <a:rect l="0" t="0" r="0" b="0"/>
            <a:pathLst>
              <a:path w="309068" h="134305">
                <a:moveTo>
                  <a:pt x="0" y="134305"/>
                </a:moveTo>
                <a:lnTo>
                  <a:pt x="309068" y="0"/>
                </a:lnTo>
              </a:path>
            </a:pathLst>
          </a:custGeom>
          <a:noFill/>
          <a:ln w="10905">
            <a:solidFill>
              <a:srgbClr val="7BAF37">
                <a:alpha val="16000"/>
              </a:srgbClr>
            </a:solidFill>
            <a:prstDash val="solid"/>
          </a:ln>
        </p:spPr>
      </p:sp>
      <p:sp>
        <p:nvSpPr>
          <p:cNvPr id="642" name="lumia-token-stream-curve">
            <a:extLst>
              <a:ext uri="{FF2B5EF4-FFF2-40B4-BE49-F238E27FC236}">
                <a16:creationId xmlns:a16="http://schemas.microsoft.com/office/drawing/2014/main" id="{6C7D1003-3D58-46FE-9630-03DD2572CA5E}"/>
              </a:ext>
            </a:extLst>
          </p:cNvPr>
          <p:cNvSpPr>
            <a:spLocks noGrp="1"/>
          </p:cNvSpPr>
          <p:nvPr/>
        </p:nvSpPr>
        <p:spPr>
          <a:xfrm>
            <a:off x="10910530" y="3697861"/>
            <a:ext cx="311711" cy="158683"/>
          </a:xfrm>
          <a:custGeom>
            <a:avLst/>
            <a:gdLst/>
            <a:ahLst/>
            <a:cxnLst/>
            <a:rect l="0" t="0" r="0" b="0"/>
            <a:pathLst>
              <a:path w="311711" h="158683">
                <a:moveTo>
                  <a:pt x="0" y="158683"/>
                </a:moveTo>
                <a:lnTo>
                  <a:pt x="311711" y="0"/>
                </a:lnTo>
              </a:path>
            </a:pathLst>
          </a:custGeom>
          <a:noFill/>
          <a:ln w="10995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643" name="lumia-token-stream-curve">
            <a:extLst>
              <a:ext uri="{FF2B5EF4-FFF2-40B4-BE49-F238E27FC236}">
                <a16:creationId xmlns:a16="http://schemas.microsoft.com/office/drawing/2014/main" id="{5E9400D1-DB78-4FF1-899C-3539C9E2BB38}"/>
              </a:ext>
            </a:extLst>
          </p:cNvPr>
          <p:cNvSpPr>
            <a:spLocks noGrp="1"/>
          </p:cNvSpPr>
          <p:nvPr/>
        </p:nvSpPr>
        <p:spPr>
          <a:xfrm>
            <a:off x="11222242" y="3515919"/>
            <a:ext cx="314326" cy="181942"/>
          </a:xfrm>
          <a:custGeom>
            <a:avLst/>
            <a:gdLst/>
            <a:ahLst/>
            <a:cxnLst/>
            <a:rect l="0" t="0" r="0" b="0"/>
            <a:pathLst>
              <a:path w="314326" h="181942">
                <a:moveTo>
                  <a:pt x="0" y="181942"/>
                </a:moveTo>
                <a:lnTo>
                  <a:pt x="314326" y="0"/>
                </a:lnTo>
              </a:path>
            </a:pathLst>
          </a:custGeom>
          <a:noFill/>
          <a:ln w="11061">
            <a:solidFill>
              <a:srgbClr val="57AC45">
                <a:alpha val="17000"/>
              </a:srgbClr>
            </a:solidFill>
            <a:prstDash val="solid"/>
          </a:ln>
        </p:spPr>
      </p:sp>
      <p:sp>
        <p:nvSpPr>
          <p:cNvPr id="644" name="lumia-token-stream-curve">
            <a:extLst>
              <a:ext uri="{FF2B5EF4-FFF2-40B4-BE49-F238E27FC236}">
                <a16:creationId xmlns:a16="http://schemas.microsoft.com/office/drawing/2014/main" id="{CBF4D68B-7C95-4D04-8092-0F18E8D2A41C}"/>
              </a:ext>
            </a:extLst>
          </p:cNvPr>
          <p:cNvSpPr>
            <a:spLocks noGrp="1"/>
          </p:cNvSpPr>
          <p:nvPr/>
        </p:nvSpPr>
        <p:spPr>
          <a:xfrm>
            <a:off x="11536568" y="3314601"/>
            <a:ext cx="316912" cy="201317"/>
          </a:xfrm>
          <a:custGeom>
            <a:avLst/>
            <a:gdLst/>
            <a:ahLst/>
            <a:cxnLst/>
            <a:rect l="0" t="0" r="0" b="0"/>
            <a:pathLst>
              <a:path w="316912" h="201317">
                <a:moveTo>
                  <a:pt x="0" y="201317"/>
                </a:moveTo>
                <a:lnTo>
                  <a:pt x="316912" y="0"/>
                </a:lnTo>
              </a:path>
            </a:pathLst>
          </a:custGeom>
          <a:noFill/>
          <a:ln w="11103">
            <a:solidFill>
              <a:srgbClr val="46AA4C">
                <a:alpha val="17000"/>
              </a:srgbClr>
            </a:solidFill>
            <a:prstDash val="solid"/>
          </a:ln>
        </p:spPr>
      </p:sp>
      <p:sp>
        <p:nvSpPr>
          <p:cNvPr id="645" name="lumia-token-stream-curve">
            <a:extLst>
              <a:ext uri="{FF2B5EF4-FFF2-40B4-BE49-F238E27FC236}">
                <a16:creationId xmlns:a16="http://schemas.microsoft.com/office/drawing/2014/main" id="{8D95B2DE-9952-4624-86A7-B736F0249DB7}"/>
              </a:ext>
            </a:extLst>
          </p:cNvPr>
          <p:cNvSpPr>
            <a:spLocks noGrp="1"/>
          </p:cNvSpPr>
          <p:nvPr/>
        </p:nvSpPr>
        <p:spPr>
          <a:xfrm>
            <a:off x="11853480" y="3100066"/>
            <a:ext cx="319470" cy="214536"/>
          </a:xfrm>
          <a:custGeom>
            <a:avLst/>
            <a:gdLst/>
            <a:ahLst/>
            <a:cxnLst/>
            <a:rect l="0" t="0" r="0" b="0"/>
            <a:pathLst>
              <a:path w="319470" h="214536">
                <a:moveTo>
                  <a:pt x="0" y="214536"/>
                </a:moveTo>
                <a:lnTo>
                  <a:pt x="319470" y="0"/>
                </a:lnTo>
              </a:path>
            </a:pathLst>
          </a:custGeom>
          <a:noFill/>
          <a:ln w="11117">
            <a:solidFill>
              <a:srgbClr val="34A853">
                <a:alpha val="17000"/>
              </a:srgbClr>
            </a:solidFill>
            <a:prstDash val="solid"/>
          </a:ln>
        </p:spPr>
      </p:sp>
      <p:sp>
        <p:nvSpPr>
          <p:cNvPr id="646" name="lumia-token-stream-curve">
            <a:extLst>
              <a:ext uri="{FF2B5EF4-FFF2-40B4-BE49-F238E27FC236}">
                <a16:creationId xmlns:a16="http://schemas.microsoft.com/office/drawing/2014/main" id="{B9543676-9F8E-488F-A313-04D747147FBB}"/>
              </a:ext>
            </a:extLst>
          </p:cNvPr>
          <p:cNvSpPr>
            <a:spLocks noGrp="1"/>
          </p:cNvSpPr>
          <p:nvPr/>
        </p:nvSpPr>
        <p:spPr>
          <a:xfrm>
            <a:off x="463788" y="6661291"/>
            <a:ext cx="180369" cy="44309"/>
          </a:xfrm>
          <a:custGeom>
            <a:avLst/>
            <a:gdLst/>
            <a:ahLst/>
            <a:cxnLst/>
            <a:rect l="0" t="0" r="0" b="0"/>
            <a:pathLst>
              <a:path w="180369" h="44309">
                <a:moveTo>
                  <a:pt x="0" y="44309"/>
                </a:moveTo>
                <a:lnTo>
                  <a:pt x="180369" y="0"/>
                </a:lnTo>
              </a:path>
            </a:pathLst>
          </a:custGeom>
          <a:noFill/>
          <a:ln w="7219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647" name="lumia-token-stream-curve">
            <a:extLst>
              <a:ext uri="{FF2B5EF4-FFF2-40B4-BE49-F238E27FC236}">
                <a16:creationId xmlns:a16="http://schemas.microsoft.com/office/drawing/2014/main" id="{F38486BC-9BEC-4FBB-A097-8E81D7128731}"/>
              </a:ext>
            </a:extLst>
          </p:cNvPr>
          <p:cNvSpPr>
            <a:spLocks noGrp="1"/>
          </p:cNvSpPr>
          <p:nvPr/>
        </p:nvSpPr>
        <p:spPr>
          <a:xfrm>
            <a:off x="644157" y="6610208"/>
            <a:ext cx="184128" cy="51083"/>
          </a:xfrm>
          <a:custGeom>
            <a:avLst/>
            <a:gdLst/>
            <a:ahLst/>
            <a:cxnLst/>
            <a:rect l="0" t="0" r="0" b="0"/>
            <a:pathLst>
              <a:path w="184128" h="51083">
                <a:moveTo>
                  <a:pt x="0" y="51083"/>
                </a:moveTo>
                <a:lnTo>
                  <a:pt x="184128" y="0"/>
                </a:lnTo>
              </a:path>
            </a:pathLst>
          </a:custGeom>
          <a:noFill/>
          <a:ln w="7219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648" name="lumia-token-stream-curve">
            <a:extLst>
              <a:ext uri="{FF2B5EF4-FFF2-40B4-BE49-F238E27FC236}">
                <a16:creationId xmlns:a16="http://schemas.microsoft.com/office/drawing/2014/main" id="{4A61040F-2E88-45B5-8751-23A7CD827BD6}"/>
              </a:ext>
            </a:extLst>
          </p:cNvPr>
          <p:cNvSpPr>
            <a:spLocks noGrp="1"/>
          </p:cNvSpPr>
          <p:nvPr/>
        </p:nvSpPr>
        <p:spPr>
          <a:xfrm>
            <a:off x="828285" y="6554392"/>
            <a:ext cx="187855" cy="55815"/>
          </a:xfrm>
          <a:custGeom>
            <a:avLst/>
            <a:gdLst/>
            <a:ahLst/>
            <a:cxnLst/>
            <a:rect l="0" t="0" r="0" b="0"/>
            <a:pathLst>
              <a:path w="187855" h="55815">
                <a:moveTo>
                  <a:pt x="0" y="55815"/>
                </a:moveTo>
                <a:lnTo>
                  <a:pt x="187855" y="0"/>
                </a:lnTo>
              </a:path>
            </a:pathLst>
          </a:custGeom>
          <a:noFill/>
          <a:ln w="7219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649" name="lumia-token-stream-curve">
            <a:extLst>
              <a:ext uri="{FF2B5EF4-FFF2-40B4-BE49-F238E27FC236}">
                <a16:creationId xmlns:a16="http://schemas.microsoft.com/office/drawing/2014/main" id="{9DED61A1-D685-4F15-9E32-04BF0FE8C4AA}"/>
              </a:ext>
            </a:extLst>
          </p:cNvPr>
          <p:cNvSpPr>
            <a:spLocks noGrp="1"/>
          </p:cNvSpPr>
          <p:nvPr/>
        </p:nvSpPr>
        <p:spPr>
          <a:xfrm>
            <a:off x="1016140" y="6494919"/>
            <a:ext cx="191551" cy="59473"/>
          </a:xfrm>
          <a:custGeom>
            <a:avLst/>
            <a:gdLst/>
            <a:ahLst/>
            <a:cxnLst/>
            <a:rect l="0" t="0" r="0" b="0"/>
            <a:pathLst>
              <a:path w="191551" h="59473">
                <a:moveTo>
                  <a:pt x="0" y="59473"/>
                </a:moveTo>
                <a:lnTo>
                  <a:pt x="191551" y="0"/>
                </a:lnTo>
              </a:path>
            </a:pathLst>
          </a:custGeom>
          <a:noFill/>
          <a:ln w="7219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650" name="lumia-token-stream-curve">
            <a:extLst>
              <a:ext uri="{FF2B5EF4-FFF2-40B4-BE49-F238E27FC236}">
                <a16:creationId xmlns:a16="http://schemas.microsoft.com/office/drawing/2014/main" id="{3A27D186-5F1F-4F6A-AB00-27D04676E1A2}"/>
              </a:ext>
            </a:extLst>
          </p:cNvPr>
          <p:cNvSpPr>
            <a:spLocks noGrp="1"/>
          </p:cNvSpPr>
          <p:nvPr/>
        </p:nvSpPr>
        <p:spPr>
          <a:xfrm>
            <a:off x="1207692" y="6433213"/>
            <a:ext cx="195216" cy="61706"/>
          </a:xfrm>
          <a:custGeom>
            <a:avLst/>
            <a:gdLst/>
            <a:ahLst/>
            <a:cxnLst/>
            <a:rect l="0" t="0" r="0" b="0"/>
            <a:pathLst>
              <a:path w="195216" h="61706">
                <a:moveTo>
                  <a:pt x="0" y="61706"/>
                </a:moveTo>
                <a:lnTo>
                  <a:pt x="195216" y="0"/>
                </a:lnTo>
              </a:path>
            </a:pathLst>
          </a:custGeom>
          <a:noFill/>
          <a:ln w="7219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651" name="lumia-token-stream-curve">
            <a:extLst>
              <a:ext uri="{FF2B5EF4-FFF2-40B4-BE49-F238E27FC236}">
                <a16:creationId xmlns:a16="http://schemas.microsoft.com/office/drawing/2014/main" id="{B3165C55-EDA2-465A-8FDB-25C685082780}"/>
              </a:ext>
            </a:extLst>
          </p:cNvPr>
          <p:cNvSpPr>
            <a:spLocks noGrp="1"/>
          </p:cNvSpPr>
          <p:nvPr/>
        </p:nvSpPr>
        <p:spPr>
          <a:xfrm>
            <a:off x="1402907" y="6370981"/>
            <a:ext cx="198848" cy="62232"/>
          </a:xfrm>
          <a:custGeom>
            <a:avLst/>
            <a:gdLst/>
            <a:ahLst/>
            <a:cxnLst/>
            <a:rect l="0" t="0" r="0" b="0"/>
            <a:pathLst>
              <a:path w="198848" h="62232">
                <a:moveTo>
                  <a:pt x="0" y="62232"/>
                </a:moveTo>
                <a:lnTo>
                  <a:pt x="198848" y="0"/>
                </a:lnTo>
              </a:path>
            </a:pathLst>
          </a:custGeom>
          <a:noFill/>
          <a:ln w="7219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652" name="lumia-token-stream-curve">
            <a:extLst>
              <a:ext uri="{FF2B5EF4-FFF2-40B4-BE49-F238E27FC236}">
                <a16:creationId xmlns:a16="http://schemas.microsoft.com/office/drawing/2014/main" id="{637A5908-462D-4B9D-B948-7BF23109F28B}"/>
              </a:ext>
            </a:extLst>
          </p:cNvPr>
          <p:cNvSpPr>
            <a:spLocks noGrp="1"/>
          </p:cNvSpPr>
          <p:nvPr/>
        </p:nvSpPr>
        <p:spPr>
          <a:xfrm>
            <a:off x="1601756" y="6310112"/>
            <a:ext cx="202450" cy="60869"/>
          </a:xfrm>
          <a:custGeom>
            <a:avLst/>
            <a:gdLst/>
            <a:ahLst/>
            <a:cxnLst/>
            <a:rect l="0" t="0" r="0" b="0"/>
            <a:pathLst>
              <a:path w="202450" h="60869">
                <a:moveTo>
                  <a:pt x="0" y="60869"/>
                </a:moveTo>
                <a:lnTo>
                  <a:pt x="202450" y="0"/>
                </a:lnTo>
              </a:path>
            </a:pathLst>
          </a:custGeom>
          <a:noFill/>
          <a:ln w="7219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653" name="lumia-token-stream-curve">
            <a:extLst>
              <a:ext uri="{FF2B5EF4-FFF2-40B4-BE49-F238E27FC236}">
                <a16:creationId xmlns:a16="http://schemas.microsoft.com/office/drawing/2014/main" id="{80B4C04C-447C-44D2-B763-8A82CE079C3C}"/>
              </a:ext>
            </a:extLst>
          </p:cNvPr>
          <p:cNvSpPr>
            <a:spLocks noGrp="1"/>
          </p:cNvSpPr>
          <p:nvPr/>
        </p:nvSpPr>
        <p:spPr>
          <a:xfrm>
            <a:off x="1804205" y="6252543"/>
            <a:ext cx="206020" cy="57569"/>
          </a:xfrm>
          <a:custGeom>
            <a:avLst/>
            <a:gdLst/>
            <a:ahLst/>
            <a:cxnLst/>
            <a:rect l="0" t="0" r="0" b="0"/>
            <a:pathLst>
              <a:path w="206020" h="57569">
                <a:moveTo>
                  <a:pt x="0" y="57569"/>
                </a:moveTo>
                <a:lnTo>
                  <a:pt x="206020" y="0"/>
                </a:lnTo>
              </a:path>
            </a:pathLst>
          </a:custGeom>
          <a:noFill/>
          <a:ln w="7219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654" name="lumia-token-stream-curve">
            <a:extLst>
              <a:ext uri="{FF2B5EF4-FFF2-40B4-BE49-F238E27FC236}">
                <a16:creationId xmlns:a16="http://schemas.microsoft.com/office/drawing/2014/main" id="{C74E2C0B-26D6-40F9-BDB5-CE2FB890B43C}"/>
              </a:ext>
            </a:extLst>
          </p:cNvPr>
          <p:cNvSpPr>
            <a:spLocks noGrp="1"/>
          </p:cNvSpPr>
          <p:nvPr/>
        </p:nvSpPr>
        <p:spPr>
          <a:xfrm>
            <a:off x="2010225" y="6200104"/>
            <a:ext cx="209558" cy="52439"/>
          </a:xfrm>
          <a:custGeom>
            <a:avLst/>
            <a:gdLst/>
            <a:ahLst/>
            <a:cxnLst/>
            <a:rect l="0" t="0" r="0" b="0"/>
            <a:pathLst>
              <a:path w="209558" h="52439">
                <a:moveTo>
                  <a:pt x="0" y="52439"/>
                </a:moveTo>
                <a:lnTo>
                  <a:pt x="209558" y="0"/>
                </a:lnTo>
              </a:path>
            </a:pathLst>
          </a:custGeom>
          <a:noFill/>
          <a:ln w="7219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655" name="lumia-token-stream-curve">
            <a:extLst>
              <a:ext uri="{FF2B5EF4-FFF2-40B4-BE49-F238E27FC236}">
                <a16:creationId xmlns:a16="http://schemas.microsoft.com/office/drawing/2014/main" id="{A5BE6A54-F12E-4702-BC6C-41D06E86A9C0}"/>
              </a:ext>
            </a:extLst>
          </p:cNvPr>
          <p:cNvSpPr>
            <a:spLocks noGrp="1"/>
          </p:cNvSpPr>
          <p:nvPr/>
        </p:nvSpPr>
        <p:spPr>
          <a:xfrm>
            <a:off x="2219783" y="6154344"/>
            <a:ext cx="213065" cy="45759"/>
          </a:xfrm>
          <a:custGeom>
            <a:avLst/>
            <a:gdLst/>
            <a:ahLst/>
            <a:cxnLst/>
            <a:rect l="0" t="0" r="0" b="0"/>
            <a:pathLst>
              <a:path w="213065" h="45759">
                <a:moveTo>
                  <a:pt x="0" y="45759"/>
                </a:moveTo>
                <a:lnTo>
                  <a:pt x="213065" y="0"/>
                </a:lnTo>
              </a:path>
            </a:pathLst>
          </a:custGeom>
          <a:noFill/>
          <a:ln w="7219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656" name="lumia-token-stream-curve">
            <a:extLst>
              <a:ext uri="{FF2B5EF4-FFF2-40B4-BE49-F238E27FC236}">
                <a16:creationId xmlns:a16="http://schemas.microsoft.com/office/drawing/2014/main" id="{FDCD7163-B699-444A-B502-54EE6078BBC3}"/>
              </a:ext>
            </a:extLst>
          </p:cNvPr>
          <p:cNvSpPr>
            <a:spLocks noGrp="1"/>
          </p:cNvSpPr>
          <p:nvPr/>
        </p:nvSpPr>
        <p:spPr>
          <a:xfrm>
            <a:off x="2432847" y="6116364"/>
            <a:ext cx="216540" cy="37981"/>
          </a:xfrm>
          <a:custGeom>
            <a:avLst/>
            <a:gdLst/>
            <a:ahLst/>
            <a:cxnLst/>
            <a:rect l="0" t="0" r="0" b="0"/>
            <a:pathLst>
              <a:path w="216540" h="37981">
                <a:moveTo>
                  <a:pt x="0" y="37981"/>
                </a:moveTo>
                <a:lnTo>
                  <a:pt x="216540" y="0"/>
                </a:lnTo>
              </a:path>
            </a:pathLst>
          </a:custGeom>
          <a:noFill/>
          <a:ln w="7219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657" name="lumia-token-stream-curve">
            <a:extLst>
              <a:ext uri="{FF2B5EF4-FFF2-40B4-BE49-F238E27FC236}">
                <a16:creationId xmlns:a16="http://schemas.microsoft.com/office/drawing/2014/main" id="{E20BAD94-4F7E-464D-902B-78389A6D8209}"/>
              </a:ext>
            </a:extLst>
          </p:cNvPr>
          <p:cNvSpPr>
            <a:spLocks noGrp="1"/>
          </p:cNvSpPr>
          <p:nvPr/>
        </p:nvSpPr>
        <p:spPr>
          <a:xfrm>
            <a:off x="2649387" y="6086653"/>
            <a:ext cx="219984" cy="29711"/>
          </a:xfrm>
          <a:custGeom>
            <a:avLst/>
            <a:gdLst/>
            <a:ahLst/>
            <a:cxnLst/>
            <a:rect l="0" t="0" r="0" b="0"/>
            <a:pathLst>
              <a:path w="219984" h="29711">
                <a:moveTo>
                  <a:pt x="0" y="29711"/>
                </a:moveTo>
                <a:lnTo>
                  <a:pt x="219984" y="0"/>
                </a:lnTo>
              </a:path>
            </a:pathLst>
          </a:custGeom>
          <a:noFill/>
          <a:ln w="7219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658" name="lumia-token-stream-curve">
            <a:extLst>
              <a:ext uri="{FF2B5EF4-FFF2-40B4-BE49-F238E27FC236}">
                <a16:creationId xmlns:a16="http://schemas.microsoft.com/office/drawing/2014/main" id="{4227B325-7389-45C8-9B11-EC4C5650EBAF}"/>
              </a:ext>
            </a:extLst>
          </p:cNvPr>
          <p:cNvSpPr>
            <a:spLocks noGrp="1"/>
          </p:cNvSpPr>
          <p:nvPr/>
        </p:nvSpPr>
        <p:spPr>
          <a:xfrm>
            <a:off x="2869371" y="6064971"/>
            <a:ext cx="223396" cy="21682"/>
          </a:xfrm>
          <a:custGeom>
            <a:avLst/>
            <a:gdLst/>
            <a:ahLst/>
            <a:cxnLst/>
            <a:rect l="0" t="0" r="0" b="0"/>
            <a:pathLst>
              <a:path w="223396" h="21682">
                <a:moveTo>
                  <a:pt x="0" y="21682"/>
                </a:moveTo>
                <a:lnTo>
                  <a:pt x="223396" y="0"/>
                </a:lnTo>
              </a:path>
            </a:pathLst>
          </a:custGeom>
          <a:noFill/>
          <a:ln w="7219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659" name="lumia-token-stream-curve">
            <a:extLst>
              <a:ext uri="{FF2B5EF4-FFF2-40B4-BE49-F238E27FC236}">
                <a16:creationId xmlns:a16="http://schemas.microsoft.com/office/drawing/2014/main" id="{77E95B60-1555-441E-A121-5A5772608B03}"/>
              </a:ext>
            </a:extLst>
          </p:cNvPr>
          <p:cNvSpPr>
            <a:spLocks noGrp="1"/>
          </p:cNvSpPr>
          <p:nvPr/>
        </p:nvSpPr>
        <p:spPr>
          <a:xfrm>
            <a:off x="3092767" y="6050274"/>
            <a:ext cx="226777" cy="14697"/>
          </a:xfrm>
          <a:custGeom>
            <a:avLst/>
            <a:gdLst/>
            <a:ahLst/>
            <a:cxnLst/>
            <a:rect l="0" t="0" r="0" b="0"/>
            <a:pathLst>
              <a:path w="226777" h="14697">
                <a:moveTo>
                  <a:pt x="0" y="14697"/>
                </a:moveTo>
                <a:lnTo>
                  <a:pt x="226777" y="0"/>
                </a:lnTo>
              </a:path>
            </a:pathLst>
          </a:custGeom>
          <a:noFill/>
          <a:ln w="7219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660" name="lumia-token-stream-curve">
            <a:extLst>
              <a:ext uri="{FF2B5EF4-FFF2-40B4-BE49-F238E27FC236}">
                <a16:creationId xmlns:a16="http://schemas.microsoft.com/office/drawing/2014/main" id="{70E0A058-A2C6-461C-978B-C935A550A355}"/>
              </a:ext>
            </a:extLst>
          </p:cNvPr>
          <p:cNvSpPr>
            <a:spLocks noGrp="1"/>
          </p:cNvSpPr>
          <p:nvPr/>
        </p:nvSpPr>
        <p:spPr>
          <a:xfrm>
            <a:off x="3319544" y="6040710"/>
            <a:ext cx="230126" cy="9564"/>
          </a:xfrm>
          <a:custGeom>
            <a:avLst/>
            <a:gdLst/>
            <a:ahLst/>
            <a:cxnLst/>
            <a:rect l="0" t="0" r="0" b="0"/>
            <a:pathLst>
              <a:path w="230126" h="9564">
                <a:moveTo>
                  <a:pt x="0" y="9564"/>
                </a:moveTo>
                <a:lnTo>
                  <a:pt x="230126" y="0"/>
                </a:lnTo>
              </a:path>
            </a:pathLst>
          </a:custGeom>
          <a:noFill/>
          <a:ln w="7219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661" name="lumia-token-stream-curve">
            <a:extLst>
              <a:ext uri="{FF2B5EF4-FFF2-40B4-BE49-F238E27FC236}">
                <a16:creationId xmlns:a16="http://schemas.microsoft.com/office/drawing/2014/main" id="{06C5A226-ECE2-4C9D-9022-E68CA8D3DEAE}"/>
              </a:ext>
            </a:extLst>
          </p:cNvPr>
          <p:cNvSpPr>
            <a:spLocks noGrp="1"/>
          </p:cNvSpPr>
          <p:nvPr/>
        </p:nvSpPr>
        <p:spPr>
          <a:xfrm>
            <a:off x="3549670" y="6033690"/>
            <a:ext cx="233444" cy="9525"/>
          </a:xfrm>
          <a:custGeom>
            <a:avLst/>
            <a:gdLst/>
            <a:ahLst/>
            <a:cxnLst/>
            <a:rect l="0" t="0" r="0" b="0"/>
            <a:pathLst>
              <a:path w="233444" h="9525">
                <a:moveTo>
                  <a:pt x="0" y="7020"/>
                </a:moveTo>
                <a:lnTo>
                  <a:pt x="233444" y="0"/>
                </a:lnTo>
              </a:path>
            </a:pathLst>
          </a:custGeom>
          <a:noFill/>
          <a:ln w="7219">
            <a:solidFill>
              <a:srgbClr val="893E75">
                <a:alpha val="9000"/>
              </a:srgbClr>
            </a:solidFill>
            <a:prstDash val="solid"/>
          </a:ln>
        </p:spPr>
      </p:sp>
      <p:sp>
        <p:nvSpPr>
          <p:cNvPr id="662" name="lumia-token-stream-curve">
            <a:extLst>
              <a:ext uri="{FF2B5EF4-FFF2-40B4-BE49-F238E27FC236}">
                <a16:creationId xmlns:a16="http://schemas.microsoft.com/office/drawing/2014/main" id="{26023340-6316-4B0A-80BB-A64B314B3FE1}"/>
              </a:ext>
            </a:extLst>
          </p:cNvPr>
          <p:cNvSpPr>
            <a:spLocks noGrp="1"/>
          </p:cNvSpPr>
          <p:nvPr/>
        </p:nvSpPr>
        <p:spPr>
          <a:xfrm>
            <a:off x="3783114" y="6026044"/>
            <a:ext cx="236730" cy="9525"/>
          </a:xfrm>
          <a:custGeom>
            <a:avLst/>
            <a:gdLst/>
            <a:ahLst/>
            <a:cxnLst/>
            <a:rect l="0" t="0" r="0" b="0"/>
            <a:pathLst>
              <a:path w="236730" h="9525">
                <a:moveTo>
                  <a:pt x="0" y="7646"/>
                </a:moveTo>
                <a:lnTo>
                  <a:pt x="236730" y="0"/>
                </a:lnTo>
              </a:path>
            </a:pathLst>
          </a:custGeom>
          <a:noFill/>
          <a:ln w="7220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663" name="lumia-token-stream-curve">
            <a:extLst>
              <a:ext uri="{FF2B5EF4-FFF2-40B4-BE49-F238E27FC236}">
                <a16:creationId xmlns:a16="http://schemas.microsoft.com/office/drawing/2014/main" id="{89225DF1-8B72-4C6D-AE6D-1A90766BB6C4}"/>
              </a:ext>
            </a:extLst>
          </p:cNvPr>
          <p:cNvSpPr>
            <a:spLocks noGrp="1"/>
          </p:cNvSpPr>
          <p:nvPr/>
        </p:nvSpPr>
        <p:spPr>
          <a:xfrm>
            <a:off x="4019844" y="6014256"/>
            <a:ext cx="239985" cy="11788"/>
          </a:xfrm>
          <a:custGeom>
            <a:avLst/>
            <a:gdLst/>
            <a:ahLst/>
            <a:cxnLst/>
            <a:rect l="0" t="0" r="0" b="0"/>
            <a:pathLst>
              <a:path w="239985" h="11788">
                <a:moveTo>
                  <a:pt x="0" y="11788"/>
                </a:moveTo>
                <a:lnTo>
                  <a:pt x="239985" y="0"/>
                </a:lnTo>
              </a:path>
            </a:pathLst>
          </a:custGeom>
          <a:noFill/>
          <a:ln w="7242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664" name="lumia-token-stream-curve">
            <a:extLst>
              <a:ext uri="{FF2B5EF4-FFF2-40B4-BE49-F238E27FC236}">
                <a16:creationId xmlns:a16="http://schemas.microsoft.com/office/drawing/2014/main" id="{A75917A8-8ABE-4DFC-850D-9A4D194A5139}"/>
              </a:ext>
            </a:extLst>
          </p:cNvPr>
          <p:cNvSpPr>
            <a:spLocks noGrp="1"/>
          </p:cNvSpPr>
          <p:nvPr/>
        </p:nvSpPr>
        <p:spPr>
          <a:xfrm>
            <a:off x="4259829" y="5994761"/>
            <a:ext cx="243208" cy="19495"/>
          </a:xfrm>
          <a:custGeom>
            <a:avLst/>
            <a:gdLst/>
            <a:ahLst/>
            <a:cxnLst/>
            <a:rect l="0" t="0" r="0" b="0"/>
            <a:pathLst>
              <a:path w="243208" h="19495">
                <a:moveTo>
                  <a:pt x="0" y="19495"/>
                </a:moveTo>
                <a:lnTo>
                  <a:pt x="243208" y="0"/>
                </a:lnTo>
              </a:path>
            </a:pathLst>
          </a:custGeom>
          <a:noFill/>
          <a:ln w="7292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665" name="lumia-token-stream-curve">
            <a:extLst>
              <a:ext uri="{FF2B5EF4-FFF2-40B4-BE49-F238E27FC236}">
                <a16:creationId xmlns:a16="http://schemas.microsoft.com/office/drawing/2014/main" id="{B957BBE5-D400-4645-AB6C-69A2A7C46AEC}"/>
              </a:ext>
            </a:extLst>
          </p:cNvPr>
          <p:cNvSpPr>
            <a:spLocks noGrp="1"/>
          </p:cNvSpPr>
          <p:nvPr/>
        </p:nvSpPr>
        <p:spPr>
          <a:xfrm>
            <a:off x="4503037" y="5964287"/>
            <a:ext cx="246400" cy="30474"/>
          </a:xfrm>
          <a:custGeom>
            <a:avLst/>
            <a:gdLst/>
            <a:ahLst/>
            <a:cxnLst/>
            <a:rect l="0" t="0" r="0" b="0"/>
            <a:pathLst>
              <a:path w="246400" h="30474">
                <a:moveTo>
                  <a:pt x="0" y="30474"/>
                </a:moveTo>
                <a:lnTo>
                  <a:pt x="246400" y="0"/>
                </a:lnTo>
              </a:path>
            </a:pathLst>
          </a:custGeom>
          <a:noFill/>
          <a:ln w="7367">
            <a:solidFill>
              <a:srgbClr val="BD4153">
                <a:alpha val="10000"/>
              </a:srgbClr>
            </a:solidFill>
            <a:prstDash val="solid"/>
          </a:ln>
        </p:spPr>
      </p:sp>
      <p:sp>
        <p:nvSpPr>
          <p:cNvPr id="666" name="lumia-token-stream-curve">
            <a:extLst>
              <a:ext uri="{FF2B5EF4-FFF2-40B4-BE49-F238E27FC236}">
                <a16:creationId xmlns:a16="http://schemas.microsoft.com/office/drawing/2014/main" id="{B3C94760-5F5B-4148-A8D7-66AF975CACA4}"/>
              </a:ext>
            </a:extLst>
          </p:cNvPr>
          <p:cNvSpPr>
            <a:spLocks noGrp="1"/>
          </p:cNvSpPr>
          <p:nvPr/>
        </p:nvSpPr>
        <p:spPr>
          <a:xfrm>
            <a:off x="4749437" y="5920202"/>
            <a:ext cx="249560" cy="44084"/>
          </a:xfrm>
          <a:custGeom>
            <a:avLst/>
            <a:gdLst/>
            <a:ahLst/>
            <a:cxnLst/>
            <a:rect l="0" t="0" r="0" b="0"/>
            <a:pathLst>
              <a:path w="249560" h="44084">
                <a:moveTo>
                  <a:pt x="0" y="44084"/>
                </a:moveTo>
                <a:lnTo>
                  <a:pt x="249560" y="0"/>
                </a:lnTo>
              </a:path>
            </a:pathLst>
          </a:custGeom>
          <a:noFill/>
          <a:ln w="7467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667" name="lumia-token-stream-curve">
            <a:extLst>
              <a:ext uri="{FF2B5EF4-FFF2-40B4-BE49-F238E27FC236}">
                <a16:creationId xmlns:a16="http://schemas.microsoft.com/office/drawing/2014/main" id="{E2356013-3071-4065-A94E-BC0300190AC7}"/>
              </a:ext>
            </a:extLst>
          </p:cNvPr>
          <p:cNvSpPr>
            <a:spLocks noGrp="1"/>
          </p:cNvSpPr>
          <p:nvPr/>
        </p:nvSpPr>
        <p:spPr>
          <a:xfrm>
            <a:off x="4998998" y="5860839"/>
            <a:ext cx="252689" cy="59363"/>
          </a:xfrm>
          <a:custGeom>
            <a:avLst/>
            <a:gdLst/>
            <a:ahLst/>
            <a:cxnLst/>
            <a:rect l="0" t="0" r="0" b="0"/>
            <a:pathLst>
              <a:path w="252689" h="59363">
                <a:moveTo>
                  <a:pt x="0" y="59363"/>
                </a:moveTo>
                <a:lnTo>
                  <a:pt x="252689" y="0"/>
                </a:lnTo>
              </a:path>
            </a:pathLst>
          </a:custGeom>
          <a:noFill/>
          <a:ln w="7587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668" name="lumia-token-stream-curve">
            <a:extLst>
              <a:ext uri="{FF2B5EF4-FFF2-40B4-BE49-F238E27FC236}">
                <a16:creationId xmlns:a16="http://schemas.microsoft.com/office/drawing/2014/main" id="{E24F6E8A-4811-48B3-B1B2-6840733F8011}"/>
              </a:ext>
            </a:extLst>
          </p:cNvPr>
          <p:cNvSpPr>
            <a:spLocks noGrp="1"/>
          </p:cNvSpPr>
          <p:nvPr/>
        </p:nvSpPr>
        <p:spPr>
          <a:xfrm>
            <a:off x="5251687" y="5785741"/>
            <a:ext cx="255786" cy="75099"/>
          </a:xfrm>
          <a:custGeom>
            <a:avLst/>
            <a:gdLst/>
            <a:ahLst/>
            <a:cxnLst/>
            <a:rect l="0" t="0" r="0" b="0"/>
            <a:pathLst>
              <a:path w="255786" h="75099">
                <a:moveTo>
                  <a:pt x="0" y="75099"/>
                </a:moveTo>
                <a:lnTo>
                  <a:pt x="255786" y="0"/>
                </a:lnTo>
              </a:path>
            </a:pathLst>
          </a:custGeom>
          <a:noFill/>
          <a:ln w="7728">
            <a:solidFill>
              <a:srgbClr val="E44339">
                <a:alpha val="11000"/>
              </a:srgbClr>
            </a:solidFill>
            <a:prstDash val="solid"/>
          </a:ln>
        </p:spPr>
      </p:sp>
      <p:sp>
        <p:nvSpPr>
          <p:cNvPr id="669" name="lumia-token-stream-curve">
            <a:extLst>
              <a:ext uri="{FF2B5EF4-FFF2-40B4-BE49-F238E27FC236}">
                <a16:creationId xmlns:a16="http://schemas.microsoft.com/office/drawing/2014/main" id="{1BBAE858-ACD3-44F9-B831-8FFE9478F010}"/>
              </a:ext>
            </a:extLst>
          </p:cNvPr>
          <p:cNvSpPr>
            <a:spLocks noGrp="1"/>
          </p:cNvSpPr>
          <p:nvPr/>
        </p:nvSpPr>
        <p:spPr>
          <a:xfrm>
            <a:off x="5507473" y="5695800"/>
            <a:ext cx="258852" cy="89941"/>
          </a:xfrm>
          <a:custGeom>
            <a:avLst/>
            <a:gdLst/>
            <a:ahLst/>
            <a:cxnLst/>
            <a:rect l="0" t="0" r="0" b="0"/>
            <a:pathLst>
              <a:path w="258852" h="89941">
                <a:moveTo>
                  <a:pt x="0" y="89941"/>
                </a:moveTo>
                <a:lnTo>
                  <a:pt x="258852" y="0"/>
                </a:lnTo>
              </a:path>
            </a:pathLst>
          </a:custGeom>
          <a:noFill/>
          <a:ln w="7885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670" name="lumia-token-stream-curve">
            <a:extLst>
              <a:ext uri="{FF2B5EF4-FFF2-40B4-BE49-F238E27FC236}">
                <a16:creationId xmlns:a16="http://schemas.microsoft.com/office/drawing/2014/main" id="{A9A29426-DD94-4B0A-89AA-235040612EA1}"/>
              </a:ext>
            </a:extLst>
          </p:cNvPr>
          <p:cNvSpPr>
            <a:spLocks noGrp="1"/>
          </p:cNvSpPr>
          <p:nvPr/>
        </p:nvSpPr>
        <p:spPr>
          <a:xfrm>
            <a:off x="5766325" y="5593260"/>
            <a:ext cx="261886" cy="102540"/>
          </a:xfrm>
          <a:custGeom>
            <a:avLst/>
            <a:gdLst/>
            <a:ahLst/>
            <a:cxnLst/>
            <a:rect l="0" t="0" r="0" b="0"/>
            <a:pathLst>
              <a:path w="261886" h="102540">
                <a:moveTo>
                  <a:pt x="0" y="102540"/>
                </a:moveTo>
                <a:lnTo>
                  <a:pt x="261886" y="0"/>
                </a:lnTo>
              </a:path>
            </a:pathLst>
          </a:custGeom>
          <a:noFill/>
          <a:ln w="8058">
            <a:solidFill>
              <a:srgbClr val="EC532F">
                <a:alpha val="12000"/>
              </a:srgbClr>
            </a:solidFill>
            <a:prstDash val="solid"/>
          </a:ln>
        </p:spPr>
      </p:sp>
      <p:sp>
        <p:nvSpPr>
          <p:cNvPr id="671" name="lumia-token-stream-curve">
            <a:extLst>
              <a:ext uri="{FF2B5EF4-FFF2-40B4-BE49-F238E27FC236}">
                <a16:creationId xmlns:a16="http://schemas.microsoft.com/office/drawing/2014/main" id="{2F64F481-679E-462A-8EC2-4E4C7D4DF429}"/>
              </a:ext>
            </a:extLst>
          </p:cNvPr>
          <p:cNvSpPr>
            <a:spLocks noGrp="1"/>
          </p:cNvSpPr>
          <p:nvPr/>
        </p:nvSpPr>
        <p:spPr>
          <a:xfrm>
            <a:off x="6028211" y="5481551"/>
            <a:ext cx="264889" cy="111709"/>
          </a:xfrm>
          <a:custGeom>
            <a:avLst/>
            <a:gdLst/>
            <a:ahLst/>
            <a:cxnLst/>
            <a:rect l="0" t="0" r="0" b="0"/>
            <a:pathLst>
              <a:path w="264889" h="111709">
                <a:moveTo>
                  <a:pt x="0" y="111709"/>
                </a:moveTo>
                <a:lnTo>
                  <a:pt x="264889" y="0"/>
                </a:lnTo>
              </a:path>
            </a:pathLst>
          </a:custGeom>
          <a:noFill/>
          <a:ln w="8244">
            <a:solidFill>
              <a:srgbClr val="EE5E2A">
                <a:alpha val="12000"/>
              </a:srgbClr>
            </a:solidFill>
            <a:prstDash val="solid"/>
          </a:ln>
        </p:spPr>
      </p:sp>
      <p:sp>
        <p:nvSpPr>
          <p:cNvPr id="672" name="lumia-token-stream-curve">
            <a:extLst>
              <a:ext uri="{FF2B5EF4-FFF2-40B4-BE49-F238E27FC236}">
                <a16:creationId xmlns:a16="http://schemas.microsoft.com/office/drawing/2014/main" id="{497C915F-B172-442A-8355-557EE9A5FA62}"/>
              </a:ext>
            </a:extLst>
          </p:cNvPr>
          <p:cNvSpPr>
            <a:spLocks noGrp="1"/>
          </p:cNvSpPr>
          <p:nvPr/>
        </p:nvSpPr>
        <p:spPr>
          <a:xfrm>
            <a:off x="6293101" y="5364970"/>
            <a:ext cx="267860" cy="116581"/>
          </a:xfrm>
          <a:custGeom>
            <a:avLst/>
            <a:gdLst/>
            <a:ahLst/>
            <a:cxnLst/>
            <a:rect l="0" t="0" r="0" b="0"/>
            <a:pathLst>
              <a:path w="267860" h="116581">
                <a:moveTo>
                  <a:pt x="0" y="116581"/>
                </a:moveTo>
                <a:lnTo>
                  <a:pt x="267860" y="0"/>
                </a:lnTo>
              </a:path>
            </a:pathLst>
          </a:custGeom>
          <a:noFill/>
          <a:ln w="8442">
            <a:solidFill>
              <a:srgbClr val="EF6926">
                <a:alpha val="13000"/>
              </a:srgbClr>
            </a:solidFill>
            <a:prstDash val="solid"/>
          </a:ln>
        </p:spPr>
      </p:sp>
      <p:sp>
        <p:nvSpPr>
          <p:cNvPr id="673" name="lumia-token-stream-curve">
            <a:extLst>
              <a:ext uri="{FF2B5EF4-FFF2-40B4-BE49-F238E27FC236}">
                <a16:creationId xmlns:a16="http://schemas.microsoft.com/office/drawing/2014/main" id="{53E63061-7981-408E-B04E-07D0BC8CCDF8}"/>
              </a:ext>
            </a:extLst>
          </p:cNvPr>
          <p:cNvSpPr>
            <a:spLocks noGrp="1"/>
          </p:cNvSpPr>
          <p:nvPr/>
        </p:nvSpPr>
        <p:spPr>
          <a:xfrm>
            <a:off x="6560961" y="5248220"/>
            <a:ext cx="270800" cy="116750"/>
          </a:xfrm>
          <a:custGeom>
            <a:avLst/>
            <a:gdLst/>
            <a:ahLst/>
            <a:cxnLst/>
            <a:rect l="0" t="0" r="0" b="0"/>
            <a:pathLst>
              <a:path w="270800" h="116750">
                <a:moveTo>
                  <a:pt x="0" y="116750"/>
                </a:moveTo>
                <a:lnTo>
                  <a:pt x="270800" y="0"/>
                </a:lnTo>
              </a:path>
            </a:pathLst>
          </a:custGeom>
          <a:noFill/>
          <a:ln w="8648">
            <a:solidFill>
              <a:srgbClr val="F17322">
                <a:alpha val="13000"/>
              </a:srgbClr>
            </a:solidFill>
            <a:prstDash val="solid"/>
          </a:ln>
        </p:spPr>
      </p:sp>
      <p:sp>
        <p:nvSpPr>
          <p:cNvPr id="674" name="lumia-token-stream-curve">
            <a:extLst>
              <a:ext uri="{FF2B5EF4-FFF2-40B4-BE49-F238E27FC236}">
                <a16:creationId xmlns:a16="http://schemas.microsoft.com/office/drawing/2014/main" id="{4F7D3C27-55F6-4DF0-9183-A95675480F48}"/>
              </a:ext>
            </a:extLst>
          </p:cNvPr>
          <p:cNvSpPr>
            <a:spLocks noGrp="1"/>
          </p:cNvSpPr>
          <p:nvPr/>
        </p:nvSpPr>
        <p:spPr>
          <a:xfrm>
            <a:off x="6831761" y="5135854"/>
            <a:ext cx="273708" cy="112366"/>
          </a:xfrm>
          <a:custGeom>
            <a:avLst/>
            <a:gdLst/>
            <a:ahLst/>
            <a:cxnLst/>
            <a:rect l="0" t="0" r="0" b="0"/>
            <a:pathLst>
              <a:path w="273708" h="112366">
                <a:moveTo>
                  <a:pt x="0" y="112366"/>
                </a:moveTo>
                <a:lnTo>
                  <a:pt x="273708" y="0"/>
                </a:lnTo>
              </a:path>
            </a:pathLst>
          </a:custGeom>
          <a:noFill/>
          <a:ln w="8862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675" name="lumia-token-stream-curve">
            <a:extLst>
              <a:ext uri="{FF2B5EF4-FFF2-40B4-BE49-F238E27FC236}">
                <a16:creationId xmlns:a16="http://schemas.microsoft.com/office/drawing/2014/main" id="{906A1F2D-7400-4F7B-A596-8022A969DD50}"/>
              </a:ext>
            </a:extLst>
          </p:cNvPr>
          <p:cNvSpPr>
            <a:spLocks noGrp="1"/>
          </p:cNvSpPr>
          <p:nvPr/>
        </p:nvSpPr>
        <p:spPr>
          <a:xfrm>
            <a:off x="7105470" y="5031680"/>
            <a:ext cx="276585" cy="104174"/>
          </a:xfrm>
          <a:custGeom>
            <a:avLst/>
            <a:gdLst/>
            <a:ahLst/>
            <a:cxnLst/>
            <a:rect l="0" t="0" r="0" b="0"/>
            <a:pathLst>
              <a:path w="276585" h="104174">
                <a:moveTo>
                  <a:pt x="0" y="104174"/>
                </a:moveTo>
                <a:lnTo>
                  <a:pt x="276585" y="0"/>
                </a:lnTo>
              </a:path>
            </a:pathLst>
          </a:custGeom>
          <a:noFill/>
          <a:ln w="9080">
            <a:solidFill>
              <a:srgbClr val="F48919">
                <a:alpha val="14000"/>
              </a:srgbClr>
            </a:solidFill>
            <a:prstDash val="solid"/>
          </a:ln>
        </p:spPr>
      </p:sp>
      <p:sp>
        <p:nvSpPr>
          <p:cNvPr id="676" name="lumia-token-stream-curve">
            <a:extLst>
              <a:ext uri="{FF2B5EF4-FFF2-40B4-BE49-F238E27FC236}">
                <a16:creationId xmlns:a16="http://schemas.microsoft.com/office/drawing/2014/main" id="{50C8FE11-B191-4411-8591-5E0955483AAF}"/>
              </a:ext>
            </a:extLst>
          </p:cNvPr>
          <p:cNvSpPr>
            <a:spLocks noGrp="1"/>
          </p:cNvSpPr>
          <p:nvPr/>
        </p:nvSpPr>
        <p:spPr>
          <a:xfrm>
            <a:off x="7382055" y="4938208"/>
            <a:ext cx="279430" cy="93472"/>
          </a:xfrm>
          <a:custGeom>
            <a:avLst/>
            <a:gdLst/>
            <a:ahLst/>
            <a:cxnLst/>
            <a:rect l="0" t="0" r="0" b="0"/>
            <a:pathLst>
              <a:path w="279430" h="93472">
                <a:moveTo>
                  <a:pt x="0" y="93472"/>
                </a:moveTo>
                <a:lnTo>
                  <a:pt x="279430" y="0"/>
                </a:lnTo>
              </a:path>
            </a:pathLst>
          </a:custGeom>
          <a:noFill/>
          <a:ln w="9301">
            <a:solidFill>
              <a:srgbClr val="F59415">
                <a:alpha val="14000"/>
              </a:srgbClr>
            </a:solidFill>
            <a:prstDash val="solid"/>
          </a:ln>
        </p:spPr>
      </p:sp>
      <p:sp>
        <p:nvSpPr>
          <p:cNvPr id="677" name="lumia-token-stream-curve">
            <a:extLst>
              <a:ext uri="{FF2B5EF4-FFF2-40B4-BE49-F238E27FC236}">
                <a16:creationId xmlns:a16="http://schemas.microsoft.com/office/drawing/2014/main" id="{B3FB3D14-E5BB-4706-8B34-57BAA8CD5734}"/>
              </a:ext>
            </a:extLst>
          </p:cNvPr>
          <p:cNvSpPr>
            <a:spLocks noGrp="1"/>
          </p:cNvSpPr>
          <p:nvPr/>
        </p:nvSpPr>
        <p:spPr>
          <a:xfrm>
            <a:off x="7661485" y="4856216"/>
            <a:ext cx="282244" cy="81993"/>
          </a:xfrm>
          <a:custGeom>
            <a:avLst/>
            <a:gdLst/>
            <a:ahLst/>
            <a:cxnLst/>
            <a:rect l="0" t="0" r="0" b="0"/>
            <a:pathLst>
              <a:path w="282244" h="81993">
                <a:moveTo>
                  <a:pt x="0" y="81993"/>
                </a:moveTo>
                <a:lnTo>
                  <a:pt x="282244" y="0"/>
                </a:lnTo>
              </a:path>
            </a:pathLst>
          </a:custGeom>
          <a:noFill/>
          <a:ln w="9523">
            <a:solidFill>
              <a:srgbClr val="F79E11">
                <a:alpha val="15000"/>
              </a:srgbClr>
            </a:solidFill>
            <a:prstDash val="solid"/>
          </a:ln>
        </p:spPr>
      </p:sp>
      <p:sp>
        <p:nvSpPr>
          <p:cNvPr id="678" name="lumia-token-stream-curve">
            <a:extLst>
              <a:ext uri="{FF2B5EF4-FFF2-40B4-BE49-F238E27FC236}">
                <a16:creationId xmlns:a16="http://schemas.microsoft.com/office/drawing/2014/main" id="{B25AB8BE-D09D-4325-A90F-7784EF71D419}"/>
              </a:ext>
            </a:extLst>
          </p:cNvPr>
          <p:cNvSpPr>
            <a:spLocks noGrp="1"/>
          </p:cNvSpPr>
          <p:nvPr/>
        </p:nvSpPr>
        <p:spPr>
          <a:xfrm>
            <a:off x="7943729" y="4784500"/>
            <a:ext cx="285026" cy="71716"/>
          </a:xfrm>
          <a:custGeom>
            <a:avLst/>
            <a:gdLst/>
            <a:ahLst/>
            <a:cxnLst/>
            <a:rect l="0" t="0" r="0" b="0"/>
            <a:pathLst>
              <a:path w="285026" h="71716">
                <a:moveTo>
                  <a:pt x="0" y="71716"/>
                </a:moveTo>
                <a:lnTo>
                  <a:pt x="285026" y="0"/>
                </a:lnTo>
              </a:path>
            </a:pathLst>
          </a:custGeom>
          <a:noFill/>
          <a:ln w="9744">
            <a:solidFill>
              <a:srgbClr val="F8A90C">
                <a:alpha val="15000"/>
              </a:srgbClr>
            </a:solidFill>
            <a:prstDash val="solid"/>
          </a:ln>
        </p:spPr>
      </p:sp>
      <p:sp>
        <p:nvSpPr>
          <p:cNvPr id="679" name="lumia-token-stream-curve">
            <a:extLst>
              <a:ext uri="{FF2B5EF4-FFF2-40B4-BE49-F238E27FC236}">
                <a16:creationId xmlns:a16="http://schemas.microsoft.com/office/drawing/2014/main" id="{0E7EC1A6-4EBE-4011-ACF5-D4F66EACD1BD}"/>
              </a:ext>
            </a:extLst>
          </p:cNvPr>
          <p:cNvSpPr>
            <a:spLocks noGrp="1"/>
          </p:cNvSpPr>
          <p:nvPr/>
        </p:nvSpPr>
        <p:spPr>
          <a:xfrm>
            <a:off x="8228756" y="4719882"/>
            <a:ext cx="287777" cy="64617"/>
          </a:xfrm>
          <a:custGeom>
            <a:avLst/>
            <a:gdLst/>
            <a:ahLst/>
            <a:cxnLst/>
            <a:rect l="0" t="0" r="0" b="0"/>
            <a:pathLst>
              <a:path w="287777" h="64617">
                <a:moveTo>
                  <a:pt x="0" y="64617"/>
                </a:moveTo>
                <a:lnTo>
                  <a:pt x="287777" y="0"/>
                </a:lnTo>
              </a:path>
            </a:pathLst>
          </a:custGeom>
          <a:noFill/>
          <a:ln w="9961">
            <a:solidFill>
              <a:srgbClr val="FAB408">
                <a:alpha val="15000"/>
              </a:srgbClr>
            </a:solidFill>
            <a:prstDash val="solid"/>
          </a:ln>
        </p:spPr>
      </p:sp>
      <p:sp>
        <p:nvSpPr>
          <p:cNvPr id="680" name="lumia-token-stream-curve">
            <a:extLst>
              <a:ext uri="{FF2B5EF4-FFF2-40B4-BE49-F238E27FC236}">
                <a16:creationId xmlns:a16="http://schemas.microsoft.com/office/drawing/2014/main" id="{D6F9A879-D995-43B0-AFD6-886D980393B0}"/>
              </a:ext>
            </a:extLst>
          </p:cNvPr>
          <p:cNvSpPr>
            <a:spLocks noGrp="1"/>
          </p:cNvSpPr>
          <p:nvPr/>
        </p:nvSpPr>
        <p:spPr>
          <a:xfrm>
            <a:off x="8516533" y="4657484"/>
            <a:ext cx="290496" cy="62398"/>
          </a:xfrm>
          <a:custGeom>
            <a:avLst/>
            <a:gdLst/>
            <a:ahLst/>
            <a:cxnLst/>
            <a:rect l="0" t="0" r="0" b="0"/>
            <a:pathLst>
              <a:path w="290496" h="62398">
                <a:moveTo>
                  <a:pt x="0" y="62398"/>
                </a:moveTo>
                <a:lnTo>
                  <a:pt x="290496" y="0"/>
                </a:lnTo>
              </a:path>
            </a:pathLst>
          </a:custGeom>
          <a:noFill/>
          <a:ln w="10173">
            <a:solidFill>
              <a:srgbClr val="F7BC07">
                <a:alpha val="16000"/>
              </a:srgbClr>
            </a:solidFill>
            <a:prstDash val="solid"/>
          </a:ln>
        </p:spPr>
      </p:sp>
      <p:sp>
        <p:nvSpPr>
          <p:cNvPr id="681" name="lumia-token-stream-curve">
            <a:extLst>
              <a:ext uri="{FF2B5EF4-FFF2-40B4-BE49-F238E27FC236}">
                <a16:creationId xmlns:a16="http://schemas.microsoft.com/office/drawing/2014/main" id="{A34F099E-9403-4324-B145-4D740D8C0DB9}"/>
              </a:ext>
            </a:extLst>
          </p:cNvPr>
          <p:cNvSpPr>
            <a:spLocks noGrp="1"/>
          </p:cNvSpPr>
          <p:nvPr/>
        </p:nvSpPr>
        <p:spPr>
          <a:xfrm>
            <a:off x="8807029" y="4591261"/>
            <a:ext cx="293184" cy="66223"/>
          </a:xfrm>
          <a:custGeom>
            <a:avLst/>
            <a:gdLst/>
            <a:ahLst/>
            <a:cxnLst/>
            <a:rect l="0" t="0" r="0" b="0"/>
            <a:pathLst>
              <a:path w="293184" h="66223">
                <a:moveTo>
                  <a:pt x="0" y="66223"/>
                </a:moveTo>
                <a:lnTo>
                  <a:pt x="293184" y="0"/>
                </a:lnTo>
              </a:path>
            </a:pathLst>
          </a:custGeom>
          <a:noFill/>
          <a:ln w="10378">
            <a:solidFill>
              <a:srgbClr val="E5BA0E">
                <a:alpha val="16000"/>
              </a:srgbClr>
            </a:solidFill>
            <a:prstDash val="solid"/>
          </a:ln>
        </p:spPr>
      </p:sp>
      <p:sp>
        <p:nvSpPr>
          <p:cNvPr id="682" name="lumia-token-stream-curve">
            <a:extLst>
              <a:ext uri="{FF2B5EF4-FFF2-40B4-BE49-F238E27FC236}">
                <a16:creationId xmlns:a16="http://schemas.microsoft.com/office/drawing/2014/main" id="{2CBAA6C7-FFAE-46D6-B60B-E473D66A2D6C}"/>
              </a:ext>
            </a:extLst>
          </p:cNvPr>
          <p:cNvSpPr>
            <a:spLocks noGrp="1"/>
          </p:cNvSpPr>
          <p:nvPr/>
        </p:nvSpPr>
        <p:spPr>
          <a:xfrm>
            <a:off x="9100214" y="4514754"/>
            <a:ext cx="295840" cy="76507"/>
          </a:xfrm>
          <a:custGeom>
            <a:avLst/>
            <a:gdLst/>
            <a:ahLst/>
            <a:cxnLst/>
            <a:rect l="0" t="0" r="0" b="0"/>
            <a:pathLst>
              <a:path w="295840" h="76507">
                <a:moveTo>
                  <a:pt x="0" y="76507"/>
                </a:moveTo>
                <a:lnTo>
                  <a:pt x="295840" y="0"/>
                </a:lnTo>
              </a:path>
            </a:pathLst>
          </a:custGeom>
          <a:noFill/>
          <a:ln w="10572">
            <a:solidFill>
              <a:srgbClr val="D3B815">
                <a:alpha val="16000"/>
              </a:srgbClr>
            </a:solidFill>
            <a:prstDash val="solid"/>
          </a:ln>
        </p:spPr>
      </p:sp>
      <p:sp>
        <p:nvSpPr>
          <p:cNvPr id="683" name="lumia-token-stream-curve">
            <a:extLst>
              <a:ext uri="{FF2B5EF4-FFF2-40B4-BE49-F238E27FC236}">
                <a16:creationId xmlns:a16="http://schemas.microsoft.com/office/drawing/2014/main" id="{68E7AF1D-7483-4006-A1A6-7CBDC81DF644}"/>
              </a:ext>
            </a:extLst>
          </p:cNvPr>
          <p:cNvSpPr>
            <a:spLocks noGrp="1"/>
          </p:cNvSpPr>
          <p:nvPr/>
        </p:nvSpPr>
        <p:spPr>
          <a:xfrm>
            <a:off x="9396054" y="4421960"/>
            <a:ext cx="298465" cy="92793"/>
          </a:xfrm>
          <a:custGeom>
            <a:avLst/>
            <a:gdLst/>
            <a:ahLst/>
            <a:cxnLst/>
            <a:rect l="0" t="0" r="0" b="0"/>
            <a:pathLst>
              <a:path w="298465" h="92793">
                <a:moveTo>
                  <a:pt x="0" y="92793"/>
                </a:moveTo>
                <a:lnTo>
                  <a:pt x="298465" y="0"/>
                </a:lnTo>
              </a:path>
            </a:pathLst>
          </a:custGeom>
          <a:noFill/>
          <a:ln w="10756">
            <a:solidFill>
              <a:srgbClr val="C2B61C">
                <a:alpha val="17000"/>
              </a:srgbClr>
            </a:solidFill>
            <a:prstDash val="solid"/>
          </a:ln>
        </p:spPr>
      </p:sp>
      <p:sp>
        <p:nvSpPr>
          <p:cNvPr id="684" name="lumia-token-stream-curve">
            <a:extLst>
              <a:ext uri="{FF2B5EF4-FFF2-40B4-BE49-F238E27FC236}">
                <a16:creationId xmlns:a16="http://schemas.microsoft.com/office/drawing/2014/main" id="{3ADF901B-2A87-4BFA-8301-7B2B99CCE2B0}"/>
              </a:ext>
            </a:extLst>
          </p:cNvPr>
          <p:cNvSpPr>
            <a:spLocks noGrp="1"/>
          </p:cNvSpPr>
          <p:nvPr/>
        </p:nvSpPr>
        <p:spPr>
          <a:xfrm>
            <a:off x="9694519" y="4308210"/>
            <a:ext cx="301058" cy="113751"/>
          </a:xfrm>
          <a:custGeom>
            <a:avLst/>
            <a:gdLst/>
            <a:ahLst/>
            <a:cxnLst/>
            <a:rect l="0" t="0" r="0" b="0"/>
            <a:pathLst>
              <a:path w="301058" h="113751">
                <a:moveTo>
                  <a:pt x="0" y="113751"/>
                </a:moveTo>
                <a:lnTo>
                  <a:pt x="301058" y="0"/>
                </a:lnTo>
              </a:path>
            </a:pathLst>
          </a:custGeom>
          <a:noFill/>
          <a:ln w="10925">
            <a:solidFill>
              <a:srgbClr val="B0B422">
                <a:alpha val="17000"/>
              </a:srgbClr>
            </a:solidFill>
            <a:prstDash val="solid"/>
          </a:ln>
        </p:spPr>
      </p:sp>
      <p:sp>
        <p:nvSpPr>
          <p:cNvPr id="685" name="lumia-token-stream-curve">
            <a:extLst>
              <a:ext uri="{FF2B5EF4-FFF2-40B4-BE49-F238E27FC236}">
                <a16:creationId xmlns:a16="http://schemas.microsoft.com/office/drawing/2014/main" id="{6A473BBE-E563-4AA6-94FF-CD53B74C55D6}"/>
              </a:ext>
            </a:extLst>
          </p:cNvPr>
          <p:cNvSpPr>
            <a:spLocks noGrp="1"/>
          </p:cNvSpPr>
          <p:nvPr/>
        </p:nvSpPr>
        <p:spPr>
          <a:xfrm>
            <a:off x="9995577" y="4170908"/>
            <a:ext cx="303620" cy="137302"/>
          </a:xfrm>
          <a:custGeom>
            <a:avLst/>
            <a:gdLst/>
            <a:ahLst/>
            <a:cxnLst/>
            <a:rect l="0" t="0" r="0" b="0"/>
            <a:pathLst>
              <a:path w="303620" h="137302">
                <a:moveTo>
                  <a:pt x="0" y="137302"/>
                </a:moveTo>
                <a:lnTo>
                  <a:pt x="303620" y="0"/>
                </a:lnTo>
              </a:path>
            </a:pathLst>
          </a:custGeom>
          <a:noFill/>
          <a:ln w="11078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686" name="lumia-token-stream-curve">
            <a:extLst>
              <a:ext uri="{FF2B5EF4-FFF2-40B4-BE49-F238E27FC236}">
                <a16:creationId xmlns:a16="http://schemas.microsoft.com/office/drawing/2014/main" id="{F0FA6C1A-F582-4E2D-8ED6-8DC812A474C6}"/>
              </a:ext>
            </a:extLst>
          </p:cNvPr>
          <p:cNvSpPr>
            <a:spLocks noGrp="1"/>
          </p:cNvSpPr>
          <p:nvPr/>
        </p:nvSpPr>
        <p:spPr>
          <a:xfrm>
            <a:off x="10299197" y="4010029"/>
            <a:ext cx="306150" cy="160879"/>
          </a:xfrm>
          <a:custGeom>
            <a:avLst/>
            <a:gdLst/>
            <a:ahLst/>
            <a:cxnLst/>
            <a:rect l="0" t="0" r="0" b="0"/>
            <a:pathLst>
              <a:path w="306150" h="160879">
                <a:moveTo>
                  <a:pt x="0" y="160879"/>
                </a:moveTo>
                <a:lnTo>
                  <a:pt x="306150" y="0"/>
                </a:lnTo>
              </a:path>
            </a:pathLst>
          </a:custGeom>
          <a:noFill/>
          <a:ln w="11214">
            <a:solidFill>
              <a:srgbClr val="8CB130">
                <a:alpha val="17000"/>
              </a:srgbClr>
            </a:solidFill>
            <a:prstDash val="solid"/>
          </a:ln>
        </p:spPr>
      </p:sp>
      <p:sp>
        <p:nvSpPr>
          <p:cNvPr id="687" name="lumia-token-stream-curve">
            <a:extLst>
              <a:ext uri="{FF2B5EF4-FFF2-40B4-BE49-F238E27FC236}">
                <a16:creationId xmlns:a16="http://schemas.microsoft.com/office/drawing/2014/main" id="{CF035356-514B-46D5-9C13-3A5B04F30E01}"/>
              </a:ext>
            </a:extLst>
          </p:cNvPr>
          <p:cNvSpPr>
            <a:spLocks noGrp="1"/>
          </p:cNvSpPr>
          <p:nvPr/>
        </p:nvSpPr>
        <p:spPr>
          <a:xfrm>
            <a:off x="10605348" y="3828247"/>
            <a:ext cx="308649" cy="181782"/>
          </a:xfrm>
          <a:custGeom>
            <a:avLst/>
            <a:gdLst/>
            <a:ahLst/>
            <a:cxnLst/>
            <a:rect l="0" t="0" r="0" b="0"/>
            <a:pathLst>
              <a:path w="308649" h="181782">
                <a:moveTo>
                  <a:pt x="0" y="181782"/>
                </a:moveTo>
                <a:lnTo>
                  <a:pt x="308649" y="0"/>
                </a:lnTo>
              </a:path>
            </a:pathLst>
          </a:custGeom>
          <a:noFill/>
          <a:ln w="11329">
            <a:solidFill>
              <a:srgbClr val="7BAF37">
                <a:alpha val="18000"/>
              </a:srgbClr>
            </a:solidFill>
            <a:prstDash val="solid"/>
          </a:ln>
        </p:spPr>
      </p:sp>
      <p:sp>
        <p:nvSpPr>
          <p:cNvPr id="688" name="lumia-token-stream-curve">
            <a:extLst>
              <a:ext uri="{FF2B5EF4-FFF2-40B4-BE49-F238E27FC236}">
                <a16:creationId xmlns:a16="http://schemas.microsoft.com/office/drawing/2014/main" id="{69E38FBB-707F-4F61-9310-F7BEE9C69414}"/>
              </a:ext>
            </a:extLst>
          </p:cNvPr>
          <p:cNvSpPr>
            <a:spLocks noGrp="1"/>
          </p:cNvSpPr>
          <p:nvPr/>
        </p:nvSpPr>
        <p:spPr>
          <a:xfrm>
            <a:off x="10913997" y="3630657"/>
            <a:ext cx="311116" cy="197590"/>
          </a:xfrm>
          <a:custGeom>
            <a:avLst/>
            <a:gdLst/>
            <a:ahLst/>
            <a:cxnLst/>
            <a:rect l="0" t="0" r="0" b="0"/>
            <a:pathLst>
              <a:path w="311116" h="197590">
                <a:moveTo>
                  <a:pt x="0" y="197590"/>
                </a:moveTo>
                <a:lnTo>
                  <a:pt x="311116" y="0"/>
                </a:lnTo>
              </a:path>
            </a:pathLst>
          </a:custGeom>
          <a:noFill/>
          <a:ln w="11423">
            <a:solidFill>
              <a:srgbClr val="69AD3E">
                <a:alpha val="18000"/>
              </a:srgbClr>
            </a:solidFill>
            <a:prstDash val="solid"/>
          </a:ln>
        </p:spPr>
      </p:sp>
      <p:sp>
        <p:nvSpPr>
          <p:cNvPr id="689" name="lumia-token-stream-curve">
            <a:extLst>
              <a:ext uri="{FF2B5EF4-FFF2-40B4-BE49-F238E27FC236}">
                <a16:creationId xmlns:a16="http://schemas.microsoft.com/office/drawing/2014/main" id="{08D7D92B-CA43-4252-A707-8F7A4B62995A}"/>
              </a:ext>
            </a:extLst>
          </p:cNvPr>
          <p:cNvSpPr>
            <a:spLocks noGrp="1"/>
          </p:cNvSpPr>
          <p:nvPr/>
        </p:nvSpPr>
        <p:spPr>
          <a:xfrm>
            <a:off x="11225113" y="3424095"/>
            <a:ext cx="313552" cy="206562"/>
          </a:xfrm>
          <a:custGeom>
            <a:avLst/>
            <a:gdLst/>
            <a:ahLst/>
            <a:cxnLst/>
            <a:rect l="0" t="0" r="0" b="0"/>
            <a:pathLst>
              <a:path w="313552" h="206562">
                <a:moveTo>
                  <a:pt x="0" y="206562"/>
                </a:moveTo>
                <a:lnTo>
                  <a:pt x="313552" y="0"/>
                </a:lnTo>
              </a:path>
            </a:pathLst>
          </a:custGeom>
          <a:noFill/>
          <a:ln w="11492">
            <a:solidFill>
              <a:srgbClr val="57AC45">
                <a:alpha val="18000"/>
              </a:srgbClr>
            </a:solidFill>
            <a:prstDash val="solid"/>
          </a:ln>
        </p:spPr>
      </p:sp>
      <p:sp>
        <p:nvSpPr>
          <p:cNvPr id="690" name="lumia-token-stream-curve">
            <a:extLst>
              <a:ext uri="{FF2B5EF4-FFF2-40B4-BE49-F238E27FC236}">
                <a16:creationId xmlns:a16="http://schemas.microsoft.com/office/drawing/2014/main" id="{F2610BED-DBEE-4B7B-9645-A6422763EF4C}"/>
              </a:ext>
            </a:extLst>
          </p:cNvPr>
          <p:cNvSpPr>
            <a:spLocks noGrp="1"/>
          </p:cNvSpPr>
          <p:nvPr/>
        </p:nvSpPr>
        <p:spPr>
          <a:xfrm>
            <a:off x="11538665" y="3216127"/>
            <a:ext cx="315956" cy="207968"/>
          </a:xfrm>
          <a:custGeom>
            <a:avLst/>
            <a:gdLst/>
            <a:ahLst/>
            <a:cxnLst/>
            <a:rect l="0" t="0" r="0" b="0"/>
            <a:pathLst>
              <a:path w="315956" h="207968">
                <a:moveTo>
                  <a:pt x="0" y="207968"/>
                </a:moveTo>
                <a:lnTo>
                  <a:pt x="315956" y="0"/>
                </a:lnTo>
              </a:path>
            </a:pathLst>
          </a:custGeom>
          <a:noFill/>
          <a:ln w="11535">
            <a:solidFill>
              <a:srgbClr val="46AA4C">
                <a:alpha val="18000"/>
              </a:srgbClr>
            </a:solidFill>
            <a:prstDash val="solid"/>
          </a:ln>
        </p:spPr>
      </p:sp>
      <p:sp>
        <p:nvSpPr>
          <p:cNvPr id="691" name="lumia-token-stream-curve">
            <a:extLst>
              <a:ext uri="{FF2B5EF4-FFF2-40B4-BE49-F238E27FC236}">
                <a16:creationId xmlns:a16="http://schemas.microsoft.com/office/drawing/2014/main" id="{D88AE221-EF20-485C-8D9A-B68388312AF4}"/>
              </a:ext>
            </a:extLst>
          </p:cNvPr>
          <p:cNvSpPr>
            <a:spLocks noGrp="1"/>
          </p:cNvSpPr>
          <p:nvPr/>
        </p:nvSpPr>
        <p:spPr>
          <a:xfrm>
            <a:off x="11854621" y="3013851"/>
            <a:ext cx="318329" cy="202276"/>
          </a:xfrm>
          <a:custGeom>
            <a:avLst/>
            <a:gdLst/>
            <a:ahLst/>
            <a:cxnLst/>
            <a:rect l="0" t="0" r="0" b="0"/>
            <a:pathLst>
              <a:path w="318329" h="202276">
                <a:moveTo>
                  <a:pt x="0" y="202276"/>
                </a:moveTo>
                <a:lnTo>
                  <a:pt x="318329" y="0"/>
                </a:lnTo>
              </a:path>
            </a:pathLst>
          </a:custGeom>
          <a:noFill/>
          <a:ln w="11550">
            <a:solidFill>
              <a:srgbClr val="34A853">
                <a:alpha val="18000"/>
              </a:srgbClr>
            </a:solidFill>
            <a:prstDash val="solid"/>
          </a:ln>
        </p:spPr>
      </p:sp>
      <p:sp>
        <p:nvSpPr>
          <p:cNvPr id="692" name="lumia-token-stream-curve">
            <a:extLst>
              <a:ext uri="{FF2B5EF4-FFF2-40B4-BE49-F238E27FC236}">
                <a16:creationId xmlns:a16="http://schemas.microsoft.com/office/drawing/2014/main" id="{2F90A4D1-CC25-424F-A67A-A48488D223FC}"/>
              </a:ext>
            </a:extLst>
          </p:cNvPr>
          <p:cNvSpPr>
            <a:spLocks noGrp="1"/>
          </p:cNvSpPr>
          <p:nvPr/>
        </p:nvSpPr>
        <p:spPr>
          <a:xfrm>
            <a:off x="269887" y="6705600"/>
            <a:ext cx="189165" cy="9525"/>
          </a:xfrm>
          <a:custGeom>
            <a:avLst/>
            <a:gdLst/>
            <a:ahLst/>
            <a:cxnLst/>
            <a:rect l="0" t="0" r="0" b="0"/>
            <a:pathLst>
              <a:path w="189165" h="9525">
                <a:moveTo>
                  <a:pt x="0" y="0"/>
                </a:moveTo>
                <a:lnTo>
                  <a:pt x="189165" y="0"/>
                </a:lnTo>
              </a:path>
            </a:pathLst>
          </a:custGeom>
          <a:noFill/>
          <a:ln w="7490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693" name="lumia-token-stream-curve">
            <a:extLst>
              <a:ext uri="{FF2B5EF4-FFF2-40B4-BE49-F238E27FC236}">
                <a16:creationId xmlns:a16="http://schemas.microsoft.com/office/drawing/2014/main" id="{A6217BC6-0E39-4F81-8651-B132A08E7285}"/>
              </a:ext>
            </a:extLst>
          </p:cNvPr>
          <p:cNvSpPr>
            <a:spLocks noGrp="1"/>
          </p:cNvSpPr>
          <p:nvPr/>
        </p:nvSpPr>
        <p:spPr>
          <a:xfrm>
            <a:off x="459052" y="6667109"/>
            <a:ext cx="192808" cy="38491"/>
          </a:xfrm>
          <a:custGeom>
            <a:avLst/>
            <a:gdLst/>
            <a:ahLst/>
            <a:cxnLst/>
            <a:rect l="0" t="0" r="0" b="0"/>
            <a:pathLst>
              <a:path w="192808" h="38491">
                <a:moveTo>
                  <a:pt x="0" y="38491"/>
                </a:moveTo>
                <a:lnTo>
                  <a:pt x="192808" y="0"/>
                </a:lnTo>
              </a:path>
            </a:pathLst>
          </a:custGeom>
          <a:noFill/>
          <a:ln w="7490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694" name="lumia-token-stream-curve">
            <a:extLst>
              <a:ext uri="{FF2B5EF4-FFF2-40B4-BE49-F238E27FC236}">
                <a16:creationId xmlns:a16="http://schemas.microsoft.com/office/drawing/2014/main" id="{2085FD69-259C-4D5D-B559-E6BDF089E458}"/>
              </a:ext>
            </a:extLst>
          </p:cNvPr>
          <p:cNvSpPr>
            <a:spLocks noGrp="1"/>
          </p:cNvSpPr>
          <p:nvPr/>
        </p:nvSpPr>
        <p:spPr>
          <a:xfrm>
            <a:off x="651860" y="6598024"/>
            <a:ext cx="196414" cy="69085"/>
          </a:xfrm>
          <a:custGeom>
            <a:avLst/>
            <a:gdLst/>
            <a:ahLst/>
            <a:cxnLst/>
            <a:rect l="0" t="0" r="0" b="0"/>
            <a:pathLst>
              <a:path w="196414" h="69085">
                <a:moveTo>
                  <a:pt x="0" y="69085"/>
                </a:moveTo>
                <a:lnTo>
                  <a:pt x="196414" y="0"/>
                </a:lnTo>
              </a:path>
            </a:pathLst>
          </a:custGeom>
          <a:noFill/>
          <a:ln w="7490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695" name="lumia-token-stream-curve">
            <a:extLst>
              <a:ext uri="{FF2B5EF4-FFF2-40B4-BE49-F238E27FC236}">
                <a16:creationId xmlns:a16="http://schemas.microsoft.com/office/drawing/2014/main" id="{91BA1080-A2FE-4E27-8A52-916210E88229}"/>
              </a:ext>
            </a:extLst>
          </p:cNvPr>
          <p:cNvSpPr>
            <a:spLocks noGrp="1"/>
          </p:cNvSpPr>
          <p:nvPr/>
        </p:nvSpPr>
        <p:spPr>
          <a:xfrm>
            <a:off x="848274" y="6531725"/>
            <a:ext cx="199982" cy="66298"/>
          </a:xfrm>
          <a:custGeom>
            <a:avLst/>
            <a:gdLst/>
            <a:ahLst/>
            <a:cxnLst/>
            <a:rect l="0" t="0" r="0" b="0"/>
            <a:pathLst>
              <a:path w="199982" h="66298">
                <a:moveTo>
                  <a:pt x="0" y="66298"/>
                </a:moveTo>
                <a:lnTo>
                  <a:pt x="199982" y="0"/>
                </a:lnTo>
              </a:path>
            </a:pathLst>
          </a:custGeom>
          <a:noFill/>
          <a:ln w="7490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696" name="lumia-token-stream-curve">
            <a:extLst>
              <a:ext uri="{FF2B5EF4-FFF2-40B4-BE49-F238E27FC236}">
                <a16:creationId xmlns:a16="http://schemas.microsoft.com/office/drawing/2014/main" id="{FBF614F0-2B65-42B3-8B83-45C8C00BA4E2}"/>
              </a:ext>
            </a:extLst>
          </p:cNvPr>
          <p:cNvSpPr>
            <a:spLocks noGrp="1"/>
          </p:cNvSpPr>
          <p:nvPr/>
        </p:nvSpPr>
        <p:spPr>
          <a:xfrm>
            <a:off x="1048255" y="6470117"/>
            <a:ext cx="203512" cy="61608"/>
          </a:xfrm>
          <a:custGeom>
            <a:avLst/>
            <a:gdLst/>
            <a:ahLst/>
            <a:cxnLst/>
            <a:rect l="0" t="0" r="0" b="0"/>
            <a:pathLst>
              <a:path w="203512" h="61608">
                <a:moveTo>
                  <a:pt x="0" y="61608"/>
                </a:moveTo>
                <a:lnTo>
                  <a:pt x="203512" y="0"/>
                </a:lnTo>
              </a:path>
            </a:pathLst>
          </a:custGeom>
          <a:noFill/>
          <a:ln w="7490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697" name="lumia-token-stream-curve">
            <a:extLst>
              <a:ext uri="{FF2B5EF4-FFF2-40B4-BE49-F238E27FC236}">
                <a16:creationId xmlns:a16="http://schemas.microsoft.com/office/drawing/2014/main" id="{0C7BC0BF-0D2F-4E99-AD96-2E04273C7E0F}"/>
              </a:ext>
            </a:extLst>
          </p:cNvPr>
          <p:cNvSpPr>
            <a:spLocks noGrp="1"/>
          </p:cNvSpPr>
          <p:nvPr/>
        </p:nvSpPr>
        <p:spPr>
          <a:xfrm>
            <a:off x="1251767" y="6414972"/>
            <a:ext cx="207005" cy="55146"/>
          </a:xfrm>
          <a:custGeom>
            <a:avLst/>
            <a:gdLst/>
            <a:ahLst/>
            <a:cxnLst/>
            <a:rect l="0" t="0" r="0" b="0"/>
            <a:pathLst>
              <a:path w="207005" h="55146">
                <a:moveTo>
                  <a:pt x="0" y="55146"/>
                </a:moveTo>
                <a:lnTo>
                  <a:pt x="207005" y="0"/>
                </a:lnTo>
              </a:path>
            </a:pathLst>
          </a:custGeom>
          <a:noFill/>
          <a:ln w="7490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698" name="lumia-token-stream-curve">
            <a:extLst>
              <a:ext uri="{FF2B5EF4-FFF2-40B4-BE49-F238E27FC236}">
                <a16:creationId xmlns:a16="http://schemas.microsoft.com/office/drawing/2014/main" id="{B321AA86-759D-4623-BD30-D7411E0E916A}"/>
              </a:ext>
            </a:extLst>
          </p:cNvPr>
          <p:cNvSpPr>
            <a:spLocks noGrp="1"/>
          </p:cNvSpPr>
          <p:nvPr/>
        </p:nvSpPr>
        <p:spPr>
          <a:xfrm>
            <a:off x="1458772" y="6367759"/>
            <a:ext cx="210460" cy="47213"/>
          </a:xfrm>
          <a:custGeom>
            <a:avLst/>
            <a:gdLst/>
            <a:ahLst/>
            <a:cxnLst/>
            <a:rect l="0" t="0" r="0" b="0"/>
            <a:pathLst>
              <a:path w="210460" h="47213">
                <a:moveTo>
                  <a:pt x="0" y="47213"/>
                </a:moveTo>
                <a:lnTo>
                  <a:pt x="210460" y="0"/>
                </a:lnTo>
              </a:path>
            </a:pathLst>
          </a:custGeom>
          <a:noFill/>
          <a:ln w="7490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699" name="lumia-token-stream-curve">
            <a:extLst>
              <a:ext uri="{FF2B5EF4-FFF2-40B4-BE49-F238E27FC236}">
                <a16:creationId xmlns:a16="http://schemas.microsoft.com/office/drawing/2014/main" id="{78D0860F-B455-42CF-940E-B919B8BD6199}"/>
              </a:ext>
            </a:extLst>
          </p:cNvPr>
          <p:cNvSpPr>
            <a:spLocks noGrp="1"/>
          </p:cNvSpPr>
          <p:nvPr/>
        </p:nvSpPr>
        <p:spPr>
          <a:xfrm>
            <a:off x="1669233" y="6329485"/>
            <a:ext cx="213878" cy="38275"/>
          </a:xfrm>
          <a:custGeom>
            <a:avLst/>
            <a:gdLst/>
            <a:ahLst/>
            <a:cxnLst/>
            <a:rect l="0" t="0" r="0" b="0"/>
            <a:pathLst>
              <a:path w="213878" h="38275">
                <a:moveTo>
                  <a:pt x="0" y="38275"/>
                </a:moveTo>
                <a:lnTo>
                  <a:pt x="213878" y="0"/>
                </a:lnTo>
              </a:path>
            </a:pathLst>
          </a:custGeom>
          <a:noFill/>
          <a:ln w="7490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700" name="lumia-token-stream-curve">
            <a:extLst>
              <a:ext uri="{FF2B5EF4-FFF2-40B4-BE49-F238E27FC236}">
                <a16:creationId xmlns:a16="http://schemas.microsoft.com/office/drawing/2014/main" id="{F4262238-14AF-4B09-A5DD-BFA72C13069E}"/>
              </a:ext>
            </a:extLst>
          </p:cNvPr>
          <p:cNvSpPr>
            <a:spLocks noGrp="1"/>
          </p:cNvSpPr>
          <p:nvPr/>
        </p:nvSpPr>
        <p:spPr>
          <a:xfrm>
            <a:off x="1883111" y="6300536"/>
            <a:ext cx="217259" cy="28948"/>
          </a:xfrm>
          <a:custGeom>
            <a:avLst/>
            <a:gdLst/>
            <a:ahLst/>
            <a:cxnLst/>
            <a:rect l="0" t="0" r="0" b="0"/>
            <a:pathLst>
              <a:path w="217259" h="28948">
                <a:moveTo>
                  <a:pt x="0" y="28948"/>
                </a:moveTo>
                <a:lnTo>
                  <a:pt x="217259" y="0"/>
                </a:lnTo>
              </a:path>
            </a:pathLst>
          </a:custGeom>
          <a:noFill/>
          <a:ln w="7490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701" name="lumia-token-stream-curve">
            <a:extLst>
              <a:ext uri="{FF2B5EF4-FFF2-40B4-BE49-F238E27FC236}">
                <a16:creationId xmlns:a16="http://schemas.microsoft.com/office/drawing/2014/main" id="{C52FDAC3-5299-4540-97F1-CA768DC8C542}"/>
              </a:ext>
            </a:extLst>
          </p:cNvPr>
          <p:cNvSpPr>
            <a:spLocks noGrp="1"/>
          </p:cNvSpPr>
          <p:nvPr/>
        </p:nvSpPr>
        <p:spPr>
          <a:xfrm>
            <a:off x="2100370" y="6280571"/>
            <a:ext cx="220602" cy="19965"/>
          </a:xfrm>
          <a:custGeom>
            <a:avLst/>
            <a:gdLst/>
            <a:ahLst/>
            <a:cxnLst/>
            <a:rect l="0" t="0" r="0" b="0"/>
            <a:pathLst>
              <a:path w="220602" h="19965">
                <a:moveTo>
                  <a:pt x="0" y="19965"/>
                </a:moveTo>
                <a:lnTo>
                  <a:pt x="220602" y="0"/>
                </a:lnTo>
              </a:path>
            </a:pathLst>
          </a:custGeom>
          <a:noFill/>
          <a:ln w="7490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702" name="lumia-token-stream-curve">
            <a:extLst>
              <a:ext uri="{FF2B5EF4-FFF2-40B4-BE49-F238E27FC236}">
                <a16:creationId xmlns:a16="http://schemas.microsoft.com/office/drawing/2014/main" id="{2D466A1F-37A2-4D4B-932F-CFE163334703}"/>
              </a:ext>
            </a:extLst>
          </p:cNvPr>
          <p:cNvSpPr>
            <a:spLocks noGrp="1"/>
          </p:cNvSpPr>
          <p:nvPr/>
        </p:nvSpPr>
        <p:spPr>
          <a:xfrm>
            <a:off x="2320972" y="6268452"/>
            <a:ext cx="223908" cy="12120"/>
          </a:xfrm>
          <a:custGeom>
            <a:avLst/>
            <a:gdLst/>
            <a:ahLst/>
            <a:cxnLst/>
            <a:rect l="0" t="0" r="0" b="0"/>
            <a:pathLst>
              <a:path w="223908" h="12120">
                <a:moveTo>
                  <a:pt x="0" y="12120"/>
                </a:moveTo>
                <a:lnTo>
                  <a:pt x="223908" y="0"/>
                </a:lnTo>
              </a:path>
            </a:pathLst>
          </a:custGeom>
          <a:noFill/>
          <a:ln w="7490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703" name="lumia-token-stream-curve">
            <a:extLst>
              <a:ext uri="{FF2B5EF4-FFF2-40B4-BE49-F238E27FC236}">
                <a16:creationId xmlns:a16="http://schemas.microsoft.com/office/drawing/2014/main" id="{5F271CD9-EBCF-47FA-B4F9-2797339DD1D5}"/>
              </a:ext>
            </a:extLst>
          </p:cNvPr>
          <p:cNvSpPr>
            <a:spLocks noGrp="1"/>
          </p:cNvSpPr>
          <p:nvPr/>
        </p:nvSpPr>
        <p:spPr>
          <a:xfrm>
            <a:off x="2544880" y="6262246"/>
            <a:ext cx="227176" cy="9525"/>
          </a:xfrm>
          <a:custGeom>
            <a:avLst/>
            <a:gdLst/>
            <a:ahLst/>
            <a:cxnLst/>
            <a:rect l="0" t="0" r="0" b="0"/>
            <a:pathLst>
              <a:path w="227176" h="9525">
                <a:moveTo>
                  <a:pt x="0" y="6205"/>
                </a:moveTo>
                <a:lnTo>
                  <a:pt x="227176" y="0"/>
                </a:lnTo>
              </a:path>
            </a:pathLst>
          </a:custGeom>
          <a:noFill/>
          <a:ln w="7490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704" name="lumia-token-stream-curve">
            <a:extLst>
              <a:ext uri="{FF2B5EF4-FFF2-40B4-BE49-F238E27FC236}">
                <a16:creationId xmlns:a16="http://schemas.microsoft.com/office/drawing/2014/main" id="{8FCEA727-0834-4E0F-893E-BD5C3DDF03A6}"/>
              </a:ext>
            </a:extLst>
          </p:cNvPr>
          <p:cNvSpPr>
            <a:spLocks noGrp="1"/>
          </p:cNvSpPr>
          <p:nvPr/>
        </p:nvSpPr>
        <p:spPr>
          <a:xfrm>
            <a:off x="2772056" y="6259309"/>
            <a:ext cx="230406" cy="9525"/>
          </a:xfrm>
          <a:custGeom>
            <a:avLst/>
            <a:gdLst/>
            <a:ahLst/>
            <a:cxnLst/>
            <a:rect l="0" t="0" r="0" b="0"/>
            <a:pathLst>
              <a:path w="230406" h="9525">
                <a:moveTo>
                  <a:pt x="0" y="2938"/>
                </a:moveTo>
                <a:lnTo>
                  <a:pt x="230406" y="0"/>
                </a:lnTo>
              </a:path>
            </a:pathLst>
          </a:custGeom>
          <a:noFill/>
          <a:ln w="7490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705" name="lumia-token-stream-curve">
            <a:extLst>
              <a:ext uri="{FF2B5EF4-FFF2-40B4-BE49-F238E27FC236}">
                <a16:creationId xmlns:a16="http://schemas.microsoft.com/office/drawing/2014/main" id="{F5045C92-5393-4F82-8188-7982A69A897D}"/>
              </a:ext>
            </a:extLst>
          </p:cNvPr>
          <p:cNvSpPr>
            <a:spLocks noGrp="1"/>
          </p:cNvSpPr>
          <p:nvPr/>
        </p:nvSpPr>
        <p:spPr>
          <a:xfrm>
            <a:off x="3002462" y="6256433"/>
            <a:ext cx="233599" cy="9525"/>
          </a:xfrm>
          <a:custGeom>
            <a:avLst/>
            <a:gdLst/>
            <a:ahLst/>
            <a:cxnLst/>
            <a:rect l="0" t="0" r="0" b="0"/>
            <a:pathLst>
              <a:path w="233599" h="9525">
                <a:moveTo>
                  <a:pt x="0" y="2875"/>
                </a:moveTo>
                <a:lnTo>
                  <a:pt x="233599" y="0"/>
                </a:lnTo>
              </a:path>
            </a:pathLst>
          </a:custGeom>
          <a:noFill/>
          <a:ln w="7490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706" name="lumia-token-stream-curve">
            <a:extLst>
              <a:ext uri="{FF2B5EF4-FFF2-40B4-BE49-F238E27FC236}">
                <a16:creationId xmlns:a16="http://schemas.microsoft.com/office/drawing/2014/main" id="{405819DC-4C17-4F24-B75C-DA4068F06E9F}"/>
              </a:ext>
            </a:extLst>
          </p:cNvPr>
          <p:cNvSpPr>
            <a:spLocks noGrp="1"/>
          </p:cNvSpPr>
          <p:nvPr/>
        </p:nvSpPr>
        <p:spPr>
          <a:xfrm>
            <a:off x="3236061" y="6250088"/>
            <a:ext cx="236755" cy="9525"/>
          </a:xfrm>
          <a:custGeom>
            <a:avLst/>
            <a:gdLst/>
            <a:ahLst/>
            <a:cxnLst/>
            <a:rect l="0" t="0" r="0" b="0"/>
            <a:pathLst>
              <a:path w="236755" h="9525">
                <a:moveTo>
                  <a:pt x="0" y="6345"/>
                </a:moveTo>
                <a:lnTo>
                  <a:pt x="236755" y="0"/>
                </a:lnTo>
              </a:path>
            </a:pathLst>
          </a:custGeom>
          <a:noFill/>
          <a:ln w="7490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707" name="lumia-token-stream-curve">
            <a:extLst>
              <a:ext uri="{FF2B5EF4-FFF2-40B4-BE49-F238E27FC236}">
                <a16:creationId xmlns:a16="http://schemas.microsoft.com/office/drawing/2014/main" id="{59844C47-609C-45FF-9A3B-B034CC52F848}"/>
              </a:ext>
            </a:extLst>
          </p:cNvPr>
          <p:cNvSpPr>
            <a:spLocks noGrp="1"/>
          </p:cNvSpPr>
          <p:nvPr/>
        </p:nvSpPr>
        <p:spPr>
          <a:xfrm>
            <a:off x="3472817" y="6236709"/>
            <a:ext cx="239873" cy="13379"/>
          </a:xfrm>
          <a:custGeom>
            <a:avLst/>
            <a:gdLst/>
            <a:ahLst/>
            <a:cxnLst/>
            <a:rect l="0" t="0" r="0" b="0"/>
            <a:pathLst>
              <a:path w="239873" h="13379">
                <a:moveTo>
                  <a:pt x="0" y="13379"/>
                </a:moveTo>
                <a:lnTo>
                  <a:pt x="239873" y="0"/>
                </a:lnTo>
              </a:path>
            </a:pathLst>
          </a:custGeom>
          <a:noFill/>
          <a:ln w="7490">
            <a:solidFill>
              <a:srgbClr val="893E75">
                <a:alpha val="9000"/>
              </a:srgbClr>
            </a:solidFill>
            <a:prstDash val="solid"/>
          </a:ln>
        </p:spPr>
      </p:sp>
      <p:sp>
        <p:nvSpPr>
          <p:cNvPr id="708" name="lumia-token-stream-curve">
            <a:extLst>
              <a:ext uri="{FF2B5EF4-FFF2-40B4-BE49-F238E27FC236}">
                <a16:creationId xmlns:a16="http://schemas.microsoft.com/office/drawing/2014/main" id="{B9C81500-CCD8-40FA-ACB2-3A5F08C2CDB3}"/>
              </a:ext>
            </a:extLst>
          </p:cNvPr>
          <p:cNvSpPr>
            <a:spLocks noGrp="1"/>
          </p:cNvSpPr>
          <p:nvPr/>
        </p:nvSpPr>
        <p:spPr>
          <a:xfrm>
            <a:off x="3712690" y="6213028"/>
            <a:ext cx="242954" cy="23680"/>
          </a:xfrm>
          <a:custGeom>
            <a:avLst/>
            <a:gdLst/>
            <a:ahLst/>
            <a:cxnLst/>
            <a:rect l="0" t="0" r="0" b="0"/>
            <a:pathLst>
              <a:path w="242954" h="23680">
                <a:moveTo>
                  <a:pt x="0" y="23680"/>
                </a:moveTo>
                <a:lnTo>
                  <a:pt x="242954" y="0"/>
                </a:lnTo>
              </a:path>
            </a:pathLst>
          </a:custGeom>
          <a:noFill/>
          <a:ln w="7491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709" name="lumia-token-stream-curve">
            <a:extLst>
              <a:ext uri="{FF2B5EF4-FFF2-40B4-BE49-F238E27FC236}">
                <a16:creationId xmlns:a16="http://schemas.microsoft.com/office/drawing/2014/main" id="{4E523F14-4121-4526-9D07-E7F8B8B0C975}"/>
              </a:ext>
            </a:extLst>
          </p:cNvPr>
          <p:cNvSpPr>
            <a:spLocks noGrp="1"/>
          </p:cNvSpPr>
          <p:nvPr/>
        </p:nvSpPr>
        <p:spPr>
          <a:xfrm>
            <a:off x="3955644" y="6176418"/>
            <a:ext cx="245997" cy="36610"/>
          </a:xfrm>
          <a:custGeom>
            <a:avLst/>
            <a:gdLst/>
            <a:ahLst/>
            <a:cxnLst/>
            <a:rect l="0" t="0" r="0" b="0"/>
            <a:pathLst>
              <a:path w="245997" h="36610">
                <a:moveTo>
                  <a:pt x="0" y="36610"/>
                </a:moveTo>
                <a:lnTo>
                  <a:pt x="245997" y="0"/>
                </a:lnTo>
              </a:path>
            </a:pathLst>
          </a:custGeom>
          <a:noFill/>
          <a:ln w="7514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710" name="lumia-token-stream-curve">
            <a:extLst>
              <a:ext uri="{FF2B5EF4-FFF2-40B4-BE49-F238E27FC236}">
                <a16:creationId xmlns:a16="http://schemas.microsoft.com/office/drawing/2014/main" id="{0F1B3794-7500-49F7-B291-BD03BC38189E}"/>
              </a:ext>
            </a:extLst>
          </p:cNvPr>
          <p:cNvSpPr>
            <a:spLocks noGrp="1"/>
          </p:cNvSpPr>
          <p:nvPr/>
        </p:nvSpPr>
        <p:spPr>
          <a:xfrm>
            <a:off x="4201641" y="6125197"/>
            <a:ext cx="249003" cy="51221"/>
          </a:xfrm>
          <a:custGeom>
            <a:avLst/>
            <a:gdLst/>
            <a:ahLst/>
            <a:cxnLst/>
            <a:rect l="0" t="0" r="0" b="0"/>
            <a:pathLst>
              <a:path w="249003" h="51221">
                <a:moveTo>
                  <a:pt x="0" y="51221"/>
                </a:moveTo>
                <a:lnTo>
                  <a:pt x="249003" y="0"/>
                </a:lnTo>
              </a:path>
            </a:pathLst>
          </a:custGeom>
          <a:noFill/>
          <a:ln w="7565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711" name="lumia-token-stream-curve">
            <a:extLst>
              <a:ext uri="{FF2B5EF4-FFF2-40B4-BE49-F238E27FC236}">
                <a16:creationId xmlns:a16="http://schemas.microsoft.com/office/drawing/2014/main" id="{9414324B-7A90-49DF-B572-FE5696B43861}"/>
              </a:ext>
            </a:extLst>
          </p:cNvPr>
          <p:cNvSpPr>
            <a:spLocks noGrp="1"/>
          </p:cNvSpPr>
          <p:nvPr/>
        </p:nvSpPr>
        <p:spPr>
          <a:xfrm>
            <a:off x="4450644" y="6058871"/>
            <a:ext cx="251971" cy="66326"/>
          </a:xfrm>
          <a:custGeom>
            <a:avLst/>
            <a:gdLst/>
            <a:ahLst/>
            <a:cxnLst/>
            <a:rect l="0" t="0" r="0" b="0"/>
            <a:pathLst>
              <a:path w="251971" h="66326">
                <a:moveTo>
                  <a:pt x="0" y="66326"/>
                </a:moveTo>
                <a:lnTo>
                  <a:pt x="251971" y="0"/>
                </a:lnTo>
              </a:path>
            </a:pathLst>
          </a:custGeom>
          <a:noFill/>
          <a:ln w="7644">
            <a:solidFill>
              <a:srgbClr val="BD4153">
                <a:alpha val="10000"/>
              </a:srgbClr>
            </a:solidFill>
            <a:prstDash val="solid"/>
          </a:ln>
        </p:spPr>
      </p:sp>
      <p:sp>
        <p:nvSpPr>
          <p:cNvPr id="712" name="lumia-token-stream-curve">
            <a:extLst>
              <a:ext uri="{FF2B5EF4-FFF2-40B4-BE49-F238E27FC236}">
                <a16:creationId xmlns:a16="http://schemas.microsoft.com/office/drawing/2014/main" id="{D3672B57-1792-4D65-93DC-5BCC55EC3770}"/>
              </a:ext>
            </a:extLst>
          </p:cNvPr>
          <p:cNvSpPr>
            <a:spLocks noGrp="1"/>
          </p:cNvSpPr>
          <p:nvPr/>
        </p:nvSpPr>
        <p:spPr>
          <a:xfrm>
            <a:off x="4702615" y="5978272"/>
            <a:ext cx="254902" cy="80599"/>
          </a:xfrm>
          <a:custGeom>
            <a:avLst/>
            <a:gdLst/>
            <a:ahLst/>
            <a:cxnLst/>
            <a:rect l="0" t="0" r="0" b="0"/>
            <a:pathLst>
              <a:path w="254902" h="80599">
                <a:moveTo>
                  <a:pt x="0" y="80599"/>
                </a:moveTo>
                <a:lnTo>
                  <a:pt x="254902" y="0"/>
                </a:lnTo>
              </a:path>
            </a:pathLst>
          </a:custGeom>
          <a:noFill/>
          <a:ln w="7747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713" name="lumia-token-stream-curve">
            <a:extLst>
              <a:ext uri="{FF2B5EF4-FFF2-40B4-BE49-F238E27FC236}">
                <a16:creationId xmlns:a16="http://schemas.microsoft.com/office/drawing/2014/main" id="{97DD64B5-F51B-4B03-A76D-53D42BFFE45B}"/>
              </a:ext>
            </a:extLst>
          </p:cNvPr>
          <p:cNvSpPr>
            <a:spLocks noGrp="1"/>
          </p:cNvSpPr>
          <p:nvPr/>
        </p:nvSpPr>
        <p:spPr>
          <a:xfrm>
            <a:off x="4957518" y="5885556"/>
            <a:ext cx="257795" cy="92716"/>
          </a:xfrm>
          <a:custGeom>
            <a:avLst/>
            <a:gdLst/>
            <a:ahLst/>
            <a:cxnLst/>
            <a:rect l="0" t="0" r="0" b="0"/>
            <a:pathLst>
              <a:path w="257795" h="92716">
                <a:moveTo>
                  <a:pt x="0" y="92716"/>
                </a:moveTo>
                <a:lnTo>
                  <a:pt x="257795" y="0"/>
                </a:lnTo>
              </a:path>
            </a:pathLst>
          </a:custGeom>
          <a:noFill/>
          <a:ln w="7872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714" name="lumia-token-stream-curve">
            <a:extLst>
              <a:ext uri="{FF2B5EF4-FFF2-40B4-BE49-F238E27FC236}">
                <a16:creationId xmlns:a16="http://schemas.microsoft.com/office/drawing/2014/main" id="{19BAA5A2-23ED-49F0-BF90-6DAEB5699ECB}"/>
              </a:ext>
            </a:extLst>
          </p:cNvPr>
          <p:cNvSpPr>
            <a:spLocks noGrp="1"/>
          </p:cNvSpPr>
          <p:nvPr/>
        </p:nvSpPr>
        <p:spPr>
          <a:xfrm>
            <a:off x="5215313" y="5784054"/>
            <a:ext cx="260651" cy="101502"/>
          </a:xfrm>
          <a:custGeom>
            <a:avLst/>
            <a:gdLst/>
            <a:ahLst/>
            <a:cxnLst/>
            <a:rect l="0" t="0" r="0" b="0"/>
            <a:pathLst>
              <a:path w="260651" h="101502">
                <a:moveTo>
                  <a:pt x="0" y="101502"/>
                </a:moveTo>
                <a:lnTo>
                  <a:pt x="260651" y="0"/>
                </a:lnTo>
              </a:path>
            </a:pathLst>
          </a:custGeom>
          <a:noFill/>
          <a:ln w="8017">
            <a:solidFill>
              <a:srgbClr val="E44339">
                <a:alpha val="11000"/>
              </a:srgbClr>
            </a:solidFill>
            <a:prstDash val="solid"/>
          </a:ln>
        </p:spPr>
      </p:sp>
      <p:sp>
        <p:nvSpPr>
          <p:cNvPr id="715" name="lumia-token-stream-curve">
            <a:extLst>
              <a:ext uri="{FF2B5EF4-FFF2-40B4-BE49-F238E27FC236}">
                <a16:creationId xmlns:a16="http://schemas.microsoft.com/office/drawing/2014/main" id="{5CB9700B-D3D8-477F-AF71-DFC27DD93128}"/>
              </a:ext>
            </a:extLst>
          </p:cNvPr>
          <p:cNvSpPr>
            <a:spLocks noGrp="1"/>
          </p:cNvSpPr>
          <p:nvPr/>
        </p:nvSpPr>
        <p:spPr>
          <a:xfrm>
            <a:off x="5475964" y="5677969"/>
            <a:ext cx="263470" cy="106085"/>
          </a:xfrm>
          <a:custGeom>
            <a:avLst/>
            <a:gdLst/>
            <a:ahLst/>
            <a:cxnLst/>
            <a:rect l="0" t="0" r="0" b="0"/>
            <a:pathLst>
              <a:path w="263470" h="106085">
                <a:moveTo>
                  <a:pt x="0" y="106085"/>
                </a:moveTo>
                <a:lnTo>
                  <a:pt x="263470" y="0"/>
                </a:lnTo>
              </a:path>
            </a:pathLst>
          </a:custGeom>
          <a:noFill/>
          <a:ln w="8181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716" name="lumia-token-stream-curve">
            <a:extLst>
              <a:ext uri="{FF2B5EF4-FFF2-40B4-BE49-F238E27FC236}">
                <a16:creationId xmlns:a16="http://schemas.microsoft.com/office/drawing/2014/main" id="{1D248FD3-9FF2-433C-A00F-15D69D1D8E74}"/>
              </a:ext>
            </a:extLst>
          </p:cNvPr>
          <p:cNvSpPr>
            <a:spLocks noGrp="1"/>
          </p:cNvSpPr>
          <p:nvPr/>
        </p:nvSpPr>
        <p:spPr>
          <a:xfrm>
            <a:off x="5739434" y="5571937"/>
            <a:ext cx="266250" cy="106031"/>
          </a:xfrm>
          <a:custGeom>
            <a:avLst/>
            <a:gdLst/>
            <a:ahLst/>
            <a:cxnLst/>
            <a:rect l="0" t="0" r="0" b="0"/>
            <a:pathLst>
              <a:path w="266250" h="106031">
                <a:moveTo>
                  <a:pt x="0" y="106031"/>
                </a:moveTo>
                <a:lnTo>
                  <a:pt x="266250" y="0"/>
                </a:lnTo>
              </a:path>
            </a:pathLst>
          </a:custGeom>
          <a:noFill/>
          <a:ln w="8360">
            <a:solidFill>
              <a:srgbClr val="EC532F">
                <a:alpha val="12000"/>
              </a:srgbClr>
            </a:solidFill>
            <a:prstDash val="solid"/>
          </a:ln>
        </p:spPr>
      </p:sp>
      <p:sp>
        <p:nvSpPr>
          <p:cNvPr id="717" name="lumia-token-stream-curve">
            <a:extLst>
              <a:ext uri="{FF2B5EF4-FFF2-40B4-BE49-F238E27FC236}">
                <a16:creationId xmlns:a16="http://schemas.microsoft.com/office/drawing/2014/main" id="{3F22EA1D-5124-4C72-ACD2-0E567BA31E32}"/>
              </a:ext>
            </a:extLst>
          </p:cNvPr>
          <p:cNvSpPr>
            <a:spLocks noGrp="1"/>
          </p:cNvSpPr>
          <p:nvPr/>
        </p:nvSpPr>
        <p:spPr>
          <a:xfrm>
            <a:off x="6005684" y="5470501"/>
            <a:ext cx="268994" cy="101436"/>
          </a:xfrm>
          <a:custGeom>
            <a:avLst/>
            <a:gdLst/>
            <a:ahLst/>
            <a:cxnLst/>
            <a:rect l="0" t="0" r="0" b="0"/>
            <a:pathLst>
              <a:path w="268994" h="101436">
                <a:moveTo>
                  <a:pt x="0" y="101436"/>
                </a:moveTo>
                <a:lnTo>
                  <a:pt x="268994" y="0"/>
                </a:lnTo>
              </a:path>
            </a:pathLst>
          </a:custGeom>
          <a:noFill/>
          <a:ln w="8554">
            <a:solidFill>
              <a:srgbClr val="EE5E2A">
                <a:alpha val="12000"/>
              </a:srgbClr>
            </a:solidFill>
            <a:prstDash val="solid"/>
          </a:ln>
        </p:spPr>
      </p:sp>
      <p:sp>
        <p:nvSpPr>
          <p:cNvPr id="718" name="lumia-token-stream-curve">
            <a:extLst>
              <a:ext uri="{FF2B5EF4-FFF2-40B4-BE49-F238E27FC236}">
                <a16:creationId xmlns:a16="http://schemas.microsoft.com/office/drawing/2014/main" id="{152F9686-4D9D-4940-B2DD-F8DBB3F5B400}"/>
              </a:ext>
            </a:extLst>
          </p:cNvPr>
          <p:cNvSpPr>
            <a:spLocks noGrp="1"/>
          </p:cNvSpPr>
          <p:nvPr/>
        </p:nvSpPr>
        <p:spPr>
          <a:xfrm>
            <a:off x="6274678" y="5377536"/>
            <a:ext cx="271700" cy="92965"/>
          </a:xfrm>
          <a:custGeom>
            <a:avLst/>
            <a:gdLst/>
            <a:ahLst/>
            <a:cxnLst/>
            <a:rect l="0" t="0" r="0" b="0"/>
            <a:pathLst>
              <a:path w="271700" h="92965">
                <a:moveTo>
                  <a:pt x="0" y="92965"/>
                </a:moveTo>
                <a:lnTo>
                  <a:pt x="271700" y="0"/>
                </a:lnTo>
              </a:path>
            </a:pathLst>
          </a:custGeom>
          <a:noFill/>
          <a:ln w="8758">
            <a:solidFill>
              <a:srgbClr val="EF6926">
                <a:alpha val="13000"/>
              </a:srgbClr>
            </a:solidFill>
            <a:prstDash val="solid"/>
          </a:ln>
        </p:spPr>
      </p:sp>
      <p:sp>
        <p:nvSpPr>
          <p:cNvPr id="719" name="lumia-token-stream-curve">
            <a:extLst>
              <a:ext uri="{FF2B5EF4-FFF2-40B4-BE49-F238E27FC236}">
                <a16:creationId xmlns:a16="http://schemas.microsoft.com/office/drawing/2014/main" id="{C88A3F49-73E5-4F07-8036-6862E798188A}"/>
              </a:ext>
            </a:extLst>
          </p:cNvPr>
          <p:cNvSpPr>
            <a:spLocks noGrp="1"/>
          </p:cNvSpPr>
          <p:nvPr/>
        </p:nvSpPr>
        <p:spPr>
          <a:xfrm>
            <a:off x="6546378" y="5295713"/>
            <a:ext cx="274368" cy="81823"/>
          </a:xfrm>
          <a:custGeom>
            <a:avLst/>
            <a:gdLst/>
            <a:ahLst/>
            <a:cxnLst/>
            <a:rect l="0" t="0" r="0" b="0"/>
            <a:pathLst>
              <a:path w="274368" h="81823">
                <a:moveTo>
                  <a:pt x="0" y="81823"/>
                </a:moveTo>
                <a:lnTo>
                  <a:pt x="274368" y="0"/>
                </a:lnTo>
              </a:path>
            </a:pathLst>
          </a:custGeom>
          <a:noFill/>
          <a:ln w="8973">
            <a:solidFill>
              <a:srgbClr val="F17322">
                <a:alpha val="13000"/>
              </a:srgbClr>
            </a:solidFill>
            <a:prstDash val="solid"/>
          </a:ln>
        </p:spPr>
      </p:sp>
      <p:sp>
        <p:nvSpPr>
          <p:cNvPr id="720" name="lumia-token-stream-curve">
            <a:extLst>
              <a:ext uri="{FF2B5EF4-FFF2-40B4-BE49-F238E27FC236}">
                <a16:creationId xmlns:a16="http://schemas.microsoft.com/office/drawing/2014/main" id="{8218762B-9D91-44EA-84FB-ED03F4B77C62}"/>
              </a:ext>
            </a:extLst>
          </p:cNvPr>
          <p:cNvSpPr>
            <a:spLocks noGrp="1"/>
          </p:cNvSpPr>
          <p:nvPr/>
        </p:nvSpPr>
        <p:spPr>
          <a:xfrm>
            <a:off x="6820746" y="5226065"/>
            <a:ext cx="276999" cy="69648"/>
          </a:xfrm>
          <a:custGeom>
            <a:avLst/>
            <a:gdLst/>
            <a:ahLst/>
            <a:cxnLst/>
            <a:rect l="0" t="0" r="0" b="0"/>
            <a:pathLst>
              <a:path w="276999" h="69648">
                <a:moveTo>
                  <a:pt x="0" y="69648"/>
                </a:moveTo>
                <a:lnTo>
                  <a:pt x="276999" y="0"/>
                </a:lnTo>
              </a:path>
            </a:pathLst>
          </a:custGeom>
          <a:noFill/>
          <a:ln w="9194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721" name="lumia-token-stream-curve">
            <a:extLst>
              <a:ext uri="{FF2B5EF4-FFF2-40B4-BE49-F238E27FC236}">
                <a16:creationId xmlns:a16="http://schemas.microsoft.com/office/drawing/2014/main" id="{EFD1F68A-2892-44E3-B411-30B790985594}"/>
              </a:ext>
            </a:extLst>
          </p:cNvPr>
          <p:cNvSpPr>
            <a:spLocks noGrp="1"/>
          </p:cNvSpPr>
          <p:nvPr/>
        </p:nvSpPr>
        <p:spPr>
          <a:xfrm>
            <a:off x="7097745" y="5167722"/>
            <a:ext cx="279593" cy="58342"/>
          </a:xfrm>
          <a:custGeom>
            <a:avLst/>
            <a:gdLst/>
            <a:ahLst/>
            <a:cxnLst/>
            <a:rect l="0" t="0" r="0" b="0"/>
            <a:pathLst>
              <a:path w="279593" h="58342">
                <a:moveTo>
                  <a:pt x="0" y="58342"/>
                </a:moveTo>
                <a:lnTo>
                  <a:pt x="279593" y="0"/>
                </a:lnTo>
              </a:path>
            </a:pathLst>
          </a:custGeom>
          <a:noFill/>
          <a:ln w="9421">
            <a:solidFill>
              <a:srgbClr val="F48919">
                <a:alpha val="14000"/>
              </a:srgbClr>
            </a:solidFill>
            <a:prstDash val="solid"/>
          </a:ln>
        </p:spPr>
      </p:sp>
      <p:sp>
        <p:nvSpPr>
          <p:cNvPr id="722" name="lumia-token-stream-curve">
            <a:extLst>
              <a:ext uri="{FF2B5EF4-FFF2-40B4-BE49-F238E27FC236}">
                <a16:creationId xmlns:a16="http://schemas.microsoft.com/office/drawing/2014/main" id="{0CE1D13C-FD95-4A7D-9F66-099B38AA325F}"/>
              </a:ext>
            </a:extLst>
          </p:cNvPr>
          <p:cNvSpPr>
            <a:spLocks noGrp="1"/>
          </p:cNvSpPr>
          <p:nvPr/>
        </p:nvSpPr>
        <p:spPr>
          <a:xfrm>
            <a:off x="7377338" y="5117881"/>
            <a:ext cx="282149" cy="49842"/>
          </a:xfrm>
          <a:custGeom>
            <a:avLst/>
            <a:gdLst/>
            <a:ahLst/>
            <a:cxnLst/>
            <a:rect l="0" t="0" r="0" b="0"/>
            <a:pathLst>
              <a:path w="282149" h="49842">
                <a:moveTo>
                  <a:pt x="0" y="49842"/>
                </a:moveTo>
                <a:lnTo>
                  <a:pt x="282149" y="0"/>
                </a:lnTo>
              </a:path>
            </a:pathLst>
          </a:custGeom>
          <a:noFill/>
          <a:ln w="9650">
            <a:solidFill>
              <a:srgbClr val="F59415">
                <a:alpha val="14000"/>
              </a:srgbClr>
            </a:solidFill>
            <a:prstDash val="solid"/>
          </a:ln>
        </p:spPr>
      </p:sp>
      <p:sp>
        <p:nvSpPr>
          <p:cNvPr id="723" name="lumia-token-stream-curve">
            <a:extLst>
              <a:ext uri="{FF2B5EF4-FFF2-40B4-BE49-F238E27FC236}">
                <a16:creationId xmlns:a16="http://schemas.microsoft.com/office/drawing/2014/main" id="{FF8AFB98-CF81-4D09-87E1-68AA61123747}"/>
              </a:ext>
            </a:extLst>
          </p:cNvPr>
          <p:cNvSpPr>
            <a:spLocks noGrp="1"/>
          </p:cNvSpPr>
          <p:nvPr/>
        </p:nvSpPr>
        <p:spPr>
          <a:xfrm>
            <a:off x="7659486" y="5072017"/>
            <a:ext cx="284667" cy="45864"/>
          </a:xfrm>
          <a:custGeom>
            <a:avLst/>
            <a:gdLst/>
            <a:ahLst/>
            <a:cxnLst/>
            <a:rect l="0" t="0" r="0" b="0"/>
            <a:pathLst>
              <a:path w="284667" h="45864">
                <a:moveTo>
                  <a:pt x="0" y="45864"/>
                </a:moveTo>
                <a:lnTo>
                  <a:pt x="284667" y="0"/>
                </a:lnTo>
              </a:path>
            </a:pathLst>
          </a:custGeom>
          <a:noFill/>
          <a:ln w="9880">
            <a:solidFill>
              <a:srgbClr val="F79E11">
                <a:alpha val="15000"/>
              </a:srgbClr>
            </a:solidFill>
            <a:prstDash val="solid"/>
          </a:ln>
        </p:spPr>
      </p:sp>
      <p:sp>
        <p:nvSpPr>
          <p:cNvPr id="724" name="lumia-token-stream-curve">
            <a:extLst>
              <a:ext uri="{FF2B5EF4-FFF2-40B4-BE49-F238E27FC236}">
                <a16:creationId xmlns:a16="http://schemas.microsoft.com/office/drawing/2014/main" id="{33A90739-405B-47BA-BAE1-AD565ECD1557}"/>
              </a:ext>
            </a:extLst>
          </p:cNvPr>
          <p:cNvSpPr>
            <a:spLocks noGrp="1"/>
          </p:cNvSpPr>
          <p:nvPr/>
        </p:nvSpPr>
        <p:spPr>
          <a:xfrm>
            <a:off x="7944153" y="5024358"/>
            <a:ext cx="287148" cy="47659"/>
          </a:xfrm>
          <a:custGeom>
            <a:avLst/>
            <a:gdLst/>
            <a:ahLst/>
            <a:cxnLst/>
            <a:rect l="0" t="0" r="0" b="0"/>
            <a:pathLst>
              <a:path w="287148" h="47659">
                <a:moveTo>
                  <a:pt x="0" y="47659"/>
                </a:moveTo>
                <a:lnTo>
                  <a:pt x="287148" y="0"/>
                </a:lnTo>
              </a:path>
            </a:pathLst>
          </a:custGeom>
          <a:noFill/>
          <a:ln w="10109">
            <a:solidFill>
              <a:srgbClr val="F8A90C">
                <a:alpha val="15000"/>
              </a:srgbClr>
            </a:solidFill>
            <a:prstDash val="solid"/>
          </a:ln>
        </p:spPr>
      </p:sp>
      <p:sp>
        <p:nvSpPr>
          <p:cNvPr id="725" name="lumia-token-stream-curve">
            <a:extLst>
              <a:ext uri="{FF2B5EF4-FFF2-40B4-BE49-F238E27FC236}">
                <a16:creationId xmlns:a16="http://schemas.microsoft.com/office/drawing/2014/main" id="{4BD4DD17-9990-4E1F-90F9-106442012611}"/>
              </a:ext>
            </a:extLst>
          </p:cNvPr>
          <p:cNvSpPr>
            <a:spLocks noGrp="1"/>
          </p:cNvSpPr>
          <p:nvPr/>
        </p:nvSpPr>
        <p:spPr>
          <a:xfrm>
            <a:off x="8231302" y="4968557"/>
            <a:ext cx="289592" cy="55801"/>
          </a:xfrm>
          <a:custGeom>
            <a:avLst/>
            <a:gdLst/>
            <a:ahLst/>
            <a:cxnLst/>
            <a:rect l="0" t="0" r="0" b="0"/>
            <a:pathLst>
              <a:path w="289592" h="55801">
                <a:moveTo>
                  <a:pt x="0" y="55801"/>
                </a:moveTo>
                <a:lnTo>
                  <a:pt x="289592" y="0"/>
                </a:lnTo>
              </a:path>
            </a:pathLst>
          </a:custGeom>
          <a:noFill/>
          <a:ln w="10335">
            <a:solidFill>
              <a:srgbClr val="FAB408">
                <a:alpha val="15000"/>
              </a:srgbClr>
            </a:solidFill>
            <a:prstDash val="solid"/>
          </a:ln>
        </p:spPr>
      </p:sp>
      <p:sp>
        <p:nvSpPr>
          <p:cNvPr id="726" name="lumia-token-stream-curve">
            <a:extLst>
              <a:ext uri="{FF2B5EF4-FFF2-40B4-BE49-F238E27FC236}">
                <a16:creationId xmlns:a16="http://schemas.microsoft.com/office/drawing/2014/main" id="{6EA3A3AF-B569-41DE-8892-DC45AC7BB31D}"/>
              </a:ext>
            </a:extLst>
          </p:cNvPr>
          <p:cNvSpPr>
            <a:spLocks noGrp="1"/>
          </p:cNvSpPr>
          <p:nvPr/>
        </p:nvSpPr>
        <p:spPr>
          <a:xfrm>
            <a:off x="8520893" y="4898502"/>
            <a:ext cx="291998" cy="70055"/>
          </a:xfrm>
          <a:custGeom>
            <a:avLst/>
            <a:gdLst/>
            <a:ahLst/>
            <a:cxnLst/>
            <a:rect l="0" t="0" r="0" b="0"/>
            <a:pathLst>
              <a:path w="291998" h="70055">
                <a:moveTo>
                  <a:pt x="0" y="70055"/>
                </a:moveTo>
                <a:lnTo>
                  <a:pt x="291998" y="0"/>
                </a:lnTo>
              </a:path>
            </a:pathLst>
          </a:custGeom>
          <a:noFill/>
          <a:ln w="10555">
            <a:solidFill>
              <a:srgbClr val="F7BC07">
                <a:alpha val="16000"/>
              </a:srgbClr>
            </a:solidFill>
            <a:prstDash val="solid"/>
          </a:ln>
        </p:spPr>
      </p:sp>
      <p:sp>
        <p:nvSpPr>
          <p:cNvPr id="727" name="lumia-token-stream-curve">
            <a:extLst>
              <a:ext uri="{FF2B5EF4-FFF2-40B4-BE49-F238E27FC236}">
                <a16:creationId xmlns:a16="http://schemas.microsoft.com/office/drawing/2014/main" id="{CA986A13-AF22-4CD4-BA84-5E409DE7C4DB}"/>
              </a:ext>
            </a:extLst>
          </p:cNvPr>
          <p:cNvSpPr>
            <a:spLocks noGrp="1"/>
          </p:cNvSpPr>
          <p:nvPr/>
        </p:nvSpPr>
        <p:spPr>
          <a:xfrm>
            <a:off x="8812891" y="4809153"/>
            <a:ext cx="294366" cy="89348"/>
          </a:xfrm>
          <a:custGeom>
            <a:avLst/>
            <a:gdLst/>
            <a:ahLst/>
            <a:cxnLst/>
            <a:rect l="0" t="0" r="0" b="0"/>
            <a:pathLst>
              <a:path w="294366" h="89348">
                <a:moveTo>
                  <a:pt x="0" y="89348"/>
                </a:moveTo>
                <a:lnTo>
                  <a:pt x="294366" y="0"/>
                </a:lnTo>
              </a:path>
            </a:pathLst>
          </a:custGeom>
          <a:noFill/>
          <a:ln w="10767">
            <a:solidFill>
              <a:srgbClr val="E5BA0E">
                <a:alpha val="16000"/>
              </a:srgbClr>
            </a:solidFill>
            <a:prstDash val="solid"/>
          </a:ln>
        </p:spPr>
      </p:sp>
      <p:sp>
        <p:nvSpPr>
          <p:cNvPr id="728" name="lumia-token-stream-curve">
            <a:extLst>
              <a:ext uri="{FF2B5EF4-FFF2-40B4-BE49-F238E27FC236}">
                <a16:creationId xmlns:a16="http://schemas.microsoft.com/office/drawing/2014/main" id="{E900EC49-3081-4D84-B341-8D27C51290B2}"/>
              </a:ext>
            </a:extLst>
          </p:cNvPr>
          <p:cNvSpPr>
            <a:spLocks noGrp="1"/>
          </p:cNvSpPr>
          <p:nvPr/>
        </p:nvSpPr>
        <p:spPr>
          <a:xfrm>
            <a:off x="9107258" y="4697291"/>
            <a:ext cx="296698" cy="111862"/>
          </a:xfrm>
          <a:custGeom>
            <a:avLst/>
            <a:gdLst/>
            <a:ahLst/>
            <a:cxnLst/>
            <a:rect l="0" t="0" r="0" b="0"/>
            <a:pathLst>
              <a:path w="296698" h="111862">
                <a:moveTo>
                  <a:pt x="0" y="111862"/>
                </a:moveTo>
                <a:lnTo>
                  <a:pt x="296698" y="0"/>
                </a:lnTo>
              </a:path>
            </a:pathLst>
          </a:custGeom>
          <a:noFill/>
          <a:ln w="10969">
            <a:solidFill>
              <a:srgbClr val="D3B815">
                <a:alpha val="16000"/>
              </a:srgbClr>
            </a:solidFill>
            <a:prstDash val="solid"/>
          </a:ln>
        </p:spPr>
      </p:sp>
      <p:sp>
        <p:nvSpPr>
          <p:cNvPr id="729" name="lumia-token-stream-curve">
            <a:extLst>
              <a:ext uri="{FF2B5EF4-FFF2-40B4-BE49-F238E27FC236}">
                <a16:creationId xmlns:a16="http://schemas.microsoft.com/office/drawing/2014/main" id="{F955BFFF-91C6-48D4-8752-53FCE9CDAD6F}"/>
              </a:ext>
            </a:extLst>
          </p:cNvPr>
          <p:cNvSpPr>
            <a:spLocks noGrp="1"/>
          </p:cNvSpPr>
          <p:nvPr/>
        </p:nvSpPr>
        <p:spPr>
          <a:xfrm>
            <a:off x="9403955" y="4562052"/>
            <a:ext cx="298991" cy="135239"/>
          </a:xfrm>
          <a:custGeom>
            <a:avLst/>
            <a:gdLst/>
            <a:ahLst/>
            <a:cxnLst/>
            <a:rect l="0" t="0" r="0" b="0"/>
            <a:pathLst>
              <a:path w="298991" h="135239">
                <a:moveTo>
                  <a:pt x="0" y="135239"/>
                </a:moveTo>
                <a:lnTo>
                  <a:pt x="298991" y="0"/>
                </a:lnTo>
              </a:path>
            </a:pathLst>
          </a:custGeom>
          <a:noFill/>
          <a:ln w="11159">
            <a:solidFill>
              <a:srgbClr val="C2B61C">
                <a:alpha val="17000"/>
              </a:srgbClr>
            </a:solidFill>
            <a:prstDash val="solid"/>
          </a:ln>
        </p:spPr>
      </p:sp>
      <p:sp>
        <p:nvSpPr>
          <p:cNvPr id="730" name="lumia-token-stream-curve">
            <a:extLst>
              <a:ext uri="{FF2B5EF4-FFF2-40B4-BE49-F238E27FC236}">
                <a16:creationId xmlns:a16="http://schemas.microsoft.com/office/drawing/2014/main" id="{EC1965C7-97B0-4CC6-95BB-910A08CBA2DD}"/>
              </a:ext>
            </a:extLst>
          </p:cNvPr>
          <p:cNvSpPr>
            <a:spLocks noGrp="1"/>
          </p:cNvSpPr>
          <p:nvPr/>
        </p:nvSpPr>
        <p:spPr>
          <a:xfrm>
            <a:off x="9702946" y="4405157"/>
            <a:ext cx="301247" cy="156895"/>
          </a:xfrm>
          <a:custGeom>
            <a:avLst/>
            <a:gdLst/>
            <a:ahLst/>
            <a:cxnLst/>
            <a:rect l="0" t="0" r="0" b="0"/>
            <a:pathLst>
              <a:path w="301247" h="156895">
                <a:moveTo>
                  <a:pt x="0" y="156895"/>
                </a:moveTo>
                <a:lnTo>
                  <a:pt x="301247" y="0"/>
                </a:lnTo>
              </a:path>
            </a:pathLst>
          </a:custGeom>
          <a:noFill/>
          <a:ln w="11335">
            <a:solidFill>
              <a:srgbClr val="B0B422">
                <a:alpha val="17000"/>
              </a:srgbClr>
            </a:solidFill>
            <a:prstDash val="solid"/>
          </a:ln>
        </p:spPr>
      </p:sp>
      <p:sp>
        <p:nvSpPr>
          <p:cNvPr id="731" name="lumia-token-stream-curve">
            <a:extLst>
              <a:ext uri="{FF2B5EF4-FFF2-40B4-BE49-F238E27FC236}">
                <a16:creationId xmlns:a16="http://schemas.microsoft.com/office/drawing/2014/main" id="{B406B449-BBAD-43B7-AE76-FD2BD85E3233}"/>
              </a:ext>
            </a:extLst>
          </p:cNvPr>
          <p:cNvSpPr>
            <a:spLocks noGrp="1"/>
          </p:cNvSpPr>
          <p:nvPr/>
        </p:nvSpPr>
        <p:spPr>
          <a:xfrm>
            <a:off x="10004194" y="4230778"/>
            <a:ext cx="303466" cy="174380"/>
          </a:xfrm>
          <a:custGeom>
            <a:avLst/>
            <a:gdLst/>
            <a:ahLst/>
            <a:cxnLst/>
            <a:rect l="0" t="0" r="0" b="0"/>
            <a:pathLst>
              <a:path w="303466" h="174380">
                <a:moveTo>
                  <a:pt x="0" y="174380"/>
                </a:moveTo>
                <a:lnTo>
                  <a:pt x="303466" y="0"/>
                </a:lnTo>
              </a:path>
            </a:pathLst>
          </a:custGeom>
          <a:noFill/>
          <a:ln w="11494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732" name="lumia-token-stream-curve">
            <a:extLst>
              <a:ext uri="{FF2B5EF4-FFF2-40B4-BE49-F238E27FC236}">
                <a16:creationId xmlns:a16="http://schemas.microsoft.com/office/drawing/2014/main" id="{5E6DC553-45D5-47F0-9BDB-AB2D4992E770}"/>
              </a:ext>
            </a:extLst>
          </p:cNvPr>
          <p:cNvSpPr>
            <a:spLocks noGrp="1"/>
          </p:cNvSpPr>
          <p:nvPr/>
        </p:nvSpPr>
        <p:spPr>
          <a:xfrm>
            <a:off x="10307660" y="4045015"/>
            <a:ext cx="305647" cy="185763"/>
          </a:xfrm>
          <a:custGeom>
            <a:avLst/>
            <a:gdLst/>
            <a:ahLst/>
            <a:cxnLst/>
            <a:rect l="0" t="0" r="0" b="0"/>
            <a:pathLst>
              <a:path w="305647" h="185763">
                <a:moveTo>
                  <a:pt x="0" y="185763"/>
                </a:moveTo>
                <a:lnTo>
                  <a:pt x="305647" y="0"/>
                </a:lnTo>
              </a:path>
            </a:pathLst>
          </a:custGeom>
          <a:noFill/>
          <a:ln w="11634">
            <a:solidFill>
              <a:srgbClr val="8CB130">
                <a:alpha val="17000"/>
              </a:srgbClr>
            </a:solidFill>
            <a:prstDash val="solid"/>
          </a:ln>
        </p:spPr>
      </p:sp>
      <p:sp>
        <p:nvSpPr>
          <p:cNvPr id="733" name="lumia-token-stream-curve">
            <a:extLst>
              <a:ext uri="{FF2B5EF4-FFF2-40B4-BE49-F238E27FC236}">
                <a16:creationId xmlns:a16="http://schemas.microsoft.com/office/drawing/2014/main" id="{C36A18FF-1313-4C3C-A18E-EF27DE0FAD21}"/>
              </a:ext>
            </a:extLst>
          </p:cNvPr>
          <p:cNvSpPr>
            <a:spLocks noGrp="1"/>
          </p:cNvSpPr>
          <p:nvPr/>
        </p:nvSpPr>
        <p:spPr>
          <a:xfrm>
            <a:off x="10613307" y="3855059"/>
            <a:ext cx="307791" cy="189956"/>
          </a:xfrm>
          <a:custGeom>
            <a:avLst/>
            <a:gdLst/>
            <a:ahLst/>
            <a:cxnLst/>
            <a:rect l="0" t="0" r="0" b="0"/>
            <a:pathLst>
              <a:path w="307791" h="189956">
                <a:moveTo>
                  <a:pt x="0" y="189956"/>
                </a:moveTo>
                <a:lnTo>
                  <a:pt x="307791" y="0"/>
                </a:lnTo>
              </a:path>
            </a:pathLst>
          </a:custGeom>
          <a:noFill/>
          <a:ln w="11754">
            <a:solidFill>
              <a:srgbClr val="7BAF37">
                <a:alpha val="18000"/>
              </a:srgbClr>
            </a:solidFill>
            <a:prstDash val="solid"/>
          </a:ln>
        </p:spPr>
      </p:sp>
      <p:sp>
        <p:nvSpPr>
          <p:cNvPr id="734" name="lumia-token-stream-curve">
            <a:extLst>
              <a:ext uri="{FF2B5EF4-FFF2-40B4-BE49-F238E27FC236}">
                <a16:creationId xmlns:a16="http://schemas.microsoft.com/office/drawing/2014/main" id="{9C9EE44F-A4E1-4B26-8D42-1DD3F652CBD8}"/>
              </a:ext>
            </a:extLst>
          </p:cNvPr>
          <p:cNvSpPr>
            <a:spLocks noGrp="1"/>
          </p:cNvSpPr>
          <p:nvPr/>
        </p:nvSpPr>
        <p:spPr>
          <a:xfrm>
            <a:off x="10921098" y="3668118"/>
            <a:ext cx="309897" cy="186940"/>
          </a:xfrm>
          <a:custGeom>
            <a:avLst/>
            <a:gdLst/>
            <a:ahLst/>
            <a:cxnLst/>
            <a:rect l="0" t="0" r="0" b="0"/>
            <a:pathLst>
              <a:path w="309897" h="186940">
                <a:moveTo>
                  <a:pt x="0" y="186940"/>
                </a:moveTo>
                <a:lnTo>
                  <a:pt x="309897" y="0"/>
                </a:lnTo>
              </a:path>
            </a:pathLst>
          </a:custGeom>
          <a:noFill/>
          <a:ln w="11851">
            <a:solidFill>
              <a:srgbClr val="69AD3E">
                <a:alpha val="18000"/>
              </a:srgbClr>
            </a:solidFill>
            <a:prstDash val="solid"/>
          </a:ln>
        </p:spPr>
      </p:sp>
      <p:sp>
        <p:nvSpPr>
          <p:cNvPr id="735" name="lumia-token-stream-curve">
            <a:extLst>
              <a:ext uri="{FF2B5EF4-FFF2-40B4-BE49-F238E27FC236}">
                <a16:creationId xmlns:a16="http://schemas.microsoft.com/office/drawing/2014/main" id="{2F3DD5B4-E106-411A-8453-2C6B1FD0C05B}"/>
              </a:ext>
            </a:extLst>
          </p:cNvPr>
          <p:cNvSpPr>
            <a:spLocks noGrp="1"/>
          </p:cNvSpPr>
          <p:nvPr/>
        </p:nvSpPr>
        <p:spPr>
          <a:xfrm>
            <a:off x="11230995" y="3490287"/>
            <a:ext cx="311966" cy="177831"/>
          </a:xfrm>
          <a:custGeom>
            <a:avLst/>
            <a:gdLst/>
            <a:ahLst/>
            <a:cxnLst/>
            <a:rect l="0" t="0" r="0" b="0"/>
            <a:pathLst>
              <a:path w="311966" h="177831">
                <a:moveTo>
                  <a:pt x="0" y="177831"/>
                </a:moveTo>
                <a:lnTo>
                  <a:pt x="311966" y="0"/>
                </a:lnTo>
              </a:path>
            </a:pathLst>
          </a:custGeom>
          <a:noFill/>
          <a:ln w="11923">
            <a:solidFill>
              <a:srgbClr val="57AC45">
                <a:alpha val="18000"/>
              </a:srgbClr>
            </a:solidFill>
            <a:prstDash val="solid"/>
          </a:ln>
        </p:spPr>
      </p:sp>
      <p:sp>
        <p:nvSpPr>
          <p:cNvPr id="736" name="lumia-token-stream-curve">
            <a:extLst>
              <a:ext uri="{FF2B5EF4-FFF2-40B4-BE49-F238E27FC236}">
                <a16:creationId xmlns:a16="http://schemas.microsoft.com/office/drawing/2014/main" id="{A8E60DBA-413A-4B14-B29B-A2340CDA1C2A}"/>
              </a:ext>
            </a:extLst>
          </p:cNvPr>
          <p:cNvSpPr>
            <a:spLocks noGrp="1"/>
          </p:cNvSpPr>
          <p:nvPr/>
        </p:nvSpPr>
        <p:spPr>
          <a:xfrm>
            <a:off x="11542961" y="3325513"/>
            <a:ext cx="313997" cy="164774"/>
          </a:xfrm>
          <a:custGeom>
            <a:avLst/>
            <a:gdLst/>
            <a:ahLst/>
            <a:cxnLst/>
            <a:rect l="0" t="0" r="0" b="0"/>
            <a:pathLst>
              <a:path w="313997" h="164774">
                <a:moveTo>
                  <a:pt x="0" y="164774"/>
                </a:moveTo>
                <a:lnTo>
                  <a:pt x="313997" y="0"/>
                </a:lnTo>
              </a:path>
            </a:pathLst>
          </a:custGeom>
          <a:noFill/>
          <a:ln w="11968">
            <a:solidFill>
              <a:srgbClr val="46AA4C">
                <a:alpha val="18000"/>
              </a:srgbClr>
            </a:solidFill>
            <a:prstDash val="solid"/>
          </a:ln>
        </p:spPr>
      </p:sp>
      <p:sp>
        <p:nvSpPr>
          <p:cNvPr id="737" name="lumia-token-stream-curve">
            <a:extLst>
              <a:ext uri="{FF2B5EF4-FFF2-40B4-BE49-F238E27FC236}">
                <a16:creationId xmlns:a16="http://schemas.microsoft.com/office/drawing/2014/main" id="{4280C711-583F-497C-A9A2-11218DED18D3}"/>
              </a:ext>
            </a:extLst>
          </p:cNvPr>
          <p:cNvSpPr>
            <a:spLocks noGrp="1"/>
          </p:cNvSpPr>
          <p:nvPr/>
        </p:nvSpPr>
        <p:spPr>
          <a:xfrm>
            <a:off x="11856959" y="3174850"/>
            <a:ext cx="315991" cy="150663"/>
          </a:xfrm>
          <a:custGeom>
            <a:avLst/>
            <a:gdLst/>
            <a:ahLst/>
            <a:cxnLst/>
            <a:rect l="0" t="0" r="0" b="0"/>
            <a:pathLst>
              <a:path w="315991" h="150663">
                <a:moveTo>
                  <a:pt x="0" y="150663"/>
                </a:moveTo>
                <a:lnTo>
                  <a:pt x="315991" y="0"/>
                </a:lnTo>
              </a:path>
            </a:pathLst>
          </a:custGeom>
          <a:noFill/>
          <a:ln w="11983">
            <a:solidFill>
              <a:srgbClr val="34A853">
                <a:alpha val="18000"/>
              </a:srgbClr>
            </a:solidFill>
            <a:prstDash val="solid"/>
          </a:ln>
        </p:spPr>
      </p:sp>
      <p:sp>
        <p:nvSpPr>
          <p:cNvPr id="738" name="lumia-token-stream-curve">
            <a:extLst>
              <a:ext uri="{FF2B5EF4-FFF2-40B4-BE49-F238E27FC236}">
                <a16:creationId xmlns:a16="http://schemas.microsoft.com/office/drawing/2014/main" id="{D999958A-F40B-40B8-A342-F78A8965B5FD}"/>
              </a:ext>
            </a:extLst>
          </p:cNvPr>
          <p:cNvSpPr>
            <a:spLocks noGrp="1"/>
          </p:cNvSpPr>
          <p:nvPr/>
        </p:nvSpPr>
        <p:spPr>
          <a:xfrm>
            <a:off x="297633" y="6584323"/>
            <a:ext cx="187907" cy="50284"/>
          </a:xfrm>
          <a:custGeom>
            <a:avLst/>
            <a:gdLst/>
            <a:ahLst/>
            <a:cxnLst/>
            <a:rect l="0" t="0" r="0" b="0"/>
            <a:pathLst>
              <a:path w="187907" h="50284">
                <a:moveTo>
                  <a:pt x="0" y="50284"/>
                </a:moveTo>
                <a:lnTo>
                  <a:pt x="187907" y="0"/>
                </a:lnTo>
              </a:path>
            </a:pathLst>
          </a:custGeom>
          <a:noFill/>
          <a:ln w="7760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739" name="lumia-token-stream-curve">
            <a:extLst>
              <a:ext uri="{FF2B5EF4-FFF2-40B4-BE49-F238E27FC236}">
                <a16:creationId xmlns:a16="http://schemas.microsoft.com/office/drawing/2014/main" id="{0AD4F7A7-B4D1-4191-B292-69B6B94B7B45}"/>
              </a:ext>
            </a:extLst>
          </p:cNvPr>
          <p:cNvSpPr>
            <a:spLocks noGrp="1"/>
          </p:cNvSpPr>
          <p:nvPr/>
        </p:nvSpPr>
        <p:spPr>
          <a:xfrm>
            <a:off x="485540" y="6539753"/>
            <a:ext cx="191566" cy="44570"/>
          </a:xfrm>
          <a:custGeom>
            <a:avLst/>
            <a:gdLst/>
            <a:ahLst/>
            <a:cxnLst/>
            <a:rect l="0" t="0" r="0" b="0"/>
            <a:pathLst>
              <a:path w="191566" h="44570">
                <a:moveTo>
                  <a:pt x="0" y="44570"/>
                </a:moveTo>
                <a:lnTo>
                  <a:pt x="191566" y="0"/>
                </a:lnTo>
              </a:path>
            </a:pathLst>
          </a:custGeom>
          <a:noFill/>
          <a:ln w="7760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740" name="lumia-token-stream-curve">
            <a:extLst>
              <a:ext uri="{FF2B5EF4-FFF2-40B4-BE49-F238E27FC236}">
                <a16:creationId xmlns:a16="http://schemas.microsoft.com/office/drawing/2014/main" id="{08DE6C9D-5B60-41EE-A9BC-C6C61F230042}"/>
              </a:ext>
            </a:extLst>
          </p:cNvPr>
          <p:cNvSpPr>
            <a:spLocks noGrp="1"/>
          </p:cNvSpPr>
          <p:nvPr/>
        </p:nvSpPr>
        <p:spPr>
          <a:xfrm>
            <a:off x="677106" y="6502136"/>
            <a:ext cx="195189" cy="37617"/>
          </a:xfrm>
          <a:custGeom>
            <a:avLst/>
            <a:gdLst/>
            <a:ahLst/>
            <a:cxnLst/>
            <a:rect l="0" t="0" r="0" b="0"/>
            <a:pathLst>
              <a:path w="195189" h="37617">
                <a:moveTo>
                  <a:pt x="0" y="37617"/>
                </a:moveTo>
                <a:lnTo>
                  <a:pt x="195189" y="0"/>
                </a:lnTo>
              </a:path>
            </a:pathLst>
          </a:custGeom>
          <a:noFill/>
          <a:ln w="7760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741" name="lumia-token-stream-curve">
            <a:extLst>
              <a:ext uri="{FF2B5EF4-FFF2-40B4-BE49-F238E27FC236}">
                <a16:creationId xmlns:a16="http://schemas.microsoft.com/office/drawing/2014/main" id="{19AAD7B9-8FED-4784-8CFE-0A896D419659}"/>
              </a:ext>
            </a:extLst>
          </p:cNvPr>
          <p:cNvSpPr>
            <a:spLocks noGrp="1"/>
          </p:cNvSpPr>
          <p:nvPr/>
        </p:nvSpPr>
        <p:spPr>
          <a:xfrm>
            <a:off x="872295" y="6472365"/>
            <a:ext cx="198775" cy="29772"/>
          </a:xfrm>
          <a:custGeom>
            <a:avLst/>
            <a:gdLst/>
            <a:ahLst/>
            <a:cxnLst/>
            <a:rect l="0" t="0" r="0" b="0"/>
            <a:pathLst>
              <a:path w="198775" h="29772">
                <a:moveTo>
                  <a:pt x="0" y="29772"/>
                </a:moveTo>
                <a:lnTo>
                  <a:pt x="198775" y="0"/>
                </a:lnTo>
              </a:path>
            </a:pathLst>
          </a:custGeom>
          <a:noFill/>
          <a:ln w="7760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742" name="lumia-token-stream-curve">
            <a:extLst>
              <a:ext uri="{FF2B5EF4-FFF2-40B4-BE49-F238E27FC236}">
                <a16:creationId xmlns:a16="http://schemas.microsoft.com/office/drawing/2014/main" id="{820F92F3-C4B0-4B10-9AE5-2E4D1467F7FD}"/>
              </a:ext>
            </a:extLst>
          </p:cNvPr>
          <p:cNvSpPr>
            <a:spLocks noGrp="1"/>
          </p:cNvSpPr>
          <p:nvPr/>
        </p:nvSpPr>
        <p:spPr>
          <a:xfrm>
            <a:off x="1071070" y="6450865"/>
            <a:ext cx="202325" cy="21499"/>
          </a:xfrm>
          <a:custGeom>
            <a:avLst/>
            <a:gdLst/>
            <a:ahLst/>
            <a:cxnLst/>
            <a:rect l="0" t="0" r="0" b="0"/>
            <a:pathLst>
              <a:path w="202325" h="21499">
                <a:moveTo>
                  <a:pt x="0" y="21499"/>
                </a:moveTo>
                <a:lnTo>
                  <a:pt x="202325" y="0"/>
                </a:lnTo>
              </a:path>
            </a:pathLst>
          </a:custGeom>
          <a:noFill/>
          <a:ln w="7760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743" name="lumia-token-stream-curve">
            <a:extLst>
              <a:ext uri="{FF2B5EF4-FFF2-40B4-BE49-F238E27FC236}">
                <a16:creationId xmlns:a16="http://schemas.microsoft.com/office/drawing/2014/main" id="{7BBC19A9-F2A7-4D72-8212-00276EC936C1}"/>
              </a:ext>
            </a:extLst>
          </p:cNvPr>
          <p:cNvSpPr>
            <a:spLocks noGrp="1"/>
          </p:cNvSpPr>
          <p:nvPr/>
        </p:nvSpPr>
        <p:spPr>
          <a:xfrm>
            <a:off x="1273395" y="6437498"/>
            <a:ext cx="205838" cy="13368"/>
          </a:xfrm>
          <a:custGeom>
            <a:avLst/>
            <a:gdLst/>
            <a:ahLst/>
            <a:cxnLst/>
            <a:rect l="0" t="0" r="0" b="0"/>
            <a:pathLst>
              <a:path w="205838" h="13368">
                <a:moveTo>
                  <a:pt x="0" y="13368"/>
                </a:moveTo>
                <a:lnTo>
                  <a:pt x="205838" y="0"/>
                </a:lnTo>
              </a:path>
            </a:pathLst>
          </a:custGeom>
          <a:noFill/>
          <a:ln w="7760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744" name="lumia-token-stream-curve">
            <a:extLst>
              <a:ext uri="{FF2B5EF4-FFF2-40B4-BE49-F238E27FC236}">
                <a16:creationId xmlns:a16="http://schemas.microsoft.com/office/drawing/2014/main" id="{E7671029-4F40-4FA8-84DA-16EB0BB652CA}"/>
              </a:ext>
            </a:extLst>
          </p:cNvPr>
          <p:cNvSpPr>
            <a:spLocks noGrp="1"/>
          </p:cNvSpPr>
          <p:nvPr/>
        </p:nvSpPr>
        <p:spPr>
          <a:xfrm>
            <a:off x="1479232" y="6431484"/>
            <a:ext cx="209314" cy="9525"/>
          </a:xfrm>
          <a:custGeom>
            <a:avLst/>
            <a:gdLst/>
            <a:ahLst/>
            <a:cxnLst/>
            <a:rect l="0" t="0" r="0" b="0"/>
            <a:pathLst>
              <a:path w="209314" h="9525">
                <a:moveTo>
                  <a:pt x="0" y="6014"/>
                </a:moveTo>
                <a:lnTo>
                  <a:pt x="209314" y="0"/>
                </a:lnTo>
              </a:path>
            </a:pathLst>
          </a:custGeom>
          <a:noFill/>
          <a:ln w="7760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745" name="lumia-token-stream-curve">
            <a:extLst>
              <a:ext uri="{FF2B5EF4-FFF2-40B4-BE49-F238E27FC236}">
                <a16:creationId xmlns:a16="http://schemas.microsoft.com/office/drawing/2014/main" id="{CFAE0466-A366-480F-AAD7-2AE201CDAC20}"/>
              </a:ext>
            </a:extLst>
          </p:cNvPr>
          <p:cNvSpPr>
            <a:spLocks noGrp="1"/>
          </p:cNvSpPr>
          <p:nvPr/>
        </p:nvSpPr>
        <p:spPr>
          <a:xfrm>
            <a:off x="1688547" y="6431383"/>
            <a:ext cx="212754" cy="9525"/>
          </a:xfrm>
          <a:custGeom>
            <a:avLst/>
            <a:gdLst/>
            <a:ahLst/>
            <a:cxnLst/>
            <a:rect l="0" t="0" r="0" b="0"/>
            <a:pathLst>
              <a:path w="212754" h="9525">
                <a:moveTo>
                  <a:pt x="0" y="100"/>
                </a:moveTo>
                <a:lnTo>
                  <a:pt x="212754" y="0"/>
                </a:lnTo>
              </a:path>
            </a:pathLst>
          </a:custGeom>
          <a:noFill/>
          <a:ln w="7760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746" name="lumia-token-stream-curve">
            <a:extLst>
              <a:ext uri="{FF2B5EF4-FFF2-40B4-BE49-F238E27FC236}">
                <a16:creationId xmlns:a16="http://schemas.microsoft.com/office/drawing/2014/main" id="{143EE0EE-AF1B-450A-86D9-9710E4866707}"/>
              </a:ext>
            </a:extLst>
          </p:cNvPr>
          <p:cNvSpPr>
            <a:spLocks noGrp="1"/>
          </p:cNvSpPr>
          <p:nvPr/>
        </p:nvSpPr>
        <p:spPr>
          <a:xfrm>
            <a:off x="1901300" y="6431383"/>
            <a:ext cx="216157" cy="9525"/>
          </a:xfrm>
          <a:custGeom>
            <a:avLst/>
            <a:gdLst/>
            <a:ahLst/>
            <a:cxnLst/>
            <a:rect l="0" t="0" r="0" b="0"/>
            <a:pathLst>
              <a:path w="216157" h="9525">
                <a:moveTo>
                  <a:pt x="0" y="0"/>
                </a:moveTo>
                <a:lnTo>
                  <a:pt x="216157" y="3742"/>
                </a:lnTo>
              </a:path>
            </a:pathLst>
          </a:custGeom>
          <a:noFill/>
          <a:ln w="7760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747" name="lumia-token-stream-curve">
            <a:extLst>
              <a:ext uri="{FF2B5EF4-FFF2-40B4-BE49-F238E27FC236}">
                <a16:creationId xmlns:a16="http://schemas.microsoft.com/office/drawing/2014/main" id="{C0899699-1F3C-4202-A348-D7693E0AFB14}"/>
              </a:ext>
            </a:extLst>
          </p:cNvPr>
          <p:cNvSpPr>
            <a:spLocks noGrp="1"/>
          </p:cNvSpPr>
          <p:nvPr/>
        </p:nvSpPr>
        <p:spPr>
          <a:xfrm>
            <a:off x="2117457" y="6435125"/>
            <a:ext cx="219523" cy="9525"/>
          </a:xfrm>
          <a:custGeom>
            <a:avLst/>
            <a:gdLst/>
            <a:ahLst/>
            <a:cxnLst/>
            <a:rect l="0" t="0" r="0" b="0"/>
            <a:pathLst>
              <a:path w="219523" h="9525">
                <a:moveTo>
                  <a:pt x="0" y="0"/>
                </a:moveTo>
                <a:lnTo>
                  <a:pt x="219523" y="4969"/>
                </a:lnTo>
              </a:path>
            </a:pathLst>
          </a:custGeom>
          <a:noFill/>
          <a:ln w="7760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748" name="lumia-token-stream-curve">
            <a:extLst>
              <a:ext uri="{FF2B5EF4-FFF2-40B4-BE49-F238E27FC236}">
                <a16:creationId xmlns:a16="http://schemas.microsoft.com/office/drawing/2014/main" id="{58D1925B-49BB-4022-A9C6-CAE975980882}"/>
              </a:ext>
            </a:extLst>
          </p:cNvPr>
          <p:cNvSpPr>
            <a:spLocks noGrp="1"/>
          </p:cNvSpPr>
          <p:nvPr/>
        </p:nvSpPr>
        <p:spPr>
          <a:xfrm>
            <a:off x="2336981" y="6440094"/>
            <a:ext cx="222853" cy="9525"/>
          </a:xfrm>
          <a:custGeom>
            <a:avLst/>
            <a:gdLst/>
            <a:ahLst/>
            <a:cxnLst/>
            <a:rect l="0" t="0" r="0" b="0"/>
            <a:pathLst>
              <a:path w="222853" h="9525">
                <a:moveTo>
                  <a:pt x="0" y="0"/>
                </a:moveTo>
                <a:lnTo>
                  <a:pt x="222853" y="3192"/>
                </a:lnTo>
              </a:path>
            </a:pathLst>
          </a:custGeom>
          <a:noFill/>
          <a:ln w="7760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749" name="lumia-token-stream-curve">
            <a:extLst>
              <a:ext uri="{FF2B5EF4-FFF2-40B4-BE49-F238E27FC236}">
                <a16:creationId xmlns:a16="http://schemas.microsoft.com/office/drawing/2014/main" id="{269E07AD-BA8F-40D0-B8A0-FBB1B98D1078}"/>
              </a:ext>
            </a:extLst>
          </p:cNvPr>
          <p:cNvSpPr>
            <a:spLocks noGrp="1"/>
          </p:cNvSpPr>
          <p:nvPr/>
        </p:nvSpPr>
        <p:spPr>
          <a:xfrm>
            <a:off x="2559834" y="6441516"/>
            <a:ext cx="226147" cy="9525"/>
          </a:xfrm>
          <a:custGeom>
            <a:avLst/>
            <a:gdLst/>
            <a:ahLst/>
            <a:cxnLst/>
            <a:rect l="0" t="0" r="0" b="0"/>
            <a:pathLst>
              <a:path w="226147" h="9525">
                <a:moveTo>
                  <a:pt x="0" y="1770"/>
                </a:moveTo>
                <a:lnTo>
                  <a:pt x="226147" y="0"/>
                </a:lnTo>
              </a:path>
            </a:pathLst>
          </a:custGeom>
          <a:noFill/>
          <a:ln w="7760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750" name="lumia-token-stream-curve">
            <a:extLst>
              <a:ext uri="{FF2B5EF4-FFF2-40B4-BE49-F238E27FC236}">
                <a16:creationId xmlns:a16="http://schemas.microsoft.com/office/drawing/2014/main" id="{4ABE6B64-9255-4C2C-949D-26079AEDF6B1}"/>
              </a:ext>
            </a:extLst>
          </p:cNvPr>
          <p:cNvSpPr>
            <a:spLocks noGrp="1"/>
          </p:cNvSpPr>
          <p:nvPr/>
        </p:nvSpPr>
        <p:spPr>
          <a:xfrm>
            <a:off x="2785981" y="6431671"/>
            <a:ext cx="229403" cy="9846"/>
          </a:xfrm>
          <a:custGeom>
            <a:avLst/>
            <a:gdLst/>
            <a:ahLst/>
            <a:cxnLst/>
            <a:rect l="0" t="0" r="0" b="0"/>
            <a:pathLst>
              <a:path w="229403" h="9846">
                <a:moveTo>
                  <a:pt x="0" y="9846"/>
                </a:moveTo>
                <a:lnTo>
                  <a:pt x="229403" y="0"/>
                </a:lnTo>
              </a:path>
            </a:pathLst>
          </a:custGeom>
          <a:noFill/>
          <a:ln w="7760">
            <a:solidFill>
              <a:srgbClr val="623C8F">
                <a:alpha val="9000"/>
              </a:srgbClr>
            </a:solidFill>
            <a:prstDash val="solid"/>
          </a:ln>
        </p:spPr>
      </p:sp>
      <p:sp>
        <p:nvSpPr>
          <p:cNvPr id="751" name="lumia-token-stream-curve">
            <a:extLst>
              <a:ext uri="{FF2B5EF4-FFF2-40B4-BE49-F238E27FC236}">
                <a16:creationId xmlns:a16="http://schemas.microsoft.com/office/drawing/2014/main" id="{F8F1BE8B-EBD6-4A17-BF23-E1153F9F7805}"/>
              </a:ext>
            </a:extLst>
          </p:cNvPr>
          <p:cNvSpPr>
            <a:spLocks noGrp="1"/>
          </p:cNvSpPr>
          <p:nvPr/>
        </p:nvSpPr>
        <p:spPr>
          <a:xfrm>
            <a:off x="3015384" y="6410988"/>
            <a:ext cx="232623" cy="20683"/>
          </a:xfrm>
          <a:custGeom>
            <a:avLst/>
            <a:gdLst/>
            <a:ahLst/>
            <a:cxnLst/>
            <a:rect l="0" t="0" r="0" b="0"/>
            <a:pathLst>
              <a:path w="232623" h="20683">
                <a:moveTo>
                  <a:pt x="0" y="20683"/>
                </a:moveTo>
                <a:lnTo>
                  <a:pt x="232623" y="0"/>
                </a:lnTo>
              </a:path>
            </a:pathLst>
          </a:custGeom>
          <a:noFill/>
          <a:ln w="7760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752" name="lumia-token-stream-curve">
            <a:extLst>
              <a:ext uri="{FF2B5EF4-FFF2-40B4-BE49-F238E27FC236}">
                <a16:creationId xmlns:a16="http://schemas.microsoft.com/office/drawing/2014/main" id="{AB0EC21F-E90F-4F6C-9B3D-2A9F6D472D1C}"/>
              </a:ext>
            </a:extLst>
          </p:cNvPr>
          <p:cNvSpPr>
            <a:spLocks noGrp="1"/>
          </p:cNvSpPr>
          <p:nvPr/>
        </p:nvSpPr>
        <p:spPr>
          <a:xfrm>
            <a:off x="3248007" y="6377339"/>
            <a:ext cx="235807" cy="33649"/>
          </a:xfrm>
          <a:custGeom>
            <a:avLst/>
            <a:gdLst/>
            <a:ahLst/>
            <a:cxnLst/>
            <a:rect l="0" t="0" r="0" b="0"/>
            <a:pathLst>
              <a:path w="235807" h="33649">
                <a:moveTo>
                  <a:pt x="0" y="33649"/>
                </a:moveTo>
                <a:lnTo>
                  <a:pt x="235807" y="0"/>
                </a:lnTo>
              </a:path>
            </a:pathLst>
          </a:custGeom>
          <a:noFill/>
          <a:ln w="7760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753" name="lumia-token-stream-curve">
            <a:extLst>
              <a:ext uri="{FF2B5EF4-FFF2-40B4-BE49-F238E27FC236}">
                <a16:creationId xmlns:a16="http://schemas.microsoft.com/office/drawing/2014/main" id="{EE01EBB2-058E-4665-B7ED-498450ED3D30}"/>
              </a:ext>
            </a:extLst>
          </p:cNvPr>
          <p:cNvSpPr>
            <a:spLocks noGrp="1"/>
          </p:cNvSpPr>
          <p:nvPr/>
        </p:nvSpPr>
        <p:spPr>
          <a:xfrm>
            <a:off x="3483814" y="6329478"/>
            <a:ext cx="238953" cy="47861"/>
          </a:xfrm>
          <a:custGeom>
            <a:avLst/>
            <a:gdLst/>
            <a:ahLst/>
            <a:cxnLst/>
            <a:rect l="0" t="0" r="0" b="0"/>
            <a:pathLst>
              <a:path w="238953" h="47861">
                <a:moveTo>
                  <a:pt x="0" y="47861"/>
                </a:moveTo>
                <a:lnTo>
                  <a:pt x="238953" y="0"/>
                </a:lnTo>
              </a:path>
            </a:pathLst>
          </a:custGeom>
          <a:noFill/>
          <a:ln w="7760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754" name="lumia-token-stream-curve">
            <a:extLst>
              <a:ext uri="{FF2B5EF4-FFF2-40B4-BE49-F238E27FC236}">
                <a16:creationId xmlns:a16="http://schemas.microsoft.com/office/drawing/2014/main" id="{ADB1208D-376A-4D1B-86AF-6B8A7B2088E1}"/>
              </a:ext>
            </a:extLst>
          </p:cNvPr>
          <p:cNvSpPr>
            <a:spLocks noGrp="1"/>
          </p:cNvSpPr>
          <p:nvPr/>
        </p:nvSpPr>
        <p:spPr>
          <a:xfrm>
            <a:off x="3722767" y="6267235"/>
            <a:ext cx="242063" cy="62243"/>
          </a:xfrm>
          <a:custGeom>
            <a:avLst/>
            <a:gdLst/>
            <a:ahLst/>
            <a:cxnLst/>
            <a:rect l="0" t="0" r="0" b="0"/>
            <a:pathLst>
              <a:path w="242063" h="62243">
                <a:moveTo>
                  <a:pt x="0" y="62243"/>
                </a:moveTo>
                <a:lnTo>
                  <a:pt x="242063" y="0"/>
                </a:lnTo>
              </a:path>
            </a:pathLst>
          </a:custGeom>
          <a:noFill/>
          <a:ln w="7761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755" name="lumia-token-stream-curve">
            <a:extLst>
              <a:ext uri="{FF2B5EF4-FFF2-40B4-BE49-F238E27FC236}">
                <a16:creationId xmlns:a16="http://schemas.microsoft.com/office/drawing/2014/main" id="{7F6626D3-ACDE-4BF2-AE0F-9B092187212D}"/>
              </a:ext>
            </a:extLst>
          </p:cNvPr>
          <p:cNvSpPr>
            <a:spLocks noGrp="1"/>
          </p:cNvSpPr>
          <p:nvPr/>
        </p:nvSpPr>
        <p:spPr>
          <a:xfrm>
            <a:off x="3964831" y="6191617"/>
            <a:ext cx="245137" cy="75618"/>
          </a:xfrm>
          <a:custGeom>
            <a:avLst/>
            <a:gdLst/>
            <a:ahLst/>
            <a:cxnLst/>
            <a:rect l="0" t="0" r="0" b="0"/>
            <a:pathLst>
              <a:path w="245137" h="75618">
                <a:moveTo>
                  <a:pt x="0" y="75618"/>
                </a:moveTo>
                <a:lnTo>
                  <a:pt x="245137" y="0"/>
                </a:lnTo>
              </a:path>
            </a:pathLst>
          </a:custGeom>
          <a:noFill/>
          <a:ln w="7785">
            <a:solidFill>
              <a:srgbClr val="A33F64">
                <a:alpha val="10000"/>
              </a:srgbClr>
            </a:solidFill>
            <a:prstDash val="solid"/>
          </a:ln>
        </p:spPr>
      </p:sp>
      <p:sp>
        <p:nvSpPr>
          <p:cNvPr id="756" name="lumia-token-stream-curve">
            <a:extLst>
              <a:ext uri="{FF2B5EF4-FFF2-40B4-BE49-F238E27FC236}">
                <a16:creationId xmlns:a16="http://schemas.microsoft.com/office/drawing/2014/main" id="{D8B6EE61-1B5A-47F8-A5BC-4504EC4732D5}"/>
              </a:ext>
            </a:extLst>
          </p:cNvPr>
          <p:cNvSpPr>
            <a:spLocks noGrp="1"/>
          </p:cNvSpPr>
          <p:nvPr/>
        </p:nvSpPr>
        <p:spPr>
          <a:xfrm>
            <a:off x="4209968" y="6104798"/>
            <a:ext cx="248174" cy="86820"/>
          </a:xfrm>
          <a:custGeom>
            <a:avLst/>
            <a:gdLst/>
            <a:ahLst/>
            <a:cxnLst/>
            <a:rect l="0" t="0" r="0" b="0"/>
            <a:pathLst>
              <a:path w="248174" h="86820">
                <a:moveTo>
                  <a:pt x="0" y="86820"/>
                </a:moveTo>
                <a:lnTo>
                  <a:pt x="248174" y="0"/>
                </a:lnTo>
              </a:path>
            </a:pathLst>
          </a:custGeom>
          <a:noFill/>
          <a:ln w="7839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757" name="lumia-token-stream-curve">
            <a:extLst>
              <a:ext uri="{FF2B5EF4-FFF2-40B4-BE49-F238E27FC236}">
                <a16:creationId xmlns:a16="http://schemas.microsoft.com/office/drawing/2014/main" id="{614F487C-F9E3-4678-A96F-99DBACF8C923}"/>
              </a:ext>
            </a:extLst>
          </p:cNvPr>
          <p:cNvSpPr>
            <a:spLocks noGrp="1"/>
          </p:cNvSpPr>
          <p:nvPr/>
        </p:nvSpPr>
        <p:spPr>
          <a:xfrm>
            <a:off x="4458141" y="6009977"/>
            <a:ext cx="251174" cy="94821"/>
          </a:xfrm>
          <a:custGeom>
            <a:avLst/>
            <a:gdLst/>
            <a:ahLst/>
            <a:cxnLst/>
            <a:rect l="0" t="0" r="0" b="0"/>
            <a:pathLst>
              <a:path w="251174" h="94821">
                <a:moveTo>
                  <a:pt x="0" y="94821"/>
                </a:moveTo>
                <a:lnTo>
                  <a:pt x="251174" y="0"/>
                </a:lnTo>
              </a:path>
            </a:pathLst>
          </a:custGeom>
          <a:noFill/>
          <a:ln w="7920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758" name="lumia-token-stream-curve">
            <a:extLst>
              <a:ext uri="{FF2B5EF4-FFF2-40B4-BE49-F238E27FC236}">
                <a16:creationId xmlns:a16="http://schemas.microsoft.com/office/drawing/2014/main" id="{D6596F8D-0A2A-40B4-A1BF-9EB64E717B04}"/>
              </a:ext>
            </a:extLst>
          </p:cNvPr>
          <p:cNvSpPr>
            <a:spLocks noGrp="1"/>
          </p:cNvSpPr>
          <p:nvPr/>
        </p:nvSpPr>
        <p:spPr>
          <a:xfrm>
            <a:off x="4709315" y="5911115"/>
            <a:ext cx="254138" cy="98862"/>
          </a:xfrm>
          <a:custGeom>
            <a:avLst/>
            <a:gdLst/>
            <a:ahLst/>
            <a:cxnLst/>
            <a:rect l="0" t="0" r="0" b="0"/>
            <a:pathLst>
              <a:path w="254138" h="98862">
                <a:moveTo>
                  <a:pt x="0" y="98862"/>
                </a:moveTo>
                <a:lnTo>
                  <a:pt x="254138" y="0"/>
                </a:lnTo>
              </a:path>
            </a:pathLst>
          </a:custGeom>
          <a:noFill/>
          <a:ln w="8027">
            <a:solidFill>
              <a:srgbClr val="CA414A">
                <a:alpha val="11000"/>
              </a:srgbClr>
            </a:solidFill>
            <a:prstDash val="solid"/>
          </a:ln>
        </p:spPr>
      </p:sp>
      <p:sp>
        <p:nvSpPr>
          <p:cNvPr id="759" name="lumia-token-stream-curve">
            <a:extLst>
              <a:ext uri="{FF2B5EF4-FFF2-40B4-BE49-F238E27FC236}">
                <a16:creationId xmlns:a16="http://schemas.microsoft.com/office/drawing/2014/main" id="{D3178BE5-2820-4391-927C-24FF13C65235}"/>
              </a:ext>
            </a:extLst>
          </p:cNvPr>
          <p:cNvSpPr>
            <a:spLocks noGrp="1"/>
          </p:cNvSpPr>
          <p:nvPr/>
        </p:nvSpPr>
        <p:spPr>
          <a:xfrm>
            <a:off x="4963453" y="5812551"/>
            <a:ext cx="257065" cy="98564"/>
          </a:xfrm>
          <a:custGeom>
            <a:avLst/>
            <a:gdLst/>
            <a:ahLst/>
            <a:cxnLst/>
            <a:rect l="0" t="0" r="0" b="0"/>
            <a:pathLst>
              <a:path w="257065" h="98564">
                <a:moveTo>
                  <a:pt x="0" y="98564"/>
                </a:moveTo>
                <a:lnTo>
                  <a:pt x="257065" y="0"/>
                </a:lnTo>
              </a:path>
            </a:pathLst>
          </a:custGeom>
          <a:noFill/>
          <a:ln w="8157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760" name="lumia-token-stream-curve">
            <a:extLst>
              <a:ext uri="{FF2B5EF4-FFF2-40B4-BE49-F238E27FC236}">
                <a16:creationId xmlns:a16="http://schemas.microsoft.com/office/drawing/2014/main" id="{80E11A2F-7F45-4D27-AA15-83A724AF3C04}"/>
              </a:ext>
            </a:extLst>
          </p:cNvPr>
          <p:cNvSpPr>
            <a:spLocks noGrp="1"/>
          </p:cNvSpPr>
          <p:nvPr/>
        </p:nvSpPr>
        <p:spPr>
          <a:xfrm>
            <a:off x="5220518" y="5718540"/>
            <a:ext cx="259955" cy="94011"/>
          </a:xfrm>
          <a:custGeom>
            <a:avLst/>
            <a:gdLst/>
            <a:ahLst/>
            <a:cxnLst/>
            <a:rect l="0" t="0" r="0" b="0"/>
            <a:pathLst>
              <a:path w="259955" h="94011">
                <a:moveTo>
                  <a:pt x="0" y="94011"/>
                </a:moveTo>
                <a:lnTo>
                  <a:pt x="259955" y="0"/>
                </a:lnTo>
              </a:path>
            </a:pathLst>
          </a:custGeom>
          <a:noFill/>
          <a:ln w="8307">
            <a:solidFill>
              <a:srgbClr val="E44339">
                <a:alpha val="12000"/>
              </a:srgbClr>
            </a:solidFill>
            <a:prstDash val="solid"/>
          </a:ln>
        </p:spPr>
      </p:sp>
      <p:sp>
        <p:nvSpPr>
          <p:cNvPr id="761" name="lumia-token-stream-curve">
            <a:extLst>
              <a:ext uri="{FF2B5EF4-FFF2-40B4-BE49-F238E27FC236}">
                <a16:creationId xmlns:a16="http://schemas.microsoft.com/office/drawing/2014/main" id="{B0DDDC59-0DB4-4997-A190-ECA502C95E12}"/>
              </a:ext>
            </a:extLst>
          </p:cNvPr>
          <p:cNvSpPr>
            <a:spLocks noGrp="1"/>
          </p:cNvSpPr>
          <p:nvPr/>
        </p:nvSpPr>
        <p:spPr>
          <a:xfrm>
            <a:off x="5480473" y="5632748"/>
            <a:ext cx="262809" cy="85792"/>
          </a:xfrm>
          <a:custGeom>
            <a:avLst/>
            <a:gdLst/>
            <a:ahLst/>
            <a:cxnLst/>
            <a:rect l="0" t="0" r="0" b="0"/>
            <a:pathLst>
              <a:path w="262809" h="85792">
                <a:moveTo>
                  <a:pt x="0" y="85792"/>
                </a:moveTo>
                <a:lnTo>
                  <a:pt x="262809" y="0"/>
                </a:lnTo>
              </a:path>
            </a:pathLst>
          </a:custGeom>
          <a:noFill/>
          <a:ln w="8477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762" name="lumia-token-stream-curve">
            <a:extLst>
              <a:ext uri="{FF2B5EF4-FFF2-40B4-BE49-F238E27FC236}">
                <a16:creationId xmlns:a16="http://schemas.microsoft.com/office/drawing/2014/main" id="{D8BA9D0C-8779-4833-A369-3EB05A45744D}"/>
              </a:ext>
            </a:extLst>
          </p:cNvPr>
          <p:cNvSpPr>
            <a:spLocks noGrp="1"/>
          </p:cNvSpPr>
          <p:nvPr/>
        </p:nvSpPr>
        <p:spPr>
          <a:xfrm>
            <a:off x="5743282" y="5557770"/>
            <a:ext cx="265626" cy="74978"/>
          </a:xfrm>
          <a:custGeom>
            <a:avLst/>
            <a:gdLst/>
            <a:ahLst/>
            <a:cxnLst/>
            <a:rect l="0" t="0" r="0" b="0"/>
            <a:pathLst>
              <a:path w="265626" h="74978">
                <a:moveTo>
                  <a:pt x="0" y="74978"/>
                </a:moveTo>
                <a:lnTo>
                  <a:pt x="265626" y="0"/>
                </a:lnTo>
              </a:path>
            </a:pathLst>
          </a:custGeom>
          <a:noFill/>
          <a:ln w="8663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763" name="lumia-token-stream-curve">
            <a:extLst>
              <a:ext uri="{FF2B5EF4-FFF2-40B4-BE49-F238E27FC236}">
                <a16:creationId xmlns:a16="http://schemas.microsoft.com/office/drawing/2014/main" id="{179A2C8E-D1C9-4432-AB4F-E7B8DAB0BE79}"/>
              </a:ext>
            </a:extLst>
          </p:cNvPr>
          <p:cNvSpPr>
            <a:spLocks noGrp="1"/>
          </p:cNvSpPr>
          <p:nvPr/>
        </p:nvSpPr>
        <p:spPr>
          <a:xfrm>
            <a:off x="6008908" y="5494728"/>
            <a:ext cx="268406" cy="63042"/>
          </a:xfrm>
          <a:custGeom>
            <a:avLst/>
            <a:gdLst/>
            <a:ahLst/>
            <a:cxnLst/>
            <a:rect l="0" t="0" r="0" b="0"/>
            <a:pathLst>
              <a:path w="268406" h="63042">
                <a:moveTo>
                  <a:pt x="0" y="63042"/>
                </a:moveTo>
                <a:lnTo>
                  <a:pt x="268406" y="0"/>
                </a:lnTo>
              </a:path>
            </a:pathLst>
          </a:custGeom>
          <a:noFill/>
          <a:ln w="8863">
            <a:solidFill>
              <a:srgbClr val="EE5E2A">
                <a:alpha val="13000"/>
              </a:srgbClr>
            </a:solidFill>
            <a:prstDash val="solid"/>
          </a:ln>
        </p:spPr>
      </p:sp>
      <p:sp>
        <p:nvSpPr>
          <p:cNvPr id="764" name="lumia-token-stream-curve">
            <a:extLst>
              <a:ext uri="{FF2B5EF4-FFF2-40B4-BE49-F238E27FC236}">
                <a16:creationId xmlns:a16="http://schemas.microsoft.com/office/drawing/2014/main" id="{7F40F256-A220-4E62-94B3-B4DD50AF3496}"/>
              </a:ext>
            </a:extLst>
          </p:cNvPr>
          <p:cNvSpPr>
            <a:spLocks noGrp="1"/>
          </p:cNvSpPr>
          <p:nvPr/>
        </p:nvSpPr>
        <p:spPr>
          <a:xfrm>
            <a:off x="6277314" y="5443011"/>
            <a:ext cx="271150" cy="51717"/>
          </a:xfrm>
          <a:custGeom>
            <a:avLst/>
            <a:gdLst/>
            <a:ahLst/>
            <a:cxnLst/>
            <a:rect l="0" t="0" r="0" b="0"/>
            <a:pathLst>
              <a:path w="271150" h="51717">
                <a:moveTo>
                  <a:pt x="0" y="51717"/>
                </a:moveTo>
                <a:lnTo>
                  <a:pt x="271150" y="0"/>
                </a:lnTo>
              </a:path>
            </a:pathLst>
          </a:custGeom>
          <a:noFill/>
          <a:ln w="9075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765" name="lumia-token-stream-curve">
            <a:extLst>
              <a:ext uri="{FF2B5EF4-FFF2-40B4-BE49-F238E27FC236}">
                <a16:creationId xmlns:a16="http://schemas.microsoft.com/office/drawing/2014/main" id="{AAD08681-8FD2-49E4-BE88-5AB18F24B063}"/>
              </a:ext>
            </a:extLst>
          </p:cNvPr>
          <p:cNvSpPr>
            <a:spLocks noGrp="1"/>
          </p:cNvSpPr>
          <p:nvPr/>
        </p:nvSpPr>
        <p:spPr>
          <a:xfrm>
            <a:off x="6548464" y="5400208"/>
            <a:ext cx="273858" cy="42804"/>
          </a:xfrm>
          <a:custGeom>
            <a:avLst/>
            <a:gdLst/>
            <a:ahLst/>
            <a:cxnLst/>
            <a:rect l="0" t="0" r="0" b="0"/>
            <a:pathLst>
              <a:path w="273858" h="42804">
                <a:moveTo>
                  <a:pt x="0" y="42804"/>
                </a:moveTo>
                <a:lnTo>
                  <a:pt x="273858" y="0"/>
                </a:lnTo>
              </a:path>
            </a:pathLst>
          </a:custGeom>
          <a:noFill/>
          <a:ln w="9297">
            <a:solidFill>
              <a:srgbClr val="F17322">
                <a:alpha val="14000"/>
              </a:srgbClr>
            </a:solidFill>
            <a:prstDash val="solid"/>
          </a:ln>
        </p:spPr>
      </p:sp>
      <p:sp>
        <p:nvSpPr>
          <p:cNvPr id="766" name="lumia-token-stream-curve">
            <a:extLst>
              <a:ext uri="{FF2B5EF4-FFF2-40B4-BE49-F238E27FC236}">
                <a16:creationId xmlns:a16="http://schemas.microsoft.com/office/drawing/2014/main" id="{EC862959-BFC5-4122-8256-84B83350EDB6}"/>
              </a:ext>
            </a:extLst>
          </p:cNvPr>
          <p:cNvSpPr>
            <a:spLocks noGrp="1"/>
          </p:cNvSpPr>
          <p:nvPr/>
        </p:nvSpPr>
        <p:spPr>
          <a:xfrm>
            <a:off x="6822322" y="5362256"/>
            <a:ext cx="276528" cy="37952"/>
          </a:xfrm>
          <a:custGeom>
            <a:avLst/>
            <a:gdLst/>
            <a:ahLst/>
            <a:cxnLst/>
            <a:rect l="0" t="0" r="0" b="0"/>
            <a:pathLst>
              <a:path w="276528" h="37952">
                <a:moveTo>
                  <a:pt x="0" y="37952"/>
                </a:moveTo>
                <a:lnTo>
                  <a:pt x="276528" y="0"/>
                </a:lnTo>
              </a:path>
            </a:pathLst>
          </a:custGeom>
          <a:noFill/>
          <a:ln w="9526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767" name="lumia-token-stream-curve">
            <a:extLst>
              <a:ext uri="{FF2B5EF4-FFF2-40B4-BE49-F238E27FC236}">
                <a16:creationId xmlns:a16="http://schemas.microsoft.com/office/drawing/2014/main" id="{1DF7CF12-4D4D-4AA1-83D7-AE014B71A5B2}"/>
              </a:ext>
            </a:extLst>
          </p:cNvPr>
          <p:cNvSpPr>
            <a:spLocks noGrp="1"/>
          </p:cNvSpPr>
          <p:nvPr/>
        </p:nvSpPr>
        <p:spPr>
          <a:xfrm>
            <a:off x="7098850" y="5323823"/>
            <a:ext cx="279162" cy="38433"/>
          </a:xfrm>
          <a:custGeom>
            <a:avLst/>
            <a:gdLst/>
            <a:ahLst/>
            <a:cxnLst/>
            <a:rect l="0" t="0" r="0" b="0"/>
            <a:pathLst>
              <a:path w="279162" h="38433">
                <a:moveTo>
                  <a:pt x="0" y="38433"/>
                </a:moveTo>
                <a:lnTo>
                  <a:pt x="279162" y="0"/>
                </a:lnTo>
              </a:path>
            </a:pathLst>
          </a:custGeom>
          <a:noFill/>
          <a:ln w="9761">
            <a:solidFill>
              <a:srgbClr val="F48919">
                <a:alpha val="15000"/>
              </a:srgbClr>
            </a:solidFill>
            <a:prstDash val="solid"/>
          </a:ln>
        </p:spPr>
      </p:sp>
      <p:sp>
        <p:nvSpPr>
          <p:cNvPr id="768" name="lumia-token-stream-curve">
            <a:extLst>
              <a:ext uri="{FF2B5EF4-FFF2-40B4-BE49-F238E27FC236}">
                <a16:creationId xmlns:a16="http://schemas.microsoft.com/office/drawing/2014/main" id="{7C215301-7325-4406-9269-C52787C292E6}"/>
              </a:ext>
            </a:extLst>
          </p:cNvPr>
          <p:cNvSpPr>
            <a:spLocks noGrp="1"/>
          </p:cNvSpPr>
          <p:nvPr/>
        </p:nvSpPr>
        <p:spPr>
          <a:xfrm>
            <a:off x="7378013" y="5278884"/>
            <a:ext cx="281760" cy="44939"/>
          </a:xfrm>
          <a:custGeom>
            <a:avLst/>
            <a:gdLst/>
            <a:ahLst/>
            <a:cxnLst/>
            <a:rect l="0" t="0" r="0" b="0"/>
            <a:pathLst>
              <a:path w="281760" h="44939">
                <a:moveTo>
                  <a:pt x="0" y="44939"/>
                </a:moveTo>
                <a:lnTo>
                  <a:pt x="281760" y="0"/>
                </a:lnTo>
              </a:path>
            </a:pathLst>
          </a:custGeom>
          <a:noFill/>
          <a:ln w="9999">
            <a:solidFill>
              <a:srgbClr val="F59415">
                <a:alpha val="15000"/>
              </a:srgbClr>
            </a:solidFill>
            <a:prstDash val="solid"/>
          </a:ln>
        </p:spPr>
      </p:sp>
      <p:sp>
        <p:nvSpPr>
          <p:cNvPr id="769" name="lumia-token-stream-curve">
            <a:extLst>
              <a:ext uri="{FF2B5EF4-FFF2-40B4-BE49-F238E27FC236}">
                <a16:creationId xmlns:a16="http://schemas.microsoft.com/office/drawing/2014/main" id="{133B1A89-08A7-49CB-9CED-FC7B19ED3A38}"/>
              </a:ext>
            </a:extLst>
          </p:cNvPr>
          <p:cNvSpPr>
            <a:spLocks noGrp="1"/>
          </p:cNvSpPr>
          <p:nvPr/>
        </p:nvSpPr>
        <p:spPr>
          <a:xfrm>
            <a:off x="7659772" y="5221437"/>
            <a:ext cx="284320" cy="57447"/>
          </a:xfrm>
          <a:custGeom>
            <a:avLst/>
            <a:gdLst/>
            <a:ahLst/>
            <a:cxnLst/>
            <a:rect l="0" t="0" r="0" b="0"/>
            <a:pathLst>
              <a:path w="284320" h="57447">
                <a:moveTo>
                  <a:pt x="0" y="57447"/>
                </a:moveTo>
                <a:lnTo>
                  <a:pt x="284320" y="0"/>
                </a:lnTo>
              </a:path>
            </a:pathLst>
          </a:custGeom>
          <a:noFill/>
          <a:ln w="10238">
            <a:solidFill>
              <a:srgbClr val="F79E11">
                <a:alpha val="16000"/>
              </a:srgbClr>
            </a:solidFill>
            <a:prstDash val="solid"/>
          </a:ln>
        </p:spPr>
      </p:sp>
      <p:sp>
        <p:nvSpPr>
          <p:cNvPr id="770" name="lumia-token-stream-curve">
            <a:extLst>
              <a:ext uri="{FF2B5EF4-FFF2-40B4-BE49-F238E27FC236}">
                <a16:creationId xmlns:a16="http://schemas.microsoft.com/office/drawing/2014/main" id="{92F8BA6E-CC92-4FE9-8D75-BD39245580CB}"/>
              </a:ext>
            </a:extLst>
          </p:cNvPr>
          <p:cNvSpPr>
            <a:spLocks noGrp="1"/>
          </p:cNvSpPr>
          <p:nvPr/>
        </p:nvSpPr>
        <p:spPr>
          <a:xfrm>
            <a:off x="7944093" y="5146280"/>
            <a:ext cx="286845" cy="75157"/>
          </a:xfrm>
          <a:custGeom>
            <a:avLst/>
            <a:gdLst/>
            <a:ahLst/>
            <a:cxnLst/>
            <a:rect l="0" t="0" r="0" b="0"/>
            <a:pathLst>
              <a:path w="286845" h="75157">
                <a:moveTo>
                  <a:pt x="0" y="75157"/>
                </a:moveTo>
                <a:lnTo>
                  <a:pt x="286845" y="0"/>
                </a:lnTo>
              </a:path>
            </a:pathLst>
          </a:custGeom>
          <a:noFill/>
          <a:ln w="10475">
            <a:solidFill>
              <a:srgbClr val="F8A90C">
                <a:alpha val="16000"/>
              </a:srgbClr>
            </a:solidFill>
            <a:prstDash val="solid"/>
          </a:ln>
        </p:spPr>
      </p:sp>
      <p:sp>
        <p:nvSpPr>
          <p:cNvPr id="771" name="lumia-token-stream-curve">
            <a:extLst>
              <a:ext uri="{FF2B5EF4-FFF2-40B4-BE49-F238E27FC236}">
                <a16:creationId xmlns:a16="http://schemas.microsoft.com/office/drawing/2014/main" id="{1F642666-E2BB-4790-AFB7-A1D593AB5E8F}"/>
              </a:ext>
            </a:extLst>
          </p:cNvPr>
          <p:cNvSpPr>
            <a:spLocks noGrp="1"/>
          </p:cNvSpPr>
          <p:nvPr/>
        </p:nvSpPr>
        <p:spPr>
          <a:xfrm>
            <a:off x="8230937" y="5049739"/>
            <a:ext cx="289332" cy="96541"/>
          </a:xfrm>
          <a:custGeom>
            <a:avLst/>
            <a:gdLst/>
            <a:ahLst/>
            <a:cxnLst/>
            <a:rect l="0" t="0" r="0" b="0"/>
            <a:pathLst>
              <a:path w="289332" h="96541">
                <a:moveTo>
                  <a:pt x="0" y="96541"/>
                </a:moveTo>
                <a:lnTo>
                  <a:pt x="289332" y="0"/>
                </a:lnTo>
              </a:path>
            </a:pathLst>
          </a:custGeom>
          <a:noFill/>
          <a:ln w="10709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772" name="lumia-token-stream-curve">
            <a:extLst>
              <a:ext uri="{FF2B5EF4-FFF2-40B4-BE49-F238E27FC236}">
                <a16:creationId xmlns:a16="http://schemas.microsoft.com/office/drawing/2014/main" id="{278A9CC8-F248-41FC-9B97-4EC1EBFE05AA}"/>
              </a:ext>
            </a:extLst>
          </p:cNvPr>
          <p:cNvSpPr>
            <a:spLocks noGrp="1"/>
          </p:cNvSpPr>
          <p:nvPr/>
        </p:nvSpPr>
        <p:spPr>
          <a:xfrm>
            <a:off x="8520269" y="4930243"/>
            <a:ext cx="291783" cy="119495"/>
          </a:xfrm>
          <a:custGeom>
            <a:avLst/>
            <a:gdLst/>
            <a:ahLst/>
            <a:cxnLst/>
            <a:rect l="0" t="0" r="0" b="0"/>
            <a:pathLst>
              <a:path w="291783" h="119495">
                <a:moveTo>
                  <a:pt x="0" y="119495"/>
                </a:moveTo>
                <a:lnTo>
                  <a:pt x="291783" y="0"/>
                </a:lnTo>
              </a:path>
            </a:pathLst>
          </a:custGeom>
          <a:noFill/>
          <a:ln w="10936">
            <a:solidFill>
              <a:srgbClr val="F7BC07">
                <a:alpha val="17000"/>
              </a:srgbClr>
            </a:solidFill>
            <a:prstDash val="solid"/>
          </a:ln>
        </p:spPr>
      </p:sp>
      <p:sp>
        <p:nvSpPr>
          <p:cNvPr id="773" name="lumia-token-stream-curve">
            <a:extLst>
              <a:ext uri="{FF2B5EF4-FFF2-40B4-BE49-F238E27FC236}">
                <a16:creationId xmlns:a16="http://schemas.microsoft.com/office/drawing/2014/main" id="{FFDAA9E2-E9F1-4B69-B50D-0F40437E4803}"/>
              </a:ext>
            </a:extLst>
          </p:cNvPr>
          <p:cNvSpPr>
            <a:spLocks noGrp="1"/>
          </p:cNvSpPr>
          <p:nvPr/>
        </p:nvSpPr>
        <p:spPr>
          <a:xfrm>
            <a:off x="8812052" y="4788649"/>
            <a:ext cx="294197" cy="141594"/>
          </a:xfrm>
          <a:custGeom>
            <a:avLst/>
            <a:gdLst/>
            <a:ahLst/>
            <a:cxnLst/>
            <a:rect l="0" t="0" r="0" b="0"/>
            <a:pathLst>
              <a:path w="294197" h="141594">
                <a:moveTo>
                  <a:pt x="0" y="141594"/>
                </a:moveTo>
                <a:lnTo>
                  <a:pt x="294197" y="0"/>
                </a:lnTo>
              </a:path>
            </a:pathLst>
          </a:custGeom>
          <a:noFill/>
          <a:ln w="11156">
            <a:solidFill>
              <a:srgbClr val="E5BA0E">
                <a:alpha val="17000"/>
              </a:srgbClr>
            </a:solidFill>
            <a:prstDash val="solid"/>
          </a:ln>
        </p:spPr>
      </p:sp>
      <p:sp>
        <p:nvSpPr>
          <p:cNvPr id="774" name="lumia-token-stream-curve">
            <a:extLst>
              <a:ext uri="{FF2B5EF4-FFF2-40B4-BE49-F238E27FC236}">
                <a16:creationId xmlns:a16="http://schemas.microsoft.com/office/drawing/2014/main" id="{78D126F7-8869-4FFA-9CE9-C3C04D92D81D}"/>
              </a:ext>
            </a:extLst>
          </p:cNvPr>
          <p:cNvSpPr>
            <a:spLocks noGrp="1"/>
          </p:cNvSpPr>
          <p:nvPr/>
        </p:nvSpPr>
        <p:spPr>
          <a:xfrm>
            <a:off x="9106250" y="4628239"/>
            <a:ext cx="296575" cy="160410"/>
          </a:xfrm>
          <a:custGeom>
            <a:avLst/>
            <a:gdLst/>
            <a:ahLst/>
            <a:cxnLst/>
            <a:rect l="0" t="0" r="0" b="0"/>
            <a:pathLst>
              <a:path w="296575" h="160410">
                <a:moveTo>
                  <a:pt x="0" y="160410"/>
                </a:moveTo>
                <a:lnTo>
                  <a:pt x="296575" y="0"/>
                </a:lnTo>
              </a:path>
            </a:pathLst>
          </a:custGeom>
          <a:noFill/>
          <a:ln w="11365">
            <a:solidFill>
              <a:srgbClr val="D3B815">
                <a:alpha val="18000"/>
              </a:srgbClr>
            </a:solidFill>
            <a:prstDash val="solid"/>
          </a:ln>
        </p:spPr>
      </p:sp>
      <p:sp>
        <p:nvSpPr>
          <p:cNvPr id="775" name="lumia-token-stream-curve">
            <a:extLst>
              <a:ext uri="{FF2B5EF4-FFF2-40B4-BE49-F238E27FC236}">
                <a16:creationId xmlns:a16="http://schemas.microsoft.com/office/drawing/2014/main" id="{D647C4E2-E671-432F-B860-1013E6C36809}"/>
              </a:ext>
            </a:extLst>
          </p:cNvPr>
          <p:cNvSpPr>
            <a:spLocks noGrp="1"/>
          </p:cNvSpPr>
          <p:nvPr/>
        </p:nvSpPr>
        <p:spPr>
          <a:xfrm>
            <a:off x="9402825" y="4454376"/>
            <a:ext cx="298916" cy="173863"/>
          </a:xfrm>
          <a:custGeom>
            <a:avLst/>
            <a:gdLst/>
            <a:ahLst/>
            <a:cxnLst/>
            <a:rect l="0" t="0" r="0" b="0"/>
            <a:pathLst>
              <a:path w="298916" h="173863">
                <a:moveTo>
                  <a:pt x="0" y="173863"/>
                </a:moveTo>
                <a:lnTo>
                  <a:pt x="298916" y="0"/>
                </a:lnTo>
              </a:path>
            </a:pathLst>
          </a:custGeom>
          <a:noFill/>
          <a:ln w="11562">
            <a:solidFill>
              <a:srgbClr val="C2B61C">
                <a:alpha val="18000"/>
              </a:srgbClr>
            </a:solidFill>
            <a:prstDash val="solid"/>
          </a:ln>
        </p:spPr>
      </p:sp>
      <p:sp>
        <p:nvSpPr>
          <p:cNvPr id="776" name="lumia-token-stream-curve">
            <a:extLst>
              <a:ext uri="{FF2B5EF4-FFF2-40B4-BE49-F238E27FC236}">
                <a16:creationId xmlns:a16="http://schemas.microsoft.com/office/drawing/2014/main" id="{9C284DEE-6D8F-475B-9F22-D24649C53E36}"/>
              </a:ext>
            </a:extLst>
          </p:cNvPr>
          <p:cNvSpPr>
            <a:spLocks noGrp="1"/>
          </p:cNvSpPr>
          <p:nvPr/>
        </p:nvSpPr>
        <p:spPr>
          <a:xfrm>
            <a:off x="9701740" y="4273821"/>
            <a:ext cx="301220" cy="180555"/>
          </a:xfrm>
          <a:custGeom>
            <a:avLst/>
            <a:gdLst/>
            <a:ahLst/>
            <a:cxnLst/>
            <a:rect l="0" t="0" r="0" b="0"/>
            <a:pathLst>
              <a:path w="301220" h="180555">
                <a:moveTo>
                  <a:pt x="0" y="180555"/>
                </a:moveTo>
                <a:lnTo>
                  <a:pt x="301220" y="0"/>
                </a:lnTo>
              </a:path>
            </a:pathLst>
          </a:custGeom>
          <a:noFill/>
          <a:ln w="11744">
            <a:solidFill>
              <a:srgbClr val="B0B422">
                <a:alpha val="18000"/>
              </a:srgbClr>
            </a:solidFill>
            <a:prstDash val="solid"/>
          </a:ln>
        </p:spPr>
      </p:sp>
      <p:sp>
        <p:nvSpPr>
          <p:cNvPr id="777" name="lumia-token-stream-curve">
            <a:extLst>
              <a:ext uri="{FF2B5EF4-FFF2-40B4-BE49-F238E27FC236}">
                <a16:creationId xmlns:a16="http://schemas.microsoft.com/office/drawing/2014/main" id="{B8679661-DF57-4E96-BF47-7C17D689FC1A}"/>
              </a:ext>
            </a:extLst>
          </p:cNvPr>
          <p:cNvSpPr>
            <a:spLocks noGrp="1"/>
          </p:cNvSpPr>
          <p:nvPr/>
        </p:nvSpPr>
        <p:spPr>
          <a:xfrm>
            <a:off x="10002961" y="4093800"/>
            <a:ext cx="303488" cy="180022"/>
          </a:xfrm>
          <a:custGeom>
            <a:avLst/>
            <a:gdLst/>
            <a:ahLst/>
            <a:cxnLst/>
            <a:rect l="0" t="0" r="0" b="0"/>
            <a:pathLst>
              <a:path w="303488" h="180022">
                <a:moveTo>
                  <a:pt x="0" y="180022"/>
                </a:moveTo>
                <a:lnTo>
                  <a:pt x="303488" y="0"/>
                </a:lnTo>
              </a:path>
            </a:pathLst>
          </a:custGeom>
          <a:noFill/>
          <a:ln w="11909">
            <a:solidFill>
              <a:srgbClr val="9EB329">
                <a:alpha val="18000"/>
              </a:srgbClr>
            </a:solidFill>
            <a:prstDash val="solid"/>
          </a:ln>
        </p:spPr>
      </p:sp>
      <p:sp>
        <p:nvSpPr>
          <p:cNvPr id="778" name="lumia-token-stream-curve">
            <a:extLst>
              <a:ext uri="{FF2B5EF4-FFF2-40B4-BE49-F238E27FC236}">
                <a16:creationId xmlns:a16="http://schemas.microsoft.com/office/drawing/2014/main" id="{BA4E1059-8F2B-4B08-BBCD-B6D89652E27C}"/>
              </a:ext>
            </a:extLst>
          </p:cNvPr>
          <p:cNvSpPr>
            <a:spLocks noGrp="1"/>
          </p:cNvSpPr>
          <p:nvPr/>
        </p:nvSpPr>
        <p:spPr>
          <a:xfrm>
            <a:off x="10306449" y="3920929"/>
            <a:ext cx="305719" cy="172871"/>
          </a:xfrm>
          <a:custGeom>
            <a:avLst/>
            <a:gdLst/>
            <a:ahLst/>
            <a:cxnLst/>
            <a:rect l="0" t="0" r="0" b="0"/>
            <a:pathLst>
              <a:path w="305719" h="172871">
                <a:moveTo>
                  <a:pt x="0" y="172871"/>
                </a:moveTo>
                <a:lnTo>
                  <a:pt x="305719" y="0"/>
                </a:lnTo>
              </a:path>
            </a:pathLst>
          </a:custGeom>
          <a:noFill/>
          <a:ln w="12055">
            <a:solidFill>
              <a:srgbClr val="8CB130">
                <a:alpha val="19000"/>
              </a:srgbClr>
            </a:solidFill>
            <a:prstDash val="solid"/>
          </a:ln>
        </p:spPr>
      </p:sp>
      <p:sp>
        <p:nvSpPr>
          <p:cNvPr id="779" name="lumia-token-stream-curve">
            <a:extLst>
              <a:ext uri="{FF2B5EF4-FFF2-40B4-BE49-F238E27FC236}">
                <a16:creationId xmlns:a16="http://schemas.microsoft.com/office/drawing/2014/main" id="{4D46A6E8-016D-434E-A885-E4922428C550}"/>
              </a:ext>
            </a:extLst>
          </p:cNvPr>
          <p:cNvSpPr>
            <a:spLocks noGrp="1"/>
          </p:cNvSpPr>
          <p:nvPr/>
        </p:nvSpPr>
        <p:spPr>
          <a:xfrm>
            <a:off x="10612168" y="3760170"/>
            <a:ext cx="307914" cy="160758"/>
          </a:xfrm>
          <a:custGeom>
            <a:avLst/>
            <a:gdLst/>
            <a:ahLst/>
            <a:cxnLst/>
            <a:rect l="0" t="0" r="0" b="0"/>
            <a:pathLst>
              <a:path w="307914" h="160758">
                <a:moveTo>
                  <a:pt x="0" y="160758"/>
                </a:moveTo>
                <a:lnTo>
                  <a:pt x="307914" y="0"/>
                </a:lnTo>
              </a:path>
            </a:pathLst>
          </a:custGeom>
          <a:noFill/>
          <a:ln w="12179">
            <a:solidFill>
              <a:srgbClr val="7BAF37">
                <a:alpha val="19000"/>
              </a:srgbClr>
            </a:solidFill>
            <a:prstDash val="solid"/>
          </a:ln>
        </p:spPr>
      </p:sp>
      <p:sp>
        <p:nvSpPr>
          <p:cNvPr id="780" name="lumia-token-stream-curve">
            <a:extLst>
              <a:ext uri="{FF2B5EF4-FFF2-40B4-BE49-F238E27FC236}">
                <a16:creationId xmlns:a16="http://schemas.microsoft.com/office/drawing/2014/main" id="{EFA57A80-8890-4F97-AC6A-C724FA07D20D}"/>
              </a:ext>
            </a:extLst>
          </p:cNvPr>
          <p:cNvSpPr>
            <a:spLocks noGrp="1"/>
          </p:cNvSpPr>
          <p:nvPr/>
        </p:nvSpPr>
        <p:spPr>
          <a:xfrm>
            <a:off x="10920082" y="3613967"/>
            <a:ext cx="310072" cy="146203"/>
          </a:xfrm>
          <a:custGeom>
            <a:avLst/>
            <a:gdLst/>
            <a:ahLst/>
            <a:cxnLst/>
            <a:rect l="0" t="0" r="0" b="0"/>
            <a:pathLst>
              <a:path w="310072" h="146203">
                <a:moveTo>
                  <a:pt x="0" y="146203"/>
                </a:moveTo>
                <a:lnTo>
                  <a:pt x="310072" y="0"/>
                </a:lnTo>
              </a:path>
            </a:pathLst>
          </a:custGeom>
          <a:noFill/>
          <a:ln w="12280">
            <a:solidFill>
              <a:srgbClr val="69AD3E">
                <a:alpha val="19000"/>
              </a:srgbClr>
            </a:solidFill>
            <a:prstDash val="solid"/>
          </a:ln>
        </p:spPr>
      </p:sp>
      <p:sp>
        <p:nvSpPr>
          <p:cNvPr id="781" name="lumia-token-stream-curve">
            <a:extLst>
              <a:ext uri="{FF2B5EF4-FFF2-40B4-BE49-F238E27FC236}">
                <a16:creationId xmlns:a16="http://schemas.microsoft.com/office/drawing/2014/main" id="{539D58C0-E21F-4FF6-9250-A3F49C830686}"/>
              </a:ext>
            </a:extLst>
          </p:cNvPr>
          <p:cNvSpPr>
            <a:spLocks noGrp="1"/>
          </p:cNvSpPr>
          <p:nvPr/>
        </p:nvSpPr>
        <p:spPr>
          <a:xfrm>
            <a:off x="11230154" y="3481718"/>
            <a:ext cx="312193" cy="132248"/>
          </a:xfrm>
          <a:custGeom>
            <a:avLst/>
            <a:gdLst/>
            <a:ahLst/>
            <a:cxnLst/>
            <a:rect l="0" t="0" r="0" b="0"/>
            <a:pathLst>
              <a:path w="312193" h="132248">
                <a:moveTo>
                  <a:pt x="0" y="132248"/>
                </a:moveTo>
                <a:lnTo>
                  <a:pt x="312193" y="0"/>
                </a:lnTo>
              </a:path>
            </a:pathLst>
          </a:custGeom>
          <a:noFill/>
          <a:ln w="12354">
            <a:solidFill>
              <a:srgbClr val="57AC45">
                <a:alpha val="19000"/>
              </a:srgbClr>
            </a:solidFill>
            <a:prstDash val="solid"/>
          </a:ln>
        </p:spPr>
      </p:sp>
      <p:sp>
        <p:nvSpPr>
          <p:cNvPr id="782" name="lumia-token-stream-curve">
            <a:extLst>
              <a:ext uri="{FF2B5EF4-FFF2-40B4-BE49-F238E27FC236}">
                <a16:creationId xmlns:a16="http://schemas.microsoft.com/office/drawing/2014/main" id="{A298F112-B737-40ED-84FF-35D90AFB34C4}"/>
              </a:ext>
            </a:extLst>
          </p:cNvPr>
          <p:cNvSpPr>
            <a:spLocks noGrp="1"/>
          </p:cNvSpPr>
          <p:nvPr/>
        </p:nvSpPr>
        <p:spPr>
          <a:xfrm>
            <a:off x="11542347" y="3359707"/>
            <a:ext cx="314278" cy="122012"/>
          </a:xfrm>
          <a:custGeom>
            <a:avLst/>
            <a:gdLst/>
            <a:ahLst/>
            <a:cxnLst/>
            <a:rect l="0" t="0" r="0" b="0"/>
            <a:pathLst>
              <a:path w="314278" h="122012">
                <a:moveTo>
                  <a:pt x="0" y="122012"/>
                </a:moveTo>
                <a:lnTo>
                  <a:pt x="314278" y="0"/>
                </a:lnTo>
              </a:path>
            </a:pathLst>
          </a:custGeom>
          <a:noFill/>
          <a:ln w="12401">
            <a:solidFill>
              <a:srgbClr val="46AA4C">
                <a:alpha val="19000"/>
              </a:srgbClr>
            </a:solidFill>
            <a:prstDash val="solid"/>
          </a:ln>
        </p:spPr>
      </p:sp>
      <p:sp>
        <p:nvSpPr>
          <p:cNvPr id="783" name="lumia-token-stream-curve">
            <a:extLst>
              <a:ext uri="{FF2B5EF4-FFF2-40B4-BE49-F238E27FC236}">
                <a16:creationId xmlns:a16="http://schemas.microsoft.com/office/drawing/2014/main" id="{5CF9F7EB-9344-4C65-9E2F-EFFF2BAFD5C9}"/>
              </a:ext>
            </a:extLst>
          </p:cNvPr>
          <p:cNvSpPr>
            <a:spLocks noGrp="1"/>
          </p:cNvSpPr>
          <p:nvPr/>
        </p:nvSpPr>
        <p:spPr>
          <a:xfrm>
            <a:off x="11856624" y="3241516"/>
            <a:ext cx="316326" cy="118191"/>
          </a:xfrm>
          <a:custGeom>
            <a:avLst/>
            <a:gdLst/>
            <a:ahLst/>
            <a:cxnLst/>
            <a:rect l="0" t="0" r="0" b="0"/>
            <a:pathLst>
              <a:path w="316326" h="118191">
                <a:moveTo>
                  <a:pt x="0" y="118191"/>
                </a:moveTo>
                <a:lnTo>
                  <a:pt x="316326" y="0"/>
                </a:lnTo>
              </a:path>
            </a:pathLst>
          </a:custGeom>
          <a:noFill/>
          <a:ln w="12417">
            <a:solidFill>
              <a:srgbClr val="34A853">
                <a:alpha val="19000"/>
              </a:srgbClr>
            </a:solidFill>
            <a:prstDash val="solid"/>
          </a:ln>
        </p:spPr>
      </p:sp>
      <p:sp>
        <p:nvSpPr>
          <p:cNvPr id="784" name="lumia-token-stream-curve">
            <a:extLst>
              <a:ext uri="{FF2B5EF4-FFF2-40B4-BE49-F238E27FC236}">
                <a16:creationId xmlns:a16="http://schemas.microsoft.com/office/drawing/2014/main" id="{15A2647B-13D2-4E72-8034-361DCB4F4A93}"/>
              </a:ext>
            </a:extLst>
          </p:cNvPr>
          <p:cNvSpPr>
            <a:spLocks noGrp="1"/>
          </p:cNvSpPr>
          <p:nvPr/>
        </p:nvSpPr>
        <p:spPr>
          <a:xfrm>
            <a:off x="454903" y="6633513"/>
            <a:ext cx="180772" cy="17130"/>
          </a:xfrm>
          <a:custGeom>
            <a:avLst/>
            <a:gdLst/>
            <a:ahLst/>
            <a:cxnLst/>
            <a:rect l="0" t="0" r="0" b="0"/>
            <a:pathLst>
              <a:path w="180772" h="17130">
                <a:moveTo>
                  <a:pt x="0" y="17130"/>
                </a:moveTo>
                <a:lnTo>
                  <a:pt x="180772" y="0"/>
                </a:lnTo>
              </a:path>
            </a:pathLst>
          </a:custGeom>
          <a:noFill/>
          <a:ln w="8031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785" name="lumia-token-stream-curve">
            <a:extLst>
              <a:ext uri="{FF2B5EF4-FFF2-40B4-BE49-F238E27FC236}">
                <a16:creationId xmlns:a16="http://schemas.microsoft.com/office/drawing/2014/main" id="{5E42C0A7-78AA-4DD2-AB90-4922CC2D5AE7}"/>
              </a:ext>
            </a:extLst>
          </p:cNvPr>
          <p:cNvSpPr>
            <a:spLocks noGrp="1"/>
          </p:cNvSpPr>
          <p:nvPr/>
        </p:nvSpPr>
        <p:spPr>
          <a:xfrm>
            <a:off x="635675" y="6623359"/>
            <a:ext cx="184526" cy="10155"/>
          </a:xfrm>
          <a:custGeom>
            <a:avLst/>
            <a:gdLst/>
            <a:ahLst/>
            <a:cxnLst/>
            <a:rect l="0" t="0" r="0" b="0"/>
            <a:pathLst>
              <a:path w="184526" h="10155">
                <a:moveTo>
                  <a:pt x="0" y="10155"/>
                </a:moveTo>
                <a:lnTo>
                  <a:pt x="184526" y="0"/>
                </a:lnTo>
              </a:path>
            </a:pathLst>
          </a:custGeom>
          <a:noFill/>
          <a:ln w="8031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786" name="lumia-token-stream-curve">
            <a:extLst>
              <a:ext uri="{FF2B5EF4-FFF2-40B4-BE49-F238E27FC236}">
                <a16:creationId xmlns:a16="http://schemas.microsoft.com/office/drawing/2014/main" id="{31BE0ACB-F8BF-40DB-B039-5C09ED20A19C}"/>
              </a:ext>
            </a:extLst>
          </p:cNvPr>
          <p:cNvSpPr>
            <a:spLocks noGrp="1"/>
          </p:cNvSpPr>
          <p:nvPr/>
        </p:nvSpPr>
        <p:spPr>
          <a:xfrm>
            <a:off x="820201" y="6619338"/>
            <a:ext cx="188248" cy="9525"/>
          </a:xfrm>
          <a:custGeom>
            <a:avLst/>
            <a:gdLst/>
            <a:ahLst/>
            <a:cxnLst/>
            <a:rect l="0" t="0" r="0" b="0"/>
            <a:pathLst>
              <a:path w="188248" h="9525">
                <a:moveTo>
                  <a:pt x="0" y="4021"/>
                </a:moveTo>
                <a:lnTo>
                  <a:pt x="188248" y="0"/>
                </a:lnTo>
              </a:path>
            </a:pathLst>
          </a:custGeom>
          <a:noFill/>
          <a:ln w="8031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787" name="lumia-token-stream-curve">
            <a:extLst>
              <a:ext uri="{FF2B5EF4-FFF2-40B4-BE49-F238E27FC236}">
                <a16:creationId xmlns:a16="http://schemas.microsoft.com/office/drawing/2014/main" id="{227D3598-1823-4EDA-870C-04BA66FF61C7}"/>
              </a:ext>
            </a:extLst>
          </p:cNvPr>
          <p:cNvSpPr>
            <a:spLocks noGrp="1"/>
          </p:cNvSpPr>
          <p:nvPr/>
        </p:nvSpPr>
        <p:spPr>
          <a:xfrm>
            <a:off x="1008449" y="6619338"/>
            <a:ext cx="191938" cy="9525"/>
          </a:xfrm>
          <a:custGeom>
            <a:avLst/>
            <a:gdLst/>
            <a:ahLst/>
            <a:cxnLst/>
            <a:rect l="0" t="0" r="0" b="0"/>
            <a:pathLst>
              <a:path w="191938" h="9525">
                <a:moveTo>
                  <a:pt x="0" y="0"/>
                </a:moveTo>
                <a:lnTo>
                  <a:pt x="191938" y="812"/>
                </a:lnTo>
              </a:path>
            </a:pathLst>
          </a:custGeom>
          <a:noFill/>
          <a:ln w="8031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788" name="lumia-token-stream-curve">
            <a:extLst>
              <a:ext uri="{FF2B5EF4-FFF2-40B4-BE49-F238E27FC236}">
                <a16:creationId xmlns:a16="http://schemas.microsoft.com/office/drawing/2014/main" id="{570ABA20-1611-4A9F-B280-A84BB1140911}"/>
              </a:ext>
            </a:extLst>
          </p:cNvPr>
          <p:cNvSpPr>
            <a:spLocks noGrp="1"/>
          </p:cNvSpPr>
          <p:nvPr/>
        </p:nvSpPr>
        <p:spPr>
          <a:xfrm>
            <a:off x="1200386" y="6620150"/>
            <a:ext cx="195596" cy="9525"/>
          </a:xfrm>
          <a:custGeom>
            <a:avLst/>
            <a:gdLst/>
            <a:ahLst/>
            <a:cxnLst/>
            <a:rect l="0" t="0" r="0" b="0"/>
            <a:pathLst>
              <a:path w="195596" h="9525">
                <a:moveTo>
                  <a:pt x="0" y="0"/>
                </a:moveTo>
                <a:lnTo>
                  <a:pt x="195596" y="3907"/>
                </a:lnTo>
              </a:path>
            </a:pathLst>
          </a:custGeom>
          <a:noFill/>
          <a:ln w="8031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789" name="lumia-token-stream-curve">
            <a:extLst>
              <a:ext uri="{FF2B5EF4-FFF2-40B4-BE49-F238E27FC236}">
                <a16:creationId xmlns:a16="http://schemas.microsoft.com/office/drawing/2014/main" id="{6E88F07C-5844-4F76-B495-1246CC5A0951}"/>
              </a:ext>
            </a:extLst>
          </p:cNvPr>
          <p:cNvSpPr>
            <a:spLocks noGrp="1"/>
          </p:cNvSpPr>
          <p:nvPr/>
        </p:nvSpPr>
        <p:spPr>
          <a:xfrm>
            <a:off x="1395982" y="6624057"/>
            <a:ext cx="199222" cy="9525"/>
          </a:xfrm>
          <a:custGeom>
            <a:avLst/>
            <a:gdLst/>
            <a:ahLst/>
            <a:cxnLst/>
            <a:rect l="0" t="0" r="0" b="0"/>
            <a:pathLst>
              <a:path w="199222" h="9525">
                <a:moveTo>
                  <a:pt x="0" y="0"/>
                </a:moveTo>
                <a:lnTo>
                  <a:pt x="199222" y="4883"/>
                </a:lnTo>
              </a:path>
            </a:pathLst>
          </a:custGeom>
          <a:noFill/>
          <a:ln w="8031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790" name="lumia-token-stream-curve">
            <a:extLst>
              <a:ext uri="{FF2B5EF4-FFF2-40B4-BE49-F238E27FC236}">
                <a16:creationId xmlns:a16="http://schemas.microsoft.com/office/drawing/2014/main" id="{1EB39724-A471-4800-BBF7-1349ECDDE292}"/>
              </a:ext>
            </a:extLst>
          </p:cNvPr>
          <p:cNvSpPr>
            <a:spLocks noGrp="1"/>
          </p:cNvSpPr>
          <p:nvPr/>
        </p:nvSpPr>
        <p:spPr>
          <a:xfrm>
            <a:off x="1595204" y="6628940"/>
            <a:ext cx="202817" cy="9525"/>
          </a:xfrm>
          <a:custGeom>
            <a:avLst/>
            <a:gdLst/>
            <a:ahLst/>
            <a:cxnLst/>
            <a:rect l="0" t="0" r="0" b="0"/>
            <a:pathLst>
              <a:path w="202817" h="9525">
                <a:moveTo>
                  <a:pt x="0" y="0"/>
                </a:moveTo>
                <a:lnTo>
                  <a:pt x="202817" y="3456"/>
                </a:lnTo>
              </a:path>
            </a:pathLst>
          </a:custGeom>
          <a:noFill/>
          <a:ln w="8031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791" name="lumia-token-stream-curve">
            <a:extLst>
              <a:ext uri="{FF2B5EF4-FFF2-40B4-BE49-F238E27FC236}">
                <a16:creationId xmlns:a16="http://schemas.microsoft.com/office/drawing/2014/main" id="{06AE562F-0C12-47A1-9234-5084D32EC81C}"/>
              </a:ext>
            </a:extLst>
          </p:cNvPr>
          <p:cNvSpPr>
            <a:spLocks noGrp="1"/>
          </p:cNvSpPr>
          <p:nvPr/>
        </p:nvSpPr>
        <p:spPr>
          <a:xfrm>
            <a:off x="1798021" y="6631878"/>
            <a:ext cx="206380" cy="9525"/>
          </a:xfrm>
          <a:custGeom>
            <a:avLst/>
            <a:gdLst/>
            <a:ahLst/>
            <a:cxnLst/>
            <a:rect l="0" t="0" r="0" b="0"/>
            <a:pathLst>
              <a:path w="206380" h="9525">
                <a:moveTo>
                  <a:pt x="0" y="519"/>
                </a:moveTo>
                <a:lnTo>
                  <a:pt x="206380" y="0"/>
                </a:lnTo>
              </a:path>
            </a:pathLst>
          </a:custGeom>
          <a:noFill/>
          <a:ln w="8031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792" name="lumia-token-stream-curve">
            <a:extLst>
              <a:ext uri="{FF2B5EF4-FFF2-40B4-BE49-F238E27FC236}">
                <a16:creationId xmlns:a16="http://schemas.microsoft.com/office/drawing/2014/main" id="{A5EA5665-468D-48E2-8B6D-384DD49EC8F8}"/>
              </a:ext>
            </a:extLst>
          </p:cNvPr>
          <p:cNvSpPr>
            <a:spLocks noGrp="1"/>
          </p:cNvSpPr>
          <p:nvPr/>
        </p:nvSpPr>
        <p:spPr>
          <a:xfrm>
            <a:off x="2004400" y="6624859"/>
            <a:ext cx="209911" cy="9525"/>
          </a:xfrm>
          <a:custGeom>
            <a:avLst/>
            <a:gdLst/>
            <a:ahLst/>
            <a:cxnLst/>
            <a:rect l="0" t="0" r="0" b="0"/>
            <a:pathLst>
              <a:path w="209911" h="9525">
                <a:moveTo>
                  <a:pt x="0" y="7018"/>
                </a:moveTo>
                <a:lnTo>
                  <a:pt x="209911" y="0"/>
                </a:lnTo>
              </a:path>
            </a:pathLst>
          </a:custGeom>
          <a:noFill/>
          <a:ln w="8031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793" name="lumia-token-stream-curve">
            <a:extLst>
              <a:ext uri="{FF2B5EF4-FFF2-40B4-BE49-F238E27FC236}">
                <a16:creationId xmlns:a16="http://schemas.microsoft.com/office/drawing/2014/main" id="{02BA349E-2C50-4417-8AA0-1239E448747C}"/>
              </a:ext>
            </a:extLst>
          </p:cNvPr>
          <p:cNvSpPr>
            <a:spLocks noGrp="1"/>
          </p:cNvSpPr>
          <p:nvPr/>
        </p:nvSpPr>
        <p:spPr>
          <a:xfrm>
            <a:off x="2214311" y="6609034"/>
            <a:ext cx="213410" cy="15826"/>
          </a:xfrm>
          <a:custGeom>
            <a:avLst/>
            <a:gdLst/>
            <a:ahLst/>
            <a:cxnLst/>
            <a:rect l="0" t="0" r="0" b="0"/>
            <a:pathLst>
              <a:path w="213410" h="15826">
                <a:moveTo>
                  <a:pt x="0" y="15826"/>
                </a:moveTo>
                <a:lnTo>
                  <a:pt x="213410" y="0"/>
                </a:lnTo>
              </a:path>
            </a:pathLst>
          </a:custGeom>
          <a:noFill/>
          <a:ln w="8031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794" name="lumia-token-stream-curve">
            <a:extLst>
              <a:ext uri="{FF2B5EF4-FFF2-40B4-BE49-F238E27FC236}">
                <a16:creationId xmlns:a16="http://schemas.microsoft.com/office/drawing/2014/main" id="{BE3639FB-20D0-4B69-96DD-80C030B2502C}"/>
              </a:ext>
            </a:extLst>
          </p:cNvPr>
          <p:cNvSpPr>
            <a:spLocks noGrp="1"/>
          </p:cNvSpPr>
          <p:nvPr/>
        </p:nvSpPr>
        <p:spPr>
          <a:xfrm>
            <a:off x="2427721" y="6582513"/>
            <a:ext cx="216878" cy="26520"/>
          </a:xfrm>
          <a:custGeom>
            <a:avLst/>
            <a:gdLst/>
            <a:ahLst/>
            <a:cxnLst/>
            <a:rect l="0" t="0" r="0" b="0"/>
            <a:pathLst>
              <a:path w="216878" h="26520">
                <a:moveTo>
                  <a:pt x="0" y="26520"/>
                </a:moveTo>
                <a:lnTo>
                  <a:pt x="216878" y="0"/>
                </a:lnTo>
              </a:path>
            </a:pathLst>
          </a:custGeom>
          <a:noFill/>
          <a:ln w="8031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795" name="lumia-token-stream-curve">
            <a:extLst>
              <a:ext uri="{FF2B5EF4-FFF2-40B4-BE49-F238E27FC236}">
                <a16:creationId xmlns:a16="http://schemas.microsoft.com/office/drawing/2014/main" id="{0543753E-8C08-456F-8B7A-D73AB0D285D9}"/>
              </a:ext>
            </a:extLst>
          </p:cNvPr>
          <p:cNvSpPr>
            <a:spLocks noGrp="1"/>
          </p:cNvSpPr>
          <p:nvPr/>
        </p:nvSpPr>
        <p:spPr>
          <a:xfrm>
            <a:off x="2644599" y="6544026"/>
            <a:ext cx="220313" cy="38487"/>
          </a:xfrm>
          <a:custGeom>
            <a:avLst/>
            <a:gdLst/>
            <a:ahLst/>
            <a:cxnLst/>
            <a:rect l="0" t="0" r="0" b="0"/>
            <a:pathLst>
              <a:path w="220313" h="38487">
                <a:moveTo>
                  <a:pt x="0" y="38487"/>
                </a:moveTo>
                <a:lnTo>
                  <a:pt x="220313" y="0"/>
                </a:lnTo>
              </a:path>
            </a:pathLst>
          </a:custGeom>
          <a:noFill/>
          <a:ln w="8031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796" name="lumia-token-stream-curve">
            <a:extLst>
              <a:ext uri="{FF2B5EF4-FFF2-40B4-BE49-F238E27FC236}">
                <a16:creationId xmlns:a16="http://schemas.microsoft.com/office/drawing/2014/main" id="{42DDD9C1-D9A9-48F5-AFE4-095FE61CF142}"/>
              </a:ext>
            </a:extLst>
          </p:cNvPr>
          <p:cNvSpPr>
            <a:spLocks noGrp="1"/>
          </p:cNvSpPr>
          <p:nvPr/>
        </p:nvSpPr>
        <p:spPr>
          <a:xfrm>
            <a:off x="2864912" y="6493082"/>
            <a:ext cx="223717" cy="50945"/>
          </a:xfrm>
          <a:custGeom>
            <a:avLst/>
            <a:gdLst/>
            <a:ahLst/>
            <a:cxnLst/>
            <a:rect l="0" t="0" r="0" b="0"/>
            <a:pathLst>
              <a:path w="223717" h="50945">
                <a:moveTo>
                  <a:pt x="0" y="50945"/>
                </a:moveTo>
                <a:lnTo>
                  <a:pt x="223717" y="0"/>
                </a:lnTo>
              </a:path>
            </a:pathLst>
          </a:custGeom>
          <a:noFill/>
          <a:ln w="8031">
            <a:solidFill>
              <a:srgbClr val="623C8F">
                <a:alpha val="9000"/>
              </a:srgbClr>
            </a:solidFill>
            <a:prstDash val="solid"/>
          </a:ln>
        </p:spPr>
      </p:sp>
      <p:sp>
        <p:nvSpPr>
          <p:cNvPr id="797" name="lumia-token-stream-curve">
            <a:extLst>
              <a:ext uri="{FF2B5EF4-FFF2-40B4-BE49-F238E27FC236}">
                <a16:creationId xmlns:a16="http://schemas.microsoft.com/office/drawing/2014/main" id="{5DE339B2-5EFD-45D8-AEA1-942F5F277A7A}"/>
              </a:ext>
            </a:extLst>
          </p:cNvPr>
          <p:cNvSpPr>
            <a:spLocks noGrp="1"/>
          </p:cNvSpPr>
          <p:nvPr/>
        </p:nvSpPr>
        <p:spPr>
          <a:xfrm>
            <a:off x="3088629" y="6430085"/>
            <a:ext cx="227089" cy="62997"/>
          </a:xfrm>
          <a:custGeom>
            <a:avLst/>
            <a:gdLst/>
            <a:ahLst/>
            <a:cxnLst/>
            <a:rect l="0" t="0" r="0" b="0"/>
            <a:pathLst>
              <a:path w="227089" h="62997">
                <a:moveTo>
                  <a:pt x="0" y="62997"/>
                </a:moveTo>
                <a:lnTo>
                  <a:pt x="227089" y="0"/>
                </a:lnTo>
              </a:path>
            </a:pathLst>
          </a:custGeom>
          <a:noFill/>
          <a:ln w="8031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798" name="lumia-token-stream-curve">
            <a:extLst>
              <a:ext uri="{FF2B5EF4-FFF2-40B4-BE49-F238E27FC236}">
                <a16:creationId xmlns:a16="http://schemas.microsoft.com/office/drawing/2014/main" id="{45C65FD9-26A7-4DC1-B7A9-AF089FE4691C}"/>
              </a:ext>
            </a:extLst>
          </p:cNvPr>
          <p:cNvSpPr>
            <a:spLocks noGrp="1"/>
          </p:cNvSpPr>
          <p:nvPr/>
        </p:nvSpPr>
        <p:spPr>
          <a:xfrm>
            <a:off x="3315719" y="6356383"/>
            <a:ext cx="230430" cy="73701"/>
          </a:xfrm>
          <a:custGeom>
            <a:avLst/>
            <a:gdLst/>
            <a:ahLst/>
            <a:cxnLst/>
            <a:rect l="0" t="0" r="0" b="0"/>
            <a:pathLst>
              <a:path w="230430" h="73701">
                <a:moveTo>
                  <a:pt x="0" y="73701"/>
                </a:moveTo>
                <a:lnTo>
                  <a:pt x="230430" y="0"/>
                </a:lnTo>
              </a:path>
            </a:pathLst>
          </a:custGeom>
          <a:noFill/>
          <a:ln w="8031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799" name="lumia-token-stream-curve">
            <a:extLst>
              <a:ext uri="{FF2B5EF4-FFF2-40B4-BE49-F238E27FC236}">
                <a16:creationId xmlns:a16="http://schemas.microsoft.com/office/drawing/2014/main" id="{10EA7EA0-5C20-4771-8E72-28F08DE891CC}"/>
              </a:ext>
            </a:extLst>
          </p:cNvPr>
          <p:cNvSpPr>
            <a:spLocks noGrp="1"/>
          </p:cNvSpPr>
          <p:nvPr/>
        </p:nvSpPr>
        <p:spPr>
          <a:xfrm>
            <a:off x="3546148" y="6274228"/>
            <a:ext cx="233739" cy="82155"/>
          </a:xfrm>
          <a:custGeom>
            <a:avLst/>
            <a:gdLst/>
            <a:ahLst/>
            <a:cxnLst/>
            <a:rect l="0" t="0" r="0" b="0"/>
            <a:pathLst>
              <a:path w="233739" h="82155">
                <a:moveTo>
                  <a:pt x="0" y="82155"/>
                </a:moveTo>
                <a:lnTo>
                  <a:pt x="233739" y="0"/>
                </a:lnTo>
              </a:path>
            </a:pathLst>
          </a:custGeom>
          <a:noFill/>
          <a:ln w="8031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800" name="lumia-token-stream-curve">
            <a:extLst>
              <a:ext uri="{FF2B5EF4-FFF2-40B4-BE49-F238E27FC236}">
                <a16:creationId xmlns:a16="http://schemas.microsoft.com/office/drawing/2014/main" id="{0B1B79B4-4478-4BDC-9025-74EEE81ADE5C}"/>
              </a:ext>
            </a:extLst>
          </p:cNvPr>
          <p:cNvSpPr>
            <a:spLocks noGrp="1"/>
          </p:cNvSpPr>
          <p:nvPr/>
        </p:nvSpPr>
        <p:spPr>
          <a:xfrm>
            <a:off x="3779887" y="6186636"/>
            <a:ext cx="237015" cy="87592"/>
          </a:xfrm>
          <a:custGeom>
            <a:avLst/>
            <a:gdLst/>
            <a:ahLst/>
            <a:cxnLst/>
            <a:rect l="0" t="0" r="0" b="0"/>
            <a:pathLst>
              <a:path w="237015" h="87592">
                <a:moveTo>
                  <a:pt x="0" y="87592"/>
                </a:moveTo>
                <a:lnTo>
                  <a:pt x="237015" y="0"/>
                </a:lnTo>
              </a:path>
            </a:pathLst>
          </a:custGeom>
          <a:noFill/>
          <a:ln w="8032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801" name="lumia-token-stream-curve">
            <a:extLst>
              <a:ext uri="{FF2B5EF4-FFF2-40B4-BE49-F238E27FC236}">
                <a16:creationId xmlns:a16="http://schemas.microsoft.com/office/drawing/2014/main" id="{472F26C4-866A-4EE1-8C42-1B9D5E19CA88}"/>
              </a:ext>
            </a:extLst>
          </p:cNvPr>
          <p:cNvSpPr>
            <a:spLocks noGrp="1"/>
          </p:cNvSpPr>
          <p:nvPr/>
        </p:nvSpPr>
        <p:spPr>
          <a:xfrm>
            <a:off x="4016902" y="6097163"/>
            <a:ext cx="240260" cy="89473"/>
          </a:xfrm>
          <a:custGeom>
            <a:avLst/>
            <a:gdLst/>
            <a:ahLst/>
            <a:cxnLst/>
            <a:rect l="0" t="0" r="0" b="0"/>
            <a:pathLst>
              <a:path w="240260" h="89473">
                <a:moveTo>
                  <a:pt x="0" y="89473"/>
                </a:moveTo>
                <a:lnTo>
                  <a:pt x="240260" y="0"/>
                </a:lnTo>
              </a:path>
            </a:pathLst>
          </a:custGeom>
          <a:noFill/>
          <a:ln w="8057">
            <a:solidFill>
              <a:srgbClr val="A33F64">
                <a:alpha val="10000"/>
              </a:srgbClr>
            </a:solidFill>
            <a:prstDash val="solid"/>
          </a:ln>
        </p:spPr>
      </p:sp>
      <p:sp>
        <p:nvSpPr>
          <p:cNvPr id="802" name="lumia-token-stream-curve">
            <a:extLst>
              <a:ext uri="{FF2B5EF4-FFF2-40B4-BE49-F238E27FC236}">
                <a16:creationId xmlns:a16="http://schemas.microsoft.com/office/drawing/2014/main" id="{851FA825-5601-4807-AE9E-FB8B33A2373F}"/>
              </a:ext>
            </a:extLst>
          </p:cNvPr>
          <p:cNvSpPr>
            <a:spLocks noGrp="1"/>
          </p:cNvSpPr>
          <p:nvPr/>
        </p:nvSpPr>
        <p:spPr>
          <a:xfrm>
            <a:off x="4257163" y="6009586"/>
            <a:ext cx="243474" cy="87576"/>
          </a:xfrm>
          <a:custGeom>
            <a:avLst/>
            <a:gdLst/>
            <a:ahLst/>
            <a:cxnLst/>
            <a:rect l="0" t="0" r="0" b="0"/>
            <a:pathLst>
              <a:path w="243474" h="87576">
                <a:moveTo>
                  <a:pt x="0" y="87576"/>
                </a:moveTo>
                <a:lnTo>
                  <a:pt x="243474" y="0"/>
                </a:lnTo>
              </a:path>
            </a:pathLst>
          </a:custGeom>
          <a:noFill/>
          <a:ln w="8112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803" name="lumia-token-stream-curve">
            <a:extLst>
              <a:ext uri="{FF2B5EF4-FFF2-40B4-BE49-F238E27FC236}">
                <a16:creationId xmlns:a16="http://schemas.microsoft.com/office/drawing/2014/main" id="{E058046E-C37D-471A-AAC1-F61136B89A93}"/>
              </a:ext>
            </a:extLst>
          </p:cNvPr>
          <p:cNvSpPr>
            <a:spLocks noGrp="1"/>
          </p:cNvSpPr>
          <p:nvPr/>
        </p:nvSpPr>
        <p:spPr>
          <a:xfrm>
            <a:off x="4500637" y="5927534"/>
            <a:ext cx="246655" cy="82053"/>
          </a:xfrm>
          <a:custGeom>
            <a:avLst/>
            <a:gdLst/>
            <a:ahLst/>
            <a:cxnLst/>
            <a:rect l="0" t="0" r="0" b="0"/>
            <a:pathLst>
              <a:path w="246655" h="82053">
                <a:moveTo>
                  <a:pt x="0" y="82053"/>
                </a:moveTo>
                <a:lnTo>
                  <a:pt x="246655" y="0"/>
                </a:lnTo>
              </a:path>
            </a:pathLst>
          </a:custGeom>
          <a:noFill/>
          <a:ln w="8196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804" name="lumia-token-stream-curve">
            <a:extLst>
              <a:ext uri="{FF2B5EF4-FFF2-40B4-BE49-F238E27FC236}">
                <a16:creationId xmlns:a16="http://schemas.microsoft.com/office/drawing/2014/main" id="{67865D72-F327-4F28-90BB-4C7CADC002D1}"/>
              </a:ext>
            </a:extLst>
          </p:cNvPr>
          <p:cNvSpPr>
            <a:spLocks noGrp="1"/>
          </p:cNvSpPr>
          <p:nvPr/>
        </p:nvSpPr>
        <p:spPr>
          <a:xfrm>
            <a:off x="4747292" y="5854075"/>
            <a:ext cx="249805" cy="73459"/>
          </a:xfrm>
          <a:custGeom>
            <a:avLst/>
            <a:gdLst/>
            <a:ahLst/>
            <a:cxnLst/>
            <a:rect l="0" t="0" r="0" b="0"/>
            <a:pathLst>
              <a:path w="249805" h="73459">
                <a:moveTo>
                  <a:pt x="0" y="73459"/>
                </a:moveTo>
                <a:lnTo>
                  <a:pt x="249805" y="0"/>
                </a:lnTo>
              </a:path>
            </a:pathLst>
          </a:custGeom>
          <a:noFill/>
          <a:ln w="8307">
            <a:solidFill>
              <a:srgbClr val="CA414A">
                <a:alpha val="11000"/>
              </a:srgbClr>
            </a:solidFill>
            <a:prstDash val="solid"/>
          </a:ln>
        </p:spPr>
      </p:sp>
      <p:sp>
        <p:nvSpPr>
          <p:cNvPr id="805" name="lumia-token-stream-curve">
            <a:extLst>
              <a:ext uri="{FF2B5EF4-FFF2-40B4-BE49-F238E27FC236}">
                <a16:creationId xmlns:a16="http://schemas.microsoft.com/office/drawing/2014/main" id="{A3075138-2C86-42A1-AB52-1A7865BA3352}"/>
              </a:ext>
            </a:extLst>
          </p:cNvPr>
          <p:cNvSpPr>
            <a:spLocks noGrp="1"/>
          </p:cNvSpPr>
          <p:nvPr/>
        </p:nvSpPr>
        <p:spPr>
          <a:xfrm>
            <a:off x="4997097" y="5791333"/>
            <a:ext cx="252923" cy="62742"/>
          </a:xfrm>
          <a:custGeom>
            <a:avLst/>
            <a:gdLst/>
            <a:ahLst/>
            <a:cxnLst/>
            <a:rect l="0" t="0" r="0" b="0"/>
            <a:pathLst>
              <a:path w="252923" h="62742">
                <a:moveTo>
                  <a:pt x="0" y="62742"/>
                </a:moveTo>
                <a:lnTo>
                  <a:pt x="252923" y="0"/>
                </a:lnTo>
              </a:path>
            </a:pathLst>
          </a:custGeom>
          <a:noFill/>
          <a:ln w="8441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806" name="lumia-token-stream-curve">
            <a:extLst>
              <a:ext uri="{FF2B5EF4-FFF2-40B4-BE49-F238E27FC236}">
                <a16:creationId xmlns:a16="http://schemas.microsoft.com/office/drawing/2014/main" id="{D199A4D3-9434-4C24-9651-509AB4F50B1B}"/>
              </a:ext>
            </a:extLst>
          </p:cNvPr>
          <p:cNvSpPr>
            <a:spLocks noGrp="1"/>
          </p:cNvSpPr>
          <p:nvPr/>
        </p:nvSpPr>
        <p:spPr>
          <a:xfrm>
            <a:off x="5250020" y="5740157"/>
            <a:ext cx="256009" cy="51176"/>
          </a:xfrm>
          <a:custGeom>
            <a:avLst/>
            <a:gdLst/>
            <a:ahLst/>
            <a:cxnLst/>
            <a:rect l="0" t="0" r="0" b="0"/>
            <a:pathLst>
              <a:path w="256009" h="51176">
                <a:moveTo>
                  <a:pt x="0" y="51176"/>
                </a:moveTo>
                <a:lnTo>
                  <a:pt x="256009" y="0"/>
                </a:lnTo>
              </a:path>
            </a:pathLst>
          </a:custGeom>
          <a:noFill/>
          <a:ln w="8597">
            <a:solidFill>
              <a:srgbClr val="E44339">
                <a:alpha val="12000"/>
              </a:srgbClr>
            </a:solidFill>
            <a:prstDash val="solid"/>
          </a:ln>
        </p:spPr>
      </p:sp>
      <p:sp>
        <p:nvSpPr>
          <p:cNvPr id="807" name="lumia-token-stream-curve">
            <a:extLst>
              <a:ext uri="{FF2B5EF4-FFF2-40B4-BE49-F238E27FC236}">
                <a16:creationId xmlns:a16="http://schemas.microsoft.com/office/drawing/2014/main" id="{46C7C15A-F620-40C9-BD74-48E63F777989}"/>
              </a:ext>
            </a:extLst>
          </p:cNvPr>
          <p:cNvSpPr>
            <a:spLocks noGrp="1"/>
          </p:cNvSpPr>
          <p:nvPr/>
        </p:nvSpPr>
        <p:spPr>
          <a:xfrm>
            <a:off x="5506029" y="5699900"/>
            <a:ext cx="259064" cy="40258"/>
          </a:xfrm>
          <a:custGeom>
            <a:avLst/>
            <a:gdLst/>
            <a:ahLst/>
            <a:cxnLst/>
            <a:rect l="0" t="0" r="0" b="0"/>
            <a:pathLst>
              <a:path w="259064" h="40258">
                <a:moveTo>
                  <a:pt x="0" y="40258"/>
                </a:moveTo>
                <a:lnTo>
                  <a:pt x="259064" y="0"/>
                </a:lnTo>
              </a:path>
            </a:pathLst>
          </a:custGeom>
          <a:noFill/>
          <a:ln w="8772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808" name="lumia-token-stream-curve">
            <a:extLst>
              <a:ext uri="{FF2B5EF4-FFF2-40B4-BE49-F238E27FC236}">
                <a16:creationId xmlns:a16="http://schemas.microsoft.com/office/drawing/2014/main" id="{400C96A9-AD8B-4CE2-89B7-E36FBF741D4E}"/>
              </a:ext>
            </a:extLst>
          </p:cNvPr>
          <p:cNvSpPr>
            <a:spLocks noGrp="1"/>
          </p:cNvSpPr>
          <p:nvPr/>
        </p:nvSpPr>
        <p:spPr>
          <a:xfrm>
            <a:off x="5765093" y="5668348"/>
            <a:ext cx="262086" cy="31552"/>
          </a:xfrm>
          <a:custGeom>
            <a:avLst/>
            <a:gdLst/>
            <a:ahLst/>
            <a:cxnLst/>
            <a:rect l="0" t="0" r="0" b="0"/>
            <a:pathLst>
              <a:path w="262086" h="31552">
                <a:moveTo>
                  <a:pt x="0" y="31552"/>
                </a:moveTo>
                <a:lnTo>
                  <a:pt x="262086" y="0"/>
                </a:lnTo>
              </a:path>
            </a:pathLst>
          </a:custGeom>
          <a:noFill/>
          <a:ln w="8965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809" name="lumia-token-stream-curve">
            <a:extLst>
              <a:ext uri="{FF2B5EF4-FFF2-40B4-BE49-F238E27FC236}">
                <a16:creationId xmlns:a16="http://schemas.microsoft.com/office/drawing/2014/main" id="{0ABC35EC-9506-4294-B327-DAE7CC2C9BCD}"/>
              </a:ext>
            </a:extLst>
          </p:cNvPr>
          <p:cNvSpPr>
            <a:spLocks noGrp="1"/>
          </p:cNvSpPr>
          <p:nvPr/>
        </p:nvSpPr>
        <p:spPr>
          <a:xfrm>
            <a:off x="6027179" y="5641830"/>
            <a:ext cx="265077" cy="26518"/>
          </a:xfrm>
          <a:custGeom>
            <a:avLst/>
            <a:gdLst/>
            <a:ahLst/>
            <a:cxnLst/>
            <a:rect l="0" t="0" r="0" b="0"/>
            <a:pathLst>
              <a:path w="265077" h="26518">
                <a:moveTo>
                  <a:pt x="0" y="26518"/>
                </a:moveTo>
                <a:lnTo>
                  <a:pt x="265077" y="0"/>
                </a:lnTo>
              </a:path>
            </a:pathLst>
          </a:custGeom>
          <a:noFill/>
          <a:ln w="9172">
            <a:solidFill>
              <a:srgbClr val="EE5E2A">
                <a:alpha val="13000"/>
              </a:srgbClr>
            </a:solidFill>
            <a:prstDash val="solid"/>
          </a:ln>
        </p:spPr>
      </p:sp>
      <p:sp>
        <p:nvSpPr>
          <p:cNvPr id="810" name="lumia-token-stream-curve">
            <a:extLst>
              <a:ext uri="{FF2B5EF4-FFF2-40B4-BE49-F238E27FC236}">
                <a16:creationId xmlns:a16="http://schemas.microsoft.com/office/drawing/2014/main" id="{7FD38E64-8DDC-47F2-80B8-84169289705E}"/>
              </a:ext>
            </a:extLst>
          </p:cNvPr>
          <p:cNvSpPr>
            <a:spLocks noGrp="1"/>
          </p:cNvSpPr>
          <p:nvPr/>
        </p:nvSpPr>
        <p:spPr>
          <a:xfrm>
            <a:off x="6292257" y="5615508"/>
            <a:ext cx="268036" cy="26321"/>
          </a:xfrm>
          <a:custGeom>
            <a:avLst/>
            <a:gdLst/>
            <a:ahLst/>
            <a:cxnLst/>
            <a:rect l="0" t="0" r="0" b="0"/>
            <a:pathLst>
              <a:path w="268036" h="26321">
                <a:moveTo>
                  <a:pt x="0" y="26321"/>
                </a:moveTo>
                <a:lnTo>
                  <a:pt x="268036" y="0"/>
                </a:lnTo>
              </a:path>
            </a:pathLst>
          </a:custGeom>
          <a:noFill/>
          <a:ln w="9392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811" name="lumia-token-stream-curve">
            <a:extLst>
              <a:ext uri="{FF2B5EF4-FFF2-40B4-BE49-F238E27FC236}">
                <a16:creationId xmlns:a16="http://schemas.microsoft.com/office/drawing/2014/main" id="{465DFB92-04F8-4B61-97ED-12FE93D00704}"/>
              </a:ext>
            </a:extLst>
          </p:cNvPr>
          <p:cNvSpPr>
            <a:spLocks noGrp="1"/>
          </p:cNvSpPr>
          <p:nvPr/>
        </p:nvSpPr>
        <p:spPr>
          <a:xfrm>
            <a:off x="6560293" y="5583849"/>
            <a:ext cx="270964" cy="31660"/>
          </a:xfrm>
          <a:custGeom>
            <a:avLst/>
            <a:gdLst/>
            <a:ahLst/>
            <a:cxnLst/>
            <a:rect l="0" t="0" r="0" b="0"/>
            <a:pathLst>
              <a:path w="270964" h="31660">
                <a:moveTo>
                  <a:pt x="0" y="31660"/>
                </a:moveTo>
                <a:lnTo>
                  <a:pt x="270964" y="0"/>
                </a:lnTo>
              </a:path>
            </a:pathLst>
          </a:custGeom>
          <a:noFill/>
          <a:ln w="9621">
            <a:solidFill>
              <a:srgbClr val="F17322">
                <a:alpha val="14000"/>
              </a:srgbClr>
            </a:solidFill>
            <a:prstDash val="solid"/>
          </a:ln>
        </p:spPr>
      </p:sp>
      <p:sp>
        <p:nvSpPr>
          <p:cNvPr id="812" name="lumia-token-stream-curve">
            <a:extLst>
              <a:ext uri="{FF2B5EF4-FFF2-40B4-BE49-F238E27FC236}">
                <a16:creationId xmlns:a16="http://schemas.microsoft.com/office/drawing/2014/main" id="{DBD2BE88-F3B5-4917-BB10-E028D9284605}"/>
              </a:ext>
            </a:extLst>
          </p:cNvPr>
          <p:cNvSpPr>
            <a:spLocks noGrp="1"/>
          </p:cNvSpPr>
          <p:nvPr/>
        </p:nvSpPr>
        <p:spPr>
          <a:xfrm>
            <a:off x="6831256" y="5541217"/>
            <a:ext cx="273859" cy="42632"/>
          </a:xfrm>
          <a:custGeom>
            <a:avLst/>
            <a:gdLst/>
            <a:ahLst/>
            <a:cxnLst/>
            <a:rect l="0" t="0" r="0" b="0"/>
            <a:pathLst>
              <a:path w="273859" h="42632">
                <a:moveTo>
                  <a:pt x="0" y="42632"/>
                </a:moveTo>
                <a:lnTo>
                  <a:pt x="273859" y="0"/>
                </a:lnTo>
              </a:path>
            </a:pathLst>
          </a:custGeom>
          <a:noFill/>
          <a:ln w="9859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813" name="lumia-token-stream-curve">
            <a:extLst>
              <a:ext uri="{FF2B5EF4-FFF2-40B4-BE49-F238E27FC236}">
                <a16:creationId xmlns:a16="http://schemas.microsoft.com/office/drawing/2014/main" id="{78E7DDAE-487F-4B8E-95BB-1285E234742A}"/>
              </a:ext>
            </a:extLst>
          </p:cNvPr>
          <p:cNvSpPr>
            <a:spLocks noGrp="1"/>
          </p:cNvSpPr>
          <p:nvPr/>
        </p:nvSpPr>
        <p:spPr>
          <a:xfrm>
            <a:off x="7105116" y="5482554"/>
            <a:ext cx="276723" cy="58663"/>
          </a:xfrm>
          <a:custGeom>
            <a:avLst/>
            <a:gdLst/>
            <a:ahLst/>
            <a:cxnLst/>
            <a:rect l="0" t="0" r="0" b="0"/>
            <a:pathLst>
              <a:path w="276723" h="58663">
                <a:moveTo>
                  <a:pt x="0" y="58663"/>
                </a:moveTo>
                <a:lnTo>
                  <a:pt x="276723" y="0"/>
                </a:lnTo>
              </a:path>
            </a:pathLst>
          </a:custGeom>
          <a:noFill/>
          <a:ln w="10102">
            <a:solidFill>
              <a:srgbClr val="F48919">
                <a:alpha val="15000"/>
              </a:srgbClr>
            </a:solidFill>
            <a:prstDash val="solid"/>
          </a:ln>
        </p:spPr>
      </p:sp>
      <p:sp>
        <p:nvSpPr>
          <p:cNvPr id="814" name="lumia-token-stream-curve">
            <a:extLst>
              <a:ext uri="{FF2B5EF4-FFF2-40B4-BE49-F238E27FC236}">
                <a16:creationId xmlns:a16="http://schemas.microsoft.com/office/drawing/2014/main" id="{09FF6BBF-2EEF-4B7F-8EB9-FBE6CD94F010}"/>
              </a:ext>
            </a:extLst>
          </p:cNvPr>
          <p:cNvSpPr>
            <a:spLocks noGrp="1"/>
          </p:cNvSpPr>
          <p:nvPr/>
        </p:nvSpPr>
        <p:spPr>
          <a:xfrm>
            <a:off x="7381839" y="5404037"/>
            <a:ext cx="279555" cy="78518"/>
          </a:xfrm>
          <a:custGeom>
            <a:avLst/>
            <a:gdLst/>
            <a:ahLst/>
            <a:cxnLst/>
            <a:rect l="0" t="0" r="0" b="0"/>
            <a:pathLst>
              <a:path w="279555" h="78518">
                <a:moveTo>
                  <a:pt x="0" y="78518"/>
                </a:moveTo>
                <a:lnTo>
                  <a:pt x="279555" y="0"/>
                </a:lnTo>
              </a:path>
            </a:pathLst>
          </a:custGeom>
          <a:noFill/>
          <a:ln w="10348">
            <a:solidFill>
              <a:srgbClr val="F59415">
                <a:alpha val="15000"/>
              </a:srgbClr>
            </a:solidFill>
            <a:prstDash val="solid"/>
          </a:ln>
        </p:spPr>
      </p:sp>
      <p:sp>
        <p:nvSpPr>
          <p:cNvPr id="815" name="lumia-token-stream-curve">
            <a:extLst>
              <a:ext uri="{FF2B5EF4-FFF2-40B4-BE49-F238E27FC236}">
                <a16:creationId xmlns:a16="http://schemas.microsoft.com/office/drawing/2014/main" id="{F35E3809-AC75-47DB-A0F0-795D920DB2D0}"/>
              </a:ext>
            </a:extLst>
          </p:cNvPr>
          <p:cNvSpPr>
            <a:spLocks noGrp="1"/>
          </p:cNvSpPr>
          <p:nvPr/>
        </p:nvSpPr>
        <p:spPr>
          <a:xfrm>
            <a:off x="7661394" y="5303638"/>
            <a:ext cx="282355" cy="100398"/>
          </a:xfrm>
          <a:custGeom>
            <a:avLst/>
            <a:gdLst/>
            <a:ahLst/>
            <a:cxnLst/>
            <a:rect l="0" t="0" r="0" b="0"/>
            <a:pathLst>
              <a:path w="282355" h="100398">
                <a:moveTo>
                  <a:pt x="0" y="100398"/>
                </a:moveTo>
                <a:lnTo>
                  <a:pt x="282355" y="0"/>
                </a:lnTo>
              </a:path>
            </a:pathLst>
          </a:custGeom>
          <a:noFill/>
          <a:ln w="10595">
            <a:solidFill>
              <a:srgbClr val="F79E11">
                <a:alpha val="16000"/>
              </a:srgbClr>
            </a:solidFill>
            <a:prstDash val="solid"/>
          </a:ln>
        </p:spPr>
      </p:sp>
      <p:sp>
        <p:nvSpPr>
          <p:cNvPr id="816" name="lumia-token-stream-curve">
            <a:extLst>
              <a:ext uri="{FF2B5EF4-FFF2-40B4-BE49-F238E27FC236}">
                <a16:creationId xmlns:a16="http://schemas.microsoft.com/office/drawing/2014/main" id="{894BFB71-B527-4D2B-BE30-8D90AB1DD1E3}"/>
              </a:ext>
            </a:extLst>
          </p:cNvPr>
          <p:cNvSpPr>
            <a:spLocks noGrp="1"/>
          </p:cNvSpPr>
          <p:nvPr/>
        </p:nvSpPr>
        <p:spPr>
          <a:xfrm>
            <a:off x="7943749" y="5181505"/>
            <a:ext cx="285124" cy="122134"/>
          </a:xfrm>
          <a:custGeom>
            <a:avLst/>
            <a:gdLst/>
            <a:ahLst/>
            <a:cxnLst/>
            <a:rect l="0" t="0" r="0" b="0"/>
            <a:pathLst>
              <a:path w="285124" h="122134">
                <a:moveTo>
                  <a:pt x="0" y="122134"/>
                </a:moveTo>
                <a:lnTo>
                  <a:pt x="285124" y="0"/>
                </a:lnTo>
              </a:path>
            </a:pathLst>
          </a:custGeom>
          <a:noFill/>
          <a:ln w="10840">
            <a:solidFill>
              <a:srgbClr val="F8A90C">
                <a:alpha val="16000"/>
              </a:srgbClr>
            </a:solidFill>
            <a:prstDash val="solid"/>
          </a:ln>
        </p:spPr>
      </p:sp>
      <p:sp>
        <p:nvSpPr>
          <p:cNvPr id="817" name="lumia-token-stream-curve">
            <a:extLst>
              <a:ext uri="{FF2B5EF4-FFF2-40B4-BE49-F238E27FC236}">
                <a16:creationId xmlns:a16="http://schemas.microsoft.com/office/drawing/2014/main" id="{616810F0-8D8C-47BE-A66E-BBD18A43D467}"/>
              </a:ext>
            </a:extLst>
          </p:cNvPr>
          <p:cNvSpPr>
            <a:spLocks noGrp="1"/>
          </p:cNvSpPr>
          <p:nvPr/>
        </p:nvSpPr>
        <p:spPr>
          <a:xfrm>
            <a:off x="8228873" y="5040063"/>
            <a:ext cx="287860" cy="141441"/>
          </a:xfrm>
          <a:custGeom>
            <a:avLst/>
            <a:gdLst/>
            <a:ahLst/>
            <a:cxnLst/>
            <a:rect l="0" t="0" r="0" b="0"/>
            <a:pathLst>
              <a:path w="287860" h="141441">
                <a:moveTo>
                  <a:pt x="0" y="141441"/>
                </a:moveTo>
                <a:lnTo>
                  <a:pt x="287860" y="0"/>
                </a:lnTo>
              </a:path>
            </a:pathLst>
          </a:custGeom>
          <a:noFill/>
          <a:ln w="11082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818" name="lumia-token-stream-curve">
            <a:extLst>
              <a:ext uri="{FF2B5EF4-FFF2-40B4-BE49-F238E27FC236}">
                <a16:creationId xmlns:a16="http://schemas.microsoft.com/office/drawing/2014/main" id="{AF640A4B-9A61-488F-8EB0-FFF045B5F643}"/>
              </a:ext>
            </a:extLst>
          </p:cNvPr>
          <p:cNvSpPr>
            <a:spLocks noGrp="1"/>
          </p:cNvSpPr>
          <p:nvPr/>
        </p:nvSpPr>
        <p:spPr>
          <a:xfrm>
            <a:off x="8516733" y="4883833"/>
            <a:ext cx="290565" cy="156231"/>
          </a:xfrm>
          <a:custGeom>
            <a:avLst/>
            <a:gdLst/>
            <a:ahLst/>
            <a:cxnLst/>
            <a:rect l="0" t="0" r="0" b="0"/>
            <a:pathLst>
              <a:path w="290565" h="156231">
                <a:moveTo>
                  <a:pt x="0" y="156231"/>
                </a:moveTo>
                <a:lnTo>
                  <a:pt x="290565" y="0"/>
                </a:lnTo>
              </a:path>
            </a:pathLst>
          </a:custGeom>
          <a:noFill/>
          <a:ln w="11318">
            <a:solidFill>
              <a:srgbClr val="F7BC07">
                <a:alpha val="17000"/>
              </a:srgbClr>
            </a:solidFill>
            <a:prstDash val="solid"/>
          </a:ln>
        </p:spPr>
      </p:sp>
      <p:sp>
        <p:nvSpPr>
          <p:cNvPr id="819" name="lumia-token-stream-curve">
            <a:extLst>
              <a:ext uri="{FF2B5EF4-FFF2-40B4-BE49-F238E27FC236}">
                <a16:creationId xmlns:a16="http://schemas.microsoft.com/office/drawing/2014/main" id="{7FEAD376-864C-44CB-93A2-1718A4147556}"/>
              </a:ext>
            </a:extLst>
          </p:cNvPr>
          <p:cNvSpPr>
            <a:spLocks noGrp="1"/>
          </p:cNvSpPr>
          <p:nvPr/>
        </p:nvSpPr>
        <p:spPr>
          <a:xfrm>
            <a:off x="8807298" y="4718916"/>
            <a:ext cx="293238" cy="164917"/>
          </a:xfrm>
          <a:custGeom>
            <a:avLst/>
            <a:gdLst/>
            <a:ahLst/>
            <a:cxnLst/>
            <a:rect l="0" t="0" r="0" b="0"/>
            <a:pathLst>
              <a:path w="293238" h="164917">
                <a:moveTo>
                  <a:pt x="0" y="164917"/>
                </a:moveTo>
                <a:lnTo>
                  <a:pt x="293238" y="0"/>
                </a:lnTo>
              </a:path>
            </a:pathLst>
          </a:custGeom>
          <a:noFill/>
          <a:ln w="11545">
            <a:solidFill>
              <a:srgbClr val="E5BA0E">
                <a:alpha val="17000"/>
              </a:srgbClr>
            </a:solidFill>
            <a:prstDash val="solid"/>
          </a:ln>
        </p:spPr>
      </p:sp>
      <p:sp>
        <p:nvSpPr>
          <p:cNvPr id="820" name="lumia-token-stream-curve">
            <a:extLst>
              <a:ext uri="{FF2B5EF4-FFF2-40B4-BE49-F238E27FC236}">
                <a16:creationId xmlns:a16="http://schemas.microsoft.com/office/drawing/2014/main" id="{8BD76170-70CA-4F6A-9F0B-A4A0C03BC971}"/>
              </a:ext>
            </a:extLst>
          </p:cNvPr>
          <p:cNvSpPr>
            <a:spLocks noGrp="1"/>
          </p:cNvSpPr>
          <p:nvPr/>
        </p:nvSpPr>
        <p:spPr>
          <a:xfrm>
            <a:off x="9100536" y="4552232"/>
            <a:ext cx="295880" cy="166684"/>
          </a:xfrm>
          <a:custGeom>
            <a:avLst/>
            <a:gdLst/>
            <a:ahLst/>
            <a:cxnLst/>
            <a:rect l="0" t="0" r="0" b="0"/>
            <a:pathLst>
              <a:path w="295880" h="166684">
                <a:moveTo>
                  <a:pt x="0" y="166684"/>
                </a:moveTo>
                <a:lnTo>
                  <a:pt x="295880" y="0"/>
                </a:lnTo>
              </a:path>
            </a:pathLst>
          </a:custGeom>
          <a:noFill/>
          <a:ln w="11762">
            <a:solidFill>
              <a:srgbClr val="D3B815">
                <a:alpha val="18000"/>
              </a:srgbClr>
            </a:solidFill>
            <a:prstDash val="solid"/>
          </a:ln>
        </p:spPr>
      </p:sp>
      <p:sp>
        <p:nvSpPr>
          <p:cNvPr id="821" name="lumia-token-stream-curve">
            <a:extLst>
              <a:ext uri="{FF2B5EF4-FFF2-40B4-BE49-F238E27FC236}">
                <a16:creationId xmlns:a16="http://schemas.microsoft.com/office/drawing/2014/main" id="{112C124A-0957-4F46-BCAE-CD96E3E140B7}"/>
              </a:ext>
            </a:extLst>
          </p:cNvPr>
          <p:cNvSpPr>
            <a:spLocks noGrp="1"/>
          </p:cNvSpPr>
          <p:nvPr/>
        </p:nvSpPr>
        <p:spPr>
          <a:xfrm>
            <a:off x="9396416" y="4390560"/>
            <a:ext cx="298489" cy="161672"/>
          </a:xfrm>
          <a:custGeom>
            <a:avLst/>
            <a:gdLst/>
            <a:ahLst/>
            <a:cxnLst/>
            <a:rect l="0" t="0" r="0" b="0"/>
            <a:pathLst>
              <a:path w="298489" h="161672">
                <a:moveTo>
                  <a:pt x="0" y="161672"/>
                </a:moveTo>
                <a:lnTo>
                  <a:pt x="298489" y="0"/>
                </a:lnTo>
              </a:path>
            </a:pathLst>
          </a:custGeom>
          <a:noFill/>
          <a:ln w="11966">
            <a:solidFill>
              <a:srgbClr val="C2B61C">
                <a:alpha val="18000"/>
              </a:srgbClr>
            </a:solidFill>
            <a:prstDash val="solid"/>
          </a:ln>
        </p:spPr>
      </p:sp>
      <p:sp>
        <p:nvSpPr>
          <p:cNvPr id="822" name="lumia-token-stream-curve">
            <a:extLst>
              <a:ext uri="{FF2B5EF4-FFF2-40B4-BE49-F238E27FC236}">
                <a16:creationId xmlns:a16="http://schemas.microsoft.com/office/drawing/2014/main" id="{01CB132A-702E-41D0-A19E-3F71C93F7E54}"/>
              </a:ext>
            </a:extLst>
          </p:cNvPr>
          <p:cNvSpPr>
            <a:spLocks noGrp="1"/>
          </p:cNvSpPr>
          <p:nvPr/>
        </p:nvSpPr>
        <p:spPr>
          <a:xfrm>
            <a:off x="9694905" y="4239530"/>
            <a:ext cx="301067" cy="151029"/>
          </a:xfrm>
          <a:custGeom>
            <a:avLst/>
            <a:gdLst/>
            <a:ahLst/>
            <a:cxnLst/>
            <a:rect l="0" t="0" r="0" b="0"/>
            <a:pathLst>
              <a:path w="301067" h="151029">
                <a:moveTo>
                  <a:pt x="0" y="151029"/>
                </a:moveTo>
                <a:lnTo>
                  <a:pt x="301067" y="0"/>
                </a:lnTo>
              </a:path>
            </a:pathLst>
          </a:custGeom>
          <a:noFill/>
          <a:ln w="12154">
            <a:solidFill>
              <a:srgbClr val="B0B422">
                <a:alpha val="18000"/>
              </a:srgbClr>
            </a:solidFill>
            <a:prstDash val="solid"/>
          </a:ln>
        </p:spPr>
      </p:sp>
      <p:sp>
        <p:nvSpPr>
          <p:cNvPr id="823" name="lumia-token-stream-curve">
            <a:extLst>
              <a:ext uri="{FF2B5EF4-FFF2-40B4-BE49-F238E27FC236}">
                <a16:creationId xmlns:a16="http://schemas.microsoft.com/office/drawing/2014/main" id="{BCE57CC2-42C5-43E7-9332-A590E22ECD43}"/>
              </a:ext>
            </a:extLst>
          </p:cNvPr>
          <p:cNvSpPr>
            <a:spLocks noGrp="1"/>
          </p:cNvSpPr>
          <p:nvPr/>
        </p:nvSpPr>
        <p:spPr>
          <a:xfrm>
            <a:off x="9995972" y="4102706"/>
            <a:ext cx="303613" cy="136824"/>
          </a:xfrm>
          <a:custGeom>
            <a:avLst/>
            <a:gdLst/>
            <a:ahLst/>
            <a:cxnLst/>
            <a:rect l="0" t="0" r="0" b="0"/>
            <a:pathLst>
              <a:path w="303613" h="136824">
                <a:moveTo>
                  <a:pt x="0" y="136824"/>
                </a:moveTo>
                <a:lnTo>
                  <a:pt x="303613" y="0"/>
                </a:lnTo>
              </a:path>
            </a:pathLst>
          </a:custGeom>
          <a:noFill/>
          <a:ln w="12325">
            <a:solidFill>
              <a:srgbClr val="9EB329">
                <a:alpha val="18000"/>
              </a:srgbClr>
            </a:solidFill>
            <a:prstDash val="solid"/>
          </a:ln>
        </p:spPr>
      </p:sp>
      <p:sp>
        <p:nvSpPr>
          <p:cNvPr id="824" name="lumia-token-stream-curve">
            <a:extLst>
              <a:ext uri="{FF2B5EF4-FFF2-40B4-BE49-F238E27FC236}">
                <a16:creationId xmlns:a16="http://schemas.microsoft.com/office/drawing/2014/main" id="{A96C55E9-86A3-4E33-B663-4A86DA02C0F5}"/>
              </a:ext>
            </a:extLst>
          </p:cNvPr>
          <p:cNvSpPr>
            <a:spLocks noGrp="1"/>
          </p:cNvSpPr>
          <p:nvPr/>
        </p:nvSpPr>
        <p:spPr>
          <a:xfrm>
            <a:off x="10299585" y="3980906"/>
            <a:ext cx="306127" cy="121800"/>
          </a:xfrm>
          <a:custGeom>
            <a:avLst/>
            <a:gdLst/>
            <a:ahLst/>
            <a:cxnLst/>
            <a:rect l="0" t="0" r="0" b="0"/>
            <a:pathLst>
              <a:path w="306127" h="121800">
                <a:moveTo>
                  <a:pt x="0" y="121800"/>
                </a:moveTo>
                <a:lnTo>
                  <a:pt x="306127" y="0"/>
                </a:lnTo>
              </a:path>
            </a:pathLst>
          </a:custGeom>
          <a:noFill/>
          <a:ln w="12475">
            <a:solidFill>
              <a:srgbClr val="8CB130">
                <a:alpha val="19000"/>
              </a:srgbClr>
            </a:solidFill>
            <a:prstDash val="solid"/>
          </a:ln>
        </p:spPr>
      </p:sp>
      <p:sp>
        <p:nvSpPr>
          <p:cNvPr id="825" name="lumia-token-stream-curve">
            <a:extLst>
              <a:ext uri="{FF2B5EF4-FFF2-40B4-BE49-F238E27FC236}">
                <a16:creationId xmlns:a16="http://schemas.microsoft.com/office/drawing/2014/main" id="{355948DE-EEB9-4117-A57A-8A5ECA97683E}"/>
              </a:ext>
            </a:extLst>
          </p:cNvPr>
          <p:cNvSpPr>
            <a:spLocks noGrp="1"/>
          </p:cNvSpPr>
          <p:nvPr/>
        </p:nvSpPr>
        <p:spPr>
          <a:xfrm>
            <a:off x="10605712" y="3871896"/>
            <a:ext cx="308610" cy="109010"/>
          </a:xfrm>
          <a:custGeom>
            <a:avLst/>
            <a:gdLst/>
            <a:ahLst/>
            <a:cxnLst/>
            <a:rect l="0" t="0" r="0" b="0"/>
            <a:pathLst>
              <a:path w="308610" h="109010">
                <a:moveTo>
                  <a:pt x="0" y="109010"/>
                </a:moveTo>
                <a:lnTo>
                  <a:pt x="308610" y="0"/>
                </a:lnTo>
              </a:path>
            </a:pathLst>
          </a:custGeom>
          <a:noFill/>
          <a:ln w="12604">
            <a:solidFill>
              <a:srgbClr val="7BAF37">
                <a:alpha val="19000"/>
              </a:srgbClr>
            </a:solidFill>
            <a:prstDash val="solid"/>
          </a:ln>
        </p:spPr>
      </p:sp>
      <p:sp>
        <p:nvSpPr>
          <p:cNvPr id="826" name="lumia-token-stream-curve">
            <a:extLst>
              <a:ext uri="{FF2B5EF4-FFF2-40B4-BE49-F238E27FC236}">
                <a16:creationId xmlns:a16="http://schemas.microsoft.com/office/drawing/2014/main" id="{359C144C-8E7F-419D-B877-B86F7914DDB7}"/>
              </a:ext>
            </a:extLst>
          </p:cNvPr>
          <p:cNvSpPr>
            <a:spLocks noGrp="1"/>
          </p:cNvSpPr>
          <p:nvPr/>
        </p:nvSpPr>
        <p:spPr>
          <a:xfrm>
            <a:off x="10914322" y="3770537"/>
            <a:ext cx="311060" cy="101359"/>
          </a:xfrm>
          <a:custGeom>
            <a:avLst/>
            <a:gdLst/>
            <a:ahLst/>
            <a:cxnLst/>
            <a:rect l="0" t="0" r="0" b="0"/>
            <a:pathLst>
              <a:path w="311060" h="101359">
                <a:moveTo>
                  <a:pt x="0" y="101359"/>
                </a:moveTo>
                <a:lnTo>
                  <a:pt x="311060" y="0"/>
                </a:lnTo>
              </a:path>
            </a:pathLst>
          </a:custGeom>
          <a:noFill/>
          <a:ln w="12708">
            <a:solidFill>
              <a:srgbClr val="69AD3E">
                <a:alpha val="19000"/>
              </a:srgbClr>
            </a:solidFill>
            <a:prstDash val="solid"/>
          </a:ln>
        </p:spPr>
      </p:sp>
      <p:sp>
        <p:nvSpPr>
          <p:cNvPr id="827" name="lumia-token-stream-curve">
            <a:extLst>
              <a:ext uri="{FF2B5EF4-FFF2-40B4-BE49-F238E27FC236}">
                <a16:creationId xmlns:a16="http://schemas.microsoft.com/office/drawing/2014/main" id="{E0660F6E-7BAD-4EAE-AB96-A77A159FC5C4}"/>
              </a:ext>
            </a:extLst>
          </p:cNvPr>
          <p:cNvSpPr>
            <a:spLocks noGrp="1"/>
          </p:cNvSpPr>
          <p:nvPr/>
        </p:nvSpPr>
        <p:spPr>
          <a:xfrm>
            <a:off x="11225383" y="3669401"/>
            <a:ext cx="313479" cy="101136"/>
          </a:xfrm>
          <a:custGeom>
            <a:avLst/>
            <a:gdLst/>
            <a:ahLst/>
            <a:cxnLst/>
            <a:rect l="0" t="0" r="0" b="0"/>
            <a:pathLst>
              <a:path w="313479" h="101136">
                <a:moveTo>
                  <a:pt x="0" y="101136"/>
                </a:moveTo>
                <a:lnTo>
                  <a:pt x="313479" y="0"/>
                </a:lnTo>
              </a:path>
            </a:pathLst>
          </a:custGeom>
          <a:noFill/>
          <a:ln w="12785">
            <a:solidFill>
              <a:srgbClr val="57AC45">
                <a:alpha val="19000"/>
              </a:srgbClr>
            </a:solidFill>
            <a:prstDash val="solid"/>
          </a:ln>
        </p:spPr>
      </p:sp>
      <p:sp>
        <p:nvSpPr>
          <p:cNvPr id="828" name="lumia-token-stream-curve">
            <a:extLst>
              <a:ext uri="{FF2B5EF4-FFF2-40B4-BE49-F238E27FC236}">
                <a16:creationId xmlns:a16="http://schemas.microsoft.com/office/drawing/2014/main" id="{084A17EE-3216-419E-937D-372A204C36FB}"/>
              </a:ext>
            </a:extLst>
          </p:cNvPr>
          <p:cNvSpPr>
            <a:spLocks noGrp="1"/>
          </p:cNvSpPr>
          <p:nvPr/>
        </p:nvSpPr>
        <p:spPr>
          <a:xfrm>
            <a:off x="11538862" y="3559797"/>
            <a:ext cx="315866" cy="109604"/>
          </a:xfrm>
          <a:custGeom>
            <a:avLst/>
            <a:gdLst/>
            <a:ahLst/>
            <a:cxnLst/>
            <a:rect l="0" t="0" r="0" b="0"/>
            <a:pathLst>
              <a:path w="315866" h="109604">
                <a:moveTo>
                  <a:pt x="0" y="109604"/>
                </a:moveTo>
                <a:lnTo>
                  <a:pt x="315866" y="0"/>
                </a:lnTo>
              </a:path>
            </a:pathLst>
          </a:custGeom>
          <a:noFill/>
          <a:ln w="12833">
            <a:solidFill>
              <a:srgbClr val="46AA4C">
                <a:alpha val="19000"/>
              </a:srgbClr>
            </a:solidFill>
            <a:prstDash val="solid"/>
          </a:ln>
        </p:spPr>
      </p:sp>
      <p:sp>
        <p:nvSpPr>
          <p:cNvPr id="829" name="lumia-token-stream-curve">
            <a:extLst>
              <a:ext uri="{FF2B5EF4-FFF2-40B4-BE49-F238E27FC236}">
                <a16:creationId xmlns:a16="http://schemas.microsoft.com/office/drawing/2014/main" id="{77E707DF-5646-4E9A-A183-7CAABB0A13B0}"/>
              </a:ext>
            </a:extLst>
          </p:cNvPr>
          <p:cNvSpPr>
            <a:spLocks noGrp="1"/>
          </p:cNvSpPr>
          <p:nvPr/>
        </p:nvSpPr>
        <p:spPr>
          <a:xfrm>
            <a:off x="11854728" y="3433073"/>
            <a:ext cx="318222" cy="126724"/>
          </a:xfrm>
          <a:custGeom>
            <a:avLst/>
            <a:gdLst/>
            <a:ahLst/>
            <a:cxnLst/>
            <a:rect l="0" t="0" r="0" b="0"/>
            <a:pathLst>
              <a:path w="318222" h="126724">
                <a:moveTo>
                  <a:pt x="0" y="126724"/>
                </a:moveTo>
                <a:lnTo>
                  <a:pt x="318222" y="0"/>
                </a:lnTo>
              </a:path>
            </a:pathLst>
          </a:custGeom>
          <a:noFill/>
          <a:ln w="12850">
            <a:solidFill>
              <a:srgbClr val="34A853">
                <a:alpha val="19000"/>
              </a:srgbClr>
            </a:solidFill>
            <a:prstDash val="solid"/>
          </a:ln>
        </p:spPr>
      </p:sp>
      <p:sp>
        <p:nvSpPr>
          <p:cNvPr id="830" name="lumia-token-stream-curve">
            <a:extLst>
              <a:ext uri="{FF2B5EF4-FFF2-40B4-BE49-F238E27FC236}">
                <a16:creationId xmlns:a16="http://schemas.microsoft.com/office/drawing/2014/main" id="{D211DF46-8AED-42AA-AE5D-87309C5D094A}"/>
              </a:ext>
            </a:extLst>
          </p:cNvPr>
          <p:cNvSpPr>
            <a:spLocks noGrp="1"/>
          </p:cNvSpPr>
          <p:nvPr/>
        </p:nvSpPr>
        <p:spPr>
          <a:xfrm>
            <a:off x="348097" y="6705600"/>
            <a:ext cx="185617" cy="9525"/>
          </a:xfrm>
          <a:custGeom>
            <a:avLst/>
            <a:gdLst/>
            <a:ahLst/>
            <a:cxnLst/>
            <a:rect l="0" t="0" r="0" b="0"/>
            <a:pathLst>
              <a:path w="185617" h="9525">
                <a:moveTo>
                  <a:pt x="0" y="0"/>
                </a:moveTo>
                <a:lnTo>
                  <a:pt x="185617" y="0"/>
                </a:lnTo>
              </a:path>
            </a:pathLst>
          </a:custGeom>
          <a:noFill/>
          <a:ln w="8302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831" name="lumia-token-stream-curve">
            <a:extLst>
              <a:ext uri="{FF2B5EF4-FFF2-40B4-BE49-F238E27FC236}">
                <a16:creationId xmlns:a16="http://schemas.microsoft.com/office/drawing/2014/main" id="{5FE6A6B4-CF9D-4972-9766-CAF34D7ADE17}"/>
              </a:ext>
            </a:extLst>
          </p:cNvPr>
          <p:cNvSpPr>
            <a:spLocks noGrp="1"/>
          </p:cNvSpPr>
          <p:nvPr/>
        </p:nvSpPr>
        <p:spPr>
          <a:xfrm>
            <a:off x="533714" y="6705600"/>
            <a:ext cx="189307" cy="9525"/>
          </a:xfrm>
          <a:custGeom>
            <a:avLst/>
            <a:gdLst/>
            <a:ahLst/>
            <a:cxnLst/>
            <a:rect l="0" t="0" r="0" b="0"/>
            <a:pathLst>
              <a:path w="189307" h="9525">
                <a:moveTo>
                  <a:pt x="0" y="0"/>
                </a:moveTo>
                <a:lnTo>
                  <a:pt x="189307" y="0"/>
                </a:lnTo>
              </a:path>
            </a:pathLst>
          </a:custGeom>
          <a:noFill/>
          <a:ln w="8302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832" name="lumia-token-stream-curve">
            <a:extLst>
              <a:ext uri="{FF2B5EF4-FFF2-40B4-BE49-F238E27FC236}">
                <a16:creationId xmlns:a16="http://schemas.microsoft.com/office/drawing/2014/main" id="{5310F2E2-AA28-4C19-B51A-3F446D893251}"/>
              </a:ext>
            </a:extLst>
          </p:cNvPr>
          <p:cNvSpPr>
            <a:spLocks noGrp="1"/>
          </p:cNvSpPr>
          <p:nvPr/>
        </p:nvSpPr>
        <p:spPr>
          <a:xfrm>
            <a:off x="723021" y="6705600"/>
            <a:ext cx="192962" cy="9525"/>
          </a:xfrm>
          <a:custGeom>
            <a:avLst/>
            <a:gdLst/>
            <a:ahLst/>
            <a:cxnLst/>
            <a:rect l="0" t="0" r="0" b="0"/>
            <a:pathLst>
              <a:path w="192962" h="9525">
                <a:moveTo>
                  <a:pt x="0" y="0"/>
                </a:moveTo>
                <a:lnTo>
                  <a:pt x="192962" y="0"/>
                </a:lnTo>
              </a:path>
            </a:pathLst>
          </a:custGeom>
          <a:noFill/>
          <a:ln w="8302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833" name="lumia-token-stream-curve">
            <a:extLst>
              <a:ext uri="{FF2B5EF4-FFF2-40B4-BE49-F238E27FC236}">
                <a16:creationId xmlns:a16="http://schemas.microsoft.com/office/drawing/2014/main" id="{EBD45AFB-B6E8-405E-A551-79B3C2B686F1}"/>
              </a:ext>
            </a:extLst>
          </p:cNvPr>
          <p:cNvSpPr>
            <a:spLocks noGrp="1"/>
          </p:cNvSpPr>
          <p:nvPr/>
        </p:nvSpPr>
        <p:spPr>
          <a:xfrm>
            <a:off x="915983" y="6705600"/>
            <a:ext cx="196581" cy="9525"/>
          </a:xfrm>
          <a:custGeom>
            <a:avLst/>
            <a:gdLst/>
            <a:ahLst/>
            <a:cxnLst/>
            <a:rect l="0" t="0" r="0" b="0"/>
            <a:pathLst>
              <a:path w="196581" h="9525">
                <a:moveTo>
                  <a:pt x="0" y="0"/>
                </a:moveTo>
                <a:lnTo>
                  <a:pt x="196581" y="0"/>
                </a:lnTo>
              </a:path>
            </a:pathLst>
          </a:custGeom>
          <a:noFill/>
          <a:ln w="8302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834" name="lumia-token-stream-curve">
            <a:extLst>
              <a:ext uri="{FF2B5EF4-FFF2-40B4-BE49-F238E27FC236}">
                <a16:creationId xmlns:a16="http://schemas.microsoft.com/office/drawing/2014/main" id="{AB959A43-A6E9-4BD1-9CBA-E795D5DFAC35}"/>
              </a:ext>
            </a:extLst>
          </p:cNvPr>
          <p:cNvSpPr>
            <a:spLocks noGrp="1"/>
          </p:cNvSpPr>
          <p:nvPr/>
        </p:nvSpPr>
        <p:spPr>
          <a:xfrm>
            <a:off x="1112564" y="6705600"/>
            <a:ext cx="200166" cy="9525"/>
          </a:xfrm>
          <a:custGeom>
            <a:avLst/>
            <a:gdLst/>
            <a:ahLst/>
            <a:cxnLst/>
            <a:rect l="0" t="0" r="0" b="0"/>
            <a:pathLst>
              <a:path w="200166" h="9525">
                <a:moveTo>
                  <a:pt x="0" y="0"/>
                </a:moveTo>
                <a:lnTo>
                  <a:pt x="200166" y="0"/>
                </a:lnTo>
              </a:path>
            </a:pathLst>
          </a:custGeom>
          <a:noFill/>
          <a:ln w="8302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835" name="lumia-token-stream-curve">
            <a:extLst>
              <a:ext uri="{FF2B5EF4-FFF2-40B4-BE49-F238E27FC236}">
                <a16:creationId xmlns:a16="http://schemas.microsoft.com/office/drawing/2014/main" id="{9F26E1D2-8B6F-474A-9718-42177FDC53D1}"/>
              </a:ext>
            </a:extLst>
          </p:cNvPr>
          <p:cNvSpPr>
            <a:spLocks noGrp="1"/>
          </p:cNvSpPr>
          <p:nvPr/>
        </p:nvSpPr>
        <p:spPr>
          <a:xfrm>
            <a:off x="1312730" y="6705600"/>
            <a:ext cx="203715" cy="9525"/>
          </a:xfrm>
          <a:custGeom>
            <a:avLst/>
            <a:gdLst/>
            <a:ahLst/>
            <a:cxnLst/>
            <a:rect l="0" t="0" r="0" b="0"/>
            <a:pathLst>
              <a:path w="203715" h="9525">
                <a:moveTo>
                  <a:pt x="0" y="0"/>
                </a:moveTo>
                <a:lnTo>
                  <a:pt x="203715" y="0"/>
                </a:lnTo>
              </a:path>
            </a:pathLst>
          </a:custGeom>
          <a:noFill/>
          <a:ln w="8302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836" name="lumia-token-stream-curve">
            <a:extLst>
              <a:ext uri="{FF2B5EF4-FFF2-40B4-BE49-F238E27FC236}">
                <a16:creationId xmlns:a16="http://schemas.microsoft.com/office/drawing/2014/main" id="{4844E79F-ABC5-4B6B-8456-814FA61A31D2}"/>
              </a:ext>
            </a:extLst>
          </p:cNvPr>
          <p:cNvSpPr>
            <a:spLocks noGrp="1"/>
          </p:cNvSpPr>
          <p:nvPr/>
        </p:nvSpPr>
        <p:spPr>
          <a:xfrm>
            <a:off x="1516445" y="6705600"/>
            <a:ext cx="207229" cy="9525"/>
          </a:xfrm>
          <a:custGeom>
            <a:avLst/>
            <a:gdLst/>
            <a:ahLst/>
            <a:cxnLst/>
            <a:rect l="0" t="0" r="0" b="0"/>
            <a:pathLst>
              <a:path w="207229" h="9525">
                <a:moveTo>
                  <a:pt x="0" y="0"/>
                </a:moveTo>
                <a:lnTo>
                  <a:pt x="207229" y="0"/>
                </a:lnTo>
              </a:path>
            </a:pathLst>
          </a:custGeom>
          <a:noFill/>
          <a:ln w="8302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837" name="lumia-token-stream-curve">
            <a:extLst>
              <a:ext uri="{FF2B5EF4-FFF2-40B4-BE49-F238E27FC236}">
                <a16:creationId xmlns:a16="http://schemas.microsoft.com/office/drawing/2014/main" id="{14FA2D8A-109B-471B-A3D3-B630A288EF6B}"/>
              </a:ext>
            </a:extLst>
          </p:cNvPr>
          <p:cNvSpPr>
            <a:spLocks noGrp="1"/>
          </p:cNvSpPr>
          <p:nvPr/>
        </p:nvSpPr>
        <p:spPr>
          <a:xfrm>
            <a:off x="1723674" y="6705600"/>
            <a:ext cx="210709" cy="9525"/>
          </a:xfrm>
          <a:custGeom>
            <a:avLst/>
            <a:gdLst/>
            <a:ahLst/>
            <a:cxnLst/>
            <a:rect l="0" t="0" r="0" b="0"/>
            <a:pathLst>
              <a:path w="210709" h="9525">
                <a:moveTo>
                  <a:pt x="0" y="0"/>
                </a:moveTo>
                <a:lnTo>
                  <a:pt x="210709" y="0"/>
                </a:lnTo>
              </a:path>
            </a:pathLst>
          </a:custGeom>
          <a:noFill/>
          <a:ln w="8302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838" name="lumia-token-stream-curve">
            <a:extLst>
              <a:ext uri="{FF2B5EF4-FFF2-40B4-BE49-F238E27FC236}">
                <a16:creationId xmlns:a16="http://schemas.microsoft.com/office/drawing/2014/main" id="{C9869E00-038B-4F17-BD27-485467DDDD65}"/>
              </a:ext>
            </a:extLst>
          </p:cNvPr>
          <p:cNvSpPr>
            <a:spLocks noGrp="1"/>
          </p:cNvSpPr>
          <p:nvPr/>
        </p:nvSpPr>
        <p:spPr>
          <a:xfrm>
            <a:off x="1934383" y="6705600"/>
            <a:ext cx="214153" cy="9525"/>
          </a:xfrm>
          <a:custGeom>
            <a:avLst/>
            <a:gdLst/>
            <a:ahLst/>
            <a:cxnLst/>
            <a:rect l="0" t="0" r="0" b="0"/>
            <a:pathLst>
              <a:path w="214153" h="9525">
                <a:moveTo>
                  <a:pt x="0" y="0"/>
                </a:moveTo>
                <a:lnTo>
                  <a:pt x="214153" y="0"/>
                </a:lnTo>
              </a:path>
            </a:pathLst>
          </a:custGeom>
          <a:noFill/>
          <a:ln w="8302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839" name="lumia-token-stream-curve">
            <a:extLst>
              <a:ext uri="{FF2B5EF4-FFF2-40B4-BE49-F238E27FC236}">
                <a16:creationId xmlns:a16="http://schemas.microsoft.com/office/drawing/2014/main" id="{B63EF038-BE4E-4C04-9EAD-7CCB4ED67D53}"/>
              </a:ext>
            </a:extLst>
          </p:cNvPr>
          <p:cNvSpPr>
            <a:spLocks noGrp="1"/>
          </p:cNvSpPr>
          <p:nvPr/>
        </p:nvSpPr>
        <p:spPr>
          <a:xfrm>
            <a:off x="2148535" y="6683598"/>
            <a:ext cx="217562" cy="22002"/>
          </a:xfrm>
          <a:custGeom>
            <a:avLst/>
            <a:gdLst/>
            <a:ahLst/>
            <a:cxnLst/>
            <a:rect l="0" t="0" r="0" b="0"/>
            <a:pathLst>
              <a:path w="217562" h="22002">
                <a:moveTo>
                  <a:pt x="0" y="22002"/>
                </a:moveTo>
                <a:lnTo>
                  <a:pt x="217562" y="0"/>
                </a:lnTo>
              </a:path>
            </a:pathLst>
          </a:custGeom>
          <a:noFill/>
          <a:ln w="8302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840" name="lumia-token-stream-curve">
            <a:extLst>
              <a:ext uri="{FF2B5EF4-FFF2-40B4-BE49-F238E27FC236}">
                <a16:creationId xmlns:a16="http://schemas.microsoft.com/office/drawing/2014/main" id="{032AE3DE-64BB-4242-9520-C28580535467}"/>
              </a:ext>
            </a:extLst>
          </p:cNvPr>
          <p:cNvSpPr>
            <a:spLocks noGrp="1"/>
          </p:cNvSpPr>
          <p:nvPr/>
        </p:nvSpPr>
        <p:spPr>
          <a:xfrm>
            <a:off x="2366097" y="6616271"/>
            <a:ext cx="220936" cy="67327"/>
          </a:xfrm>
          <a:custGeom>
            <a:avLst/>
            <a:gdLst/>
            <a:ahLst/>
            <a:cxnLst/>
            <a:rect l="0" t="0" r="0" b="0"/>
            <a:pathLst>
              <a:path w="220936" h="67327">
                <a:moveTo>
                  <a:pt x="0" y="67327"/>
                </a:moveTo>
                <a:lnTo>
                  <a:pt x="220936" y="0"/>
                </a:lnTo>
              </a:path>
            </a:pathLst>
          </a:custGeom>
          <a:noFill/>
          <a:ln w="8302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841" name="lumia-token-stream-curve">
            <a:extLst>
              <a:ext uri="{FF2B5EF4-FFF2-40B4-BE49-F238E27FC236}">
                <a16:creationId xmlns:a16="http://schemas.microsoft.com/office/drawing/2014/main" id="{5F8CE222-CA1D-4853-8383-D50D78A52AA0}"/>
              </a:ext>
            </a:extLst>
          </p:cNvPr>
          <p:cNvSpPr>
            <a:spLocks noGrp="1"/>
          </p:cNvSpPr>
          <p:nvPr/>
        </p:nvSpPr>
        <p:spPr>
          <a:xfrm>
            <a:off x="2587033" y="6540288"/>
            <a:ext cx="224275" cy="75984"/>
          </a:xfrm>
          <a:custGeom>
            <a:avLst/>
            <a:gdLst/>
            <a:ahLst/>
            <a:cxnLst/>
            <a:rect l="0" t="0" r="0" b="0"/>
            <a:pathLst>
              <a:path w="224275" h="75984">
                <a:moveTo>
                  <a:pt x="0" y="75984"/>
                </a:moveTo>
                <a:lnTo>
                  <a:pt x="224275" y="0"/>
                </a:lnTo>
              </a:path>
            </a:pathLst>
          </a:custGeom>
          <a:noFill/>
          <a:ln w="8302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842" name="lumia-token-stream-curve">
            <a:extLst>
              <a:ext uri="{FF2B5EF4-FFF2-40B4-BE49-F238E27FC236}">
                <a16:creationId xmlns:a16="http://schemas.microsoft.com/office/drawing/2014/main" id="{D309D55C-B03E-411E-AC2C-07D93FDB1107}"/>
              </a:ext>
            </a:extLst>
          </p:cNvPr>
          <p:cNvSpPr>
            <a:spLocks noGrp="1"/>
          </p:cNvSpPr>
          <p:nvPr/>
        </p:nvSpPr>
        <p:spPr>
          <a:xfrm>
            <a:off x="2811308" y="6457930"/>
            <a:ext cx="227579" cy="82358"/>
          </a:xfrm>
          <a:custGeom>
            <a:avLst/>
            <a:gdLst/>
            <a:ahLst/>
            <a:cxnLst/>
            <a:rect l="0" t="0" r="0" b="0"/>
            <a:pathLst>
              <a:path w="227579" h="82358">
                <a:moveTo>
                  <a:pt x="0" y="82358"/>
                </a:moveTo>
                <a:lnTo>
                  <a:pt x="227579" y="0"/>
                </a:lnTo>
              </a:path>
            </a:pathLst>
          </a:custGeom>
          <a:noFill/>
          <a:ln w="8302">
            <a:solidFill>
              <a:srgbClr val="623C8F">
                <a:alpha val="9000"/>
              </a:srgbClr>
            </a:solidFill>
            <a:prstDash val="solid"/>
          </a:ln>
        </p:spPr>
      </p:sp>
      <p:sp>
        <p:nvSpPr>
          <p:cNvPr id="843" name="lumia-token-stream-curve">
            <a:extLst>
              <a:ext uri="{FF2B5EF4-FFF2-40B4-BE49-F238E27FC236}">
                <a16:creationId xmlns:a16="http://schemas.microsoft.com/office/drawing/2014/main" id="{27F6F102-F9C4-4C80-9E53-2C440F252513}"/>
              </a:ext>
            </a:extLst>
          </p:cNvPr>
          <p:cNvSpPr>
            <a:spLocks noGrp="1"/>
          </p:cNvSpPr>
          <p:nvPr/>
        </p:nvSpPr>
        <p:spPr>
          <a:xfrm>
            <a:off x="3038887" y="6372156"/>
            <a:ext cx="230848" cy="85774"/>
          </a:xfrm>
          <a:custGeom>
            <a:avLst/>
            <a:gdLst/>
            <a:ahLst/>
            <a:cxnLst/>
            <a:rect l="0" t="0" r="0" b="0"/>
            <a:pathLst>
              <a:path w="230848" h="85774">
                <a:moveTo>
                  <a:pt x="0" y="85774"/>
                </a:moveTo>
                <a:lnTo>
                  <a:pt x="230848" y="0"/>
                </a:lnTo>
              </a:path>
            </a:pathLst>
          </a:custGeom>
          <a:noFill/>
          <a:ln w="8302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844" name="lumia-token-stream-curve">
            <a:extLst>
              <a:ext uri="{FF2B5EF4-FFF2-40B4-BE49-F238E27FC236}">
                <a16:creationId xmlns:a16="http://schemas.microsoft.com/office/drawing/2014/main" id="{CEF43BAD-9AAD-4D86-91F8-2DE3A485EDFA}"/>
              </a:ext>
            </a:extLst>
          </p:cNvPr>
          <p:cNvSpPr>
            <a:spLocks noGrp="1"/>
          </p:cNvSpPr>
          <p:nvPr/>
        </p:nvSpPr>
        <p:spPr>
          <a:xfrm>
            <a:off x="3269734" y="6286375"/>
            <a:ext cx="234081" cy="85780"/>
          </a:xfrm>
          <a:custGeom>
            <a:avLst/>
            <a:gdLst/>
            <a:ahLst/>
            <a:cxnLst/>
            <a:rect l="0" t="0" r="0" b="0"/>
            <a:pathLst>
              <a:path w="234081" h="85780">
                <a:moveTo>
                  <a:pt x="0" y="85780"/>
                </a:moveTo>
                <a:lnTo>
                  <a:pt x="234081" y="0"/>
                </a:lnTo>
              </a:path>
            </a:pathLst>
          </a:custGeom>
          <a:noFill/>
          <a:ln w="8302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845" name="lumia-token-stream-curve">
            <a:extLst>
              <a:ext uri="{FF2B5EF4-FFF2-40B4-BE49-F238E27FC236}">
                <a16:creationId xmlns:a16="http://schemas.microsoft.com/office/drawing/2014/main" id="{2F226607-EFDA-47E8-B21F-54CF9741629C}"/>
              </a:ext>
            </a:extLst>
          </p:cNvPr>
          <p:cNvSpPr>
            <a:spLocks noGrp="1"/>
          </p:cNvSpPr>
          <p:nvPr/>
        </p:nvSpPr>
        <p:spPr>
          <a:xfrm>
            <a:off x="3503815" y="6204158"/>
            <a:ext cx="237280" cy="82217"/>
          </a:xfrm>
          <a:custGeom>
            <a:avLst/>
            <a:gdLst/>
            <a:ahLst/>
            <a:cxnLst/>
            <a:rect l="0" t="0" r="0" b="0"/>
            <a:pathLst>
              <a:path w="237280" h="82217">
                <a:moveTo>
                  <a:pt x="0" y="82217"/>
                </a:moveTo>
                <a:lnTo>
                  <a:pt x="237280" y="0"/>
                </a:lnTo>
              </a:path>
            </a:pathLst>
          </a:custGeom>
          <a:noFill/>
          <a:ln w="8302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846" name="lumia-token-stream-curve">
            <a:extLst>
              <a:ext uri="{FF2B5EF4-FFF2-40B4-BE49-F238E27FC236}">
                <a16:creationId xmlns:a16="http://schemas.microsoft.com/office/drawing/2014/main" id="{B1E64FB5-39BA-4CEA-A6B6-324BF11AF5D6}"/>
              </a:ext>
            </a:extLst>
          </p:cNvPr>
          <p:cNvSpPr>
            <a:spLocks noGrp="1"/>
          </p:cNvSpPr>
          <p:nvPr/>
        </p:nvSpPr>
        <p:spPr>
          <a:xfrm>
            <a:off x="3741095" y="6128886"/>
            <a:ext cx="240444" cy="75272"/>
          </a:xfrm>
          <a:custGeom>
            <a:avLst/>
            <a:gdLst/>
            <a:ahLst/>
            <a:cxnLst/>
            <a:rect l="0" t="0" r="0" b="0"/>
            <a:pathLst>
              <a:path w="240444" h="75272">
                <a:moveTo>
                  <a:pt x="0" y="75272"/>
                </a:moveTo>
                <a:lnTo>
                  <a:pt x="240444" y="0"/>
                </a:lnTo>
              </a:path>
            </a:pathLst>
          </a:custGeom>
          <a:noFill/>
          <a:ln w="8303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847" name="lumia-token-stream-curve">
            <a:extLst>
              <a:ext uri="{FF2B5EF4-FFF2-40B4-BE49-F238E27FC236}">
                <a16:creationId xmlns:a16="http://schemas.microsoft.com/office/drawing/2014/main" id="{E2215443-3EA8-4E50-A906-DFA8E13D6782}"/>
              </a:ext>
            </a:extLst>
          </p:cNvPr>
          <p:cNvSpPr>
            <a:spLocks noGrp="1"/>
          </p:cNvSpPr>
          <p:nvPr/>
        </p:nvSpPr>
        <p:spPr>
          <a:xfrm>
            <a:off x="3981539" y="6063382"/>
            <a:ext cx="243572" cy="65504"/>
          </a:xfrm>
          <a:custGeom>
            <a:avLst/>
            <a:gdLst/>
            <a:ahLst/>
            <a:cxnLst/>
            <a:rect l="0" t="0" r="0" b="0"/>
            <a:pathLst>
              <a:path w="243572" h="65504">
                <a:moveTo>
                  <a:pt x="0" y="65504"/>
                </a:moveTo>
                <a:lnTo>
                  <a:pt x="243572" y="0"/>
                </a:lnTo>
              </a:path>
            </a:pathLst>
          </a:custGeom>
          <a:noFill/>
          <a:ln w="8328">
            <a:solidFill>
              <a:srgbClr val="A33F64">
                <a:alpha val="10000"/>
              </a:srgbClr>
            </a:solidFill>
            <a:prstDash val="solid"/>
          </a:ln>
        </p:spPr>
      </p:sp>
      <p:sp>
        <p:nvSpPr>
          <p:cNvPr id="848" name="lumia-token-stream-curve">
            <a:extLst>
              <a:ext uri="{FF2B5EF4-FFF2-40B4-BE49-F238E27FC236}">
                <a16:creationId xmlns:a16="http://schemas.microsoft.com/office/drawing/2014/main" id="{E46DD22F-7BF4-4B8D-B646-845F38B60AFA}"/>
              </a:ext>
            </a:extLst>
          </p:cNvPr>
          <p:cNvSpPr>
            <a:spLocks noGrp="1"/>
          </p:cNvSpPr>
          <p:nvPr/>
        </p:nvSpPr>
        <p:spPr>
          <a:xfrm>
            <a:off x="4225111" y="6009558"/>
            <a:ext cx="246666" cy="53824"/>
          </a:xfrm>
          <a:custGeom>
            <a:avLst/>
            <a:gdLst/>
            <a:ahLst/>
            <a:cxnLst/>
            <a:rect l="0" t="0" r="0" b="0"/>
            <a:pathLst>
              <a:path w="246666" h="53824">
                <a:moveTo>
                  <a:pt x="0" y="53824"/>
                </a:moveTo>
                <a:lnTo>
                  <a:pt x="246666" y="0"/>
                </a:lnTo>
              </a:path>
            </a:pathLst>
          </a:custGeom>
          <a:noFill/>
          <a:ln w="8386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849" name="lumia-token-stream-curve">
            <a:extLst>
              <a:ext uri="{FF2B5EF4-FFF2-40B4-BE49-F238E27FC236}">
                <a16:creationId xmlns:a16="http://schemas.microsoft.com/office/drawing/2014/main" id="{5297E767-1E11-46E7-9210-F96EA57F7C4A}"/>
              </a:ext>
            </a:extLst>
          </p:cNvPr>
          <p:cNvSpPr>
            <a:spLocks noGrp="1"/>
          </p:cNvSpPr>
          <p:nvPr/>
        </p:nvSpPr>
        <p:spPr>
          <a:xfrm>
            <a:off x="4471777" y="5968118"/>
            <a:ext cx="249724" cy="41441"/>
          </a:xfrm>
          <a:custGeom>
            <a:avLst/>
            <a:gdLst/>
            <a:ahLst/>
            <a:cxnLst/>
            <a:rect l="0" t="0" r="0" b="0"/>
            <a:pathLst>
              <a:path w="249724" h="41441">
                <a:moveTo>
                  <a:pt x="0" y="41441"/>
                </a:moveTo>
                <a:lnTo>
                  <a:pt x="249724" y="0"/>
                </a:lnTo>
              </a:path>
            </a:pathLst>
          </a:custGeom>
          <a:noFill/>
          <a:ln w="8473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850" name="lumia-token-stream-curve">
            <a:extLst>
              <a:ext uri="{FF2B5EF4-FFF2-40B4-BE49-F238E27FC236}">
                <a16:creationId xmlns:a16="http://schemas.microsoft.com/office/drawing/2014/main" id="{635BC0B1-CFBE-49F0-A389-63C403670AB1}"/>
              </a:ext>
            </a:extLst>
          </p:cNvPr>
          <p:cNvSpPr>
            <a:spLocks noGrp="1"/>
          </p:cNvSpPr>
          <p:nvPr/>
        </p:nvSpPr>
        <p:spPr>
          <a:xfrm>
            <a:off x="4721501" y="5938354"/>
            <a:ext cx="252747" cy="29763"/>
          </a:xfrm>
          <a:custGeom>
            <a:avLst/>
            <a:gdLst/>
            <a:ahLst/>
            <a:cxnLst/>
            <a:rect l="0" t="0" r="0" b="0"/>
            <a:pathLst>
              <a:path w="252747" h="29763">
                <a:moveTo>
                  <a:pt x="0" y="29763"/>
                </a:moveTo>
                <a:lnTo>
                  <a:pt x="252747" y="0"/>
                </a:lnTo>
              </a:path>
            </a:pathLst>
          </a:custGeom>
          <a:noFill/>
          <a:ln w="8587">
            <a:solidFill>
              <a:srgbClr val="CA414A">
                <a:alpha val="11000"/>
              </a:srgbClr>
            </a:solidFill>
            <a:prstDash val="solid"/>
          </a:ln>
        </p:spPr>
      </p:sp>
      <p:sp>
        <p:nvSpPr>
          <p:cNvPr id="851" name="lumia-token-stream-curve">
            <a:extLst>
              <a:ext uri="{FF2B5EF4-FFF2-40B4-BE49-F238E27FC236}">
                <a16:creationId xmlns:a16="http://schemas.microsoft.com/office/drawing/2014/main" id="{887742BC-8648-428F-BBE0-0D355909E67C}"/>
              </a:ext>
            </a:extLst>
          </p:cNvPr>
          <p:cNvSpPr>
            <a:spLocks noGrp="1"/>
          </p:cNvSpPr>
          <p:nvPr/>
        </p:nvSpPr>
        <p:spPr>
          <a:xfrm>
            <a:off x="4974249" y="5918091"/>
            <a:ext cx="255736" cy="20264"/>
          </a:xfrm>
          <a:custGeom>
            <a:avLst/>
            <a:gdLst/>
            <a:ahLst/>
            <a:cxnLst/>
            <a:rect l="0" t="0" r="0" b="0"/>
            <a:pathLst>
              <a:path w="255736" h="20264">
                <a:moveTo>
                  <a:pt x="0" y="20264"/>
                </a:moveTo>
                <a:lnTo>
                  <a:pt x="255736" y="0"/>
                </a:lnTo>
              </a:path>
            </a:pathLst>
          </a:custGeom>
          <a:noFill/>
          <a:ln w="8726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852" name="lumia-token-stream-curve">
            <a:extLst>
              <a:ext uri="{FF2B5EF4-FFF2-40B4-BE49-F238E27FC236}">
                <a16:creationId xmlns:a16="http://schemas.microsoft.com/office/drawing/2014/main" id="{2EA60FA3-DD1E-47F9-9EA3-339F9F6D7C1F}"/>
              </a:ext>
            </a:extLst>
          </p:cNvPr>
          <p:cNvSpPr>
            <a:spLocks noGrp="1"/>
          </p:cNvSpPr>
          <p:nvPr/>
        </p:nvSpPr>
        <p:spPr>
          <a:xfrm>
            <a:off x="5229984" y="5903773"/>
            <a:ext cx="258689" cy="14317"/>
          </a:xfrm>
          <a:custGeom>
            <a:avLst/>
            <a:gdLst/>
            <a:ahLst/>
            <a:cxnLst/>
            <a:rect l="0" t="0" r="0" b="0"/>
            <a:pathLst>
              <a:path w="258689" h="14317">
                <a:moveTo>
                  <a:pt x="0" y="14317"/>
                </a:moveTo>
                <a:lnTo>
                  <a:pt x="258689" y="0"/>
                </a:lnTo>
              </a:path>
            </a:pathLst>
          </a:custGeom>
          <a:noFill/>
          <a:ln w="8887">
            <a:solidFill>
              <a:srgbClr val="E44339">
                <a:alpha val="12000"/>
              </a:srgbClr>
            </a:solidFill>
            <a:prstDash val="solid"/>
          </a:ln>
        </p:spPr>
      </p:sp>
      <p:sp>
        <p:nvSpPr>
          <p:cNvPr id="853" name="lumia-token-stream-curve">
            <a:extLst>
              <a:ext uri="{FF2B5EF4-FFF2-40B4-BE49-F238E27FC236}">
                <a16:creationId xmlns:a16="http://schemas.microsoft.com/office/drawing/2014/main" id="{C941CDEB-B514-4160-A7FF-4C0A36281F85}"/>
              </a:ext>
            </a:extLst>
          </p:cNvPr>
          <p:cNvSpPr>
            <a:spLocks noGrp="1"/>
          </p:cNvSpPr>
          <p:nvPr/>
        </p:nvSpPr>
        <p:spPr>
          <a:xfrm>
            <a:off x="5488673" y="5890738"/>
            <a:ext cx="261607" cy="13036"/>
          </a:xfrm>
          <a:custGeom>
            <a:avLst/>
            <a:gdLst/>
            <a:ahLst/>
            <a:cxnLst/>
            <a:rect l="0" t="0" r="0" b="0"/>
            <a:pathLst>
              <a:path w="261607" h="13036">
                <a:moveTo>
                  <a:pt x="0" y="13036"/>
                </a:moveTo>
                <a:lnTo>
                  <a:pt x="261607" y="0"/>
                </a:lnTo>
              </a:path>
            </a:pathLst>
          </a:custGeom>
          <a:noFill/>
          <a:ln w="9068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854" name="lumia-token-stream-curve">
            <a:extLst>
              <a:ext uri="{FF2B5EF4-FFF2-40B4-BE49-F238E27FC236}">
                <a16:creationId xmlns:a16="http://schemas.microsoft.com/office/drawing/2014/main" id="{3819DFB7-3C2F-4426-B9FC-E426B4AC0240}"/>
              </a:ext>
            </a:extLst>
          </p:cNvPr>
          <p:cNvSpPr>
            <a:spLocks noGrp="1"/>
          </p:cNvSpPr>
          <p:nvPr/>
        </p:nvSpPr>
        <p:spPr>
          <a:xfrm>
            <a:off x="5750280" y="5873632"/>
            <a:ext cx="264490" cy="17106"/>
          </a:xfrm>
          <a:custGeom>
            <a:avLst/>
            <a:gdLst/>
            <a:ahLst/>
            <a:cxnLst/>
            <a:rect l="0" t="0" r="0" b="0"/>
            <a:pathLst>
              <a:path w="264490" h="17106">
                <a:moveTo>
                  <a:pt x="0" y="17106"/>
                </a:moveTo>
                <a:lnTo>
                  <a:pt x="264490" y="0"/>
                </a:lnTo>
              </a:path>
            </a:pathLst>
          </a:custGeom>
          <a:noFill/>
          <a:ln w="9267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855" name="lumia-token-stream-curve">
            <a:extLst>
              <a:ext uri="{FF2B5EF4-FFF2-40B4-BE49-F238E27FC236}">
                <a16:creationId xmlns:a16="http://schemas.microsoft.com/office/drawing/2014/main" id="{3F4B8763-9EF4-492D-B3DE-10C3E6574027}"/>
              </a:ext>
            </a:extLst>
          </p:cNvPr>
          <p:cNvSpPr>
            <a:spLocks noGrp="1"/>
          </p:cNvSpPr>
          <p:nvPr/>
        </p:nvSpPr>
        <p:spPr>
          <a:xfrm>
            <a:off x="6014771" y="5846964"/>
            <a:ext cx="267338" cy="26668"/>
          </a:xfrm>
          <a:custGeom>
            <a:avLst/>
            <a:gdLst/>
            <a:ahLst/>
            <a:cxnLst/>
            <a:rect l="0" t="0" r="0" b="0"/>
            <a:pathLst>
              <a:path w="267338" h="26668">
                <a:moveTo>
                  <a:pt x="0" y="26668"/>
                </a:moveTo>
                <a:lnTo>
                  <a:pt x="267338" y="0"/>
                </a:lnTo>
              </a:path>
            </a:pathLst>
          </a:custGeom>
          <a:noFill/>
          <a:ln w="9481">
            <a:solidFill>
              <a:srgbClr val="EE5E2A">
                <a:alpha val="13000"/>
              </a:srgbClr>
            </a:solidFill>
            <a:prstDash val="solid"/>
          </a:ln>
        </p:spPr>
      </p:sp>
      <p:sp>
        <p:nvSpPr>
          <p:cNvPr id="856" name="lumia-token-stream-curve">
            <a:extLst>
              <a:ext uri="{FF2B5EF4-FFF2-40B4-BE49-F238E27FC236}">
                <a16:creationId xmlns:a16="http://schemas.microsoft.com/office/drawing/2014/main" id="{2A5C2391-5BF0-4C70-9A06-A2FB3BAE24F1}"/>
              </a:ext>
            </a:extLst>
          </p:cNvPr>
          <p:cNvSpPr>
            <a:spLocks noGrp="1"/>
          </p:cNvSpPr>
          <p:nvPr/>
        </p:nvSpPr>
        <p:spPr>
          <a:xfrm>
            <a:off x="6282109" y="5805721"/>
            <a:ext cx="270151" cy="41243"/>
          </a:xfrm>
          <a:custGeom>
            <a:avLst/>
            <a:gdLst/>
            <a:ahLst/>
            <a:cxnLst/>
            <a:rect l="0" t="0" r="0" b="0"/>
            <a:pathLst>
              <a:path w="270151" h="41243">
                <a:moveTo>
                  <a:pt x="0" y="41243"/>
                </a:moveTo>
                <a:lnTo>
                  <a:pt x="270151" y="0"/>
                </a:lnTo>
              </a:path>
            </a:pathLst>
          </a:custGeom>
          <a:noFill/>
          <a:ln w="9708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857" name="lumia-token-stream-curve">
            <a:extLst>
              <a:ext uri="{FF2B5EF4-FFF2-40B4-BE49-F238E27FC236}">
                <a16:creationId xmlns:a16="http://schemas.microsoft.com/office/drawing/2014/main" id="{275F6B22-4D58-49AF-8EE1-A56F7DB88124}"/>
              </a:ext>
            </a:extLst>
          </p:cNvPr>
          <p:cNvSpPr>
            <a:spLocks noGrp="1"/>
          </p:cNvSpPr>
          <p:nvPr/>
        </p:nvSpPr>
        <p:spPr>
          <a:xfrm>
            <a:off x="6552260" y="5745990"/>
            <a:ext cx="272929" cy="59731"/>
          </a:xfrm>
          <a:custGeom>
            <a:avLst/>
            <a:gdLst/>
            <a:ahLst/>
            <a:cxnLst/>
            <a:rect l="0" t="0" r="0" b="0"/>
            <a:pathLst>
              <a:path w="272929" h="59731">
                <a:moveTo>
                  <a:pt x="0" y="59731"/>
                </a:moveTo>
                <a:lnTo>
                  <a:pt x="272929" y="0"/>
                </a:lnTo>
              </a:path>
            </a:pathLst>
          </a:custGeom>
          <a:noFill/>
          <a:ln w="9946">
            <a:solidFill>
              <a:srgbClr val="F17322">
                <a:alpha val="14000"/>
              </a:srgbClr>
            </a:solidFill>
            <a:prstDash val="solid"/>
          </a:ln>
        </p:spPr>
      </p:sp>
      <p:sp>
        <p:nvSpPr>
          <p:cNvPr id="858" name="lumia-token-stream-curve">
            <a:extLst>
              <a:ext uri="{FF2B5EF4-FFF2-40B4-BE49-F238E27FC236}">
                <a16:creationId xmlns:a16="http://schemas.microsoft.com/office/drawing/2014/main" id="{1E9433E2-7B5D-4316-B929-48BAEC324B09}"/>
              </a:ext>
            </a:extLst>
          </p:cNvPr>
          <p:cNvSpPr>
            <a:spLocks noGrp="1"/>
          </p:cNvSpPr>
          <p:nvPr/>
        </p:nvSpPr>
        <p:spPr>
          <a:xfrm>
            <a:off x="6825189" y="5665494"/>
            <a:ext cx="275672" cy="80496"/>
          </a:xfrm>
          <a:custGeom>
            <a:avLst/>
            <a:gdLst/>
            <a:ahLst/>
            <a:cxnLst/>
            <a:rect l="0" t="0" r="0" b="0"/>
            <a:pathLst>
              <a:path w="275672" h="80496">
                <a:moveTo>
                  <a:pt x="0" y="80496"/>
                </a:moveTo>
                <a:lnTo>
                  <a:pt x="275672" y="0"/>
                </a:lnTo>
              </a:path>
            </a:pathLst>
          </a:custGeom>
          <a:noFill/>
          <a:ln w="10191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859" name="lumia-token-stream-curve">
            <a:extLst>
              <a:ext uri="{FF2B5EF4-FFF2-40B4-BE49-F238E27FC236}">
                <a16:creationId xmlns:a16="http://schemas.microsoft.com/office/drawing/2014/main" id="{2905C7C0-17A2-4DDA-A0DF-42A31CAACE3D}"/>
              </a:ext>
            </a:extLst>
          </p:cNvPr>
          <p:cNvSpPr>
            <a:spLocks noGrp="1"/>
          </p:cNvSpPr>
          <p:nvPr/>
        </p:nvSpPr>
        <p:spPr>
          <a:xfrm>
            <a:off x="7100861" y="5563976"/>
            <a:ext cx="278380" cy="101519"/>
          </a:xfrm>
          <a:custGeom>
            <a:avLst/>
            <a:gdLst/>
            <a:ahLst/>
            <a:cxnLst/>
            <a:rect l="0" t="0" r="0" b="0"/>
            <a:pathLst>
              <a:path w="278380" h="101519">
                <a:moveTo>
                  <a:pt x="0" y="101519"/>
                </a:moveTo>
                <a:lnTo>
                  <a:pt x="278380" y="0"/>
                </a:lnTo>
              </a:path>
            </a:pathLst>
          </a:custGeom>
          <a:noFill/>
          <a:ln w="10442">
            <a:solidFill>
              <a:srgbClr val="F48919">
                <a:alpha val="15000"/>
              </a:srgbClr>
            </a:solidFill>
            <a:prstDash val="solid"/>
          </a:ln>
        </p:spPr>
      </p:sp>
      <p:sp>
        <p:nvSpPr>
          <p:cNvPr id="860" name="lumia-token-stream-curve">
            <a:extLst>
              <a:ext uri="{FF2B5EF4-FFF2-40B4-BE49-F238E27FC236}">
                <a16:creationId xmlns:a16="http://schemas.microsoft.com/office/drawing/2014/main" id="{2201E343-3172-4827-9AAC-5F34337DE97D}"/>
              </a:ext>
            </a:extLst>
          </p:cNvPr>
          <p:cNvSpPr>
            <a:spLocks noGrp="1"/>
          </p:cNvSpPr>
          <p:nvPr/>
        </p:nvSpPr>
        <p:spPr>
          <a:xfrm>
            <a:off x="7379240" y="5443344"/>
            <a:ext cx="281052" cy="120632"/>
          </a:xfrm>
          <a:custGeom>
            <a:avLst/>
            <a:gdLst/>
            <a:ahLst/>
            <a:cxnLst/>
            <a:rect l="0" t="0" r="0" b="0"/>
            <a:pathLst>
              <a:path w="281052" h="120632">
                <a:moveTo>
                  <a:pt x="0" y="120632"/>
                </a:moveTo>
                <a:lnTo>
                  <a:pt x="281052" y="0"/>
                </a:lnTo>
              </a:path>
            </a:pathLst>
          </a:custGeom>
          <a:noFill/>
          <a:ln w="10697">
            <a:solidFill>
              <a:srgbClr val="F59415">
                <a:alpha val="15000"/>
              </a:srgbClr>
            </a:solidFill>
            <a:prstDash val="solid"/>
          </a:ln>
        </p:spPr>
      </p:sp>
      <p:sp>
        <p:nvSpPr>
          <p:cNvPr id="861" name="lumia-token-stream-curve">
            <a:extLst>
              <a:ext uri="{FF2B5EF4-FFF2-40B4-BE49-F238E27FC236}">
                <a16:creationId xmlns:a16="http://schemas.microsoft.com/office/drawing/2014/main" id="{3172DCB5-9E6A-436B-BD79-E9CF40225A9A}"/>
              </a:ext>
            </a:extLst>
          </p:cNvPr>
          <p:cNvSpPr>
            <a:spLocks noGrp="1"/>
          </p:cNvSpPr>
          <p:nvPr/>
        </p:nvSpPr>
        <p:spPr>
          <a:xfrm>
            <a:off x="7660293" y="5307556"/>
            <a:ext cx="283690" cy="135789"/>
          </a:xfrm>
          <a:custGeom>
            <a:avLst/>
            <a:gdLst/>
            <a:ahLst/>
            <a:cxnLst/>
            <a:rect l="0" t="0" r="0" b="0"/>
            <a:pathLst>
              <a:path w="283690" h="135789">
                <a:moveTo>
                  <a:pt x="0" y="135789"/>
                </a:moveTo>
                <a:lnTo>
                  <a:pt x="283690" y="0"/>
                </a:lnTo>
              </a:path>
            </a:pathLst>
          </a:custGeom>
          <a:noFill/>
          <a:ln w="10952">
            <a:solidFill>
              <a:srgbClr val="F79E11">
                <a:alpha val="16000"/>
              </a:srgbClr>
            </a:solidFill>
            <a:prstDash val="solid"/>
          </a:ln>
        </p:spPr>
      </p:sp>
      <p:sp>
        <p:nvSpPr>
          <p:cNvPr id="862" name="lumia-token-stream-curve">
            <a:extLst>
              <a:ext uri="{FF2B5EF4-FFF2-40B4-BE49-F238E27FC236}">
                <a16:creationId xmlns:a16="http://schemas.microsoft.com/office/drawing/2014/main" id="{1B9A07C9-C25F-4F73-AAE7-53030D08CC14}"/>
              </a:ext>
            </a:extLst>
          </p:cNvPr>
          <p:cNvSpPr>
            <a:spLocks noGrp="1"/>
          </p:cNvSpPr>
          <p:nvPr/>
        </p:nvSpPr>
        <p:spPr>
          <a:xfrm>
            <a:off x="7943982" y="5162205"/>
            <a:ext cx="286292" cy="145350"/>
          </a:xfrm>
          <a:custGeom>
            <a:avLst/>
            <a:gdLst/>
            <a:ahLst/>
            <a:cxnLst/>
            <a:rect l="0" t="0" r="0" b="0"/>
            <a:pathLst>
              <a:path w="286292" h="145350">
                <a:moveTo>
                  <a:pt x="0" y="145350"/>
                </a:moveTo>
                <a:lnTo>
                  <a:pt x="286292" y="0"/>
                </a:lnTo>
              </a:path>
            </a:pathLst>
          </a:custGeom>
          <a:noFill/>
          <a:ln w="11206">
            <a:solidFill>
              <a:srgbClr val="F8A90C">
                <a:alpha val="16000"/>
              </a:srgbClr>
            </a:solidFill>
            <a:prstDash val="solid"/>
          </a:ln>
        </p:spPr>
      </p:sp>
      <p:sp>
        <p:nvSpPr>
          <p:cNvPr id="863" name="lumia-token-stream-curve">
            <a:extLst>
              <a:ext uri="{FF2B5EF4-FFF2-40B4-BE49-F238E27FC236}">
                <a16:creationId xmlns:a16="http://schemas.microsoft.com/office/drawing/2014/main" id="{C370BF54-753E-45C0-B2BF-308B3CC5C695}"/>
              </a:ext>
            </a:extLst>
          </p:cNvPr>
          <p:cNvSpPr>
            <a:spLocks noGrp="1"/>
          </p:cNvSpPr>
          <p:nvPr/>
        </p:nvSpPr>
        <p:spPr>
          <a:xfrm>
            <a:off x="8230275" y="5013861"/>
            <a:ext cx="288860" cy="148344"/>
          </a:xfrm>
          <a:custGeom>
            <a:avLst/>
            <a:gdLst/>
            <a:ahLst/>
            <a:cxnLst/>
            <a:rect l="0" t="0" r="0" b="0"/>
            <a:pathLst>
              <a:path w="288860" h="148344">
                <a:moveTo>
                  <a:pt x="0" y="148344"/>
                </a:moveTo>
                <a:lnTo>
                  <a:pt x="288860" y="0"/>
                </a:lnTo>
              </a:path>
            </a:pathLst>
          </a:custGeom>
          <a:noFill/>
          <a:ln w="11456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864" name="lumia-token-stream-curve">
            <a:extLst>
              <a:ext uri="{FF2B5EF4-FFF2-40B4-BE49-F238E27FC236}">
                <a16:creationId xmlns:a16="http://schemas.microsoft.com/office/drawing/2014/main" id="{9876EEF6-8822-478C-B769-946D1F9F1E4A}"/>
              </a:ext>
            </a:extLst>
          </p:cNvPr>
          <p:cNvSpPr>
            <a:spLocks noGrp="1"/>
          </p:cNvSpPr>
          <p:nvPr/>
        </p:nvSpPr>
        <p:spPr>
          <a:xfrm>
            <a:off x="8519135" y="4869212"/>
            <a:ext cx="291392" cy="144650"/>
          </a:xfrm>
          <a:custGeom>
            <a:avLst/>
            <a:gdLst/>
            <a:ahLst/>
            <a:cxnLst/>
            <a:rect l="0" t="0" r="0" b="0"/>
            <a:pathLst>
              <a:path w="291392" h="144650">
                <a:moveTo>
                  <a:pt x="0" y="144650"/>
                </a:moveTo>
                <a:lnTo>
                  <a:pt x="291392" y="0"/>
                </a:lnTo>
              </a:path>
            </a:pathLst>
          </a:custGeom>
          <a:noFill/>
          <a:ln w="11699">
            <a:solidFill>
              <a:srgbClr val="F7BC07">
                <a:alpha val="17000"/>
              </a:srgbClr>
            </a:solidFill>
            <a:prstDash val="solid"/>
          </a:ln>
        </p:spPr>
      </p:sp>
      <p:sp>
        <p:nvSpPr>
          <p:cNvPr id="865" name="lumia-token-stream-curve">
            <a:extLst>
              <a:ext uri="{FF2B5EF4-FFF2-40B4-BE49-F238E27FC236}">
                <a16:creationId xmlns:a16="http://schemas.microsoft.com/office/drawing/2014/main" id="{A9EFC20E-5D1A-4C2A-9222-A51F96B91855}"/>
              </a:ext>
            </a:extLst>
          </p:cNvPr>
          <p:cNvSpPr>
            <a:spLocks noGrp="1"/>
          </p:cNvSpPr>
          <p:nvPr/>
        </p:nvSpPr>
        <p:spPr>
          <a:xfrm>
            <a:off x="8810527" y="4734121"/>
            <a:ext cx="293890" cy="135090"/>
          </a:xfrm>
          <a:custGeom>
            <a:avLst/>
            <a:gdLst/>
            <a:ahLst/>
            <a:cxnLst/>
            <a:rect l="0" t="0" r="0" b="0"/>
            <a:pathLst>
              <a:path w="293890" h="135090">
                <a:moveTo>
                  <a:pt x="0" y="135090"/>
                </a:moveTo>
                <a:lnTo>
                  <a:pt x="293890" y="0"/>
                </a:lnTo>
              </a:path>
            </a:pathLst>
          </a:custGeom>
          <a:noFill/>
          <a:ln w="11934">
            <a:solidFill>
              <a:srgbClr val="E5BA0E">
                <a:alpha val="17000"/>
              </a:srgbClr>
            </a:solidFill>
            <a:prstDash val="solid"/>
          </a:ln>
        </p:spPr>
      </p:sp>
      <p:sp>
        <p:nvSpPr>
          <p:cNvPr id="866" name="lumia-token-stream-curve">
            <a:extLst>
              <a:ext uri="{FF2B5EF4-FFF2-40B4-BE49-F238E27FC236}">
                <a16:creationId xmlns:a16="http://schemas.microsoft.com/office/drawing/2014/main" id="{A3F1A7F1-0CB2-4CCF-9077-FA9CC4225106}"/>
              </a:ext>
            </a:extLst>
          </p:cNvPr>
          <p:cNvSpPr>
            <a:spLocks noGrp="1"/>
          </p:cNvSpPr>
          <p:nvPr/>
        </p:nvSpPr>
        <p:spPr>
          <a:xfrm>
            <a:off x="9104416" y="4612738"/>
            <a:ext cx="296352" cy="121383"/>
          </a:xfrm>
          <a:custGeom>
            <a:avLst/>
            <a:gdLst/>
            <a:ahLst/>
            <a:cxnLst/>
            <a:rect l="0" t="0" r="0" b="0"/>
            <a:pathLst>
              <a:path w="296352" h="121383">
                <a:moveTo>
                  <a:pt x="0" y="121383"/>
                </a:moveTo>
                <a:lnTo>
                  <a:pt x="296352" y="0"/>
                </a:lnTo>
              </a:path>
            </a:pathLst>
          </a:custGeom>
          <a:noFill/>
          <a:ln w="12158">
            <a:solidFill>
              <a:srgbClr val="D3B815">
                <a:alpha val="18000"/>
              </a:srgbClr>
            </a:solidFill>
            <a:prstDash val="solid"/>
          </a:ln>
        </p:spPr>
      </p:sp>
      <p:sp>
        <p:nvSpPr>
          <p:cNvPr id="867" name="lumia-token-stream-curve">
            <a:extLst>
              <a:ext uri="{FF2B5EF4-FFF2-40B4-BE49-F238E27FC236}">
                <a16:creationId xmlns:a16="http://schemas.microsoft.com/office/drawing/2014/main" id="{BCBAE419-B57B-464F-A965-0CA34D28BD5E}"/>
              </a:ext>
            </a:extLst>
          </p:cNvPr>
          <p:cNvSpPr>
            <a:spLocks noGrp="1"/>
          </p:cNvSpPr>
          <p:nvPr/>
        </p:nvSpPr>
        <p:spPr>
          <a:xfrm>
            <a:off x="9400768" y="4506773"/>
            <a:ext cx="298779" cy="105965"/>
          </a:xfrm>
          <a:custGeom>
            <a:avLst/>
            <a:gdLst/>
            <a:ahLst/>
            <a:cxnLst/>
            <a:rect l="0" t="0" r="0" b="0"/>
            <a:pathLst>
              <a:path w="298779" h="105965">
                <a:moveTo>
                  <a:pt x="0" y="105965"/>
                </a:moveTo>
                <a:lnTo>
                  <a:pt x="298779" y="0"/>
                </a:lnTo>
              </a:path>
            </a:pathLst>
          </a:custGeom>
          <a:noFill/>
          <a:ln w="12369">
            <a:solidFill>
              <a:srgbClr val="C2B61C">
                <a:alpha val="18000"/>
              </a:srgbClr>
            </a:solidFill>
            <a:prstDash val="solid"/>
          </a:ln>
        </p:spPr>
      </p:sp>
      <p:sp>
        <p:nvSpPr>
          <p:cNvPr id="868" name="lumia-token-stream-curve">
            <a:extLst>
              <a:ext uri="{FF2B5EF4-FFF2-40B4-BE49-F238E27FC236}">
                <a16:creationId xmlns:a16="http://schemas.microsoft.com/office/drawing/2014/main" id="{B7D0FEE0-12FB-4A5F-B3F2-2765C8E6CC65}"/>
              </a:ext>
            </a:extLst>
          </p:cNvPr>
          <p:cNvSpPr>
            <a:spLocks noGrp="1"/>
          </p:cNvSpPr>
          <p:nvPr/>
        </p:nvSpPr>
        <p:spPr>
          <a:xfrm>
            <a:off x="9699547" y="4415089"/>
            <a:ext cx="301171" cy="91684"/>
          </a:xfrm>
          <a:custGeom>
            <a:avLst/>
            <a:gdLst/>
            <a:ahLst/>
            <a:cxnLst/>
            <a:rect l="0" t="0" r="0" b="0"/>
            <a:pathLst>
              <a:path w="301171" h="91684">
                <a:moveTo>
                  <a:pt x="0" y="91684"/>
                </a:moveTo>
                <a:lnTo>
                  <a:pt x="301171" y="0"/>
                </a:lnTo>
              </a:path>
            </a:pathLst>
          </a:custGeom>
          <a:noFill/>
          <a:ln w="12564">
            <a:solidFill>
              <a:srgbClr val="B0B422">
                <a:alpha val="18000"/>
              </a:srgbClr>
            </a:solidFill>
            <a:prstDash val="solid"/>
          </a:ln>
        </p:spPr>
      </p:sp>
      <p:sp>
        <p:nvSpPr>
          <p:cNvPr id="869" name="lumia-token-stream-curve">
            <a:extLst>
              <a:ext uri="{FF2B5EF4-FFF2-40B4-BE49-F238E27FC236}">
                <a16:creationId xmlns:a16="http://schemas.microsoft.com/office/drawing/2014/main" id="{0506D03B-8E75-4D4E-A1CE-485E4A30A5C0}"/>
              </a:ext>
            </a:extLst>
          </p:cNvPr>
          <p:cNvSpPr>
            <a:spLocks noGrp="1"/>
          </p:cNvSpPr>
          <p:nvPr/>
        </p:nvSpPr>
        <p:spPr>
          <a:xfrm>
            <a:off x="10000718" y="4333679"/>
            <a:ext cx="303528" cy="81410"/>
          </a:xfrm>
          <a:custGeom>
            <a:avLst/>
            <a:gdLst/>
            <a:ahLst/>
            <a:cxnLst/>
            <a:rect l="0" t="0" r="0" b="0"/>
            <a:pathLst>
              <a:path w="303528" h="81410">
                <a:moveTo>
                  <a:pt x="0" y="81410"/>
                </a:moveTo>
                <a:lnTo>
                  <a:pt x="303528" y="0"/>
                </a:lnTo>
              </a:path>
            </a:pathLst>
          </a:custGeom>
          <a:noFill/>
          <a:ln w="12740">
            <a:solidFill>
              <a:srgbClr val="9EB329">
                <a:alpha val="18000"/>
              </a:srgbClr>
            </a:solidFill>
            <a:prstDash val="solid"/>
          </a:ln>
        </p:spPr>
      </p:sp>
      <p:sp>
        <p:nvSpPr>
          <p:cNvPr id="870" name="lumia-token-stream-curve">
            <a:extLst>
              <a:ext uri="{FF2B5EF4-FFF2-40B4-BE49-F238E27FC236}">
                <a16:creationId xmlns:a16="http://schemas.microsoft.com/office/drawing/2014/main" id="{4C9AA8F1-F173-48AC-B0BB-4A9212D0657C}"/>
              </a:ext>
            </a:extLst>
          </p:cNvPr>
          <p:cNvSpPr>
            <a:spLocks noGrp="1"/>
          </p:cNvSpPr>
          <p:nvPr/>
        </p:nvSpPr>
        <p:spPr>
          <a:xfrm>
            <a:off x="10304247" y="4256080"/>
            <a:ext cx="305850" cy="77599"/>
          </a:xfrm>
          <a:custGeom>
            <a:avLst/>
            <a:gdLst/>
            <a:ahLst/>
            <a:cxnLst/>
            <a:rect l="0" t="0" r="0" b="0"/>
            <a:pathLst>
              <a:path w="305850" h="77599">
                <a:moveTo>
                  <a:pt x="0" y="77599"/>
                </a:moveTo>
                <a:lnTo>
                  <a:pt x="305850" y="0"/>
                </a:lnTo>
              </a:path>
            </a:pathLst>
          </a:custGeom>
          <a:noFill/>
          <a:ln w="12896">
            <a:solidFill>
              <a:srgbClr val="8CB130">
                <a:alpha val="19000"/>
              </a:srgbClr>
            </a:solidFill>
            <a:prstDash val="solid"/>
          </a:ln>
        </p:spPr>
      </p:sp>
      <p:sp>
        <p:nvSpPr>
          <p:cNvPr id="871" name="lumia-token-stream-curve">
            <a:extLst>
              <a:ext uri="{FF2B5EF4-FFF2-40B4-BE49-F238E27FC236}">
                <a16:creationId xmlns:a16="http://schemas.microsoft.com/office/drawing/2014/main" id="{8CA47B30-75C4-46A7-98F5-1CCBC8882383}"/>
              </a:ext>
            </a:extLst>
          </p:cNvPr>
          <p:cNvSpPr>
            <a:spLocks noGrp="1"/>
          </p:cNvSpPr>
          <p:nvPr/>
        </p:nvSpPr>
        <p:spPr>
          <a:xfrm>
            <a:off x="10610097" y="4174187"/>
            <a:ext cx="308137" cy="81894"/>
          </a:xfrm>
          <a:custGeom>
            <a:avLst/>
            <a:gdLst/>
            <a:ahLst/>
            <a:cxnLst/>
            <a:rect l="0" t="0" r="0" b="0"/>
            <a:pathLst>
              <a:path w="308137" h="81894">
                <a:moveTo>
                  <a:pt x="0" y="81894"/>
                </a:moveTo>
                <a:lnTo>
                  <a:pt x="308137" y="0"/>
                </a:lnTo>
              </a:path>
            </a:pathLst>
          </a:custGeom>
          <a:noFill/>
          <a:ln w="13029">
            <a:solidFill>
              <a:srgbClr val="7BAF37">
                <a:alpha val="19000"/>
              </a:srgbClr>
            </a:solidFill>
            <a:prstDash val="solid"/>
          </a:ln>
        </p:spPr>
      </p:sp>
      <p:sp>
        <p:nvSpPr>
          <p:cNvPr id="872" name="lumia-token-stream-curve">
            <a:extLst>
              <a:ext uri="{FF2B5EF4-FFF2-40B4-BE49-F238E27FC236}">
                <a16:creationId xmlns:a16="http://schemas.microsoft.com/office/drawing/2014/main" id="{F33F9147-DD05-4B89-9E7F-1CD2AD047D46}"/>
              </a:ext>
            </a:extLst>
          </p:cNvPr>
          <p:cNvSpPr>
            <a:spLocks noGrp="1"/>
          </p:cNvSpPr>
          <p:nvPr/>
        </p:nvSpPr>
        <p:spPr>
          <a:xfrm>
            <a:off x="10918234" y="4079378"/>
            <a:ext cx="310389" cy="94808"/>
          </a:xfrm>
          <a:custGeom>
            <a:avLst/>
            <a:gdLst/>
            <a:ahLst/>
            <a:cxnLst/>
            <a:rect l="0" t="0" r="0" b="0"/>
            <a:pathLst>
              <a:path w="310389" h="94808">
                <a:moveTo>
                  <a:pt x="0" y="94808"/>
                </a:moveTo>
                <a:lnTo>
                  <a:pt x="310389" y="0"/>
                </a:lnTo>
              </a:path>
            </a:pathLst>
          </a:custGeom>
          <a:noFill/>
          <a:ln w="13136">
            <a:solidFill>
              <a:srgbClr val="69AD3E">
                <a:alpha val="19000"/>
              </a:srgbClr>
            </a:solidFill>
            <a:prstDash val="solid"/>
          </a:ln>
        </p:spPr>
      </p:sp>
      <p:sp>
        <p:nvSpPr>
          <p:cNvPr id="873" name="lumia-token-stream-curve">
            <a:extLst>
              <a:ext uri="{FF2B5EF4-FFF2-40B4-BE49-F238E27FC236}">
                <a16:creationId xmlns:a16="http://schemas.microsoft.com/office/drawing/2014/main" id="{3720AD1C-A758-4948-9893-90797E9CAD81}"/>
              </a:ext>
            </a:extLst>
          </p:cNvPr>
          <p:cNvSpPr>
            <a:spLocks noGrp="1"/>
          </p:cNvSpPr>
          <p:nvPr/>
        </p:nvSpPr>
        <p:spPr>
          <a:xfrm>
            <a:off x="11228623" y="3963803"/>
            <a:ext cx="312606" cy="115575"/>
          </a:xfrm>
          <a:custGeom>
            <a:avLst/>
            <a:gdLst/>
            <a:ahLst/>
            <a:cxnLst/>
            <a:rect l="0" t="0" r="0" b="0"/>
            <a:pathLst>
              <a:path w="312606" h="115575">
                <a:moveTo>
                  <a:pt x="0" y="115575"/>
                </a:moveTo>
                <a:lnTo>
                  <a:pt x="312606" y="0"/>
                </a:lnTo>
              </a:path>
            </a:pathLst>
          </a:custGeom>
          <a:noFill/>
          <a:ln w="13216">
            <a:solidFill>
              <a:srgbClr val="57AC45">
                <a:alpha val="19000"/>
              </a:srgbClr>
            </a:solidFill>
            <a:prstDash val="solid"/>
          </a:ln>
        </p:spPr>
      </p:sp>
      <p:sp>
        <p:nvSpPr>
          <p:cNvPr id="874" name="lumia-token-stream-curve">
            <a:extLst>
              <a:ext uri="{FF2B5EF4-FFF2-40B4-BE49-F238E27FC236}">
                <a16:creationId xmlns:a16="http://schemas.microsoft.com/office/drawing/2014/main" id="{3AE47BBB-D699-4754-BB8A-94D4E55145E1}"/>
              </a:ext>
            </a:extLst>
          </p:cNvPr>
          <p:cNvSpPr>
            <a:spLocks noGrp="1"/>
          </p:cNvSpPr>
          <p:nvPr/>
        </p:nvSpPr>
        <p:spPr>
          <a:xfrm>
            <a:off x="11541228" y="3821621"/>
            <a:ext cx="314787" cy="142182"/>
          </a:xfrm>
          <a:custGeom>
            <a:avLst/>
            <a:gdLst/>
            <a:ahLst/>
            <a:cxnLst/>
            <a:rect l="0" t="0" r="0" b="0"/>
            <a:pathLst>
              <a:path w="314787" h="142182">
                <a:moveTo>
                  <a:pt x="0" y="142182"/>
                </a:moveTo>
                <a:lnTo>
                  <a:pt x="314787" y="0"/>
                </a:lnTo>
              </a:path>
            </a:pathLst>
          </a:custGeom>
          <a:noFill/>
          <a:ln w="13266">
            <a:solidFill>
              <a:srgbClr val="46AA4C">
                <a:alpha val="19000"/>
              </a:srgbClr>
            </a:solidFill>
            <a:prstDash val="solid"/>
          </a:ln>
        </p:spPr>
      </p:sp>
      <p:sp>
        <p:nvSpPr>
          <p:cNvPr id="875" name="lumia-token-stream-curve">
            <a:extLst>
              <a:ext uri="{FF2B5EF4-FFF2-40B4-BE49-F238E27FC236}">
                <a16:creationId xmlns:a16="http://schemas.microsoft.com/office/drawing/2014/main" id="{C632F5A4-F061-40E1-AB9F-0BADAC0DCD9C}"/>
              </a:ext>
            </a:extLst>
          </p:cNvPr>
          <p:cNvSpPr>
            <a:spLocks noGrp="1"/>
          </p:cNvSpPr>
          <p:nvPr/>
        </p:nvSpPr>
        <p:spPr>
          <a:xfrm>
            <a:off x="11856016" y="3650004"/>
            <a:ext cx="316934" cy="171617"/>
          </a:xfrm>
          <a:custGeom>
            <a:avLst/>
            <a:gdLst/>
            <a:ahLst/>
            <a:cxnLst/>
            <a:rect l="0" t="0" r="0" b="0"/>
            <a:pathLst>
              <a:path w="316934" h="171617">
                <a:moveTo>
                  <a:pt x="0" y="171617"/>
                </a:moveTo>
                <a:lnTo>
                  <a:pt x="316934" y="0"/>
                </a:lnTo>
              </a:path>
            </a:pathLst>
          </a:custGeom>
          <a:noFill/>
          <a:ln w="13283">
            <a:solidFill>
              <a:srgbClr val="34A853">
                <a:alpha val="19000"/>
              </a:srgbClr>
            </a:solidFill>
            <a:prstDash val="solid"/>
          </a:ln>
        </p:spPr>
      </p:sp>
      <p:sp>
        <p:nvSpPr>
          <p:cNvPr id="876" name="lumia-token-stream-curve">
            <a:extLst>
              <a:ext uri="{FF2B5EF4-FFF2-40B4-BE49-F238E27FC236}">
                <a16:creationId xmlns:a16="http://schemas.microsoft.com/office/drawing/2014/main" id="{31193DA9-B00D-4525-ABCB-559C3AEBC90A}"/>
              </a:ext>
            </a:extLst>
          </p:cNvPr>
          <p:cNvSpPr>
            <a:spLocks noGrp="1"/>
          </p:cNvSpPr>
          <p:nvPr/>
        </p:nvSpPr>
        <p:spPr>
          <a:xfrm>
            <a:off x="276130" y="6705600"/>
            <a:ext cx="188882" cy="9525"/>
          </a:xfrm>
          <a:custGeom>
            <a:avLst/>
            <a:gdLst/>
            <a:ahLst/>
            <a:cxnLst/>
            <a:rect l="0" t="0" r="0" b="0"/>
            <a:pathLst>
              <a:path w="188882" h="9525">
                <a:moveTo>
                  <a:pt x="0" y="0"/>
                </a:moveTo>
                <a:lnTo>
                  <a:pt x="188882" y="0"/>
                </a:lnTo>
              </a:path>
            </a:pathLst>
          </a:custGeom>
          <a:noFill/>
          <a:ln w="8573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877" name="lumia-token-stream-curve">
            <a:extLst>
              <a:ext uri="{FF2B5EF4-FFF2-40B4-BE49-F238E27FC236}">
                <a16:creationId xmlns:a16="http://schemas.microsoft.com/office/drawing/2014/main" id="{3BDFC743-8A8A-4994-A780-AF68E8FD9D99}"/>
              </a:ext>
            </a:extLst>
          </p:cNvPr>
          <p:cNvSpPr>
            <a:spLocks noGrp="1"/>
          </p:cNvSpPr>
          <p:nvPr/>
        </p:nvSpPr>
        <p:spPr>
          <a:xfrm>
            <a:off x="465012" y="6705600"/>
            <a:ext cx="192529" cy="9525"/>
          </a:xfrm>
          <a:custGeom>
            <a:avLst/>
            <a:gdLst/>
            <a:ahLst/>
            <a:cxnLst/>
            <a:rect l="0" t="0" r="0" b="0"/>
            <a:pathLst>
              <a:path w="192529" h="9525">
                <a:moveTo>
                  <a:pt x="0" y="0"/>
                </a:moveTo>
                <a:lnTo>
                  <a:pt x="192529" y="0"/>
                </a:lnTo>
              </a:path>
            </a:pathLst>
          </a:custGeom>
          <a:noFill/>
          <a:ln w="8573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878" name="lumia-token-stream-curve">
            <a:extLst>
              <a:ext uri="{FF2B5EF4-FFF2-40B4-BE49-F238E27FC236}">
                <a16:creationId xmlns:a16="http://schemas.microsoft.com/office/drawing/2014/main" id="{40F40B94-4C89-4950-8848-B32FBC225398}"/>
              </a:ext>
            </a:extLst>
          </p:cNvPr>
          <p:cNvSpPr>
            <a:spLocks noGrp="1"/>
          </p:cNvSpPr>
          <p:nvPr/>
        </p:nvSpPr>
        <p:spPr>
          <a:xfrm>
            <a:off x="657541" y="6705600"/>
            <a:ext cx="196138" cy="9525"/>
          </a:xfrm>
          <a:custGeom>
            <a:avLst/>
            <a:gdLst/>
            <a:ahLst/>
            <a:cxnLst/>
            <a:rect l="0" t="0" r="0" b="0"/>
            <a:pathLst>
              <a:path w="196138" h="9525">
                <a:moveTo>
                  <a:pt x="0" y="0"/>
                </a:moveTo>
                <a:lnTo>
                  <a:pt x="196138" y="0"/>
                </a:lnTo>
              </a:path>
            </a:pathLst>
          </a:custGeom>
          <a:noFill/>
          <a:ln w="8573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879" name="lumia-token-stream-curve">
            <a:extLst>
              <a:ext uri="{FF2B5EF4-FFF2-40B4-BE49-F238E27FC236}">
                <a16:creationId xmlns:a16="http://schemas.microsoft.com/office/drawing/2014/main" id="{29DEC545-47D6-49E7-9DBC-99A709AD3D13}"/>
              </a:ext>
            </a:extLst>
          </p:cNvPr>
          <p:cNvSpPr>
            <a:spLocks noGrp="1"/>
          </p:cNvSpPr>
          <p:nvPr/>
        </p:nvSpPr>
        <p:spPr>
          <a:xfrm>
            <a:off x="853679" y="6705600"/>
            <a:ext cx="199710" cy="9525"/>
          </a:xfrm>
          <a:custGeom>
            <a:avLst/>
            <a:gdLst/>
            <a:ahLst/>
            <a:cxnLst/>
            <a:rect l="0" t="0" r="0" b="0"/>
            <a:pathLst>
              <a:path w="199710" h="9525">
                <a:moveTo>
                  <a:pt x="0" y="0"/>
                </a:moveTo>
                <a:lnTo>
                  <a:pt x="199710" y="0"/>
                </a:lnTo>
              </a:path>
            </a:pathLst>
          </a:custGeom>
          <a:noFill/>
          <a:ln w="8573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880" name="lumia-token-stream-curve">
            <a:extLst>
              <a:ext uri="{FF2B5EF4-FFF2-40B4-BE49-F238E27FC236}">
                <a16:creationId xmlns:a16="http://schemas.microsoft.com/office/drawing/2014/main" id="{E25B51A4-89AC-43AD-BA8A-8E921FC95259}"/>
              </a:ext>
            </a:extLst>
          </p:cNvPr>
          <p:cNvSpPr>
            <a:spLocks noGrp="1"/>
          </p:cNvSpPr>
          <p:nvPr/>
        </p:nvSpPr>
        <p:spPr>
          <a:xfrm>
            <a:off x="1053389" y="6705600"/>
            <a:ext cx="203245" cy="9525"/>
          </a:xfrm>
          <a:custGeom>
            <a:avLst/>
            <a:gdLst/>
            <a:ahLst/>
            <a:cxnLst/>
            <a:rect l="0" t="0" r="0" b="0"/>
            <a:pathLst>
              <a:path w="203245" h="9525">
                <a:moveTo>
                  <a:pt x="0" y="0"/>
                </a:moveTo>
                <a:lnTo>
                  <a:pt x="203245" y="0"/>
                </a:lnTo>
              </a:path>
            </a:pathLst>
          </a:custGeom>
          <a:noFill/>
          <a:ln w="8573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881" name="lumia-token-stream-curve">
            <a:extLst>
              <a:ext uri="{FF2B5EF4-FFF2-40B4-BE49-F238E27FC236}">
                <a16:creationId xmlns:a16="http://schemas.microsoft.com/office/drawing/2014/main" id="{EED6236E-DA4F-4000-AC1A-8F0EA7720AD1}"/>
              </a:ext>
            </a:extLst>
          </p:cNvPr>
          <p:cNvSpPr>
            <a:spLocks noGrp="1"/>
          </p:cNvSpPr>
          <p:nvPr/>
        </p:nvSpPr>
        <p:spPr>
          <a:xfrm>
            <a:off x="1256634" y="6705600"/>
            <a:ext cx="206742" cy="9525"/>
          </a:xfrm>
          <a:custGeom>
            <a:avLst/>
            <a:gdLst/>
            <a:ahLst/>
            <a:cxnLst/>
            <a:rect l="0" t="0" r="0" b="0"/>
            <a:pathLst>
              <a:path w="206742" h="9525">
                <a:moveTo>
                  <a:pt x="0" y="0"/>
                </a:moveTo>
                <a:lnTo>
                  <a:pt x="206742" y="0"/>
                </a:lnTo>
              </a:path>
            </a:pathLst>
          </a:custGeom>
          <a:noFill/>
          <a:ln w="8573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882" name="lumia-token-stream-curve">
            <a:extLst>
              <a:ext uri="{FF2B5EF4-FFF2-40B4-BE49-F238E27FC236}">
                <a16:creationId xmlns:a16="http://schemas.microsoft.com/office/drawing/2014/main" id="{A61F3503-169C-40AF-8214-F43545A61A5D}"/>
              </a:ext>
            </a:extLst>
          </p:cNvPr>
          <p:cNvSpPr>
            <a:spLocks noGrp="1"/>
          </p:cNvSpPr>
          <p:nvPr/>
        </p:nvSpPr>
        <p:spPr>
          <a:xfrm>
            <a:off x="1463376" y="6705600"/>
            <a:ext cx="210203" cy="9525"/>
          </a:xfrm>
          <a:custGeom>
            <a:avLst/>
            <a:gdLst/>
            <a:ahLst/>
            <a:cxnLst/>
            <a:rect l="0" t="0" r="0" b="0"/>
            <a:pathLst>
              <a:path w="210203" h="9525">
                <a:moveTo>
                  <a:pt x="0" y="0"/>
                </a:moveTo>
                <a:lnTo>
                  <a:pt x="210203" y="0"/>
                </a:lnTo>
              </a:path>
            </a:pathLst>
          </a:custGeom>
          <a:noFill/>
          <a:ln w="8573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883" name="lumia-token-stream-curve">
            <a:extLst>
              <a:ext uri="{FF2B5EF4-FFF2-40B4-BE49-F238E27FC236}">
                <a16:creationId xmlns:a16="http://schemas.microsoft.com/office/drawing/2014/main" id="{BB301E0D-36FA-49A1-93C0-CB7643071BEC}"/>
              </a:ext>
            </a:extLst>
          </p:cNvPr>
          <p:cNvSpPr>
            <a:spLocks noGrp="1"/>
          </p:cNvSpPr>
          <p:nvPr/>
        </p:nvSpPr>
        <p:spPr>
          <a:xfrm>
            <a:off x="1673579" y="6705600"/>
            <a:ext cx="213625" cy="9525"/>
          </a:xfrm>
          <a:custGeom>
            <a:avLst/>
            <a:gdLst/>
            <a:ahLst/>
            <a:cxnLst/>
            <a:rect l="0" t="0" r="0" b="0"/>
            <a:pathLst>
              <a:path w="213625" h="9525">
                <a:moveTo>
                  <a:pt x="0" y="0"/>
                </a:moveTo>
                <a:lnTo>
                  <a:pt x="213625" y="0"/>
                </a:lnTo>
              </a:path>
            </a:pathLst>
          </a:custGeom>
          <a:noFill/>
          <a:ln w="8573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884" name="lumia-token-stream-curve">
            <a:extLst>
              <a:ext uri="{FF2B5EF4-FFF2-40B4-BE49-F238E27FC236}">
                <a16:creationId xmlns:a16="http://schemas.microsoft.com/office/drawing/2014/main" id="{BB552F7D-C95B-423D-B226-58814776E2D5}"/>
              </a:ext>
            </a:extLst>
          </p:cNvPr>
          <p:cNvSpPr>
            <a:spLocks noGrp="1"/>
          </p:cNvSpPr>
          <p:nvPr/>
        </p:nvSpPr>
        <p:spPr>
          <a:xfrm>
            <a:off x="1887204" y="6655142"/>
            <a:ext cx="217011" cy="50458"/>
          </a:xfrm>
          <a:custGeom>
            <a:avLst/>
            <a:gdLst/>
            <a:ahLst/>
            <a:cxnLst/>
            <a:rect l="0" t="0" r="0" b="0"/>
            <a:pathLst>
              <a:path w="217011" h="50458">
                <a:moveTo>
                  <a:pt x="0" y="50458"/>
                </a:moveTo>
                <a:lnTo>
                  <a:pt x="217011" y="0"/>
                </a:lnTo>
              </a:path>
            </a:pathLst>
          </a:custGeom>
          <a:noFill/>
          <a:ln w="8573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885" name="lumia-token-stream-curve">
            <a:extLst>
              <a:ext uri="{FF2B5EF4-FFF2-40B4-BE49-F238E27FC236}">
                <a16:creationId xmlns:a16="http://schemas.microsoft.com/office/drawing/2014/main" id="{B86D1BE5-2943-4B0A-A909-E8D4FCE5CCCF}"/>
              </a:ext>
            </a:extLst>
          </p:cNvPr>
          <p:cNvSpPr>
            <a:spLocks noGrp="1"/>
          </p:cNvSpPr>
          <p:nvPr/>
        </p:nvSpPr>
        <p:spPr>
          <a:xfrm>
            <a:off x="2104215" y="6577750"/>
            <a:ext cx="220359" cy="77392"/>
          </a:xfrm>
          <a:custGeom>
            <a:avLst/>
            <a:gdLst/>
            <a:ahLst/>
            <a:cxnLst/>
            <a:rect l="0" t="0" r="0" b="0"/>
            <a:pathLst>
              <a:path w="220359" h="77392">
                <a:moveTo>
                  <a:pt x="0" y="77392"/>
                </a:moveTo>
                <a:lnTo>
                  <a:pt x="220359" y="0"/>
                </a:lnTo>
              </a:path>
            </a:pathLst>
          </a:custGeom>
          <a:noFill/>
          <a:ln w="8573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886" name="lumia-token-stream-curve">
            <a:extLst>
              <a:ext uri="{FF2B5EF4-FFF2-40B4-BE49-F238E27FC236}">
                <a16:creationId xmlns:a16="http://schemas.microsoft.com/office/drawing/2014/main" id="{E9A91E60-12EB-4777-AA6E-B2697C1D20FD}"/>
              </a:ext>
            </a:extLst>
          </p:cNvPr>
          <p:cNvSpPr>
            <a:spLocks noGrp="1"/>
          </p:cNvSpPr>
          <p:nvPr/>
        </p:nvSpPr>
        <p:spPr>
          <a:xfrm>
            <a:off x="2324575" y="6498086"/>
            <a:ext cx="223670" cy="79664"/>
          </a:xfrm>
          <a:custGeom>
            <a:avLst/>
            <a:gdLst/>
            <a:ahLst/>
            <a:cxnLst/>
            <a:rect l="0" t="0" r="0" b="0"/>
            <a:pathLst>
              <a:path w="223670" h="79664">
                <a:moveTo>
                  <a:pt x="0" y="79664"/>
                </a:moveTo>
                <a:lnTo>
                  <a:pt x="223670" y="0"/>
                </a:lnTo>
              </a:path>
            </a:pathLst>
          </a:custGeom>
          <a:noFill/>
          <a:ln w="8573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887" name="lumia-token-stream-curve">
            <a:extLst>
              <a:ext uri="{FF2B5EF4-FFF2-40B4-BE49-F238E27FC236}">
                <a16:creationId xmlns:a16="http://schemas.microsoft.com/office/drawing/2014/main" id="{40358321-2E15-4060-A873-5515C017BE0A}"/>
              </a:ext>
            </a:extLst>
          </p:cNvPr>
          <p:cNvSpPr>
            <a:spLocks noGrp="1"/>
          </p:cNvSpPr>
          <p:nvPr/>
        </p:nvSpPr>
        <p:spPr>
          <a:xfrm>
            <a:off x="2548245" y="6419409"/>
            <a:ext cx="226944" cy="78677"/>
          </a:xfrm>
          <a:custGeom>
            <a:avLst/>
            <a:gdLst/>
            <a:ahLst/>
            <a:cxnLst/>
            <a:rect l="0" t="0" r="0" b="0"/>
            <a:pathLst>
              <a:path w="226944" h="78677">
                <a:moveTo>
                  <a:pt x="0" y="78677"/>
                </a:moveTo>
                <a:lnTo>
                  <a:pt x="226944" y="0"/>
                </a:lnTo>
              </a:path>
            </a:pathLst>
          </a:custGeom>
          <a:noFill/>
          <a:ln w="8573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888" name="lumia-token-stream-curve">
            <a:extLst>
              <a:ext uri="{FF2B5EF4-FFF2-40B4-BE49-F238E27FC236}">
                <a16:creationId xmlns:a16="http://schemas.microsoft.com/office/drawing/2014/main" id="{24A1D15B-F883-495A-BA95-8B23AA3F5CB0}"/>
              </a:ext>
            </a:extLst>
          </p:cNvPr>
          <p:cNvSpPr>
            <a:spLocks noGrp="1"/>
          </p:cNvSpPr>
          <p:nvPr/>
        </p:nvSpPr>
        <p:spPr>
          <a:xfrm>
            <a:off x="2775189" y="6345051"/>
            <a:ext cx="230181" cy="74357"/>
          </a:xfrm>
          <a:custGeom>
            <a:avLst/>
            <a:gdLst/>
            <a:ahLst/>
            <a:cxnLst/>
            <a:rect l="0" t="0" r="0" b="0"/>
            <a:pathLst>
              <a:path w="230181" h="74357">
                <a:moveTo>
                  <a:pt x="0" y="74357"/>
                </a:moveTo>
                <a:lnTo>
                  <a:pt x="230181" y="0"/>
                </a:lnTo>
              </a:path>
            </a:pathLst>
          </a:custGeom>
          <a:noFill/>
          <a:ln w="8573">
            <a:solidFill>
              <a:srgbClr val="623C8F">
                <a:alpha val="10000"/>
              </a:srgbClr>
            </a:solidFill>
            <a:prstDash val="solid"/>
          </a:ln>
        </p:spPr>
      </p:sp>
      <p:sp>
        <p:nvSpPr>
          <p:cNvPr id="889" name="lumia-token-stream-curve">
            <a:extLst>
              <a:ext uri="{FF2B5EF4-FFF2-40B4-BE49-F238E27FC236}">
                <a16:creationId xmlns:a16="http://schemas.microsoft.com/office/drawing/2014/main" id="{11DD93DB-96CE-420C-91EC-ED9418CF49CA}"/>
              </a:ext>
            </a:extLst>
          </p:cNvPr>
          <p:cNvSpPr>
            <a:spLocks noGrp="1"/>
          </p:cNvSpPr>
          <p:nvPr/>
        </p:nvSpPr>
        <p:spPr>
          <a:xfrm>
            <a:off x="3005370" y="6278106"/>
            <a:ext cx="233380" cy="66945"/>
          </a:xfrm>
          <a:custGeom>
            <a:avLst/>
            <a:gdLst/>
            <a:ahLst/>
            <a:cxnLst/>
            <a:rect l="0" t="0" r="0" b="0"/>
            <a:pathLst>
              <a:path w="233380" h="66945">
                <a:moveTo>
                  <a:pt x="0" y="66945"/>
                </a:moveTo>
                <a:lnTo>
                  <a:pt x="233380" y="0"/>
                </a:lnTo>
              </a:path>
            </a:pathLst>
          </a:custGeom>
          <a:noFill/>
          <a:ln w="8573">
            <a:solidFill>
              <a:srgbClr val="6F3C86">
                <a:alpha val="10000"/>
              </a:srgbClr>
            </a:solidFill>
            <a:prstDash val="solid"/>
          </a:ln>
        </p:spPr>
      </p:sp>
      <p:sp>
        <p:nvSpPr>
          <p:cNvPr id="890" name="lumia-token-stream-curve">
            <a:extLst>
              <a:ext uri="{FF2B5EF4-FFF2-40B4-BE49-F238E27FC236}">
                <a16:creationId xmlns:a16="http://schemas.microsoft.com/office/drawing/2014/main" id="{0D31264B-8742-4520-B3E4-08B47697B7EE}"/>
              </a:ext>
            </a:extLst>
          </p:cNvPr>
          <p:cNvSpPr>
            <a:spLocks noGrp="1"/>
          </p:cNvSpPr>
          <p:nvPr/>
        </p:nvSpPr>
        <p:spPr>
          <a:xfrm>
            <a:off x="3238749" y="6221097"/>
            <a:ext cx="236542" cy="57009"/>
          </a:xfrm>
          <a:custGeom>
            <a:avLst/>
            <a:gdLst/>
            <a:ahLst/>
            <a:cxnLst/>
            <a:rect l="0" t="0" r="0" b="0"/>
            <a:pathLst>
              <a:path w="236542" h="57009">
                <a:moveTo>
                  <a:pt x="0" y="57009"/>
                </a:moveTo>
                <a:lnTo>
                  <a:pt x="236542" y="0"/>
                </a:lnTo>
              </a:path>
            </a:pathLst>
          </a:custGeom>
          <a:noFill/>
          <a:ln w="8573">
            <a:solidFill>
              <a:srgbClr val="7C3D7E">
                <a:alpha val="10000"/>
              </a:srgbClr>
            </a:solidFill>
            <a:prstDash val="solid"/>
          </a:ln>
        </p:spPr>
      </p:sp>
      <p:sp>
        <p:nvSpPr>
          <p:cNvPr id="891" name="lumia-token-stream-curve">
            <a:extLst>
              <a:ext uri="{FF2B5EF4-FFF2-40B4-BE49-F238E27FC236}">
                <a16:creationId xmlns:a16="http://schemas.microsoft.com/office/drawing/2014/main" id="{FF92EB5B-B5ED-440D-B426-06D99A7A888F}"/>
              </a:ext>
            </a:extLst>
          </p:cNvPr>
          <p:cNvSpPr>
            <a:spLocks noGrp="1"/>
          </p:cNvSpPr>
          <p:nvPr/>
        </p:nvSpPr>
        <p:spPr>
          <a:xfrm>
            <a:off x="3475291" y="6175667"/>
            <a:ext cx="239666" cy="45431"/>
          </a:xfrm>
          <a:custGeom>
            <a:avLst/>
            <a:gdLst/>
            <a:ahLst/>
            <a:cxnLst/>
            <a:rect l="0" t="0" r="0" b="0"/>
            <a:pathLst>
              <a:path w="239666" h="45431">
                <a:moveTo>
                  <a:pt x="0" y="45431"/>
                </a:moveTo>
                <a:lnTo>
                  <a:pt x="239666" y="0"/>
                </a:lnTo>
              </a:path>
            </a:pathLst>
          </a:custGeom>
          <a:noFill/>
          <a:ln w="8573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892" name="lumia-token-stream-curve">
            <a:extLst>
              <a:ext uri="{FF2B5EF4-FFF2-40B4-BE49-F238E27FC236}">
                <a16:creationId xmlns:a16="http://schemas.microsoft.com/office/drawing/2014/main" id="{B94B5E20-13D3-4724-82B8-DD5038E590DB}"/>
              </a:ext>
            </a:extLst>
          </p:cNvPr>
          <p:cNvSpPr>
            <a:spLocks noGrp="1"/>
          </p:cNvSpPr>
          <p:nvPr/>
        </p:nvSpPr>
        <p:spPr>
          <a:xfrm>
            <a:off x="3714957" y="6142316"/>
            <a:ext cx="242754" cy="33351"/>
          </a:xfrm>
          <a:custGeom>
            <a:avLst/>
            <a:gdLst/>
            <a:ahLst/>
            <a:cxnLst/>
            <a:rect l="0" t="0" r="0" b="0"/>
            <a:pathLst>
              <a:path w="242754" h="33351">
                <a:moveTo>
                  <a:pt x="0" y="33351"/>
                </a:moveTo>
                <a:lnTo>
                  <a:pt x="242754" y="0"/>
                </a:lnTo>
              </a:path>
            </a:pathLst>
          </a:custGeom>
          <a:noFill/>
          <a:ln w="8574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893" name="lumia-token-stream-curve">
            <a:extLst>
              <a:ext uri="{FF2B5EF4-FFF2-40B4-BE49-F238E27FC236}">
                <a16:creationId xmlns:a16="http://schemas.microsoft.com/office/drawing/2014/main" id="{F3A09A4A-D5E8-4B31-AC6A-5D6D4098B71B}"/>
              </a:ext>
            </a:extLst>
          </p:cNvPr>
          <p:cNvSpPr>
            <a:spLocks noGrp="1"/>
          </p:cNvSpPr>
          <p:nvPr/>
        </p:nvSpPr>
        <p:spPr>
          <a:xfrm>
            <a:off x="3957711" y="6120235"/>
            <a:ext cx="245804" cy="22080"/>
          </a:xfrm>
          <a:custGeom>
            <a:avLst/>
            <a:gdLst/>
            <a:ahLst/>
            <a:cxnLst/>
            <a:rect l="0" t="0" r="0" b="0"/>
            <a:pathLst>
              <a:path w="245804" h="22080">
                <a:moveTo>
                  <a:pt x="0" y="22080"/>
                </a:moveTo>
                <a:lnTo>
                  <a:pt x="245804" y="0"/>
                </a:lnTo>
              </a:path>
            </a:pathLst>
          </a:custGeom>
          <a:noFill/>
          <a:ln w="8600">
            <a:solidFill>
              <a:srgbClr val="A33F64">
                <a:alpha val="11000"/>
              </a:srgbClr>
            </a:solidFill>
            <a:prstDash val="solid"/>
          </a:ln>
        </p:spPr>
      </p:sp>
      <p:sp>
        <p:nvSpPr>
          <p:cNvPr id="894" name="lumia-token-stream-curve">
            <a:extLst>
              <a:ext uri="{FF2B5EF4-FFF2-40B4-BE49-F238E27FC236}">
                <a16:creationId xmlns:a16="http://schemas.microsoft.com/office/drawing/2014/main" id="{3E415546-051B-4670-889A-6E40BCC55E65}"/>
              </a:ext>
            </a:extLst>
          </p:cNvPr>
          <p:cNvSpPr>
            <a:spLocks noGrp="1"/>
          </p:cNvSpPr>
          <p:nvPr/>
        </p:nvSpPr>
        <p:spPr>
          <a:xfrm>
            <a:off x="4203515" y="6107255"/>
            <a:ext cx="248816" cy="12980"/>
          </a:xfrm>
          <a:custGeom>
            <a:avLst/>
            <a:gdLst/>
            <a:ahLst/>
            <a:cxnLst/>
            <a:rect l="0" t="0" r="0" b="0"/>
            <a:pathLst>
              <a:path w="248816" h="12980">
                <a:moveTo>
                  <a:pt x="0" y="12980"/>
                </a:moveTo>
                <a:lnTo>
                  <a:pt x="248816" y="0"/>
                </a:lnTo>
              </a:path>
            </a:pathLst>
          </a:custGeom>
          <a:noFill/>
          <a:ln w="8659">
            <a:solidFill>
              <a:srgbClr val="B0405B">
                <a:alpha val="11000"/>
              </a:srgbClr>
            </a:solidFill>
            <a:prstDash val="solid"/>
          </a:ln>
        </p:spPr>
      </p:sp>
      <p:sp>
        <p:nvSpPr>
          <p:cNvPr id="895" name="lumia-token-stream-curve">
            <a:extLst>
              <a:ext uri="{FF2B5EF4-FFF2-40B4-BE49-F238E27FC236}">
                <a16:creationId xmlns:a16="http://schemas.microsoft.com/office/drawing/2014/main" id="{9A694015-5374-48EE-9404-21647F2871F7}"/>
              </a:ext>
            </a:extLst>
          </p:cNvPr>
          <p:cNvSpPr>
            <a:spLocks noGrp="1"/>
          </p:cNvSpPr>
          <p:nvPr/>
        </p:nvSpPr>
        <p:spPr>
          <a:xfrm>
            <a:off x="4452331" y="6099936"/>
            <a:ext cx="251792" cy="9525"/>
          </a:xfrm>
          <a:custGeom>
            <a:avLst/>
            <a:gdLst/>
            <a:ahLst/>
            <a:cxnLst/>
            <a:rect l="0" t="0" r="0" b="0"/>
            <a:pathLst>
              <a:path w="251792" h="9525">
                <a:moveTo>
                  <a:pt x="0" y="7319"/>
                </a:moveTo>
                <a:lnTo>
                  <a:pt x="251792" y="0"/>
                </a:lnTo>
              </a:path>
            </a:pathLst>
          </a:custGeom>
          <a:noFill/>
          <a:ln w="8749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896" name="lumia-token-stream-curve">
            <a:extLst>
              <a:ext uri="{FF2B5EF4-FFF2-40B4-BE49-F238E27FC236}">
                <a16:creationId xmlns:a16="http://schemas.microsoft.com/office/drawing/2014/main" id="{6657AC5E-A22B-4CF0-8108-AF0E5FDD65E0}"/>
              </a:ext>
            </a:extLst>
          </p:cNvPr>
          <p:cNvSpPr>
            <a:spLocks noGrp="1"/>
          </p:cNvSpPr>
          <p:nvPr/>
        </p:nvSpPr>
        <p:spPr>
          <a:xfrm>
            <a:off x="4704123" y="6093814"/>
            <a:ext cx="254730" cy="9525"/>
          </a:xfrm>
          <a:custGeom>
            <a:avLst/>
            <a:gdLst/>
            <a:ahLst/>
            <a:cxnLst/>
            <a:rect l="0" t="0" r="0" b="0"/>
            <a:pathLst>
              <a:path w="254730" h="9525">
                <a:moveTo>
                  <a:pt x="0" y="6122"/>
                </a:moveTo>
                <a:lnTo>
                  <a:pt x="254730" y="0"/>
                </a:lnTo>
              </a:path>
            </a:pathLst>
          </a:custGeom>
          <a:noFill/>
          <a:ln w="8867">
            <a:solidFill>
              <a:srgbClr val="CA414A">
                <a:alpha val="12000"/>
              </a:srgbClr>
            </a:solidFill>
            <a:prstDash val="solid"/>
          </a:ln>
        </p:spPr>
      </p:sp>
      <p:sp>
        <p:nvSpPr>
          <p:cNvPr id="897" name="lumia-token-stream-curve">
            <a:extLst>
              <a:ext uri="{FF2B5EF4-FFF2-40B4-BE49-F238E27FC236}">
                <a16:creationId xmlns:a16="http://schemas.microsoft.com/office/drawing/2014/main" id="{FA0E9E2D-78BC-4350-9E96-0DA8F7AEC29A}"/>
              </a:ext>
            </a:extLst>
          </p:cNvPr>
          <p:cNvSpPr>
            <a:spLocks noGrp="1"/>
          </p:cNvSpPr>
          <p:nvPr/>
        </p:nvSpPr>
        <p:spPr>
          <a:xfrm>
            <a:off x="4958853" y="6083783"/>
            <a:ext cx="257631" cy="10032"/>
          </a:xfrm>
          <a:custGeom>
            <a:avLst/>
            <a:gdLst/>
            <a:ahLst/>
            <a:cxnLst/>
            <a:rect l="0" t="0" r="0" b="0"/>
            <a:pathLst>
              <a:path w="257631" h="10032">
                <a:moveTo>
                  <a:pt x="0" y="10032"/>
                </a:moveTo>
                <a:lnTo>
                  <a:pt x="257631" y="0"/>
                </a:lnTo>
              </a:path>
            </a:pathLst>
          </a:custGeom>
          <a:noFill/>
          <a:ln w="9010">
            <a:solidFill>
              <a:srgbClr val="D74242">
                <a:alpha val="12000"/>
              </a:srgbClr>
            </a:solidFill>
            <a:prstDash val="solid"/>
          </a:ln>
        </p:spPr>
      </p:sp>
      <p:sp>
        <p:nvSpPr>
          <p:cNvPr id="898" name="lumia-token-stream-curve">
            <a:extLst>
              <a:ext uri="{FF2B5EF4-FFF2-40B4-BE49-F238E27FC236}">
                <a16:creationId xmlns:a16="http://schemas.microsoft.com/office/drawing/2014/main" id="{72F56F24-14A6-4E87-8D05-2C728C346AB4}"/>
              </a:ext>
            </a:extLst>
          </p:cNvPr>
          <p:cNvSpPr>
            <a:spLocks noGrp="1"/>
          </p:cNvSpPr>
          <p:nvPr/>
        </p:nvSpPr>
        <p:spPr>
          <a:xfrm>
            <a:off x="5216484" y="6064591"/>
            <a:ext cx="260495" cy="19192"/>
          </a:xfrm>
          <a:custGeom>
            <a:avLst/>
            <a:gdLst/>
            <a:ahLst/>
            <a:cxnLst/>
            <a:rect l="0" t="0" r="0" b="0"/>
            <a:pathLst>
              <a:path w="260495" h="19192">
                <a:moveTo>
                  <a:pt x="0" y="19192"/>
                </a:moveTo>
                <a:lnTo>
                  <a:pt x="260495" y="0"/>
                </a:lnTo>
              </a:path>
            </a:pathLst>
          </a:custGeom>
          <a:noFill/>
          <a:ln w="9177">
            <a:solidFill>
              <a:srgbClr val="E44339">
                <a:alpha val="13000"/>
              </a:srgbClr>
            </a:solidFill>
            <a:prstDash val="solid"/>
          </a:ln>
        </p:spPr>
      </p:sp>
      <p:sp>
        <p:nvSpPr>
          <p:cNvPr id="899" name="lumia-token-stream-curve">
            <a:extLst>
              <a:ext uri="{FF2B5EF4-FFF2-40B4-BE49-F238E27FC236}">
                <a16:creationId xmlns:a16="http://schemas.microsoft.com/office/drawing/2014/main" id="{DF8FDFEF-9108-4C23-A68B-7B70C3A33346}"/>
              </a:ext>
            </a:extLst>
          </p:cNvPr>
          <p:cNvSpPr>
            <a:spLocks noGrp="1"/>
          </p:cNvSpPr>
          <p:nvPr/>
        </p:nvSpPr>
        <p:spPr>
          <a:xfrm>
            <a:off x="5476979" y="6031406"/>
            <a:ext cx="263321" cy="33184"/>
          </a:xfrm>
          <a:custGeom>
            <a:avLst/>
            <a:gdLst/>
            <a:ahLst/>
            <a:cxnLst/>
            <a:rect l="0" t="0" r="0" b="0"/>
            <a:pathLst>
              <a:path w="263321" h="33184">
                <a:moveTo>
                  <a:pt x="0" y="33184"/>
                </a:moveTo>
                <a:lnTo>
                  <a:pt x="263321" y="0"/>
                </a:lnTo>
              </a:path>
            </a:pathLst>
          </a:custGeom>
          <a:noFill/>
          <a:ln w="9364">
            <a:solidFill>
              <a:srgbClr val="EB4833">
                <a:alpha val="13000"/>
              </a:srgbClr>
            </a:solidFill>
            <a:prstDash val="solid"/>
          </a:ln>
        </p:spPr>
      </p:sp>
      <p:sp>
        <p:nvSpPr>
          <p:cNvPr id="900" name="lumia-token-stream-curve">
            <a:extLst>
              <a:ext uri="{FF2B5EF4-FFF2-40B4-BE49-F238E27FC236}">
                <a16:creationId xmlns:a16="http://schemas.microsoft.com/office/drawing/2014/main" id="{1EC51D11-A43C-4C28-A0FC-128738AE8A95}"/>
              </a:ext>
            </a:extLst>
          </p:cNvPr>
          <p:cNvSpPr>
            <a:spLocks noGrp="1"/>
          </p:cNvSpPr>
          <p:nvPr/>
        </p:nvSpPr>
        <p:spPr>
          <a:xfrm>
            <a:off x="5740300" y="5980390"/>
            <a:ext cx="266110" cy="51016"/>
          </a:xfrm>
          <a:custGeom>
            <a:avLst/>
            <a:gdLst/>
            <a:ahLst/>
            <a:cxnLst/>
            <a:rect l="0" t="0" r="0" b="0"/>
            <a:pathLst>
              <a:path w="266110" h="51016">
                <a:moveTo>
                  <a:pt x="0" y="51016"/>
                </a:moveTo>
                <a:lnTo>
                  <a:pt x="266110" y="0"/>
                </a:lnTo>
              </a:path>
            </a:pathLst>
          </a:custGeom>
          <a:noFill/>
          <a:ln w="9569">
            <a:solidFill>
              <a:srgbClr val="EC532F">
                <a:alpha val="14000"/>
              </a:srgbClr>
            </a:solidFill>
            <a:prstDash val="solid"/>
          </a:ln>
        </p:spPr>
      </p:sp>
      <p:sp>
        <p:nvSpPr>
          <p:cNvPr id="901" name="lumia-token-stream-curve">
            <a:extLst>
              <a:ext uri="{FF2B5EF4-FFF2-40B4-BE49-F238E27FC236}">
                <a16:creationId xmlns:a16="http://schemas.microsoft.com/office/drawing/2014/main" id="{17538A6B-47C1-42C1-AB98-373A9E20CF03}"/>
              </a:ext>
            </a:extLst>
          </p:cNvPr>
          <p:cNvSpPr>
            <a:spLocks noGrp="1"/>
          </p:cNvSpPr>
          <p:nvPr/>
        </p:nvSpPr>
        <p:spPr>
          <a:xfrm>
            <a:off x="6006409" y="5909199"/>
            <a:ext cx="268862" cy="71191"/>
          </a:xfrm>
          <a:custGeom>
            <a:avLst/>
            <a:gdLst/>
            <a:ahLst/>
            <a:cxnLst/>
            <a:rect l="0" t="0" r="0" b="0"/>
            <a:pathLst>
              <a:path w="268862" h="71191">
                <a:moveTo>
                  <a:pt x="0" y="71191"/>
                </a:moveTo>
                <a:lnTo>
                  <a:pt x="268862" y="0"/>
                </a:lnTo>
              </a:path>
            </a:pathLst>
          </a:custGeom>
          <a:noFill/>
          <a:ln w="9790">
            <a:solidFill>
              <a:srgbClr val="EE5E2A">
                <a:alpha val="14000"/>
              </a:srgbClr>
            </a:solidFill>
            <a:prstDash val="solid"/>
          </a:ln>
        </p:spPr>
      </p:sp>
      <p:sp>
        <p:nvSpPr>
          <p:cNvPr id="902" name="lumia-token-stream-curve">
            <a:extLst>
              <a:ext uri="{FF2B5EF4-FFF2-40B4-BE49-F238E27FC236}">
                <a16:creationId xmlns:a16="http://schemas.microsoft.com/office/drawing/2014/main" id="{6DC06D61-878A-4233-B810-AEEA7CF41B6D}"/>
              </a:ext>
            </a:extLst>
          </p:cNvPr>
          <p:cNvSpPr>
            <a:spLocks noGrp="1"/>
          </p:cNvSpPr>
          <p:nvPr/>
        </p:nvSpPr>
        <p:spPr>
          <a:xfrm>
            <a:off x="6275271" y="5817360"/>
            <a:ext cx="271576" cy="91839"/>
          </a:xfrm>
          <a:custGeom>
            <a:avLst/>
            <a:gdLst/>
            <a:ahLst/>
            <a:cxnLst/>
            <a:rect l="0" t="0" r="0" b="0"/>
            <a:pathLst>
              <a:path w="271576" h="91839">
                <a:moveTo>
                  <a:pt x="0" y="91839"/>
                </a:moveTo>
                <a:lnTo>
                  <a:pt x="271576" y="0"/>
                </a:lnTo>
              </a:path>
            </a:pathLst>
          </a:custGeom>
          <a:noFill/>
          <a:ln w="10025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903" name="lumia-token-stream-curve">
            <a:extLst>
              <a:ext uri="{FF2B5EF4-FFF2-40B4-BE49-F238E27FC236}">
                <a16:creationId xmlns:a16="http://schemas.microsoft.com/office/drawing/2014/main" id="{938E57C0-5CC9-4E5B-9A0F-75BA13AE8B79}"/>
              </a:ext>
            </a:extLst>
          </p:cNvPr>
          <p:cNvSpPr>
            <a:spLocks noGrp="1"/>
          </p:cNvSpPr>
          <p:nvPr/>
        </p:nvSpPr>
        <p:spPr>
          <a:xfrm>
            <a:off x="6546847" y="5706442"/>
            <a:ext cx="274253" cy="110919"/>
          </a:xfrm>
          <a:custGeom>
            <a:avLst/>
            <a:gdLst/>
            <a:ahLst/>
            <a:cxnLst/>
            <a:rect l="0" t="0" r="0" b="0"/>
            <a:pathLst>
              <a:path w="274253" h="110919">
                <a:moveTo>
                  <a:pt x="0" y="110919"/>
                </a:moveTo>
                <a:lnTo>
                  <a:pt x="274253" y="0"/>
                </a:lnTo>
              </a:path>
            </a:pathLst>
          </a:custGeom>
          <a:noFill/>
          <a:ln w="10270">
            <a:solidFill>
              <a:srgbClr val="F17322">
                <a:alpha val="15000"/>
              </a:srgbClr>
            </a:solidFill>
            <a:prstDash val="solid"/>
          </a:ln>
        </p:spPr>
      </p:sp>
      <p:sp>
        <p:nvSpPr>
          <p:cNvPr id="904" name="lumia-token-stream-curve">
            <a:extLst>
              <a:ext uri="{FF2B5EF4-FFF2-40B4-BE49-F238E27FC236}">
                <a16:creationId xmlns:a16="http://schemas.microsoft.com/office/drawing/2014/main" id="{A01556BA-666D-4E3E-8850-EC4CD86E1E59}"/>
              </a:ext>
            </a:extLst>
          </p:cNvPr>
          <p:cNvSpPr>
            <a:spLocks noGrp="1"/>
          </p:cNvSpPr>
          <p:nvPr/>
        </p:nvSpPr>
        <p:spPr>
          <a:xfrm>
            <a:off x="6821101" y="5579982"/>
            <a:ext cx="276893" cy="126460"/>
          </a:xfrm>
          <a:custGeom>
            <a:avLst/>
            <a:gdLst/>
            <a:ahLst/>
            <a:cxnLst/>
            <a:rect l="0" t="0" r="0" b="0"/>
            <a:pathLst>
              <a:path w="276893" h="126460">
                <a:moveTo>
                  <a:pt x="0" y="126460"/>
                </a:moveTo>
                <a:lnTo>
                  <a:pt x="276893" y="0"/>
                </a:lnTo>
              </a:path>
            </a:pathLst>
          </a:custGeom>
          <a:noFill/>
          <a:ln w="10523">
            <a:solidFill>
              <a:srgbClr val="F27E1E">
                <a:alpha val="15000"/>
              </a:srgbClr>
            </a:solidFill>
            <a:prstDash val="solid"/>
          </a:ln>
        </p:spPr>
      </p:sp>
      <p:sp>
        <p:nvSpPr>
          <p:cNvPr id="905" name="lumia-token-stream-curve">
            <a:extLst>
              <a:ext uri="{FF2B5EF4-FFF2-40B4-BE49-F238E27FC236}">
                <a16:creationId xmlns:a16="http://schemas.microsoft.com/office/drawing/2014/main" id="{48092FBE-0AFA-4991-BCC4-041E2D56169B}"/>
              </a:ext>
            </a:extLst>
          </p:cNvPr>
          <p:cNvSpPr>
            <a:spLocks noGrp="1"/>
          </p:cNvSpPr>
          <p:nvPr/>
        </p:nvSpPr>
        <p:spPr>
          <a:xfrm>
            <a:off x="7097994" y="5443158"/>
            <a:ext cx="279496" cy="136823"/>
          </a:xfrm>
          <a:custGeom>
            <a:avLst/>
            <a:gdLst/>
            <a:ahLst/>
            <a:cxnLst/>
            <a:rect l="0" t="0" r="0" b="0"/>
            <a:pathLst>
              <a:path w="279496" h="136823">
                <a:moveTo>
                  <a:pt x="0" y="136823"/>
                </a:moveTo>
                <a:lnTo>
                  <a:pt x="279496" y="0"/>
                </a:lnTo>
              </a:path>
            </a:pathLst>
          </a:custGeom>
          <a:noFill/>
          <a:ln w="10783">
            <a:solidFill>
              <a:srgbClr val="F48919">
                <a:alpha val="16000"/>
              </a:srgbClr>
            </a:solidFill>
            <a:prstDash val="solid"/>
          </a:ln>
        </p:spPr>
      </p:sp>
      <p:sp>
        <p:nvSpPr>
          <p:cNvPr id="906" name="lumia-token-stream-curve">
            <a:extLst>
              <a:ext uri="{FF2B5EF4-FFF2-40B4-BE49-F238E27FC236}">
                <a16:creationId xmlns:a16="http://schemas.microsoft.com/office/drawing/2014/main" id="{0ADC9E9C-8D05-42A6-B86A-ECAE52CCB2A6}"/>
              </a:ext>
            </a:extLst>
          </p:cNvPr>
          <p:cNvSpPr>
            <a:spLocks noGrp="1"/>
          </p:cNvSpPr>
          <p:nvPr/>
        </p:nvSpPr>
        <p:spPr>
          <a:xfrm>
            <a:off x="7377489" y="5302217"/>
            <a:ext cx="282061" cy="140941"/>
          </a:xfrm>
          <a:custGeom>
            <a:avLst/>
            <a:gdLst/>
            <a:ahLst/>
            <a:cxnLst/>
            <a:rect l="0" t="0" r="0" b="0"/>
            <a:pathLst>
              <a:path w="282061" h="140941">
                <a:moveTo>
                  <a:pt x="0" y="140941"/>
                </a:moveTo>
                <a:lnTo>
                  <a:pt x="282061" y="0"/>
                </a:lnTo>
              </a:path>
            </a:pathLst>
          </a:custGeom>
          <a:noFill/>
          <a:ln w="11045">
            <a:solidFill>
              <a:srgbClr val="F59415">
                <a:alpha val="16000"/>
              </a:srgbClr>
            </a:solidFill>
            <a:prstDash val="solid"/>
          </a:ln>
        </p:spPr>
      </p:sp>
      <p:sp>
        <p:nvSpPr>
          <p:cNvPr id="907" name="lumia-token-stream-curve">
            <a:extLst>
              <a:ext uri="{FF2B5EF4-FFF2-40B4-BE49-F238E27FC236}">
                <a16:creationId xmlns:a16="http://schemas.microsoft.com/office/drawing/2014/main" id="{426F1E69-AFEF-475A-9E5F-33D3817E4B22}"/>
              </a:ext>
            </a:extLst>
          </p:cNvPr>
          <p:cNvSpPr>
            <a:spLocks noGrp="1"/>
          </p:cNvSpPr>
          <p:nvPr/>
        </p:nvSpPr>
        <p:spPr>
          <a:xfrm>
            <a:off x="7659551" y="5163707"/>
            <a:ext cx="284589" cy="138510"/>
          </a:xfrm>
          <a:custGeom>
            <a:avLst/>
            <a:gdLst/>
            <a:ahLst/>
            <a:cxnLst/>
            <a:rect l="0" t="0" r="0" b="0"/>
            <a:pathLst>
              <a:path w="284589" h="138510">
                <a:moveTo>
                  <a:pt x="0" y="138510"/>
                </a:moveTo>
                <a:lnTo>
                  <a:pt x="284589" y="0"/>
                </a:lnTo>
              </a:path>
            </a:pathLst>
          </a:custGeom>
          <a:noFill/>
          <a:ln w="11309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908" name="lumia-token-stream-curve">
            <a:extLst>
              <a:ext uri="{FF2B5EF4-FFF2-40B4-BE49-F238E27FC236}">
                <a16:creationId xmlns:a16="http://schemas.microsoft.com/office/drawing/2014/main" id="{E9ECC1FF-0075-4A8A-88EA-3D0C5458257D}"/>
              </a:ext>
            </a:extLst>
          </p:cNvPr>
          <p:cNvSpPr>
            <a:spLocks noGrp="1"/>
          </p:cNvSpPr>
          <p:nvPr/>
        </p:nvSpPr>
        <p:spPr>
          <a:xfrm>
            <a:off x="7944140" y="5033614"/>
            <a:ext cx="287080" cy="130094"/>
          </a:xfrm>
          <a:custGeom>
            <a:avLst/>
            <a:gdLst/>
            <a:ahLst/>
            <a:cxnLst/>
            <a:rect l="0" t="0" r="0" b="0"/>
            <a:pathLst>
              <a:path w="287080" h="130094">
                <a:moveTo>
                  <a:pt x="0" y="130094"/>
                </a:moveTo>
                <a:lnTo>
                  <a:pt x="287080" y="0"/>
                </a:lnTo>
              </a:path>
            </a:pathLst>
          </a:custGeom>
          <a:noFill/>
          <a:ln w="11571">
            <a:solidFill>
              <a:srgbClr val="F8A90C">
                <a:alpha val="17000"/>
              </a:srgbClr>
            </a:solidFill>
            <a:prstDash val="solid"/>
          </a:ln>
        </p:spPr>
      </p:sp>
      <p:sp>
        <p:nvSpPr>
          <p:cNvPr id="909" name="lumia-token-stream-curve">
            <a:extLst>
              <a:ext uri="{FF2B5EF4-FFF2-40B4-BE49-F238E27FC236}">
                <a16:creationId xmlns:a16="http://schemas.microsoft.com/office/drawing/2014/main" id="{226E3503-1101-485C-BDB7-71649A0F8866}"/>
              </a:ext>
            </a:extLst>
          </p:cNvPr>
          <p:cNvSpPr>
            <a:spLocks noGrp="1"/>
          </p:cNvSpPr>
          <p:nvPr/>
        </p:nvSpPr>
        <p:spPr>
          <a:xfrm>
            <a:off x="8231220" y="4916499"/>
            <a:ext cx="289533" cy="117114"/>
          </a:xfrm>
          <a:custGeom>
            <a:avLst/>
            <a:gdLst/>
            <a:ahLst/>
            <a:cxnLst/>
            <a:rect l="0" t="0" r="0" b="0"/>
            <a:pathLst>
              <a:path w="289533" h="117114">
                <a:moveTo>
                  <a:pt x="0" y="117114"/>
                </a:moveTo>
                <a:lnTo>
                  <a:pt x="289533" y="0"/>
                </a:lnTo>
              </a:path>
            </a:pathLst>
          </a:custGeom>
          <a:noFill/>
          <a:ln w="11829">
            <a:solidFill>
              <a:srgbClr val="FAB408">
                <a:alpha val="18000"/>
              </a:srgbClr>
            </a:solidFill>
            <a:prstDash val="solid"/>
          </a:ln>
        </p:spPr>
      </p:sp>
      <p:sp>
        <p:nvSpPr>
          <p:cNvPr id="910" name="lumia-token-stream-curve">
            <a:extLst>
              <a:ext uri="{FF2B5EF4-FFF2-40B4-BE49-F238E27FC236}">
                <a16:creationId xmlns:a16="http://schemas.microsoft.com/office/drawing/2014/main" id="{9C8CA9E8-CBF8-47B3-929D-317AF67E75FE}"/>
              </a:ext>
            </a:extLst>
          </p:cNvPr>
          <p:cNvSpPr>
            <a:spLocks noGrp="1"/>
          </p:cNvSpPr>
          <p:nvPr/>
        </p:nvSpPr>
        <p:spPr>
          <a:xfrm>
            <a:off x="8520753" y="4814776"/>
            <a:ext cx="291949" cy="101724"/>
          </a:xfrm>
          <a:custGeom>
            <a:avLst/>
            <a:gdLst/>
            <a:ahLst/>
            <a:cxnLst/>
            <a:rect l="0" t="0" r="0" b="0"/>
            <a:pathLst>
              <a:path w="291949" h="101724">
                <a:moveTo>
                  <a:pt x="0" y="101724"/>
                </a:moveTo>
                <a:lnTo>
                  <a:pt x="291949" y="0"/>
                </a:lnTo>
              </a:path>
            </a:pathLst>
          </a:custGeom>
          <a:noFill/>
          <a:ln w="12081">
            <a:solidFill>
              <a:srgbClr val="F7BC07">
                <a:alpha val="18000"/>
              </a:srgbClr>
            </a:solidFill>
            <a:prstDash val="solid"/>
          </a:ln>
        </p:spPr>
      </p:sp>
      <p:sp>
        <p:nvSpPr>
          <p:cNvPr id="911" name="lumia-token-stream-curve">
            <a:extLst>
              <a:ext uri="{FF2B5EF4-FFF2-40B4-BE49-F238E27FC236}">
                <a16:creationId xmlns:a16="http://schemas.microsoft.com/office/drawing/2014/main" id="{EB899F3D-06A4-4631-873B-5E375002354D}"/>
              </a:ext>
            </a:extLst>
          </p:cNvPr>
          <p:cNvSpPr>
            <a:spLocks noGrp="1"/>
          </p:cNvSpPr>
          <p:nvPr/>
        </p:nvSpPr>
        <p:spPr>
          <a:xfrm>
            <a:off x="8812702" y="4728219"/>
            <a:ext cx="294328" cy="86557"/>
          </a:xfrm>
          <a:custGeom>
            <a:avLst/>
            <a:gdLst/>
            <a:ahLst/>
            <a:cxnLst/>
            <a:rect l="0" t="0" r="0" b="0"/>
            <a:pathLst>
              <a:path w="294328" h="86557">
                <a:moveTo>
                  <a:pt x="0" y="86557"/>
                </a:moveTo>
                <a:lnTo>
                  <a:pt x="294328" y="0"/>
                </a:lnTo>
              </a:path>
            </a:pathLst>
          </a:custGeom>
          <a:noFill/>
          <a:ln w="12324">
            <a:solidFill>
              <a:srgbClr val="E5BA0E">
                <a:alpha val="18000"/>
              </a:srgbClr>
            </a:solidFill>
            <a:prstDash val="solid"/>
          </a:ln>
        </p:spPr>
      </p:sp>
      <p:sp>
        <p:nvSpPr>
          <p:cNvPr id="912" name="lumia-token-stream-curve">
            <a:extLst>
              <a:ext uri="{FF2B5EF4-FFF2-40B4-BE49-F238E27FC236}">
                <a16:creationId xmlns:a16="http://schemas.microsoft.com/office/drawing/2014/main" id="{243201BC-75C2-40D9-BEB4-687ABA87A6F1}"/>
              </a:ext>
            </a:extLst>
          </p:cNvPr>
          <p:cNvSpPr>
            <a:spLocks noGrp="1"/>
          </p:cNvSpPr>
          <p:nvPr/>
        </p:nvSpPr>
        <p:spPr>
          <a:xfrm>
            <a:off x="9107031" y="4653830"/>
            <a:ext cx="296670" cy="74389"/>
          </a:xfrm>
          <a:custGeom>
            <a:avLst/>
            <a:gdLst/>
            <a:ahLst/>
            <a:cxnLst/>
            <a:rect l="0" t="0" r="0" b="0"/>
            <a:pathLst>
              <a:path w="296670" h="74389">
                <a:moveTo>
                  <a:pt x="0" y="74389"/>
                </a:moveTo>
                <a:lnTo>
                  <a:pt x="296670" y="0"/>
                </a:lnTo>
              </a:path>
            </a:pathLst>
          </a:custGeom>
          <a:noFill/>
          <a:ln w="12555">
            <a:solidFill>
              <a:srgbClr val="D3B815">
                <a:alpha val="19000"/>
              </a:srgbClr>
            </a:solidFill>
            <a:prstDash val="solid"/>
          </a:ln>
        </p:spPr>
      </p:sp>
      <p:sp>
        <p:nvSpPr>
          <p:cNvPr id="913" name="lumia-token-stream-curve">
            <a:extLst>
              <a:ext uri="{FF2B5EF4-FFF2-40B4-BE49-F238E27FC236}">
                <a16:creationId xmlns:a16="http://schemas.microsoft.com/office/drawing/2014/main" id="{4A52419C-277F-4467-965B-AC5E49C6160D}"/>
              </a:ext>
            </a:extLst>
          </p:cNvPr>
          <p:cNvSpPr>
            <a:spLocks noGrp="1"/>
          </p:cNvSpPr>
          <p:nvPr/>
        </p:nvSpPr>
        <p:spPr>
          <a:xfrm>
            <a:off x="9403701" y="4586082"/>
            <a:ext cx="298974" cy="67748"/>
          </a:xfrm>
          <a:custGeom>
            <a:avLst/>
            <a:gdLst/>
            <a:ahLst/>
            <a:cxnLst/>
            <a:rect l="0" t="0" r="0" b="0"/>
            <a:pathLst>
              <a:path w="298974" h="67748">
                <a:moveTo>
                  <a:pt x="0" y="67748"/>
                </a:moveTo>
                <a:lnTo>
                  <a:pt x="298974" y="0"/>
                </a:lnTo>
              </a:path>
            </a:pathLst>
          </a:custGeom>
          <a:noFill/>
          <a:ln w="12772">
            <a:solidFill>
              <a:srgbClr val="C2B61C">
                <a:alpha val="19000"/>
              </a:srgbClr>
            </a:solidFill>
            <a:prstDash val="solid"/>
          </a:ln>
        </p:spPr>
      </p:sp>
      <p:sp>
        <p:nvSpPr>
          <p:cNvPr id="914" name="lumia-token-stream-curve">
            <a:extLst>
              <a:ext uri="{FF2B5EF4-FFF2-40B4-BE49-F238E27FC236}">
                <a16:creationId xmlns:a16="http://schemas.microsoft.com/office/drawing/2014/main" id="{B9EDED36-C21E-4FFF-8DB0-2731502147A3}"/>
              </a:ext>
            </a:extLst>
          </p:cNvPr>
          <p:cNvSpPr>
            <a:spLocks noGrp="1"/>
          </p:cNvSpPr>
          <p:nvPr/>
        </p:nvSpPr>
        <p:spPr>
          <a:xfrm>
            <a:off x="9702675" y="4517559"/>
            <a:ext cx="301241" cy="68523"/>
          </a:xfrm>
          <a:custGeom>
            <a:avLst/>
            <a:gdLst/>
            <a:ahLst/>
            <a:cxnLst/>
            <a:rect l="0" t="0" r="0" b="0"/>
            <a:pathLst>
              <a:path w="301241" h="68523">
                <a:moveTo>
                  <a:pt x="0" y="68523"/>
                </a:moveTo>
                <a:lnTo>
                  <a:pt x="301241" y="0"/>
                </a:lnTo>
              </a:path>
            </a:pathLst>
          </a:custGeom>
          <a:noFill/>
          <a:ln w="12973">
            <a:solidFill>
              <a:srgbClr val="B0B422">
                <a:alpha val="19000"/>
              </a:srgbClr>
            </a:solidFill>
            <a:prstDash val="solid"/>
          </a:ln>
        </p:spPr>
      </p:sp>
      <p:sp>
        <p:nvSpPr>
          <p:cNvPr id="915" name="lumia-token-stream-curve">
            <a:extLst>
              <a:ext uri="{FF2B5EF4-FFF2-40B4-BE49-F238E27FC236}">
                <a16:creationId xmlns:a16="http://schemas.microsoft.com/office/drawing/2014/main" id="{0C4136C3-30D8-47FA-842B-91AF4EBC11F5}"/>
              </a:ext>
            </a:extLst>
          </p:cNvPr>
          <p:cNvSpPr>
            <a:spLocks noGrp="1"/>
          </p:cNvSpPr>
          <p:nvPr/>
        </p:nvSpPr>
        <p:spPr>
          <a:xfrm>
            <a:off x="10003916" y="4439917"/>
            <a:ext cx="303471" cy="77641"/>
          </a:xfrm>
          <a:custGeom>
            <a:avLst/>
            <a:gdLst/>
            <a:ahLst/>
            <a:cxnLst/>
            <a:rect l="0" t="0" r="0" b="0"/>
            <a:pathLst>
              <a:path w="303471" h="77641">
                <a:moveTo>
                  <a:pt x="0" y="77641"/>
                </a:moveTo>
                <a:lnTo>
                  <a:pt x="303471" y="0"/>
                </a:lnTo>
              </a:path>
            </a:pathLst>
          </a:custGeom>
          <a:noFill/>
          <a:ln w="13156">
            <a:solidFill>
              <a:srgbClr val="9EB329">
                <a:alpha val="20000"/>
              </a:srgbClr>
            </a:solidFill>
            <a:prstDash val="solid"/>
          </a:ln>
        </p:spPr>
      </p:sp>
      <p:sp>
        <p:nvSpPr>
          <p:cNvPr id="916" name="lumia-token-stream-curve">
            <a:extLst>
              <a:ext uri="{FF2B5EF4-FFF2-40B4-BE49-F238E27FC236}">
                <a16:creationId xmlns:a16="http://schemas.microsoft.com/office/drawing/2014/main" id="{8779FDA8-9493-4B3A-8609-78EFA7D6FE48}"/>
              </a:ext>
            </a:extLst>
          </p:cNvPr>
          <p:cNvSpPr>
            <a:spLocks noGrp="1"/>
          </p:cNvSpPr>
          <p:nvPr/>
        </p:nvSpPr>
        <p:spPr>
          <a:xfrm>
            <a:off x="10307387" y="4345055"/>
            <a:ext cx="305663" cy="94862"/>
          </a:xfrm>
          <a:custGeom>
            <a:avLst/>
            <a:gdLst/>
            <a:ahLst/>
            <a:cxnLst/>
            <a:rect l="0" t="0" r="0" b="0"/>
            <a:pathLst>
              <a:path w="305663" h="94862">
                <a:moveTo>
                  <a:pt x="0" y="94862"/>
                </a:moveTo>
                <a:lnTo>
                  <a:pt x="305663" y="0"/>
                </a:lnTo>
              </a:path>
            </a:pathLst>
          </a:custGeom>
          <a:noFill/>
          <a:ln w="13316">
            <a:solidFill>
              <a:srgbClr val="8CB130">
                <a:alpha val="20000"/>
              </a:srgbClr>
            </a:solidFill>
            <a:prstDash val="solid"/>
          </a:ln>
        </p:spPr>
      </p:sp>
      <p:sp>
        <p:nvSpPr>
          <p:cNvPr id="917" name="lumia-token-stream-curve">
            <a:extLst>
              <a:ext uri="{FF2B5EF4-FFF2-40B4-BE49-F238E27FC236}">
                <a16:creationId xmlns:a16="http://schemas.microsoft.com/office/drawing/2014/main" id="{BC68E6F4-CFFA-4F5A-B5B8-90D22CCDC336}"/>
              </a:ext>
            </a:extLst>
          </p:cNvPr>
          <p:cNvSpPr>
            <a:spLocks noGrp="1"/>
          </p:cNvSpPr>
          <p:nvPr/>
        </p:nvSpPr>
        <p:spPr>
          <a:xfrm>
            <a:off x="10613051" y="4226319"/>
            <a:ext cx="307819" cy="118737"/>
          </a:xfrm>
          <a:custGeom>
            <a:avLst/>
            <a:gdLst/>
            <a:ahLst/>
            <a:cxnLst/>
            <a:rect l="0" t="0" r="0" b="0"/>
            <a:pathLst>
              <a:path w="307819" h="118737">
                <a:moveTo>
                  <a:pt x="0" y="118737"/>
                </a:moveTo>
                <a:lnTo>
                  <a:pt x="307819" y="0"/>
                </a:lnTo>
              </a:path>
            </a:pathLst>
          </a:custGeom>
          <a:noFill/>
          <a:ln w="13454">
            <a:solidFill>
              <a:srgbClr val="7BAF37">
                <a:alpha val="20000"/>
              </a:srgbClr>
            </a:solidFill>
            <a:prstDash val="solid"/>
          </a:ln>
        </p:spPr>
      </p:sp>
      <p:sp>
        <p:nvSpPr>
          <p:cNvPr id="918" name="lumia-token-stream-curve">
            <a:extLst>
              <a:ext uri="{FF2B5EF4-FFF2-40B4-BE49-F238E27FC236}">
                <a16:creationId xmlns:a16="http://schemas.microsoft.com/office/drawing/2014/main" id="{C32C925B-4F3A-4FAB-BF2D-2D28F4932349}"/>
              </a:ext>
            </a:extLst>
          </p:cNvPr>
          <p:cNvSpPr>
            <a:spLocks noGrp="1"/>
          </p:cNvSpPr>
          <p:nvPr/>
        </p:nvSpPr>
        <p:spPr>
          <a:xfrm>
            <a:off x="10920869" y="4079565"/>
            <a:ext cx="309937" cy="146754"/>
          </a:xfrm>
          <a:custGeom>
            <a:avLst/>
            <a:gdLst/>
            <a:ahLst/>
            <a:cxnLst/>
            <a:rect l="0" t="0" r="0" b="0"/>
            <a:pathLst>
              <a:path w="309937" h="146754">
                <a:moveTo>
                  <a:pt x="0" y="146754"/>
                </a:moveTo>
                <a:lnTo>
                  <a:pt x="309937" y="0"/>
                </a:lnTo>
              </a:path>
            </a:pathLst>
          </a:custGeom>
          <a:noFill/>
          <a:ln w="13565">
            <a:solidFill>
              <a:srgbClr val="69AD3E">
                <a:alpha val="20000"/>
              </a:srgbClr>
            </a:solidFill>
            <a:prstDash val="solid"/>
          </a:ln>
        </p:spPr>
      </p:sp>
      <p:sp>
        <p:nvSpPr>
          <p:cNvPr id="919" name="lumia-token-stream-curve">
            <a:extLst>
              <a:ext uri="{FF2B5EF4-FFF2-40B4-BE49-F238E27FC236}">
                <a16:creationId xmlns:a16="http://schemas.microsoft.com/office/drawing/2014/main" id="{B12C2FAB-0485-495C-813C-CA0A5944A47E}"/>
              </a:ext>
            </a:extLst>
          </p:cNvPr>
          <p:cNvSpPr>
            <a:spLocks noGrp="1"/>
          </p:cNvSpPr>
          <p:nvPr/>
        </p:nvSpPr>
        <p:spPr>
          <a:xfrm>
            <a:off x="11230806" y="3903899"/>
            <a:ext cx="312017" cy="175665"/>
          </a:xfrm>
          <a:custGeom>
            <a:avLst/>
            <a:gdLst/>
            <a:ahLst/>
            <a:cxnLst/>
            <a:rect l="0" t="0" r="0" b="0"/>
            <a:pathLst>
              <a:path w="312017" h="175665">
                <a:moveTo>
                  <a:pt x="0" y="175665"/>
                </a:moveTo>
                <a:lnTo>
                  <a:pt x="312017" y="0"/>
                </a:lnTo>
              </a:path>
            </a:pathLst>
          </a:custGeom>
          <a:noFill/>
          <a:ln w="13647">
            <a:solidFill>
              <a:srgbClr val="57AC45">
                <a:alpha val="20000"/>
              </a:srgbClr>
            </a:solidFill>
            <a:prstDash val="solid"/>
          </a:ln>
        </p:spPr>
      </p:sp>
      <p:sp>
        <p:nvSpPr>
          <p:cNvPr id="920" name="lumia-token-stream-curve">
            <a:extLst>
              <a:ext uri="{FF2B5EF4-FFF2-40B4-BE49-F238E27FC236}">
                <a16:creationId xmlns:a16="http://schemas.microsoft.com/office/drawing/2014/main" id="{5D00AEA7-7E50-47CC-8D97-8696C1BF2A35}"/>
              </a:ext>
            </a:extLst>
          </p:cNvPr>
          <p:cNvSpPr>
            <a:spLocks noGrp="1"/>
          </p:cNvSpPr>
          <p:nvPr/>
        </p:nvSpPr>
        <p:spPr>
          <a:xfrm>
            <a:off x="11542823" y="3701946"/>
            <a:ext cx="314060" cy="201954"/>
          </a:xfrm>
          <a:custGeom>
            <a:avLst/>
            <a:gdLst/>
            <a:ahLst/>
            <a:cxnLst/>
            <a:rect l="0" t="0" r="0" b="0"/>
            <a:pathLst>
              <a:path w="314060" h="201954">
                <a:moveTo>
                  <a:pt x="0" y="201954"/>
                </a:moveTo>
                <a:lnTo>
                  <a:pt x="314060" y="0"/>
                </a:lnTo>
              </a:path>
            </a:pathLst>
          </a:custGeom>
          <a:noFill/>
          <a:ln w="13698">
            <a:solidFill>
              <a:srgbClr val="46AA4C">
                <a:alpha val="20000"/>
              </a:srgbClr>
            </a:solidFill>
            <a:prstDash val="solid"/>
          </a:ln>
        </p:spPr>
      </p:sp>
      <p:sp>
        <p:nvSpPr>
          <p:cNvPr id="921" name="lumia-token-stream-curve">
            <a:extLst>
              <a:ext uri="{FF2B5EF4-FFF2-40B4-BE49-F238E27FC236}">
                <a16:creationId xmlns:a16="http://schemas.microsoft.com/office/drawing/2014/main" id="{5339A201-F3AA-4628-BB16-1CE739B86A09}"/>
              </a:ext>
            </a:extLst>
          </p:cNvPr>
          <p:cNvSpPr>
            <a:spLocks noGrp="1"/>
          </p:cNvSpPr>
          <p:nvPr/>
        </p:nvSpPr>
        <p:spPr>
          <a:xfrm>
            <a:off x="11856884" y="3479567"/>
            <a:ext cx="316066" cy="222379"/>
          </a:xfrm>
          <a:custGeom>
            <a:avLst/>
            <a:gdLst/>
            <a:ahLst/>
            <a:cxnLst/>
            <a:rect l="0" t="0" r="0" b="0"/>
            <a:pathLst>
              <a:path w="316066" h="222379">
                <a:moveTo>
                  <a:pt x="0" y="222379"/>
                </a:moveTo>
                <a:lnTo>
                  <a:pt x="316066" y="0"/>
                </a:lnTo>
              </a:path>
            </a:pathLst>
          </a:custGeom>
          <a:noFill/>
          <a:ln w="13716">
            <a:solidFill>
              <a:srgbClr val="34A853">
                <a:alpha val="20000"/>
              </a:srgbClr>
            </a:solidFill>
            <a:prstDash val="solid"/>
          </a:ln>
        </p:spPr>
      </p:sp>
      <p:sp>
        <p:nvSpPr>
          <p:cNvPr id="922" name="lumia-token-particle-soft-glow">
            <a:extLst>
              <a:ext uri="{FF2B5EF4-FFF2-40B4-BE49-F238E27FC236}">
                <a16:creationId xmlns:a16="http://schemas.microsoft.com/office/drawing/2014/main" id="{F1394456-F0EA-4BAB-84B7-CD054CAD215B}"/>
              </a:ext>
            </a:extLst>
          </p:cNvPr>
          <p:cNvSpPr>
            <a:spLocks noGrp="1"/>
          </p:cNvSpPr>
          <p:nvPr/>
        </p:nvSpPr>
        <p:spPr>
          <a:xfrm rot="1642944">
            <a:off x="8614740" y="3903149"/>
            <a:ext cx="178683" cy="178683"/>
          </a:xfrm>
          <a:prstGeom prst="ellipse">
            <a:avLst/>
          </a:prstGeom>
          <a:solidFill>
            <a:srgbClr val="F8BC06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923" name="lumia-token-particle">
            <a:extLst>
              <a:ext uri="{FF2B5EF4-FFF2-40B4-BE49-F238E27FC236}">
                <a16:creationId xmlns:a16="http://schemas.microsoft.com/office/drawing/2014/main" id="{B3E2CB54-8AC5-433B-943A-5DADE6B665C3}"/>
              </a:ext>
            </a:extLst>
          </p:cNvPr>
          <p:cNvSpPr>
            <a:spLocks noGrp="1"/>
          </p:cNvSpPr>
          <p:nvPr/>
        </p:nvSpPr>
        <p:spPr>
          <a:xfrm rot="1008317">
            <a:off x="8666856" y="3955265"/>
            <a:ext cx="74451" cy="74451"/>
          </a:xfrm>
          <a:prstGeom prst="ellipse">
            <a:avLst/>
          </a:prstGeom>
          <a:solidFill>
            <a:srgbClr val="F8BC06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924" name="lumia-token-particle">
            <a:extLst>
              <a:ext uri="{FF2B5EF4-FFF2-40B4-BE49-F238E27FC236}">
                <a16:creationId xmlns:a16="http://schemas.microsoft.com/office/drawing/2014/main" id="{3348DFBB-C4DB-4A2A-A12A-FBD43422E99C}"/>
              </a:ext>
            </a:extLst>
          </p:cNvPr>
          <p:cNvSpPr>
            <a:spLocks noGrp="1"/>
          </p:cNvSpPr>
          <p:nvPr/>
        </p:nvSpPr>
        <p:spPr>
          <a:xfrm rot="252069">
            <a:off x="1314467" y="6218181"/>
            <a:ext cx="10158" cy="10158"/>
          </a:xfrm>
          <a:prstGeom prst="roundRect">
            <a:avLst>
              <a:gd name="adj" fmla="val 37508"/>
            </a:avLst>
          </a:prstGeom>
          <a:solidFill>
            <a:srgbClr val="4C65CB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925" name="lumia-token-particle-soft-glow">
            <a:extLst>
              <a:ext uri="{FF2B5EF4-FFF2-40B4-BE49-F238E27FC236}">
                <a16:creationId xmlns:a16="http://schemas.microsoft.com/office/drawing/2014/main" id="{B589B8B0-2764-4848-BD29-DAA07C9026A5}"/>
              </a:ext>
            </a:extLst>
          </p:cNvPr>
          <p:cNvSpPr>
            <a:spLocks noGrp="1"/>
          </p:cNvSpPr>
          <p:nvPr/>
        </p:nvSpPr>
        <p:spPr>
          <a:xfrm rot="2463995">
            <a:off x="4712589" y="5045289"/>
            <a:ext cx="87371" cy="87371"/>
          </a:xfrm>
          <a:prstGeom prst="roundRect">
            <a:avLst>
              <a:gd name="adj" fmla="val 18000"/>
            </a:avLst>
          </a:prstGeom>
          <a:solidFill>
            <a:srgbClr val="C5414E">
              <a:alpha val="9000"/>
            </a:srgbClr>
          </a:solidFill>
          <a:ln w="0">
            <a:noFill/>
            <a:prstDash val="solid"/>
          </a:ln>
        </p:spPr>
      </p:sp>
      <p:sp>
        <p:nvSpPr>
          <p:cNvPr id="926" name="lumia-token-particle">
            <a:extLst>
              <a:ext uri="{FF2B5EF4-FFF2-40B4-BE49-F238E27FC236}">
                <a16:creationId xmlns:a16="http://schemas.microsoft.com/office/drawing/2014/main" id="{5972D42E-75A0-4CAA-81BA-5C429349B9FE}"/>
              </a:ext>
            </a:extLst>
          </p:cNvPr>
          <p:cNvSpPr>
            <a:spLocks noGrp="1"/>
          </p:cNvSpPr>
          <p:nvPr/>
        </p:nvSpPr>
        <p:spPr>
          <a:xfrm rot="1874521">
            <a:off x="4738072" y="5070772"/>
            <a:ext cx="36405" cy="36405"/>
          </a:xfrm>
          <a:prstGeom prst="roundRect">
            <a:avLst>
              <a:gd name="adj" fmla="val 18000"/>
            </a:avLst>
          </a:prstGeom>
          <a:solidFill>
            <a:srgbClr val="C5414E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927" name="lumia-token-particle">
            <a:extLst>
              <a:ext uri="{FF2B5EF4-FFF2-40B4-BE49-F238E27FC236}">
                <a16:creationId xmlns:a16="http://schemas.microsoft.com/office/drawing/2014/main" id="{37D339E7-ED48-4309-9101-A7942CBDEE92}"/>
              </a:ext>
            </a:extLst>
          </p:cNvPr>
          <p:cNvSpPr>
            <a:spLocks noGrp="1"/>
          </p:cNvSpPr>
          <p:nvPr/>
        </p:nvSpPr>
        <p:spPr>
          <a:xfrm rot="1472023">
            <a:off x="10612322" y="3708526"/>
            <a:ext cx="59377" cy="59377"/>
          </a:xfrm>
          <a:prstGeom prst="ellipse">
            <a:avLst/>
          </a:prstGeom>
          <a:solidFill>
            <a:srgbClr val="7EAF36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928" name="lumia-token-particle">
            <a:extLst>
              <a:ext uri="{FF2B5EF4-FFF2-40B4-BE49-F238E27FC236}">
                <a16:creationId xmlns:a16="http://schemas.microsoft.com/office/drawing/2014/main" id="{415B8062-F03E-43F4-9D88-2785DE93A65C}"/>
              </a:ext>
            </a:extLst>
          </p:cNvPr>
          <p:cNvSpPr>
            <a:spLocks noGrp="1"/>
          </p:cNvSpPr>
          <p:nvPr/>
        </p:nvSpPr>
        <p:spPr>
          <a:xfrm rot="491524">
            <a:off x="7588376" y="4589980"/>
            <a:ext cx="41285" cy="41285"/>
          </a:xfrm>
          <a:prstGeom prst="ellipse">
            <a:avLst/>
          </a:prstGeom>
          <a:solidFill>
            <a:srgbClr val="F59216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929" name="lumia-token-particle">
            <a:extLst>
              <a:ext uri="{FF2B5EF4-FFF2-40B4-BE49-F238E27FC236}">
                <a16:creationId xmlns:a16="http://schemas.microsoft.com/office/drawing/2014/main" id="{C2FE0DBD-76A5-4C9E-9CB7-15EB2D77714E}"/>
              </a:ext>
            </a:extLst>
          </p:cNvPr>
          <p:cNvSpPr>
            <a:spLocks noGrp="1"/>
          </p:cNvSpPr>
          <p:nvPr/>
        </p:nvSpPr>
        <p:spPr>
          <a:xfrm rot="848653">
            <a:off x="5174295" y="5524576"/>
            <a:ext cx="15120" cy="15120"/>
          </a:xfrm>
          <a:prstGeom prst="ellipse">
            <a:avLst/>
          </a:prstGeom>
          <a:solidFill>
            <a:srgbClr val="D64242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930" name="lumia-token-particle">
            <a:extLst>
              <a:ext uri="{FF2B5EF4-FFF2-40B4-BE49-F238E27FC236}">
                <a16:creationId xmlns:a16="http://schemas.microsoft.com/office/drawing/2014/main" id="{E95B249B-E5C9-484C-9499-2E541C40E6B0}"/>
              </a:ext>
            </a:extLst>
          </p:cNvPr>
          <p:cNvSpPr>
            <a:spLocks noGrp="1"/>
          </p:cNvSpPr>
          <p:nvPr/>
        </p:nvSpPr>
        <p:spPr>
          <a:xfrm rot="2647261">
            <a:off x="3774513" y="5353845"/>
            <a:ext cx="29526" cy="29526"/>
          </a:xfrm>
          <a:prstGeom prst="ellipse">
            <a:avLst/>
          </a:prstGeom>
          <a:solidFill>
            <a:srgbClr val="933E6E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931" name="lumia-token-particle-soft-glow">
            <a:extLst>
              <a:ext uri="{FF2B5EF4-FFF2-40B4-BE49-F238E27FC236}">
                <a16:creationId xmlns:a16="http://schemas.microsoft.com/office/drawing/2014/main" id="{0076E3A9-AD89-47F8-AACF-87C79124C125}"/>
              </a:ext>
            </a:extLst>
          </p:cNvPr>
          <p:cNvSpPr>
            <a:spLocks noGrp="1"/>
          </p:cNvSpPr>
          <p:nvPr/>
        </p:nvSpPr>
        <p:spPr>
          <a:xfrm rot="1093870">
            <a:off x="724715" y="6158284"/>
            <a:ext cx="138762" cy="138762"/>
          </a:xfrm>
          <a:prstGeom prst="roundRect">
            <a:avLst>
              <a:gd name="adj" fmla="val 18000"/>
            </a:avLst>
          </a:prstGeom>
          <a:solidFill>
            <a:srgbClr val="4676E1">
              <a:alpha val="7000"/>
            </a:srgbClr>
          </a:solidFill>
          <a:ln w="0">
            <a:noFill/>
            <a:prstDash val="solid"/>
          </a:ln>
        </p:spPr>
      </p:sp>
      <p:sp>
        <p:nvSpPr>
          <p:cNvPr id="932" name="lumia-token-particle">
            <a:extLst>
              <a:ext uri="{FF2B5EF4-FFF2-40B4-BE49-F238E27FC236}">
                <a16:creationId xmlns:a16="http://schemas.microsoft.com/office/drawing/2014/main" id="{896395F4-D482-4410-9E5F-F01FAB583A6A}"/>
              </a:ext>
            </a:extLst>
          </p:cNvPr>
          <p:cNvSpPr>
            <a:spLocks noGrp="1"/>
          </p:cNvSpPr>
          <p:nvPr/>
        </p:nvSpPr>
        <p:spPr>
          <a:xfrm rot="865729">
            <a:off x="765187" y="6198756"/>
            <a:ext cx="57818" cy="57818"/>
          </a:xfrm>
          <a:prstGeom prst="roundRect">
            <a:avLst>
              <a:gd name="adj" fmla="val 18000"/>
            </a:avLst>
          </a:prstGeom>
          <a:solidFill>
            <a:srgbClr val="4676E1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933" name="lumia-token-particle">
            <a:extLst>
              <a:ext uri="{FF2B5EF4-FFF2-40B4-BE49-F238E27FC236}">
                <a16:creationId xmlns:a16="http://schemas.microsoft.com/office/drawing/2014/main" id="{C23FC3BF-E188-46FB-BA14-8886996BC4E7}"/>
              </a:ext>
            </a:extLst>
          </p:cNvPr>
          <p:cNvSpPr>
            <a:spLocks noGrp="1"/>
          </p:cNvSpPr>
          <p:nvPr/>
        </p:nvSpPr>
        <p:spPr>
          <a:xfrm rot="2288493">
            <a:off x="9262774" y="4398338"/>
            <a:ext cx="58009" cy="58009"/>
          </a:xfrm>
          <a:prstGeom prst="roundRect">
            <a:avLst>
              <a:gd name="adj" fmla="val 18000"/>
            </a:avLst>
          </a:prstGeom>
          <a:solidFill>
            <a:srgbClr val="DDB911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934" name="lumia-token-particle">
            <a:extLst>
              <a:ext uri="{FF2B5EF4-FFF2-40B4-BE49-F238E27FC236}">
                <a16:creationId xmlns:a16="http://schemas.microsoft.com/office/drawing/2014/main" id="{DADA887D-A085-4A7D-8F34-77EFF52E9A2A}"/>
              </a:ext>
            </a:extLst>
          </p:cNvPr>
          <p:cNvSpPr>
            <a:spLocks noGrp="1"/>
          </p:cNvSpPr>
          <p:nvPr/>
        </p:nvSpPr>
        <p:spPr>
          <a:xfrm rot="3221">
            <a:off x="6666541" y="4839561"/>
            <a:ext cx="22180" cy="22180"/>
          </a:xfrm>
          <a:prstGeom prst="roundRect">
            <a:avLst>
              <a:gd name="adj" fmla="val 18000"/>
            </a:avLst>
          </a:prstGeom>
          <a:solidFill>
            <a:srgbClr val="F06B25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935" name="lumia-token-particle">
            <a:extLst>
              <a:ext uri="{FF2B5EF4-FFF2-40B4-BE49-F238E27FC236}">
                <a16:creationId xmlns:a16="http://schemas.microsoft.com/office/drawing/2014/main" id="{EAE614DA-637F-4F82-9D98-50C23D61ACE1}"/>
              </a:ext>
            </a:extLst>
          </p:cNvPr>
          <p:cNvSpPr>
            <a:spLocks noGrp="1"/>
          </p:cNvSpPr>
          <p:nvPr/>
        </p:nvSpPr>
        <p:spPr>
          <a:xfrm rot="2344432">
            <a:off x="7177531" y="4455954"/>
            <a:ext cx="18367" cy="18367"/>
          </a:xfrm>
          <a:prstGeom prst="ellipse">
            <a:avLst/>
          </a:prstGeom>
          <a:solidFill>
            <a:srgbClr val="F3831C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936" name="lumia-token-particle">
            <a:extLst>
              <a:ext uri="{FF2B5EF4-FFF2-40B4-BE49-F238E27FC236}">
                <a16:creationId xmlns:a16="http://schemas.microsoft.com/office/drawing/2014/main" id="{611DE71F-DC58-49B6-B6FF-8493ABC221DD}"/>
              </a:ext>
            </a:extLst>
          </p:cNvPr>
          <p:cNvSpPr>
            <a:spLocks noGrp="1"/>
          </p:cNvSpPr>
          <p:nvPr/>
        </p:nvSpPr>
        <p:spPr>
          <a:xfrm rot="1065706">
            <a:off x="6861840" y="4644935"/>
            <a:ext cx="30934" cy="30934"/>
          </a:xfrm>
          <a:prstGeom prst="ellipse">
            <a:avLst/>
          </a:prstGeom>
          <a:solidFill>
            <a:srgbClr val="F17721">
              <a:alpha val="51000"/>
            </a:srgbClr>
          </a:solidFill>
          <a:ln w="0">
            <a:noFill/>
            <a:prstDash val="solid"/>
          </a:ln>
        </p:spPr>
      </p:sp>
      <p:sp>
        <p:nvSpPr>
          <p:cNvPr id="937" name="lumia-token-particle">
            <a:extLst>
              <a:ext uri="{FF2B5EF4-FFF2-40B4-BE49-F238E27FC236}">
                <a16:creationId xmlns:a16="http://schemas.microsoft.com/office/drawing/2014/main" id="{C324C6F3-C9DB-4ACA-B507-E2FBDC5E90E0}"/>
              </a:ext>
            </a:extLst>
          </p:cNvPr>
          <p:cNvSpPr>
            <a:spLocks noGrp="1"/>
          </p:cNvSpPr>
          <p:nvPr/>
        </p:nvSpPr>
        <p:spPr>
          <a:xfrm rot="2543091">
            <a:off x="10468715" y="3536173"/>
            <a:ext cx="24558" cy="24558"/>
          </a:xfrm>
          <a:prstGeom prst="roundRect">
            <a:avLst>
              <a:gd name="adj" fmla="val 18000"/>
            </a:avLst>
          </a:prstGeom>
          <a:solidFill>
            <a:srgbClr val="86B033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938" name="lumia-token-particle">
            <a:extLst>
              <a:ext uri="{FF2B5EF4-FFF2-40B4-BE49-F238E27FC236}">
                <a16:creationId xmlns:a16="http://schemas.microsoft.com/office/drawing/2014/main" id="{0ECE68C4-58A3-4797-BB52-734AE7469AC0}"/>
              </a:ext>
            </a:extLst>
          </p:cNvPr>
          <p:cNvSpPr>
            <a:spLocks noGrp="1"/>
          </p:cNvSpPr>
          <p:nvPr/>
        </p:nvSpPr>
        <p:spPr>
          <a:xfrm rot="2114624">
            <a:off x="11930785" y="2283362"/>
            <a:ext cx="42149" cy="42149"/>
          </a:xfrm>
          <a:prstGeom prst="roundRect">
            <a:avLst>
              <a:gd name="adj" fmla="val 18000"/>
            </a:avLst>
          </a:prstGeom>
          <a:solidFill>
            <a:srgbClr val="3AA951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939" name="lumia-token-particle-soft-glow">
            <a:extLst>
              <a:ext uri="{FF2B5EF4-FFF2-40B4-BE49-F238E27FC236}">
                <a16:creationId xmlns:a16="http://schemas.microsoft.com/office/drawing/2014/main" id="{30D27186-F95A-4F64-9F6F-75E133D744A4}"/>
              </a:ext>
            </a:extLst>
          </p:cNvPr>
          <p:cNvSpPr>
            <a:spLocks noGrp="1"/>
          </p:cNvSpPr>
          <p:nvPr/>
        </p:nvSpPr>
        <p:spPr>
          <a:xfrm rot="2337166">
            <a:off x="1039554" y="6274913"/>
            <a:ext cx="126527" cy="126527"/>
          </a:xfrm>
          <a:prstGeom prst="roundRect">
            <a:avLst>
              <a:gd name="adj" fmla="val 18000"/>
            </a:avLst>
          </a:prstGeom>
          <a:solidFill>
            <a:srgbClr val="486FD8">
              <a:alpha val="7000"/>
            </a:srgbClr>
          </a:solidFill>
          <a:ln w="0">
            <a:noFill/>
            <a:prstDash val="solid"/>
          </a:ln>
        </p:spPr>
      </p:sp>
      <p:sp>
        <p:nvSpPr>
          <p:cNvPr id="940" name="lumia-token-particle">
            <a:extLst>
              <a:ext uri="{FF2B5EF4-FFF2-40B4-BE49-F238E27FC236}">
                <a16:creationId xmlns:a16="http://schemas.microsoft.com/office/drawing/2014/main" id="{95B6B015-46DB-4F67-9FB7-2714E99FB9DC}"/>
              </a:ext>
            </a:extLst>
          </p:cNvPr>
          <p:cNvSpPr>
            <a:spLocks noGrp="1"/>
          </p:cNvSpPr>
          <p:nvPr/>
        </p:nvSpPr>
        <p:spPr>
          <a:xfrm rot="2098319">
            <a:off x="1076457" y="6311817"/>
            <a:ext cx="52720" cy="52720"/>
          </a:xfrm>
          <a:prstGeom prst="roundRect">
            <a:avLst>
              <a:gd name="adj" fmla="val 18000"/>
            </a:avLst>
          </a:prstGeom>
          <a:solidFill>
            <a:srgbClr val="486FD8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941" name="lumia-token-particle">
            <a:extLst>
              <a:ext uri="{FF2B5EF4-FFF2-40B4-BE49-F238E27FC236}">
                <a16:creationId xmlns:a16="http://schemas.microsoft.com/office/drawing/2014/main" id="{479BA740-F3EF-4FC2-BFB2-815C4CB7CF76}"/>
              </a:ext>
            </a:extLst>
          </p:cNvPr>
          <p:cNvSpPr>
            <a:spLocks noGrp="1"/>
          </p:cNvSpPr>
          <p:nvPr/>
        </p:nvSpPr>
        <p:spPr>
          <a:xfrm rot="1764747">
            <a:off x="8309794" y="3840343"/>
            <a:ext cx="28165" cy="28165"/>
          </a:xfrm>
          <a:prstGeom prst="ellipse">
            <a:avLst/>
          </a:prstGeom>
          <a:solidFill>
            <a:srgbClr val="FAB308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942" name="lumia-token-particle">
            <a:extLst>
              <a:ext uri="{FF2B5EF4-FFF2-40B4-BE49-F238E27FC236}">
                <a16:creationId xmlns:a16="http://schemas.microsoft.com/office/drawing/2014/main" id="{AB006463-9C1A-4DC6-A921-DE62F2446B6D}"/>
              </a:ext>
            </a:extLst>
          </p:cNvPr>
          <p:cNvSpPr>
            <a:spLocks noGrp="1"/>
          </p:cNvSpPr>
          <p:nvPr/>
        </p:nvSpPr>
        <p:spPr>
          <a:xfrm rot="528642">
            <a:off x="6008392" y="5068427"/>
            <a:ext cx="12197" cy="12197"/>
          </a:xfrm>
          <a:prstGeom prst="ellipse">
            <a:avLst/>
          </a:prstGeom>
          <a:solidFill>
            <a:srgbClr val="EC542E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943" name="lumia-token-particle">
            <a:extLst>
              <a:ext uri="{FF2B5EF4-FFF2-40B4-BE49-F238E27FC236}">
                <a16:creationId xmlns:a16="http://schemas.microsoft.com/office/drawing/2014/main" id="{67BECA78-CF2B-4EE7-94D3-C4CD55A10204}"/>
              </a:ext>
            </a:extLst>
          </p:cNvPr>
          <p:cNvSpPr>
            <a:spLocks noGrp="1"/>
          </p:cNvSpPr>
          <p:nvPr/>
        </p:nvSpPr>
        <p:spPr>
          <a:xfrm rot="1433432">
            <a:off x="9325152" y="4351675"/>
            <a:ext cx="18057" cy="18057"/>
          </a:xfrm>
          <a:prstGeom prst="ellipse">
            <a:avLst/>
          </a:prstGeom>
          <a:solidFill>
            <a:srgbClr val="D1B816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944" name="lumia-token-particle-soft-glow">
            <a:extLst>
              <a:ext uri="{FF2B5EF4-FFF2-40B4-BE49-F238E27FC236}">
                <a16:creationId xmlns:a16="http://schemas.microsoft.com/office/drawing/2014/main" id="{4526D3DA-02CA-43D5-9E7B-F850C2C3D183}"/>
              </a:ext>
            </a:extLst>
          </p:cNvPr>
          <p:cNvSpPr>
            <a:spLocks noGrp="1"/>
          </p:cNvSpPr>
          <p:nvPr/>
        </p:nvSpPr>
        <p:spPr>
          <a:xfrm rot="953817">
            <a:off x="7725950" y="4434665"/>
            <a:ext cx="196895" cy="196895"/>
          </a:xfrm>
          <a:prstGeom prst="roundRect">
            <a:avLst>
              <a:gd name="adj" fmla="val 18000"/>
            </a:avLst>
          </a:prstGeom>
          <a:solidFill>
            <a:srgbClr val="F7A010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945" name="lumia-token-particle">
            <a:extLst>
              <a:ext uri="{FF2B5EF4-FFF2-40B4-BE49-F238E27FC236}">
                <a16:creationId xmlns:a16="http://schemas.microsoft.com/office/drawing/2014/main" id="{F24A0987-DD25-4BF3-8E6F-B3F75DBCEE58}"/>
              </a:ext>
            </a:extLst>
          </p:cNvPr>
          <p:cNvSpPr>
            <a:spLocks noGrp="1"/>
          </p:cNvSpPr>
          <p:nvPr/>
        </p:nvSpPr>
        <p:spPr>
          <a:xfrm rot="2179977">
            <a:off x="7783378" y="4492093"/>
            <a:ext cx="82040" cy="82040"/>
          </a:xfrm>
          <a:prstGeom prst="roundRect">
            <a:avLst>
              <a:gd name="adj" fmla="val 18000"/>
            </a:avLst>
          </a:prstGeom>
          <a:solidFill>
            <a:srgbClr val="F7A010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946" name="lumia-token-particle">
            <a:extLst>
              <a:ext uri="{FF2B5EF4-FFF2-40B4-BE49-F238E27FC236}">
                <a16:creationId xmlns:a16="http://schemas.microsoft.com/office/drawing/2014/main" id="{AA6F0447-FFEF-4FDA-85F1-768FEF8BF2E9}"/>
              </a:ext>
            </a:extLst>
          </p:cNvPr>
          <p:cNvSpPr>
            <a:spLocks noGrp="1"/>
          </p:cNvSpPr>
          <p:nvPr/>
        </p:nvSpPr>
        <p:spPr>
          <a:xfrm rot="1590837">
            <a:off x="11458190" y="2640709"/>
            <a:ext cx="40570" cy="40570"/>
          </a:xfrm>
          <a:prstGeom prst="roundRect">
            <a:avLst>
              <a:gd name="adj" fmla="val 18000"/>
            </a:avLst>
          </a:prstGeom>
          <a:solidFill>
            <a:srgbClr val="59AC45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947" name="lumia-token-particle">
            <a:extLst>
              <a:ext uri="{FF2B5EF4-FFF2-40B4-BE49-F238E27FC236}">
                <a16:creationId xmlns:a16="http://schemas.microsoft.com/office/drawing/2014/main" id="{F92DD345-EA24-4067-82AB-2FB332178DC0}"/>
              </a:ext>
            </a:extLst>
          </p:cNvPr>
          <p:cNvSpPr>
            <a:spLocks noGrp="1"/>
          </p:cNvSpPr>
          <p:nvPr/>
        </p:nvSpPr>
        <p:spPr>
          <a:xfrm rot="1121873">
            <a:off x="3063926" y="5776846"/>
            <a:ext cx="8232" cy="8232"/>
          </a:xfrm>
          <a:prstGeom prst="ellipse">
            <a:avLst/>
          </a:prstGeom>
          <a:solidFill>
            <a:srgbClr val="723C84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948" name="lumia-token-particle-soft-glow">
            <a:extLst>
              <a:ext uri="{FF2B5EF4-FFF2-40B4-BE49-F238E27FC236}">
                <a16:creationId xmlns:a16="http://schemas.microsoft.com/office/drawing/2014/main" id="{3BD088B6-9892-42BC-881B-07CCAC985084}"/>
              </a:ext>
            </a:extLst>
          </p:cNvPr>
          <p:cNvSpPr>
            <a:spLocks noGrp="1"/>
          </p:cNvSpPr>
          <p:nvPr/>
        </p:nvSpPr>
        <p:spPr>
          <a:xfrm rot="1825870">
            <a:off x="11211946" y="3220167"/>
            <a:ext cx="249233" cy="249233"/>
          </a:xfrm>
          <a:prstGeom prst="roundRect">
            <a:avLst>
              <a:gd name="adj" fmla="val 18000"/>
            </a:avLst>
          </a:prstGeom>
          <a:solidFill>
            <a:srgbClr val="65AD40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949" name="lumia-token-particle">
            <a:extLst>
              <a:ext uri="{FF2B5EF4-FFF2-40B4-BE49-F238E27FC236}">
                <a16:creationId xmlns:a16="http://schemas.microsoft.com/office/drawing/2014/main" id="{1EFD2157-FCFD-4AC8-8983-2C009F7BA252}"/>
              </a:ext>
            </a:extLst>
          </p:cNvPr>
          <p:cNvSpPr>
            <a:spLocks noGrp="1"/>
          </p:cNvSpPr>
          <p:nvPr/>
        </p:nvSpPr>
        <p:spPr>
          <a:xfrm rot="603000">
            <a:off x="11284639" y="3292860"/>
            <a:ext cx="103847" cy="103847"/>
          </a:xfrm>
          <a:prstGeom prst="roundRect">
            <a:avLst>
              <a:gd name="adj" fmla="val 18000"/>
            </a:avLst>
          </a:prstGeom>
          <a:solidFill>
            <a:srgbClr val="65AD40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950" name="lumia-token-particle-soft-glow">
            <a:extLst>
              <a:ext uri="{FF2B5EF4-FFF2-40B4-BE49-F238E27FC236}">
                <a16:creationId xmlns:a16="http://schemas.microsoft.com/office/drawing/2014/main" id="{1904474E-EC19-40DA-9A0C-4B47435FEBA0}"/>
              </a:ext>
            </a:extLst>
          </p:cNvPr>
          <p:cNvSpPr>
            <a:spLocks noGrp="1"/>
          </p:cNvSpPr>
          <p:nvPr/>
        </p:nvSpPr>
        <p:spPr>
          <a:xfrm rot="2417001">
            <a:off x="10024138" y="3988688"/>
            <a:ext cx="273007" cy="273007"/>
          </a:xfrm>
          <a:prstGeom prst="roundRect">
            <a:avLst>
              <a:gd name="adj" fmla="val 18000"/>
            </a:avLst>
          </a:prstGeom>
          <a:solidFill>
            <a:srgbClr val="A9B425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951" name="lumia-token-particle">
            <a:extLst>
              <a:ext uri="{FF2B5EF4-FFF2-40B4-BE49-F238E27FC236}">
                <a16:creationId xmlns:a16="http://schemas.microsoft.com/office/drawing/2014/main" id="{F1660479-0B85-4A69-B553-6682AF553A20}"/>
              </a:ext>
            </a:extLst>
          </p:cNvPr>
          <p:cNvSpPr>
            <a:spLocks noGrp="1"/>
          </p:cNvSpPr>
          <p:nvPr/>
        </p:nvSpPr>
        <p:spPr>
          <a:xfrm rot="335602">
            <a:off x="10103765" y="4068315"/>
            <a:ext cx="113753" cy="113753"/>
          </a:xfrm>
          <a:prstGeom prst="roundRect">
            <a:avLst>
              <a:gd name="adj" fmla="val 18000"/>
            </a:avLst>
          </a:prstGeom>
          <a:solidFill>
            <a:srgbClr val="A9B425">
              <a:alpha val="74000"/>
            </a:srgbClr>
          </a:solidFill>
          <a:ln w="0">
            <a:noFill/>
            <a:prstDash val="solid"/>
          </a:ln>
        </p:spPr>
      </p:sp>
      <p:sp>
        <p:nvSpPr>
          <p:cNvPr id="952" name="lumia-token-particle">
            <a:extLst>
              <a:ext uri="{FF2B5EF4-FFF2-40B4-BE49-F238E27FC236}">
                <a16:creationId xmlns:a16="http://schemas.microsoft.com/office/drawing/2014/main" id="{E2ABADA1-8579-42B4-9F9A-6E2F9ACC510B}"/>
              </a:ext>
            </a:extLst>
          </p:cNvPr>
          <p:cNvSpPr>
            <a:spLocks noGrp="1"/>
          </p:cNvSpPr>
          <p:nvPr/>
        </p:nvSpPr>
        <p:spPr>
          <a:xfrm rot="1405127">
            <a:off x="4343037" y="5015012"/>
            <a:ext cx="16642" cy="16642"/>
          </a:xfrm>
          <a:prstGeom prst="roundRect">
            <a:avLst>
              <a:gd name="adj" fmla="val 22894"/>
            </a:avLst>
          </a:prstGeom>
          <a:solidFill>
            <a:srgbClr val="B54058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953" name="lumia-token-particle-soft-glow">
            <a:extLst>
              <a:ext uri="{FF2B5EF4-FFF2-40B4-BE49-F238E27FC236}">
                <a16:creationId xmlns:a16="http://schemas.microsoft.com/office/drawing/2014/main" id="{46E33918-EE24-4E01-84AA-AC069D554170}"/>
              </a:ext>
            </a:extLst>
          </p:cNvPr>
          <p:cNvSpPr>
            <a:spLocks noGrp="1"/>
          </p:cNvSpPr>
          <p:nvPr/>
        </p:nvSpPr>
        <p:spPr>
          <a:xfrm rot="2162522">
            <a:off x="5517694" y="5061636"/>
            <a:ext cx="158209" cy="158209"/>
          </a:xfrm>
          <a:prstGeom prst="ellipse">
            <a:avLst/>
          </a:prstGeom>
          <a:solidFill>
            <a:srgbClr val="EB4C32">
              <a:alpha val="9000"/>
            </a:srgbClr>
          </a:solidFill>
          <a:ln w="0">
            <a:noFill/>
            <a:prstDash val="solid"/>
          </a:ln>
        </p:spPr>
      </p:sp>
      <p:sp>
        <p:nvSpPr>
          <p:cNvPr id="954" name="lumia-token-particle">
            <a:extLst>
              <a:ext uri="{FF2B5EF4-FFF2-40B4-BE49-F238E27FC236}">
                <a16:creationId xmlns:a16="http://schemas.microsoft.com/office/drawing/2014/main" id="{280C7274-BE36-4399-AE7D-556E5CA743C1}"/>
              </a:ext>
            </a:extLst>
          </p:cNvPr>
          <p:cNvSpPr>
            <a:spLocks noGrp="1"/>
          </p:cNvSpPr>
          <p:nvPr/>
        </p:nvSpPr>
        <p:spPr>
          <a:xfrm rot="2609931">
            <a:off x="5563839" y="5107780"/>
            <a:ext cx="65920" cy="65920"/>
          </a:xfrm>
          <a:prstGeom prst="ellipse">
            <a:avLst/>
          </a:prstGeom>
          <a:solidFill>
            <a:srgbClr val="EB4C32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955" name="lumia-token-particle-soft-glow">
            <a:extLst>
              <a:ext uri="{FF2B5EF4-FFF2-40B4-BE49-F238E27FC236}">
                <a16:creationId xmlns:a16="http://schemas.microsoft.com/office/drawing/2014/main" id="{25D9C4C3-B7DB-42C6-98C0-1BAAA88F43D9}"/>
              </a:ext>
            </a:extLst>
          </p:cNvPr>
          <p:cNvSpPr>
            <a:spLocks noGrp="1"/>
          </p:cNvSpPr>
          <p:nvPr/>
        </p:nvSpPr>
        <p:spPr>
          <a:xfrm rot="1712263">
            <a:off x="9670804" y="3570740"/>
            <a:ext cx="178903" cy="178903"/>
          </a:xfrm>
          <a:prstGeom prst="roundRect">
            <a:avLst>
              <a:gd name="adj" fmla="val 18000"/>
            </a:avLst>
          </a:prstGeom>
          <a:solidFill>
            <a:srgbClr val="C2B61B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956" name="lumia-token-particle">
            <a:extLst>
              <a:ext uri="{FF2B5EF4-FFF2-40B4-BE49-F238E27FC236}">
                <a16:creationId xmlns:a16="http://schemas.microsoft.com/office/drawing/2014/main" id="{C4E4EC53-578D-42C2-A834-02B0A6F769FD}"/>
              </a:ext>
            </a:extLst>
          </p:cNvPr>
          <p:cNvSpPr>
            <a:spLocks noGrp="1"/>
          </p:cNvSpPr>
          <p:nvPr/>
        </p:nvSpPr>
        <p:spPr>
          <a:xfrm rot="1689499">
            <a:off x="9722984" y="3622920"/>
            <a:ext cx="74543" cy="74543"/>
          </a:xfrm>
          <a:prstGeom prst="roundRect">
            <a:avLst>
              <a:gd name="adj" fmla="val 18000"/>
            </a:avLst>
          </a:prstGeom>
          <a:solidFill>
            <a:srgbClr val="C2B61B">
              <a:alpha val="73000"/>
            </a:srgbClr>
          </a:solidFill>
          <a:ln w="0">
            <a:noFill/>
            <a:prstDash val="solid"/>
          </a:ln>
        </p:spPr>
      </p:sp>
      <p:sp>
        <p:nvSpPr>
          <p:cNvPr id="957" name="lumia-token-particle">
            <a:extLst>
              <a:ext uri="{FF2B5EF4-FFF2-40B4-BE49-F238E27FC236}">
                <a16:creationId xmlns:a16="http://schemas.microsoft.com/office/drawing/2014/main" id="{6D1D546C-D5AC-4BE7-AED0-D3C0718CC552}"/>
              </a:ext>
            </a:extLst>
          </p:cNvPr>
          <p:cNvSpPr>
            <a:spLocks noGrp="1"/>
          </p:cNvSpPr>
          <p:nvPr/>
        </p:nvSpPr>
        <p:spPr>
          <a:xfrm rot="201461">
            <a:off x="8457600" y="4388525"/>
            <a:ext cx="56682" cy="56682"/>
          </a:xfrm>
          <a:prstGeom prst="ellipse">
            <a:avLst/>
          </a:prstGeom>
          <a:solidFill>
            <a:srgbClr val="F9BC06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958" name="lumia-token-particle">
            <a:extLst>
              <a:ext uri="{FF2B5EF4-FFF2-40B4-BE49-F238E27FC236}">
                <a16:creationId xmlns:a16="http://schemas.microsoft.com/office/drawing/2014/main" id="{B43FFC8A-C40A-4384-A6B4-E64CECFCB192}"/>
              </a:ext>
            </a:extLst>
          </p:cNvPr>
          <p:cNvSpPr>
            <a:spLocks noGrp="1"/>
          </p:cNvSpPr>
          <p:nvPr/>
        </p:nvSpPr>
        <p:spPr>
          <a:xfrm rot="681010">
            <a:off x="6054342" y="4847899"/>
            <a:ext cx="23452" cy="23452"/>
          </a:xfrm>
          <a:prstGeom prst="roundRect">
            <a:avLst>
              <a:gd name="adj" fmla="val 18000"/>
            </a:avLst>
          </a:prstGeom>
          <a:solidFill>
            <a:srgbClr val="ED5B2C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959" name="lumia-token-particle">
            <a:extLst>
              <a:ext uri="{FF2B5EF4-FFF2-40B4-BE49-F238E27FC236}">
                <a16:creationId xmlns:a16="http://schemas.microsoft.com/office/drawing/2014/main" id="{94416E4F-0583-410E-90D5-06C2844F9EA5}"/>
              </a:ext>
            </a:extLst>
          </p:cNvPr>
          <p:cNvSpPr>
            <a:spLocks noGrp="1"/>
          </p:cNvSpPr>
          <p:nvPr/>
        </p:nvSpPr>
        <p:spPr>
          <a:xfrm rot="2572876">
            <a:off x="8395144" y="4530405"/>
            <a:ext cx="25370" cy="25370"/>
          </a:xfrm>
          <a:prstGeom prst="ellipse">
            <a:avLst/>
          </a:prstGeom>
          <a:solidFill>
            <a:srgbClr val="FAB508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960" name="lumia-token-particle-soft-glow">
            <a:extLst>
              <a:ext uri="{FF2B5EF4-FFF2-40B4-BE49-F238E27FC236}">
                <a16:creationId xmlns:a16="http://schemas.microsoft.com/office/drawing/2014/main" id="{DF0D965C-B425-4C00-A61F-96A981C33FF2}"/>
              </a:ext>
            </a:extLst>
          </p:cNvPr>
          <p:cNvSpPr>
            <a:spLocks noGrp="1"/>
          </p:cNvSpPr>
          <p:nvPr/>
        </p:nvSpPr>
        <p:spPr>
          <a:xfrm rot="589889">
            <a:off x="7529707" y="4086627"/>
            <a:ext cx="214958" cy="214958"/>
          </a:xfrm>
          <a:prstGeom prst="roundRect">
            <a:avLst>
              <a:gd name="adj" fmla="val 18000"/>
            </a:avLst>
          </a:prstGeom>
          <a:solidFill>
            <a:srgbClr val="F69B12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961" name="lumia-token-particle">
            <a:extLst>
              <a:ext uri="{FF2B5EF4-FFF2-40B4-BE49-F238E27FC236}">
                <a16:creationId xmlns:a16="http://schemas.microsoft.com/office/drawing/2014/main" id="{116FD089-4303-43AE-94DF-FC41D6A55391}"/>
              </a:ext>
            </a:extLst>
          </p:cNvPr>
          <p:cNvSpPr>
            <a:spLocks noGrp="1"/>
          </p:cNvSpPr>
          <p:nvPr/>
        </p:nvSpPr>
        <p:spPr>
          <a:xfrm rot="834217">
            <a:off x="7592403" y="4149323"/>
            <a:ext cx="89566" cy="89566"/>
          </a:xfrm>
          <a:prstGeom prst="roundRect">
            <a:avLst>
              <a:gd name="adj" fmla="val 18000"/>
            </a:avLst>
          </a:prstGeom>
          <a:solidFill>
            <a:srgbClr val="F69B12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962" name="lumia-token-particle-soft-glow">
            <a:extLst>
              <a:ext uri="{FF2B5EF4-FFF2-40B4-BE49-F238E27FC236}">
                <a16:creationId xmlns:a16="http://schemas.microsoft.com/office/drawing/2014/main" id="{BFC84A28-256C-4653-AD75-A1B7D55C16B4}"/>
              </a:ext>
            </a:extLst>
          </p:cNvPr>
          <p:cNvSpPr>
            <a:spLocks noGrp="1"/>
          </p:cNvSpPr>
          <p:nvPr/>
        </p:nvSpPr>
        <p:spPr>
          <a:xfrm rot="2502842">
            <a:off x="3207656" y="5589948"/>
            <a:ext cx="91982" cy="91982"/>
          </a:xfrm>
          <a:prstGeom prst="roundRect">
            <a:avLst>
              <a:gd name="adj" fmla="val 18000"/>
            </a:avLst>
          </a:prstGeom>
          <a:solidFill>
            <a:srgbClr val="743D82">
              <a:alpha val="8000"/>
            </a:srgbClr>
          </a:solidFill>
          <a:ln w="0">
            <a:noFill/>
            <a:prstDash val="solid"/>
          </a:ln>
        </p:spPr>
      </p:sp>
      <p:sp>
        <p:nvSpPr>
          <p:cNvPr id="963" name="lumia-token-particle">
            <a:extLst>
              <a:ext uri="{FF2B5EF4-FFF2-40B4-BE49-F238E27FC236}">
                <a16:creationId xmlns:a16="http://schemas.microsoft.com/office/drawing/2014/main" id="{5578DE81-BC72-4F00-96E5-C53A6F783516}"/>
              </a:ext>
            </a:extLst>
          </p:cNvPr>
          <p:cNvSpPr>
            <a:spLocks noGrp="1"/>
          </p:cNvSpPr>
          <p:nvPr/>
        </p:nvSpPr>
        <p:spPr>
          <a:xfrm rot="364859">
            <a:off x="3234484" y="5616776"/>
            <a:ext cx="38326" cy="38326"/>
          </a:xfrm>
          <a:prstGeom prst="roundRect">
            <a:avLst>
              <a:gd name="adj" fmla="val 18000"/>
            </a:avLst>
          </a:prstGeom>
          <a:solidFill>
            <a:srgbClr val="743D82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964" name="lumia-token-particle">
            <a:extLst>
              <a:ext uri="{FF2B5EF4-FFF2-40B4-BE49-F238E27FC236}">
                <a16:creationId xmlns:a16="http://schemas.microsoft.com/office/drawing/2014/main" id="{ABD72AB0-3F66-4019-A9F9-3AC2B0954204}"/>
              </a:ext>
            </a:extLst>
          </p:cNvPr>
          <p:cNvSpPr>
            <a:spLocks noGrp="1"/>
          </p:cNvSpPr>
          <p:nvPr/>
        </p:nvSpPr>
        <p:spPr>
          <a:xfrm rot="1662076">
            <a:off x="1941241" y="5721030"/>
            <a:ext cx="30474" cy="30474"/>
          </a:xfrm>
          <a:prstGeom prst="ellipse">
            <a:avLst/>
          </a:prstGeom>
          <a:solidFill>
            <a:srgbClr val="5055B6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965" name="lumia-token-particle">
            <a:extLst>
              <a:ext uri="{FF2B5EF4-FFF2-40B4-BE49-F238E27FC236}">
                <a16:creationId xmlns:a16="http://schemas.microsoft.com/office/drawing/2014/main" id="{7D08CEF3-E6C6-4AA1-B3AB-CFCEA676D36D}"/>
              </a:ext>
            </a:extLst>
          </p:cNvPr>
          <p:cNvSpPr>
            <a:spLocks noGrp="1"/>
          </p:cNvSpPr>
          <p:nvPr/>
        </p:nvSpPr>
        <p:spPr>
          <a:xfrm rot="268334">
            <a:off x="7607371" y="4444747"/>
            <a:ext cx="33221" cy="33221"/>
          </a:xfrm>
          <a:prstGeom prst="ellipse">
            <a:avLst/>
          </a:prstGeom>
          <a:solidFill>
            <a:srgbClr val="F59315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966" name="lumia-token-particle">
            <a:extLst>
              <a:ext uri="{FF2B5EF4-FFF2-40B4-BE49-F238E27FC236}">
                <a16:creationId xmlns:a16="http://schemas.microsoft.com/office/drawing/2014/main" id="{F9862779-A517-45FF-B099-EB369847FD2C}"/>
              </a:ext>
            </a:extLst>
          </p:cNvPr>
          <p:cNvSpPr>
            <a:spLocks noGrp="1"/>
          </p:cNvSpPr>
          <p:nvPr/>
        </p:nvSpPr>
        <p:spPr>
          <a:xfrm rot="2594248">
            <a:off x="11046596" y="2683049"/>
            <a:ext cx="52781" cy="52781"/>
          </a:xfrm>
          <a:prstGeom prst="roundRect">
            <a:avLst>
              <a:gd name="adj" fmla="val 18000"/>
            </a:avLst>
          </a:prstGeom>
          <a:solidFill>
            <a:srgbClr val="70AE3C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967" name="lumia-token-particle">
            <a:extLst>
              <a:ext uri="{FF2B5EF4-FFF2-40B4-BE49-F238E27FC236}">
                <a16:creationId xmlns:a16="http://schemas.microsoft.com/office/drawing/2014/main" id="{EF603604-F324-47BA-82D5-853FDDA75A78}"/>
              </a:ext>
            </a:extLst>
          </p:cNvPr>
          <p:cNvSpPr>
            <a:spLocks noGrp="1"/>
          </p:cNvSpPr>
          <p:nvPr/>
        </p:nvSpPr>
        <p:spPr>
          <a:xfrm rot="421927">
            <a:off x="11420069" y="3374411"/>
            <a:ext cx="66743" cy="66743"/>
          </a:xfrm>
          <a:prstGeom prst="ellipse">
            <a:avLst/>
          </a:prstGeom>
          <a:solidFill>
            <a:srgbClr val="6BAD3E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968" name="lumia-token-particle-soft-glow">
            <a:extLst>
              <a:ext uri="{FF2B5EF4-FFF2-40B4-BE49-F238E27FC236}">
                <a16:creationId xmlns:a16="http://schemas.microsoft.com/office/drawing/2014/main" id="{86BC23F4-A8E8-4E5B-AB35-9F2F39294065}"/>
              </a:ext>
            </a:extLst>
          </p:cNvPr>
          <p:cNvSpPr>
            <a:spLocks noGrp="1"/>
          </p:cNvSpPr>
          <p:nvPr/>
        </p:nvSpPr>
        <p:spPr>
          <a:xfrm rot="1833149">
            <a:off x="7675269" y="5064870"/>
            <a:ext cx="197779" cy="197779"/>
          </a:xfrm>
          <a:prstGeom prst="roundRect">
            <a:avLst>
              <a:gd name="adj" fmla="val 18000"/>
            </a:avLst>
          </a:prstGeom>
          <a:solidFill>
            <a:srgbClr val="F69A13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969" name="lumia-token-particle">
            <a:extLst>
              <a:ext uri="{FF2B5EF4-FFF2-40B4-BE49-F238E27FC236}">
                <a16:creationId xmlns:a16="http://schemas.microsoft.com/office/drawing/2014/main" id="{11C438B1-1C5A-4C1D-9CBB-6A06145328E4}"/>
              </a:ext>
            </a:extLst>
          </p:cNvPr>
          <p:cNvSpPr>
            <a:spLocks noGrp="1"/>
          </p:cNvSpPr>
          <p:nvPr/>
        </p:nvSpPr>
        <p:spPr>
          <a:xfrm rot="597153">
            <a:off x="7732955" y="5122556"/>
            <a:ext cx="82408" cy="82408"/>
          </a:xfrm>
          <a:prstGeom prst="roundRect">
            <a:avLst>
              <a:gd name="adj" fmla="val 18000"/>
            </a:avLst>
          </a:prstGeom>
          <a:solidFill>
            <a:srgbClr val="F69A13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970" name="lumia-token-particle">
            <a:extLst>
              <a:ext uri="{FF2B5EF4-FFF2-40B4-BE49-F238E27FC236}">
                <a16:creationId xmlns:a16="http://schemas.microsoft.com/office/drawing/2014/main" id="{C51BAB78-25D2-4989-B628-EE42458B7565}"/>
              </a:ext>
            </a:extLst>
          </p:cNvPr>
          <p:cNvSpPr>
            <a:spLocks noGrp="1"/>
          </p:cNvSpPr>
          <p:nvPr/>
        </p:nvSpPr>
        <p:spPr>
          <a:xfrm rot="2489307">
            <a:off x="4041972" y="5273749"/>
            <a:ext cx="11650" cy="11650"/>
          </a:xfrm>
          <a:prstGeom prst="roundRect">
            <a:avLst>
              <a:gd name="adj" fmla="val 32703"/>
            </a:avLst>
          </a:prstGeom>
          <a:solidFill>
            <a:srgbClr val="993F6A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971" name="lumia-token-particle">
            <a:extLst>
              <a:ext uri="{FF2B5EF4-FFF2-40B4-BE49-F238E27FC236}">
                <a16:creationId xmlns:a16="http://schemas.microsoft.com/office/drawing/2014/main" id="{46AE6FF1-B714-4837-B1D7-6044C5F5BD7D}"/>
              </a:ext>
            </a:extLst>
          </p:cNvPr>
          <p:cNvSpPr>
            <a:spLocks noGrp="1"/>
          </p:cNvSpPr>
          <p:nvPr/>
        </p:nvSpPr>
        <p:spPr>
          <a:xfrm rot="31482">
            <a:off x="10106174" y="3838579"/>
            <a:ext cx="32523" cy="32523"/>
          </a:xfrm>
          <a:prstGeom prst="roundRect">
            <a:avLst>
              <a:gd name="adj" fmla="val 18000"/>
            </a:avLst>
          </a:prstGeom>
          <a:solidFill>
            <a:srgbClr val="97B22C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972" name="lumia-token-particle">
            <a:extLst>
              <a:ext uri="{FF2B5EF4-FFF2-40B4-BE49-F238E27FC236}">
                <a16:creationId xmlns:a16="http://schemas.microsoft.com/office/drawing/2014/main" id="{77C9DD2F-AA64-4F53-8009-B06DD29CA893}"/>
              </a:ext>
            </a:extLst>
          </p:cNvPr>
          <p:cNvSpPr>
            <a:spLocks noGrp="1"/>
          </p:cNvSpPr>
          <p:nvPr/>
        </p:nvSpPr>
        <p:spPr>
          <a:xfrm rot="30159">
            <a:off x="11599601" y="3771766"/>
            <a:ext cx="24024" cy="24024"/>
          </a:xfrm>
          <a:prstGeom prst="roundRect">
            <a:avLst>
              <a:gd name="adj" fmla="val 18000"/>
            </a:avLst>
          </a:prstGeom>
          <a:solidFill>
            <a:srgbClr val="4CAA4A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973" name="lumia-token-particle">
            <a:extLst>
              <a:ext uri="{FF2B5EF4-FFF2-40B4-BE49-F238E27FC236}">
                <a16:creationId xmlns:a16="http://schemas.microsoft.com/office/drawing/2014/main" id="{57474792-125F-4D99-B173-B355BB1ED87A}"/>
              </a:ext>
            </a:extLst>
          </p:cNvPr>
          <p:cNvSpPr>
            <a:spLocks noGrp="1"/>
          </p:cNvSpPr>
          <p:nvPr/>
        </p:nvSpPr>
        <p:spPr>
          <a:xfrm rot="1884969">
            <a:off x="10649807" y="4053999"/>
            <a:ext cx="72256" cy="72256"/>
          </a:xfrm>
          <a:prstGeom prst="roundRect">
            <a:avLst>
              <a:gd name="adj" fmla="val 18000"/>
            </a:avLst>
          </a:prstGeom>
          <a:solidFill>
            <a:srgbClr val="8BB131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974" name="lumia-token-particle">
            <a:extLst>
              <a:ext uri="{FF2B5EF4-FFF2-40B4-BE49-F238E27FC236}">
                <a16:creationId xmlns:a16="http://schemas.microsoft.com/office/drawing/2014/main" id="{4AF5BE5D-2E23-40D4-8CB0-EC1EB62664DC}"/>
              </a:ext>
            </a:extLst>
          </p:cNvPr>
          <p:cNvSpPr>
            <a:spLocks noGrp="1"/>
          </p:cNvSpPr>
          <p:nvPr/>
        </p:nvSpPr>
        <p:spPr>
          <a:xfrm rot="1862584">
            <a:off x="9900070" y="4130785"/>
            <a:ext cx="32240" cy="32240"/>
          </a:xfrm>
          <a:prstGeom prst="roundRect">
            <a:avLst>
              <a:gd name="adj" fmla="val 18000"/>
            </a:avLst>
          </a:prstGeom>
          <a:solidFill>
            <a:srgbClr val="B8B51F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975" name="lumia-token-particle">
            <a:extLst>
              <a:ext uri="{FF2B5EF4-FFF2-40B4-BE49-F238E27FC236}">
                <a16:creationId xmlns:a16="http://schemas.microsoft.com/office/drawing/2014/main" id="{F5EDDA40-9AE5-4F43-9B37-0904C50BE1F9}"/>
              </a:ext>
            </a:extLst>
          </p:cNvPr>
          <p:cNvSpPr>
            <a:spLocks noGrp="1"/>
          </p:cNvSpPr>
          <p:nvPr/>
        </p:nvSpPr>
        <p:spPr>
          <a:xfrm rot="2037162">
            <a:off x="11328606" y="2825373"/>
            <a:ext cx="71763" cy="71763"/>
          </a:xfrm>
          <a:prstGeom prst="ellipse">
            <a:avLst/>
          </a:prstGeom>
          <a:solidFill>
            <a:srgbClr val="5BAC44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976" name="lumia-token-particle">
            <a:extLst>
              <a:ext uri="{FF2B5EF4-FFF2-40B4-BE49-F238E27FC236}">
                <a16:creationId xmlns:a16="http://schemas.microsoft.com/office/drawing/2014/main" id="{9FF91521-A060-40D9-A68A-F11B09E4D26D}"/>
              </a:ext>
            </a:extLst>
          </p:cNvPr>
          <p:cNvSpPr>
            <a:spLocks noGrp="1"/>
          </p:cNvSpPr>
          <p:nvPr/>
        </p:nvSpPr>
        <p:spPr>
          <a:xfrm rot="978135">
            <a:off x="10340904" y="4060386"/>
            <a:ext cx="35480" cy="35480"/>
          </a:xfrm>
          <a:prstGeom prst="roundRect">
            <a:avLst>
              <a:gd name="adj" fmla="val 18000"/>
            </a:avLst>
          </a:prstGeom>
          <a:solidFill>
            <a:srgbClr val="8DB130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977" name="lumia-token-particle">
            <a:extLst>
              <a:ext uri="{FF2B5EF4-FFF2-40B4-BE49-F238E27FC236}">
                <a16:creationId xmlns:a16="http://schemas.microsoft.com/office/drawing/2014/main" id="{9E7B15A2-DA93-4ABC-83B9-E40F6EB1DB8B}"/>
              </a:ext>
            </a:extLst>
          </p:cNvPr>
          <p:cNvSpPr>
            <a:spLocks noGrp="1"/>
          </p:cNvSpPr>
          <p:nvPr/>
        </p:nvSpPr>
        <p:spPr>
          <a:xfrm rot="1633616">
            <a:off x="7620277" y="4804495"/>
            <a:ext cx="15934" cy="15934"/>
          </a:xfrm>
          <a:prstGeom prst="ellipse">
            <a:avLst/>
          </a:prstGeom>
          <a:solidFill>
            <a:srgbClr val="F69714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978" name="lumia-token-particle">
            <a:extLst>
              <a:ext uri="{FF2B5EF4-FFF2-40B4-BE49-F238E27FC236}">
                <a16:creationId xmlns:a16="http://schemas.microsoft.com/office/drawing/2014/main" id="{CB947FF1-D598-4FED-AD61-084C29E7AE9F}"/>
              </a:ext>
            </a:extLst>
          </p:cNvPr>
          <p:cNvSpPr>
            <a:spLocks noGrp="1"/>
          </p:cNvSpPr>
          <p:nvPr/>
        </p:nvSpPr>
        <p:spPr>
          <a:xfrm rot="1886189">
            <a:off x="3175767" y="5796537"/>
            <a:ext cx="33322" cy="33322"/>
          </a:xfrm>
          <a:prstGeom prst="ellipse">
            <a:avLst/>
          </a:prstGeom>
          <a:solidFill>
            <a:srgbClr val="6E3C86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979" name="lumia-token-particle">
            <a:extLst>
              <a:ext uri="{FF2B5EF4-FFF2-40B4-BE49-F238E27FC236}">
                <a16:creationId xmlns:a16="http://schemas.microsoft.com/office/drawing/2014/main" id="{AD24B303-6C39-467A-BF47-1C23A4AC18E5}"/>
              </a:ext>
            </a:extLst>
          </p:cNvPr>
          <p:cNvSpPr>
            <a:spLocks noGrp="1"/>
          </p:cNvSpPr>
          <p:nvPr/>
        </p:nvSpPr>
        <p:spPr>
          <a:xfrm rot="2590258">
            <a:off x="9537832" y="3725070"/>
            <a:ext cx="15197" cy="15197"/>
          </a:xfrm>
          <a:prstGeom prst="roundRect">
            <a:avLst>
              <a:gd name="adj" fmla="val 25070"/>
            </a:avLst>
          </a:prstGeom>
          <a:solidFill>
            <a:srgbClr val="CCB718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980" name="lumia-token-particle-soft-glow">
            <a:extLst>
              <a:ext uri="{FF2B5EF4-FFF2-40B4-BE49-F238E27FC236}">
                <a16:creationId xmlns:a16="http://schemas.microsoft.com/office/drawing/2014/main" id="{2DCB4CD3-A90B-4527-8783-C7CA3AEB2BB8}"/>
              </a:ext>
            </a:extLst>
          </p:cNvPr>
          <p:cNvSpPr>
            <a:spLocks noGrp="1"/>
          </p:cNvSpPr>
          <p:nvPr/>
        </p:nvSpPr>
        <p:spPr>
          <a:xfrm rot="2102594">
            <a:off x="798865" y="6092428"/>
            <a:ext cx="150831" cy="150831"/>
          </a:xfrm>
          <a:prstGeom prst="roundRect">
            <a:avLst>
              <a:gd name="adj" fmla="val 18000"/>
            </a:avLst>
          </a:prstGeom>
          <a:solidFill>
            <a:srgbClr val="4774DE">
              <a:alpha val="7000"/>
            </a:srgbClr>
          </a:solidFill>
          <a:ln w="0">
            <a:noFill/>
            <a:prstDash val="solid"/>
          </a:ln>
        </p:spPr>
      </p:sp>
      <p:sp>
        <p:nvSpPr>
          <p:cNvPr id="981" name="lumia-token-particle">
            <a:extLst>
              <a:ext uri="{FF2B5EF4-FFF2-40B4-BE49-F238E27FC236}">
                <a16:creationId xmlns:a16="http://schemas.microsoft.com/office/drawing/2014/main" id="{DFB1FB0C-3E8B-42B5-8878-407555E6935B}"/>
              </a:ext>
            </a:extLst>
          </p:cNvPr>
          <p:cNvSpPr>
            <a:spLocks noGrp="1"/>
          </p:cNvSpPr>
          <p:nvPr/>
        </p:nvSpPr>
        <p:spPr>
          <a:xfrm rot="781148">
            <a:off x="842857" y="6136421"/>
            <a:ext cx="62846" cy="62846"/>
          </a:xfrm>
          <a:prstGeom prst="roundRect">
            <a:avLst>
              <a:gd name="adj" fmla="val 18000"/>
            </a:avLst>
          </a:prstGeom>
          <a:solidFill>
            <a:srgbClr val="4774DE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982" name="lumia-token-particle">
            <a:extLst>
              <a:ext uri="{FF2B5EF4-FFF2-40B4-BE49-F238E27FC236}">
                <a16:creationId xmlns:a16="http://schemas.microsoft.com/office/drawing/2014/main" id="{7038B456-3590-4BB9-A3C3-1F12FA249B39}"/>
              </a:ext>
            </a:extLst>
          </p:cNvPr>
          <p:cNvSpPr>
            <a:spLocks noGrp="1"/>
          </p:cNvSpPr>
          <p:nvPr/>
        </p:nvSpPr>
        <p:spPr>
          <a:xfrm rot="700733">
            <a:off x="2331862" y="5499850"/>
            <a:ext cx="13652" cy="13652"/>
          </a:xfrm>
          <a:prstGeom prst="roundRect">
            <a:avLst>
              <a:gd name="adj" fmla="val 27908"/>
            </a:avLst>
          </a:prstGeom>
          <a:solidFill>
            <a:srgbClr val="5447A4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983" name="lumia-token-particle-soft-glow">
            <a:extLst>
              <a:ext uri="{FF2B5EF4-FFF2-40B4-BE49-F238E27FC236}">
                <a16:creationId xmlns:a16="http://schemas.microsoft.com/office/drawing/2014/main" id="{93ACCA98-544F-4670-8D05-0DEDF8D2D68E}"/>
              </a:ext>
            </a:extLst>
          </p:cNvPr>
          <p:cNvSpPr>
            <a:spLocks noGrp="1"/>
          </p:cNvSpPr>
          <p:nvPr/>
        </p:nvSpPr>
        <p:spPr>
          <a:xfrm rot="1990351">
            <a:off x="7578740" y="4538048"/>
            <a:ext cx="222903" cy="222903"/>
          </a:xfrm>
          <a:prstGeom prst="ellipse">
            <a:avLst/>
          </a:prstGeom>
          <a:solidFill>
            <a:srgbClr val="F79E11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984" name="lumia-token-particle">
            <a:extLst>
              <a:ext uri="{FF2B5EF4-FFF2-40B4-BE49-F238E27FC236}">
                <a16:creationId xmlns:a16="http://schemas.microsoft.com/office/drawing/2014/main" id="{1AC104A2-0B87-40EF-B839-B198619570CB}"/>
              </a:ext>
            </a:extLst>
          </p:cNvPr>
          <p:cNvSpPr>
            <a:spLocks noGrp="1"/>
          </p:cNvSpPr>
          <p:nvPr/>
        </p:nvSpPr>
        <p:spPr>
          <a:xfrm rot="1114440">
            <a:off x="7643754" y="4603061"/>
            <a:ext cx="92876" cy="92876"/>
          </a:xfrm>
          <a:prstGeom prst="ellipse">
            <a:avLst/>
          </a:prstGeom>
          <a:solidFill>
            <a:srgbClr val="F79E11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985" name="lumia-token-particle">
            <a:extLst>
              <a:ext uri="{FF2B5EF4-FFF2-40B4-BE49-F238E27FC236}">
                <a16:creationId xmlns:a16="http://schemas.microsoft.com/office/drawing/2014/main" id="{48C1175B-80A0-4A6A-8198-967F2D5EF603}"/>
              </a:ext>
            </a:extLst>
          </p:cNvPr>
          <p:cNvSpPr>
            <a:spLocks noGrp="1"/>
          </p:cNvSpPr>
          <p:nvPr/>
        </p:nvSpPr>
        <p:spPr>
          <a:xfrm rot="772487">
            <a:off x="10461105" y="3863405"/>
            <a:ext cx="61698" cy="61698"/>
          </a:xfrm>
          <a:prstGeom prst="ellipse">
            <a:avLst/>
          </a:prstGeom>
          <a:solidFill>
            <a:srgbClr val="8BB131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986" name="lumia-token-particle">
            <a:extLst>
              <a:ext uri="{FF2B5EF4-FFF2-40B4-BE49-F238E27FC236}">
                <a16:creationId xmlns:a16="http://schemas.microsoft.com/office/drawing/2014/main" id="{89AAD656-505F-437A-B7E7-6F2968A14EC3}"/>
              </a:ext>
            </a:extLst>
          </p:cNvPr>
          <p:cNvSpPr>
            <a:spLocks noGrp="1"/>
          </p:cNvSpPr>
          <p:nvPr/>
        </p:nvSpPr>
        <p:spPr>
          <a:xfrm rot="1347193">
            <a:off x="7847414" y="4968226"/>
            <a:ext cx="18432" cy="18432"/>
          </a:xfrm>
          <a:prstGeom prst="roundRect">
            <a:avLst>
              <a:gd name="adj" fmla="val 20670"/>
            </a:avLst>
          </a:prstGeom>
          <a:solidFill>
            <a:srgbClr val="F69614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987" name="lumia-token-particle">
            <a:extLst>
              <a:ext uri="{FF2B5EF4-FFF2-40B4-BE49-F238E27FC236}">
                <a16:creationId xmlns:a16="http://schemas.microsoft.com/office/drawing/2014/main" id="{F3990816-0A86-4A4C-8F8D-621AF0E21AED}"/>
              </a:ext>
            </a:extLst>
          </p:cNvPr>
          <p:cNvSpPr>
            <a:spLocks noGrp="1"/>
          </p:cNvSpPr>
          <p:nvPr/>
        </p:nvSpPr>
        <p:spPr>
          <a:xfrm rot="2492703">
            <a:off x="5294405" y="5111417"/>
            <a:ext cx="20521" cy="20521"/>
          </a:xfrm>
          <a:prstGeom prst="ellipse">
            <a:avLst/>
          </a:prstGeom>
          <a:solidFill>
            <a:srgbClr val="E143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8" name="lumia-token-particle-soft-glow">
            <a:extLst>
              <a:ext uri="{FF2B5EF4-FFF2-40B4-BE49-F238E27FC236}">
                <a16:creationId xmlns:a16="http://schemas.microsoft.com/office/drawing/2014/main" id="{FC570088-A8E3-473E-A314-E8D8694357F1}"/>
              </a:ext>
            </a:extLst>
          </p:cNvPr>
          <p:cNvSpPr>
            <a:spLocks noGrp="1"/>
          </p:cNvSpPr>
          <p:nvPr/>
        </p:nvSpPr>
        <p:spPr>
          <a:xfrm rot="2042311">
            <a:off x="8789941" y="3537648"/>
            <a:ext cx="221263" cy="221263"/>
          </a:xfrm>
          <a:prstGeom prst="roundRect">
            <a:avLst>
              <a:gd name="adj" fmla="val 18000"/>
            </a:avLst>
          </a:prstGeom>
          <a:solidFill>
            <a:srgbClr val="F0BB09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989" name="lumia-token-particle">
            <a:extLst>
              <a:ext uri="{FF2B5EF4-FFF2-40B4-BE49-F238E27FC236}">
                <a16:creationId xmlns:a16="http://schemas.microsoft.com/office/drawing/2014/main" id="{8FEC0463-9184-4BDB-BB22-6DA6D4420033}"/>
              </a:ext>
            </a:extLst>
          </p:cNvPr>
          <p:cNvSpPr>
            <a:spLocks noGrp="1"/>
          </p:cNvSpPr>
          <p:nvPr/>
        </p:nvSpPr>
        <p:spPr>
          <a:xfrm rot="1971043">
            <a:off x="8854476" y="3602183"/>
            <a:ext cx="92193" cy="92193"/>
          </a:xfrm>
          <a:prstGeom prst="roundRect">
            <a:avLst>
              <a:gd name="adj" fmla="val 18000"/>
            </a:avLst>
          </a:prstGeom>
          <a:solidFill>
            <a:srgbClr val="F0BB09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990" name="lumia-token-particle">
            <a:extLst>
              <a:ext uri="{FF2B5EF4-FFF2-40B4-BE49-F238E27FC236}">
                <a16:creationId xmlns:a16="http://schemas.microsoft.com/office/drawing/2014/main" id="{D079B4BB-2AA4-44B2-BF47-2AFF7F00FEC9}"/>
              </a:ext>
            </a:extLst>
          </p:cNvPr>
          <p:cNvSpPr>
            <a:spLocks noGrp="1"/>
          </p:cNvSpPr>
          <p:nvPr/>
        </p:nvSpPr>
        <p:spPr>
          <a:xfrm rot="1525667">
            <a:off x="11096853" y="3543503"/>
            <a:ext cx="45745" cy="45745"/>
          </a:xfrm>
          <a:prstGeom prst="ellipse">
            <a:avLst/>
          </a:prstGeom>
          <a:solidFill>
            <a:srgbClr val="75AF39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991" name="lumia-token-particle">
            <a:extLst>
              <a:ext uri="{FF2B5EF4-FFF2-40B4-BE49-F238E27FC236}">
                <a16:creationId xmlns:a16="http://schemas.microsoft.com/office/drawing/2014/main" id="{1E277979-3AC1-448C-841E-5B84F8A741A7}"/>
              </a:ext>
            </a:extLst>
          </p:cNvPr>
          <p:cNvSpPr>
            <a:spLocks noGrp="1"/>
          </p:cNvSpPr>
          <p:nvPr/>
        </p:nvSpPr>
        <p:spPr>
          <a:xfrm rot="672604">
            <a:off x="11922235" y="2162635"/>
            <a:ext cx="74529" cy="74529"/>
          </a:xfrm>
          <a:prstGeom prst="roundRect">
            <a:avLst>
              <a:gd name="adj" fmla="val 18000"/>
            </a:avLst>
          </a:prstGeom>
          <a:solidFill>
            <a:srgbClr val="3CA950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992" name="lumia-token-particle">
            <a:extLst>
              <a:ext uri="{FF2B5EF4-FFF2-40B4-BE49-F238E27FC236}">
                <a16:creationId xmlns:a16="http://schemas.microsoft.com/office/drawing/2014/main" id="{B7D57EEA-5D01-42E3-87F3-52B7D6D7BB91}"/>
              </a:ext>
            </a:extLst>
          </p:cNvPr>
          <p:cNvSpPr>
            <a:spLocks noGrp="1"/>
          </p:cNvSpPr>
          <p:nvPr/>
        </p:nvSpPr>
        <p:spPr>
          <a:xfrm rot="504673">
            <a:off x="10478944" y="4130772"/>
            <a:ext cx="56676" cy="56676"/>
          </a:xfrm>
          <a:prstGeom prst="ellipse">
            <a:avLst/>
          </a:prstGeom>
          <a:solidFill>
            <a:srgbClr val="9CB22A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993" name="lumia-token-particle">
            <a:extLst>
              <a:ext uri="{FF2B5EF4-FFF2-40B4-BE49-F238E27FC236}">
                <a16:creationId xmlns:a16="http://schemas.microsoft.com/office/drawing/2014/main" id="{F9392292-6B5E-4013-A3DA-8177BA6F1610}"/>
              </a:ext>
            </a:extLst>
          </p:cNvPr>
          <p:cNvSpPr>
            <a:spLocks noGrp="1"/>
          </p:cNvSpPr>
          <p:nvPr/>
        </p:nvSpPr>
        <p:spPr>
          <a:xfrm rot="2259276">
            <a:off x="6384658" y="4894765"/>
            <a:ext cx="30504" cy="30504"/>
          </a:xfrm>
          <a:prstGeom prst="roundRect">
            <a:avLst>
              <a:gd name="adj" fmla="val 18000"/>
            </a:avLst>
          </a:prstGeom>
          <a:solidFill>
            <a:srgbClr val="EF6527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994" name="lumia-token-particle">
            <a:extLst>
              <a:ext uri="{FF2B5EF4-FFF2-40B4-BE49-F238E27FC236}">
                <a16:creationId xmlns:a16="http://schemas.microsoft.com/office/drawing/2014/main" id="{90A1234D-C3BD-4BE6-B48E-92CE4627FC8F}"/>
              </a:ext>
            </a:extLst>
          </p:cNvPr>
          <p:cNvSpPr>
            <a:spLocks noGrp="1"/>
          </p:cNvSpPr>
          <p:nvPr/>
        </p:nvSpPr>
        <p:spPr>
          <a:xfrm rot="1487790">
            <a:off x="7024191" y="4872462"/>
            <a:ext cx="11113" cy="11113"/>
          </a:xfrm>
          <a:prstGeom prst="ellipse">
            <a:avLst/>
          </a:prstGeom>
          <a:solidFill>
            <a:srgbClr val="F27D1E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995" name="lumia-token-particle-soft-glow">
            <a:extLst>
              <a:ext uri="{FF2B5EF4-FFF2-40B4-BE49-F238E27FC236}">
                <a16:creationId xmlns:a16="http://schemas.microsoft.com/office/drawing/2014/main" id="{69F7A62C-E937-47D9-A8D6-1EDB4182DD1F}"/>
              </a:ext>
            </a:extLst>
          </p:cNvPr>
          <p:cNvSpPr>
            <a:spLocks noGrp="1"/>
          </p:cNvSpPr>
          <p:nvPr/>
        </p:nvSpPr>
        <p:spPr>
          <a:xfrm rot="1085502">
            <a:off x="11016191" y="3427415"/>
            <a:ext cx="247853" cy="247853"/>
          </a:xfrm>
          <a:prstGeom prst="roundRect">
            <a:avLst>
              <a:gd name="adj" fmla="val 18000"/>
            </a:avLst>
          </a:prstGeom>
          <a:solidFill>
            <a:srgbClr val="7BAF37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996" name="lumia-token-particle">
            <a:extLst>
              <a:ext uri="{FF2B5EF4-FFF2-40B4-BE49-F238E27FC236}">
                <a16:creationId xmlns:a16="http://schemas.microsoft.com/office/drawing/2014/main" id="{77C06DA6-2B25-4155-96F1-88B738B9EB6A}"/>
              </a:ext>
            </a:extLst>
          </p:cNvPr>
          <p:cNvSpPr>
            <a:spLocks noGrp="1"/>
          </p:cNvSpPr>
          <p:nvPr/>
        </p:nvSpPr>
        <p:spPr>
          <a:xfrm rot="489081">
            <a:off x="11088481" y="3499706"/>
            <a:ext cx="103272" cy="103272"/>
          </a:xfrm>
          <a:prstGeom prst="roundRect">
            <a:avLst>
              <a:gd name="adj" fmla="val 18000"/>
            </a:avLst>
          </a:prstGeom>
          <a:solidFill>
            <a:srgbClr val="7BAF37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997" name="lumia-token-particle">
            <a:extLst>
              <a:ext uri="{FF2B5EF4-FFF2-40B4-BE49-F238E27FC236}">
                <a16:creationId xmlns:a16="http://schemas.microsoft.com/office/drawing/2014/main" id="{742B36CC-966C-414F-985F-011E80778753}"/>
              </a:ext>
            </a:extLst>
          </p:cNvPr>
          <p:cNvSpPr>
            <a:spLocks noGrp="1"/>
          </p:cNvSpPr>
          <p:nvPr/>
        </p:nvSpPr>
        <p:spPr>
          <a:xfrm rot="2260447">
            <a:off x="4980819" y="4873077"/>
            <a:ext cx="11838" cy="11838"/>
          </a:xfrm>
          <a:prstGeom prst="ellipse">
            <a:avLst/>
          </a:prstGeom>
          <a:solidFill>
            <a:srgbClr val="D84241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998" name="lumia-token-particle">
            <a:extLst>
              <a:ext uri="{FF2B5EF4-FFF2-40B4-BE49-F238E27FC236}">
                <a16:creationId xmlns:a16="http://schemas.microsoft.com/office/drawing/2014/main" id="{2689EB57-9ABC-4A75-A803-B7D49676743A}"/>
              </a:ext>
            </a:extLst>
          </p:cNvPr>
          <p:cNvSpPr>
            <a:spLocks noGrp="1"/>
          </p:cNvSpPr>
          <p:nvPr/>
        </p:nvSpPr>
        <p:spPr>
          <a:xfrm rot="145902">
            <a:off x="8942010" y="4192874"/>
            <a:ext cx="32830" cy="32830"/>
          </a:xfrm>
          <a:prstGeom prst="ellipse">
            <a:avLst/>
          </a:prstGeom>
          <a:solidFill>
            <a:srgbClr val="E4BA0E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999" name="lumia-token-particle">
            <a:extLst>
              <a:ext uri="{FF2B5EF4-FFF2-40B4-BE49-F238E27FC236}">
                <a16:creationId xmlns:a16="http://schemas.microsoft.com/office/drawing/2014/main" id="{5BDF10E3-2C12-4056-A04C-ED62E23C200F}"/>
              </a:ext>
            </a:extLst>
          </p:cNvPr>
          <p:cNvSpPr>
            <a:spLocks noGrp="1"/>
          </p:cNvSpPr>
          <p:nvPr/>
        </p:nvSpPr>
        <p:spPr>
          <a:xfrm rot="1067960">
            <a:off x="10737737" y="3419369"/>
            <a:ext cx="33461" cy="33461"/>
          </a:xfrm>
          <a:prstGeom prst="roundRect">
            <a:avLst>
              <a:gd name="adj" fmla="val 18000"/>
            </a:avLst>
          </a:prstGeom>
          <a:solidFill>
            <a:srgbClr val="89B132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00" name="lumia-token-particle-soft-glow">
            <a:extLst>
              <a:ext uri="{FF2B5EF4-FFF2-40B4-BE49-F238E27FC236}">
                <a16:creationId xmlns:a16="http://schemas.microsoft.com/office/drawing/2014/main" id="{068F2567-4455-4BAC-AA4A-006BF02B5844}"/>
              </a:ext>
            </a:extLst>
          </p:cNvPr>
          <p:cNvSpPr>
            <a:spLocks noGrp="1"/>
          </p:cNvSpPr>
          <p:nvPr/>
        </p:nvSpPr>
        <p:spPr>
          <a:xfrm rot="2140243">
            <a:off x="4937928" y="5223159"/>
            <a:ext cx="117068" cy="117068"/>
          </a:xfrm>
          <a:prstGeom prst="roundRect">
            <a:avLst>
              <a:gd name="adj" fmla="val 18000"/>
            </a:avLst>
          </a:prstGeom>
          <a:solidFill>
            <a:srgbClr val="D64242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001" name="lumia-token-particle">
            <a:extLst>
              <a:ext uri="{FF2B5EF4-FFF2-40B4-BE49-F238E27FC236}">
                <a16:creationId xmlns:a16="http://schemas.microsoft.com/office/drawing/2014/main" id="{F424042C-CF60-472A-B2FE-690660A23EAE}"/>
              </a:ext>
            </a:extLst>
          </p:cNvPr>
          <p:cNvSpPr>
            <a:spLocks noGrp="1"/>
          </p:cNvSpPr>
          <p:nvPr/>
        </p:nvSpPr>
        <p:spPr>
          <a:xfrm rot="2220073">
            <a:off x="4972073" y="5257304"/>
            <a:ext cx="48778" cy="48778"/>
          </a:xfrm>
          <a:prstGeom prst="roundRect">
            <a:avLst>
              <a:gd name="adj" fmla="val 18000"/>
            </a:avLst>
          </a:prstGeom>
          <a:solidFill>
            <a:srgbClr val="D64242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002" name="lumia-token-particle">
            <a:extLst>
              <a:ext uri="{FF2B5EF4-FFF2-40B4-BE49-F238E27FC236}">
                <a16:creationId xmlns:a16="http://schemas.microsoft.com/office/drawing/2014/main" id="{74DBB818-4883-4A00-84F8-89E5D604CCD1}"/>
              </a:ext>
            </a:extLst>
          </p:cNvPr>
          <p:cNvSpPr>
            <a:spLocks noGrp="1"/>
          </p:cNvSpPr>
          <p:nvPr/>
        </p:nvSpPr>
        <p:spPr>
          <a:xfrm rot="1476457">
            <a:off x="8286525" y="5065542"/>
            <a:ext cx="43448" cy="43448"/>
          </a:xfrm>
          <a:prstGeom prst="ellipse">
            <a:avLst/>
          </a:prstGeom>
          <a:solidFill>
            <a:srgbClr val="FAB807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1003" name="lumia-token-particle">
            <a:extLst>
              <a:ext uri="{FF2B5EF4-FFF2-40B4-BE49-F238E27FC236}">
                <a16:creationId xmlns:a16="http://schemas.microsoft.com/office/drawing/2014/main" id="{5E485196-017B-4A34-88D2-1119F4801500}"/>
              </a:ext>
            </a:extLst>
          </p:cNvPr>
          <p:cNvSpPr>
            <a:spLocks noGrp="1"/>
          </p:cNvSpPr>
          <p:nvPr/>
        </p:nvSpPr>
        <p:spPr>
          <a:xfrm rot="1359861">
            <a:off x="9810479" y="3582476"/>
            <a:ext cx="17081" cy="17081"/>
          </a:xfrm>
          <a:prstGeom prst="ellipse">
            <a:avLst/>
          </a:prstGeom>
          <a:solidFill>
            <a:srgbClr val="ADB424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04" name="lumia-token-particle-soft-glow">
            <a:extLst>
              <a:ext uri="{FF2B5EF4-FFF2-40B4-BE49-F238E27FC236}">
                <a16:creationId xmlns:a16="http://schemas.microsoft.com/office/drawing/2014/main" id="{94CDB036-FF4E-4A8F-AFCE-BBC28BE62AFA}"/>
              </a:ext>
            </a:extLst>
          </p:cNvPr>
          <p:cNvSpPr>
            <a:spLocks noGrp="1"/>
          </p:cNvSpPr>
          <p:nvPr/>
        </p:nvSpPr>
        <p:spPr>
          <a:xfrm rot="2404838">
            <a:off x="4915148" y="5204970"/>
            <a:ext cx="90633" cy="90633"/>
          </a:xfrm>
          <a:prstGeom prst="roundRect">
            <a:avLst>
              <a:gd name="adj" fmla="val 18000"/>
            </a:avLst>
          </a:prstGeom>
          <a:solidFill>
            <a:srgbClr val="CA414A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005" name="lumia-token-particle">
            <a:extLst>
              <a:ext uri="{FF2B5EF4-FFF2-40B4-BE49-F238E27FC236}">
                <a16:creationId xmlns:a16="http://schemas.microsoft.com/office/drawing/2014/main" id="{7A8504FD-6E25-41EB-8A7C-A27933FE6BB9}"/>
              </a:ext>
            </a:extLst>
          </p:cNvPr>
          <p:cNvSpPr>
            <a:spLocks noGrp="1"/>
          </p:cNvSpPr>
          <p:nvPr/>
        </p:nvSpPr>
        <p:spPr>
          <a:xfrm rot="88838">
            <a:off x="4941582" y="5231405"/>
            <a:ext cx="37764" cy="37764"/>
          </a:xfrm>
          <a:prstGeom prst="roundRect">
            <a:avLst>
              <a:gd name="adj" fmla="val 18000"/>
            </a:avLst>
          </a:prstGeom>
          <a:solidFill>
            <a:srgbClr val="CA414A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006" name="lumia-token-particle">
            <a:extLst>
              <a:ext uri="{FF2B5EF4-FFF2-40B4-BE49-F238E27FC236}">
                <a16:creationId xmlns:a16="http://schemas.microsoft.com/office/drawing/2014/main" id="{89017396-3CC7-44E1-9758-91DA9CF9F0A8}"/>
              </a:ext>
            </a:extLst>
          </p:cNvPr>
          <p:cNvSpPr>
            <a:spLocks noGrp="1"/>
          </p:cNvSpPr>
          <p:nvPr/>
        </p:nvSpPr>
        <p:spPr>
          <a:xfrm rot="501324">
            <a:off x="8411121" y="4366591"/>
            <a:ext cx="52868" cy="52868"/>
          </a:xfrm>
          <a:prstGeom prst="ellipse">
            <a:avLst/>
          </a:prstGeom>
          <a:solidFill>
            <a:srgbClr val="F9AC0C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1007" name="lumia-token-particle">
            <a:extLst>
              <a:ext uri="{FF2B5EF4-FFF2-40B4-BE49-F238E27FC236}">
                <a16:creationId xmlns:a16="http://schemas.microsoft.com/office/drawing/2014/main" id="{0C822E3D-C853-4990-905B-462E50F81116}"/>
              </a:ext>
            </a:extLst>
          </p:cNvPr>
          <p:cNvSpPr>
            <a:spLocks noGrp="1"/>
          </p:cNvSpPr>
          <p:nvPr/>
        </p:nvSpPr>
        <p:spPr>
          <a:xfrm rot="2446220">
            <a:off x="5028162" y="5096047"/>
            <a:ext cx="31011" cy="31011"/>
          </a:xfrm>
          <a:prstGeom prst="ellipse">
            <a:avLst/>
          </a:prstGeom>
          <a:solidFill>
            <a:srgbClr val="CD4148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1008" name="lumia-token-particle-soft-glow">
            <a:extLst>
              <a:ext uri="{FF2B5EF4-FFF2-40B4-BE49-F238E27FC236}">
                <a16:creationId xmlns:a16="http://schemas.microsoft.com/office/drawing/2014/main" id="{3DF457AB-88E5-4C56-819F-14A5A89BE533}"/>
              </a:ext>
            </a:extLst>
          </p:cNvPr>
          <p:cNvSpPr>
            <a:spLocks noGrp="1"/>
          </p:cNvSpPr>
          <p:nvPr/>
        </p:nvSpPr>
        <p:spPr>
          <a:xfrm rot="1886391">
            <a:off x="11107162" y="3723395"/>
            <a:ext cx="274727" cy="274727"/>
          </a:xfrm>
          <a:prstGeom prst="ellipse">
            <a:avLst/>
          </a:prstGeom>
          <a:solidFill>
            <a:srgbClr val="76AF39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009" name="lumia-token-particle">
            <a:extLst>
              <a:ext uri="{FF2B5EF4-FFF2-40B4-BE49-F238E27FC236}">
                <a16:creationId xmlns:a16="http://schemas.microsoft.com/office/drawing/2014/main" id="{65015079-25E6-4CD1-924C-76585330BCCB}"/>
              </a:ext>
            </a:extLst>
          </p:cNvPr>
          <p:cNvSpPr>
            <a:spLocks noGrp="1"/>
          </p:cNvSpPr>
          <p:nvPr/>
        </p:nvSpPr>
        <p:spPr>
          <a:xfrm rot="1036651">
            <a:off x="11187291" y="3803524"/>
            <a:ext cx="114469" cy="114469"/>
          </a:xfrm>
          <a:prstGeom prst="ellipse">
            <a:avLst/>
          </a:prstGeom>
          <a:solidFill>
            <a:srgbClr val="76AF39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1010" name="lumia-token-particle">
            <a:extLst>
              <a:ext uri="{FF2B5EF4-FFF2-40B4-BE49-F238E27FC236}">
                <a16:creationId xmlns:a16="http://schemas.microsoft.com/office/drawing/2014/main" id="{871F6B41-7D6A-4ACF-B85E-EF7D9CF69EE9}"/>
              </a:ext>
            </a:extLst>
          </p:cNvPr>
          <p:cNvSpPr>
            <a:spLocks noGrp="1"/>
          </p:cNvSpPr>
          <p:nvPr/>
        </p:nvSpPr>
        <p:spPr>
          <a:xfrm rot="2425736">
            <a:off x="3738883" y="5666642"/>
            <a:ext cx="28990" cy="28990"/>
          </a:xfrm>
          <a:prstGeom prst="ellipse">
            <a:avLst/>
          </a:prstGeom>
          <a:solidFill>
            <a:srgbClr val="913E70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011" name="lumia-token-particle-soft-glow">
            <a:extLst>
              <a:ext uri="{FF2B5EF4-FFF2-40B4-BE49-F238E27FC236}">
                <a16:creationId xmlns:a16="http://schemas.microsoft.com/office/drawing/2014/main" id="{4CBB1889-3072-49FB-B723-2B42695F3337}"/>
              </a:ext>
            </a:extLst>
          </p:cNvPr>
          <p:cNvSpPr>
            <a:spLocks noGrp="1"/>
          </p:cNvSpPr>
          <p:nvPr/>
        </p:nvSpPr>
        <p:spPr>
          <a:xfrm rot="2544312">
            <a:off x="2613054" y="5947853"/>
            <a:ext cx="121578" cy="121578"/>
          </a:xfrm>
          <a:prstGeom prst="roundRect">
            <a:avLst>
              <a:gd name="adj" fmla="val 18000"/>
            </a:avLst>
          </a:prstGeom>
          <a:solidFill>
            <a:srgbClr val="5C3B93">
              <a:alpha val="8000"/>
            </a:srgbClr>
          </a:solidFill>
          <a:ln w="0">
            <a:noFill/>
            <a:prstDash val="solid"/>
          </a:ln>
        </p:spPr>
      </p:sp>
      <p:sp>
        <p:nvSpPr>
          <p:cNvPr id="1012" name="lumia-token-particle">
            <a:extLst>
              <a:ext uri="{FF2B5EF4-FFF2-40B4-BE49-F238E27FC236}">
                <a16:creationId xmlns:a16="http://schemas.microsoft.com/office/drawing/2014/main" id="{9A750412-F008-4EDC-B0AE-59B4215BB8CE}"/>
              </a:ext>
            </a:extLst>
          </p:cNvPr>
          <p:cNvSpPr>
            <a:spLocks noGrp="1"/>
          </p:cNvSpPr>
          <p:nvPr/>
        </p:nvSpPr>
        <p:spPr>
          <a:xfrm rot="843818">
            <a:off x="2648514" y="5983313"/>
            <a:ext cx="50657" cy="50657"/>
          </a:xfrm>
          <a:prstGeom prst="roundRect">
            <a:avLst>
              <a:gd name="adj" fmla="val 18000"/>
            </a:avLst>
          </a:prstGeom>
          <a:solidFill>
            <a:srgbClr val="5C3B93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013" name="lumia-token-particle">
            <a:extLst>
              <a:ext uri="{FF2B5EF4-FFF2-40B4-BE49-F238E27FC236}">
                <a16:creationId xmlns:a16="http://schemas.microsoft.com/office/drawing/2014/main" id="{D1B5F8FA-B9E3-4987-9CC5-7BF3490FAD88}"/>
              </a:ext>
            </a:extLst>
          </p:cNvPr>
          <p:cNvSpPr>
            <a:spLocks noGrp="1"/>
          </p:cNvSpPr>
          <p:nvPr/>
        </p:nvSpPr>
        <p:spPr>
          <a:xfrm rot="264682">
            <a:off x="9828643" y="3585872"/>
            <a:ext cx="28488" cy="28488"/>
          </a:xfrm>
          <a:prstGeom prst="roundRect">
            <a:avLst>
              <a:gd name="adj" fmla="val 18000"/>
            </a:avLst>
          </a:prstGeom>
          <a:solidFill>
            <a:srgbClr val="AFB423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14" name="lumia-token-particle-soft-glow">
            <a:extLst>
              <a:ext uri="{FF2B5EF4-FFF2-40B4-BE49-F238E27FC236}">
                <a16:creationId xmlns:a16="http://schemas.microsoft.com/office/drawing/2014/main" id="{FCEFF7C4-4524-458C-A3A5-25089E98B1E8}"/>
              </a:ext>
            </a:extLst>
          </p:cNvPr>
          <p:cNvSpPr>
            <a:spLocks noGrp="1"/>
          </p:cNvSpPr>
          <p:nvPr/>
        </p:nvSpPr>
        <p:spPr>
          <a:xfrm rot="1257381">
            <a:off x="9996294" y="3448081"/>
            <a:ext cx="216595" cy="216595"/>
          </a:xfrm>
          <a:prstGeom prst="roundRect">
            <a:avLst>
              <a:gd name="adj" fmla="val 18000"/>
            </a:avLst>
          </a:prstGeom>
          <a:solidFill>
            <a:srgbClr val="A2B328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015" name="lumia-token-particle">
            <a:extLst>
              <a:ext uri="{FF2B5EF4-FFF2-40B4-BE49-F238E27FC236}">
                <a16:creationId xmlns:a16="http://schemas.microsoft.com/office/drawing/2014/main" id="{64E7F326-DC63-42EC-98ED-B1DD04BDC331}"/>
              </a:ext>
            </a:extLst>
          </p:cNvPr>
          <p:cNvSpPr>
            <a:spLocks noGrp="1"/>
          </p:cNvSpPr>
          <p:nvPr/>
        </p:nvSpPr>
        <p:spPr>
          <a:xfrm rot="909278">
            <a:off x="10059468" y="3511255"/>
            <a:ext cx="90248" cy="90248"/>
          </a:xfrm>
          <a:prstGeom prst="roundRect">
            <a:avLst>
              <a:gd name="adj" fmla="val 18000"/>
            </a:avLst>
          </a:prstGeom>
          <a:solidFill>
            <a:srgbClr val="A2B328">
              <a:alpha val="74000"/>
            </a:srgbClr>
          </a:solidFill>
          <a:ln w="0">
            <a:noFill/>
            <a:prstDash val="solid"/>
          </a:ln>
        </p:spPr>
      </p:sp>
      <p:sp>
        <p:nvSpPr>
          <p:cNvPr id="1016" name="lumia-token-particle">
            <a:extLst>
              <a:ext uri="{FF2B5EF4-FFF2-40B4-BE49-F238E27FC236}">
                <a16:creationId xmlns:a16="http://schemas.microsoft.com/office/drawing/2014/main" id="{DB9208A1-0783-4309-834D-647628D98778}"/>
              </a:ext>
            </a:extLst>
          </p:cNvPr>
          <p:cNvSpPr>
            <a:spLocks noGrp="1"/>
          </p:cNvSpPr>
          <p:nvPr/>
        </p:nvSpPr>
        <p:spPr>
          <a:xfrm rot="385636">
            <a:off x="8701930" y="4017200"/>
            <a:ext cx="27205" cy="27205"/>
          </a:xfrm>
          <a:prstGeom prst="ellipse">
            <a:avLst/>
          </a:prstGeom>
          <a:solidFill>
            <a:srgbClr val="EDBB0A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017" name="lumia-token-particle">
            <a:extLst>
              <a:ext uri="{FF2B5EF4-FFF2-40B4-BE49-F238E27FC236}">
                <a16:creationId xmlns:a16="http://schemas.microsoft.com/office/drawing/2014/main" id="{EE06CC4A-69F6-49DD-A896-C1FEC728857B}"/>
              </a:ext>
            </a:extLst>
          </p:cNvPr>
          <p:cNvSpPr>
            <a:spLocks noGrp="1"/>
          </p:cNvSpPr>
          <p:nvPr/>
        </p:nvSpPr>
        <p:spPr>
          <a:xfrm rot="2288756">
            <a:off x="10186679" y="4001839"/>
            <a:ext cx="68505" cy="68505"/>
          </a:xfrm>
          <a:prstGeom prst="ellipse">
            <a:avLst/>
          </a:prstGeom>
          <a:solidFill>
            <a:srgbClr val="A8B426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018" name="lumia-token-particle">
            <a:extLst>
              <a:ext uri="{FF2B5EF4-FFF2-40B4-BE49-F238E27FC236}">
                <a16:creationId xmlns:a16="http://schemas.microsoft.com/office/drawing/2014/main" id="{FD543C45-0766-4C18-B53B-182D022E5448}"/>
              </a:ext>
            </a:extLst>
          </p:cNvPr>
          <p:cNvSpPr>
            <a:spLocks noGrp="1"/>
          </p:cNvSpPr>
          <p:nvPr/>
        </p:nvSpPr>
        <p:spPr>
          <a:xfrm rot="619891">
            <a:off x="7260001" y="4778876"/>
            <a:ext cx="27459" cy="27459"/>
          </a:xfrm>
          <a:prstGeom prst="ellipse">
            <a:avLst/>
          </a:prstGeom>
          <a:solidFill>
            <a:srgbClr val="F59016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1019" name="lumia-token-particle">
            <a:extLst>
              <a:ext uri="{FF2B5EF4-FFF2-40B4-BE49-F238E27FC236}">
                <a16:creationId xmlns:a16="http://schemas.microsoft.com/office/drawing/2014/main" id="{55C357A0-8C73-40A1-8AEF-451444AB84FE}"/>
              </a:ext>
            </a:extLst>
          </p:cNvPr>
          <p:cNvSpPr>
            <a:spLocks noGrp="1"/>
          </p:cNvSpPr>
          <p:nvPr/>
        </p:nvSpPr>
        <p:spPr>
          <a:xfrm rot="608005">
            <a:off x="10611217" y="3910688"/>
            <a:ext cx="32691" cy="32691"/>
          </a:xfrm>
          <a:prstGeom prst="ellipse">
            <a:avLst/>
          </a:prstGeom>
          <a:solidFill>
            <a:srgbClr val="96B22C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20" name="lumia-token-particle">
            <a:extLst>
              <a:ext uri="{FF2B5EF4-FFF2-40B4-BE49-F238E27FC236}">
                <a16:creationId xmlns:a16="http://schemas.microsoft.com/office/drawing/2014/main" id="{86B042C0-77C4-48BC-9857-883169983B6A}"/>
              </a:ext>
            </a:extLst>
          </p:cNvPr>
          <p:cNvSpPr>
            <a:spLocks noGrp="1"/>
          </p:cNvSpPr>
          <p:nvPr/>
        </p:nvSpPr>
        <p:spPr>
          <a:xfrm rot="553193">
            <a:off x="8132402" y="3954359"/>
            <a:ext cx="26448" cy="26448"/>
          </a:xfrm>
          <a:prstGeom prst="ellipse">
            <a:avLst/>
          </a:prstGeom>
          <a:solidFill>
            <a:srgbClr val="F8A40E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021" name="lumia-token-particle-soft-glow">
            <a:extLst>
              <a:ext uri="{FF2B5EF4-FFF2-40B4-BE49-F238E27FC236}">
                <a16:creationId xmlns:a16="http://schemas.microsoft.com/office/drawing/2014/main" id="{4AA5C242-DBA8-42C1-A5AC-5677C803D251}"/>
              </a:ext>
            </a:extLst>
          </p:cNvPr>
          <p:cNvSpPr>
            <a:spLocks noGrp="1"/>
          </p:cNvSpPr>
          <p:nvPr/>
        </p:nvSpPr>
        <p:spPr>
          <a:xfrm rot="2633037">
            <a:off x="6228708" y="4603847"/>
            <a:ext cx="117813" cy="117813"/>
          </a:xfrm>
          <a:prstGeom prst="roundRect">
            <a:avLst>
              <a:gd name="adj" fmla="val 18000"/>
            </a:avLst>
          </a:prstGeom>
          <a:solidFill>
            <a:srgbClr val="EE6328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022" name="lumia-token-particle">
            <a:extLst>
              <a:ext uri="{FF2B5EF4-FFF2-40B4-BE49-F238E27FC236}">
                <a16:creationId xmlns:a16="http://schemas.microsoft.com/office/drawing/2014/main" id="{A07A4BB0-17AD-47A4-8C55-DE1768D2D206}"/>
              </a:ext>
            </a:extLst>
          </p:cNvPr>
          <p:cNvSpPr>
            <a:spLocks noGrp="1"/>
          </p:cNvSpPr>
          <p:nvPr/>
        </p:nvSpPr>
        <p:spPr>
          <a:xfrm rot="736689">
            <a:off x="6263070" y="4638209"/>
            <a:ext cx="49089" cy="49089"/>
          </a:xfrm>
          <a:prstGeom prst="roundRect">
            <a:avLst>
              <a:gd name="adj" fmla="val 18000"/>
            </a:avLst>
          </a:prstGeom>
          <a:solidFill>
            <a:srgbClr val="EE6328">
              <a:alpha val="65000"/>
            </a:srgbClr>
          </a:solidFill>
          <a:ln w="0">
            <a:noFill/>
            <a:prstDash val="solid"/>
          </a:ln>
        </p:spPr>
      </p:sp>
      <p:sp>
        <p:nvSpPr>
          <p:cNvPr id="1023" name="lumia-token-particle">
            <a:extLst>
              <a:ext uri="{FF2B5EF4-FFF2-40B4-BE49-F238E27FC236}">
                <a16:creationId xmlns:a16="http://schemas.microsoft.com/office/drawing/2014/main" id="{E2CB542D-29D2-492C-A583-AAE9A3D856C3}"/>
              </a:ext>
            </a:extLst>
          </p:cNvPr>
          <p:cNvSpPr>
            <a:spLocks noGrp="1"/>
          </p:cNvSpPr>
          <p:nvPr/>
        </p:nvSpPr>
        <p:spPr>
          <a:xfrm rot="2502816">
            <a:off x="9050976" y="4100214"/>
            <a:ext cx="22723" cy="22723"/>
          </a:xfrm>
          <a:prstGeom prst="ellipse">
            <a:avLst/>
          </a:prstGeom>
          <a:solidFill>
            <a:srgbClr val="E8BA0C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024" name="lumia-token-particle">
            <a:extLst>
              <a:ext uri="{FF2B5EF4-FFF2-40B4-BE49-F238E27FC236}">
                <a16:creationId xmlns:a16="http://schemas.microsoft.com/office/drawing/2014/main" id="{6F5395DB-CD32-4E95-9B8E-482E2D4609F2}"/>
              </a:ext>
            </a:extLst>
          </p:cNvPr>
          <p:cNvSpPr>
            <a:spLocks noGrp="1"/>
          </p:cNvSpPr>
          <p:nvPr/>
        </p:nvSpPr>
        <p:spPr>
          <a:xfrm rot="312141">
            <a:off x="3637809" y="5262597"/>
            <a:ext cx="23699" cy="23699"/>
          </a:xfrm>
          <a:prstGeom prst="ellipse">
            <a:avLst/>
          </a:prstGeom>
          <a:solidFill>
            <a:srgbClr val="873E76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1025" name="lumia-token-particle">
            <a:extLst>
              <a:ext uri="{FF2B5EF4-FFF2-40B4-BE49-F238E27FC236}">
                <a16:creationId xmlns:a16="http://schemas.microsoft.com/office/drawing/2014/main" id="{00E28A2B-F419-4223-AA90-3245CDDA4E9B}"/>
              </a:ext>
            </a:extLst>
          </p:cNvPr>
          <p:cNvSpPr>
            <a:spLocks noGrp="1"/>
          </p:cNvSpPr>
          <p:nvPr/>
        </p:nvSpPr>
        <p:spPr>
          <a:xfrm rot="2217360">
            <a:off x="2230152" y="5998834"/>
            <a:ext cx="24575" cy="24575"/>
          </a:xfrm>
          <a:prstGeom prst="roundRect">
            <a:avLst>
              <a:gd name="adj" fmla="val 18000"/>
            </a:avLst>
          </a:prstGeom>
          <a:solidFill>
            <a:srgbClr val="534BA9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026" name="lumia-token-particle">
            <a:extLst>
              <a:ext uri="{FF2B5EF4-FFF2-40B4-BE49-F238E27FC236}">
                <a16:creationId xmlns:a16="http://schemas.microsoft.com/office/drawing/2014/main" id="{906841FE-A639-4FC1-8D10-81A17C2B7C2C}"/>
              </a:ext>
            </a:extLst>
          </p:cNvPr>
          <p:cNvSpPr>
            <a:spLocks noGrp="1"/>
          </p:cNvSpPr>
          <p:nvPr/>
        </p:nvSpPr>
        <p:spPr>
          <a:xfrm rot="1081658">
            <a:off x="962320" y="6453024"/>
            <a:ext cx="34120" cy="34120"/>
          </a:xfrm>
          <a:prstGeom prst="ellipse">
            <a:avLst/>
          </a:prstGeom>
          <a:solidFill>
            <a:srgbClr val="4872DC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27" name="lumia-token-particle-soft-glow">
            <a:extLst>
              <a:ext uri="{FF2B5EF4-FFF2-40B4-BE49-F238E27FC236}">
                <a16:creationId xmlns:a16="http://schemas.microsoft.com/office/drawing/2014/main" id="{A7324CDC-6E17-41F8-8FC5-040C269EBD53}"/>
              </a:ext>
            </a:extLst>
          </p:cNvPr>
          <p:cNvSpPr>
            <a:spLocks noGrp="1"/>
          </p:cNvSpPr>
          <p:nvPr/>
        </p:nvSpPr>
        <p:spPr>
          <a:xfrm rot="120313">
            <a:off x="10851765" y="2723259"/>
            <a:ext cx="279241" cy="279241"/>
          </a:xfrm>
          <a:prstGeom prst="roundRect">
            <a:avLst>
              <a:gd name="adj" fmla="val 18000"/>
            </a:avLst>
          </a:prstGeom>
          <a:solidFill>
            <a:srgbClr val="82B035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028" name="lumia-token-particle">
            <a:extLst>
              <a:ext uri="{FF2B5EF4-FFF2-40B4-BE49-F238E27FC236}">
                <a16:creationId xmlns:a16="http://schemas.microsoft.com/office/drawing/2014/main" id="{09A99417-4CB3-4237-955E-7ECD578C8CB1}"/>
              </a:ext>
            </a:extLst>
          </p:cNvPr>
          <p:cNvSpPr>
            <a:spLocks noGrp="1"/>
          </p:cNvSpPr>
          <p:nvPr/>
        </p:nvSpPr>
        <p:spPr>
          <a:xfrm rot="1755528">
            <a:off x="10933211" y="2804704"/>
            <a:ext cx="116350" cy="116350"/>
          </a:xfrm>
          <a:prstGeom prst="roundRect">
            <a:avLst>
              <a:gd name="adj" fmla="val 18000"/>
            </a:avLst>
          </a:prstGeom>
          <a:solidFill>
            <a:srgbClr val="82B035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1029" name="lumia-token-particle">
            <a:extLst>
              <a:ext uri="{FF2B5EF4-FFF2-40B4-BE49-F238E27FC236}">
                <a16:creationId xmlns:a16="http://schemas.microsoft.com/office/drawing/2014/main" id="{9DC7D73D-9180-434E-B1B8-B34FE5020778}"/>
              </a:ext>
            </a:extLst>
          </p:cNvPr>
          <p:cNvSpPr>
            <a:spLocks noGrp="1"/>
          </p:cNvSpPr>
          <p:nvPr/>
        </p:nvSpPr>
        <p:spPr>
          <a:xfrm rot="2434191">
            <a:off x="11674705" y="2183084"/>
            <a:ext cx="25559" cy="25559"/>
          </a:xfrm>
          <a:prstGeom prst="ellipse">
            <a:avLst/>
          </a:prstGeom>
          <a:solidFill>
            <a:srgbClr val="4AAA4A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1030" name="lumia-token-particle">
            <a:extLst>
              <a:ext uri="{FF2B5EF4-FFF2-40B4-BE49-F238E27FC236}">
                <a16:creationId xmlns:a16="http://schemas.microsoft.com/office/drawing/2014/main" id="{459EE0C9-7833-498D-80DE-1DB3668783C9}"/>
              </a:ext>
            </a:extLst>
          </p:cNvPr>
          <p:cNvSpPr>
            <a:spLocks noGrp="1"/>
          </p:cNvSpPr>
          <p:nvPr/>
        </p:nvSpPr>
        <p:spPr>
          <a:xfrm rot="2602755">
            <a:off x="3880116" y="5469300"/>
            <a:ext cx="12588" cy="12588"/>
          </a:xfrm>
          <a:prstGeom prst="roundRect">
            <a:avLst>
              <a:gd name="adj" fmla="val 30268"/>
            </a:avLst>
          </a:prstGeom>
          <a:solidFill>
            <a:srgbClr val="913E70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1031" name="lumia-token-particle">
            <a:extLst>
              <a:ext uri="{FF2B5EF4-FFF2-40B4-BE49-F238E27FC236}">
                <a16:creationId xmlns:a16="http://schemas.microsoft.com/office/drawing/2014/main" id="{FCF87245-AD31-4C26-8436-F290FAA98444}"/>
              </a:ext>
            </a:extLst>
          </p:cNvPr>
          <p:cNvSpPr>
            <a:spLocks noGrp="1"/>
          </p:cNvSpPr>
          <p:nvPr/>
        </p:nvSpPr>
        <p:spPr>
          <a:xfrm rot="1077481">
            <a:off x="8912853" y="4172873"/>
            <a:ext cx="52408" cy="52408"/>
          </a:xfrm>
          <a:prstGeom prst="ellipse">
            <a:avLst/>
          </a:prstGeom>
          <a:solidFill>
            <a:srgbClr val="EEBB0A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1032" name="lumia-token-particle">
            <a:extLst>
              <a:ext uri="{FF2B5EF4-FFF2-40B4-BE49-F238E27FC236}">
                <a16:creationId xmlns:a16="http://schemas.microsoft.com/office/drawing/2014/main" id="{B32003B3-03F1-46F1-ADB9-0DC5889B811C}"/>
              </a:ext>
            </a:extLst>
          </p:cNvPr>
          <p:cNvSpPr>
            <a:spLocks noGrp="1"/>
          </p:cNvSpPr>
          <p:nvPr/>
        </p:nvSpPr>
        <p:spPr>
          <a:xfrm rot="1559405">
            <a:off x="9665034" y="3762617"/>
            <a:ext cx="30854" cy="30854"/>
          </a:xfrm>
          <a:prstGeom prst="ellipse">
            <a:avLst/>
          </a:prstGeom>
          <a:solidFill>
            <a:srgbClr val="C4B61B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033" name="lumia-token-particle">
            <a:extLst>
              <a:ext uri="{FF2B5EF4-FFF2-40B4-BE49-F238E27FC236}">
                <a16:creationId xmlns:a16="http://schemas.microsoft.com/office/drawing/2014/main" id="{B868080F-F255-4056-9058-42EEF1F8B3F4}"/>
              </a:ext>
            </a:extLst>
          </p:cNvPr>
          <p:cNvSpPr>
            <a:spLocks noGrp="1"/>
          </p:cNvSpPr>
          <p:nvPr/>
        </p:nvSpPr>
        <p:spPr>
          <a:xfrm rot="152111">
            <a:off x="9170032" y="4442171"/>
            <a:ext cx="44425" cy="44425"/>
          </a:xfrm>
          <a:prstGeom prst="ellipse">
            <a:avLst/>
          </a:prstGeom>
          <a:solidFill>
            <a:srgbClr val="D1B81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034" name="lumia-token-particle">
            <a:extLst>
              <a:ext uri="{FF2B5EF4-FFF2-40B4-BE49-F238E27FC236}">
                <a16:creationId xmlns:a16="http://schemas.microsoft.com/office/drawing/2014/main" id="{A320B844-324B-47FD-82E7-785E634E7F18}"/>
              </a:ext>
            </a:extLst>
          </p:cNvPr>
          <p:cNvSpPr>
            <a:spLocks noGrp="1"/>
          </p:cNvSpPr>
          <p:nvPr/>
        </p:nvSpPr>
        <p:spPr>
          <a:xfrm rot="1040816">
            <a:off x="7964454" y="4547311"/>
            <a:ext cx="23630" cy="23630"/>
          </a:xfrm>
          <a:prstGeom prst="ellipse">
            <a:avLst/>
          </a:prstGeom>
          <a:solidFill>
            <a:srgbClr val="F69C12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035" name="lumia-token-particle">
            <a:extLst>
              <a:ext uri="{FF2B5EF4-FFF2-40B4-BE49-F238E27FC236}">
                <a16:creationId xmlns:a16="http://schemas.microsoft.com/office/drawing/2014/main" id="{4F60F156-844D-4452-9EBA-3A568C9F5453}"/>
              </a:ext>
            </a:extLst>
          </p:cNvPr>
          <p:cNvSpPr>
            <a:spLocks noGrp="1"/>
          </p:cNvSpPr>
          <p:nvPr/>
        </p:nvSpPr>
        <p:spPr>
          <a:xfrm rot="2037105">
            <a:off x="8960113" y="4339318"/>
            <a:ext cx="13781" cy="13781"/>
          </a:xfrm>
          <a:prstGeom prst="roundRect">
            <a:avLst>
              <a:gd name="adj" fmla="val 27647"/>
            </a:avLst>
          </a:prstGeom>
          <a:solidFill>
            <a:srgbClr val="EEBB0A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036" name="lumia-token-particle">
            <a:extLst>
              <a:ext uri="{FF2B5EF4-FFF2-40B4-BE49-F238E27FC236}">
                <a16:creationId xmlns:a16="http://schemas.microsoft.com/office/drawing/2014/main" id="{B76EE57D-0B9F-4B25-9214-CD1744FFA3A5}"/>
              </a:ext>
            </a:extLst>
          </p:cNvPr>
          <p:cNvSpPr>
            <a:spLocks noGrp="1"/>
          </p:cNvSpPr>
          <p:nvPr/>
        </p:nvSpPr>
        <p:spPr>
          <a:xfrm rot="1762118">
            <a:off x="11065315" y="4024091"/>
            <a:ext cx="22621" cy="22621"/>
          </a:xfrm>
          <a:prstGeom prst="roundRect">
            <a:avLst>
              <a:gd name="adj" fmla="val 18000"/>
            </a:avLst>
          </a:prstGeom>
          <a:solidFill>
            <a:srgbClr val="6AAD3E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37" name="lumia-token-particle-soft-glow">
            <a:extLst>
              <a:ext uri="{FF2B5EF4-FFF2-40B4-BE49-F238E27FC236}">
                <a16:creationId xmlns:a16="http://schemas.microsoft.com/office/drawing/2014/main" id="{879AB921-2A94-462C-8BCD-3BE7856CE715}"/>
              </a:ext>
            </a:extLst>
          </p:cNvPr>
          <p:cNvSpPr>
            <a:spLocks noGrp="1"/>
          </p:cNvSpPr>
          <p:nvPr/>
        </p:nvSpPr>
        <p:spPr>
          <a:xfrm rot="2321778">
            <a:off x="7815642" y="4267794"/>
            <a:ext cx="219871" cy="219871"/>
          </a:xfrm>
          <a:prstGeom prst="roundRect">
            <a:avLst>
              <a:gd name="adj" fmla="val 18000"/>
            </a:avLst>
          </a:prstGeom>
          <a:solidFill>
            <a:srgbClr val="F8A40F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038" name="lumia-token-particle">
            <a:extLst>
              <a:ext uri="{FF2B5EF4-FFF2-40B4-BE49-F238E27FC236}">
                <a16:creationId xmlns:a16="http://schemas.microsoft.com/office/drawing/2014/main" id="{789BE622-CDA8-4ABD-A6A2-64512E07B5BE}"/>
              </a:ext>
            </a:extLst>
          </p:cNvPr>
          <p:cNvSpPr>
            <a:spLocks noGrp="1"/>
          </p:cNvSpPr>
          <p:nvPr/>
        </p:nvSpPr>
        <p:spPr>
          <a:xfrm rot="1612269">
            <a:off x="7879771" y="4331923"/>
            <a:ext cx="91613" cy="91613"/>
          </a:xfrm>
          <a:prstGeom prst="roundRect">
            <a:avLst>
              <a:gd name="adj" fmla="val 18000"/>
            </a:avLst>
          </a:prstGeom>
          <a:solidFill>
            <a:srgbClr val="F8A40F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039" name="lumia-token-particle">
            <a:extLst>
              <a:ext uri="{FF2B5EF4-FFF2-40B4-BE49-F238E27FC236}">
                <a16:creationId xmlns:a16="http://schemas.microsoft.com/office/drawing/2014/main" id="{8256E0C1-6B3A-435E-A10D-8A9A955EF2B0}"/>
              </a:ext>
            </a:extLst>
          </p:cNvPr>
          <p:cNvSpPr>
            <a:spLocks noGrp="1"/>
          </p:cNvSpPr>
          <p:nvPr/>
        </p:nvSpPr>
        <p:spPr>
          <a:xfrm rot="2108524">
            <a:off x="9965165" y="4518627"/>
            <a:ext cx="19295" cy="19295"/>
          </a:xfrm>
          <a:prstGeom prst="ellipse">
            <a:avLst/>
          </a:prstGeom>
          <a:solidFill>
            <a:srgbClr val="B9B51F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040" name="lumia-token-particle">
            <a:extLst>
              <a:ext uri="{FF2B5EF4-FFF2-40B4-BE49-F238E27FC236}">
                <a16:creationId xmlns:a16="http://schemas.microsoft.com/office/drawing/2014/main" id="{2277D645-C832-48CB-BE7D-DCA9E0ED075F}"/>
              </a:ext>
            </a:extLst>
          </p:cNvPr>
          <p:cNvSpPr>
            <a:spLocks noGrp="1"/>
          </p:cNvSpPr>
          <p:nvPr/>
        </p:nvSpPr>
        <p:spPr>
          <a:xfrm rot="1087850">
            <a:off x="10003555" y="4263410"/>
            <a:ext cx="31830" cy="31830"/>
          </a:xfrm>
          <a:prstGeom prst="ellipse">
            <a:avLst/>
          </a:prstGeom>
          <a:solidFill>
            <a:srgbClr val="A2B328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41" name="lumia-token-particle-soft-glow">
            <a:extLst>
              <a:ext uri="{FF2B5EF4-FFF2-40B4-BE49-F238E27FC236}">
                <a16:creationId xmlns:a16="http://schemas.microsoft.com/office/drawing/2014/main" id="{79BC6E6D-E534-4BF6-A5A5-20997E3B91D9}"/>
              </a:ext>
            </a:extLst>
          </p:cNvPr>
          <p:cNvSpPr>
            <a:spLocks noGrp="1"/>
          </p:cNvSpPr>
          <p:nvPr/>
        </p:nvSpPr>
        <p:spPr>
          <a:xfrm rot="2356073">
            <a:off x="7875693" y="4686284"/>
            <a:ext cx="211730" cy="211730"/>
          </a:xfrm>
          <a:prstGeom prst="roundRect">
            <a:avLst>
              <a:gd name="adj" fmla="val 18000"/>
            </a:avLst>
          </a:prstGeom>
          <a:solidFill>
            <a:srgbClr val="F7A20F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042" name="lumia-token-particle">
            <a:extLst>
              <a:ext uri="{FF2B5EF4-FFF2-40B4-BE49-F238E27FC236}">
                <a16:creationId xmlns:a16="http://schemas.microsoft.com/office/drawing/2014/main" id="{B2016647-9FF8-473D-B846-8C020F631C6B}"/>
              </a:ext>
            </a:extLst>
          </p:cNvPr>
          <p:cNvSpPr>
            <a:spLocks noGrp="1"/>
          </p:cNvSpPr>
          <p:nvPr/>
        </p:nvSpPr>
        <p:spPr>
          <a:xfrm rot="2248014">
            <a:off x="7937447" y="4748038"/>
            <a:ext cx="88221" cy="88221"/>
          </a:xfrm>
          <a:prstGeom prst="roundRect">
            <a:avLst>
              <a:gd name="adj" fmla="val 18000"/>
            </a:avLst>
          </a:prstGeom>
          <a:solidFill>
            <a:srgbClr val="F7A20F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043" name="lumia-token-particle">
            <a:extLst>
              <a:ext uri="{FF2B5EF4-FFF2-40B4-BE49-F238E27FC236}">
                <a16:creationId xmlns:a16="http://schemas.microsoft.com/office/drawing/2014/main" id="{4066D1EC-4A65-4BA9-A071-82D094C844B1}"/>
              </a:ext>
            </a:extLst>
          </p:cNvPr>
          <p:cNvSpPr>
            <a:spLocks noGrp="1"/>
          </p:cNvSpPr>
          <p:nvPr/>
        </p:nvSpPr>
        <p:spPr>
          <a:xfrm rot="1171426">
            <a:off x="7892516" y="4890767"/>
            <a:ext cx="52951" cy="52951"/>
          </a:xfrm>
          <a:prstGeom prst="ellipse">
            <a:avLst/>
          </a:prstGeom>
          <a:solidFill>
            <a:srgbClr val="F8A50E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1044" name="lumia-token-particle">
            <a:extLst>
              <a:ext uri="{FF2B5EF4-FFF2-40B4-BE49-F238E27FC236}">
                <a16:creationId xmlns:a16="http://schemas.microsoft.com/office/drawing/2014/main" id="{E3FB64E0-0D07-4509-ACD6-272338B1FAA2}"/>
              </a:ext>
            </a:extLst>
          </p:cNvPr>
          <p:cNvSpPr>
            <a:spLocks noGrp="1"/>
          </p:cNvSpPr>
          <p:nvPr/>
        </p:nvSpPr>
        <p:spPr>
          <a:xfrm rot="1906750">
            <a:off x="6675677" y="5264008"/>
            <a:ext cx="9727" cy="9727"/>
          </a:xfrm>
          <a:prstGeom prst="roundRect">
            <a:avLst>
              <a:gd name="adj" fmla="val 39171"/>
            </a:avLst>
          </a:prstGeom>
          <a:solidFill>
            <a:srgbClr val="F17720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1045" name="lumia-token-particle-soft-glow">
            <a:extLst>
              <a:ext uri="{FF2B5EF4-FFF2-40B4-BE49-F238E27FC236}">
                <a16:creationId xmlns:a16="http://schemas.microsoft.com/office/drawing/2014/main" id="{968645FB-BE0D-41DD-A5D3-DFCB18C94CDA}"/>
              </a:ext>
            </a:extLst>
          </p:cNvPr>
          <p:cNvSpPr>
            <a:spLocks noGrp="1"/>
          </p:cNvSpPr>
          <p:nvPr/>
        </p:nvSpPr>
        <p:spPr>
          <a:xfrm rot="980993">
            <a:off x="2883137" y="5886865"/>
            <a:ext cx="92273" cy="92273"/>
          </a:xfrm>
          <a:prstGeom prst="roundRect">
            <a:avLst>
              <a:gd name="adj" fmla="val 18000"/>
            </a:avLst>
          </a:prstGeom>
          <a:solidFill>
            <a:srgbClr val="6B3C89">
              <a:alpha val="8000"/>
            </a:srgbClr>
          </a:solidFill>
          <a:ln w="0">
            <a:noFill/>
            <a:prstDash val="solid"/>
          </a:ln>
        </p:spPr>
      </p:sp>
      <p:sp>
        <p:nvSpPr>
          <p:cNvPr id="1046" name="lumia-token-particle">
            <a:extLst>
              <a:ext uri="{FF2B5EF4-FFF2-40B4-BE49-F238E27FC236}">
                <a16:creationId xmlns:a16="http://schemas.microsoft.com/office/drawing/2014/main" id="{B9E9D503-C03F-4C5D-B505-1BB2F60DCB10}"/>
              </a:ext>
            </a:extLst>
          </p:cNvPr>
          <p:cNvSpPr>
            <a:spLocks noGrp="1"/>
          </p:cNvSpPr>
          <p:nvPr/>
        </p:nvSpPr>
        <p:spPr>
          <a:xfrm rot="581545">
            <a:off x="2910050" y="5913778"/>
            <a:ext cx="38447" cy="38447"/>
          </a:xfrm>
          <a:prstGeom prst="roundRect">
            <a:avLst>
              <a:gd name="adj" fmla="val 18000"/>
            </a:avLst>
          </a:prstGeom>
          <a:solidFill>
            <a:srgbClr val="6B3C89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047" name="lumia-token-particle-soft-glow">
            <a:extLst>
              <a:ext uri="{FF2B5EF4-FFF2-40B4-BE49-F238E27FC236}">
                <a16:creationId xmlns:a16="http://schemas.microsoft.com/office/drawing/2014/main" id="{BD421C3A-F4BC-4243-848A-EFCD5E54297D}"/>
              </a:ext>
            </a:extLst>
          </p:cNvPr>
          <p:cNvSpPr>
            <a:spLocks noGrp="1"/>
          </p:cNvSpPr>
          <p:nvPr/>
        </p:nvSpPr>
        <p:spPr>
          <a:xfrm rot="652118">
            <a:off x="4170215" y="5273786"/>
            <a:ext cx="93960" cy="93960"/>
          </a:xfrm>
          <a:prstGeom prst="ellipse">
            <a:avLst/>
          </a:prstGeom>
          <a:solidFill>
            <a:srgbClr val="A33F64">
              <a:alpha val="8000"/>
            </a:srgbClr>
          </a:solidFill>
          <a:ln w="0">
            <a:noFill/>
            <a:prstDash val="solid"/>
          </a:ln>
        </p:spPr>
      </p:sp>
      <p:sp>
        <p:nvSpPr>
          <p:cNvPr id="1048" name="lumia-token-particle">
            <a:extLst>
              <a:ext uri="{FF2B5EF4-FFF2-40B4-BE49-F238E27FC236}">
                <a16:creationId xmlns:a16="http://schemas.microsoft.com/office/drawing/2014/main" id="{2E017DC7-9FEA-498A-AAAA-4AA963A8BBDA}"/>
              </a:ext>
            </a:extLst>
          </p:cNvPr>
          <p:cNvSpPr>
            <a:spLocks noGrp="1"/>
          </p:cNvSpPr>
          <p:nvPr/>
        </p:nvSpPr>
        <p:spPr>
          <a:xfrm rot="1144648">
            <a:off x="4197620" y="5301191"/>
            <a:ext cx="39150" cy="39150"/>
          </a:xfrm>
          <a:prstGeom prst="ellipse">
            <a:avLst/>
          </a:prstGeom>
          <a:solidFill>
            <a:srgbClr val="A33F64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049" name="lumia-token-particle">
            <a:extLst>
              <a:ext uri="{FF2B5EF4-FFF2-40B4-BE49-F238E27FC236}">
                <a16:creationId xmlns:a16="http://schemas.microsoft.com/office/drawing/2014/main" id="{2DAB67F3-92F4-4A13-84A3-DD4A5EE9A7C1}"/>
              </a:ext>
            </a:extLst>
          </p:cNvPr>
          <p:cNvSpPr>
            <a:spLocks noGrp="1"/>
          </p:cNvSpPr>
          <p:nvPr/>
        </p:nvSpPr>
        <p:spPr>
          <a:xfrm rot="2626334">
            <a:off x="9908643" y="4067261"/>
            <a:ext cx="34272" cy="34272"/>
          </a:xfrm>
          <a:prstGeom prst="ellipse">
            <a:avLst/>
          </a:prstGeom>
          <a:solidFill>
            <a:srgbClr val="B0B423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50" name="lumia-token-particle-soft-glow">
            <a:extLst>
              <a:ext uri="{FF2B5EF4-FFF2-40B4-BE49-F238E27FC236}">
                <a16:creationId xmlns:a16="http://schemas.microsoft.com/office/drawing/2014/main" id="{D0C83656-B7F3-4798-8EC2-643A4637CD05}"/>
              </a:ext>
            </a:extLst>
          </p:cNvPr>
          <p:cNvSpPr>
            <a:spLocks noGrp="1"/>
          </p:cNvSpPr>
          <p:nvPr/>
        </p:nvSpPr>
        <p:spPr>
          <a:xfrm rot="1668792">
            <a:off x="7650474" y="4445709"/>
            <a:ext cx="129761" cy="129761"/>
          </a:xfrm>
          <a:prstGeom prst="roundRect">
            <a:avLst>
              <a:gd name="adj" fmla="val 18000"/>
            </a:avLst>
          </a:prstGeom>
          <a:solidFill>
            <a:srgbClr val="F69B12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051" name="lumia-token-particle">
            <a:extLst>
              <a:ext uri="{FF2B5EF4-FFF2-40B4-BE49-F238E27FC236}">
                <a16:creationId xmlns:a16="http://schemas.microsoft.com/office/drawing/2014/main" id="{C5356BBB-5EC2-4F31-B8A3-38BEF2F8603F}"/>
              </a:ext>
            </a:extLst>
          </p:cNvPr>
          <p:cNvSpPr>
            <a:spLocks noGrp="1"/>
          </p:cNvSpPr>
          <p:nvPr/>
        </p:nvSpPr>
        <p:spPr>
          <a:xfrm rot="1188529">
            <a:off x="7688321" y="4483556"/>
            <a:ext cx="54067" cy="54067"/>
          </a:xfrm>
          <a:prstGeom prst="roundRect">
            <a:avLst>
              <a:gd name="adj" fmla="val 18000"/>
            </a:avLst>
          </a:prstGeom>
          <a:solidFill>
            <a:srgbClr val="F69B12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052" name="lumia-token-particle">
            <a:extLst>
              <a:ext uri="{FF2B5EF4-FFF2-40B4-BE49-F238E27FC236}">
                <a16:creationId xmlns:a16="http://schemas.microsoft.com/office/drawing/2014/main" id="{06D54B8D-CC93-420A-800E-36220BD18CE6}"/>
              </a:ext>
            </a:extLst>
          </p:cNvPr>
          <p:cNvSpPr>
            <a:spLocks noGrp="1"/>
          </p:cNvSpPr>
          <p:nvPr/>
        </p:nvSpPr>
        <p:spPr>
          <a:xfrm rot="2326029">
            <a:off x="6869464" y="4477626"/>
            <a:ext cx="33688" cy="33688"/>
          </a:xfrm>
          <a:prstGeom prst="ellipse">
            <a:avLst/>
          </a:prstGeom>
          <a:solidFill>
            <a:srgbClr val="F3811C">
              <a:alpha val="51000"/>
            </a:srgbClr>
          </a:solidFill>
          <a:ln w="0">
            <a:noFill/>
            <a:prstDash val="solid"/>
          </a:ln>
        </p:spPr>
      </p:sp>
      <p:sp>
        <p:nvSpPr>
          <p:cNvPr id="1053" name="lumia-token-particle">
            <a:extLst>
              <a:ext uri="{FF2B5EF4-FFF2-40B4-BE49-F238E27FC236}">
                <a16:creationId xmlns:a16="http://schemas.microsoft.com/office/drawing/2014/main" id="{840695A1-A19C-4EAD-BAB9-8F8A7F15BA95}"/>
              </a:ext>
            </a:extLst>
          </p:cNvPr>
          <p:cNvSpPr>
            <a:spLocks noGrp="1"/>
          </p:cNvSpPr>
          <p:nvPr/>
        </p:nvSpPr>
        <p:spPr>
          <a:xfrm rot="983525">
            <a:off x="8281859" y="4268506"/>
            <a:ext cx="33674" cy="33674"/>
          </a:xfrm>
          <a:prstGeom prst="ellipse">
            <a:avLst/>
          </a:prstGeom>
          <a:solidFill>
            <a:srgbClr val="F8A70D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1054" name="lumia-token-particle">
            <a:extLst>
              <a:ext uri="{FF2B5EF4-FFF2-40B4-BE49-F238E27FC236}">
                <a16:creationId xmlns:a16="http://schemas.microsoft.com/office/drawing/2014/main" id="{4975A7A2-6C7E-41AF-A2F8-9CFD0F656A2A}"/>
              </a:ext>
            </a:extLst>
          </p:cNvPr>
          <p:cNvSpPr>
            <a:spLocks noGrp="1"/>
          </p:cNvSpPr>
          <p:nvPr/>
        </p:nvSpPr>
        <p:spPr>
          <a:xfrm rot="421134">
            <a:off x="8377583" y="5012985"/>
            <a:ext cx="15187" cy="15187"/>
          </a:xfrm>
          <a:prstGeom prst="roundRect">
            <a:avLst>
              <a:gd name="adj" fmla="val 25087"/>
            </a:avLst>
          </a:prstGeom>
          <a:solidFill>
            <a:srgbClr val="FAB209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055" name="lumia-token-particle">
            <a:extLst>
              <a:ext uri="{FF2B5EF4-FFF2-40B4-BE49-F238E27FC236}">
                <a16:creationId xmlns:a16="http://schemas.microsoft.com/office/drawing/2014/main" id="{23E3B478-51ED-4379-AD8C-6DA3EE576D54}"/>
              </a:ext>
            </a:extLst>
          </p:cNvPr>
          <p:cNvSpPr>
            <a:spLocks noGrp="1"/>
          </p:cNvSpPr>
          <p:nvPr/>
        </p:nvSpPr>
        <p:spPr>
          <a:xfrm rot="2664731">
            <a:off x="9191467" y="4462773"/>
            <a:ext cx="23357" cy="23357"/>
          </a:xfrm>
          <a:prstGeom prst="ellipse">
            <a:avLst/>
          </a:prstGeom>
          <a:solidFill>
            <a:srgbClr val="DEB910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056" name="lumia-token-particle-soft-glow">
            <a:extLst>
              <a:ext uri="{FF2B5EF4-FFF2-40B4-BE49-F238E27FC236}">
                <a16:creationId xmlns:a16="http://schemas.microsoft.com/office/drawing/2014/main" id="{C61F3B58-CFAB-4C0B-BD52-1B61BC078D8B}"/>
              </a:ext>
            </a:extLst>
          </p:cNvPr>
          <p:cNvSpPr>
            <a:spLocks noGrp="1"/>
          </p:cNvSpPr>
          <p:nvPr/>
        </p:nvSpPr>
        <p:spPr>
          <a:xfrm rot="485113">
            <a:off x="5482655" y="5492547"/>
            <a:ext cx="107359" cy="107359"/>
          </a:xfrm>
          <a:prstGeom prst="roundRect">
            <a:avLst>
              <a:gd name="adj" fmla="val 18000"/>
            </a:avLst>
          </a:prstGeom>
          <a:solidFill>
            <a:srgbClr val="EA4335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057" name="lumia-token-particle">
            <a:extLst>
              <a:ext uri="{FF2B5EF4-FFF2-40B4-BE49-F238E27FC236}">
                <a16:creationId xmlns:a16="http://schemas.microsoft.com/office/drawing/2014/main" id="{0B2B04EC-82AE-4171-BC22-FDAC1322562F}"/>
              </a:ext>
            </a:extLst>
          </p:cNvPr>
          <p:cNvSpPr>
            <a:spLocks noGrp="1"/>
          </p:cNvSpPr>
          <p:nvPr/>
        </p:nvSpPr>
        <p:spPr>
          <a:xfrm rot="585999">
            <a:off x="5513968" y="5523860"/>
            <a:ext cx="44733" cy="44733"/>
          </a:xfrm>
          <a:prstGeom prst="roundRect">
            <a:avLst>
              <a:gd name="adj" fmla="val 18000"/>
            </a:avLst>
          </a:prstGeom>
          <a:solidFill>
            <a:srgbClr val="EA4335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058" name="lumia-token-particle">
            <a:extLst>
              <a:ext uri="{FF2B5EF4-FFF2-40B4-BE49-F238E27FC236}">
                <a16:creationId xmlns:a16="http://schemas.microsoft.com/office/drawing/2014/main" id="{9D0A41F2-CF01-45EC-B591-24159695E943}"/>
              </a:ext>
            </a:extLst>
          </p:cNvPr>
          <p:cNvSpPr>
            <a:spLocks noGrp="1"/>
          </p:cNvSpPr>
          <p:nvPr/>
        </p:nvSpPr>
        <p:spPr>
          <a:xfrm rot="1932661">
            <a:off x="10335081" y="4084466"/>
            <a:ext cx="55273" cy="55273"/>
          </a:xfrm>
          <a:prstGeom prst="roundRect">
            <a:avLst>
              <a:gd name="adj" fmla="val 18000"/>
            </a:avLst>
          </a:prstGeom>
          <a:solidFill>
            <a:srgbClr val="A7B426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059" name="lumia-token-particle-soft-glow">
            <a:extLst>
              <a:ext uri="{FF2B5EF4-FFF2-40B4-BE49-F238E27FC236}">
                <a16:creationId xmlns:a16="http://schemas.microsoft.com/office/drawing/2014/main" id="{096B2570-E353-4197-82BE-E0E1F11472D7}"/>
              </a:ext>
            </a:extLst>
          </p:cNvPr>
          <p:cNvSpPr>
            <a:spLocks noGrp="1"/>
          </p:cNvSpPr>
          <p:nvPr/>
        </p:nvSpPr>
        <p:spPr>
          <a:xfrm rot="397279">
            <a:off x="11007790" y="2850865"/>
            <a:ext cx="225296" cy="225296"/>
          </a:xfrm>
          <a:prstGeom prst="ellipse">
            <a:avLst/>
          </a:prstGeom>
          <a:solidFill>
            <a:srgbClr val="69AD3E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060" name="lumia-token-particle">
            <a:extLst>
              <a:ext uri="{FF2B5EF4-FFF2-40B4-BE49-F238E27FC236}">
                <a16:creationId xmlns:a16="http://schemas.microsoft.com/office/drawing/2014/main" id="{82D809A0-04FE-4AEA-85CC-463EF6C572F5}"/>
              </a:ext>
            </a:extLst>
          </p:cNvPr>
          <p:cNvSpPr>
            <a:spLocks noGrp="1"/>
          </p:cNvSpPr>
          <p:nvPr/>
        </p:nvSpPr>
        <p:spPr>
          <a:xfrm rot="1619435">
            <a:off x="11073501" y="2916576"/>
            <a:ext cx="93873" cy="93873"/>
          </a:xfrm>
          <a:prstGeom prst="ellipse">
            <a:avLst/>
          </a:prstGeom>
          <a:solidFill>
            <a:srgbClr val="69AD3E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1061" name="lumia-token-particle">
            <a:extLst>
              <a:ext uri="{FF2B5EF4-FFF2-40B4-BE49-F238E27FC236}">
                <a16:creationId xmlns:a16="http://schemas.microsoft.com/office/drawing/2014/main" id="{8A77877A-E4A1-461D-BCE0-6C73CE3374DC}"/>
              </a:ext>
            </a:extLst>
          </p:cNvPr>
          <p:cNvSpPr>
            <a:spLocks noGrp="1"/>
          </p:cNvSpPr>
          <p:nvPr/>
        </p:nvSpPr>
        <p:spPr>
          <a:xfrm rot="1626383">
            <a:off x="2662894" y="5829353"/>
            <a:ext cx="9814" cy="9814"/>
          </a:xfrm>
          <a:prstGeom prst="roundRect">
            <a:avLst>
              <a:gd name="adj" fmla="val 38821"/>
            </a:avLst>
          </a:prstGeom>
          <a:solidFill>
            <a:srgbClr val="583D97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1062" name="lumia-token-particle">
            <a:extLst>
              <a:ext uri="{FF2B5EF4-FFF2-40B4-BE49-F238E27FC236}">
                <a16:creationId xmlns:a16="http://schemas.microsoft.com/office/drawing/2014/main" id="{0933A490-C4D4-4F05-83A0-DBF7F95E8E58}"/>
              </a:ext>
            </a:extLst>
          </p:cNvPr>
          <p:cNvSpPr>
            <a:spLocks noGrp="1"/>
          </p:cNvSpPr>
          <p:nvPr/>
        </p:nvSpPr>
        <p:spPr>
          <a:xfrm rot="1450807">
            <a:off x="6074963" y="5333477"/>
            <a:ext cx="8445" cy="8445"/>
          </a:xfrm>
          <a:prstGeom prst="ellipse">
            <a:avLst/>
          </a:prstGeom>
          <a:solidFill>
            <a:srgbClr val="ED552E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1063" name="lumia-token-particle-soft-glow">
            <a:extLst>
              <a:ext uri="{FF2B5EF4-FFF2-40B4-BE49-F238E27FC236}">
                <a16:creationId xmlns:a16="http://schemas.microsoft.com/office/drawing/2014/main" id="{30CBFB58-D029-4708-9A4C-55E9D731D698}"/>
              </a:ext>
            </a:extLst>
          </p:cNvPr>
          <p:cNvSpPr>
            <a:spLocks noGrp="1"/>
          </p:cNvSpPr>
          <p:nvPr/>
        </p:nvSpPr>
        <p:spPr>
          <a:xfrm rot="2164612">
            <a:off x="3211971" y="5708816"/>
            <a:ext cx="105882" cy="105882"/>
          </a:xfrm>
          <a:prstGeom prst="roundRect">
            <a:avLst>
              <a:gd name="adj" fmla="val 18000"/>
            </a:avLst>
          </a:prstGeom>
          <a:solidFill>
            <a:srgbClr val="773D80">
              <a:alpha val="8000"/>
            </a:srgbClr>
          </a:solidFill>
          <a:ln w="0">
            <a:noFill/>
            <a:prstDash val="solid"/>
          </a:ln>
        </p:spPr>
      </p:sp>
      <p:sp>
        <p:nvSpPr>
          <p:cNvPr id="1064" name="lumia-token-particle">
            <a:extLst>
              <a:ext uri="{FF2B5EF4-FFF2-40B4-BE49-F238E27FC236}">
                <a16:creationId xmlns:a16="http://schemas.microsoft.com/office/drawing/2014/main" id="{85F382C9-7685-4432-95DD-9787BFB150B0}"/>
              </a:ext>
            </a:extLst>
          </p:cNvPr>
          <p:cNvSpPr>
            <a:spLocks noGrp="1"/>
          </p:cNvSpPr>
          <p:nvPr/>
        </p:nvSpPr>
        <p:spPr>
          <a:xfrm rot="29471">
            <a:off x="3242853" y="5739699"/>
            <a:ext cx="44118" cy="44118"/>
          </a:xfrm>
          <a:prstGeom prst="roundRect">
            <a:avLst>
              <a:gd name="adj" fmla="val 18000"/>
            </a:avLst>
          </a:prstGeom>
          <a:solidFill>
            <a:srgbClr val="773D80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1065" name="lumia-token-particle">
            <a:extLst>
              <a:ext uri="{FF2B5EF4-FFF2-40B4-BE49-F238E27FC236}">
                <a16:creationId xmlns:a16="http://schemas.microsoft.com/office/drawing/2014/main" id="{95095A3E-6711-4BFF-92CE-F50C3A773D05}"/>
              </a:ext>
            </a:extLst>
          </p:cNvPr>
          <p:cNvSpPr>
            <a:spLocks noGrp="1"/>
          </p:cNvSpPr>
          <p:nvPr/>
        </p:nvSpPr>
        <p:spPr>
          <a:xfrm rot="168878">
            <a:off x="10410202" y="3576294"/>
            <a:ext cx="16993" cy="16993"/>
          </a:xfrm>
          <a:prstGeom prst="ellipse">
            <a:avLst/>
          </a:prstGeom>
          <a:solidFill>
            <a:srgbClr val="9BB22B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66" name="lumia-token-particle">
            <a:extLst>
              <a:ext uri="{FF2B5EF4-FFF2-40B4-BE49-F238E27FC236}">
                <a16:creationId xmlns:a16="http://schemas.microsoft.com/office/drawing/2014/main" id="{B40BD938-789B-44D3-8FBA-0175A2F1C15C}"/>
              </a:ext>
            </a:extLst>
          </p:cNvPr>
          <p:cNvSpPr>
            <a:spLocks noGrp="1"/>
          </p:cNvSpPr>
          <p:nvPr/>
        </p:nvSpPr>
        <p:spPr>
          <a:xfrm rot="1413498">
            <a:off x="11538702" y="3281637"/>
            <a:ext cx="17130" cy="17130"/>
          </a:xfrm>
          <a:prstGeom prst="ellipse">
            <a:avLst/>
          </a:prstGeom>
          <a:solidFill>
            <a:srgbClr val="5DAC43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67" name="lumia-token-particle">
            <a:extLst>
              <a:ext uri="{FF2B5EF4-FFF2-40B4-BE49-F238E27FC236}">
                <a16:creationId xmlns:a16="http://schemas.microsoft.com/office/drawing/2014/main" id="{F10A8BD8-21AA-4E84-9DE8-12E6D45756E6}"/>
              </a:ext>
            </a:extLst>
          </p:cNvPr>
          <p:cNvSpPr>
            <a:spLocks noGrp="1"/>
          </p:cNvSpPr>
          <p:nvPr/>
        </p:nvSpPr>
        <p:spPr>
          <a:xfrm rot="1008537">
            <a:off x="4995795" y="4831198"/>
            <a:ext cx="12272" cy="12272"/>
          </a:xfrm>
          <a:prstGeom prst="ellipse">
            <a:avLst/>
          </a:prstGeom>
          <a:solidFill>
            <a:srgbClr val="D74242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1068" name="lumia-token-particle">
            <a:extLst>
              <a:ext uri="{FF2B5EF4-FFF2-40B4-BE49-F238E27FC236}">
                <a16:creationId xmlns:a16="http://schemas.microsoft.com/office/drawing/2014/main" id="{FC3ED5E0-73E3-4907-9DA7-CC2D3A4E0DD3}"/>
              </a:ext>
            </a:extLst>
          </p:cNvPr>
          <p:cNvSpPr>
            <a:spLocks noGrp="1"/>
          </p:cNvSpPr>
          <p:nvPr/>
        </p:nvSpPr>
        <p:spPr>
          <a:xfrm rot="1933027">
            <a:off x="11956676" y="3137734"/>
            <a:ext cx="19567" cy="19567"/>
          </a:xfrm>
          <a:prstGeom prst="ellipse">
            <a:avLst/>
          </a:prstGeom>
          <a:solidFill>
            <a:srgbClr val="41A94E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1069" name="lumia-token-particle">
            <a:extLst>
              <a:ext uri="{FF2B5EF4-FFF2-40B4-BE49-F238E27FC236}">
                <a16:creationId xmlns:a16="http://schemas.microsoft.com/office/drawing/2014/main" id="{8F6F55B7-E8F0-49DF-8317-3F77391E26F1}"/>
              </a:ext>
            </a:extLst>
          </p:cNvPr>
          <p:cNvSpPr>
            <a:spLocks noGrp="1"/>
          </p:cNvSpPr>
          <p:nvPr/>
        </p:nvSpPr>
        <p:spPr>
          <a:xfrm rot="1084683">
            <a:off x="7690511" y="4501694"/>
            <a:ext cx="13195" cy="13195"/>
          </a:xfrm>
          <a:prstGeom prst="ellipse">
            <a:avLst/>
          </a:prstGeom>
          <a:solidFill>
            <a:srgbClr val="F69913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070" name="lumia-token-particle-soft-glow">
            <a:extLst>
              <a:ext uri="{FF2B5EF4-FFF2-40B4-BE49-F238E27FC236}">
                <a16:creationId xmlns:a16="http://schemas.microsoft.com/office/drawing/2014/main" id="{97E28B57-425E-4603-B397-5A22DBEBD716}"/>
              </a:ext>
            </a:extLst>
          </p:cNvPr>
          <p:cNvSpPr>
            <a:spLocks noGrp="1"/>
          </p:cNvSpPr>
          <p:nvPr/>
        </p:nvSpPr>
        <p:spPr>
          <a:xfrm rot="2142918">
            <a:off x="10782691" y="3795951"/>
            <a:ext cx="266772" cy="266772"/>
          </a:xfrm>
          <a:prstGeom prst="ellipse">
            <a:avLst/>
          </a:prstGeom>
          <a:solidFill>
            <a:srgbClr val="81B035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071" name="lumia-token-particle">
            <a:extLst>
              <a:ext uri="{FF2B5EF4-FFF2-40B4-BE49-F238E27FC236}">
                <a16:creationId xmlns:a16="http://schemas.microsoft.com/office/drawing/2014/main" id="{053ACE42-273C-4BF2-80ED-6C96D4691A5E}"/>
              </a:ext>
            </a:extLst>
          </p:cNvPr>
          <p:cNvSpPr>
            <a:spLocks noGrp="1"/>
          </p:cNvSpPr>
          <p:nvPr/>
        </p:nvSpPr>
        <p:spPr>
          <a:xfrm rot="467689">
            <a:off x="10860500" y="3873759"/>
            <a:ext cx="111155" cy="111155"/>
          </a:xfrm>
          <a:prstGeom prst="ellipse">
            <a:avLst/>
          </a:prstGeom>
          <a:solidFill>
            <a:srgbClr val="81B035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1072" name="lumia-token-particle">
            <a:extLst>
              <a:ext uri="{FF2B5EF4-FFF2-40B4-BE49-F238E27FC236}">
                <a16:creationId xmlns:a16="http://schemas.microsoft.com/office/drawing/2014/main" id="{81C0817D-2FB2-4FAC-8782-A2470F8FE39C}"/>
              </a:ext>
            </a:extLst>
          </p:cNvPr>
          <p:cNvSpPr>
            <a:spLocks noGrp="1"/>
          </p:cNvSpPr>
          <p:nvPr/>
        </p:nvSpPr>
        <p:spPr>
          <a:xfrm rot="2587289">
            <a:off x="5442775" y="5564858"/>
            <a:ext cx="20985" cy="20985"/>
          </a:xfrm>
          <a:prstGeom prst="ellipse">
            <a:avLst/>
          </a:prstGeom>
          <a:solidFill>
            <a:srgbClr val="DF423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3" name="lumia-token-particle">
            <a:extLst>
              <a:ext uri="{FF2B5EF4-FFF2-40B4-BE49-F238E27FC236}">
                <a16:creationId xmlns:a16="http://schemas.microsoft.com/office/drawing/2014/main" id="{CC1DA78E-B961-4597-B928-18D0EC6DEFD0}"/>
              </a:ext>
            </a:extLst>
          </p:cNvPr>
          <p:cNvSpPr>
            <a:spLocks noGrp="1"/>
          </p:cNvSpPr>
          <p:nvPr/>
        </p:nvSpPr>
        <p:spPr>
          <a:xfrm rot="705742">
            <a:off x="11402037" y="2548125"/>
            <a:ext cx="24568" cy="24568"/>
          </a:xfrm>
          <a:prstGeom prst="roundRect">
            <a:avLst>
              <a:gd name="adj" fmla="val 18000"/>
            </a:avLst>
          </a:prstGeom>
          <a:solidFill>
            <a:srgbClr val="50AB48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74" name="lumia-token-particle">
            <a:extLst>
              <a:ext uri="{FF2B5EF4-FFF2-40B4-BE49-F238E27FC236}">
                <a16:creationId xmlns:a16="http://schemas.microsoft.com/office/drawing/2014/main" id="{4AB9EA67-031F-4F38-BDFB-0A2DECFF21EB}"/>
              </a:ext>
            </a:extLst>
          </p:cNvPr>
          <p:cNvSpPr>
            <a:spLocks noGrp="1"/>
          </p:cNvSpPr>
          <p:nvPr/>
        </p:nvSpPr>
        <p:spPr>
          <a:xfrm rot="1730357">
            <a:off x="2036372" y="5938182"/>
            <a:ext cx="20316" cy="20316"/>
          </a:xfrm>
          <a:prstGeom prst="ellipse">
            <a:avLst/>
          </a:prstGeom>
          <a:solidFill>
            <a:srgbClr val="534CAB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075" name="lumia-token-particle">
            <a:extLst>
              <a:ext uri="{FF2B5EF4-FFF2-40B4-BE49-F238E27FC236}">
                <a16:creationId xmlns:a16="http://schemas.microsoft.com/office/drawing/2014/main" id="{B6D0654A-0BC1-442B-8968-5FA536A94859}"/>
              </a:ext>
            </a:extLst>
          </p:cNvPr>
          <p:cNvSpPr>
            <a:spLocks noGrp="1"/>
          </p:cNvSpPr>
          <p:nvPr/>
        </p:nvSpPr>
        <p:spPr>
          <a:xfrm rot="2414658">
            <a:off x="9075390" y="3881364"/>
            <a:ext cx="20838" cy="20838"/>
          </a:xfrm>
          <a:prstGeom prst="roundRect">
            <a:avLst>
              <a:gd name="adj" fmla="val 18284"/>
            </a:avLst>
          </a:prstGeom>
          <a:solidFill>
            <a:srgbClr val="D9B912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076" name="lumia-token-particle">
            <a:extLst>
              <a:ext uri="{FF2B5EF4-FFF2-40B4-BE49-F238E27FC236}">
                <a16:creationId xmlns:a16="http://schemas.microsoft.com/office/drawing/2014/main" id="{8B0701C3-5CD2-4BC1-9351-1A5E74623E33}"/>
              </a:ext>
            </a:extLst>
          </p:cNvPr>
          <p:cNvSpPr>
            <a:spLocks noGrp="1"/>
          </p:cNvSpPr>
          <p:nvPr/>
        </p:nvSpPr>
        <p:spPr>
          <a:xfrm rot="1662105">
            <a:off x="3696023" y="5423278"/>
            <a:ext cx="24005" cy="24005"/>
          </a:xfrm>
          <a:prstGeom prst="ellipse">
            <a:avLst/>
          </a:prstGeom>
          <a:solidFill>
            <a:srgbClr val="933E6F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077" name="lumia-token-particle">
            <a:extLst>
              <a:ext uri="{FF2B5EF4-FFF2-40B4-BE49-F238E27FC236}">
                <a16:creationId xmlns:a16="http://schemas.microsoft.com/office/drawing/2014/main" id="{5646CA31-4B43-4177-98C5-B79C310FB278}"/>
              </a:ext>
            </a:extLst>
          </p:cNvPr>
          <p:cNvSpPr>
            <a:spLocks noGrp="1"/>
          </p:cNvSpPr>
          <p:nvPr/>
        </p:nvSpPr>
        <p:spPr>
          <a:xfrm rot="319901">
            <a:off x="6777753" y="5379188"/>
            <a:ext cx="16739" cy="16739"/>
          </a:xfrm>
          <a:prstGeom prst="roundRect">
            <a:avLst>
              <a:gd name="adj" fmla="val 22762"/>
            </a:avLst>
          </a:prstGeom>
          <a:solidFill>
            <a:srgbClr val="F27A1F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1078" name="lumia-token-particle-soft-glow">
            <a:extLst>
              <a:ext uri="{FF2B5EF4-FFF2-40B4-BE49-F238E27FC236}">
                <a16:creationId xmlns:a16="http://schemas.microsoft.com/office/drawing/2014/main" id="{230FBE93-C210-4A5B-AFEF-0B389EB4EF83}"/>
              </a:ext>
            </a:extLst>
          </p:cNvPr>
          <p:cNvSpPr>
            <a:spLocks noGrp="1"/>
          </p:cNvSpPr>
          <p:nvPr/>
        </p:nvSpPr>
        <p:spPr>
          <a:xfrm rot="832423">
            <a:off x="2166692" y="5607261"/>
            <a:ext cx="89668" cy="89668"/>
          </a:xfrm>
          <a:prstGeom prst="roundRect">
            <a:avLst>
              <a:gd name="adj" fmla="val 18000"/>
            </a:avLst>
          </a:prstGeom>
          <a:solidFill>
            <a:srgbClr val="534AA9">
              <a:alpha val="8000"/>
            </a:srgbClr>
          </a:solidFill>
          <a:ln w="0">
            <a:noFill/>
            <a:prstDash val="solid"/>
          </a:ln>
        </p:spPr>
      </p:sp>
      <p:sp>
        <p:nvSpPr>
          <p:cNvPr id="1079" name="lumia-token-particle">
            <a:extLst>
              <a:ext uri="{FF2B5EF4-FFF2-40B4-BE49-F238E27FC236}">
                <a16:creationId xmlns:a16="http://schemas.microsoft.com/office/drawing/2014/main" id="{4C7B6963-B342-416F-A4A0-4F89F9FE5809}"/>
              </a:ext>
            </a:extLst>
          </p:cNvPr>
          <p:cNvSpPr>
            <a:spLocks noGrp="1"/>
          </p:cNvSpPr>
          <p:nvPr/>
        </p:nvSpPr>
        <p:spPr>
          <a:xfrm rot="1928246">
            <a:off x="2192846" y="5633414"/>
            <a:ext cx="37362" cy="37362"/>
          </a:xfrm>
          <a:prstGeom prst="roundRect">
            <a:avLst>
              <a:gd name="adj" fmla="val 18000"/>
            </a:avLst>
          </a:prstGeom>
          <a:solidFill>
            <a:srgbClr val="534AA9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1080" name="lumia-token-particle-soft-glow">
            <a:extLst>
              <a:ext uri="{FF2B5EF4-FFF2-40B4-BE49-F238E27FC236}">
                <a16:creationId xmlns:a16="http://schemas.microsoft.com/office/drawing/2014/main" id="{0EBCA6D4-38FA-4595-930B-53210CE6605D}"/>
              </a:ext>
            </a:extLst>
          </p:cNvPr>
          <p:cNvSpPr>
            <a:spLocks noGrp="1"/>
          </p:cNvSpPr>
          <p:nvPr/>
        </p:nvSpPr>
        <p:spPr>
          <a:xfrm rot="917818">
            <a:off x="8094431" y="4884134"/>
            <a:ext cx="139300" cy="139300"/>
          </a:xfrm>
          <a:prstGeom prst="ellipse">
            <a:avLst/>
          </a:prstGeom>
          <a:solidFill>
            <a:srgbClr val="F8A50E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081" name="lumia-token-particle">
            <a:extLst>
              <a:ext uri="{FF2B5EF4-FFF2-40B4-BE49-F238E27FC236}">
                <a16:creationId xmlns:a16="http://schemas.microsoft.com/office/drawing/2014/main" id="{13830245-EAB9-4536-8968-88BF18D0C444}"/>
              </a:ext>
            </a:extLst>
          </p:cNvPr>
          <p:cNvSpPr>
            <a:spLocks noGrp="1"/>
          </p:cNvSpPr>
          <p:nvPr/>
        </p:nvSpPr>
        <p:spPr>
          <a:xfrm rot="746335">
            <a:off x="8135060" y="4924763"/>
            <a:ext cx="58041" cy="58041"/>
          </a:xfrm>
          <a:prstGeom prst="ellipse">
            <a:avLst/>
          </a:prstGeom>
          <a:solidFill>
            <a:srgbClr val="F8A50E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082" name="lumia-token-particle-soft-glow">
            <a:extLst>
              <a:ext uri="{FF2B5EF4-FFF2-40B4-BE49-F238E27FC236}">
                <a16:creationId xmlns:a16="http://schemas.microsoft.com/office/drawing/2014/main" id="{09F4E38A-065C-4156-812A-D82B5D06682F}"/>
              </a:ext>
            </a:extLst>
          </p:cNvPr>
          <p:cNvSpPr>
            <a:spLocks noGrp="1"/>
          </p:cNvSpPr>
          <p:nvPr/>
        </p:nvSpPr>
        <p:spPr>
          <a:xfrm rot="581578">
            <a:off x="10810993" y="2829510"/>
            <a:ext cx="196398" cy="196398"/>
          </a:xfrm>
          <a:prstGeom prst="roundRect">
            <a:avLst>
              <a:gd name="adj" fmla="val 18000"/>
            </a:avLst>
          </a:prstGeom>
          <a:solidFill>
            <a:srgbClr val="6CAE3D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083" name="lumia-token-particle">
            <a:extLst>
              <a:ext uri="{FF2B5EF4-FFF2-40B4-BE49-F238E27FC236}">
                <a16:creationId xmlns:a16="http://schemas.microsoft.com/office/drawing/2014/main" id="{43025AA8-EC42-45B9-BEA8-420D482D3E27}"/>
              </a:ext>
            </a:extLst>
          </p:cNvPr>
          <p:cNvSpPr>
            <a:spLocks noGrp="1"/>
          </p:cNvSpPr>
          <p:nvPr/>
        </p:nvSpPr>
        <p:spPr>
          <a:xfrm rot="315486">
            <a:off x="10868276" y="2886793"/>
            <a:ext cx="81832" cy="81832"/>
          </a:xfrm>
          <a:prstGeom prst="roundRect">
            <a:avLst>
              <a:gd name="adj" fmla="val 18000"/>
            </a:avLst>
          </a:prstGeom>
          <a:solidFill>
            <a:srgbClr val="6CAE3D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1084" name="lumia-token-particle">
            <a:extLst>
              <a:ext uri="{FF2B5EF4-FFF2-40B4-BE49-F238E27FC236}">
                <a16:creationId xmlns:a16="http://schemas.microsoft.com/office/drawing/2014/main" id="{AFDC279E-6A6E-4833-8AAB-C2EC15D237F2}"/>
              </a:ext>
            </a:extLst>
          </p:cNvPr>
          <p:cNvSpPr>
            <a:spLocks noGrp="1"/>
          </p:cNvSpPr>
          <p:nvPr/>
        </p:nvSpPr>
        <p:spPr>
          <a:xfrm rot="685221">
            <a:off x="809977" y="6268008"/>
            <a:ext cx="28947" cy="28947"/>
          </a:xfrm>
          <a:prstGeom prst="ellipse">
            <a:avLst/>
          </a:prstGeom>
          <a:solidFill>
            <a:srgbClr val="4776E0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85" name="lumia-token-particle-soft-glow">
            <a:extLst>
              <a:ext uri="{FF2B5EF4-FFF2-40B4-BE49-F238E27FC236}">
                <a16:creationId xmlns:a16="http://schemas.microsoft.com/office/drawing/2014/main" id="{CE9B2B13-F01C-4C03-A17C-67B022B2ED2C}"/>
              </a:ext>
            </a:extLst>
          </p:cNvPr>
          <p:cNvSpPr>
            <a:spLocks noGrp="1"/>
          </p:cNvSpPr>
          <p:nvPr/>
        </p:nvSpPr>
        <p:spPr>
          <a:xfrm rot="2409016">
            <a:off x="7380919" y="4730259"/>
            <a:ext cx="123772" cy="123772"/>
          </a:xfrm>
          <a:prstGeom prst="roundRect">
            <a:avLst>
              <a:gd name="adj" fmla="val 18000"/>
            </a:avLst>
          </a:prstGeom>
          <a:solidFill>
            <a:srgbClr val="F48C18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086" name="lumia-token-particle">
            <a:extLst>
              <a:ext uri="{FF2B5EF4-FFF2-40B4-BE49-F238E27FC236}">
                <a16:creationId xmlns:a16="http://schemas.microsoft.com/office/drawing/2014/main" id="{7C8FD580-64A4-452F-A889-98D40EF91AC7}"/>
              </a:ext>
            </a:extLst>
          </p:cNvPr>
          <p:cNvSpPr>
            <a:spLocks noGrp="1"/>
          </p:cNvSpPr>
          <p:nvPr/>
        </p:nvSpPr>
        <p:spPr>
          <a:xfrm rot="1696486">
            <a:off x="7417019" y="4766359"/>
            <a:ext cx="51572" cy="51572"/>
          </a:xfrm>
          <a:prstGeom prst="roundRect">
            <a:avLst>
              <a:gd name="adj" fmla="val 18000"/>
            </a:avLst>
          </a:prstGeom>
          <a:solidFill>
            <a:srgbClr val="F48C18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087" name="lumia-token-particle">
            <a:extLst>
              <a:ext uri="{FF2B5EF4-FFF2-40B4-BE49-F238E27FC236}">
                <a16:creationId xmlns:a16="http://schemas.microsoft.com/office/drawing/2014/main" id="{0921385C-9BBD-4C3F-BF5B-95E654607B4D}"/>
              </a:ext>
            </a:extLst>
          </p:cNvPr>
          <p:cNvSpPr>
            <a:spLocks noGrp="1"/>
          </p:cNvSpPr>
          <p:nvPr/>
        </p:nvSpPr>
        <p:spPr>
          <a:xfrm rot="875781">
            <a:off x="11392449" y="2687905"/>
            <a:ext cx="40490" cy="40490"/>
          </a:xfrm>
          <a:prstGeom prst="ellipse">
            <a:avLst/>
          </a:prstGeom>
          <a:solidFill>
            <a:srgbClr val="69AD3E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088" name="lumia-token-particle">
            <a:extLst>
              <a:ext uri="{FF2B5EF4-FFF2-40B4-BE49-F238E27FC236}">
                <a16:creationId xmlns:a16="http://schemas.microsoft.com/office/drawing/2014/main" id="{1DC5AF97-7D8B-4495-93F6-1C0A02EC34A2}"/>
              </a:ext>
            </a:extLst>
          </p:cNvPr>
          <p:cNvSpPr>
            <a:spLocks noGrp="1"/>
          </p:cNvSpPr>
          <p:nvPr/>
        </p:nvSpPr>
        <p:spPr>
          <a:xfrm rot="1217599">
            <a:off x="6724636" y="4643830"/>
            <a:ext cx="36556" cy="36556"/>
          </a:xfrm>
          <a:prstGeom prst="ellipse">
            <a:avLst/>
          </a:prstGeom>
          <a:solidFill>
            <a:srgbClr val="F17421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1089" name="lumia-token-particle">
            <a:extLst>
              <a:ext uri="{FF2B5EF4-FFF2-40B4-BE49-F238E27FC236}">
                <a16:creationId xmlns:a16="http://schemas.microsoft.com/office/drawing/2014/main" id="{E5196C22-D65C-40E6-8B66-0DF9DEC3BA1F}"/>
              </a:ext>
            </a:extLst>
          </p:cNvPr>
          <p:cNvSpPr>
            <a:spLocks noGrp="1"/>
          </p:cNvSpPr>
          <p:nvPr/>
        </p:nvSpPr>
        <p:spPr>
          <a:xfrm rot="913481">
            <a:off x="11063923" y="3111995"/>
            <a:ext cx="51354" cy="51354"/>
          </a:xfrm>
          <a:prstGeom prst="ellipse">
            <a:avLst/>
          </a:prstGeom>
          <a:solidFill>
            <a:srgbClr val="6AAD3E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090" name="lumia-token-particle">
            <a:extLst>
              <a:ext uri="{FF2B5EF4-FFF2-40B4-BE49-F238E27FC236}">
                <a16:creationId xmlns:a16="http://schemas.microsoft.com/office/drawing/2014/main" id="{28FFF46E-882B-4808-AB39-A07941AF629C}"/>
              </a:ext>
            </a:extLst>
          </p:cNvPr>
          <p:cNvSpPr>
            <a:spLocks noGrp="1"/>
          </p:cNvSpPr>
          <p:nvPr/>
        </p:nvSpPr>
        <p:spPr>
          <a:xfrm rot="2644970">
            <a:off x="7535684" y="5044946"/>
            <a:ext cx="45932" cy="45932"/>
          </a:xfrm>
          <a:prstGeom prst="roundRect">
            <a:avLst>
              <a:gd name="adj" fmla="val 18000"/>
            </a:avLst>
          </a:prstGeom>
          <a:solidFill>
            <a:srgbClr val="F69714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1091" name="lumia-token-particle">
            <a:extLst>
              <a:ext uri="{FF2B5EF4-FFF2-40B4-BE49-F238E27FC236}">
                <a16:creationId xmlns:a16="http://schemas.microsoft.com/office/drawing/2014/main" id="{41D2B573-8B2F-4771-AEAB-1B116BC8F472}"/>
              </a:ext>
            </a:extLst>
          </p:cNvPr>
          <p:cNvSpPr>
            <a:spLocks noGrp="1"/>
          </p:cNvSpPr>
          <p:nvPr/>
        </p:nvSpPr>
        <p:spPr>
          <a:xfrm rot="1857578">
            <a:off x="3696589" y="5587058"/>
            <a:ext cx="15533" cy="15533"/>
          </a:xfrm>
          <a:prstGeom prst="ellipse">
            <a:avLst/>
          </a:prstGeom>
          <a:solidFill>
            <a:srgbClr val="943E6D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1092" name="lumia-token-particle">
            <a:extLst>
              <a:ext uri="{FF2B5EF4-FFF2-40B4-BE49-F238E27FC236}">
                <a16:creationId xmlns:a16="http://schemas.microsoft.com/office/drawing/2014/main" id="{C970EEA2-7441-41BC-8879-FCCAFE2BE36F}"/>
              </a:ext>
            </a:extLst>
          </p:cNvPr>
          <p:cNvSpPr>
            <a:spLocks noGrp="1"/>
          </p:cNvSpPr>
          <p:nvPr/>
        </p:nvSpPr>
        <p:spPr>
          <a:xfrm rot="636604">
            <a:off x="10725469" y="3816618"/>
            <a:ext cx="20324" cy="20324"/>
          </a:xfrm>
          <a:prstGeom prst="roundRect">
            <a:avLst>
              <a:gd name="adj" fmla="val 18747"/>
            </a:avLst>
          </a:prstGeom>
          <a:solidFill>
            <a:srgbClr val="91B12E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93" name="lumia-token-particle-soft-glow">
            <a:extLst>
              <a:ext uri="{FF2B5EF4-FFF2-40B4-BE49-F238E27FC236}">
                <a16:creationId xmlns:a16="http://schemas.microsoft.com/office/drawing/2014/main" id="{F095F019-5D85-4CB5-BA47-39F9D6DEA1B7}"/>
              </a:ext>
            </a:extLst>
          </p:cNvPr>
          <p:cNvSpPr>
            <a:spLocks noGrp="1"/>
          </p:cNvSpPr>
          <p:nvPr/>
        </p:nvSpPr>
        <p:spPr>
          <a:xfrm rot="854200">
            <a:off x="10218106" y="3810316"/>
            <a:ext cx="210350" cy="210350"/>
          </a:xfrm>
          <a:prstGeom prst="roundRect">
            <a:avLst>
              <a:gd name="adj" fmla="val 18000"/>
            </a:avLst>
          </a:prstGeom>
          <a:solidFill>
            <a:srgbClr val="A5B327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094" name="lumia-token-particle">
            <a:extLst>
              <a:ext uri="{FF2B5EF4-FFF2-40B4-BE49-F238E27FC236}">
                <a16:creationId xmlns:a16="http://schemas.microsoft.com/office/drawing/2014/main" id="{A07AD455-E9ED-4AAA-8B02-B21418DBD20F}"/>
              </a:ext>
            </a:extLst>
          </p:cNvPr>
          <p:cNvSpPr>
            <a:spLocks noGrp="1"/>
          </p:cNvSpPr>
          <p:nvPr/>
        </p:nvSpPr>
        <p:spPr>
          <a:xfrm rot="538608">
            <a:off x="10279458" y="3871669"/>
            <a:ext cx="87646" cy="87646"/>
          </a:xfrm>
          <a:prstGeom prst="roundRect">
            <a:avLst>
              <a:gd name="adj" fmla="val 18000"/>
            </a:avLst>
          </a:prstGeom>
          <a:solidFill>
            <a:srgbClr val="A5B327">
              <a:alpha val="74000"/>
            </a:srgbClr>
          </a:solidFill>
          <a:ln w="0">
            <a:noFill/>
            <a:prstDash val="solid"/>
          </a:ln>
        </p:spPr>
      </p:sp>
      <p:sp>
        <p:nvSpPr>
          <p:cNvPr id="1095" name="lumia-token-particle">
            <a:extLst>
              <a:ext uri="{FF2B5EF4-FFF2-40B4-BE49-F238E27FC236}">
                <a16:creationId xmlns:a16="http://schemas.microsoft.com/office/drawing/2014/main" id="{249FC3E0-8081-4090-8AB3-BC28874B3CE3}"/>
              </a:ext>
            </a:extLst>
          </p:cNvPr>
          <p:cNvSpPr>
            <a:spLocks noGrp="1"/>
          </p:cNvSpPr>
          <p:nvPr/>
        </p:nvSpPr>
        <p:spPr>
          <a:xfrm rot="2588629">
            <a:off x="6088647" y="5438983"/>
            <a:ext cx="10076" cy="10076"/>
          </a:xfrm>
          <a:prstGeom prst="ellipse">
            <a:avLst/>
          </a:prstGeom>
          <a:solidFill>
            <a:srgbClr val="EE6129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1096" name="lumia-token-particle">
            <a:extLst>
              <a:ext uri="{FF2B5EF4-FFF2-40B4-BE49-F238E27FC236}">
                <a16:creationId xmlns:a16="http://schemas.microsoft.com/office/drawing/2014/main" id="{8C4151F2-D5E7-4726-8D88-A0387E5FE31A}"/>
              </a:ext>
            </a:extLst>
          </p:cNvPr>
          <p:cNvSpPr>
            <a:spLocks noGrp="1"/>
          </p:cNvSpPr>
          <p:nvPr/>
        </p:nvSpPr>
        <p:spPr>
          <a:xfrm rot="2151688">
            <a:off x="10894402" y="2849960"/>
            <a:ext cx="35138" cy="35138"/>
          </a:xfrm>
          <a:prstGeom prst="ellipse">
            <a:avLst/>
          </a:prstGeom>
          <a:solidFill>
            <a:srgbClr val="7CAF37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97" name="lumia-token-particle">
            <a:extLst>
              <a:ext uri="{FF2B5EF4-FFF2-40B4-BE49-F238E27FC236}">
                <a16:creationId xmlns:a16="http://schemas.microsoft.com/office/drawing/2014/main" id="{B7024CA9-2F4A-4359-A032-BD4E60769DCB}"/>
              </a:ext>
            </a:extLst>
          </p:cNvPr>
          <p:cNvSpPr>
            <a:spLocks noGrp="1"/>
          </p:cNvSpPr>
          <p:nvPr/>
        </p:nvSpPr>
        <p:spPr>
          <a:xfrm rot="2556102">
            <a:off x="3476203" y="5505805"/>
            <a:ext cx="15885" cy="15885"/>
          </a:xfrm>
          <a:prstGeom prst="ellipse">
            <a:avLst/>
          </a:prstGeom>
          <a:solidFill>
            <a:srgbClr val="863E77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1098" name="lumia-token-particle">
            <a:extLst>
              <a:ext uri="{FF2B5EF4-FFF2-40B4-BE49-F238E27FC236}">
                <a16:creationId xmlns:a16="http://schemas.microsoft.com/office/drawing/2014/main" id="{4757D159-1D82-43A6-9568-E285DEA84E5F}"/>
              </a:ext>
            </a:extLst>
          </p:cNvPr>
          <p:cNvSpPr>
            <a:spLocks noGrp="1"/>
          </p:cNvSpPr>
          <p:nvPr/>
        </p:nvSpPr>
        <p:spPr>
          <a:xfrm rot="269093">
            <a:off x="10540489" y="3166852"/>
            <a:ext cx="24190" cy="24190"/>
          </a:xfrm>
          <a:prstGeom prst="ellipse">
            <a:avLst/>
          </a:prstGeom>
          <a:solidFill>
            <a:srgbClr val="96B22D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99" name="lumia-token-particle">
            <a:extLst>
              <a:ext uri="{FF2B5EF4-FFF2-40B4-BE49-F238E27FC236}">
                <a16:creationId xmlns:a16="http://schemas.microsoft.com/office/drawing/2014/main" id="{FED7A889-FACA-496F-8FA7-CB39C65AB827}"/>
              </a:ext>
            </a:extLst>
          </p:cNvPr>
          <p:cNvSpPr>
            <a:spLocks noGrp="1"/>
          </p:cNvSpPr>
          <p:nvPr/>
        </p:nvSpPr>
        <p:spPr>
          <a:xfrm rot="1889174">
            <a:off x="7495475" y="4930298"/>
            <a:ext cx="14591" cy="14591"/>
          </a:xfrm>
          <a:prstGeom prst="ellipse">
            <a:avLst/>
          </a:prstGeom>
          <a:solidFill>
            <a:srgbClr val="F59116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100" name="lumia-token-particle-soft-glow">
            <a:extLst>
              <a:ext uri="{FF2B5EF4-FFF2-40B4-BE49-F238E27FC236}">
                <a16:creationId xmlns:a16="http://schemas.microsoft.com/office/drawing/2014/main" id="{807A019E-E7D3-4166-BED4-64F3D2295A37}"/>
              </a:ext>
            </a:extLst>
          </p:cNvPr>
          <p:cNvSpPr>
            <a:spLocks noGrp="1"/>
          </p:cNvSpPr>
          <p:nvPr/>
        </p:nvSpPr>
        <p:spPr>
          <a:xfrm rot="2407744">
            <a:off x="7495363" y="4855456"/>
            <a:ext cx="180051" cy="180051"/>
          </a:xfrm>
          <a:prstGeom prst="ellipse">
            <a:avLst/>
          </a:prstGeom>
          <a:solidFill>
            <a:srgbClr val="F58F17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01" name="lumia-token-particle">
            <a:extLst>
              <a:ext uri="{FF2B5EF4-FFF2-40B4-BE49-F238E27FC236}">
                <a16:creationId xmlns:a16="http://schemas.microsoft.com/office/drawing/2014/main" id="{23E07D7F-0439-4322-A14E-003B3A138538}"/>
              </a:ext>
            </a:extLst>
          </p:cNvPr>
          <p:cNvSpPr>
            <a:spLocks noGrp="1"/>
          </p:cNvSpPr>
          <p:nvPr/>
        </p:nvSpPr>
        <p:spPr>
          <a:xfrm rot="945896">
            <a:off x="7547878" y="4907971"/>
            <a:ext cx="75021" cy="75021"/>
          </a:xfrm>
          <a:prstGeom prst="ellipse">
            <a:avLst/>
          </a:prstGeom>
          <a:solidFill>
            <a:srgbClr val="F58F17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102" name="lumia-token-particle">
            <a:extLst>
              <a:ext uri="{FF2B5EF4-FFF2-40B4-BE49-F238E27FC236}">
                <a16:creationId xmlns:a16="http://schemas.microsoft.com/office/drawing/2014/main" id="{EA46E71A-F727-432B-878E-9CF6E1F9D5B0}"/>
              </a:ext>
            </a:extLst>
          </p:cNvPr>
          <p:cNvSpPr>
            <a:spLocks noGrp="1"/>
          </p:cNvSpPr>
          <p:nvPr/>
        </p:nvSpPr>
        <p:spPr>
          <a:xfrm rot="2475647">
            <a:off x="6473371" y="4880778"/>
            <a:ext cx="32713" cy="32713"/>
          </a:xfrm>
          <a:prstGeom prst="roundRect">
            <a:avLst>
              <a:gd name="adj" fmla="val 18000"/>
            </a:avLst>
          </a:prstGeom>
          <a:solidFill>
            <a:srgbClr val="F06F23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1103" name="lumia-token-particle">
            <a:extLst>
              <a:ext uri="{FF2B5EF4-FFF2-40B4-BE49-F238E27FC236}">
                <a16:creationId xmlns:a16="http://schemas.microsoft.com/office/drawing/2014/main" id="{85472B7D-6B39-499C-8944-9030396E5904}"/>
              </a:ext>
            </a:extLst>
          </p:cNvPr>
          <p:cNvSpPr>
            <a:spLocks noGrp="1"/>
          </p:cNvSpPr>
          <p:nvPr/>
        </p:nvSpPr>
        <p:spPr>
          <a:xfrm rot="2239314">
            <a:off x="11087911" y="2988646"/>
            <a:ext cx="34310" cy="34310"/>
          </a:xfrm>
          <a:prstGeom prst="ellipse">
            <a:avLst/>
          </a:prstGeom>
          <a:solidFill>
            <a:srgbClr val="7DAF36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04" name="lumia-token-particle">
            <a:extLst>
              <a:ext uri="{FF2B5EF4-FFF2-40B4-BE49-F238E27FC236}">
                <a16:creationId xmlns:a16="http://schemas.microsoft.com/office/drawing/2014/main" id="{8316C159-6CA7-40CC-9B45-8A902A3690AD}"/>
              </a:ext>
            </a:extLst>
          </p:cNvPr>
          <p:cNvSpPr>
            <a:spLocks noGrp="1"/>
          </p:cNvSpPr>
          <p:nvPr/>
        </p:nvSpPr>
        <p:spPr>
          <a:xfrm rot="2485784">
            <a:off x="7313447" y="4923922"/>
            <a:ext cx="26339" cy="26339"/>
          </a:xfrm>
          <a:prstGeom prst="ellipse">
            <a:avLst/>
          </a:prstGeom>
          <a:solidFill>
            <a:srgbClr val="F48919">
              <a:alpha val="51000"/>
            </a:srgbClr>
          </a:solidFill>
          <a:ln w="0">
            <a:noFill/>
            <a:prstDash val="solid"/>
          </a:ln>
        </p:spPr>
      </p:sp>
      <p:sp>
        <p:nvSpPr>
          <p:cNvPr id="1105" name="lumia-token-particle">
            <a:extLst>
              <a:ext uri="{FF2B5EF4-FFF2-40B4-BE49-F238E27FC236}">
                <a16:creationId xmlns:a16="http://schemas.microsoft.com/office/drawing/2014/main" id="{3C18CB6B-4190-4392-9EEE-40D5441B10B1}"/>
              </a:ext>
            </a:extLst>
          </p:cNvPr>
          <p:cNvSpPr>
            <a:spLocks noGrp="1"/>
          </p:cNvSpPr>
          <p:nvPr/>
        </p:nvSpPr>
        <p:spPr>
          <a:xfrm rot="788772">
            <a:off x="3271369" y="5384977"/>
            <a:ext cx="13319" cy="13319"/>
          </a:xfrm>
          <a:prstGeom prst="roundRect">
            <a:avLst>
              <a:gd name="adj" fmla="val 28605"/>
            </a:avLst>
          </a:prstGeom>
          <a:solidFill>
            <a:srgbClr val="783D80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1106" name="lumia-token-particle">
            <a:extLst>
              <a:ext uri="{FF2B5EF4-FFF2-40B4-BE49-F238E27FC236}">
                <a16:creationId xmlns:a16="http://schemas.microsoft.com/office/drawing/2014/main" id="{66407478-8D28-48DB-AE59-ACF2823E0E4E}"/>
              </a:ext>
            </a:extLst>
          </p:cNvPr>
          <p:cNvSpPr>
            <a:spLocks noGrp="1"/>
          </p:cNvSpPr>
          <p:nvPr/>
        </p:nvSpPr>
        <p:spPr>
          <a:xfrm rot="1623755">
            <a:off x="10821734" y="3711362"/>
            <a:ext cx="47364" cy="47364"/>
          </a:xfrm>
          <a:prstGeom prst="ellipse">
            <a:avLst/>
          </a:prstGeom>
          <a:solidFill>
            <a:srgbClr val="72AE3B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107" name="lumia-token-particle">
            <a:extLst>
              <a:ext uri="{FF2B5EF4-FFF2-40B4-BE49-F238E27FC236}">
                <a16:creationId xmlns:a16="http://schemas.microsoft.com/office/drawing/2014/main" id="{012941F5-5AAE-419C-B02E-DC53D5F154D3}"/>
              </a:ext>
            </a:extLst>
          </p:cNvPr>
          <p:cNvSpPr>
            <a:spLocks noGrp="1"/>
          </p:cNvSpPr>
          <p:nvPr/>
        </p:nvSpPr>
        <p:spPr>
          <a:xfrm rot="677424">
            <a:off x="10181710" y="3652853"/>
            <a:ext cx="57574" cy="57574"/>
          </a:xfrm>
          <a:prstGeom prst="ellipse">
            <a:avLst/>
          </a:prstGeom>
          <a:solidFill>
            <a:srgbClr val="ACB424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108" name="lumia-token-particle">
            <a:extLst>
              <a:ext uri="{FF2B5EF4-FFF2-40B4-BE49-F238E27FC236}">
                <a16:creationId xmlns:a16="http://schemas.microsoft.com/office/drawing/2014/main" id="{4F181A01-7A2D-476C-BDF7-FCCEF4CA35C3}"/>
              </a:ext>
            </a:extLst>
          </p:cNvPr>
          <p:cNvSpPr>
            <a:spLocks noGrp="1"/>
          </p:cNvSpPr>
          <p:nvPr/>
        </p:nvSpPr>
        <p:spPr>
          <a:xfrm rot="704466">
            <a:off x="11419700" y="2568435"/>
            <a:ext cx="28636" cy="28636"/>
          </a:xfrm>
          <a:prstGeom prst="ellipse">
            <a:avLst/>
          </a:prstGeom>
          <a:solidFill>
            <a:srgbClr val="4DAA49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1109" name="lumia-token-particle">
            <a:extLst>
              <a:ext uri="{FF2B5EF4-FFF2-40B4-BE49-F238E27FC236}">
                <a16:creationId xmlns:a16="http://schemas.microsoft.com/office/drawing/2014/main" id="{E96819FE-D0E4-443F-83F8-0B0703D8E639}"/>
              </a:ext>
            </a:extLst>
          </p:cNvPr>
          <p:cNvSpPr>
            <a:spLocks noGrp="1"/>
          </p:cNvSpPr>
          <p:nvPr/>
        </p:nvSpPr>
        <p:spPr>
          <a:xfrm rot="2021972">
            <a:off x="1772437" y="6221174"/>
            <a:ext cx="14818" cy="14818"/>
          </a:xfrm>
          <a:prstGeom prst="roundRect">
            <a:avLst>
              <a:gd name="adj" fmla="val 25712"/>
            </a:avLst>
          </a:prstGeom>
          <a:solidFill>
            <a:srgbClr val="5055B6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1110" name="lumia-token-particle">
            <a:extLst>
              <a:ext uri="{FF2B5EF4-FFF2-40B4-BE49-F238E27FC236}">
                <a16:creationId xmlns:a16="http://schemas.microsoft.com/office/drawing/2014/main" id="{1F340EBD-CC6F-43B9-87BF-F5026A555010}"/>
              </a:ext>
            </a:extLst>
          </p:cNvPr>
          <p:cNvSpPr>
            <a:spLocks noGrp="1"/>
          </p:cNvSpPr>
          <p:nvPr/>
        </p:nvSpPr>
        <p:spPr>
          <a:xfrm rot="1787289">
            <a:off x="4418175" y="5498448"/>
            <a:ext cx="14991" cy="14991"/>
          </a:xfrm>
          <a:prstGeom prst="roundRect">
            <a:avLst>
              <a:gd name="adj" fmla="val 25415"/>
            </a:avLst>
          </a:prstGeom>
          <a:solidFill>
            <a:srgbClr val="BB4054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11" name="lumia-token-particle">
            <a:extLst>
              <a:ext uri="{FF2B5EF4-FFF2-40B4-BE49-F238E27FC236}">
                <a16:creationId xmlns:a16="http://schemas.microsoft.com/office/drawing/2014/main" id="{AFB62F07-EFDF-4350-90C4-5F8B3F148EE1}"/>
              </a:ext>
            </a:extLst>
          </p:cNvPr>
          <p:cNvSpPr>
            <a:spLocks noGrp="1"/>
          </p:cNvSpPr>
          <p:nvPr/>
        </p:nvSpPr>
        <p:spPr>
          <a:xfrm rot="996012">
            <a:off x="10843349" y="4021075"/>
            <a:ext cx="31618" cy="31618"/>
          </a:xfrm>
          <a:prstGeom prst="ellipse">
            <a:avLst/>
          </a:prstGeom>
          <a:solidFill>
            <a:srgbClr val="78AF38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12" name="lumia-token-particle-soft-glow">
            <a:extLst>
              <a:ext uri="{FF2B5EF4-FFF2-40B4-BE49-F238E27FC236}">
                <a16:creationId xmlns:a16="http://schemas.microsoft.com/office/drawing/2014/main" id="{022965D6-B083-4F67-9D0B-2D9D2877D568}"/>
              </a:ext>
            </a:extLst>
          </p:cNvPr>
          <p:cNvSpPr>
            <a:spLocks noGrp="1"/>
          </p:cNvSpPr>
          <p:nvPr/>
        </p:nvSpPr>
        <p:spPr>
          <a:xfrm rot="2401880">
            <a:off x="12054313" y="3275422"/>
            <a:ext cx="261987" cy="261987"/>
          </a:xfrm>
          <a:prstGeom prst="roundRect">
            <a:avLst>
              <a:gd name="adj" fmla="val 18000"/>
            </a:avLst>
          </a:prstGeom>
          <a:solidFill>
            <a:srgbClr val="40A94E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13" name="lumia-token-particle">
            <a:extLst>
              <a:ext uri="{FF2B5EF4-FFF2-40B4-BE49-F238E27FC236}">
                <a16:creationId xmlns:a16="http://schemas.microsoft.com/office/drawing/2014/main" id="{FF5C2C5B-15AB-485D-84DA-AFCA01466489}"/>
              </a:ext>
            </a:extLst>
          </p:cNvPr>
          <p:cNvSpPr>
            <a:spLocks noGrp="1"/>
          </p:cNvSpPr>
          <p:nvPr/>
        </p:nvSpPr>
        <p:spPr>
          <a:xfrm rot="1889612">
            <a:off x="12130726" y="3351834"/>
            <a:ext cx="109161" cy="109161"/>
          </a:xfrm>
          <a:prstGeom prst="roundRect">
            <a:avLst>
              <a:gd name="adj" fmla="val 18000"/>
            </a:avLst>
          </a:prstGeom>
          <a:solidFill>
            <a:srgbClr val="40A94E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1114" name="lumia-token-particle">
            <a:extLst>
              <a:ext uri="{FF2B5EF4-FFF2-40B4-BE49-F238E27FC236}">
                <a16:creationId xmlns:a16="http://schemas.microsoft.com/office/drawing/2014/main" id="{27FE1B6A-2557-475B-AED0-BF6A4750EB33}"/>
              </a:ext>
            </a:extLst>
          </p:cNvPr>
          <p:cNvSpPr>
            <a:spLocks noGrp="1"/>
          </p:cNvSpPr>
          <p:nvPr/>
        </p:nvSpPr>
        <p:spPr>
          <a:xfrm rot="2203416">
            <a:off x="6071572" y="5220782"/>
            <a:ext cx="17841" cy="17841"/>
          </a:xfrm>
          <a:prstGeom prst="ellipse">
            <a:avLst/>
          </a:prstGeom>
          <a:solidFill>
            <a:srgbClr val="EC532F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1115" name="lumia-token-particle-soft-glow">
            <a:extLst>
              <a:ext uri="{FF2B5EF4-FFF2-40B4-BE49-F238E27FC236}">
                <a16:creationId xmlns:a16="http://schemas.microsoft.com/office/drawing/2014/main" id="{94D12A40-3591-4334-BC94-8204EFCE8EA0}"/>
              </a:ext>
            </a:extLst>
          </p:cNvPr>
          <p:cNvSpPr>
            <a:spLocks noGrp="1"/>
          </p:cNvSpPr>
          <p:nvPr/>
        </p:nvSpPr>
        <p:spPr>
          <a:xfrm rot="1033418">
            <a:off x="4848745" y="5350279"/>
            <a:ext cx="126121" cy="126121"/>
          </a:xfrm>
          <a:prstGeom prst="roundRect">
            <a:avLst>
              <a:gd name="adj" fmla="val 18000"/>
            </a:avLst>
          </a:prstGeom>
          <a:solidFill>
            <a:srgbClr val="C8414B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116" name="lumia-token-particle">
            <a:extLst>
              <a:ext uri="{FF2B5EF4-FFF2-40B4-BE49-F238E27FC236}">
                <a16:creationId xmlns:a16="http://schemas.microsoft.com/office/drawing/2014/main" id="{265558D8-015F-40D0-B1AD-D2C44D66B5A1}"/>
              </a:ext>
            </a:extLst>
          </p:cNvPr>
          <p:cNvSpPr>
            <a:spLocks noGrp="1"/>
          </p:cNvSpPr>
          <p:nvPr/>
        </p:nvSpPr>
        <p:spPr>
          <a:xfrm rot="2145568">
            <a:off x="4885531" y="5387064"/>
            <a:ext cx="52550" cy="52550"/>
          </a:xfrm>
          <a:prstGeom prst="roundRect">
            <a:avLst>
              <a:gd name="adj" fmla="val 18000"/>
            </a:avLst>
          </a:prstGeom>
          <a:solidFill>
            <a:srgbClr val="C8414B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117" name="lumia-token-particle-soft-glow">
            <a:extLst>
              <a:ext uri="{FF2B5EF4-FFF2-40B4-BE49-F238E27FC236}">
                <a16:creationId xmlns:a16="http://schemas.microsoft.com/office/drawing/2014/main" id="{B44E6359-8AF2-4665-B350-8D7E055E0AFC}"/>
              </a:ext>
            </a:extLst>
          </p:cNvPr>
          <p:cNvSpPr>
            <a:spLocks noGrp="1"/>
          </p:cNvSpPr>
          <p:nvPr/>
        </p:nvSpPr>
        <p:spPr>
          <a:xfrm rot="2163418">
            <a:off x="8254762" y="4218402"/>
            <a:ext cx="234747" cy="234747"/>
          </a:xfrm>
          <a:prstGeom prst="roundRect">
            <a:avLst>
              <a:gd name="adj" fmla="val 18000"/>
            </a:avLst>
          </a:prstGeom>
          <a:solidFill>
            <a:srgbClr val="FAB408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18" name="lumia-token-particle">
            <a:extLst>
              <a:ext uri="{FF2B5EF4-FFF2-40B4-BE49-F238E27FC236}">
                <a16:creationId xmlns:a16="http://schemas.microsoft.com/office/drawing/2014/main" id="{BEF382D8-5846-4C83-AD7A-ECE66E4BFCCC}"/>
              </a:ext>
            </a:extLst>
          </p:cNvPr>
          <p:cNvSpPr>
            <a:spLocks noGrp="1"/>
          </p:cNvSpPr>
          <p:nvPr/>
        </p:nvSpPr>
        <p:spPr>
          <a:xfrm rot="1275652">
            <a:off x="8323229" y="4286870"/>
            <a:ext cx="97811" cy="97811"/>
          </a:xfrm>
          <a:prstGeom prst="roundRect">
            <a:avLst>
              <a:gd name="adj" fmla="val 18000"/>
            </a:avLst>
          </a:prstGeom>
          <a:solidFill>
            <a:srgbClr val="FAB408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119" name="lumia-token-particle-soft-glow">
            <a:extLst>
              <a:ext uri="{FF2B5EF4-FFF2-40B4-BE49-F238E27FC236}">
                <a16:creationId xmlns:a16="http://schemas.microsoft.com/office/drawing/2014/main" id="{CFAB6381-3BF9-4382-BF40-4F2197A69B8A}"/>
              </a:ext>
            </a:extLst>
          </p:cNvPr>
          <p:cNvSpPr>
            <a:spLocks noGrp="1"/>
          </p:cNvSpPr>
          <p:nvPr/>
        </p:nvSpPr>
        <p:spPr>
          <a:xfrm rot="1018800">
            <a:off x="7040516" y="4294678"/>
            <a:ext cx="160630" cy="160630"/>
          </a:xfrm>
          <a:prstGeom prst="roundRect">
            <a:avLst>
              <a:gd name="adj" fmla="val 18000"/>
            </a:avLst>
          </a:prstGeom>
          <a:solidFill>
            <a:srgbClr val="F3851B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120" name="lumia-token-particle">
            <a:extLst>
              <a:ext uri="{FF2B5EF4-FFF2-40B4-BE49-F238E27FC236}">
                <a16:creationId xmlns:a16="http://schemas.microsoft.com/office/drawing/2014/main" id="{5F9BEDDC-DE81-4FD1-9C83-1A9A23FCD58B}"/>
              </a:ext>
            </a:extLst>
          </p:cNvPr>
          <p:cNvSpPr>
            <a:spLocks noGrp="1"/>
          </p:cNvSpPr>
          <p:nvPr/>
        </p:nvSpPr>
        <p:spPr>
          <a:xfrm rot="1144848">
            <a:off x="7087366" y="4341528"/>
            <a:ext cx="66929" cy="66929"/>
          </a:xfrm>
          <a:prstGeom prst="roundRect">
            <a:avLst>
              <a:gd name="adj" fmla="val 18000"/>
            </a:avLst>
          </a:prstGeom>
          <a:solidFill>
            <a:srgbClr val="F3851B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121" name="lumia-token-particle">
            <a:extLst>
              <a:ext uri="{FF2B5EF4-FFF2-40B4-BE49-F238E27FC236}">
                <a16:creationId xmlns:a16="http://schemas.microsoft.com/office/drawing/2014/main" id="{0F13B906-D669-46AA-A6BD-576A9D394ED2}"/>
              </a:ext>
            </a:extLst>
          </p:cNvPr>
          <p:cNvSpPr>
            <a:spLocks noGrp="1"/>
          </p:cNvSpPr>
          <p:nvPr/>
        </p:nvSpPr>
        <p:spPr>
          <a:xfrm rot="2174686">
            <a:off x="4201000" y="5596326"/>
            <a:ext cx="16725" cy="16725"/>
          </a:xfrm>
          <a:prstGeom prst="roundRect">
            <a:avLst>
              <a:gd name="adj" fmla="val 22781"/>
            </a:avLst>
          </a:prstGeom>
          <a:solidFill>
            <a:srgbClr val="A53F6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2" name="lumia-token-particle">
            <a:extLst>
              <a:ext uri="{FF2B5EF4-FFF2-40B4-BE49-F238E27FC236}">
                <a16:creationId xmlns:a16="http://schemas.microsoft.com/office/drawing/2014/main" id="{D1760461-AFCD-41D0-AAC4-FA75ABD8EF4A}"/>
              </a:ext>
            </a:extLst>
          </p:cNvPr>
          <p:cNvSpPr>
            <a:spLocks noGrp="1"/>
          </p:cNvSpPr>
          <p:nvPr/>
        </p:nvSpPr>
        <p:spPr>
          <a:xfrm rot="1757788">
            <a:off x="7725325" y="4624412"/>
            <a:ext cx="12864" cy="12864"/>
          </a:xfrm>
          <a:prstGeom prst="roundRect">
            <a:avLst>
              <a:gd name="adj" fmla="val 29617"/>
            </a:avLst>
          </a:prstGeom>
          <a:solidFill>
            <a:srgbClr val="F69913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123" name="lumia-token-particle">
            <a:extLst>
              <a:ext uri="{FF2B5EF4-FFF2-40B4-BE49-F238E27FC236}">
                <a16:creationId xmlns:a16="http://schemas.microsoft.com/office/drawing/2014/main" id="{268FCBAA-81BE-442B-B48D-8ECCFC77A396}"/>
              </a:ext>
            </a:extLst>
          </p:cNvPr>
          <p:cNvSpPr>
            <a:spLocks noGrp="1"/>
          </p:cNvSpPr>
          <p:nvPr/>
        </p:nvSpPr>
        <p:spPr>
          <a:xfrm rot="776595">
            <a:off x="4722345" y="5476872"/>
            <a:ext cx="29042" cy="29042"/>
          </a:xfrm>
          <a:prstGeom prst="ellipse">
            <a:avLst/>
          </a:prstGeom>
          <a:solidFill>
            <a:srgbClr val="C4414E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1124" name="lumia-token-particle">
            <a:extLst>
              <a:ext uri="{FF2B5EF4-FFF2-40B4-BE49-F238E27FC236}">
                <a16:creationId xmlns:a16="http://schemas.microsoft.com/office/drawing/2014/main" id="{7DBECAD7-7066-47BA-95D9-A01B05104C50}"/>
              </a:ext>
            </a:extLst>
          </p:cNvPr>
          <p:cNvSpPr>
            <a:spLocks noGrp="1"/>
          </p:cNvSpPr>
          <p:nvPr/>
        </p:nvSpPr>
        <p:spPr>
          <a:xfrm rot="1082780">
            <a:off x="1829645" y="5975389"/>
            <a:ext cx="12868" cy="12868"/>
          </a:xfrm>
          <a:prstGeom prst="ellipse">
            <a:avLst/>
          </a:prstGeom>
          <a:solidFill>
            <a:srgbClr val="5153B4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1125" name="lumia-token-particle">
            <a:extLst>
              <a:ext uri="{FF2B5EF4-FFF2-40B4-BE49-F238E27FC236}">
                <a16:creationId xmlns:a16="http://schemas.microsoft.com/office/drawing/2014/main" id="{58AA08CA-F98A-4CC4-8DA5-F20FCC798DDE}"/>
              </a:ext>
            </a:extLst>
          </p:cNvPr>
          <p:cNvSpPr>
            <a:spLocks noGrp="1"/>
          </p:cNvSpPr>
          <p:nvPr/>
        </p:nvSpPr>
        <p:spPr>
          <a:xfrm rot="2151342">
            <a:off x="7502501" y="4915112"/>
            <a:ext cx="40545" cy="40545"/>
          </a:xfrm>
          <a:prstGeom prst="roundRect">
            <a:avLst>
              <a:gd name="adj" fmla="val 18000"/>
            </a:avLst>
          </a:prstGeom>
          <a:solidFill>
            <a:srgbClr val="F69813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1126" name="lumia-token-particle">
            <a:extLst>
              <a:ext uri="{FF2B5EF4-FFF2-40B4-BE49-F238E27FC236}">
                <a16:creationId xmlns:a16="http://schemas.microsoft.com/office/drawing/2014/main" id="{C20CE8E7-9E3B-467A-9C32-C1EC05C13961}"/>
              </a:ext>
            </a:extLst>
          </p:cNvPr>
          <p:cNvSpPr>
            <a:spLocks noGrp="1"/>
          </p:cNvSpPr>
          <p:nvPr/>
        </p:nvSpPr>
        <p:spPr>
          <a:xfrm rot="1337496">
            <a:off x="8039919" y="5216166"/>
            <a:ext cx="20626" cy="20626"/>
          </a:xfrm>
          <a:prstGeom prst="roundRect">
            <a:avLst>
              <a:gd name="adj" fmla="val 18472"/>
            </a:avLst>
          </a:prstGeom>
          <a:solidFill>
            <a:srgbClr val="F8A70D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127" name="lumia-token-particle-soft-glow">
            <a:extLst>
              <a:ext uri="{FF2B5EF4-FFF2-40B4-BE49-F238E27FC236}">
                <a16:creationId xmlns:a16="http://schemas.microsoft.com/office/drawing/2014/main" id="{CCEE038C-D361-4D43-AA4E-F4F0E2CF3189}"/>
              </a:ext>
            </a:extLst>
          </p:cNvPr>
          <p:cNvSpPr>
            <a:spLocks noGrp="1"/>
          </p:cNvSpPr>
          <p:nvPr/>
        </p:nvSpPr>
        <p:spPr>
          <a:xfrm rot="917112">
            <a:off x="11990385" y="2798600"/>
            <a:ext cx="340045" cy="340045"/>
          </a:xfrm>
          <a:prstGeom prst="ellipse">
            <a:avLst/>
          </a:prstGeom>
          <a:solidFill>
            <a:srgbClr val="3CA950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28" name="lumia-token-particle">
            <a:extLst>
              <a:ext uri="{FF2B5EF4-FFF2-40B4-BE49-F238E27FC236}">
                <a16:creationId xmlns:a16="http://schemas.microsoft.com/office/drawing/2014/main" id="{440CE413-3823-4C48-B9C8-BE4E678C22BE}"/>
              </a:ext>
            </a:extLst>
          </p:cNvPr>
          <p:cNvSpPr>
            <a:spLocks noGrp="1"/>
          </p:cNvSpPr>
          <p:nvPr/>
        </p:nvSpPr>
        <p:spPr>
          <a:xfrm rot="865865">
            <a:off x="12089565" y="2897779"/>
            <a:ext cx="141685" cy="141685"/>
          </a:xfrm>
          <a:prstGeom prst="ellipse">
            <a:avLst/>
          </a:prstGeom>
          <a:solidFill>
            <a:srgbClr val="3CA950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1129" name="lumia-token-particle-soft-glow">
            <a:extLst>
              <a:ext uri="{FF2B5EF4-FFF2-40B4-BE49-F238E27FC236}">
                <a16:creationId xmlns:a16="http://schemas.microsoft.com/office/drawing/2014/main" id="{147F0B55-C156-4C81-9F49-DBED8DAA9C8A}"/>
              </a:ext>
            </a:extLst>
          </p:cNvPr>
          <p:cNvSpPr>
            <a:spLocks noGrp="1"/>
          </p:cNvSpPr>
          <p:nvPr/>
        </p:nvSpPr>
        <p:spPr>
          <a:xfrm rot="1648846">
            <a:off x="8702700" y="3704108"/>
            <a:ext cx="249839" cy="249839"/>
          </a:xfrm>
          <a:prstGeom prst="ellipse">
            <a:avLst/>
          </a:prstGeom>
          <a:solidFill>
            <a:srgbClr val="FBBB05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30" name="lumia-token-particle">
            <a:extLst>
              <a:ext uri="{FF2B5EF4-FFF2-40B4-BE49-F238E27FC236}">
                <a16:creationId xmlns:a16="http://schemas.microsoft.com/office/drawing/2014/main" id="{EBAD8734-6E3F-45C7-B70A-215B53FE9973}"/>
              </a:ext>
            </a:extLst>
          </p:cNvPr>
          <p:cNvSpPr>
            <a:spLocks noGrp="1"/>
          </p:cNvSpPr>
          <p:nvPr/>
        </p:nvSpPr>
        <p:spPr>
          <a:xfrm rot="2185266">
            <a:off x="8775570" y="3776978"/>
            <a:ext cx="104099" cy="104099"/>
          </a:xfrm>
          <a:prstGeom prst="ellipse">
            <a:avLst/>
          </a:prstGeom>
          <a:solidFill>
            <a:srgbClr val="FBBB05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131" name="lumia-token-particle">
            <a:extLst>
              <a:ext uri="{FF2B5EF4-FFF2-40B4-BE49-F238E27FC236}">
                <a16:creationId xmlns:a16="http://schemas.microsoft.com/office/drawing/2014/main" id="{6C981F8E-5A8E-4A2E-8059-5B7A9BF7E90F}"/>
              </a:ext>
            </a:extLst>
          </p:cNvPr>
          <p:cNvSpPr>
            <a:spLocks noGrp="1"/>
          </p:cNvSpPr>
          <p:nvPr/>
        </p:nvSpPr>
        <p:spPr>
          <a:xfrm rot="355199">
            <a:off x="2599087" y="6178733"/>
            <a:ext cx="13973" cy="13973"/>
          </a:xfrm>
          <a:prstGeom prst="ellipse">
            <a:avLst/>
          </a:prstGeom>
          <a:solidFill>
            <a:srgbClr val="57409B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1132" name="lumia-token-particle">
            <a:extLst>
              <a:ext uri="{FF2B5EF4-FFF2-40B4-BE49-F238E27FC236}">
                <a16:creationId xmlns:a16="http://schemas.microsoft.com/office/drawing/2014/main" id="{AA46AF2B-7E1D-4391-8C7D-0ED3099B0347}"/>
              </a:ext>
            </a:extLst>
          </p:cNvPr>
          <p:cNvSpPr>
            <a:spLocks noGrp="1"/>
          </p:cNvSpPr>
          <p:nvPr/>
        </p:nvSpPr>
        <p:spPr>
          <a:xfrm rot="2297360">
            <a:off x="10430902" y="2982589"/>
            <a:ext cx="38861" cy="38861"/>
          </a:xfrm>
          <a:prstGeom prst="roundRect">
            <a:avLst>
              <a:gd name="adj" fmla="val 18000"/>
            </a:avLst>
          </a:prstGeom>
          <a:solidFill>
            <a:srgbClr val="96B22D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1133" name="lumia-token-particle">
            <a:extLst>
              <a:ext uri="{FF2B5EF4-FFF2-40B4-BE49-F238E27FC236}">
                <a16:creationId xmlns:a16="http://schemas.microsoft.com/office/drawing/2014/main" id="{15E47DAB-DFD7-4D6E-AAA4-472C711E31A5}"/>
              </a:ext>
            </a:extLst>
          </p:cNvPr>
          <p:cNvSpPr>
            <a:spLocks noGrp="1"/>
          </p:cNvSpPr>
          <p:nvPr/>
        </p:nvSpPr>
        <p:spPr>
          <a:xfrm rot="1089935">
            <a:off x="11286485" y="2503191"/>
            <a:ext cx="30381" cy="30381"/>
          </a:xfrm>
          <a:prstGeom prst="ellipse">
            <a:avLst/>
          </a:prstGeom>
          <a:solidFill>
            <a:srgbClr val="6CAE3D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34" name="lumia-token-particle-soft-glow">
            <a:extLst>
              <a:ext uri="{FF2B5EF4-FFF2-40B4-BE49-F238E27FC236}">
                <a16:creationId xmlns:a16="http://schemas.microsoft.com/office/drawing/2014/main" id="{4552A398-2C4F-4721-8819-6AA288A06BE3}"/>
              </a:ext>
            </a:extLst>
          </p:cNvPr>
          <p:cNvSpPr>
            <a:spLocks noGrp="1"/>
          </p:cNvSpPr>
          <p:nvPr/>
        </p:nvSpPr>
        <p:spPr>
          <a:xfrm rot="2664143">
            <a:off x="10017312" y="4169305"/>
            <a:ext cx="246884" cy="246884"/>
          </a:xfrm>
          <a:prstGeom prst="roundRect">
            <a:avLst>
              <a:gd name="adj" fmla="val 18000"/>
            </a:avLst>
          </a:prstGeom>
          <a:solidFill>
            <a:srgbClr val="A5B327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35" name="lumia-token-particle">
            <a:extLst>
              <a:ext uri="{FF2B5EF4-FFF2-40B4-BE49-F238E27FC236}">
                <a16:creationId xmlns:a16="http://schemas.microsoft.com/office/drawing/2014/main" id="{69087811-46F9-47F5-AC0B-E18B28DF337D}"/>
              </a:ext>
            </a:extLst>
          </p:cNvPr>
          <p:cNvSpPr>
            <a:spLocks noGrp="1"/>
          </p:cNvSpPr>
          <p:nvPr/>
        </p:nvSpPr>
        <p:spPr>
          <a:xfrm rot="1403009">
            <a:off x="10089320" y="4241312"/>
            <a:ext cx="102868" cy="102868"/>
          </a:xfrm>
          <a:prstGeom prst="roundRect">
            <a:avLst>
              <a:gd name="adj" fmla="val 18000"/>
            </a:avLst>
          </a:prstGeom>
          <a:solidFill>
            <a:srgbClr val="A5B327">
              <a:alpha val="74000"/>
            </a:srgbClr>
          </a:solidFill>
          <a:ln w="0">
            <a:noFill/>
            <a:prstDash val="solid"/>
          </a:ln>
        </p:spPr>
      </p:sp>
      <p:sp>
        <p:nvSpPr>
          <p:cNvPr id="1136" name="lumia-token-particle-soft-glow">
            <a:extLst>
              <a:ext uri="{FF2B5EF4-FFF2-40B4-BE49-F238E27FC236}">
                <a16:creationId xmlns:a16="http://schemas.microsoft.com/office/drawing/2014/main" id="{E86AB53A-B962-433D-9FED-BAECA9FAC1FE}"/>
              </a:ext>
            </a:extLst>
          </p:cNvPr>
          <p:cNvSpPr>
            <a:spLocks noGrp="1"/>
          </p:cNvSpPr>
          <p:nvPr/>
        </p:nvSpPr>
        <p:spPr>
          <a:xfrm rot="382655">
            <a:off x="9986807" y="4316972"/>
            <a:ext cx="181414" cy="181414"/>
          </a:xfrm>
          <a:prstGeom prst="ellipse">
            <a:avLst/>
          </a:prstGeom>
          <a:solidFill>
            <a:srgbClr val="A0B329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37" name="lumia-token-particle">
            <a:extLst>
              <a:ext uri="{FF2B5EF4-FFF2-40B4-BE49-F238E27FC236}">
                <a16:creationId xmlns:a16="http://schemas.microsoft.com/office/drawing/2014/main" id="{F8009BEA-131E-4485-847C-3DA36C10E606}"/>
              </a:ext>
            </a:extLst>
          </p:cNvPr>
          <p:cNvSpPr>
            <a:spLocks noGrp="1"/>
          </p:cNvSpPr>
          <p:nvPr/>
        </p:nvSpPr>
        <p:spPr>
          <a:xfrm rot="1834768">
            <a:off x="10039719" y="4369884"/>
            <a:ext cx="75589" cy="75589"/>
          </a:xfrm>
          <a:prstGeom prst="ellipse">
            <a:avLst/>
          </a:prstGeom>
          <a:solidFill>
            <a:srgbClr val="A0B329">
              <a:alpha val="74000"/>
            </a:srgbClr>
          </a:solidFill>
          <a:ln w="0">
            <a:noFill/>
            <a:prstDash val="solid"/>
          </a:ln>
        </p:spPr>
      </p:sp>
      <p:sp>
        <p:nvSpPr>
          <p:cNvPr id="1138" name="lumia-token-particle">
            <a:extLst>
              <a:ext uri="{FF2B5EF4-FFF2-40B4-BE49-F238E27FC236}">
                <a16:creationId xmlns:a16="http://schemas.microsoft.com/office/drawing/2014/main" id="{D36162B0-71E8-41A3-BE9C-C9CFFE09247C}"/>
              </a:ext>
            </a:extLst>
          </p:cNvPr>
          <p:cNvSpPr>
            <a:spLocks noGrp="1"/>
          </p:cNvSpPr>
          <p:nvPr/>
        </p:nvSpPr>
        <p:spPr>
          <a:xfrm rot="1259044">
            <a:off x="7849910" y="5187892"/>
            <a:ext cx="41365" cy="41365"/>
          </a:xfrm>
          <a:prstGeom prst="ellipse">
            <a:avLst/>
          </a:prstGeom>
          <a:solidFill>
            <a:srgbClr val="F79E11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1139" name="lumia-token-particle">
            <a:extLst>
              <a:ext uri="{FF2B5EF4-FFF2-40B4-BE49-F238E27FC236}">
                <a16:creationId xmlns:a16="http://schemas.microsoft.com/office/drawing/2014/main" id="{4245C2A1-30CC-4E04-AF0E-02FE98EF0F89}"/>
              </a:ext>
            </a:extLst>
          </p:cNvPr>
          <p:cNvSpPr>
            <a:spLocks noGrp="1"/>
          </p:cNvSpPr>
          <p:nvPr/>
        </p:nvSpPr>
        <p:spPr>
          <a:xfrm rot="1845294">
            <a:off x="7116751" y="5207313"/>
            <a:ext cx="21220" cy="21220"/>
          </a:xfrm>
          <a:prstGeom prst="roundRect">
            <a:avLst>
              <a:gd name="adj" fmla="val 18000"/>
            </a:avLst>
          </a:prstGeom>
          <a:solidFill>
            <a:srgbClr val="F48B18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140" name="lumia-token-particle-soft-glow">
            <a:extLst>
              <a:ext uri="{FF2B5EF4-FFF2-40B4-BE49-F238E27FC236}">
                <a16:creationId xmlns:a16="http://schemas.microsoft.com/office/drawing/2014/main" id="{52D1A951-9BA5-48C5-BEBF-ADED6AA4BAFA}"/>
              </a:ext>
            </a:extLst>
          </p:cNvPr>
          <p:cNvSpPr>
            <a:spLocks noGrp="1"/>
          </p:cNvSpPr>
          <p:nvPr/>
        </p:nvSpPr>
        <p:spPr>
          <a:xfrm rot="2363203">
            <a:off x="10889937" y="3032029"/>
            <a:ext cx="308385" cy="308385"/>
          </a:xfrm>
          <a:prstGeom prst="roundRect">
            <a:avLst>
              <a:gd name="adj" fmla="val 18000"/>
            </a:avLst>
          </a:prstGeom>
          <a:solidFill>
            <a:srgbClr val="6EAE3C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41" name="lumia-token-particle">
            <a:extLst>
              <a:ext uri="{FF2B5EF4-FFF2-40B4-BE49-F238E27FC236}">
                <a16:creationId xmlns:a16="http://schemas.microsoft.com/office/drawing/2014/main" id="{6D927194-E49A-440F-B52C-DE5C501A5957}"/>
              </a:ext>
            </a:extLst>
          </p:cNvPr>
          <p:cNvSpPr>
            <a:spLocks noGrp="1"/>
          </p:cNvSpPr>
          <p:nvPr/>
        </p:nvSpPr>
        <p:spPr>
          <a:xfrm rot="216250">
            <a:off x="10979883" y="3121974"/>
            <a:ext cx="128494" cy="128494"/>
          </a:xfrm>
          <a:prstGeom prst="roundRect">
            <a:avLst>
              <a:gd name="adj" fmla="val 18000"/>
            </a:avLst>
          </a:prstGeom>
          <a:solidFill>
            <a:srgbClr val="6EAE3C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1142" name="lumia-token-particle-soft-glow">
            <a:extLst>
              <a:ext uri="{FF2B5EF4-FFF2-40B4-BE49-F238E27FC236}">
                <a16:creationId xmlns:a16="http://schemas.microsoft.com/office/drawing/2014/main" id="{B648A6ED-A4C8-4E00-8FA1-C7B10E96714B}"/>
              </a:ext>
            </a:extLst>
          </p:cNvPr>
          <p:cNvSpPr>
            <a:spLocks noGrp="1"/>
          </p:cNvSpPr>
          <p:nvPr/>
        </p:nvSpPr>
        <p:spPr>
          <a:xfrm rot="1670720">
            <a:off x="10988525" y="3772948"/>
            <a:ext cx="210832" cy="210832"/>
          </a:xfrm>
          <a:prstGeom prst="ellipse">
            <a:avLst/>
          </a:prstGeom>
          <a:solidFill>
            <a:srgbClr val="7DAF36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43" name="lumia-token-particle">
            <a:extLst>
              <a:ext uri="{FF2B5EF4-FFF2-40B4-BE49-F238E27FC236}">
                <a16:creationId xmlns:a16="http://schemas.microsoft.com/office/drawing/2014/main" id="{CA2A6EF6-E12B-4122-90E8-F8D20EBD9725}"/>
              </a:ext>
            </a:extLst>
          </p:cNvPr>
          <p:cNvSpPr>
            <a:spLocks noGrp="1"/>
          </p:cNvSpPr>
          <p:nvPr/>
        </p:nvSpPr>
        <p:spPr>
          <a:xfrm rot="1720107">
            <a:off x="11050018" y="3834440"/>
            <a:ext cx="87847" cy="87847"/>
          </a:xfrm>
          <a:prstGeom prst="ellipse">
            <a:avLst/>
          </a:prstGeom>
          <a:solidFill>
            <a:srgbClr val="7DAF36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1144" name="lumia-token-particle-soft-glow">
            <a:extLst>
              <a:ext uri="{FF2B5EF4-FFF2-40B4-BE49-F238E27FC236}">
                <a16:creationId xmlns:a16="http://schemas.microsoft.com/office/drawing/2014/main" id="{785EC4C5-EEFB-4797-8211-A49D0F6DDF92}"/>
              </a:ext>
            </a:extLst>
          </p:cNvPr>
          <p:cNvSpPr>
            <a:spLocks noGrp="1"/>
          </p:cNvSpPr>
          <p:nvPr/>
        </p:nvSpPr>
        <p:spPr>
          <a:xfrm rot="1588220">
            <a:off x="10070386" y="3126834"/>
            <a:ext cx="174573" cy="174573"/>
          </a:xfrm>
          <a:prstGeom prst="ellipse">
            <a:avLst/>
          </a:prstGeom>
          <a:solidFill>
            <a:srgbClr val="ABB424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45" name="lumia-token-particle">
            <a:extLst>
              <a:ext uri="{FF2B5EF4-FFF2-40B4-BE49-F238E27FC236}">
                <a16:creationId xmlns:a16="http://schemas.microsoft.com/office/drawing/2014/main" id="{8FE6291E-034E-4170-92BE-E5819958FC43}"/>
              </a:ext>
            </a:extLst>
          </p:cNvPr>
          <p:cNvSpPr>
            <a:spLocks noGrp="1"/>
          </p:cNvSpPr>
          <p:nvPr/>
        </p:nvSpPr>
        <p:spPr>
          <a:xfrm rot="1361686">
            <a:off x="10121303" y="3177751"/>
            <a:ext cx="72739" cy="72739"/>
          </a:xfrm>
          <a:prstGeom prst="ellipse">
            <a:avLst/>
          </a:prstGeom>
          <a:solidFill>
            <a:srgbClr val="ABB424">
              <a:alpha val="73000"/>
            </a:srgbClr>
          </a:solidFill>
          <a:ln w="0">
            <a:noFill/>
            <a:prstDash val="solid"/>
          </a:ln>
        </p:spPr>
      </p:sp>
      <p:sp>
        <p:nvSpPr>
          <p:cNvPr id="1146" name="lumia-token-particle">
            <a:extLst>
              <a:ext uri="{FF2B5EF4-FFF2-40B4-BE49-F238E27FC236}">
                <a16:creationId xmlns:a16="http://schemas.microsoft.com/office/drawing/2014/main" id="{A13AB36D-E61F-4C0C-B6CB-6F9A7E29FCBB}"/>
              </a:ext>
            </a:extLst>
          </p:cNvPr>
          <p:cNvSpPr>
            <a:spLocks noGrp="1"/>
          </p:cNvSpPr>
          <p:nvPr/>
        </p:nvSpPr>
        <p:spPr>
          <a:xfrm rot="2204726">
            <a:off x="6929716" y="4846810"/>
            <a:ext cx="22660" cy="22660"/>
          </a:xfrm>
          <a:prstGeom prst="roundRect">
            <a:avLst>
              <a:gd name="adj" fmla="val 18000"/>
            </a:avLst>
          </a:prstGeom>
          <a:solidFill>
            <a:srgbClr val="F27D1E">
              <a:alpha val="51000"/>
            </a:srgbClr>
          </a:solidFill>
          <a:ln w="0">
            <a:noFill/>
            <a:prstDash val="solid"/>
          </a:ln>
        </p:spPr>
      </p:sp>
      <p:sp>
        <p:nvSpPr>
          <p:cNvPr id="1147" name="lumia-token-particle">
            <a:extLst>
              <a:ext uri="{FF2B5EF4-FFF2-40B4-BE49-F238E27FC236}">
                <a16:creationId xmlns:a16="http://schemas.microsoft.com/office/drawing/2014/main" id="{F1D0D3CC-14C2-4E9A-B4C5-A95DB9FFD291}"/>
              </a:ext>
            </a:extLst>
          </p:cNvPr>
          <p:cNvSpPr>
            <a:spLocks noGrp="1"/>
          </p:cNvSpPr>
          <p:nvPr/>
        </p:nvSpPr>
        <p:spPr>
          <a:xfrm rot="1596598">
            <a:off x="10306520" y="4343090"/>
            <a:ext cx="23818" cy="23818"/>
          </a:xfrm>
          <a:prstGeom prst="ellipse">
            <a:avLst/>
          </a:prstGeom>
          <a:solidFill>
            <a:srgbClr val="A9B425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148" name="lumia-token-particle">
            <a:extLst>
              <a:ext uri="{FF2B5EF4-FFF2-40B4-BE49-F238E27FC236}">
                <a16:creationId xmlns:a16="http://schemas.microsoft.com/office/drawing/2014/main" id="{4F25BAD2-6C15-46B2-9C54-3FCCD5EBEA22}"/>
              </a:ext>
            </a:extLst>
          </p:cNvPr>
          <p:cNvSpPr>
            <a:spLocks noGrp="1"/>
          </p:cNvSpPr>
          <p:nvPr/>
        </p:nvSpPr>
        <p:spPr>
          <a:xfrm rot="1622854">
            <a:off x="10771569" y="2667790"/>
            <a:ext cx="18245" cy="18245"/>
          </a:xfrm>
          <a:prstGeom prst="ellipse">
            <a:avLst/>
          </a:prstGeom>
          <a:solidFill>
            <a:srgbClr val="7CAF37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49" name="lumia-token-particle">
            <a:extLst>
              <a:ext uri="{FF2B5EF4-FFF2-40B4-BE49-F238E27FC236}">
                <a16:creationId xmlns:a16="http://schemas.microsoft.com/office/drawing/2014/main" id="{B384FB3D-3C9D-4CB5-8042-35BADAB68110}"/>
              </a:ext>
            </a:extLst>
          </p:cNvPr>
          <p:cNvSpPr>
            <a:spLocks noGrp="1"/>
          </p:cNvSpPr>
          <p:nvPr/>
        </p:nvSpPr>
        <p:spPr>
          <a:xfrm rot="2035895">
            <a:off x="7827894" y="4652453"/>
            <a:ext cx="23592" cy="23592"/>
          </a:xfrm>
          <a:prstGeom prst="ellipse">
            <a:avLst/>
          </a:prstGeom>
          <a:solidFill>
            <a:srgbClr val="F69913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150" name="lumia-token-particle">
            <a:extLst>
              <a:ext uri="{FF2B5EF4-FFF2-40B4-BE49-F238E27FC236}">
                <a16:creationId xmlns:a16="http://schemas.microsoft.com/office/drawing/2014/main" id="{9B911FF8-5A93-487B-8F19-376E52138823}"/>
              </a:ext>
            </a:extLst>
          </p:cNvPr>
          <p:cNvSpPr>
            <a:spLocks noGrp="1"/>
          </p:cNvSpPr>
          <p:nvPr/>
        </p:nvSpPr>
        <p:spPr>
          <a:xfrm rot="36154">
            <a:off x="5952196" y="5080322"/>
            <a:ext cx="35080" cy="35080"/>
          </a:xfrm>
          <a:prstGeom prst="roundRect">
            <a:avLst>
              <a:gd name="adj" fmla="val 18000"/>
            </a:avLst>
          </a:prstGeom>
          <a:solidFill>
            <a:srgbClr val="ED582D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1151" name="lumia-token-particle">
            <a:extLst>
              <a:ext uri="{FF2B5EF4-FFF2-40B4-BE49-F238E27FC236}">
                <a16:creationId xmlns:a16="http://schemas.microsoft.com/office/drawing/2014/main" id="{D6757D3F-DCB4-4455-8824-50028EDC7D81}"/>
              </a:ext>
            </a:extLst>
          </p:cNvPr>
          <p:cNvSpPr>
            <a:spLocks noGrp="1"/>
          </p:cNvSpPr>
          <p:nvPr/>
        </p:nvSpPr>
        <p:spPr>
          <a:xfrm rot="117575">
            <a:off x="4078703" y="5439408"/>
            <a:ext cx="9106" cy="9106"/>
          </a:xfrm>
          <a:prstGeom prst="ellipse">
            <a:avLst/>
          </a:prstGeom>
          <a:solidFill>
            <a:srgbClr val="A33F64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52" name="lumia-token-particle">
            <a:extLst>
              <a:ext uri="{FF2B5EF4-FFF2-40B4-BE49-F238E27FC236}">
                <a16:creationId xmlns:a16="http://schemas.microsoft.com/office/drawing/2014/main" id="{7841FA5D-FE1C-4D90-8D5E-A10109B6A14C}"/>
              </a:ext>
            </a:extLst>
          </p:cNvPr>
          <p:cNvSpPr>
            <a:spLocks noGrp="1"/>
          </p:cNvSpPr>
          <p:nvPr/>
        </p:nvSpPr>
        <p:spPr>
          <a:xfrm rot="380065">
            <a:off x="3642163" y="5486949"/>
            <a:ext cx="14841" cy="14841"/>
          </a:xfrm>
          <a:prstGeom prst="ellipse">
            <a:avLst/>
          </a:prstGeom>
          <a:solidFill>
            <a:srgbClr val="8B3E73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1153" name="lumia-token-particle">
            <a:extLst>
              <a:ext uri="{FF2B5EF4-FFF2-40B4-BE49-F238E27FC236}">
                <a16:creationId xmlns:a16="http://schemas.microsoft.com/office/drawing/2014/main" id="{E24B36D2-04CE-4425-8C23-AEB3DE3DA172}"/>
              </a:ext>
            </a:extLst>
          </p:cNvPr>
          <p:cNvSpPr>
            <a:spLocks noGrp="1"/>
          </p:cNvSpPr>
          <p:nvPr/>
        </p:nvSpPr>
        <p:spPr>
          <a:xfrm rot="1383493">
            <a:off x="4840682" y="5518877"/>
            <a:ext cx="30837" cy="30837"/>
          </a:xfrm>
          <a:prstGeom prst="ellipse">
            <a:avLst/>
          </a:prstGeom>
          <a:solidFill>
            <a:srgbClr val="CA414A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1154" name="lumia-token-particle-soft-glow">
            <a:extLst>
              <a:ext uri="{FF2B5EF4-FFF2-40B4-BE49-F238E27FC236}">
                <a16:creationId xmlns:a16="http://schemas.microsoft.com/office/drawing/2014/main" id="{64514E63-6BAE-4FB1-B0D8-F6D453897BC9}"/>
              </a:ext>
            </a:extLst>
          </p:cNvPr>
          <p:cNvSpPr>
            <a:spLocks noGrp="1"/>
          </p:cNvSpPr>
          <p:nvPr/>
        </p:nvSpPr>
        <p:spPr>
          <a:xfrm rot="411970">
            <a:off x="8672487" y="4359741"/>
            <a:ext cx="144932" cy="144932"/>
          </a:xfrm>
          <a:prstGeom prst="roundRect">
            <a:avLst>
              <a:gd name="adj" fmla="val 18000"/>
            </a:avLst>
          </a:prstGeom>
          <a:solidFill>
            <a:srgbClr val="F0BB09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55" name="lumia-token-particle">
            <a:extLst>
              <a:ext uri="{FF2B5EF4-FFF2-40B4-BE49-F238E27FC236}">
                <a16:creationId xmlns:a16="http://schemas.microsoft.com/office/drawing/2014/main" id="{C53E3854-7B5B-49A2-9965-414EF557890B}"/>
              </a:ext>
            </a:extLst>
          </p:cNvPr>
          <p:cNvSpPr>
            <a:spLocks noGrp="1"/>
          </p:cNvSpPr>
          <p:nvPr/>
        </p:nvSpPr>
        <p:spPr>
          <a:xfrm rot="2186611">
            <a:off x="8714759" y="4402013"/>
            <a:ext cx="60388" cy="60388"/>
          </a:xfrm>
          <a:prstGeom prst="roundRect">
            <a:avLst>
              <a:gd name="adj" fmla="val 18000"/>
            </a:avLst>
          </a:prstGeom>
          <a:solidFill>
            <a:srgbClr val="F0BB09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156" name="lumia-token-particle">
            <a:extLst>
              <a:ext uri="{FF2B5EF4-FFF2-40B4-BE49-F238E27FC236}">
                <a16:creationId xmlns:a16="http://schemas.microsoft.com/office/drawing/2014/main" id="{8205ECB7-51AE-4C85-ADD3-FF72EFF18AB5}"/>
              </a:ext>
            </a:extLst>
          </p:cNvPr>
          <p:cNvSpPr>
            <a:spLocks noGrp="1"/>
          </p:cNvSpPr>
          <p:nvPr/>
        </p:nvSpPr>
        <p:spPr>
          <a:xfrm rot="677412">
            <a:off x="10069010" y="4341891"/>
            <a:ext cx="33066" cy="33066"/>
          </a:xfrm>
          <a:prstGeom prst="ellipse">
            <a:avLst/>
          </a:prstGeom>
          <a:solidFill>
            <a:srgbClr val="B0B522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157" name="lumia-token-particle">
            <a:extLst>
              <a:ext uri="{FF2B5EF4-FFF2-40B4-BE49-F238E27FC236}">
                <a16:creationId xmlns:a16="http://schemas.microsoft.com/office/drawing/2014/main" id="{3718BF13-0CDA-45E8-8AD7-0FD05E61B673}"/>
              </a:ext>
            </a:extLst>
          </p:cNvPr>
          <p:cNvSpPr>
            <a:spLocks noGrp="1"/>
          </p:cNvSpPr>
          <p:nvPr/>
        </p:nvSpPr>
        <p:spPr>
          <a:xfrm rot="1921596">
            <a:off x="11605575" y="2522859"/>
            <a:ext cx="65563" cy="65563"/>
          </a:xfrm>
          <a:prstGeom prst="roundRect">
            <a:avLst>
              <a:gd name="adj" fmla="val 18000"/>
            </a:avLst>
          </a:prstGeom>
          <a:solidFill>
            <a:srgbClr val="5CAC43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158" name="lumia-token-particle">
            <a:extLst>
              <a:ext uri="{FF2B5EF4-FFF2-40B4-BE49-F238E27FC236}">
                <a16:creationId xmlns:a16="http://schemas.microsoft.com/office/drawing/2014/main" id="{1376C711-D5E0-47A6-A1A3-EFB85B8EB429}"/>
              </a:ext>
            </a:extLst>
          </p:cNvPr>
          <p:cNvSpPr>
            <a:spLocks noGrp="1"/>
          </p:cNvSpPr>
          <p:nvPr/>
        </p:nvSpPr>
        <p:spPr>
          <a:xfrm rot="1676405">
            <a:off x="10005974" y="3772053"/>
            <a:ext cx="24093" cy="24093"/>
          </a:xfrm>
          <a:prstGeom prst="roundRect">
            <a:avLst>
              <a:gd name="adj" fmla="val 18000"/>
            </a:avLst>
          </a:prstGeom>
          <a:solidFill>
            <a:srgbClr val="B3B521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159" name="lumia-token-particle">
            <a:extLst>
              <a:ext uri="{FF2B5EF4-FFF2-40B4-BE49-F238E27FC236}">
                <a16:creationId xmlns:a16="http://schemas.microsoft.com/office/drawing/2014/main" id="{9AB31255-17B3-4C51-A162-E80ECD09EE2F}"/>
              </a:ext>
            </a:extLst>
          </p:cNvPr>
          <p:cNvSpPr>
            <a:spLocks noGrp="1"/>
          </p:cNvSpPr>
          <p:nvPr/>
        </p:nvSpPr>
        <p:spPr>
          <a:xfrm rot="1603168">
            <a:off x="8109654" y="4560915"/>
            <a:ext cx="21325" cy="21325"/>
          </a:xfrm>
          <a:prstGeom prst="ellipse">
            <a:avLst/>
          </a:prstGeom>
          <a:solidFill>
            <a:srgbClr val="F8A90D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160" name="lumia-token-particle-soft-glow">
            <a:extLst>
              <a:ext uri="{FF2B5EF4-FFF2-40B4-BE49-F238E27FC236}">
                <a16:creationId xmlns:a16="http://schemas.microsoft.com/office/drawing/2014/main" id="{7CFFE528-8A80-4ED7-85D1-6697ACB86382}"/>
              </a:ext>
            </a:extLst>
          </p:cNvPr>
          <p:cNvSpPr>
            <a:spLocks noGrp="1"/>
          </p:cNvSpPr>
          <p:nvPr/>
        </p:nvSpPr>
        <p:spPr>
          <a:xfrm rot="1245011">
            <a:off x="7275831" y="4251069"/>
            <a:ext cx="122476" cy="122476"/>
          </a:xfrm>
          <a:prstGeom prst="roundRect">
            <a:avLst>
              <a:gd name="adj" fmla="val 18000"/>
            </a:avLst>
          </a:prstGeom>
          <a:solidFill>
            <a:srgbClr val="F58F17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61" name="lumia-token-particle">
            <a:extLst>
              <a:ext uri="{FF2B5EF4-FFF2-40B4-BE49-F238E27FC236}">
                <a16:creationId xmlns:a16="http://schemas.microsoft.com/office/drawing/2014/main" id="{8E6BE1B5-4D1F-4660-A215-893B54B3CB0B}"/>
              </a:ext>
            </a:extLst>
          </p:cNvPr>
          <p:cNvSpPr>
            <a:spLocks noGrp="1"/>
          </p:cNvSpPr>
          <p:nvPr/>
        </p:nvSpPr>
        <p:spPr>
          <a:xfrm rot="341026">
            <a:off x="7311553" y="4286791"/>
            <a:ext cx="51032" cy="51032"/>
          </a:xfrm>
          <a:prstGeom prst="roundRect">
            <a:avLst>
              <a:gd name="adj" fmla="val 18000"/>
            </a:avLst>
          </a:prstGeom>
          <a:solidFill>
            <a:srgbClr val="F58F17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162" name="lumia-token-particle">
            <a:extLst>
              <a:ext uri="{FF2B5EF4-FFF2-40B4-BE49-F238E27FC236}">
                <a16:creationId xmlns:a16="http://schemas.microsoft.com/office/drawing/2014/main" id="{59D12C53-9086-4D30-958C-ECC07B52671B}"/>
              </a:ext>
            </a:extLst>
          </p:cNvPr>
          <p:cNvSpPr>
            <a:spLocks noGrp="1"/>
          </p:cNvSpPr>
          <p:nvPr/>
        </p:nvSpPr>
        <p:spPr>
          <a:xfrm rot="453768">
            <a:off x="8747419" y="3832457"/>
            <a:ext cx="48032" cy="48032"/>
          </a:xfrm>
          <a:prstGeom prst="roundRect">
            <a:avLst>
              <a:gd name="adj" fmla="val 18000"/>
            </a:avLst>
          </a:prstGeom>
          <a:solidFill>
            <a:srgbClr val="FABC06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1163" name="lumia-token-particle-soft-glow">
            <a:extLst>
              <a:ext uri="{FF2B5EF4-FFF2-40B4-BE49-F238E27FC236}">
                <a16:creationId xmlns:a16="http://schemas.microsoft.com/office/drawing/2014/main" id="{94B2E370-DCB1-4C1C-A482-4FA934B9A459}"/>
              </a:ext>
            </a:extLst>
          </p:cNvPr>
          <p:cNvSpPr>
            <a:spLocks noGrp="1"/>
          </p:cNvSpPr>
          <p:nvPr/>
        </p:nvSpPr>
        <p:spPr>
          <a:xfrm rot="884721">
            <a:off x="2152033" y="5925247"/>
            <a:ext cx="122236" cy="122236"/>
          </a:xfrm>
          <a:prstGeom prst="roundRect">
            <a:avLst>
              <a:gd name="adj" fmla="val 18000"/>
            </a:avLst>
          </a:prstGeom>
          <a:solidFill>
            <a:srgbClr val="5449A6">
              <a:alpha val="8000"/>
            </a:srgbClr>
          </a:solidFill>
          <a:ln w="0">
            <a:noFill/>
            <a:prstDash val="solid"/>
          </a:ln>
        </p:spPr>
      </p:sp>
      <p:sp>
        <p:nvSpPr>
          <p:cNvPr id="1164" name="lumia-token-particle">
            <a:extLst>
              <a:ext uri="{FF2B5EF4-FFF2-40B4-BE49-F238E27FC236}">
                <a16:creationId xmlns:a16="http://schemas.microsoft.com/office/drawing/2014/main" id="{0B63CE32-3D79-4039-B627-323EC4F9374C}"/>
              </a:ext>
            </a:extLst>
          </p:cNvPr>
          <p:cNvSpPr>
            <a:spLocks noGrp="1"/>
          </p:cNvSpPr>
          <p:nvPr/>
        </p:nvSpPr>
        <p:spPr>
          <a:xfrm rot="1933842">
            <a:off x="2187685" y="5960899"/>
            <a:ext cx="50932" cy="50932"/>
          </a:xfrm>
          <a:prstGeom prst="roundRect">
            <a:avLst>
              <a:gd name="adj" fmla="val 18000"/>
            </a:avLst>
          </a:prstGeom>
          <a:solidFill>
            <a:srgbClr val="5449A6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1165" name="lumia-token-particle">
            <a:extLst>
              <a:ext uri="{FF2B5EF4-FFF2-40B4-BE49-F238E27FC236}">
                <a16:creationId xmlns:a16="http://schemas.microsoft.com/office/drawing/2014/main" id="{E6F8A3FE-172B-4CC0-A150-46FEE5812F52}"/>
              </a:ext>
            </a:extLst>
          </p:cNvPr>
          <p:cNvSpPr>
            <a:spLocks noGrp="1"/>
          </p:cNvSpPr>
          <p:nvPr/>
        </p:nvSpPr>
        <p:spPr>
          <a:xfrm rot="2547114">
            <a:off x="10676409" y="4126928"/>
            <a:ext cx="26251" cy="26251"/>
          </a:xfrm>
          <a:prstGeom prst="ellipse">
            <a:avLst/>
          </a:prstGeom>
          <a:solidFill>
            <a:srgbClr val="8EB130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166" name="lumia-token-particle">
            <a:extLst>
              <a:ext uri="{FF2B5EF4-FFF2-40B4-BE49-F238E27FC236}">
                <a16:creationId xmlns:a16="http://schemas.microsoft.com/office/drawing/2014/main" id="{A57C1497-7667-482B-9138-E3EE78135172}"/>
              </a:ext>
            </a:extLst>
          </p:cNvPr>
          <p:cNvSpPr>
            <a:spLocks noGrp="1"/>
          </p:cNvSpPr>
          <p:nvPr/>
        </p:nvSpPr>
        <p:spPr>
          <a:xfrm rot="871330">
            <a:off x="9847443" y="4385040"/>
            <a:ext cx="15975" cy="15975"/>
          </a:xfrm>
          <a:prstGeom prst="ellipse">
            <a:avLst/>
          </a:prstGeom>
          <a:solidFill>
            <a:srgbClr val="B9B51F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167" name="lumia-token-particle">
            <a:extLst>
              <a:ext uri="{FF2B5EF4-FFF2-40B4-BE49-F238E27FC236}">
                <a16:creationId xmlns:a16="http://schemas.microsoft.com/office/drawing/2014/main" id="{D6F8F71D-EE19-4A5E-BD41-48948883DA46}"/>
              </a:ext>
            </a:extLst>
          </p:cNvPr>
          <p:cNvSpPr>
            <a:spLocks noGrp="1"/>
          </p:cNvSpPr>
          <p:nvPr/>
        </p:nvSpPr>
        <p:spPr>
          <a:xfrm rot="303443">
            <a:off x="6228031" y="4972547"/>
            <a:ext cx="9783" cy="9783"/>
          </a:xfrm>
          <a:prstGeom prst="ellipse">
            <a:avLst/>
          </a:prstGeom>
          <a:solidFill>
            <a:srgbClr val="EF6528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1168" name="lumia-token-particle">
            <a:extLst>
              <a:ext uri="{FF2B5EF4-FFF2-40B4-BE49-F238E27FC236}">
                <a16:creationId xmlns:a16="http://schemas.microsoft.com/office/drawing/2014/main" id="{6D472C6F-7F6E-4E38-A32B-3C289D80FC49}"/>
              </a:ext>
            </a:extLst>
          </p:cNvPr>
          <p:cNvSpPr>
            <a:spLocks noGrp="1"/>
          </p:cNvSpPr>
          <p:nvPr/>
        </p:nvSpPr>
        <p:spPr>
          <a:xfrm rot="1667259">
            <a:off x="9347991" y="4637979"/>
            <a:ext cx="14857" cy="14857"/>
          </a:xfrm>
          <a:prstGeom prst="ellipse">
            <a:avLst/>
          </a:prstGeom>
          <a:solidFill>
            <a:srgbClr val="DAB912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169" name="lumia-token-particle-soft-glow">
            <a:extLst>
              <a:ext uri="{FF2B5EF4-FFF2-40B4-BE49-F238E27FC236}">
                <a16:creationId xmlns:a16="http://schemas.microsoft.com/office/drawing/2014/main" id="{2B4D2A41-15B2-44B5-A82B-1EFC17FE9F36}"/>
              </a:ext>
            </a:extLst>
          </p:cNvPr>
          <p:cNvSpPr>
            <a:spLocks noGrp="1"/>
          </p:cNvSpPr>
          <p:nvPr/>
        </p:nvSpPr>
        <p:spPr>
          <a:xfrm rot="2159147">
            <a:off x="11454802" y="2518433"/>
            <a:ext cx="277907" cy="277907"/>
          </a:xfrm>
          <a:prstGeom prst="roundRect">
            <a:avLst>
              <a:gd name="adj" fmla="val 18000"/>
            </a:avLst>
          </a:prstGeom>
          <a:solidFill>
            <a:srgbClr val="5DAC43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70" name="lumia-token-particle">
            <a:extLst>
              <a:ext uri="{FF2B5EF4-FFF2-40B4-BE49-F238E27FC236}">
                <a16:creationId xmlns:a16="http://schemas.microsoft.com/office/drawing/2014/main" id="{829263C9-4548-45A7-86AB-6726AA650D78}"/>
              </a:ext>
            </a:extLst>
          </p:cNvPr>
          <p:cNvSpPr>
            <a:spLocks noGrp="1"/>
          </p:cNvSpPr>
          <p:nvPr/>
        </p:nvSpPr>
        <p:spPr>
          <a:xfrm rot="232887">
            <a:off x="11535858" y="2599489"/>
            <a:ext cx="115795" cy="115795"/>
          </a:xfrm>
          <a:prstGeom prst="roundRect">
            <a:avLst>
              <a:gd name="adj" fmla="val 18000"/>
            </a:avLst>
          </a:prstGeom>
          <a:solidFill>
            <a:srgbClr val="5DAC43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1171" name="lumia-token-particle">
            <a:extLst>
              <a:ext uri="{FF2B5EF4-FFF2-40B4-BE49-F238E27FC236}">
                <a16:creationId xmlns:a16="http://schemas.microsoft.com/office/drawing/2014/main" id="{76EE9D5B-6087-4CD8-908B-09D66D7E61C8}"/>
              </a:ext>
            </a:extLst>
          </p:cNvPr>
          <p:cNvSpPr>
            <a:spLocks noGrp="1"/>
          </p:cNvSpPr>
          <p:nvPr/>
        </p:nvSpPr>
        <p:spPr>
          <a:xfrm rot="2317239">
            <a:off x="1609432" y="5873676"/>
            <a:ext cx="31836" cy="31836"/>
          </a:xfrm>
          <a:prstGeom prst="roundRect">
            <a:avLst>
              <a:gd name="adj" fmla="val 18000"/>
            </a:avLst>
          </a:prstGeom>
          <a:solidFill>
            <a:srgbClr val="4E5CBF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172" name="lumia-token-particle">
            <a:extLst>
              <a:ext uri="{FF2B5EF4-FFF2-40B4-BE49-F238E27FC236}">
                <a16:creationId xmlns:a16="http://schemas.microsoft.com/office/drawing/2014/main" id="{13673223-7B88-4577-AB20-80662244D3DA}"/>
              </a:ext>
            </a:extLst>
          </p:cNvPr>
          <p:cNvSpPr>
            <a:spLocks noGrp="1"/>
          </p:cNvSpPr>
          <p:nvPr/>
        </p:nvSpPr>
        <p:spPr>
          <a:xfrm rot="639425">
            <a:off x="12071940" y="2600899"/>
            <a:ext cx="49117" cy="49117"/>
          </a:xfrm>
          <a:prstGeom prst="ellipse">
            <a:avLst/>
          </a:prstGeom>
          <a:solidFill>
            <a:srgbClr val="3FA94F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173" name="lumia-token-particle">
            <a:extLst>
              <a:ext uri="{FF2B5EF4-FFF2-40B4-BE49-F238E27FC236}">
                <a16:creationId xmlns:a16="http://schemas.microsoft.com/office/drawing/2014/main" id="{06B67EA4-161F-436C-9303-2852B0B767A0}"/>
              </a:ext>
            </a:extLst>
          </p:cNvPr>
          <p:cNvSpPr>
            <a:spLocks noGrp="1"/>
          </p:cNvSpPr>
          <p:nvPr/>
        </p:nvSpPr>
        <p:spPr>
          <a:xfrm rot="308647">
            <a:off x="11985440" y="3226901"/>
            <a:ext cx="32744" cy="32744"/>
          </a:xfrm>
          <a:prstGeom prst="ellipse">
            <a:avLst/>
          </a:prstGeom>
          <a:solidFill>
            <a:srgbClr val="47AA4C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1174" name="lumia-token-particle-soft-glow">
            <a:extLst>
              <a:ext uri="{FF2B5EF4-FFF2-40B4-BE49-F238E27FC236}">
                <a16:creationId xmlns:a16="http://schemas.microsoft.com/office/drawing/2014/main" id="{D9E9FF19-7D49-4B74-86D3-7D7E596B8E34}"/>
              </a:ext>
            </a:extLst>
          </p:cNvPr>
          <p:cNvSpPr>
            <a:spLocks noGrp="1"/>
          </p:cNvSpPr>
          <p:nvPr/>
        </p:nvSpPr>
        <p:spPr>
          <a:xfrm rot="1391302">
            <a:off x="4360415" y="5142641"/>
            <a:ext cx="96841" cy="96841"/>
          </a:xfrm>
          <a:prstGeom prst="ellipse">
            <a:avLst/>
          </a:prstGeom>
          <a:solidFill>
            <a:srgbClr val="B74057">
              <a:alpha val="8000"/>
            </a:srgbClr>
          </a:solidFill>
          <a:ln w="0">
            <a:noFill/>
            <a:prstDash val="solid"/>
          </a:ln>
        </p:spPr>
      </p:sp>
      <p:sp>
        <p:nvSpPr>
          <p:cNvPr id="1175" name="lumia-token-particle">
            <a:extLst>
              <a:ext uri="{FF2B5EF4-FFF2-40B4-BE49-F238E27FC236}">
                <a16:creationId xmlns:a16="http://schemas.microsoft.com/office/drawing/2014/main" id="{A064781F-B303-4FC6-98C8-D07ADB252ADE}"/>
              </a:ext>
            </a:extLst>
          </p:cNvPr>
          <p:cNvSpPr>
            <a:spLocks noGrp="1"/>
          </p:cNvSpPr>
          <p:nvPr/>
        </p:nvSpPr>
        <p:spPr>
          <a:xfrm rot="980241">
            <a:off x="4388661" y="5170887"/>
            <a:ext cx="40350" cy="40350"/>
          </a:xfrm>
          <a:prstGeom prst="ellipse">
            <a:avLst/>
          </a:prstGeom>
          <a:solidFill>
            <a:srgbClr val="B74057">
              <a:alpha val="60000"/>
            </a:srgbClr>
          </a:solidFill>
          <a:ln w="0">
            <a:noFill/>
            <a:prstDash val="solid"/>
          </a:ln>
        </p:spPr>
      </p:sp>
      <p:sp>
        <p:nvSpPr>
          <p:cNvPr id="1176" name="lumia-token-particle-soft-glow">
            <a:extLst>
              <a:ext uri="{FF2B5EF4-FFF2-40B4-BE49-F238E27FC236}">
                <a16:creationId xmlns:a16="http://schemas.microsoft.com/office/drawing/2014/main" id="{46C7CA9B-F091-4CDE-9584-8F32DDC3657C}"/>
              </a:ext>
            </a:extLst>
          </p:cNvPr>
          <p:cNvSpPr>
            <a:spLocks noGrp="1"/>
          </p:cNvSpPr>
          <p:nvPr/>
        </p:nvSpPr>
        <p:spPr>
          <a:xfrm rot="1330073">
            <a:off x="9024299" y="4474758"/>
            <a:ext cx="241359" cy="241359"/>
          </a:xfrm>
          <a:prstGeom prst="roundRect">
            <a:avLst>
              <a:gd name="adj" fmla="val 18000"/>
            </a:avLst>
          </a:prstGeom>
          <a:solidFill>
            <a:srgbClr val="EABA0C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77" name="lumia-token-particle">
            <a:extLst>
              <a:ext uri="{FF2B5EF4-FFF2-40B4-BE49-F238E27FC236}">
                <a16:creationId xmlns:a16="http://schemas.microsoft.com/office/drawing/2014/main" id="{2C438217-49E4-4B63-8A0A-0E944D4A1437}"/>
              </a:ext>
            </a:extLst>
          </p:cNvPr>
          <p:cNvSpPr>
            <a:spLocks noGrp="1"/>
          </p:cNvSpPr>
          <p:nvPr/>
        </p:nvSpPr>
        <p:spPr>
          <a:xfrm rot="2691239">
            <a:off x="9094695" y="4545154"/>
            <a:ext cx="100566" cy="100566"/>
          </a:xfrm>
          <a:prstGeom prst="roundRect">
            <a:avLst>
              <a:gd name="adj" fmla="val 18000"/>
            </a:avLst>
          </a:prstGeom>
          <a:solidFill>
            <a:srgbClr val="EABA0C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178" name="lumia-token-particle">
            <a:extLst>
              <a:ext uri="{FF2B5EF4-FFF2-40B4-BE49-F238E27FC236}">
                <a16:creationId xmlns:a16="http://schemas.microsoft.com/office/drawing/2014/main" id="{9E61F277-6265-4159-86EB-4CA793814493}"/>
              </a:ext>
            </a:extLst>
          </p:cNvPr>
          <p:cNvSpPr>
            <a:spLocks noGrp="1"/>
          </p:cNvSpPr>
          <p:nvPr/>
        </p:nvSpPr>
        <p:spPr>
          <a:xfrm rot="1364005">
            <a:off x="10747443" y="3074791"/>
            <a:ext cx="35824" cy="35824"/>
          </a:xfrm>
          <a:prstGeom prst="ellipse">
            <a:avLst/>
          </a:prstGeom>
          <a:solidFill>
            <a:srgbClr val="87B033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1179" name="lumia-token-particle">
            <a:extLst>
              <a:ext uri="{FF2B5EF4-FFF2-40B4-BE49-F238E27FC236}">
                <a16:creationId xmlns:a16="http://schemas.microsoft.com/office/drawing/2014/main" id="{0710614C-BA37-4E93-AC6E-0AE963187630}"/>
              </a:ext>
            </a:extLst>
          </p:cNvPr>
          <p:cNvSpPr>
            <a:spLocks noGrp="1"/>
          </p:cNvSpPr>
          <p:nvPr/>
        </p:nvSpPr>
        <p:spPr>
          <a:xfrm rot="877755">
            <a:off x="7428656" y="4506281"/>
            <a:ext cx="28001" cy="28001"/>
          </a:xfrm>
          <a:prstGeom prst="roundRect">
            <a:avLst>
              <a:gd name="adj" fmla="val 18000"/>
            </a:avLst>
          </a:prstGeom>
          <a:solidFill>
            <a:srgbClr val="F59116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1180" name="lumia-token-particle-soft-glow">
            <a:extLst>
              <a:ext uri="{FF2B5EF4-FFF2-40B4-BE49-F238E27FC236}">
                <a16:creationId xmlns:a16="http://schemas.microsoft.com/office/drawing/2014/main" id="{839815B2-C647-4788-B63C-1469F2F7CF5E}"/>
              </a:ext>
            </a:extLst>
          </p:cNvPr>
          <p:cNvSpPr>
            <a:spLocks noGrp="1"/>
          </p:cNvSpPr>
          <p:nvPr/>
        </p:nvSpPr>
        <p:spPr>
          <a:xfrm rot="2663754">
            <a:off x="1473591" y="6052441"/>
            <a:ext cx="98775" cy="98775"/>
          </a:xfrm>
          <a:prstGeom prst="roundRect">
            <a:avLst>
              <a:gd name="adj" fmla="val 18000"/>
            </a:avLst>
          </a:prstGeom>
          <a:solidFill>
            <a:srgbClr val="4D5FC3">
              <a:alpha val="7000"/>
            </a:srgbClr>
          </a:solidFill>
          <a:ln w="0">
            <a:noFill/>
            <a:prstDash val="solid"/>
          </a:ln>
        </p:spPr>
      </p:sp>
      <p:sp>
        <p:nvSpPr>
          <p:cNvPr id="1181" name="lumia-token-particle">
            <a:extLst>
              <a:ext uri="{FF2B5EF4-FFF2-40B4-BE49-F238E27FC236}">
                <a16:creationId xmlns:a16="http://schemas.microsoft.com/office/drawing/2014/main" id="{A9038437-FA00-42E2-BCB1-60071060896C}"/>
              </a:ext>
            </a:extLst>
          </p:cNvPr>
          <p:cNvSpPr>
            <a:spLocks noGrp="1"/>
          </p:cNvSpPr>
          <p:nvPr/>
        </p:nvSpPr>
        <p:spPr>
          <a:xfrm rot="1623138">
            <a:off x="1502401" y="6081250"/>
            <a:ext cx="41156" cy="41156"/>
          </a:xfrm>
          <a:prstGeom prst="roundRect">
            <a:avLst>
              <a:gd name="adj" fmla="val 18000"/>
            </a:avLst>
          </a:prstGeom>
          <a:solidFill>
            <a:srgbClr val="4D5FC3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1182" name="lumia-token-particle-soft-glow">
            <a:extLst>
              <a:ext uri="{FF2B5EF4-FFF2-40B4-BE49-F238E27FC236}">
                <a16:creationId xmlns:a16="http://schemas.microsoft.com/office/drawing/2014/main" id="{82E08DD6-C90D-4B5D-B0FC-9686D614E30A}"/>
              </a:ext>
            </a:extLst>
          </p:cNvPr>
          <p:cNvSpPr>
            <a:spLocks noGrp="1"/>
          </p:cNvSpPr>
          <p:nvPr/>
        </p:nvSpPr>
        <p:spPr>
          <a:xfrm rot="389579">
            <a:off x="1882907" y="5990467"/>
            <a:ext cx="113802" cy="113802"/>
          </a:xfrm>
          <a:prstGeom prst="roundRect">
            <a:avLst>
              <a:gd name="adj" fmla="val 18000"/>
            </a:avLst>
          </a:prstGeom>
          <a:solidFill>
            <a:srgbClr val="5152B3">
              <a:alpha val="7000"/>
            </a:srgbClr>
          </a:solidFill>
          <a:ln w="0">
            <a:noFill/>
            <a:prstDash val="solid"/>
          </a:ln>
        </p:spPr>
      </p:sp>
      <p:sp>
        <p:nvSpPr>
          <p:cNvPr id="1183" name="lumia-token-particle">
            <a:extLst>
              <a:ext uri="{FF2B5EF4-FFF2-40B4-BE49-F238E27FC236}">
                <a16:creationId xmlns:a16="http://schemas.microsoft.com/office/drawing/2014/main" id="{DC9E5CAF-5AA0-4A81-B7EC-19037692F8EF}"/>
              </a:ext>
            </a:extLst>
          </p:cNvPr>
          <p:cNvSpPr>
            <a:spLocks noGrp="1"/>
          </p:cNvSpPr>
          <p:nvPr/>
        </p:nvSpPr>
        <p:spPr>
          <a:xfrm rot="113245">
            <a:off x="1916099" y="6023659"/>
            <a:ext cx="47417" cy="47417"/>
          </a:xfrm>
          <a:prstGeom prst="roundRect">
            <a:avLst>
              <a:gd name="adj" fmla="val 18000"/>
            </a:avLst>
          </a:prstGeom>
          <a:solidFill>
            <a:srgbClr val="5152B3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1184" name="lumia-token-particle">
            <a:extLst>
              <a:ext uri="{FF2B5EF4-FFF2-40B4-BE49-F238E27FC236}">
                <a16:creationId xmlns:a16="http://schemas.microsoft.com/office/drawing/2014/main" id="{288C847A-2DCD-419A-B223-096AC61FDA52}"/>
              </a:ext>
            </a:extLst>
          </p:cNvPr>
          <p:cNvSpPr>
            <a:spLocks noGrp="1"/>
          </p:cNvSpPr>
          <p:nvPr/>
        </p:nvSpPr>
        <p:spPr>
          <a:xfrm rot="1016102">
            <a:off x="10530334" y="3662172"/>
            <a:ext cx="64233" cy="64233"/>
          </a:xfrm>
          <a:prstGeom prst="roundRect">
            <a:avLst>
              <a:gd name="adj" fmla="val 18000"/>
            </a:avLst>
          </a:prstGeom>
          <a:solidFill>
            <a:srgbClr val="90B12F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1185" name="lumia-token-particle">
            <a:extLst>
              <a:ext uri="{FF2B5EF4-FFF2-40B4-BE49-F238E27FC236}">
                <a16:creationId xmlns:a16="http://schemas.microsoft.com/office/drawing/2014/main" id="{D0AD3288-8E0D-4B20-AD22-B6857525AF8B}"/>
              </a:ext>
            </a:extLst>
          </p:cNvPr>
          <p:cNvSpPr>
            <a:spLocks noGrp="1"/>
          </p:cNvSpPr>
          <p:nvPr/>
        </p:nvSpPr>
        <p:spPr>
          <a:xfrm rot="8757">
            <a:off x="3722682" y="5573023"/>
            <a:ext cx="11844" cy="11844"/>
          </a:xfrm>
          <a:prstGeom prst="ellipse">
            <a:avLst/>
          </a:prstGeom>
          <a:solidFill>
            <a:srgbClr val="963E6C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1186" name="lumia-token-particle">
            <a:extLst>
              <a:ext uri="{FF2B5EF4-FFF2-40B4-BE49-F238E27FC236}">
                <a16:creationId xmlns:a16="http://schemas.microsoft.com/office/drawing/2014/main" id="{847A3F12-0E00-4A2B-B509-B4C2782AB182}"/>
              </a:ext>
            </a:extLst>
          </p:cNvPr>
          <p:cNvSpPr>
            <a:spLocks noGrp="1"/>
          </p:cNvSpPr>
          <p:nvPr/>
        </p:nvSpPr>
        <p:spPr>
          <a:xfrm rot="265493">
            <a:off x="10667242" y="3299093"/>
            <a:ext cx="54814" cy="54814"/>
          </a:xfrm>
          <a:prstGeom prst="roundRect">
            <a:avLst>
              <a:gd name="adj" fmla="val 18000"/>
            </a:avLst>
          </a:prstGeom>
          <a:solidFill>
            <a:srgbClr val="86B033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1187" name="lumia-token-particle">
            <a:extLst>
              <a:ext uri="{FF2B5EF4-FFF2-40B4-BE49-F238E27FC236}">
                <a16:creationId xmlns:a16="http://schemas.microsoft.com/office/drawing/2014/main" id="{372F6A7C-2126-43A1-863D-B3E41B0AF421}"/>
              </a:ext>
            </a:extLst>
          </p:cNvPr>
          <p:cNvSpPr>
            <a:spLocks noGrp="1"/>
          </p:cNvSpPr>
          <p:nvPr/>
        </p:nvSpPr>
        <p:spPr>
          <a:xfrm rot="1325173">
            <a:off x="8478698" y="4913642"/>
            <a:ext cx="42795" cy="42795"/>
          </a:xfrm>
          <a:prstGeom prst="ellipse">
            <a:avLst/>
          </a:prstGeom>
          <a:solidFill>
            <a:srgbClr val="FAB806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1188" name="lumia-token-particle">
            <a:extLst>
              <a:ext uri="{FF2B5EF4-FFF2-40B4-BE49-F238E27FC236}">
                <a16:creationId xmlns:a16="http://schemas.microsoft.com/office/drawing/2014/main" id="{3FB2A5B9-6835-4263-98B1-3D19F80C50EF}"/>
              </a:ext>
            </a:extLst>
          </p:cNvPr>
          <p:cNvSpPr>
            <a:spLocks noGrp="1"/>
          </p:cNvSpPr>
          <p:nvPr/>
        </p:nvSpPr>
        <p:spPr>
          <a:xfrm rot="242179">
            <a:off x="11830578" y="2425479"/>
            <a:ext cx="66433" cy="66433"/>
          </a:xfrm>
          <a:prstGeom prst="roundRect">
            <a:avLst>
              <a:gd name="adj" fmla="val 18000"/>
            </a:avLst>
          </a:prstGeom>
          <a:solidFill>
            <a:srgbClr val="3FA94F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189" name="lumia-token-particle">
            <a:extLst>
              <a:ext uri="{FF2B5EF4-FFF2-40B4-BE49-F238E27FC236}">
                <a16:creationId xmlns:a16="http://schemas.microsoft.com/office/drawing/2014/main" id="{222154F8-AF34-4749-BC57-EFD1333F8013}"/>
              </a:ext>
            </a:extLst>
          </p:cNvPr>
          <p:cNvSpPr>
            <a:spLocks noGrp="1"/>
          </p:cNvSpPr>
          <p:nvPr/>
        </p:nvSpPr>
        <p:spPr>
          <a:xfrm rot="2394579">
            <a:off x="3710901" y="5292158"/>
            <a:ext cx="8662" cy="8662"/>
          </a:xfrm>
          <a:prstGeom prst="roundRect">
            <a:avLst>
              <a:gd name="adj" fmla="val 43986"/>
            </a:avLst>
          </a:prstGeom>
          <a:solidFill>
            <a:srgbClr val="943E6D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1190" name="lumia-token-particle">
            <a:extLst>
              <a:ext uri="{FF2B5EF4-FFF2-40B4-BE49-F238E27FC236}">
                <a16:creationId xmlns:a16="http://schemas.microsoft.com/office/drawing/2014/main" id="{0F64E8F2-7B93-4669-8D6A-19D40CE2885E}"/>
              </a:ext>
            </a:extLst>
          </p:cNvPr>
          <p:cNvSpPr>
            <a:spLocks noGrp="1"/>
          </p:cNvSpPr>
          <p:nvPr/>
        </p:nvSpPr>
        <p:spPr>
          <a:xfrm rot="1998106">
            <a:off x="11758811" y="2316155"/>
            <a:ext cx="74700" cy="74700"/>
          </a:xfrm>
          <a:prstGeom prst="ellipse">
            <a:avLst/>
          </a:prstGeom>
          <a:solidFill>
            <a:srgbClr val="57AC45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191" name="lumia-token-particle">
            <a:extLst>
              <a:ext uri="{FF2B5EF4-FFF2-40B4-BE49-F238E27FC236}">
                <a16:creationId xmlns:a16="http://schemas.microsoft.com/office/drawing/2014/main" id="{EBBED3D6-E8C9-4180-BE72-8C96306C4421}"/>
              </a:ext>
            </a:extLst>
          </p:cNvPr>
          <p:cNvSpPr>
            <a:spLocks noGrp="1"/>
          </p:cNvSpPr>
          <p:nvPr/>
        </p:nvSpPr>
        <p:spPr>
          <a:xfrm rot="973304">
            <a:off x="4430553" y="5579065"/>
            <a:ext cx="11291" cy="11291"/>
          </a:xfrm>
          <a:prstGeom prst="ellipse">
            <a:avLst/>
          </a:prstGeom>
          <a:solidFill>
            <a:srgbClr val="B1405A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92" name="lumia-token-particle">
            <a:extLst>
              <a:ext uri="{FF2B5EF4-FFF2-40B4-BE49-F238E27FC236}">
                <a16:creationId xmlns:a16="http://schemas.microsoft.com/office/drawing/2014/main" id="{600E62F5-22B4-47EF-8B1D-750EF124550E}"/>
              </a:ext>
            </a:extLst>
          </p:cNvPr>
          <p:cNvSpPr>
            <a:spLocks noGrp="1"/>
          </p:cNvSpPr>
          <p:nvPr/>
        </p:nvSpPr>
        <p:spPr>
          <a:xfrm rot="2454907">
            <a:off x="5124078" y="5077008"/>
            <a:ext cx="22187" cy="22187"/>
          </a:xfrm>
          <a:prstGeom prst="ellipse">
            <a:avLst/>
          </a:prstGeom>
          <a:solidFill>
            <a:srgbClr val="DA423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3" name="lumia-token-particle">
            <a:extLst>
              <a:ext uri="{FF2B5EF4-FFF2-40B4-BE49-F238E27FC236}">
                <a16:creationId xmlns:a16="http://schemas.microsoft.com/office/drawing/2014/main" id="{67746AD1-3321-4B04-AC96-D196933619B8}"/>
              </a:ext>
            </a:extLst>
          </p:cNvPr>
          <p:cNvSpPr>
            <a:spLocks noGrp="1"/>
          </p:cNvSpPr>
          <p:nvPr/>
        </p:nvSpPr>
        <p:spPr>
          <a:xfrm rot="2298889">
            <a:off x="11048908" y="3274945"/>
            <a:ext cx="34140" cy="34140"/>
          </a:xfrm>
          <a:prstGeom prst="roundRect">
            <a:avLst>
              <a:gd name="adj" fmla="val 18000"/>
            </a:avLst>
          </a:prstGeom>
          <a:solidFill>
            <a:srgbClr val="61AD41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94" name="lumia-token-particle-soft-glow">
            <a:extLst>
              <a:ext uri="{FF2B5EF4-FFF2-40B4-BE49-F238E27FC236}">
                <a16:creationId xmlns:a16="http://schemas.microsoft.com/office/drawing/2014/main" id="{F0DDED1F-A3D4-4B48-9C08-688A87D85CF2}"/>
              </a:ext>
            </a:extLst>
          </p:cNvPr>
          <p:cNvSpPr>
            <a:spLocks noGrp="1"/>
          </p:cNvSpPr>
          <p:nvPr/>
        </p:nvSpPr>
        <p:spPr>
          <a:xfrm rot="1470236">
            <a:off x="3748982" y="5517673"/>
            <a:ext cx="95800" cy="95800"/>
          </a:xfrm>
          <a:prstGeom prst="roundRect">
            <a:avLst>
              <a:gd name="adj" fmla="val 18000"/>
            </a:avLst>
          </a:prstGeom>
          <a:solidFill>
            <a:srgbClr val="903E70">
              <a:alpha val="8000"/>
            </a:srgbClr>
          </a:solidFill>
          <a:ln w="0">
            <a:noFill/>
            <a:prstDash val="solid"/>
          </a:ln>
        </p:spPr>
      </p:sp>
      <p:sp>
        <p:nvSpPr>
          <p:cNvPr id="1195" name="lumia-token-particle">
            <a:extLst>
              <a:ext uri="{FF2B5EF4-FFF2-40B4-BE49-F238E27FC236}">
                <a16:creationId xmlns:a16="http://schemas.microsoft.com/office/drawing/2014/main" id="{D2886B00-8FC9-4D7C-9DF8-7826AC6B6561}"/>
              </a:ext>
            </a:extLst>
          </p:cNvPr>
          <p:cNvSpPr>
            <a:spLocks noGrp="1"/>
          </p:cNvSpPr>
          <p:nvPr/>
        </p:nvSpPr>
        <p:spPr>
          <a:xfrm rot="1853306">
            <a:off x="3776923" y="5545615"/>
            <a:ext cx="39917" cy="39917"/>
          </a:xfrm>
          <a:prstGeom prst="roundRect">
            <a:avLst>
              <a:gd name="adj" fmla="val 18000"/>
            </a:avLst>
          </a:prstGeom>
          <a:solidFill>
            <a:srgbClr val="903E70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196" name="lumia-token-particle">
            <a:extLst>
              <a:ext uri="{FF2B5EF4-FFF2-40B4-BE49-F238E27FC236}">
                <a16:creationId xmlns:a16="http://schemas.microsoft.com/office/drawing/2014/main" id="{7063923D-AF49-4F2E-A0B0-5B3E96F7E67E}"/>
              </a:ext>
            </a:extLst>
          </p:cNvPr>
          <p:cNvSpPr>
            <a:spLocks noGrp="1"/>
          </p:cNvSpPr>
          <p:nvPr/>
        </p:nvSpPr>
        <p:spPr>
          <a:xfrm rot="2207701">
            <a:off x="3746501" y="5501501"/>
            <a:ext cx="28442" cy="28442"/>
          </a:xfrm>
          <a:prstGeom prst="roundRect">
            <a:avLst>
              <a:gd name="adj" fmla="val 18000"/>
            </a:avLst>
          </a:prstGeom>
          <a:solidFill>
            <a:srgbClr val="923E6F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197" name="lumia-token-particle">
            <a:extLst>
              <a:ext uri="{FF2B5EF4-FFF2-40B4-BE49-F238E27FC236}">
                <a16:creationId xmlns:a16="http://schemas.microsoft.com/office/drawing/2014/main" id="{D3D95886-53DC-4FD6-81E8-E270A6310CC0}"/>
              </a:ext>
            </a:extLst>
          </p:cNvPr>
          <p:cNvSpPr>
            <a:spLocks noGrp="1"/>
          </p:cNvSpPr>
          <p:nvPr/>
        </p:nvSpPr>
        <p:spPr>
          <a:xfrm rot="1457469">
            <a:off x="9072120" y="3999197"/>
            <a:ext cx="14220" cy="14220"/>
          </a:xfrm>
          <a:prstGeom prst="roundRect">
            <a:avLst>
              <a:gd name="adj" fmla="val 26792"/>
            </a:avLst>
          </a:prstGeom>
          <a:solidFill>
            <a:srgbClr val="E3BA0E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198" name="lumia-token-particle">
            <a:extLst>
              <a:ext uri="{FF2B5EF4-FFF2-40B4-BE49-F238E27FC236}">
                <a16:creationId xmlns:a16="http://schemas.microsoft.com/office/drawing/2014/main" id="{2AF168FA-3D79-4AA7-99F6-9D50FF7C2E6E}"/>
              </a:ext>
            </a:extLst>
          </p:cNvPr>
          <p:cNvSpPr>
            <a:spLocks noGrp="1"/>
          </p:cNvSpPr>
          <p:nvPr/>
        </p:nvSpPr>
        <p:spPr>
          <a:xfrm rot="1716004">
            <a:off x="3625301" y="5296910"/>
            <a:ext cx="12710" cy="12710"/>
          </a:xfrm>
          <a:prstGeom prst="ellipse">
            <a:avLst/>
          </a:prstGeom>
          <a:solidFill>
            <a:srgbClr val="8A3E74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1199" name="lumia-token-particle">
            <a:extLst>
              <a:ext uri="{FF2B5EF4-FFF2-40B4-BE49-F238E27FC236}">
                <a16:creationId xmlns:a16="http://schemas.microsoft.com/office/drawing/2014/main" id="{667D67B8-03C4-40E6-9ED0-7FAF3E289BD9}"/>
              </a:ext>
            </a:extLst>
          </p:cNvPr>
          <p:cNvSpPr>
            <a:spLocks noGrp="1"/>
          </p:cNvSpPr>
          <p:nvPr/>
        </p:nvSpPr>
        <p:spPr>
          <a:xfrm rot="532908">
            <a:off x="4623730" y="5212619"/>
            <a:ext cx="10110" cy="10110"/>
          </a:xfrm>
          <a:prstGeom prst="ellipse">
            <a:avLst/>
          </a:prstGeom>
          <a:solidFill>
            <a:srgbClr val="C24150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00" name="lumia-token-particle-soft-glow">
            <a:extLst>
              <a:ext uri="{FF2B5EF4-FFF2-40B4-BE49-F238E27FC236}">
                <a16:creationId xmlns:a16="http://schemas.microsoft.com/office/drawing/2014/main" id="{9DF65493-6213-4402-BC19-576F97475C63}"/>
              </a:ext>
            </a:extLst>
          </p:cNvPr>
          <p:cNvSpPr>
            <a:spLocks noGrp="1"/>
          </p:cNvSpPr>
          <p:nvPr/>
        </p:nvSpPr>
        <p:spPr>
          <a:xfrm rot="1262764">
            <a:off x="10907290" y="3374987"/>
            <a:ext cx="303721" cy="303721"/>
          </a:xfrm>
          <a:prstGeom prst="roundRect">
            <a:avLst>
              <a:gd name="adj" fmla="val 18000"/>
            </a:avLst>
          </a:prstGeom>
          <a:solidFill>
            <a:srgbClr val="6AAD3E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01" name="lumia-token-particle">
            <a:extLst>
              <a:ext uri="{FF2B5EF4-FFF2-40B4-BE49-F238E27FC236}">
                <a16:creationId xmlns:a16="http://schemas.microsoft.com/office/drawing/2014/main" id="{054B3B62-4C26-40C4-AEFF-E28036C0E20B}"/>
              </a:ext>
            </a:extLst>
          </p:cNvPr>
          <p:cNvSpPr>
            <a:spLocks noGrp="1"/>
          </p:cNvSpPr>
          <p:nvPr/>
        </p:nvSpPr>
        <p:spPr>
          <a:xfrm rot="2625328">
            <a:off x="10995875" y="3463572"/>
            <a:ext cx="126550" cy="126550"/>
          </a:xfrm>
          <a:prstGeom prst="roundRect">
            <a:avLst>
              <a:gd name="adj" fmla="val 18000"/>
            </a:avLst>
          </a:prstGeom>
          <a:solidFill>
            <a:srgbClr val="6AAD3E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1202" name="lumia-token-particle">
            <a:extLst>
              <a:ext uri="{FF2B5EF4-FFF2-40B4-BE49-F238E27FC236}">
                <a16:creationId xmlns:a16="http://schemas.microsoft.com/office/drawing/2014/main" id="{D12EA53D-6AB0-4F37-AA22-796A822F919F}"/>
              </a:ext>
            </a:extLst>
          </p:cNvPr>
          <p:cNvSpPr>
            <a:spLocks noGrp="1"/>
          </p:cNvSpPr>
          <p:nvPr/>
        </p:nvSpPr>
        <p:spPr>
          <a:xfrm rot="2632342">
            <a:off x="5078549" y="5597694"/>
            <a:ext cx="9340" cy="9340"/>
          </a:xfrm>
          <a:prstGeom prst="ellipse">
            <a:avLst/>
          </a:prstGeom>
          <a:solidFill>
            <a:srgbClr val="DC423E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1203" name="lumia-token-particle">
            <a:extLst>
              <a:ext uri="{FF2B5EF4-FFF2-40B4-BE49-F238E27FC236}">
                <a16:creationId xmlns:a16="http://schemas.microsoft.com/office/drawing/2014/main" id="{83E73972-CFD1-4297-AA7A-CD02D67FE11B}"/>
              </a:ext>
            </a:extLst>
          </p:cNvPr>
          <p:cNvSpPr>
            <a:spLocks noGrp="1"/>
          </p:cNvSpPr>
          <p:nvPr/>
        </p:nvSpPr>
        <p:spPr>
          <a:xfrm rot="2085491">
            <a:off x="11880772" y="2922256"/>
            <a:ext cx="61603" cy="61603"/>
          </a:xfrm>
          <a:prstGeom prst="roundRect">
            <a:avLst>
              <a:gd name="adj" fmla="val 18000"/>
            </a:avLst>
          </a:prstGeom>
          <a:solidFill>
            <a:srgbClr val="4EAB49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204" name="lumia-token-particle">
            <a:extLst>
              <a:ext uri="{FF2B5EF4-FFF2-40B4-BE49-F238E27FC236}">
                <a16:creationId xmlns:a16="http://schemas.microsoft.com/office/drawing/2014/main" id="{606D17CC-10CF-4723-AA21-997173A32F86}"/>
              </a:ext>
            </a:extLst>
          </p:cNvPr>
          <p:cNvSpPr>
            <a:spLocks noGrp="1"/>
          </p:cNvSpPr>
          <p:nvPr/>
        </p:nvSpPr>
        <p:spPr>
          <a:xfrm rot="554571">
            <a:off x="8602809" y="4549880"/>
            <a:ext cx="17115" cy="17115"/>
          </a:xfrm>
          <a:prstGeom prst="ellipse">
            <a:avLst/>
          </a:prstGeom>
          <a:solidFill>
            <a:srgbClr val="FBBB05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205" name="lumia-token-particle">
            <a:extLst>
              <a:ext uri="{FF2B5EF4-FFF2-40B4-BE49-F238E27FC236}">
                <a16:creationId xmlns:a16="http://schemas.microsoft.com/office/drawing/2014/main" id="{313FC5A9-56C3-44E1-A6B4-17748568C4D7}"/>
              </a:ext>
            </a:extLst>
          </p:cNvPr>
          <p:cNvSpPr>
            <a:spLocks noGrp="1"/>
          </p:cNvSpPr>
          <p:nvPr/>
        </p:nvSpPr>
        <p:spPr>
          <a:xfrm rot="375792">
            <a:off x="6597865" y="4468834"/>
            <a:ext cx="27305" cy="27305"/>
          </a:xfrm>
          <a:prstGeom prst="ellipse">
            <a:avLst/>
          </a:prstGeom>
          <a:solidFill>
            <a:srgbClr val="F17422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1206" name="lumia-token-particle">
            <a:extLst>
              <a:ext uri="{FF2B5EF4-FFF2-40B4-BE49-F238E27FC236}">
                <a16:creationId xmlns:a16="http://schemas.microsoft.com/office/drawing/2014/main" id="{B0C3049D-6CB2-4058-9FB6-DCAD405CE009}"/>
              </a:ext>
            </a:extLst>
          </p:cNvPr>
          <p:cNvSpPr>
            <a:spLocks noGrp="1"/>
          </p:cNvSpPr>
          <p:nvPr/>
        </p:nvSpPr>
        <p:spPr>
          <a:xfrm rot="372792">
            <a:off x="9217253" y="4594937"/>
            <a:ext cx="18427" cy="18427"/>
          </a:xfrm>
          <a:prstGeom prst="roundRect">
            <a:avLst>
              <a:gd name="adj" fmla="val 20676"/>
            </a:avLst>
          </a:prstGeom>
          <a:solidFill>
            <a:srgbClr val="E0B90F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207" name="lumia-token-particle">
            <a:extLst>
              <a:ext uri="{FF2B5EF4-FFF2-40B4-BE49-F238E27FC236}">
                <a16:creationId xmlns:a16="http://schemas.microsoft.com/office/drawing/2014/main" id="{9705A02B-33D8-4360-9DEA-78F44B37F355}"/>
              </a:ext>
            </a:extLst>
          </p:cNvPr>
          <p:cNvSpPr>
            <a:spLocks noGrp="1"/>
          </p:cNvSpPr>
          <p:nvPr/>
        </p:nvSpPr>
        <p:spPr>
          <a:xfrm rot="485807">
            <a:off x="8232412" y="4907582"/>
            <a:ext cx="26320" cy="26320"/>
          </a:xfrm>
          <a:prstGeom prst="ellipse">
            <a:avLst/>
          </a:prstGeom>
          <a:solidFill>
            <a:srgbClr val="F9AC0B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208" name="lumia-token-particle">
            <a:extLst>
              <a:ext uri="{FF2B5EF4-FFF2-40B4-BE49-F238E27FC236}">
                <a16:creationId xmlns:a16="http://schemas.microsoft.com/office/drawing/2014/main" id="{504227B3-D6C1-46E6-8095-24647F32793C}"/>
              </a:ext>
            </a:extLst>
          </p:cNvPr>
          <p:cNvSpPr>
            <a:spLocks noGrp="1"/>
          </p:cNvSpPr>
          <p:nvPr/>
        </p:nvSpPr>
        <p:spPr>
          <a:xfrm rot="948900">
            <a:off x="11451708" y="3479864"/>
            <a:ext cx="23483" cy="23483"/>
          </a:xfrm>
          <a:prstGeom prst="ellipse">
            <a:avLst/>
          </a:prstGeom>
          <a:solidFill>
            <a:srgbClr val="5DAC43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209" name="lumia-token-particle">
            <a:extLst>
              <a:ext uri="{FF2B5EF4-FFF2-40B4-BE49-F238E27FC236}">
                <a16:creationId xmlns:a16="http://schemas.microsoft.com/office/drawing/2014/main" id="{8F3EE3B2-37F7-4537-9AE0-A0595A477BC0}"/>
              </a:ext>
            </a:extLst>
          </p:cNvPr>
          <p:cNvSpPr>
            <a:spLocks noGrp="1"/>
          </p:cNvSpPr>
          <p:nvPr/>
        </p:nvSpPr>
        <p:spPr>
          <a:xfrm rot="1689868">
            <a:off x="6870945" y="5223054"/>
            <a:ext cx="38893" cy="38893"/>
          </a:xfrm>
          <a:prstGeom prst="ellipse">
            <a:avLst/>
          </a:prstGeom>
          <a:solidFill>
            <a:srgbClr val="F3811C">
              <a:alpha val="51000"/>
            </a:srgbClr>
          </a:solidFill>
          <a:ln w="0">
            <a:noFill/>
            <a:prstDash val="solid"/>
          </a:ln>
        </p:spPr>
      </p:sp>
      <p:sp>
        <p:nvSpPr>
          <p:cNvPr id="1210" name="lumia-token-particle">
            <a:extLst>
              <a:ext uri="{FF2B5EF4-FFF2-40B4-BE49-F238E27FC236}">
                <a16:creationId xmlns:a16="http://schemas.microsoft.com/office/drawing/2014/main" id="{A3FABC00-5E40-4EAF-B234-AE1C3746DCC5}"/>
              </a:ext>
            </a:extLst>
          </p:cNvPr>
          <p:cNvSpPr>
            <a:spLocks noGrp="1"/>
          </p:cNvSpPr>
          <p:nvPr/>
        </p:nvSpPr>
        <p:spPr>
          <a:xfrm rot="791290">
            <a:off x="7131248" y="4359679"/>
            <a:ext cx="9674" cy="9674"/>
          </a:xfrm>
          <a:prstGeom prst="ellipse">
            <a:avLst/>
          </a:prstGeom>
          <a:solidFill>
            <a:srgbClr val="F27D1E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1211" name="lumia-token-particle">
            <a:extLst>
              <a:ext uri="{FF2B5EF4-FFF2-40B4-BE49-F238E27FC236}">
                <a16:creationId xmlns:a16="http://schemas.microsoft.com/office/drawing/2014/main" id="{99ABB525-CCAE-4789-91F1-FBD06B24B675}"/>
              </a:ext>
            </a:extLst>
          </p:cNvPr>
          <p:cNvSpPr>
            <a:spLocks noGrp="1"/>
          </p:cNvSpPr>
          <p:nvPr/>
        </p:nvSpPr>
        <p:spPr>
          <a:xfrm rot="793037">
            <a:off x="12162770" y="2398301"/>
            <a:ext cx="58460" cy="58460"/>
          </a:xfrm>
          <a:prstGeom prst="roundRect">
            <a:avLst>
              <a:gd name="adj" fmla="val 18000"/>
            </a:avLst>
          </a:prstGeom>
          <a:solidFill>
            <a:srgbClr val="34A853">
              <a:alpha val="60000"/>
            </a:srgbClr>
          </a:solidFill>
          <a:ln w="0">
            <a:noFill/>
            <a:prstDash val="solid"/>
          </a:ln>
        </p:spPr>
      </p:sp>
      <p:sp>
        <p:nvSpPr>
          <p:cNvPr id="1212" name="lumia-token-particle">
            <a:extLst>
              <a:ext uri="{FF2B5EF4-FFF2-40B4-BE49-F238E27FC236}">
                <a16:creationId xmlns:a16="http://schemas.microsoft.com/office/drawing/2014/main" id="{1666CB02-403B-4948-B51F-07A95CA42223}"/>
              </a:ext>
            </a:extLst>
          </p:cNvPr>
          <p:cNvSpPr>
            <a:spLocks noGrp="1"/>
          </p:cNvSpPr>
          <p:nvPr/>
        </p:nvSpPr>
        <p:spPr>
          <a:xfrm rot="1305504">
            <a:off x="8732563" y="4446721"/>
            <a:ext cx="45241" cy="45241"/>
          </a:xfrm>
          <a:prstGeom prst="ellipse">
            <a:avLst/>
          </a:prstGeom>
          <a:solidFill>
            <a:srgbClr val="ECBB0B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1213" name="lumia-token-particle">
            <a:extLst>
              <a:ext uri="{FF2B5EF4-FFF2-40B4-BE49-F238E27FC236}">
                <a16:creationId xmlns:a16="http://schemas.microsoft.com/office/drawing/2014/main" id="{E04D2041-8097-470E-B3C1-1EE5A47606B7}"/>
              </a:ext>
            </a:extLst>
          </p:cNvPr>
          <p:cNvSpPr>
            <a:spLocks noGrp="1"/>
          </p:cNvSpPr>
          <p:nvPr/>
        </p:nvSpPr>
        <p:spPr>
          <a:xfrm rot="2254604">
            <a:off x="5205452" y="4724354"/>
            <a:ext cx="14155" cy="14155"/>
          </a:xfrm>
          <a:prstGeom prst="ellipse">
            <a:avLst/>
          </a:prstGeom>
          <a:solidFill>
            <a:srgbClr val="D94240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1214" name="lumia-token-particle">
            <a:extLst>
              <a:ext uri="{FF2B5EF4-FFF2-40B4-BE49-F238E27FC236}">
                <a16:creationId xmlns:a16="http://schemas.microsoft.com/office/drawing/2014/main" id="{05F80D80-AA10-4E3B-9B45-D83F38C039F4}"/>
              </a:ext>
            </a:extLst>
          </p:cNvPr>
          <p:cNvSpPr>
            <a:spLocks noGrp="1"/>
          </p:cNvSpPr>
          <p:nvPr/>
        </p:nvSpPr>
        <p:spPr>
          <a:xfrm rot="1553603">
            <a:off x="11541982" y="2594979"/>
            <a:ext cx="27564" cy="27564"/>
          </a:xfrm>
          <a:prstGeom prst="roundRect">
            <a:avLst>
              <a:gd name="adj" fmla="val 18000"/>
            </a:avLst>
          </a:prstGeom>
          <a:solidFill>
            <a:srgbClr val="4BAA4A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1215" name="lumia-token-particle-soft-glow">
            <a:extLst>
              <a:ext uri="{FF2B5EF4-FFF2-40B4-BE49-F238E27FC236}">
                <a16:creationId xmlns:a16="http://schemas.microsoft.com/office/drawing/2014/main" id="{84480ECF-0969-4F9B-AB87-183C118A9C81}"/>
              </a:ext>
            </a:extLst>
          </p:cNvPr>
          <p:cNvSpPr>
            <a:spLocks noGrp="1"/>
          </p:cNvSpPr>
          <p:nvPr/>
        </p:nvSpPr>
        <p:spPr>
          <a:xfrm rot="1971323">
            <a:off x="7112179" y="5048031"/>
            <a:ext cx="120082" cy="120082"/>
          </a:xfrm>
          <a:prstGeom prst="roundRect">
            <a:avLst>
              <a:gd name="adj" fmla="val 18000"/>
            </a:avLst>
          </a:prstGeom>
          <a:solidFill>
            <a:srgbClr val="F3861A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216" name="lumia-token-particle">
            <a:extLst>
              <a:ext uri="{FF2B5EF4-FFF2-40B4-BE49-F238E27FC236}">
                <a16:creationId xmlns:a16="http://schemas.microsoft.com/office/drawing/2014/main" id="{2226795F-7C60-4761-AAAA-F552895BAF7B}"/>
              </a:ext>
            </a:extLst>
          </p:cNvPr>
          <p:cNvSpPr>
            <a:spLocks noGrp="1"/>
          </p:cNvSpPr>
          <p:nvPr/>
        </p:nvSpPr>
        <p:spPr>
          <a:xfrm rot="849594">
            <a:off x="7147202" y="5083054"/>
            <a:ext cx="50034" cy="50034"/>
          </a:xfrm>
          <a:prstGeom prst="roundRect">
            <a:avLst>
              <a:gd name="adj" fmla="val 18000"/>
            </a:avLst>
          </a:prstGeom>
          <a:solidFill>
            <a:srgbClr val="F3861A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217" name="矩形 1216">
            <a:extLst>
              <a:ext uri="{FF2B5EF4-FFF2-40B4-BE49-F238E27FC236}">
                <a16:creationId xmlns:a16="http://schemas.microsoft.com/office/drawing/2014/main" id="{7B1F763C-834C-4AE5-8878-7F5E5FEB485F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63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63" b="1" dirty="0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01</a:t>
            </a:r>
          </a:p>
        </p:txBody>
      </p:sp>
      <p:sp>
        <p:nvSpPr>
          <p:cNvPr id="1218" name="矩形 1217">
            <a:extLst>
              <a:ext uri="{FF2B5EF4-FFF2-40B4-BE49-F238E27FC236}">
                <a16:creationId xmlns:a16="http://schemas.microsoft.com/office/drawing/2014/main" id="{12ECC1A6-C6D7-42D7-853C-EB9D5C79A246}"/>
              </a:ext>
            </a:extLst>
          </p:cNvPr>
          <p:cNvSpPr>
            <a:spLocks noGrp="1"/>
          </p:cNvSpPr>
          <p:nvPr/>
        </p:nvSpPr>
        <p:spPr>
          <a:xfrm>
            <a:off x="723900" y="238125"/>
            <a:ext cx="1828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1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863" b="1" dirty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COVER</a:t>
            </a:r>
          </a:p>
        </p:txBody>
      </p:sp>
      <p:pic>
        <p:nvPicPr>
          <p:cNvPr id="2450" name="图片 24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48802" y="1472128"/>
            <a:ext cx="1856213" cy="1856213"/>
          </a:xfrm>
          <a:prstGeom prst="rect">
            <a:avLst/>
          </a:prstGeom>
        </p:spPr>
      </p:pic>
      <p:sp>
        <p:nvSpPr>
          <p:cNvPr id="1220" name="vertical-divider">
            <a:extLst>
              <a:ext uri="{FF2B5EF4-FFF2-40B4-BE49-F238E27FC236}">
                <a16:creationId xmlns:a16="http://schemas.microsoft.com/office/drawing/2014/main" id="{39FDD6CF-2615-420A-B504-7859A1EB6D52}"/>
              </a:ext>
            </a:extLst>
          </p:cNvPr>
          <p:cNvSpPr>
            <a:spLocks noGrp="1"/>
          </p:cNvSpPr>
          <p:nvPr/>
        </p:nvSpPr>
        <p:spPr>
          <a:xfrm>
            <a:off x="3320898" y="1532452"/>
            <a:ext cx="9525" cy="1809750"/>
          </a:xfrm>
          <a:custGeom>
            <a:avLst/>
            <a:gdLst/>
            <a:ahLst/>
            <a:cxnLst/>
            <a:rect l="0" t="0" r="0" b="0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0478">
            <a:solidFill>
              <a:srgbClr val="D5D9E3">
                <a:alpha val="34000"/>
              </a:srgbClr>
            </a:solidFill>
            <a:prstDash val="solid"/>
          </a:ln>
        </p:spPr>
      </p:sp>
      <p:sp>
        <p:nvSpPr>
          <p:cNvPr id="1221" name="矩形 1220">
            <a:extLst>
              <a:ext uri="{FF2B5EF4-FFF2-40B4-BE49-F238E27FC236}">
                <a16:creationId xmlns:a16="http://schemas.microsoft.com/office/drawing/2014/main" id="{AC95DDF4-4EF8-4E5D-A4C7-914D7ABDBA26}"/>
              </a:ext>
            </a:extLst>
          </p:cNvPr>
          <p:cNvSpPr>
            <a:spLocks noGrp="1"/>
          </p:cNvSpPr>
          <p:nvPr/>
        </p:nvSpPr>
        <p:spPr>
          <a:xfrm>
            <a:off x="3816198" y="1473077"/>
            <a:ext cx="619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7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4400" b="1" dirty="0">
                <a:solidFill>
                  <a:srgbClr val="FFFFFF"/>
                </a:solidFill>
                <a:latin typeface="Calibri" panose="020F0502020204030204" pitchFamily="34" charset="0"/>
                <a:ea typeface="SimHei" panose="02010609060101010101" pitchFamily="49" charset="-122"/>
                <a:cs typeface="Calibri" panose="020F0502020204030204" pitchFamily="34" charset="0"/>
              </a:rPr>
              <a:t>LUMIA LAB</a:t>
            </a:r>
          </a:p>
        </p:txBody>
      </p:sp>
      <p:sp>
        <p:nvSpPr>
          <p:cNvPr id="1222" name="矩形 1221">
            <a:extLst>
              <a:ext uri="{FF2B5EF4-FFF2-40B4-BE49-F238E27FC236}">
                <a16:creationId xmlns:a16="http://schemas.microsoft.com/office/drawing/2014/main" id="{670180A6-4694-41AB-8914-426DC7A34BB6}"/>
              </a:ext>
            </a:extLst>
          </p:cNvPr>
          <p:cNvSpPr>
            <a:spLocks noGrp="1"/>
          </p:cNvSpPr>
          <p:nvPr/>
        </p:nvSpPr>
        <p:spPr>
          <a:xfrm>
            <a:off x="3854298" y="2482727"/>
            <a:ext cx="5334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95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950" b="0" dirty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Language Understanding and</a:t>
            </a:r>
          </a:p>
          <a:p>
            <a:pPr algn="l">
              <a:lnSpc>
                <a:spcPct val="116000"/>
              </a:lnSpc>
              <a:buNone/>
              <a:defRPr sz="195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950" b="0" dirty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Machine Intelligence Algorithms</a:t>
            </a:r>
          </a:p>
        </p:txBody>
      </p:sp>
      <p:sp>
        <p:nvSpPr>
          <p:cNvPr id="1223" name="lumia-stream-brand-bar-1">
            <a:extLst>
              <a:ext uri="{FF2B5EF4-FFF2-40B4-BE49-F238E27FC236}">
                <a16:creationId xmlns:a16="http://schemas.microsoft.com/office/drawing/2014/main" id="{045A59C9-3402-46CB-ADA5-274E27E93097}"/>
              </a:ext>
            </a:extLst>
          </p:cNvPr>
          <p:cNvSpPr>
            <a:spLocks noGrp="1"/>
          </p:cNvSpPr>
          <p:nvPr/>
        </p:nvSpPr>
        <p:spPr>
          <a:xfrm>
            <a:off x="3854298" y="3359027"/>
            <a:ext cx="209550" cy="26670"/>
          </a:xfrm>
          <a:prstGeom prst="roundRect">
            <a:avLst>
              <a:gd name="adj" fmla="val 39286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1224" name="lumia-stream-brand-bar-2">
            <a:extLst>
              <a:ext uri="{FF2B5EF4-FFF2-40B4-BE49-F238E27FC236}">
                <a16:creationId xmlns:a16="http://schemas.microsoft.com/office/drawing/2014/main" id="{A5C3C6F2-FABD-4CFC-8A48-5E4D5FDB0CFD}"/>
              </a:ext>
            </a:extLst>
          </p:cNvPr>
          <p:cNvSpPr>
            <a:spLocks noGrp="1"/>
          </p:cNvSpPr>
          <p:nvPr/>
        </p:nvSpPr>
        <p:spPr>
          <a:xfrm>
            <a:off x="4168623" y="3359027"/>
            <a:ext cx="209550" cy="26670"/>
          </a:xfrm>
          <a:prstGeom prst="roundRect">
            <a:avLst>
              <a:gd name="adj" fmla="val 39286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225" name="lumia-stream-brand-bar-3">
            <a:extLst>
              <a:ext uri="{FF2B5EF4-FFF2-40B4-BE49-F238E27FC236}">
                <a16:creationId xmlns:a16="http://schemas.microsoft.com/office/drawing/2014/main" id="{0DA394CD-1D95-46D2-8894-C82015F4B705}"/>
              </a:ext>
            </a:extLst>
          </p:cNvPr>
          <p:cNvSpPr>
            <a:spLocks noGrp="1"/>
          </p:cNvSpPr>
          <p:nvPr/>
        </p:nvSpPr>
        <p:spPr>
          <a:xfrm>
            <a:off x="4482948" y="3359027"/>
            <a:ext cx="209550" cy="26670"/>
          </a:xfrm>
          <a:prstGeom prst="roundRect">
            <a:avLst>
              <a:gd name="adj" fmla="val 39286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1226" name="lumia-stream-brand-bar-4">
            <a:extLst>
              <a:ext uri="{FF2B5EF4-FFF2-40B4-BE49-F238E27FC236}">
                <a16:creationId xmlns:a16="http://schemas.microsoft.com/office/drawing/2014/main" id="{DF781E9D-60BD-4D0D-BAAF-D297D10F76CE}"/>
              </a:ext>
            </a:extLst>
          </p:cNvPr>
          <p:cNvSpPr>
            <a:spLocks noGrp="1"/>
          </p:cNvSpPr>
          <p:nvPr/>
        </p:nvSpPr>
        <p:spPr>
          <a:xfrm>
            <a:off x="4797273" y="3359027"/>
            <a:ext cx="209550" cy="26670"/>
          </a:xfrm>
          <a:prstGeom prst="roundRect">
            <a:avLst>
              <a:gd name="adj" fmla="val 39286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1227" name="lumia-stream-brand-bar-5">
            <a:extLst>
              <a:ext uri="{FF2B5EF4-FFF2-40B4-BE49-F238E27FC236}">
                <a16:creationId xmlns:a16="http://schemas.microsoft.com/office/drawing/2014/main" id="{7F68AEEE-2DCA-43A0-A23C-A7B324C8513C}"/>
              </a:ext>
            </a:extLst>
          </p:cNvPr>
          <p:cNvSpPr>
            <a:spLocks noGrp="1"/>
          </p:cNvSpPr>
          <p:nvPr/>
        </p:nvSpPr>
        <p:spPr>
          <a:xfrm>
            <a:off x="5111598" y="3359027"/>
            <a:ext cx="209550" cy="26670"/>
          </a:xfrm>
          <a:prstGeom prst="roundRect">
            <a:avLst>
              <a:gd name="adj" fmla="val 39286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228" name="矩形 1227">
            <a:extLst>
              <a:ext uri="{FF2B5EF4-FFF2-40B4-BE49-F238E27FC236}">
                <a16:creationId xmlns:a16="http://schemas.microsoft.com/office/drawing/2014/main" id="{228487A7-2CCF-4E10-8C6E-1142E4D6093C}"/>
              </a:ext>
            </a:extLst>
          </p:cNvPr>
          <p:cNvSpPr>
            <a:spLocks noGrp="1"/>
          </p:cNvSpPr>
          <p:nvPr/>
        </p:nvSpPr>
        <p:spPr>
          <a:xfrm>
            <a:off x="1714499" y="4142263"/>
            <a:ext cx="6610103" cy="454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400" b="1" dirty="0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Presentation Title</a:t>
            </a:r>
          </a:p>
        </p:txBody>
      </p:sp>
      <p:sp>
        <p:nvSpPr>
          <p:cNvPr id="1229" name="矩形 1228">
            <a:extLst>
              <a:ext uri="{FF2B5EF4-FFF2-40B4-BE49-F238E27FC236}">
                <a16:creationId xmlns:a16="http://schemas.microsoft.com/office/drawing/2014/main" id="{E2F81B31-9AF0-4850-872A-9A710D24AD65}"/>
              </a:ext>
            </a:extLst>
          </p:cNvPr>
          <p:cNvSpPr>
            <a:spLocks noGrp="1"/>
          </p:cNvSpPr>
          <p:nvPr/>
        </p:nvSpPr>
        <p:spPr>
          <a:xfrm>
            <a:off x="1714500" y="4580413"/>
            <a:ext cx="2971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35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Presenter Name</a:t>
            </a:r>
          </a:p>
          <a:p>
            <a:pPr algn="l">
              <a:lnSpc>
                <a:spcPct val="130000"/>
              </a:lnSpc>
              <a:buNone/>
              <a:defRPr sz="135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Institution  -  Date</a:t>
            </a:r>
          </a:p>
        </p:txBody>
      </p:sp>
      <p:sp>
        <p:nvSpPr>
          <p:cNvPr id="1230" name="矩形 1229">
            <a:extLst>
              <a:ext uri="{FF2B5EF4-FFF2-40B4-BE49-F238E27FC236}">
                <a16:creationId xmlns:a16="http://schemas.microsoft.com/office/drawing/2014/main" id="{4ACA2502-B5B8-4C0B-911A-A34980BE806B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01</a:t>
            </a:r>
          </a:p>
        </p:txBody>
      </p:sp>
      <p:sp>
        <p:nvSpPr>
          <p:cNvPr id="1231" name="矩形 1230">
            <a:extLst>
              <a:ext uri="{FF2B5EF4-FFF2-40B4-BE49-F238E27FC236}">
                <a16:creationId xmlns:a16="http://schemas.microsoft.com/office/drawing/2014/main" id="{C92D32FE-99BE-4652-AA46-358EEAD3B558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63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343952902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deep-navy-background">
            <a:extLst>
              <a:ext uri="{FF2B5EF4-FFF2-40B4-BE49-F238E27FC236}">
                <a16:creationId xmlns:a16="http://schemas.microsoft.com/office/drawing/2014/main" id="{3FB0A402-7296-4B05-AAD0-E68417C5DA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01F"/>
              </a:gs>
              <a:gs pos="72000">
                <a:srgbClr val="081426"/>
              </a:gs>
              <a:gs pos="100000">
                <a:srgbClr val="020812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2" name="lumia-token-stream-curve">
            <a:extLst>
              <a:ext uri="{FF2B5EF4-FFF2-40B4-BE49-F238E27FC236}">
                <a16:creationId xmlns:a16="http://schemas.microsoft.com/office/drawing/2014/main" id="{1A406CAD-CFCD-4917-9962-E34B8FA5F84A}"/>
              </a:ext>
            </a:extLst>
          </p:cNvPr>
          <p:cNvSpPr>
            <a:spLocks noGrp="1"/>
          </p:cNvSpPr>
          <p:nvPr/>
        </p:nvSpPr>
        <p:spPr>
          <a:xfrm>
            <a:off x="95272" y="5634457"/>
            <a:ext cx="205061" cy="38904"/>
          </a:xfrm>
          <a:custGeom>
            <a:avLst/>
            <a:gdLst/>
            <a:ahLst/>
            <a:cxnLst/>
            <a:rect l="0" t="0" r="0" b="0"/>
            <a:pathLst>
              <a:path w="205061" h="38904">
                <a:moveTo>
                  <a:pt x="0" y="0"/>
                </a:moveTo>
                <a:lnTo>
                  <a:pt x="205061" y="38904"/>
                </a:lnTo>
              </a:path>
            </a:pathLst>
          </a:custGeom>
          <a:noFill/>
          <a:ln w="3429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3" name="lumia-token-stream-curve">
            <a:extLst>
              <a:ext uri="{FF2B5EF4-FFF2-40B4-BE49-F238E27FC236}">
                <a16:creationId xmlns:a16="http://schemas.microsoft.com/office/drawing/2014/main" id="{C0B749BD-778B-4145-AAAD-74766114FDE1}"/>
              </a:ext>
            </a:extLst>
          </p:cNvPr>
          <p:cNvSpPr>
            <a:spLocks noGrp="1"/>
          </p:cNvSpPr>
          <p:nvPr/>
        </p:nvSpPr>
        <p:spPr>
          <a:xfrm>
            <a:off x="300333" y="5673361"/>
            <a:ext cx="208866" cy="35808"/>
          </a:xfrm>
          <a:custGeom>
            <a:avLst/>
            <a:gdLst/>
            <a:ahLst/>
            <a:cxnLst/>
            <a:rect l="0" t="0" r="0" b="0"/>
            <a:pathLst>
              <a:path w="208866" h="35808">
                <a:moveTo>
                  <a:pt x="0" y="0"/>
                </a:moveTo>
                <a:lnTo>
                  <a:pt x="208866" y="35808"/>
                </a:lnTo>
              </a:path>
            </a:pathLst>
          </a:custGeom>
          <a:noFill/>
          <a:ln w="3429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4" name="lumia-token-stream-curve">
            <a:extLst>
              <a:ext uri="{FF2B5EF4-FFF2-40B4-BE49-F238E27FC236}">
                <a16:creationId xmlns:a16="http://schemas.microsoft.com/office/drawing/2014/main" id="{CC83F27E-1798-4BDC-9096-B5E1B5D49FE2}"/>
              </a:ext>
            </a:extLst>
          </p:cNvPr>
          <p:cNvSpPr>
            <a:spLocks noGrp="1"/>
          </p:cNvSpPr>
          <p:nvPr/>
        </p:nvSpPr>
        <p:spPr>
          <a:xfrm>
            <a:off x="509199" y="5709169"/>
            <a:ext cx="212587" cy="31706"/>
          </a:xfrm>
          <a:custGeom>
            <a:avLst/>
            <a:gdLst/>
            <a:ahLst/>
            <a:cxnLst/>
            <a:rect l="0" t="0" r="0" b="0"/>
            <a:pathLst>
              <a:path w="212587" h="31706">
                <a:moveTo>
                  <a:pt x="0" y="0"/>
                </a:moveTo>
                <a:lnTo>
                  <a:pt x="212587" y="31706"/>
                </a:lnTo>
              </a:path>
            </a:pathLst>
          </a:custGeom>
          <a:noFill/>
          <a:ln w="3429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5" name="lumia-token-stream-curve">
            <a:extLst>
              <a:ext uri="{FF2B5EF4-FFF2-40B4-BE49-F238E27FC236}">
                <a16:creationId xmlns:a16="http://schemas.microsoft.com/office/drawing/2014/main" id="{FBC76A37-1902-4A80-8C1E-FD4341532200}"/>
              </a:ext>
            </a:extLst>
          </p:cNvPr>
          <p:cNvSpPr>
            <a:spLocks noGrp="1"/>
          </p:cNvSpPr>
          <p:nvPr/>
        </p:nvSpPr>
        <p:spPr>
          <a:xfrm>
            <a:off x="721786" y="5740876"/>
            <a:ext cx="216225" cy="26679"/>
          </a:xfrm>
          <a:custGeom>
            <a:avLst/>
            <a:gdLst/>
            <a:ahLst/>
            <a:cxnLst/>
            <a:rect l="0" t="0" r="0" b="0"/>
            <a:pathLst>
              <a:path w="216225" h="26679">
                <a:moveTo>
                  <a:pt x="0" y="0"/>
                </a:moveTo>
                <a:lnTo>
                  <a:pt x="216225" y="26679"/>
                </a:lnTo>
              </a:path>
            </a:pathLst>
          </a:custGeom>
          <a:noFill/>
          <a:ln w="3429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6" name="lumia-token-stream-curve">
            <a:extLst>
              <a:ext uri="{FF2B5EF4-FFF2-40B4-BE49-F238E27FC236}">
                <a16:creationId xmlns:a16="http://schemas.microsoft.com/office/drawing/2014/main" id="{038B51CB-E23E-4A26-AC05-072F14177EDF}"/>
              </a:ext>
            </a:extLst>
          </p:cNvPr>
          <p:cNvSpPr>
            <a:spLocks noGrp="1"/>
          </p:cNvSpPr>
          <p:nvPr/>
        </p:nvSpPr>
        <p:spPr>
          <a:xfrm>
            <a:off x="938011" y="5767555"/>
            <a:ext cx="219778" cy="20898"/>
          </a:xfrm>
          <a:custGeom>
            <a:avLst/>
            <a:gdLst/>
            <a:ahLst/>
            <a:cxnLst/>
            <a:rect l="0" t="0" r="0" b="0"/>
            <a:pathLst>
              <a:path w="219778" h="20898">
                <a:moveTo>
                  <a:pt x="0" y="0"/>
                </a:moveTo>
                <a:lnTo>
                  <a:pt x="219778" y="20898"/>
                </a:lnTo>
              </a:path>
            </a:pathLst>
          </a:custGeom>
          <a:noFill/>
          <a:ln w="3429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7" name="lumia-token-stream-curve">
            <a:extLst>
              <a:ext uri="{FF2B5EF4-FFF2-40B4-BE49-F238E27FC236}">
                <a16:creationId xmlns:a16="http://schemas.microsoft.com/office/drawing/2014/main" id="{D4A488B3-B853-41F5-A7B0-4E588DDF6108}"/>
              </a:ext>
            </a:extLst>
          </p:cNvPr>
          <p:cNvSpPr>
            <a:spLocks noGrp="1"/>
          </p:cNvSpPr>
          <p:nvPr/>
        </p:nvSpPr>
        <p:spPr>
          <a:xfrm>
            <a:off x="1157789" y="5788453"/>
            <a:ext cx="223247" cy="14621"/>
          </a:xfrm>
          <a:custGeom>
            <a:avLst/>
            <a:gdLst/>
            <a:ahLst/>
            <a:cxnLst/>
            <a:rect l="0" t="0" r="0" b="0"/>
            <a:pathLst>
              <a:path w="223247" h="14621">
                <a:moveTo>
                  <a:pt x="0" y="0"/>
                </a:moveTo>
                <a:lnTo>
                  <a:pt x="223247" y="14621"/>
                </a:lnTo>
              </a:path>
            </a:pathLst>
          </a:custGeom>
          <a:noFill/>
          <a:ln w="3429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8" name="lumia-token-stream-curve">
            <a:extLst>
              <a:ext uri="{FF2B5EF4-FFF2-40B4-BE49-F238E27FC236}">
                <a16:creationId xmlns:a16="http://schemas.microsoft.com/office/drawing/2014/main" id="{26D2E686-A54B-494B-8D3A-FD5B4740BB40}"/>
              </a:ext>
            </a:extLst>
          </p:cNvPr>
          <p:cNvSpPr>
            <a:spLocks noGrp="1"/>
          </p:cNvSpPr>
          <p:nvPr/>
        </p:nvSpPr>
        <p:spPr>
          <a:xfrm>
            <a:off x="1381036" y="5803074"/>
            <a:ext cx="226633" cy="9525"/>
          </a:xfrm>
          <a:custGeom>
            <a:avLst/>
            <a:gdLst/>
            <a:ahLst/>
            <a:cxnLst/>
            <a:rect l="0" t="0" r="0" b="0"/>
            <a:pathLst>
              <a:path w="226633" h="9525">
                <a:moveTo>
                  <a:pt x="0" y="0"/>
                </a:moveTo>
                <a:lnTo>
                  <a:pt x="226633" y="8180"/>
                </a:lnTo>
              </a:path>
            </a:pathLst>
          </a:custGeom>
          <a:noFill/>
          <a:ln w="3429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9" name="lumia-token-stream-curve">
            <a:extLst>
              <a:ext uri="{FF2B5EF4-FFF2-40B4-BE49-F238E27FC236}">
                <a16:creationId xmlns:a16="http://schemas.microsoft.com/office/drawing/2014/main" id="{04924CD2-94AA-409F-846E-0376A2A109E4}"/>
              </a:ext>
            </a:extLst>
          </p:cNvPr>
          <p:cNvSpPr>
            <a:spLocks noGrp="1"/>
          </p:cNvSpPr>
          <p:nvPr/>
        </p:nvSpPr>
        <p:spPr>
          <a:xfrm>
            <a:off x="1607669" y="5811254"/>
            <a:ext cx="229934" cy="9525"/>
          </a:xfrm>
          <a:custGeom>
            <a:avLst/>
            <a:gdLst/>
            <a:ahLst/>
            <a:cxnLst/>
            <a:rect l="0" t="0" r="0" b="0"/>
            <a:pathLst>
              <a:path w="229934" h="9525">
                <a:moveTo>
                  <a:pt x="0" y="0"/>
                </a:moveTo>
                <a:lnTo>
                  <a:pt x="229934" y="1955"/>
                </a:lnTo>
              </a:path>
            </a:pathLst>
          </a:custGeom>
          <a:noFill/>
          <a:ln w="3429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10" name="lumia-token-stream-curve">
            <a:extLst>
              <a:ext uri="{FF2B5EF4-FFF2-40B4-BE49-F238E27FC236}">
                <a16:creationId xmlns:a16="http://schemas.microsoft.com/office/drawing/2014/main" id="{4A0320DC-B39D-441B-A610-89E9A9567CE4}"/>
              </a:ext>
            </a:extLst>
          </p:cNvPr>
          <p:cNvSpPr>
            <a:spLocks noGrp="1"/>
          </p:cNvSpPr>
          <p:nvPr/>
        </p:nvSpPr>
        <p:spPr>
          <a:xfrm>
            <a:off x="1837603" y="5809556"/>
            <a:ext cx="233152" cy="9525"/>
          </a:xfrm>
          <a:custGeom>
            <a:avLst/>
            <a:gdLst/>
            <a:ahLst/>
            <a:cxnLst/>
            <a:rect l="0" t="0" r="0" b="0"/>
            <a:pathLst>
              <a:path w="233152" h="9525">
                <a:moveTo>
                  <a:pt x="0" y="3652"/>
                </a:moveTo>
                <a:lnTo>
                  <a:pt x="233152" y="0"/>
                </a:lnTo>
              </a:path>
            </a:pathLst>
          </a:custGeom>
          <a:noFill/>
          <a:ln w="3429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11" name="lumia-token-stream-curve">
            <a:extLst>
              <a:ext uri="{FF2B5EF4-FFF2-40B4-BE49-F238E27FC236}">
                <a16:creationId xmlns:a16="http://schemas.microsoft.com/office/drawing/2014/main" id="{0950D52E-E49D-4F54-9FE3-E37C4DD18504}"/>
              </a:ext>
            </a:extLst>
          </p:cNvPr>
          <p:cNvSpPr>
            <a:spLocks noGrp="1"/>
          </p:cNvSpPr>
          <p:nvPr/>
        </p:nvSpPr>
        <p:spPr>
          <a:xfrm>
            <a:off x="2070755" y="5801294"/>
            <a:ext cx="236285" cy="9525"/>
          </a:xfrm>
          <a:custGeom>
            <a:avLst/>
            <a:gdLst/>
            <a:ahLst/>
            <a:cxnLst/>
            <a:rect l="0" t="0" r="0" b="0"/>
            <a:pathLst>
              <a:path w="236285" h="9525">
                <a:moveTo>
                  <a:pt x="0" y="8262"/>
                </a:moveTo>
                <a:lnTo>
                  <a:pt x="236285" y="0"/>
                </a:lnTo>
              </a:path>
            </a:pathLst>
          </a:custGeom>
          <a:noFill/>
          <a:ln w="3429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12" name="lumia-token-stream-curve">
            <a:extLst>
              <a:ext uri="{FF2B5EF4-FFF2-40B4-BE49-F238E27FC236}">
                <a16:creationId xmlns:a16="http://schemas.microsoft.com/office/drawing/2014/main" id="{5E4F697A-34C2-4850-BBDD-E6114A17014B}"/>
              </a:ext>
            </a:extLst>
          </p:cNvPr>
          <p:cNvSpPr>
            <a:spLocks noGrp="1"/>
          </p:cNvSpPr>
          <p:nvPr/>
        </p:nvSpPr>
        <p:spPr>
          <a:xfrm>
            <a:off x="2307040" y="5789739"/>
            <a:ext cx="239335" cy="11555"/>
          </a:xfrm>
          <a:custGeom>
            <a:avLst/>
            <a:gdLst/>
            <a:ahLst/>
            <a:cxnLst/>
            <a:rect l="0" t="0" r="0" b="0"/>
            <a:pathLst>
              <a:path w="239335" h="11555">
                <a:moveTo>
                  <a:pt x="0" y="11555"/>
                </a:moveTo>
                <a:lnTo>
                  <a:pt x="239335" y="0"/>
                </a:lnTo>
              </a:path>
            </a:pathLst>
          </a:custGeom>
          <a:noFill/>
          <a:ln w="3429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13" name="lumia-token-stream-curve">
            <a:extLst>
              <a:ext uri="{FF2B5EF4-FFF2-40B4-BE49-F238E27FC236}">
                <a16:creationId xmlns:a16="http://schemas.microsoft.com/office/drawing/2014/main" id="{D28D782B-C1CE-4998-90D8-CAC0D8A76251}"/>
              </a:ext>
            </a:extLst>
          </p:cNvPr>
          <p:cNvSpPr>
            <a:spLocks noGrp="1"/>
          </p:cNvSpPr>
          <p:nvPr/>
        </p:nvSpPr>
        <p:spPr>
          <a:xfrm>
            <a:off x="2546376" y="5776426"/>
            <a:ext cx="242301" cy="13313"/>
          </a:xfrm>
          <a:custGeom>
            <a:avLst/>
            <a:gdLst/>
            <a:ahLst/>
            <a:cxnLst/>
            <a:rect l="0" t="0" r="0" b="0"/>
            <a:pathLst>
              <a:path w="242301" h="13313">
                <a:moveTo>
                  <a:pt x="0" y="13313"/>
                </a:moveTo>
                <a:lnTo>
                  <a:pt x="242301" y="0"/>
                </a:lnTo>
              </a:path>
            </a:pathLst>
          </a:custGeom>
          <a:noFill/>
          <a:ln w="3429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14" name="lumia-token-stream-curve">
            <a:extLst>
              <a:ext uri="{FF2B5EF4-FFF2-40B4-BE49-F238E27FC236}">
                <a16:creationId xmlns:a16="http://schemas.microsoft.com/office/drawing/2014/main" id="{925F66D9-D4D1-46A7-87E4-22114428C843}"/>
              </a:ext>
            </a:extLst>
          </p:cNvPr>
          <p:cNvSpPr>
            <a:spLocks noGrp="1"/>
          </p:cNvSpPr>
          <p:nvPr/>
        </p:nvSpPr>
        <p:spPr>
          <a:xfrm>
            <a:off x="2788676" y="5762970"/>
            <a:ext cx="245183" cy="13456"/>
          </a:xfrm>
          <a:custGeom>
            <a:avLst/>
            <a:gdLst/>
            <a:ahLst/>
            <a:cxnLst/>
            <a:rect l="0" t="0" r="0" b="0"/>
            <a:pathLst>
              <a:path w="245183" h="13456">
                <a:moveTo>
                  <a:pt x="0" y="13456"/>
                </a:moveTo>
                <a:lnTo>
                  <a:pt x="245183" y="0"/>
                </a:lnTo>
              </a:path>
            </a:pathLst>
          </a:custGeom>
          <a:noFill/>
          <a:ln w="3429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15" name="lumia-token-stream-curve">
            <a:extLst>
              <a:ext uri="{FF2B5EF4-FFF2-40B4-BE49-F238E27FC236}">
                <a16:creationId xmlns:a16="http://schemas.microsoft.com/office/drawing/2014/main" id="{942443CE-37AE-406B-A185-F0F79158A0D1}"/>
              </a:ext>
            </a:extLst>
          </p:cNvPr>
          <p:cNvSpPr>
            <a:spLocks noGrp="1"/>
          </p:cNvSpPr>
          <p:nvPr/>
        </p:nvSpPr>
        <p:spPr>
          <a:xfrm>
            <a:off x="3033859" y="5750909"/>
            <a:ext cx="247980" cy="12061"/>
          </a:xfrm>
          <a:custGeom>
            <a:avLst/>
            <a:gdLst/>
            <a:ahLst/>
            <a:cxnLst/>
            <a:rect l="0" t="0" r="0" b="0"/>
            <a:pathLst>
              <a:path w="247980" h="12061">
                <a:moveTo>
                  <a:pt x="0" y="12061"/>
                </a:moveTo>
                <a:lnTo>
                  <a:pt x="247980" y="0"/>
                </a:lnTo>
              </a:path>
            </a:pathLst>
          </a:custGeom>
          <a:noFill/>
          <a:ln w="3429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16" name="lumia-token-stream-curve">
            <a:extLst>
              <a:ext uri="{FF2B5EF4-FFF2-40B4-BE49-F238E27FC236}">
                <a16:creationId xmlns:a16="http://schemas.microsoft.com/office/drawing/2014/main" id="{87B99797-921D-4F7E-92D1-F5AD85BBD117}"/>
              </a:ext>
            </a:extLst>
          </p:cNvPr>
          <p:cNvSpPr>
            <a:spLocks noGrp="1"/>
          </p:cNvSpPr>
          <p:nvPr/>
        </p:nvSpPr>
        <p:spPr>
          <a:xfrm>
            <a:off x="3281839" y="5741534"/>
            <a:ext cx="250694" cy="9525"/>
          </a:xfrm>
          <a:custGeom>
            <a:avLst/>
            <a:gdLst/>
            <a:ahLst/>
            <a:cxnLst/>
            <a:rect l="0" t="0" r="0" b="0"/>
            <a:pathLst>
              <a:path w="250694" h="9525">
                <a:moveTo>
                  <a:pt x="0" y="9375"/>
                </a:moveTo>
                <a:lnTo>
                  <a:pt x="250694" y="0"/>
                </a:lnTo>
              </a:path>
            </a:pathLst>
          </a:custGeom>
          <a:noFill/>
          <a:ln w="3429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17" name="lumia-token-stream-curve">
            <a:extLst>
              <a:ext uri="{FF2B5EF4-FFF2-40B4-BE49-F238E27FC236}">
                <a16:creationId xmlns:a16="http://schemas.microsoft.com/office/drawing/2014/main" id="{BAE71C43-205F-466B-AB07-4F7C7FCF8B7E}"/>
              </a:ext>
            </a:extLst>
          </p:cNvPr>
          <p:cNvSpPr>
            <a:spLocks noGrp="1"/>
          </p:cNvSpPr>
          <p:nvPr/>
        </p:nvSpPr>
        <p:spPr>
          <a:xfrm>
            <a:off x="3532533" y="5735734"/>
            <a:ext cx="253324" cy="9525"/>
          </a:xfrm>
          <a:custGeom>
            <a:avLst/>
            <a:gdLst/>
            <a:ahLst/>
            <a:cxnLst/>
            <a:rect l="0" t="0" r="0" b="0"/>
            <a:pathLst>
              <a:path w="253324" h="9525">
                <a:moveTo>
                  <a:pt x="0" y="5800"/>
                </a:moveTo>
                <a:lnTo>
                  <a:pt x="253324" y="0"/>
                </a:lnTo>
              </a:path>
            </a:pathLst>
          </a:custGeom>
          <a:noFill/>
          <a:ln w="3429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18" name="lumia-token-stream-curve">
            <a:extLst>
              <a:ext uri="{FF2B5EF4-FFF2-40B4-BE49-F238E27FC236}">
                <a16:creationId xmlns:a16="http://schemas.microsoft.com/office/drawing/2014/main" id="{646C9649-23D9-43A0-BDC4-09698FF22120}"/>
              </a:ext>
            </a:extLst>
          </p:cNvPr>
          <p:cNvSpPr>
            <a:spLocks noGrp="1"/>
          </p:cNvSpPr>
          <p:nvPr/>
        </p:nvSpPr>
        <p:spPr>
          <a:xfrm>
            <a:off x="3785857" y="5733869"/>
            <a:ext cx="255870" cy="9525"/>
          </a:xfrm>
          <a:custGeom>
            <a:avLst/>
            <a:gdLst/>
            <a:ahLst/>
            <a:cxnLst/>
            <a:rect l="0" t="0" r="0" b="0"/>
            <a:pathLst>
              <a:path w="255870" h="9525">
                <a:moveTo>
                  <a:pt x="0" y="1865"/>
                </a:moveTo>
                <a:lnTo>
                  <a:pt x="255870" y="0"/>
                </a:lnTo>
              </a:path>
            </a:pathLst>
          </a:custGeom>
          <a:noFill/>
          <a:ln w="3429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19" name="lumia-token-stream-curve">
            <a:extLst>
              <a:ext uri="{FF2B5EF4-FFF2-40B4-BE49-F238E27FC236}">
                <a16:creationId xmlns:a16="http://schemas.microsoft.com/office/drawing/2014/main" id="{048AC47B-6DEA-4928-878A-646A80612E8E}"/>
              </a:ext>
            </a:extLst>
          </p:cNvPr>
          <p:cNvSpPr>
            <a:spLocks noGrp="1"/>
          </p:cNvSpPr>
          <p:nvPr/>
        </p:nvSpPr>
        <p:spPr>
          <a:xfrm>
            <a:off x="4041727" y="5733869"/>
            <a:ext cx="258332" cy="9525"/>
          </a:xfrm>
          <a:custGeom>
            <a:avLst/>
            <a:gdLst/>
            <a:ahLst/>
            <a:cxnLst/>
            <a:rect l="0" t="0" r="0" b="0"/>
            <a:pathLst>
              <a:path w="258332" h="9525">
                <a:moveTo>
                  <a:pt x="0" y="0"/>
                </a:moveTo>
                <a:lnTo>
                  <a:pt x="258332" y="1824"/>
                </a:lnTo>
              </a:path>
            </a:pathLst>
          </a:custGeom>
          <a:noFill/>
          <a:ln w="3440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20" name="lumia-token-stream-curve">
            <a:extLst>
              <a:ext uri="{FF2B5EF4-FFF2-40B4-BE49-F238E27FC236}">
                <a16:creationId xmlns:a16="http://schemas.microsoft.com/office/drawing/2014/main" id="{7B79128A-2A65-4166-8440-6C12AA562125}"/>
              </a:ext>
            </a:extLst>
          </p:cNvPr>
          <p:cNvSpPr>
            <a:spLocks noGrp="1"/>
          </p:cNvSpPr>
          <p:nvPr/>
        </p:nvSpPr>
        <p:spPr>
          <a:xfrm>
            <a:off x="4300058" y="5735693"/>
            <a:ext cx="260710" cy="9525"/>
          </a:xfrm>
          <a:custGeom>
            <a:avLst/>
            <a:gdLst/>
            <a:ahLst/>
            <a:cxnLst/>
            <a:rect l="0" t="0" r="0" b="0"/>
            <a:pathLst>
              <a:path w="260710" h="9525">
                <a:moveTo>
                  <a:pt x="0" y="0"/>
                </a:moveTo>
                <a:lnTo>
                  <a:pt x="260710" y="4648"/>
                </a:lnTo>
              </a:path>
            </a:pathLst>
          </a:custGeom>
          <a:noFill/>
          <a:ln w="3464">
            <a:solidFill>
              <a:srgbClr val="B0405B">
                <a:alpha val="4000"/>
              </a:srgbClr>
            </a:solidFill>
            <a:prstDash val="solid"/>
          </a:ln>
        </p:spPr>
      </p:sp>
      <p:sp>
        <p:nvSpPr>
          <p:cNvPr id="21" name="lumia-token-stream-curve">
            <a:extLst>
              <a:ext uri="{FF2B5EF4-FFF2-40B4-BE49-F238E27FC236}">
                <a16:creationId xmlns:a16="http://schemas.microsoft.com/office/drawing/2014/main" id="{F1FF4585-8BF9-4B07-A470-FEA6E9B64290}"/>
              </a:ext>
            </a:extLst>
          </p:cNvPr>
          <p:cNvSpPr>
            <a:spLocks noGrp="1"/>
          </p:cNvSpPr>
          <p:nvPr/>
        </p:nvSpPr>
        <p:spPr>
          <a:xfrm>
            <a:off x="4560768" y="5740342"/>
            <a:ext cx="263004" cy="9525"/>
          </a:xfrm>
          <a:custGeom>
            <a:avLst/>
            <a:gdLst/>
            <a:ahLst/>
            <a:cxnLst/>
            <a:rect l="0" t="0" r="0" b="0"/>
            <a:pathLst>
              <a:path w="263004" h="9525">
                <a:moveTo>
                  <a:pt x="0" y="0"/>
                </a:moveTo>
                <a:lnTo>
                  <a:pt x="263004" y="6046"/>
                </a:lnTo>
              </a:path>
            </a:pathLst>
          </a:custGeom>
          <a:noFill/>
          <a:ln w="3500">
            <a:solidFill>
              <a:srgbClr val="BD4153">
                <a:alpha val="4000"/>
              </a:srgbClr>
            </a:solidFill>
            <a:prstDash val="solid"/>
          </a:ln>
        </p:spPr>
      </p:sp>
      <p:sp>
        <p:nvSpPr>
          <p:cNvPr id="22" name="lumia-token-stream-curve">
            <a:extLst>
              <a:ext uri="{FF2B5EF4-FFF2-40B4-BE49-F238E27FC236}">
                <a16:creationId xmlns:a16="http://schemas.microsoft.com/office/drawing/2014/main" id="{2F7C9414-89C1-4ADD-B008-8F1D17F85482}"/>
              </a:ext>
            </a:extLst>
          </p:cNvPr>
          <p:cNvSpPr>
            <a:spLocks noGrp="1"/>
          </p:cNvSpPr>
          <p:nvPr/>
        </p:nvSpPr>
        <p:spPr>
          <a:xfrm>
            <a:off x="4823772" y="5746388"/>
            <a:ext cx="265214" cy="9525"/>
          </a:xfrm>
          <a:custGeom>
            <a:avLst/>
            <a:gdLst/>
            <a:ahLst/>
            <a:cxnLst/>
            <a:rect l="0" t="0" r="0" b="0"/>
            <a:pathLst>
              <a:path w="265214" h="9525">
                <a:moveTo>
                  <a:pt x="0" y="0"/>
                </a:moveTo>
                <a:lnTo>
                  <a:pt x="265214" y="5586"/>
                </a:lnTo>
              </a:path>
            </a:pathLst>
          </a:custGeom>
          <a:noFill/>
          <a:ln w="3547">
            <a:solidFill>
              <a:srgbClr val="CA414A">
                <a:alpha val="4000"/>
              </a:srgbClr>
            </a:solidFill>
            <a:prstDash val="solid"/>
          </a:ln>
        </p:spPr>
      </p:sp>
      <p:sp>
        <p:nvSpPr>
          <p:cNvPr id="23" name="lumia-token-stream-curve">
            <a:extLst>
              <a:ext uri="{FF2B5EF4-FFF2-40B4-BE49-F238E27FC236}">
                <a16:creationId xmlns:a16="http://schemas.microsoft.com/office/drawing/2014/main" id="{42CB4EBC-3223-4629-BA4D-519AA6BF1913}"/>
              </a:ext>
            </a:extLst>
          </p:cNvPr>
          <p:cNvSpPr>
            <a:spLocks noGrp="1"/>
          </p:cNvSpPr>
          <p:nvPr/>
        </p:nvSpPr>
        <p:spPr>
          <a:xfrm>
            <a:off x="5088985" y="5751973"/>
            <a:ext cx="267340" cy="9525"/>
          </a:xfrm>
          <a:custGeom>
            <a:avLst/>
            <a:gdLst/>
            <a:ahLst/>
            <a:cxnLst/>
            <a:rect l="0" t="0" r="0" b="0"/>
            <a:pathLst>
              <a:path w="267340" h="9525">
                <a:moveTo>
                  <a:pt x="0" y="0"/>
                </a:moveTo>
                <a:lnTo>
                  <a:pt x="267340" y="3026"/>
                </a:lnTo>
              </a:path>
            </a:pathLst>
          </a:custGeom>
          <a:noFill/>
          <a:ln w="3604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24" name="lumia-token-stream-curve">
            <a:extLst>
              <a:ext uri="{FF2B5EF4-FFF2-40B4-BE49-F238E27FC236}">
                <a16:creationId xmlns:a16="http://schemas.microsoft.com/office/drawing/2014/main" id="{BC7D6463-53B4-4CB8-9983-D6C031196ED9}"/>
              </a:ext>
            </a:extLst>
          </p:cNvPr>
          <p:cNvSpPr>
            <a:spLocks noGrp="1"/>
          </p:cNvSpPr>
          <p:nvPr/>
        </p:nvSpPr>
        <p:spPr>
          <a:xfrm>
            <a:off x="5356325" y="5753360"/>
            <a:ext cx="269382" cy="9525"/>
          </a:xfrm>
          <a:custGeom>
            <a:avLst/>
            <a:gdLst/>
            <a:ahLst/>
            <a:cxnLst/>
            <a:rect l="0" t="0" r="0" b="0"/>
            <a:pathLst>
              <a:path w="269382" h="9525">
                <a:moveTo>
                  <a:pt x="0" y="1639"/>
                </a:moveTo>
                <a:lnTo>
                  <a:pt x="269382" y="0"/>
                </a:lnTo>
              </a:path>
            </a:pathLst>
          </a:custGeom>
          <a:noFill/>
          <a:ln w="3671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25" name="lumia-token-stream-curve">
            <a:extLst>
              <a:ext uri="{FF2B5EF4-FFF2-40B4-BE49-F238E27FC236}">
                <a16:creationId xmlns:a16="http://schemas.microsoft.com/office/drawing/2014/main" id="{BA2894E5-6B10-4FAD-A3D0-1E70A0296C7B}"/>
              </a:ext>
            </a:extLst>
          </p:cNvPr>
          <p:cNvSpPr>
            <a:spLocks noGrp="1"/>
          </p:cNvSpPr>
          <p:nvPr/>
        </p:nvSpPr>
        <p:spPr>
          <a:xfrm>
            <a:off x="5625707" y="5745197"/>
            <a:ext cx="271340" cy="9525"/>
          </a:xfrm>
          <a:custGeom>
            <a:avLst/>
            <a:gdLst/>
            <a:ahLst/>
            <a:cxnLst/>
            <a:rect l="0" t="0" r="0" b="0"/>
            <a:pathLst>
              <a:path w="271340" h="9525">
                <a:moveTo>
                  <a:pt x="0" y="8163"/>
                </a:moveTo>
                <a:lnTo>
                  <a:pt x="271340" y="0"/>
                </a:lnTo>
              </a:path>
            </a:pathLst>
          </a:custGeom>
          <a:noFill/>
          <a:ln w="3746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26" name="lumia-token-stream-curve">
            <a:extLst>
              <a:ext uri="{FF2B5EF4-FFF2-40B4-BE49-F238E27FC236}">
                <a16:creationId xmlns:a16="http://schemas.microsoft.com/office/drawing/2014/main" id="{BEB8A8F9-C799-4957-BA71-2B1668CC23C6}"/>
              </a:ext>
            </a:extLst>
          </p:cNvPr>
          <p:cNvSpPr>
            <a:spLocks noGrp="1"/>
          </p:cNvSpPr>
          <p:nvPr/>
        </p:nvSpPr>
        <p:spPr>
          <a:xfrm>
            <a:off x="5897047" y="5729134"/>
            <a:ext cx="273214" cy="16064"/>
          </a:xfrm>
          <a:custGeom>
            <a:avLst/>
            <a:gdLst/>
            <a:ahLst/>
            <a:cxnLst/>
            <a:rect l="0" t="0" r="0" b="0"/>
            <a:pathLst>
              <a:path w="273214" h="16064">
                <a:moveTo>
                  <a:pt x="0" y="16064"/>
                </a:moveTo>
                <a:lnTo>
                  <a:pt x="273214" y="0"/>
                </a:lnTo>
              </a:path>
            </a:pathLst>
          </a:custGeom>
          <a:noFill/>
          <a:ln w="3828">
            <a:solidFill>
              <a:srgbClr val="EC532F">
                <a:alpha val="5000"/>
              </a:srgbClr>
            </a:solidFill>
            <a:prstDash val="solid"/>
          </a:ln>
        </p:spPr>
      </p:sp>
      <p:sp>
        <p:nvSpPr>
          <p:cNvPr id="27" name="lumia-token-stream-curve">
            <a:extLst>
              <a:ext uri="{FF2B5EF4-FFF2-40B4-BE49-F238E27FC236}">
                <a16:creationId xmlns:a16="http://schemas.microsoft.com/office/drawing/2014/main" id="{8EB83FA3-8EBD-42DF-B5A1-A7434AD5B00D}"/>
              </a:ext>
            </a:extLst>
          </p:cNvPr>
          <p:cNvSpPr>
            <a:spLocks noGrp="1"/>
          </p:cNvSpPr>
          <p:nvPr/>
        </p:nvSpPr>
        <p:spPr>
          <a:xfrm>
            <a:off x="6170261" y="5704470"/>
            <a:ext cx="275004" cy="24664"/>
          </a:xfrm>
          <a:custGeom>
            <a:avLst/>
            <a:gdLst/>
            <a:ahLst/>
            <a:cxnLst/>
            <a:rect l="0" t="0" r="0" b="0"/>
            <a:pathLst>
              <a:path w="275004" h="24664">
                <a:moveTo>
                  <a:pt x="0" y="24664"/>
                </a:moveTo>
                <a:lnTo>
                  <a:pt x="275004" y="0"/>
                </a:lnTo>
              </a:path>
            </a:pathLst>
          </a:custGeom>
          <a:noFill/>
          <a:ln w="3916">
            <a:solidFill>
              <a:srgbClr val="EE5E2A">
                <a:alpha val="5000"/>
              </a:srgbClr>
            </a:solidFill>
            <a:prstDash val="solid"/>
          </a:ln>
        </p:spPr>
      </p:sp>
      <p:sp>
        <p:nvSpPr>
          <p:cNvPr id="28" name="lumia-token-stream-curve">
            <a:extLst>
              <a:ext uri="{FF2B5EF4-FFF2-40B4-BE49-F238E27FC236}">
                <a16:creationId xmlns:a16="http://schemas.microsoft.com/office/drawing/2014/main" id="{ED4CB132-0A9D-4B35-9EDB-54C4B81AD642}"/>
              </a:ext>
            </a:extLst>
          </p:cNvPr>
          <p:cNvSpPr>
            <a:spLocks noGrp="1"/>
          </p:cNvSpPr>
          <p:nvPr/>
        </p:nvSpPr>
        <p:spPr>
          <a:xfrm>
            <a:off x="6445265" y="5671300"/>
            <a:ext cx="276711" cy="33170"/>
          </a:xfrm>
          <a:custGeom>
            <a:avLst/>
            <a:gdLst/>
            <a:ahLst/>
            <a:cxnLst/>
            <a:rect l="0" t="0" r="0" b="0"/>
            <a:pathLst>
              <a:path w="276711" h="33170">
                <a:moveTo>
                  <a:pt x="0" y="33170"/>
                </a:moveTo>
                <a:lnTo>
                  <a:pt x="276711" y="0"/>
                </a:lnTo>
              </a:path>
            </a:pathLst>
          </a:custGeom>
          <a:noFill/>
          <a:ln w="4010">
            <a:solidFill>
              <a:srgbClr val="EF6926">
                <a:alpha val="5000"/>
              </a:srgbClr>
            </a:solidFill>
            <a:prstDash val="solid"/>
          </a:ln>
        </p:spPr>
      </p:sp>
      <p:sp>
        <p:nvSpPr>
          <p:cNvPr id="29" name="lumia-token-stream-curve">
            <a:extLst>
              <a:ext uri="{FF2B5EF4-FFF2-40B4-BE49-F238E27FC236}">
                <a16:creationId xmlns:a16="http://schemas.microsoft.com/office/drawing/2014/main" id="{7245BAE1-7047-4105-A9AD-EF672B39154E}"/>
              </a:ext>
            </a:extLst>
          </p:cNvPr>
          <p:cNvSpPr>
            <a:spLocks noGrp="1"/>
          </p:cNvSpPr>
          <p:nvPr/>
        </p:nvSpPr>
        <p:spPr>
          <a:xfrm>
            <a:off x="6721976" y="5630536"/>
            <a:ext cx="278333" cy="40764"/>
          </a:xfrm>
          <a:custGeom>
            <a:avLst/>
            <a:gdLst/>
            <a:ahLst/>
            <a:cxnLst/>
            <a:rect l="0" t="0" r="0" b="0"/>
            <a:pathLst>
              <a:path w="278333" h="40764">
                <a:moveTo>
                  <a:pt x="0" y="40764"/>
                </a:moveTo>
                <a:lnTo>
                  <a:pt x="278333" y="0"/>
                </a:lnTo>
              </a:path>
            </a:pathLst>
          </a:custGeom>
          <a:noFill/>
          <a:ln w="4108">
            <a:solidFill>
              <a:srgbClr val="F17322">
                <a:alpha val="5000"/>
              </a:srgbClr>
            </a:solidFill>
            <a:prstDash val="solid"/>
          </a:ln>
        </p:spPr>
      </p:sp>
      <p:sp>
        <p:nvSpPr>
          <p:cNvPr id="30" name="lumia-token-stream-curve">
            <a:extLst>
              <a:ext uri="{FF2B5EF4-FFF2-40B4-BE49-F238E27FC236}">
                <a16:creationId xmlns:a16="http://schemas.microsoft.com/office/drawing/2014/main" id="{C7271286-A806-4401-8643-B5D9234C8853}"/>
              </a:ext>
            </a:extLst>
          </p:cNvPr>
          <p:cNvSpPr>
            <a:spLocks noGrp="1"/>
          </p:cNvSpPr>
          <p:nvPr/>
        </p:nvSpPr>
        <p:spPr>
          <a:xfrm>
            <a:off x="7000309" y="5583826"/>
            <a:ext cx="279871" cy="46710"/>
          </a:xfrm>
          <a:custGeom>
            <a:avLst/>
            <a:gdLst/>
            <a:ahLst/>
            <a:cxnLst/>
            <a:rect l="0" t="0" r="0" b="0"/>
            <a:pathLst>
              <a:path w="279871" h="46710">
                <a:moveTo>
                  <a:pt x="0" y="46710"/>
                </a:moveTo>
                <a:lnTo>
                  <a:pt x="279871" y="0"/>
                </a:lnTo>
              </a:path>
            </a:pathLst>
          </a:custGeom>
          <a:noFill/>
          <a:ln w="4209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31" name="lumia-token-stream-curve">
            <a:extLst>
              <a:ext uri="{FF2B5EF4-FFF2-40B4-BE49-F238E27FC236}">
                <a16:creationId xmlns:a16="http://schemas.microsoft.com/office/drawing/2014/main" id="{ABDD19EE-5A92-4826-9D53-B26D7FCC4EA2}"/>
              </a:ext>
            </a:extLst>
          </p:cNvPr>
          <p:cNvSpPr>
            <a:spLocks noGrp="1"/>
          </p:cNvSpPr>
          <p:nvPr/>
        </p:nvSpPr>
        <p:spPr>
          <a:xfrm>
            <a:off x="7280180" y="5533374"/>
            <a:ext cx="281326" cy="50452"/>
          </a:xfrm>
          <a:custGeom>
            <a:avLst/>
            <a:gdLst/>
            <a:ahLst/>
            <a:cxnLst/>
            <a:rect l="0" t="0" r="0" b="0"/>
            <a:pathLst>
              <a:path w="281326" h="50452">
                <a:moveTo>
                  <a:pt x="0" y="50452"/>
                </a:moveTo>
                <a:lnTo>
                  <a:pt x="281326" y="0"/>
                </a:lnTo>
              </a:path>
            </a:pathLst>
          </a:custGeom>
          <a:noFill/>
          <a:ln w="4313">
            <a:solidFill>
              <a:srgbClr val="F48919">
                <a:alpha val="6000"/>
              </a:srgbClr>
            </a:solidFill>
            <a:prstDash val="solid"/>
          </a:ln>
        </p:spPr>
      </p:sp>
      <p:sp>
        <p:nvSpPr>
          <p:cNvPr id="32" name="lumia-token-stream-curve">
            <a:extLst>
              <a:ext uri="{FF2B5EF4-FFF2-40B4-BE49-F238E27FC236}">
                <a16:creationId xmlns:a16="http://schemas.microsoft.com/office/drawing/2014/main" id="{DF878047-8B5F-4D96-A9B6-6B136ACF48E8}"/>
              </a:ext>
            </a:extLst>
          </p:cNvPr>
          <p:cNvSpPr>
            <a:spLocks noGrp="1"/>
          </p:cNvSpPr>
          <p:nvPr/>
        </p:nvSpPr>
        <p:spPr>
          <a:xfrm>
            <a:off x="7561506" y="5481676"/>
            <a:ext cx="282696" cy="51698"/>
          </a:xfrm>
          <a:custGeom>
            <a:avLst/>
            <a:gdLst/>
            <a:ahLst/>
            <a:cxnLst/>
            <a:rect l="0" t="0" r="0" b="0"/>
            <a:pathLst>
              <a:path w="282696" h="51698">
                <a:moveTo>
                  <a:pt x="0" y="51698"/>
                </a:moveTo>
                <a:lnTo>
                  <a:pt x="282696" y="0"/>
                </a:lnTo>
              </a:path>
            </a:pathLst>
          </a:custGeom>
          <a:noFill/>
          <a:ln w="4418">
            <a:solidFill>
              <a:srgbClr val="F59415">
                <a:alpha val="6000"/>
              </a:srgbClr>
            </a:solidFill>
            <a:prstDash val="solid"/>
          </a:ln>
        </p:spPr>
      </p:sp>
      <p:sp>
        <p:nvSpPr>
          <p:cNvPr id="33" name="lumia-token-stream-curve">
            <a:extLst>
              <a:ext uri="{FF2B5EF4-FFF2-40B4-BE49-F238E27FC236}">
                <a16:creationId xmlns:a16="http://schemas.microsoft.com/office/drawing/2014/main" id="{DC68253A-A482-46D9-8CE3-3DD85B4A9668}"/>
              </a:ext>
            </a:extLst>
          </p:cNvPr>
          <p:cNvSpPr>
            <a:spLocks noGrp="1"/>
          </p:cNvSpPr>
          <p:nvPr/>
        </p:nvSpPr>
        <p:spPr>
          <a:xfrm>
            <a:off x="7844202" y="5431207"/>
            <a:ext cx="283983" cy="50468"/>
          </a:xfrm>
          <a:custGeom>
            <a:avLst/>
            <a:gdLst/>
            <a:ahLst/>
            <a:cxnLst/>
            <a:rect l="0" t="0" r="0" b="0"/>
            <a:pathLst>
              <a:path w="283983" h="50468">
                <a:moveTo>
                  <a:pt x="0" y="50468"/>
                </a:moveTo>
                <a:lnTo>
                  <a:pt x="283983" y="0"/>
                </a:lnTo>
              </a:path>
            </a:pathLst>
          </a:custGeom>
          <a:noFill/>
          <a:ln w="4524">
            <a:solidFill>
              <a:srgbClr val="F79E11">
                <a:alpha val="6000"/>
              </a:srgbClr>
            </a:solidFill>
            <a:prstDash val="solid"/>
          </a:ln>
        </p:spPr>
      </p:sp>
      <p:sp>
        <p:nvSpPr>
          <p:cNvPr id="34" name="lumia-token-stream-curve">
            <a:extLst>
              <a:ext uri="{FF2B5EF4-FFF2-40B4-BE49-F238E27FC236}">
                <a16:creationId xmlns:a16="http://schemas.microsoft.com/office/drawing/2014/main" id="{D77A6751-C2C5-451C-9C61-5A7A41428741}"/>
              </a:ext>
            </a:extLst>
          </p:cNvPr>
          <p:cNvSpPr>
            <a:spLocks noGrp="1"/>
          </p:cNvSpPr>
          <p:nvPr/>
        </p:nvSpPr>
        <p:spPr>
          <a:xfrm>
            <a:off x="8128184" y="5384100"/>
            <a:ext cx="285185" cy="47107"/>
          </a:xfrm>
          <a:custGeom>
            <a:avLst/>
            <a:gdLst/>
            <a:ahLst/>
            <a:cxnLst/>
            <a:rect l="0" t="0" r="0" b="0"/>
            <a:pathLst>
              <a:path w="285185" h="47107">
                <a:moveTo>
                  <a:pt x="0" y="47107"/>
                </a:moveTo>
                <a:lnTo>
                  <a:pt x="285185" y="0"/>
                </a:lnTo>
              </a:path>
            </a:pathLst>
          </a:custGeom>
          <a:noFill/>
          <a:ln w="4628">
            <a:solidFill>
              <a:srgbClr val="F8A90C">
                <a:alpha val="6000"/>
              </a:srgbClr>
            </a:solidFill>
            <a:prstDash val="solid"/>
          </a:ln>
        </p:spPr>
      </p:sp>
      <p:sp>
        <p:nvSpPr>
          <p:cNvPr id="35" name="lumia-token-stream-curve">
            <a:extLst>
              <a:ext uri="{FF2B5EF4-FFF2-40B4-BE49-F238E27FC236}">
                <a16:creationId xmlns:a16="http://schemas.microsoft.com/office/drawing/2014/main" id="{46FBBEA7-E544-4DC1-9E30-3E12F181C60B}"/>
              </a:ext>
            </a:extLst>
          </p:cNvPr>
          <p:cNvSpPr>
            <a:spLocks noGrp="1"/>
          </p:cNvSpPr>
          <p:nvPr/>
        </p:nvSpPr>
        <p:spPr>
          <a:xfrm>
            <a:off x="8413369" y="5341850"/>
            <a:ext cx="286304" cy="42250"/>
          </a:xfrm>
          <a:custGeom>
            <a:avLst/>
            <a:gdLst/>
            <a:ahLst/>
            <a:cxnLst/>
            <a:rect l="0" t="0" r="0" b="0"/>
            <a:pathLst>
              <a:path w="286304" h="42250">
                <a:moveTo>
                  <a:pt x="0" y="42250"/>
                </a:moveTo>
                <a:lnTo>
                  <a:pt x="286304" y="0"/>
                </a:lnTo>
              </a:path>
            </a:pathLst>
          </a:custGeom>
          <a:noFill/>
          <a:ln w="4732">
            <a:solidFill>
              <a:srgbClr val="FAB408">
                <a:alpha val="6000"/>
              </a:srgbClr>
            </a:solidFill>
            <a:prstDash val="solid"/>
          </a:ln>
        </p:spPr>
      </p:sp>
      <p:sp>
        <p:nvSpPr>
          <p:cNvPr id="36" name="lumia-token-stream-curve">
            <a:extLst>
              <a:ext uri="{FF2B5EF4-FFF2-40B4-BE49-F238E27FC236}">
                <a16:creationId xmlns:a16="http://schemas.microsoft.com/office/drawing/2014/main" id="{5B77E501-3C82-481A-B4E4-4CA6F0FEC4F3}"/>
              </a:ext>
            </a:extLst>
          </p:cNvPr>
          <p:cNvSpPr>
            <a:spLocks noGrp="1"/>
          </p:cNvSpPr>
          <p:nvPr/>
        </p:nvSpPr>
        <p:spPr>
          <a:xfrm>
            <a:off x="8699673" y="5305101"/>
            <a:ext cx="287338" cy="36748"/>
          </a:xfrm>
          <a:custGeom>
            <a:avLst/>
            <a:gdLst/>
            <a:ahLst/>
            <a:cxnLst/>
            <a:rect l="0" t="0" r="0" b="0"/>
            <a:pathLst>
              <a:path w="287338" h="36748">
                <a:moveTo>
                  <a:pt x="0" y="36748"/>
                </a:moveTo>
                <a:lnTo>
                  <a:pt x="287338" y="0"/>
                </a:lnTo>
              </a:path>
            </a:pathLst>
          </a:custGeom>
          <a:noFill/>
          <a:ln w="4832">
            <a:solidFill>
              <a:srgbClr val="F7BC07">
                <a:alpha val="6000"/>
              </a:srgbClr>
            </a:solidFill>
            <a:prstDash val="solid"/>
          </a:ln>
        </p:spPr>
      </p:sp>
      <p:sp>
        <p:nvSpPr>
          <p:cNvPr id="37" name="lumia-token-stream-curve">
            <a:extLst>
              <a:ext uri="{FF2B5EF4-FFF2-40B4-BE49-F238E27FC236}">
                <a16:creationId xmlns:a16="http://schemas.microsoft.com/office/drawing/2014/main" id="{1E2AFC37-4CD3-4E30-BC46-4394FA73DC17}"/>
              </a:ext>
            </a:extLst>
          </p:cNvPr>
          <p:cNvSpPr>
            <a:spLocks noGrp="1"/>
          </p:cNvSpPr>
          <p:nvPr/>
        </p:nvSpPr>
        <p:spPr>
          <a:xfrm>
            <a:off x="8987011" y="5273541"/>
            <a:ext cx="288289" cy="31560"/>
          </a:xfrm>
          <a:custGeom>
            <a:avLst/>
            <a:gdLst/>
            <a:ahLst/>
            <a:cxnLst/>
            <a:rect l="0" t="0" r="0" b="0"/>
            <a:pathLst>
              <a:path w="288289" h="31560">
                <a:moveTo>
                  <a:pt x="0" y="31560"/>
                </a:moveTo>
                <a:lnTo>
                  <a:pt x="288289" y="0"/>
                </a:lnTo>
              </a:path>
            </a:pathLst>
          </a:custGeom>
          <a:noFill/>
          <a:ln w="4929">
            <a:solidFill>
              <a:srgbClr val="E5BA0E">
                <a:alpha val="6000"/>
              </a:srgbClr>
            </a:solidFill>
            <a:prstDash val="solid"/>
          </a:ln>
        </p:spPr>
      </p:sp>
      <p:sp>
        <p:nvSpPr>
          <p:cNvPr id="38" name="lumia-token-stream-curve">
            <a:extLst>
              <a:ext uri="{FF2B5EF4-FFF2-40B4-BE49-F238E27FC236}">
                <a16:creationId xmlns:a16="http://schemas.microsoft.com/office/drawing/2014/main" id="{0FCAF162-E0DF-46AF-A5D9-C70CCFE92E28}"/>
              </a:ext>
            </a:extLst>
          </p:cNvPr>
          <p:cNvSpPr>
            <a:spLocks noGrp="1"/>
          </p:cNvSpPr>
          <p:nvPr/>
        </p:nvSpPr>
        <p:spPr>
          <a:xfrm>
            <a:off x="9275300" y="5245917"/>
            <a:ext cx="289155" cy="27624"/>
          </a:xfrm>
          <a:custGeom>
            <a:avLst/>
            <a:gdLst/>
            <a:ahLst/>
            <a:cxnLst/>
            <a:rect l="0" t="0" r="0" b="0"/>
            <a:pathLst>
              <a:path w="289155" h="27624">
                <a:moveTo>
                  <a:pt x="0" y="27624"/>
                </a:moveTo>
                <a:lnTo>
                  <a:pt x="289155" y="0"/>
                </a:lnTo>
              </a:path>
            </a:pathLst>
          </a:custGeom>
          <a:noFill/>
          <a:ln w="5022">
            <a:solidFill>
              <a:srgbClr val="D3B815">
                <a:alpha val="7000"/>
              </a:srgbClr>
            </a:solidFill>
            <a:prstDash val="solid"/>
          </a:ln>
        </p:spPr>
      </p:sp>
      <p:sp>
        <p:nvSpPr>
          <p:cNvPr id="39" name="lumia-token-stream-curve">
            <a:extLst>
              <a:ext uri="{FF2B5EF4-FFF2-40B4-BE49-F238E27FC236}">
                <a16:creationId xmlns:a16="http://schemas.microsoft.com/office/drawing/2014/main" id="{F823CE2B-0D1B-40FE-B39F-92A0A84A8E1C}"/>
              </a:ext>
            </a:extLst>
          </p:cNvPr>
          <p:cNvSpPr>
            <a:spLocks noGrp="1"/>
          </p:cNvSpPr>
          <p:nvPr/>
        </p:nvSpPr>
        <p:spPr>
          <a:xfrm>
            <a:off x="9564455" y="5220186"/>
            <a:ext cx="289938" cy="25732"/>
          </a:xfrm>
          <a:custGeom>
            <a:avLst/>
            <a:gdLst/>
            <a:ahLst/>
            <a:cxnLst/>
            <a:rect l="0" t="0" r="0" b="0"/>
            <a:pathLst>
              <a:path w="289938" h="25732">
                <a:moveTo>
                  <a:pt x="0" y="25732"/>
                </a:moveTo>
                <a:lnTo>
                  <a:pt x="289938" y="0"/>
                </a:lnTo>
              </a:path>
            </a:pathLst>
          </a:custGeom>
          <a:noFill/>
          <a:ln w="5109">
            <a:solidFill>
              <a:srgbClr val="C2B61C">
                <a:alpha val="7000"/>
              </a:srgbClr>
            </a:solidFill>
            <a:prstDash val="solid"/>
          </a:ln>
        </p:spPr>
      </p:sp>
      <p:sp>
        <p:nvSpPr>
          <p:cNvPr id="40" name="lumia-token-stream-curve">
            <a:extLst>
              <a:ext uri="{FF2B5EF4-FFF2-40B4-BE49-F238E27FC236}">
                <a16:creationId xmlns:a16="http://schemas.microsoft.com/office/drawing/2014/main" id="{72BB2FC1-C0D7-4EE1-961F-0EA58E202658}"/>
              </a:ext>
            </a:extLst>
          </p:cNvPr>
          <p:cNvSpPr>
            <a:spLocks noGrp="1"/>
          </p:cNvSpPr>
          <p:nvPr/>
        </p:nvSpPr>
        <p:spPr>
          <a:xfrm>
            <a:off x="9854393" y="5193773"/>
            <a:ext cx="290637" cy="26412"/>
          </a:xfrm>
          <a:custGeom>
            <a:avLst/>
            <a:gdLst/>
            <a:ahLst/>
            <a:cxnLst/>
            <a:rect l="0" t="0" r="0" b="0"/>
            <a:pathLst>
              <a:path w="290637" h="26412">
                <a:moveTo>
                  <a:pt x="0" y="26412"/>
                </a:moveTo>
                <a:lnTo>
                  <a:pt x="290637" y="0"/>
                </a:lnTo>
              </a:path>
            </a:pathLst>
          </a:custGeom>
          <a:noFill/>
          <a:ln w="5189">
            <a:solidFill>
              <a:srgbClr val="B0B422">
                <a:alpha val="7000"/>
              </a:srgbClr>
            </a:solidFill>
            <a:prstDash val="solid"/>
          </a:ln>
        </p:spPr>
      </p:sp>
      <p:sp>
        <p:nvSpPr>
          <p:cNvPr id="41" name="lumia-token-stream-curve">
            <a:extLst>
              <a:ext uri="{FF2B5EF4-FFF2-40B4-BE49-F238E27FC236}">
                <a16:creationId xmlns:a16="http://schemas.microsoft.com/office/drawing/2014/main" id="{48515088-C7DA-4B06-B2D0-D6A841BB228E}"/>
              </a:ext>
            </a:extLst>
          </p:cNvPr>
          <p:cNvSpPr>
            <a:spLocks noGrp="1"/>
          </p:cNvSpPr>
          <p:nvPr/>
        </p:nvSpPr>
        <p:spPr>
          <a:xfrm>
            <a:off x="10145030" y="5163917"/>
            <a:ext cx="291252" cy="29856"/>
          </a:xfrm>
          <a:custGeom>
            <a:avLst/>
            <a:gdLst/>
            <a:ahLst/>
            <a:cxnLst/>
            <a:rect l="0" t="0" r="0" b="0"/>
            <a:pathLst>
              <a:path w="291252" h="29856">
                <a:moveTo>
                  <a:pt x="0" y="29856"/>
                </a:moveTo>
                <a:lnTo>
                  <a:pt x="291252" y="0"/>
                </a:lnTo>
              </a:path>
            </a:pathLst>
          </a:custGeom>
          <a:noFill/>
          <a:ln w="5262">
            <a:solidFill>
              <a:srgbClr val="9EB329">
                <a:alpha val="7000"/>
              </a:srgbClr>
            </a:solidFill>
            <a:prstDash val="solid"/>
          </a:ln>
        </p:spPr>
      </p:sp>
      <p:sp>
        <p:nvSpPr>
          <p:cNvPr id="42" name="lumia-token-stream-curve">
            <a:extLst>
              <a:ext uri="{FF2B5EF4-FFF2-40B4-BE49-F238E27FC236}">
                <a16:creationId xmlns:a16="http://schemas.microsoft.com/office/drawing/2014/main" id="{5E26E86E-D652-422C-92FF-B96A327BD85E}"/>
              </a:ext>
            </a:extLst>
          </p:cNvPr>
          <p:cNvSpPr>
            <a:spLocks noGrp="1"/>
          </p:cNvSpPr>
          <p:nvPr/>
        </p:nvSpPr>
        <p:spPr>
          <a:xfrm>
            <a:off x="10436282" y="5128038"/>
            <a:ext cx="291782" cy="35879"/>
          </a:xfrm>
          <a:custGeom>
            <a:avLst/>
            <a:gdLst/>
            <a:ahLst/>
            <a:cxnLst/>
            <a:rect l="0" t="0" r="0" b="0"/>
            <a:pathLst>
              <a:path w="291782" h="35879">
                <a:moveTo>
                  <a:pt x="0" y="35879"/>
                </a:moveTo>
                <a:lnTo>
                  <a:pt x="291782" y="0"/>
                </a:lnTo>
              </a:path>
            </a:pathLst>
          </a:custGeom>
          <a:noFill/>
          <a:ln w="5327">
            <a:solidFill>
              <a:srgbClr val="8CB130">
                <a:alpha val="7000"/>
              </a:srgbClr>
            </a:solidFill>
            <a:prstDash val="solid"/>
          </a:ln>
        </p:spPr>
      </p:sp>
      <p:sp>
        <p:nvSpPr>
          <p:cNvPr id="43" name="lumia-token-stream-curve">
            <a:extLst>
              <a:ext uri="{FF2B5EF4-FFF2-40B4-BE49-F238E27FC236}">
                <a16:creationId xmlns:a16="http://schemas.microsoft.com/office/drawing/2014/main" id="{EEC0F487-5A8E-4646-AB9C-CB4AC5D22D7D}"/>
              </a:ext>
            </a:extLst>
          </p:cNvPr>
          <p:cNvSpPr>
            <a:spLocks noGrp="1"/>
          </p:cNvSpPr>
          <p:nvPr/>
        </p:nvSpPr>
        <p:spPr>
          <a:xfrm>
            <a:off x="10728064" y="5084095"/>
            <a:ext cx="292229" cy="43943"/>
          </a:xfrm>
          <a:custGeom>
            <a:avLst/>
            <a:gdLst/>
            <a:ahLst/>
            <a:cxnLst/>
            <a:rect l="0" t="0" r="0" b="0"/>
            <a:pathLst>
              <a:path w="292229" h="43943">
                <a:moveTo>
                  <a:pt x="0" y="43943"/>
                </a:moveTo>
                <a:lnTo>
                  <a:pt x="292229" y="0"/>
                </a:lnTo>
              </a:path>
            </a:pathLst>
          </a:custGeom>
          <a:noFill/>
          <a:ln w="5381">
            <a:solidFill>
              <a:srgbClr val="7BAF37">
                <a:alpha val="7000"/>
              </a:srgbClr>
            </a:solidFill>
            <a:prstDash val="solid"/>
          </a:ln>
        </p:spPr>
      </p:sp>
      <p:sp>
        <p:nvSpPr>
          <p:cNvPr id="44" name="lumia-token-stream-curve">
            <a:extLst>
              <a:ext uri="{FF2B5EF4-FFF2-40B4-BE49-F238E27FC236}">
                <a16:creationId xmlns:a16="http://schemas.microsoft.com/office/drawing/2014/main" id="{08106987-DCDB-40CF-968A-710A864919B8}"/>
              </a:ext>
            </a:extLst>
          </p:cNvPr>
          <p:cNvSpPr>
            <a:spLocks noGrp="1"/>
          </p:cNvSpPr>
          <p:nvPr/>
        </p:nvSpPr>
        <p:spPr>
          <a:xfrm>
            <a:off x="11020293" y="5030873"/>
            <a:ext cx="292592" cy="53223"/>
          </a:xfrm>
          <a:custGeom>
            <a:avLst/>
            <a:gdLst/>
            <a:ahLst/>
            <a:cxnLst/>
            <a:rect l="0" t="0" r="0" b="0"/>
            <a:pathLst>
              <a:path w="292592" h="53223">
                <a:moveTo>
                  <a:pt x="0" y="53223"/>
                </a:moveTo>
                <a:lnTo>
                  <a:pt x="292592" y="0"/>
                </a:lnTo>
              </a:path>
            </a:pathLst>
          </a:custGeom>
          <a:noFill/>
          <a:ln w="5426">
            <a:solidFill>
              <a:srgbClr val="69AD3E">
                <a:alpha val="7000"/>
              </a:srgbClr>
            </a:solidFill>
            <a:prstDash val="solid"/>
          </a:ln>
        </p:spPr>
      </p:sp>
      <p:sp>
        <p:nvSpPr>
          <p:cNvPr id="45" name="lumia-token-stream-curve">
            <a:extLst>
              <a:ext uri="{FF2B5EF4-FFF2-40B4-BE49-F238E27FC236}">
                <a16:creationId xmlns:a16="http://schemas.microsoft.com/office/drawing/2014/main" id="{0F5F83AF-BBE3-40CC-85B0-E013B0AA2C38}"/>
              </a:ext>
            </a:extLst>
          </p:cNvPr>
          <p:cNvSpPr>
            <a:spLocks noGrp="1"/>
          </p:cNvSpPr>
          <p:nvPr/>
        </p:nvSpPr>
        <p:spPr>
          <a:xfrm>
            <a:off x="11312886" y="4968153"/>
            <a:ext cx="292871" cy="62720"/>
          </a:xfrm>
          <a:custGeom>
            <a:avLst/>
            <a:gdLst/>
            <a:ahLst/>
            <a:cxnLst/>
            <a:rect l="0" t="0" r="0" b="0"/>
            <a:pathLst>
              <a:path w="292871" h="62720">
                <a:moveTo>
                  <a:pt x="0" y="62720"/>
                </a:moveTo>
                <a:lnTo>
                  <a:pt x="292871" y="0"/>
                </a:lnTo>
              </a:path>
            </a:pathLst>
          </a:custGeom>
          <a:noFill/>
          <a:ln w="5459">
            <a:solidFill>
              <a:srgbClr val="57AC45">
                <a:alpha val="7000"/>
              </a:srgbClr>
            </a:solidFill>
            <a:prstDash val="solid"/>
          </a:ln>
        </p:spPr>
      </p:sp>
      <p:sp>
        <p:nvSpPr>
          <p:cNvPr id="46" name="lumia-token-stream-curve">
            <a:extLst>
              <a:ext uri="{FF2B5EF4-FFF2-40B4-BE49-F238E27FC236}">
                <a16:creationId xmlns:a16="http://schemas.microsoft.com/office/drawing/2014/main" id="{0091F19C-6A27-43B6-836D-668249486017}"/>
              </a:ext>
            </a:extLst>
          </p:cNvPr>
          <p:cNvSpPr>
            <a:spLocks noGrp="1"/>
          </p:cNvSpPr>
          <p:nvPr/>
        </p:nvSpPr>
        <p:spPr>
          <a:xfrm>
            <a:off x="11605757" y="4896754"/>
            <a:ext cx="293066" cy="71398"/>
          </a:xfrm>
          <a:custGeom>
            <a:avLst/>
            <a:gdLst/>
            <a:ahLst/>
            <a:cxnLst/>
            <a:rect l="0" t="0" r="0" b="0"/>
            <a:pathLst>
              <a:path w="293066" h="71398">
                <a:moveTo>
                  <a:pt x="0" y="71398"/>
                </a:moveTo>
                <a:lnTo>
                  <a:pt x="293066" y="0"/>
                </a:lnTo>
              </a:path>
            </a:pathLst>
          </a:custGeom>
          <a:noFill/>
          <a:ln w="5479">
            <a:solidFill>
              <a:srgbClr val="46AA4C">
                <a:alpha val="7000"/>
              </a:srgbClr>
            </a:solidFill>
            <a:prstDash val="solid"/>
          </a:ln>
        </p:spPr>
      </p:sp>
      <p:sp>
        <p:nvSpPr>
          <p:cNvPr id="47" name="lumia-token-stream-curve">
            <a:extLst>
              <a:ext uri="{FF2B5EF4-FFF2-40B4-BE49-F238E27FC236}">
                <a16:creationId xmlns:a16="http://schemas.microsoft.com/office/drawing/2014/main" id="{812C9E41-A195-460C-89CA-0D922068A639}"/>
              </a:ext>
            </a:extLst>
          </p:cNvPr>
          <p:cNvSpPr>
            <a:spLocks noGrp="1"/>
          </p:cNvSpPr>
          <p:nvPr/>
        </p:nvSpPr>
        <p:spPr>
          <a:xfrm>
            <a:off x="11898823" y="4818426"/>
            <a:ext cx="293177" cy="78328"/>
          </a:xfrm>
          <a:custGeom>
            <a:avLst/>
            <a:gdLst/>
            <a:ahLst/>
            <a:cxnLst/>
            <a:rect l="0" t="0" r="0" b="0"/>
            <a:pathLst>
              <a:path w="293177" h="78328">
                <a:moveTo>
                  <a:pt x="0" y="78328"/>
                </a:moveTo>
                <a:lnTo>
                  <a:pt x="293177" y="0"/>
                </a:lnTo>
              </a:path>
            </a:pathLst>
          </a:custGeom>
          <a:noFill/>
          <a:ln w="5486">
            <a:solidFill>
              <a:srgbClr val="34A853">
                <a:alpha val="7000"/>
              </a:srgbClr>
            </a:solidFill>
            <a:prstDash val="solid"/>
          </a:ln>
        </p:spPr>
      </p:sp>
      <p:sp>
        <p:nvSpPr>
          <p:cNvPr id="48" name="lumia-token-stream-curve">
            <a:extLst>
              <a:ext uri="{FF2B5EF4-FFF2-40B4-BE49-F238E27FC236}">
                <a16:creationId xmlns:a16="http://schemas.microsoft.com/office/drawing/2014/main" id="{223566C6-E757-4AA0-942F-455AF4DC885C}"/>
              </a:ext>
            </a:extLst>
          </p:cNvPr>
          <p:cNvSpPr>
            <a:spLocks noGrp="1"/>
          </p:cNvSpPr>
          <p:nvPr/>
        </p:nvSpPr>
        <p:spPr>
          <a:xfrm>
            <a:off x="0" y="5687031"/>
            <a:ext cx="95314" cy="19299"/>
          </a:xfrm>
          <a:custGeom>
            <a:avLst/>
            <a:gdLst/>
            <a:ahLst/>
            <a:cxnLst/>
            <a:rect l="0" t="0" r="0" b="0"/>
            <a:pathLst>
              <a:path w="95314" h="19299">
                <a:moveTo>
                  <a:pt x="0" y="0"/>
                </a:moveTo>
                <a:lnTo>
                  <a:pt x="95314" y="19299"/>
                </a:lnTo>
              </a:path>
            </a:pathLst>
          </a:custGeom>
          <a:noFill/>
          <a:ln w="3750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49" name="lumia-token-stream-curve">
            <a:extLst>
              <a:ext uri="{FF2B5EF4-FFF2-40B4-BE49-F238E27FC236}">
                <a16:creationId xmlns:a16="http://schemas.microsoft.com/office/drawing/2014/main" id="{0CF78D00-74C9-4725-AF0E-E496DDADAFDC}"/>
              </a:ext>
            </a:extLst>
          </p:cNvPr>
          <p:cNvSpPr>
            <a:spLocks noGrp="1"/>
          </p:cNvSpPr>
          <p:nvPr/>
        </p:nvSpPr>
        <p:spPr>
          <a:xfrm>
            <a:off x="95314" y="5706330"/>
            <a:ext cx="218480" cy="14339"/>
          </a:xfrm>
          <a:custGeom>
            <a:avLst/>
            <a:gdLst/>
            <a:ahLst/>
            <a:cxnLst/>
            <a:rect l="0" t="0" r="0" b="0"/>
            <a:pathLst>
              <a:path w="218480" h="14339">
                <a:moveTo>
                  <a:pt x="0" y="0"/>
                </a:moveTo>
                <a:lnTo>
                  <a:pt x="218480" y="14339"/>
                </a:lnTo>
              </a:path>
            </a:pathLst>
          </a:custGeom>
          <a:noFill/>
          <a:ln w="3750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50" name="lumia-token-stream-curve">
            <a:extLst>
              <a:ext uri="{FF2B5EF4-FFF2-40B4-BE49-F238E27FC236}">
                <a16:creationId xmlns:a16="http://schemas.microsoft.com/office/drawing/2014/main" id="{40BDDB38-8158-417D-9BF5-0440DF9CA631}"/>
              </a:ext>
            </a:extLst>
          </p:cNvPr>
          <p:cNvSpPr>
            <a:spLocks noGrp="1"/>
          </p:cNvSpPr>
          <p:nvPr/>
        </p:nvSpPr>
        <p:spPr>
          <a:xfrm>
            <a:off x="313793" y="5720669"/>
            <a:ext cx="222066" cy="9525"/>
          </a:xfrm>
          <a:custGeom>
            <a:avLst/>
            <a:gdLst/>
            <a:ahLst/>
            <a:cxnLst/>
            <a:rect l="0" t="0" r="0" b="0"/>
            <a:pathLst>
              <a:path w="222066" h="9525">
                <a:moveTo>
                  <a:pt x="0" y="0"/>
                </a:moveTo>
                <a:lnTo>
                  <a:pt x="222066" y="8731"/>
                </a:lnTo>
              </a:path>
            </a:pathLst>
          </a:custGeom>
          <a:noFill/>
          <a:ln w="3750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51" name="lumia-token-stream-curve">
            <a:extLst>
              <a:ext uri="{FF2B5EF4-FFF2-40B4-BE49-F238E27FC236}">
                <a16:creationId xmlns:a16="http://schemas.microsoft.com/office/drawing/2014/main" id="{7B680448-8FE7-413A-93A1-823F5CB68E6A}"/>
              </a:ext>
            </a:extLst>
          </p:cNvPr>
          <p:cNvSpPr>
            <a:spLocks noGrp="1"/>
          </p:cNvSpPr>
          <p:nvPr/>
        </p:nvSpPr>
        <p:spPr>
          <a:xfrm>
            <a:off x="535860" y="5729400"/>
            <a:ext cx="225562" cy="9525"/>
          </a:xfrm>
          <a:custGeom>
            <a:avLst/>
            <a:gdLst/>
            <a:ahLst/>
            <a:cxnLst/>
            <a:rect l="0" t="0" r="0" b="0"/>
            <a:pathLst>
              <a:path w="225562" h="9525">
                <a:moveTo>
                  <a:pt x="0" y="0"/>
                </a:moveTo>
                <a:lnTo>
                  <a:pt x="225562" y="2819"/>
                </a:lnTo>
              </a:path>
            </a:pathLst>
          </a:custGeom>
          <a:noFill/>
          <a:ln w="3750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52" name="lumia-token-stream-curve">
            <a:extLst>
              <a:ext uri="{FF2B5EF4-FFF2-40B4-BE49-F238E27FC236}">
                <a16:creationId xmlns:a16="http://schemas.microsoft.com/office/drawing/2014/main" id="{377703E9-C66D-4A0A-B875-AE48FD3A268F}"/>
              </a:ext>
            </a:extLst>
          </p:cNvPr>
          <p:cNvSpPr>
            <a:spLocks noGrp="1"/>
          </p:cNvSpPr>
          <p:nvPr/>
        </p:nvSpPr>
        <p:spPr>
          <a:xfrm>
            <a:off x="761421" y="5729232"/>
            <a:ext cx="228967" cy="9525"/>
          </a:xfrm>
          <a:custGeom>
            <a:avLst/>
            <a:gdLst/>
            <a:ahLst/>
            <a:cxnLst/>
            <a:rect l="0" t="0" r="0" b="0"/>
            <a:pathLst>
              <a:path w="228967" h="9525">
                <a:moveTo>
                  <a:pt x="0" y="2986"/>
                </a:moveTo>
                <a:lnTo>
                  <a:pt x="228967" y="0"/>
                </a:lnTo>
              </a:path>
            </a:pathLst>
          </a:custGeom>
          <a:noFill/>
          <a:ln w="3750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53" name="lumia-token-stream-curve">
            <a:extLst>
              <a:ext uri="{FF2B5EF4-FFF2-40B4-BE49-F238E27FC236}">
                <a16:creationId xmlns:a16="http://schemas.microsoft.com/office/drawing/2014/main" id="{90C0B659-3433-43CF-A4C9-E48172B74B2C}"/>
              </a:ext>
            </a:extLst>
          </p:cNvPr>
          <p:cNvSpPr>
            <a:spLocks noGrp="1"/>
          </p:cNvSpPr>
          <p:nvPr/>
        </p:nvSpPr>
        <p:spPr>
          <a:xfrm>
            <a:off x="990388" y="5720988"/>
            <a:ext cx="232281" cy="9525"/>
          </a:xfrm>
          <a:custGeom>
            <a:avLst/>
            <a:gdLst/>
            <a:ahLst/>
            <a:cxnLst/>
            <a:rect l="0" t="0" r="0" b="0"/>
            <a:pathLst>
              <a:path w="232281" h="9525">
                <a:moveTo>
                  <a:pt x="0" y="8244"/>
                </a:moveTo>
                <a:lnTo>
                  <a:pt x="232281" y="0"/>
                </a:lnTo>
              </a:path>
            </a:pathLst>
          </a:custGeom>
          <a:noFill/>
          <a:ln w="3750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54" name="lumia-token-stream-curve">
            <a:extLst>
              <a:ext uri="{FF2B5EF4-FFF2-40B4-BE49-F238E27FC236}">
                <a16:creationId xmlns:a16="http://schemas.microsoft.com/office/drawing/2014/main" id="{AD50A30A-1440-4A79-8781-56A0B7331784}"/>
              </a:ext>
            </a:extLst>
          </p:cNvPr>
          <p:cNvSpPr>
            <a:spLocks noGrp="1"/>
          </p:cNvSpPr>
          <p:nvPr/>
        </p:nvSpPr>
        <p:spPr>
          <a:xfrm>
            <a:off x="1222670" y="5708464"/>
            <a:ext cx="235505" cy="12524"/>
          </a:xfrm>
          <a:custGeom>
            <a:avLst/>
            <a:gdLst/>
            <a:ahLst/>
            <a:cxnLst/>
            <a:rect l="0" t="0" r="0" b="0"/>
            <a:pathLst>
              <a:path w="235505" h="12524">
                <a:moveTo>
                  <a:pt x="0" y="12524"/>
                </a:moveTo>
                <a:lnTo>
                  <a:pt x="235505" y="0"/>
                </a:lnTo>
              </a:path>
            </a:pathLst>
          </a:custGeom>
          <a:noFill/>
          <a:ln w="3750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55" name="lumia-token-stream-curve">
            <a:extLst>
              <a:ext uri="{FF2B5EF4-FFF2-40B4-BE49-F238E27FC236}">
                <a16:creationId xmlns:a16="http://schemas.microsoft.com/office/drawing/2014/main" id="{85CC014E-9E62-474C-973F-91A12ABE3B2B}"/>
              </a:ext>
            </a:extLst>
          </p:cNvPr>
          <p:cNvSpPr>
            <a:spLocks noGrp="1"/>
          </p:cNvSpPr>
          <p:nvPr/>
        </p:nvSpPr>
        <p:spPr>
          <a:xfrm>
            <a:off x="1458175" y="5693011"/>
            <a:ext cx="238639" cy="15453"/>
          </a:xfrm>
          <a:custGeom>
            <a:avLst/>
            <a:gdLst/>
            <a:ahLst/>
            <a:cxnLst/>
            <a:rect l="0" t="0" r="0" b="0"/>
            <a:pathLst>
              <a:path w="238639" h="15453">
                <a:moveTo>
                  <a:pt x="0" y="15453"/>
                </a:moveTo>
                <a:lnTo>
                  <a:pt x="238639" y="0"/>
                </a:lnTo>
              </a:path>
            </a:pathLst>
          </a:custGeom>
          <a:noFill/>
          <a:ln w="3750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56" name="lumia-token-stream-curve">
            <a:extLst>
              <a:ext uri="{FF2B5EF4-FFF2-40B4-BE49-F238E27FC236}">
                <a16:creationId xmlns:a16="http://schemas.microsoft.com/office/drawing/2014/main" id="{02CC69D7-8033-489F-A56E-108743F87585}"/>
              </a:ext>
            </a:extLst>
          </p:cNvPr>
          <p:cNvSpPr>
            <a:spLocks noGrp="1"/>
          </p:cNvSpPr>
          <p:nvPr/>
        </p:nvSpPr>
        <p:spPr>
          <a:xfrm>
            <a:off x="1696814" y="5676255"/>
            <a:ext cx="241682" cy="16756"/>
          </a:xfrm>
          <a:custGeom>
            <a:avLst/>
            <a:gdLst/>
            <a:ahLst/>
            <a:cxnLst/>
            <a:rect l="0" t="0" r="0" b="0"/>
            <a:pathLst>
              <a:path w="241682" h="16756">
                <a:moveTo>
                  <a:pt x="0" y="16756"/>
                </a:moveTo>
                <a:lnTo>
                  <a:pt x="241682" y="0"/>
                </a:lnTo>
              </a:path>
            </a:pathLst>
          </a:custGeom>
          <a:noFill/>
          <a:ln w="3750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57" name="lumia-token-stream-curve">
            <a:extLst>
              <a:ext uri="{FF2B5EF4-FFF2-40B4-BE49-F238E27FC236}">
                <a16:creationId xmlns:a16="http://schemas.microsoft.com/office/drawing/2014/main" id="{58FB5C0C-69DF-4D7E-9410-76DF1C66DE7F}"/>
              </a:ext>
            </a:extLst>
          </p:cNvPr>
          <p:cNvSpPr>
            <a:spLocks noGrp="1"/>
          </p:cNvSpPr>
          <p:nvPr/>
        </p:nvSpPr>
        <p:spPr>
          <a:xfrm>
            <a:off x="1938495" y="5659950"/>
            <a:ext cx="244634" cy="16305"/>
          </a:xfrm>
          <a:custGeom>
            <a:avLst/>
            <a:gdLst/>
            <a:ahLst/>
            <a:cxnLst/>
            <a:rect l="0" t="0" r="0" b="0"/>
            <a:pathLst>
              <a:path w="244634" h="16305">
                <a:moveTo>
                  <a:pt x="0" y="16305"/>
                </a:moveTo>
                <a:lnTo>
                  <a:pt x="244634" y="0"/>
                </a:lnTo>
              </a:path>
            </a:pathLst>
          </a:custGeom>
          <a:noFill/>
          <a:ln w="3750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58" name="lumia-token-stream-curve">
            <a:extLst>
              <a:ext uri="{FF2B5EF4-FFF2-40B4-BE49-F238E27FC236}">
                <a16:creationId xmlns:a16="http://schemas.microsoft.com/office/drawing/2014/main" id="{5701596C-3AD6-47AA-AB9B-8808E25AEEF7}"/>
              </a:ext>
            </a:extLst>
          </p:cNvPr>
          <p:cNvSpPr>
            <a:spLocks noGrp="1"/>
          </p:cNvSpPr>
          <p:nvPr/>
        </p:nvSpPr>
        <p:spPr>
          <a:xfrm>
            <a:off x="2183129" y="5645808"/>
            <a:ext cx="247495" cy="14142"/>
          </a:xfrm>
          <a:custGeom>
            <a:avLst/>
            <a:gdLst/>
            <a:ahLst/>
            <a:cxnLst/>
            <a:rect l="0" t="0" r="0" b="0"/>
            <a:pathLst>
              <a:path w="247495" h="14142">
                <a:moveTo>
                  <a:pt x="0" y="14142"/>
                </a:moveTo>
                <a:lnTo>
                  <a:pt x="247495" y="0"/>
                </a:lnTo>
              </a:path>
            </a:pathLst>
          </a:custGeom>
          <a:noFill/>
          <a:ln w="3750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59" name="lumia-token-stream-curve">
            <a:extLst>
              <a:ext uri="{FF2B5EF4-FFF2-40B4-BE49-F238E27FC236}">
                <a16:creationId xmlns:a16="http://schemas.microsoft.com/office/drawing/2014/main" id="{DF95BA9F-8F53-4576-B7E4-14EB8C77B5F0}"/>
              </a:ext>
            </a:extLst>
          </p:cNvPr>
          <p:cNvSpPr>
            <a:spLocks noGrp="1"/>
          </p:cNvSpPr>
          <p:nvPr/>
        </p:nvSpPr>
        <p:spPr>
          <a:xfrm>
            <a:off x="2430625" y="5635313"/>
            <a:ext cx="250267" cy="10495"/>
          </a:xfrm>
          <a:custGeom>
            <a:avLst/>
            <a:gdLst/>
            <a:ahLst/>
            <a:cxnLst/>
            <a:rect l="0" t="0" r="0" b="0"/>
            <a:pathLst>
              <a:path w="250267" h="10495">
                <a:moveTo>
                  <a:pt x="0" y="10495"/>
                </a:moveTo>
                <a:lnTo>
                  <a:pt x="250267" y="0"/>
                </a:lnTo>
              </a:path>
            </a:pathLst>
          </a:custGeom>
          <a:noFill/>
          <a:ln w="3750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60" name="lumia-token-stream-curve">
            <a:extLst>
              <a:ext uri="{FF2B5EF4-FFF2-40B4-BE49-F238E27FC236}">
                <a16:creationId xmlns:a16="http://schemas.microsoft.com/office/drawing/2014/main" id="{7D8F2C3D-06CB-4026-B677-670522609222}"/>
              </a:ext>
            </a:extLst>
          </p:cNvPr>
          <p:cNvSpPr>
            <a:spLocks noGrp="1"/>
          </p:cNvSpPr>
          <p:nvPr/>
        </p:nvSpPr>
        <p:spPr>
          <a:xfrm>
            <a:off x="2680891" y="5629540"/>
            <a:ext cx="252947" cy="9525"/>
          </a:xfrm>
          <a:custGeom>
            <a:avLst/>
            <a:gdLst/>
            <a:ahLst/>
            <a:cxnLst/>
            <a:rect l="0" t="0" r="0" b="0"/>
            <a:pathLst>
              <a:path w="252947" h="9525">
                <a:moveTo>
                  <a:pt x="0" y="5773"/>
                </a:moveTo>
                <a:lnTo>
                  <a:pt x="252947" y="0"/>
                </a:lnTo>
              </a:path>
            </a:pathLst>
          </a:custGeom>
          <a:noFill/>
          <a:ln w="3750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61" name="lumia-token-stream-curve">
            <a:extLst>
              <a:ext uri="{FF2B5EF4-FFF2-40B4-BE49-F238E27FC236}">
                <a16:creationId xmlns:a16="http://schemas.microsoft.com/office/drawing/2014/main" id="{AF05BFE2-8AC8-4780-876B-599E29E2EFE0}"/>
              </a:ext>
            </a:extLst>
          </p:cNvPr>
          <p:cNvSpPr>
            <a:spLocks noGrp="1"/>
          </p:cNvSpPr>
          <p:nvPr/>
        </p:nvSpPr>
        <p:spPr>
          <a:xfrm>
            <a:off x="2933838" y="5629008"/>
            <a:ext cx="255537" cy="9525"/>
          </a:xfrm>
          <a:custGeom>
            <a:avLst/>
            <a:gdLst/>
            <a:ahLst/>
            <a:cxnLst/>
            <a:rect l="0" t="0" r="0" b="0"/>
            <a:pathLst>
              <a:path w="255537" h="9525">
                <a:moveTo>
                  <a:pt x="0" y="532"/>
                </a:moveTo>
                <a:lnTo>
                  <a:pt x="255537" y="0"/>
                </a:lnTo>
              </a:path>
            </a:pathLst>
          </a:custGeom>
          <a:noFill/>
          <a:ln w="3750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62" name="lumia-token-stream-curve">
            <a:extLst>
              <a:ext uri="{FF2B5EF4-FFF2-40B4-BE49-F238E27FC236}">
                <a16:creationId xmlns:a16="http://schemas.microsoft.com/office/drawing/2014/main" id="{74F4F20B-F705-4C94-B366-A94C5BB3B7D5}"/>
              </a:ext>
            </a:extLst>
          </p:cNvPr>
          <p:cNvSpPr>
            <a:spLocks noGrp="1"/>
          </p:cNvSpPr>
          <p:nvPr/>
        </p:nvSpPr>
        <p:spPr>
          <a:xfrm>
            <a:off x="3189375" y="5629008"/>
            <a:ext cx="258036" cy="9525"/>
          </a:xfrm>
          <a:custGeom>
            <a:avLst/>
            <a:gdLst/>
            <a:ahLst/>
            <a:cxnLst/>
            <a:rect l="0" t="0" r="0" b="0"/>
            <a:pathLst>
              <a:path w="258036" h="9525">
                <a:moveTo>
                  <a:pt x="0" y="0"/>
                </a:moveTo>
                <a:lnTo>
                  <a:pt x="258036" y="4570"/>
                </a:lnTo>
              </a:path>
            </a:pathLst>
          </a:custGeom>
          <a:noFill/>
          <a:ln w="3750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63" name="lumia-token-stream-curve">
            <a:extLst>
              <a:ext uri="{FF2B5EF4-FFF2-40B4-BE49-F238E27FC236}">
                <a16:creationId xmlns:a16="http://schemas.microsoft.com/office/drawing/2014/main" id="{78A7E1FE-B4CC-4B79-8822-A5DF8C1EE1C4}"/>
              </a:ext>
            </a:extLst>
          </p:cNvPr>
          <p:cNvSpPr>
            <a:spLocks noGrp="1"/>
          </p:cNvSpPr>
          <p:nvPr/>
        </p:nvSpPr>
        <p:spPr>
          <a:xfrm>
            <a:off x="3447412" y="5633578"/>
            <a:ext cx="260445" cy="9525"/>
          </a:xfrm>
          <a:custGeom>
            <a:avLst/>
            <a:gdLst/>
            <a:ahLst/>
            <a:cxnLst/>
            <a:rect l="0" t="0" r="0" b="0"/>
            <a:pathLst>
              <a:path w="260445" h="9525">
                <a:moveTo>
                  <a:pt x="0" y="0"/>
                </a:moveTo>
                <a:lnTo>
                  <a:pt x="260445" y="8841"/>
                </a:lnTo>
              </a:path>
            </a:pathLst>
          </a:custGeom>
          <a:noFill/>
          <a:ln w="3750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64" name="lumia-token-stream-curve">
            <a:extLst>
              <a:ext uri="{FF2B5EF4-FFF2-40B4-BE49-F238E27FC236}">
                <a16:creationId xmlns:a16="http://schemas.microsoft.com/office/drawing/2014/main" id="{11122CAD-6AA3-46EC-9662-F90FC0EC1A07}"/>
              </a:ext>
            </a:extLst>
          </p:cNvPr>
          <p:cNvSpPr>
            <a:spLocks noGrp="1"/>
          </p:cNvSpPr>
          <p:nvPr/>
        </p:nvSpPr>
        <p:spPr>
          <a:xfrm>
            <a:off x="3707857" y="5642419"/>
            <a:ext cx="262763" cy="11637"/>
          </a:xfrm>
          <a:custGeom>
            <a:avLst/>
            <a:gdLst/>
            <a:ahLst/>
            <a:cxnLst/>
            <a:rect l="0" t="0" r="0" b="0"/>
            <a:pathLst>
              <a:path w="262763" h="11637">
                <a:moveTo>
                  <a:pt x="0" y="0"/>
                </a:moveTo>
                <a:lnTo>
                  <a:pt x="262763" y="11637"/>
                </a:lnTo>
              </a:path>
            </a:pathLst>
          </a:custGeom>
          <a:noFill/>
          <a:ln w="3751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65" name="lumia-token-stream-curve">
            <a:extLst>
              <a:ext uri="{FF2B5EF4-FFF2-40B4-BE49-F238E27FC236}">
                <a16:creationId xmlns:a16="http://schemas.microsoft.com/office/drawing/2014/main" id="{14EB8288-5DF5-4AE7-8AF7-51BC7BCA115F}"/>
              </a:ext>
            </a:extLst>
          </p:cNvPr>
          <p:cNvSpPr>
            <a:spLocks noGrp="1"/>
          </p:cNvSpPr>
          <p:nvPr/>
        </p:nvSpPr>
        <p:spPr>
          <a:xfrm>
            <a:off x="3970620" y="5654057"/>
            <a:ext cx="264991" cy="12440"/>
          </a:xfrm>
          <a:custGeom>
            <a:avLst/>
            <a:gdLst/>
            <a:ahLst/>
            <a:cxnLst/>
            <a:rect l="0" t="0" r="0" b="0"/>
            <a:pathLst>
              <a:path w="264991" h="12440">
                <a:moveTo>
                  <a:pt x="0" y="0"/>
                </a:moveTo>
                <a:lnTo>
                  <a:pt x="264991" y="12440"/>
                </a:lnTo>
              </a:path>
            </a:pathLst>
          </a:custGeom>
          <a:noFill/>
          <a:ln w="3762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66" name="lumia-token-stream-curve">
            <a:extLst>
              <a:ext uri="{FF2B5EF4-FFF2-40B4-BE49-F238E27FC236}">
                <a16:creationId xmlns:a16="http://schemas.microsoft.com/office/drawing/2014/main" id="{F84AC271-858D-4CF2-9E3D-8F36013BEE16}"/>
              </a:ext>
            </a:extLst>
          </p:cNvPr>
          <p:cNvSpPr>
            <a:spLocks noGrp="1"/>
          </p:cNvSpPr>
          <p:nvPr/>
        </p:nvSpPr>
        <p:spPr>
          <a:xfrm>
            <a:off x="4235611" y="5666497"/>
            <a:ext cx="267128" cy="10931"/>
          </a:xfrm>
          <a:custGeom>
            <a:avLst/>
            <a:gdLst/>
            <a:ahLst/>
            <a:cxnLst/>
            <a:rect l="0" t="0" r="0" b="0"/>
            <a:pathLst>
              <a:path w="267128" h="10931">
                <a:moveTo>
                  <a:pt x="0" y="0"/>
                </a:moveTo>
                <a:lnTo>
                  <a:pt x="267128" y="10931"/>
                </a:lnTo>
              </a:path>
            </a:pathLst>
          </a:custGeom>
          <a:noFill/>
          <a:ln w="3788">
            <a:solidFill>
              <a:srgbClr val="B0405B">
                <a:alpha val="4000"/>
              </a:srgbClr>
            </a:solidFill>
            <a:prstDash val="solid"/>
          </a:ln>
        </p:spPr>
      </p:sp>
      <p:sp>
        <p:nvSpPr>
          <p:cNvPr id="67" name="lumia-token-stream-curve">
            <a:extLst>
              <a:ext uri="{FF2B5EF4-FFF2-40B4-BE49-F238E27FC236}">
                <a16:creationId xmlns:a16="http://schemas.microsoft.com/office/drawing/2014/main" id="{A912F49B-0EB6-4868-AA81-3B553AFFC181}"/>
              </a:ext>
            </a:extLst>
          </p:cNvPr>
          <p:cNvSpPr>
            <a:spLocks noGrp="1"/>
          </p:cNvSpPr>
          <p:nvPr/>
        </p:nvSpPr>
        <p:spPr>
          <a:xfrm>
            <a:off x="4502738" y="5677428"/>
            <a:ext cx="269174" cy="9525"/>
          </a:xfrm>
          <a:custGeom>
            <a:avLst/>
            <a:gdLst/>
            <a:ahLst/>
            <a:cxnLst/>
            <a:rect l="0" t="0" r="0" b="0"/>
            <a:pathLst>
              <a:path w="269174" h="9525">
                <a:moveTo>
                  <a:pt x="0" y="0"/>
                </a:moveTo>
                <a:lnTo>
                  <a:pt x="269174" y="7041"/>
                </a:lnTo>
              </a:path>
            </a:pathLst>
          </a:custGeom>
          <a:noFill/>
          <a:ln w="3828">
            <a:solidFill>
              <a:srgbClr val="BD4153">
                <a:alpha val="4000"/>
              </a:srgbClr>
            </a:solidFill>
            <a:prstDash val="solid"/>
          </a:ln>
        </p:spPr>
      </p:sp>
      <p:sp>
        <p:nvSpPr>
          <p:cNvPr id="68" name="lumia-token-stream-curve">
            <a:extLst>
              <a:ext uri="{FF2B5EF4-FFF2-40B4-BE49-F238E27FC236}">
                <a16:creationId xmlns:a16="http://schemas.microsoft.com/office/drawing/2014/main" id="{679DC132-E835-4EAE-80CA-DEE4ACEEB572}"/>
              </a:ext>
            </a:extLst>
          </p:cNvPr>
          <p:cNvSpPr>
            <a:spLocks noGrp="1"/>
          </p:cNvSpPr>
          <p:nvPr/>
        </p:nvSpPr>
        <p:spPr>
          <a:xfrm>
            <a:off x="4771913" y="5684469"/>
            <a:ext cx="271130" cy="9525"/>
          </a:xfrm>
          <a:custGeom>
            <a:avLst/>
            <a:gdLst/>
            <a:ahLst/>
            <a:cxnLst/>
            <a:rect l="0" t="0" r="0" b="0"/>
            <a:pathLst>
              <a:path w="271130" h="9525">
                <a:moveTo>
                  <a:pt x="0" y="0"/>
                </a:moveTo>
                <a:lnTo>
                  <a:pt x="271130" y="983"/>
                </a:lnTo>
              </a:path>
            </a:pathLst>
          </a:custGeom>
          <a:noFill/>
          <a:ln w="3879">
            <a:solidFill>
              <a:srgbClr val="CA414A">
                <a:alpha val="4000"/>
              </a:srgbClr>
            </a:solidFill>
            <a:prstDash val="solid"/>
          </a:ln>
        </p:spPr>
      </p:sp>
      <p:sp>
        <p:nvSpPr>
          <p:cNvPr id="69" name="lumia-token-stream-curve">
            <a:extLst>
              <a:ext uri="{FF2B5EF4-FFF2-40B4-BE49-F238E27FC236}">
                <a16:creationId xmlns:a16="http://schemas.microsoft.com/office/drawing/2014/main" id="{59D6C124-BDAA-4268-94B5-C361CF92A0B2}"/>
              </a:ext>
            </a:extLst>
          </p:cNvPr>
          <p:cNvSpPr>
            <a:spLocks noGrp="1"/>
          </p:cNvSpPr>
          <p:nvPr/>
        </p:nvSpPr>
        <p:spPr>
          <a:xfrm>
            <a:off x="5043043" y="5678689"/>
            <a:ext cx="272995" cy="9525"/>
          </a:xfrm>
          <a:custGeom>
            <a:avLst/>
            <a:gdLst/>
            <a:ahLst/>
            <a:cxnLst/>
            <a:rect l="0" t="0" r="0" b="0"/>
            <a:pathLst>
              <a:path w="272995" h="9525">
                <a:moveTo>
                  <a:pt x="0" y="6763"/>
                </a:moveTo>
                <a:lnTo>
                  <a:pt x="272995" y="0"/>
                </a:lnTo>
              </a:path>
            </a:pathLst>
          </a:custGeom>
          <a:noFill/>
          <a:ln w="3942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70" name="lumia-token-stream-curve">
            <a:extLst>
              <a:ext uri="{FF2B5EF4-FFF2-40B4-BE49-F238E27FC236}">
                <a16:creationId xmlns:a16="http://schemas.microsoft.com/office/drawing/2014/main" id="{E35EDC88-798D-4817-84C0-0E75710152C9}"/>
              </a:ext>
            </a:extLst>
          </p:cNvPr>
          <p:cNvSpPr>
            <a:spLocks noGrp="1"/>
          </p:cNvSpPr>
          <p:nvPr/>
        </p:nvSpPr>
        <p:spPr>
          <a:xfrm>
            <a:off x="5316038" y="5663203"/>
            <a:ext cx="274770" cy="15486"/>
          </a:xfrm>
          <a:custGeom>
            <a:avLst/>
            <a:gdLst/>
            <a:ahLst/>
            <a:cxnLst/>
            <a:rect l="0" t="0" r="0" b="0"/>
            <a:pathLst>
              <a:path w="274770" h="15486">
                <a:moveTo>
                  <a:pt x="0" y="15486"/>
                </a:moveTo>
                <a:lnTo>
                  <a:pt x="274770" y="0"/>
                </a:lnTo>
              </a:path>
            </a:pathLst>
          </a:custGeom>
          <a:noFill/>
          <a:ln w="4015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71" name="lumia-token-stream-curve">
            <a:extLst>
              <a:ext uri="{FF2B5EF4-FFF2-40B4-BE49-F238E27FC236}">
                <a16:creationId xmlns:a16="http://schemas.microsoft.com/office/drawing/2014/main" id="{BC83CCA8-D63A-4E2F-84C9-C55984FB1946}"/>
              </a:ext>
            </a:extLst>
          </p:cNvPr>
          <p:cNvSpPr>
            <a:spLocks noGrp="1"/>
          </p:cNvSpPr>
          <p:nvPr/>
        </p:nvSpPr>
        <p:spPr>
          <a:xfrm>
            <a:off x="5590808" y="5638875"/>
            <a:ext cx="276454" cy="24328"/>
          </a:xfrm>
          <a:custGeom>
            <a:avLst/>
            <a:gdLst/>
            <a:ahLst/>
            <a:cxnLst/>
            <a:rect l="0" t="0" r="0" b="0"/>
            <a:pathLst>
              <a:path w="276454" h="24328">
                <a:moveTo>
                  <a:pt x="0" y="24328"/>
                </a:moveTo>
                <a:lnTo>
                  <a:pt x="276454" y="0"/>
                </a:lnTo>
              </a:path>
            </a:pathLst>
          </a:custGeom>
          <a:noFill/>
          <a:ln w="4097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72" name="lumia-token-stream-curve">
            <a:extLst>
              <a:ext uri="{FF2B5EF4-FFF2-40B4-BE49-F238E27FC236}">
                <a16:creationId xmlns:a16="http://schemas.microsoft.com/office/drawing/2014/main" id="{129BBE24-F9C9-482C-A77C-695B94636122}"/>
              </a:ext>
            </a:extLst>
          </p:cNvPr>
          <p:cNvSpPr>
            <a:spLocks noGrp="1"/>
          </p:cNvSpPr>
          <p:nvPr/>
        </p:nvSpPr>
        <p:spPr>
          <a:xfrm>
            <a:off x="5867262" y="5606495"/>
            <a:ext cx="278048" cy="32380"/>
          </a:xfrm>
          <a:custGeom>
            <a:avLst/>
            <a:gdLst/>
            <a:ahLst/>
            <a:cxnLst/>
            <a:rect l="0" t="0" r="0" b="0"/>
            <a:pathLst>
              <a:path w="278048" h="32380">
                <a:moveTo>
                  <a:pt x="0" y="32380"/>
                </a:moveTo>
                <a:lnTo>
                  <a:pt x="278048" y="0"/>
                </a:lnTo>
              </a:path>
            </a:pathLst>
          </a:custGeom>
          <a:noFill/>
          <a:ln w="4187">
            <a:solidFill>
              <a:srgbClr val="EC532F">
                <a:alpha val="5000"/>
              </a:srgbClr>
            </a:solidFill>
            <a:prstDash val="solid"/>
          </a:ln>
        </p:spPr>
      </p:sp>
      <p:sp>
        <p:nvSpPr>
          <p:cNvPr id="73" name="lumia-token-stream-curve">
            <a:extLst>
              <a:ext uri="{FF2B5EF4-FFF2-40B4-BE49-F238E27FC236}">
                <a16:creationId xmlns:a16="http://schemas.microsoft.com/office/drawing/2014/main" id="{75AEB367-0C33-485E-8892-0A05BF64FB90}"/>
              </a:ext>
            </a:extLst>
          </p:cNvPr>
          <p:cNvSpPr>
            <a:spLocks noGrp="1"/>
          </p:cNvSpPr>
          <p:nvPr/>
        </p:nvSpPr>
        <p:spPr>
          <a:xfrm>
            <a:off x="6145310" y="5567696"/>
            <a:ext cx="279551" cy="38799"/>
          </a:xfrm>
          <a:custGeom>
            <a:avLst/>
            <a:gdLst/>
            <a:ahLst/>
            <a:cxnLst/>
            <a:rect l="0" t="0" r="0" b="0"/>
            <a:pathLst>
              <a:path w="279551" h="38799">
                <a:moveTo>
                  <a:pt x="0" y="38799"/>
                </a:moveTo>
                <a:lnTo>
                  <a:pt x="279551" y="0"/>
                </a:lnTo>
              </a:path>
            </a:pathLst>
          </a:custGeom>
          <a:noFill/>
          <a:ln w="4283">
            <a:solidFill>
              <a:srgbClr val="EE5E2A">
                <a:alpha val="5000"/>
              </a:srgbClr>
            </a:solidFill>
            <a:prstDash val="solid"/>
          </a:ln>
        </p:spPr>
      </p:sp>
      <p:sp>
        <p:nvSpPr>
          <p:cNvPr id="74" name="lumia-token-stream-curve">
            <a:extLst>
              <a:ext uri="{FF2B5EF4-FFF2-40B4-BE49-F238E27FC236}">
                <a16:creationId xmlns:a16="http://schemas.microsoft.com/office/drawing/2014/main" id="{62895C97-411D-4BB9-9344-FAC71CCB5E79}"/>
              </a:ext>
            </a:extLst>
          </p:cNvPr>
          <p:cNvSpPr>
            <a:spLocks noGrp="1"/>
          </p:cNvSpPr>
          <p:nvPr/>
        </p:nvSpPr>
        <p:spPr>
          <a:xfrm>
            <a:off x="6424860" y="5524775"/>
            <a:ext cx="280963" cy="42920"/>
          </a:xfrm>
          <a:custGeom>
            <a:avLst/>
            <a:gdLst/>
            <a:ahLst/>
            <a:cxnLst/>
            <a:rect l="0" t="0" r="0" b="0"/>
            <a:pathLst>
              <a:path w="280963" h="42920">
                <a:moveTo>
                  <a:pt x="0" y="42920"/>
                </a:moveTo>
                <a:lnTo>
                  <a:pt x="280963" y="0"/>
                </a:lnTo>
              </a:path>
            </a:pathLst>
          </a:custGeom>
          <a:noFill/>
          <a:ln w="4386">
            <a:solidFill>
              <a:srgbClr val="EF6926">
                <a:alpha val="5000"/>
              </a:srgbClr>
            </a:solidFill>
            <a:prstDash val="solid"/>
          </a:ln>
        </p:spPr>
      </p:sp>
      <p:sp>
        <p:nvSpPr>
          <p:cNvPr id="75" name="lumia-token-stream-curve">
            <a:extLst>
              <a:ext uri="{FF2B5EF4-FFF2-40B4-BE49-F238E27FC236}">
                <a16:creationId xmlns:a16="http://schemas.microsoft.com/office/drawing/2014/main" id="{61B61382-9FCD-48F3-90F4-FC867590161A}"/>
              </a:ext>
            </a:extLst>
          </p:cNvPr>
          <p:cNvSpPr>
            <a:spLocks noGrp="1"/>
          </p:cNvSpPr>
          <p:nvPr/>
        </p:nvSpPr>
        <p:spPr>
          <a:xfrm>
            <a:off x="6705823" y="5480421"/>
            <a:ext cx="282285" cy="44354"/>
          </a:xfrm>
          <a:custGeom>
            <a:avLst/>
            <a:gdLst/>
            <a:ahLst/>
            <a:cxnLst/>
            <a:rect l="0" t="0" r="0" b="0"/>
            <a:pathLst>
              <a:path w="282285" h="44354">
                <a:moveTo>
                  <a:pt x="0" y="44354"/>
                </a:moveTo>
                <a:lnTo>
                  <a:pt x="282285" y="0"/>
                </a:lnTo>
              </a:path>
            </a:pathLst>
          </a:custGeom>
          <a:noFill/>
          <a:ln w="4493">
            <a:solidFill>
              <a:srgbClr val="F17322">
                <a:alpha val="5000"/>
              </a:srgbClr>
            </a:solidFill>
            <a:prstDash val="solid"/>
          </a:ln>
        </p:spPr>
      </p:sp>
      <p:sp>
        <p:nvSpPr>
          <p:cNvPr id="76" name="lumia-token-stream-curve">
            <a:extLst>
              <a:ext uri="{FF2B5EF4-FFF2-40B4-BE49-F238E27FC236}">
                <a16:creationId xmlns:a16="http://schemas.microsoft.com/office/drawing/2014/main" id="{49556A3F-A641-40FD-A3D0-3FD24DF73824}"/>
              </a:ext>
            </a:extLst>
          </p:cNvPr>
          <p:cNvSpPr>
            <a:spLocks noGrp="1"/>
          </p:cNvSpPr>
          <p:nvPr/>
        </p:nvSpPr>
        <p:spPr>
          <a:xfrm>
            <a:off x="6988108" y="5437372"/>
            <a:ext cx="283516" cy="43049"/>
          </a:xfrm>
          <a:custGeom>
            <a:avLst/>
            <a:gdLst/>
            <a:ahLst/>
            <a:cxnLst/>
            <a:rect l="0" t="0" r="0" b="0"/>
            <a:pathLst>
              <a:path w="283516" h="43049">
                <a:moveTo>
                  <a:pt x="0" y="43049"/>
                </a:moveTo>
                <a:lnTo>
                  <a:pt x="283516" y="0"/>
                </a:lnTo>
              </a:path>
            </a:pathLst>
          </a:custGeom>
          <a:noFill/>
          <a:ln w="4604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77" name="lumia-token-stream-curve">
            <a:extLst>
              <a:ext uri="{FF2B5EF4-FFF2-40B4-BE49-F238E27FC236}">
                <a16:creationId xmlns:a16="http://schemas.microsoft.com/office/drawing/2014/main" id="{F1A0557A-D6A4-4202-8CD1-43D99C3F759D}"/>
              </a:ext>
            </a:extLst>
          </p:cNvPr>
          <p:cNvSpPr>
            <a:spLocks noGrp="1"/>
          </p:cNvSpPr>
          <p:nvPr/>
        </p:nvSpPr>
        <p:spPr>
          <a:xfrm>
            <a:off x="7271624" y="5398061"/>
            <a:ext cx="284657" cy="39311"/>
          </a:xfrm>
          <a:custGeom>
            <a:avLst/>
            <a:gdLst/>
            <a:ahLst/>
            <a:cxnLst/>
            <a:rect l="0" t="0" r="0" b="0"/>
            <a:pathLst>
              <a:path w="284657" h="39311">
                <a:moveTo>
                  <a:pt x="0" y="39311"/>
                </a:moveTo>
                <a:lnTo>
                  <a:pt x="284657" y="0"/>
                </a:lnTo>
              </a:path>
            </a:pathLst>
          </a:custGeom>
          <a:noFill/>
          <a:ln w="4717">
            <a:solidFill>
              <a:srgbClr val="F48919">
                <a:alpha val="6000"/>
              </a:srgbClr>
            </a:solidFill>
            <a:prstDash val="solid"/>
          </a:ln>
        </p:spPr>
      </p:sp>
      <p:sp>
        <p:nvSpPr>
          <p:cNvPr id="78" name="lumia-token-stream-curve">
            <a:extLst>
              <a:ext uri="{FF2B5EF4-FFF2-40B4-BE49-F238E27FC236}">
                <a16:creationId xmlns:a16="http://schemas.microsoft.com/office/drawing/2014/main" id="{524CAEF9-88E8-4D17-91D9-74DF358508B1}"/>
              </a:ext>
            </a:extLst>
          </p:cNvPr>
          <p:cNvSpPr>
            <a:spLocks noGrp="1"/>
          </p:cNvSpPr>
          <p:nvPr/>
        </p:nvSpPr>
        <p:spPr>
          <a:xfrm>
            <a:off x="7556281" y="5364283"/>
            <a:ext cx="285707" cy="33778"/>
          </a:xfrm>
          <a:custGeom>
            <a:avLst/>
            <a:gdLst/>
            <a:ahLst/>
            <a:cxnLst/>
            <a:rect l="0" t="0" r="0" b="0"/>
            <a:pathLst>
              <a:path w="285707" h="33778">
                <a:moveTo>
                  <a:pt x="0" y="33778"/>
                </a:moveTo>
                <a:lnTo>
                  <a:pt x="285707" y="0"/>
                </a:lnTo>
              </a:path>
            </a:pathLst>
          </a:custGeom>
          <a:noFill/>
          <a:ln w="4832">
            <a:solidFill>
              <a:srgbClr val="F59415">
                <a:alpha val="6000"/>
              </a:srgbClr>
            </a:solidFill>
            <a:prstDash val="solid"/>
          </a:ln>
        </p:spPr>
      </p:sp>
      <p:sp>
        <p:nvSpPr>
          <p:cNvPr id="79" name="lumia-token-stream-curve">
            <a:extLst>
              <a:ext uri="{FF2B5EF4-FFF2-40B4-BE49-F238E27FC236}">
                <a16:creationId xmlns:a16="http://schemas.microsoft.com/office/drawing/2014/main" id="{AA586C5D-B5FA-412B-B1CB-8C5CAA7F8107}"/>
              </a:ext>
            </a:extLst>
          </p:cNvPr>
          <p:cNvSpPr>
            <a:spLocks noGrp="1"/>
          </p:cNvSpPr>
          <p:nvPr/>
        </p:nvSpPr>
        <p:spPr>
          <a:xfrm>
            <a:off x="7841988" y="5336939"/>
            <a:ext cx="286666" cy="27345"/>
          </a:xfrm>
          <a:custGeom>
            <a:avLst/>
            <a:gdLst/>
            <a:ahLst/>
            <a:cxnLst/>
            <a:rect l="0" t="0" r="0" b="0"/>
            <a:pathLst>
              <a:path w="286666" h="27345">
                <a:moveTo>
                  <a:pt x="0" y="27345"/>
                </a:moveTo>
                <a:lnTo>
                  <a:pt x="286666" y="0"/>
                </a:lnTo>
              </a:path>
            </a:pathLst>
          </a:custGeom>
          <a:noFill/>
          <a:ln w="4948">
            <a:solidFill>
              <a:srgbClr val="F79E11">
                <a:alpha val="6000"/>
              </a:srgbClr>
            </a:solidFill>
            <a:prstDash val="solid"/>
          </a:ln>
        </p:spPr>
      </p:sp>
      <p:sp>
        <p:nvSpPr>
          <p:cNvPr id="80" name="lumia-token-stream-curve">
            <a:extLst>
              <a:ext uri="{FF2B5EF4-FFF2-40B4-BE49-F238E27FC236}">
                <a16:creationId xmlns:a16="http://schemas.microsoft.com/office/drawing/2014/main" id="{2E789140-8607-46B5-97C3-92F77C7E7E46}"/>
              </a:ext>
            </a:extLst>
          </p:cNvPr>
          <p:cNvSpPr>
            <a:spLocks noGrp="1"/>
          </p:cNvSpPr>
          <p:nvPr/>
        </p:nvSpPr>
        <p:spPr>
          <a:xfrm>
            <a:off x="8128654" y="5315887"/>
            <a:ext cx="287535" cy="21051"/>
          </a:xfrm>
          <a:custGeom>
            <a:avLst/>
            <a:gdLst/>
            <a:ahLst/>
            <a:cxnLst/>
            <a:rect l="0" t="0" r="0" b="0"/>
            <a:pathLst>
              <a:path w="287535" h="21051">
                <a:moveTo>
                  <a:pt x="0" y="21051"/>
                </a:moveTo>
                <a:lnTo>
                  <a:pt x="287535" y="0"/>
                </a:lnTo>
              </a:path>
            </a:pathLst>
          </a:custGeom>
          <a:noFill/>
          <a:ln w="5062">
            <a:solidFill>
              <a:srgbClr val="F8A90C">
                <a:alpha val="6000"/>
              </a:srgbClr>
            </a:solidFill>
            <a:prstDash val="solid"/>
          </a:ln>
        </p:spPr>
      </p:sp>
      <p:sp>
        <p:nvSpPr>
          <p:cNvPr id="81" name="lumia-token-stream-curve">
            <a:extLst>
              <a:ext uri="{FF2B5EF4-FFF2-40B4-BE49-F238E27FC236}">
                <a16:creationId xmlns:a16="http://schemas.microsoft.com/office/drawing/2014/main" id="{CB311F2A-B1E0-40C3-A735-E575A11BC043}"/>
              </a:ext>
            </a:extLst>
          </p:cNvPr>
          <p:cNvSpPr>
            <a:spLocks noGrp="1"/>
          </p:cNvSpPr>
          <p:nvPr/>
        </p:nvSpPr>
        <p:spPr>
          <a:xfrm>
            <a:off x="8416189" y="5299944"/>
            <a:ext cx="288313" cy="15944"/>
          </a:xfrm>
          <a:custGeom>
            <a:avLst/>
            <a:gdLst/>
            <a:ahLst/>
            <a:cxnLst/>
            <a:rect l="0" t="0" r="0" b="0"/>
            <a:pathLst>
              <a:path w="288313" h="15944">
                <a:moveTo>
                  <a:pt x="0" y="15944"/>
                </a:moveTo>
                <a:lnTo>
                  <a:pt x="288313" y="0"/>
                </a:lnTo>
              </a:path>
            </a:pathLst>
          </a:custGeom>
          <a:noFill/>
          <a:ln w="5175">
            <a:solidFill>
              <a:srgbClr val="FAB408">
                <a:alpha val="6000"/>
              </a:srgbClr>
            </a:solidFill>
            <a:prstDash val="solid"/>
          </a:ln>
        </p:spPr>
      </p:sp>
      <p:sp>
        <p:nvSpPr>
          <p:cNvPr id="82" name="lumia-token-stream-curve">
            <a:extLst>
              <a:ext uri="{FF2B5EF4-FFF2-40B4-BE49-F238E27FC236}">
                <a16:creationId xmlns:a16="http://schemas.microsoft.com/office/drawing/2014/main" id="{07F33712-6F2C-4FE2-BEE2-26BFECE71191}"/>
              </a:ext>
            </a:extLst>
          </p:cNvPr>
          <p:cNvSpPr>
            <a:spLocks noGrp="1"/>
          </p:cNvSpPr>
          <p:nvPr/>
        </p:nvSpPr>
        <p:spPr>
          <a:xfrm>
            <a:off x="8704502" y="5287010"/>
            <a:ext cx="289001" cy="12934"/>
          </a:xfrm>
          <a:custGeom>
            <a:avLst/>
            <a:gdLst/>
            <a:ahLst/>
            <a:cxnLst/>
            <a:rect l="0" t="0" r="0" b="0"/>
            <a:pathLst>
              <a:path w="289001" h="12934">
                <a:moveTo>
                  <a:pt x="0" y="12934"/>
                </a:moveTo>
                <a:lnTo>
                  <a:pt x="289001" y="0"/>
                </a:lnTo>
              </a:path>
            </a:pathLst>
          </a:custGeom>
          <a:noFill/>
          <a:ln w="5285">
            <a:solidFill>
              <a:srgbClr val="F7BC07">
                <a:alpha val="6000"/>
              </a:srgbClr>
            </a:solidFill>
            <a:prstDash val="solid"/>
          </a:ln>
        </p:spPr>
      </p:sp>
      <p:sp>
        <p:nvSpPr>
          <p:cNvPr id="83" name="lumia-token-stream-curve">
            <a:extLst>
              <a:ext uri="{FF2B5EF4-FFF2-40B4-BE49-F238E27FC236}">
                <a16:creationId xmlns:a16="http://schemas.microsoft.com/office/drawing/2014/main" id="{DD74C7F6-B8C1-4210-B7BD-69C07E84E055}"/>
              </a:ext>
            </a:extLst>
          </p:cNvPr>
          <p:cNvSpPr>
            <a:spLocks noGrp="1"/>
          </p:cNvSpPr>
          <p:nvPr/>
        </p:nvSpPr>
        <p:spPr>
          <a:xfrm>
            <a:off x="8993503" y="5274340"/>
            <a:ext cx="289598" cy="12670"/>
          </a:xfrm>
          <a:custGeom>
            <a:avLst/>
            <a:gdLst/>
            <a:ahLst/>
            <a:cxnLst/>
            <a:rect l="0" t="0" r="0" b="0"/>
            <a:pathLst>
              <a:path w="289598" h="12670">
                <a:moveTo>
                  <a:pt x="0" y="12670"/>
                </a:moveTo>
                <a:lnTo>
                  <a:pt x="289598" y="0"/>
                </a:lnTo>
              </a:path>
            </a:pathLst>
          </a:custGeom>
          <a:noFill/>
          <a:ln w="5392">
            <a:solidFill>
              <a:srgbClr val="E5BA0E">
                <a:alpha val="6000"/>
              </a:srgbClr>
            </a:solidFill>
            <a:prstDash val="solid"/>
          </a:ln>
        </p:spPr>
      </p:sp>
      <p:sp>
        <p:nvSpPr>
          <p:cNvPr id="84" name="lumia-token-stream-curve">
            <a:extLst>
              <a:ext uri="{FF2B5EF4-FFF2-40B4-BE49-F238E27FC236}">
                <a16:creationId xmlns:a16="http://schemas.microsoft.com/office/drawing/2014/main" id="{C1B140DC-60D4-447A-B291-C2A8A14B2397}"/>
              </a:ext>
            </a:extLst>
          </p:cNvPr>
          <p:cNvSpPr>
            <a:spLocks noGrp="1"/>
          </p:cNvSpPr>
          <p:nvPr/>
        </p:nvSpPr>
        <p:spPr>
          <a:xfrm>
            <a:off x="9283101" y="5258895"/>
            <a:ext cx="290105" cy="15445"/>
          </a:xfrm>
          <a:custGeom>
            <a:avLst/>
            <a:gdLst/>
            <a:ahLst/>
            <a:cxnLst/>
            <a:rect l="0" t="0" r="0" b="0"/>
            <a:pathLst>
              <a:path w="290105" h="15445">
                <a:moveTo>
                  <a:pt x="0" y="15445"/>
                </a:moveTo>
                <a:lnTo>
                  <a:pt x="290105" y="0"/>
                </a:lnTo>
              </a:path>
            </a:pathLst>
          </a:custGeom>
          <a:noFill/>
          <a:ln w="5493">
            <a:solidFill>
              <a:srgbClr val="D3B815">
                <a:alpha val="7000"/>
              </a:srgbClr>
            </a:solidFill>
            <a:prstDash val="solid"/>
          </a:ln>
        </p:spPr>
      </p:sp>
      <p:sp>
        <p:nvSpPr>
          <p:cNvPr id="85" name="lumia-token-stream-curve">
            <a:extLst>
              <a:ext uri="{FF2B5EF4-FFF2-40B4-BE49-F238E27FC236}">
                <a16:creationId xmlns:a16="http://schemas.microsoft.com/office/drawing/2014/main" id="{9AA5DCEB-7B3F-488E-86AC-3D2EE08B8701}"/>
              </a:ext>
            </a:extLst>
          </p:cNvPr>
          <p:cNvSpPr>
            <a:spLocks noGrp="1"/>
          </p:cNvSpPr>
          <p:nvPr/>
        </p:nvSpPr>
        <p:spPr>
          <a:xfrm>
            <a:off x="9573206" y="5237748"/>
            <a:ext cx="290521" cy="21146"/>
          </a:xfrm>
          <a:custGeom>
            <a:avLst/>
            <a:gdLst/>
            <a:ahLst/>
            <a:cxnLst/>
            <a:rect l="0" t="0" r="0" b="0"/>
            <a:pathLst>
              <a:path w="290521" h="21146">
                <a:moveTo>
                  <a:pt x="0" y="21146"/>
                </a:moveTo>
                <a:lnTo>
                  <a:pt x="290521" y="0"/>
                </a:lnTo>
              </a:path>
            </a:pathLst>
          </a:custGeom>
          <a:noFill/>
          <a:ln w="5588">
            <a:solidFill>
              <a:srgbClr val="C2B61C">
                <a:alpha val="7000"/>
              </a:srgbClr>
            </a:solidFill>
            <a:prstDash val="solid"/>
          </a:ln>
        </p:spPr>
      </p:sp>
      <p:sp>
        <p:nvSpPr>
          <p:cNvPr id="86" name="lumia-token-stream-curve">
            <a:extLst>
              <a:ext uri="{FF2B5EF4-FFF2-40B4-BE49-F238E27FC236}">
                <a16:creationId xmlns:a16="http://schemas.microsoft.com/office/drawing/2014/main" id="{0A0EFFC0-E9B7-4B28-8E8F-989C324B70E8}"/>
              </a:ext>
            </a:extLst>
          </p:cNvPr>
          <p:cNvSpPr>
            <a:spLocks noGrp="1"/>
          </p:cNvSpPr>
          <p:nvPr/>
        </p:nvSpPr>
        <p:spPr>
          <a:xfrm>
            <a:off x="9863727" y="5208481"/>
            <a:ext cx="290846" cy="29267"/>
          </a:xfrm>
          <a:custGeom>
            <a:avLst/>
            <a:gdLst/>
            <a:ahLst/>
            <a:cxnLst/>
            <a:rect l="0" t="0" r="0" b="0"/>
            <a:pathLst>
              <a:path w="290846" h="29267">
                <a:moveTo>
                  <a:pt x="0" y="29267"/>
                </a:moveTo>
                <a:lnTo>
                  <a:pt x="290846" y="0"/>
                </a:lnTo>
              </a:path>
            </a:pathLst>
          </a:custGeom>
          <a:noFill/>
          <a:ln w="5676">
            <a:solidFill>
              <a:srgbClr val="B0B422">
                <a:alpha val="7000"/>
              </a:srgbClr>
            </a:solidFill>
            <a:prstDash val="solid"/>
          </a:ln>
        </p:spPr>
      </p:sp>
      <p:sp>
        <p:nvSpPr>
          <p:cNvPr id="87" name="lumia-token-stream-curve">
            <a:extLst>
              <a:ext uri="{FF2B5EF4-FFF2-40B4-BE49-F238E27FC236}">
                <a16:creationId xmlns:a16="http://schemas.microsoft.com/office/drawing/2014/main" id="{1BCBE282-CC6B-4DA4-8014-2F8D6690F080}"/>
              </a:ext>
            </a:extLst>
          </p:cNvPr>
          <p:cNvSpPr>
            <a:spLocks noGrp="1"/>
          </p:cNvSpPr>
          <p:nvPr/>
        </p:nvSpPr>
        <p:spPr>
          <a:xfrm>
            <a:off x="10154573" y="5169510"/>
            <a:ext cx="291081" cy="38972"/>
          </a:xfrm>
          <a:custGeom>
            <a:avLst/>
            <a:gdLst/>
            <a:ahLst/>
            <a:cxnLst/>
            <a:rect l="0" t="0" r="0" b="0"/>
            <a:pathLst>
              <a:path w="291081" h="38972">
                <a:moveTo>
                  <a:pt x="0" y="38972"/>
                </a:moveTo>
                <a:lnTo>
                  <a:pt x="291081" y="0"/>
                </a:lnTo>
              </a:path>
            </a:pathLst>
          </a:custGeom>
          <a:noFill/>
          <a:ln w="5756">
            <a:solidFill>
              <a:srgbClr val="9EB329">
                <a:alpha val="7000"/>
              </a:srgbClr>
            </a:solidFill>
            <a:prstDash val="solid"/>
          </a:ln>
        </p:spPr>
      </p:sp>
      <p:sp>
        <p:nvSpPr>
          <p:cNvPr id="88" name="lumia-token-stream-curve">
            <a:extLst>
              <a:ext uri="{FF2B5EF4-FFF2-40B4-BE49-F238E27FC236}">
                <a16:creationId xmlns:a16="http://schemas.microsoft.com/office/drawing/2014/main" id="{420F4EA6-0FF6-4F3A-9A73-F5E8A7148C76}"/>
              </a:ext>
            </a:extLst>
          </p:cNvPr>
          <p:cNvSpPr>
            <a:spLocks noGrp="1"/>
          </p:cNvSpPr>
          <p:nvPr/>
        </p:nvSpPr>
        <p:spPr>
          <a:xfrm>
            <a:off x="10445654" y="5120303"/>
            <a:ext cx="291225" cy="49207"/>
          </a:xfrm>
          <a:custGeom>
            <a:avLst/>
            <a:gdLst/>
            <a:ahLst/>
            <a:cxnLst/>
            <a:rect l="0" t="0" r="0" b="0"/>
            <a:pathLst>
              <a:path w="291225" h="49207">
                <a:moveTo>
                  <a:pt x="0" y="49207"/>
                </a:moveTo>
                <a:lnTo>
                  <a:pt x="291225" y="0"/>
                </a:lnTo>
              </a:path>
            </a:pathLst>
          </a:custGeom>
          <a:noFill/>
          <a:ln w="5826">
            <a:solidFill>
              <a:srgbClr val="8CB130">
                <a:alpha val="7000"/>
              </a:srgbClr>
            </a:solidFill>
            <a:prstDash val="solid"/>
          </a:ln>
        </p:spPr>
      </p:sp>
      <p:sp>
        <p:nvSpPr>
          <p:cNvPr id="89" name="lumia-token-stream-curve">
            <a:extLst>
              <a:ext uri="{FF2B5EF4-FFF2-40B4-BE49-F238E27FC236}">
                <a16:creationId xmlns:a16="http://schemas.microsoft.com/office/drawing/2014/main" id="{9D6816A5-BCA3-41DD-BCA3-7341192C140D}"/>
              </a:ext>
            </a:extLst>
          </p:cNvPr>
          <p:cNvSpPr>
            <a:spLocks noGrp="1"/>
          </p:cNvSpPr>
          <p:nvPr/>
        </p:nvSpPr>
        <p:spPr>
          <a:xfrm>
            <a:off x="10736880" y="5061457"/>
            <a:ext cx="291279" cy="58846"/>
          </a:xfrm>
          <a:custGeom>
            <a:avLst/>
            <a:gdLst/>
            <a:ahLst/>
            <a:cxnLst/>
            <a:rect l="0" t="0" r="0" b="0"/>
            <a:pathLst>
              <a:path w="291279" h="58846">
                <a:moveTo>
                  <a:pt x="0" y="58846"/>
                </a:moveTo>
                <a:lnTo>
                  <a:pt x="291279" y="0"/>
                </a:lnTo>
              </a:path>
            </a:pathLst>
          </a:custGeom>
          <a:noFill/>
          <a:ln w="5886">
            <a:solidFill>
              <a:srgbClr val="7BAF37">
                <a:alpha val="7000"/>
              </a:srgbClr>
            </a:solidFill>
            <a:prstDash val="solid"/>
          </a:ln>
        </p:spPr>
      </p:sp>
      <p:sp>
        <p:nvSpPr>
          <p:cNvPr id="90" name="lumia-token-stream-curve">
            <a:extLst>
              <a:ext uri="{FF2B5EF4-FFF2-40B4-BE49-F238E27FC236}">
                <a16:creationId xmlns:a16="http://schemas.microsoft.com/office/drawing/2014/main" id="{4B5E302D-3C63-4AFA-9D50-D8D062446C66}"/>
              </a:ext>
            </a:extLst>
          </p:cNvPr>
          <p:cNvSpPr>
            <a:spLocks noGrp="1"/>
          </p:cNvSpPr>
          <p:nvPr/>
        </p:nvSpPr>
        <p:spPr>
          <a:xfrm>
            <a:off x="11028159" y="4994612"/>
            <a:ext cx="291242" cy="66845"/>
          </a:xfrm>
          <a:custGeom>
            <a:avLst/>
            <a:gdLst/>
            <a:ahLst/>
            <a:cxnLst/>
            <a:rect l="0" t="0" r="0" b="0"/>
            <a:pathLst>
              <a:path w="291242" h="66845">
                <a:moveTo>
                  <a:pt x="0" y="66845"/>
                </a:moveTo>
                <a:lnTo>
                  <a:pt x="291242" y="0"/>
                </a:lnTo>
              </a:path>
            </a:pathLst>
          </a:custGeom>
          <a:noFill/>
          <a:ln w="5935">
            <a:solidFill>
              <a:srgbClr val="69AD3E">
                <a:alpha val="7000"/>
              </a:srgbClr>
            </a:solidFill>
            <a:prstDash val="solid"/>
          </a:ln>
        </p:spPr>
      </p:sp>
      <p:sp>
        <p:nvSpPr>
          <p:cNvPr id="91" name="lumia-token-stream-curve">
            <a:extLst>
              <a:ext uri="{FF2B5EF4-FFF2-40B4-BE49-F238E27FC236}">
                <a16:creationId xmlns:a16="http://schemas.microsoft.com/office/drawing/2014/main" id="{6F71776F-EA6D-4CE7-8CD0-A893DD0F9B29}"/>
              </a:ext>
            </a:extLst>
          </p:cNvPr>
          <p:cNvSpPr>
            <a:spLocks noGrp="1"/>
          </p:cNvSpPr>
          <p:nvPr/>
        </p:nvSpPr>
        <p:spPr>
          <a:xfrm>
            <a:off x="11319401" y="4922227"/>
            <a:ext cx="291115" cy="72384"/>
          </a:xfrm>
          <a:custGeom>
            <a:avLst/>
            <a:gdLst/>
            <a:ahLst/>
            <a:cxnLst/>
            <a:rect l="0" t="0" r="0" b="0"/>
            <a:pathLst>
              <a:path w="291115" h="72384">
                <a:moveTo>
                  <a:pt x="0" y="72384"/>
                </a:moveTo>
                <a:lnTo>
                  <a:pt x="291115" y="0"/>
                </a:lnTo>
              </a:path>
            </a:pathLst>
          </a:custGeom>
          <a:noFill/>
          <a:ln w="5971">
            <a:solidFill>
              <a:srgbClr val="57AC45">
                <a:alpha val="7000"/>
              </a:srgbClr>
            </a:solidFill>
            <a:prstDash val="solid"/>
          </a:ln>
        </p:spPr>
      </p:sp>
      <p:sp>
        <p:nvSpPr>
          <p:cNvPr id="92" name="lumia-token-stream-curve">
            <a:extLst>
              <a:ext uri="{FF2B5EF4-FFF2-40B4-BE49-F238E27FC236}">
                <a16:creationId xmlns:a16="http://schemas.microsoft.com/office/drawing/2014/main" id="{942D65C4-49F2-4044-B0BF-335F8854EB9A}"/>
              </a:ext>
            </a:extLst>
          </p:cNvPr>
          <p:cNvSpPr>
            <a:spLocks noGrp="1"/>
          </p:cNvSpPr>
          <p:nvPr/>
        </p:nvSpPr>
        <p:spPr>
          <a:xfrm>
            <a:off x="11610516" y="4847244"/>
            <a:ext cx="290897" cy="74984"/>
          </a:xfrm>
          <a:custGeom>
            <a:avLst/>
            <a:gdLst/>
            <a:ahLst/>
            <a:cxnLst/>
            <a:rect l="0" t="0" r="0" b="0"/>
            <a:pathLst>
              <a:path w="290897" h="74984">
                <a:moveTo>
                  <a:pt x="0" y="74984"/>
                </a:moveTo>
                <a:lnTo>
                  <a:pt x="290897" y="0"/>
                </a:lnTo>
              </a:path>
            </a:pathLst>
          </a:custGeom>
          <a:noFill/>
          <a:ln w="5993">
            <a:solidFill>
              <a:srgbClr val="46AA4C">
                <a:alpha val="7000"/>
              </a:srgbClr>
            </a:solidFill>
            <a:prstDash val="solid"/>
          </a:ln>
        </p:spPr>
      </p:sp>
      <p:sp>
        <p:nvSpPr>
          <p:cNvPr id="93" name="lumia-token-stream-curve">
            <a:extLst>
              <a:ext uri="{FF2B5EF4-FFF2-40B4-BE49-F238E27FC236}">
                <a16:creationId xmlns:a16="http://schemas.microsoft.com/office/drawing/2014/main" id="{F99C5705-91CC-4320-971A-C909F10EF602}"/>
              </a:ext>
            </a:extLst>
          </p:cNvPr>
          <p:cNvSpPr>
            <a:spLocks noGrp="1"/>
          </p:cNvSpPr>
          <p:nvPr/>
        </p:nvSpPr>
        <p:spPr>
          <a:xfrm>
            <a:off x="11901412" y="4772678"/>
            <a:ext cx="290588" cy="74565"/>
          </a:xfrm>
          <a:custGeom>
            <a:avLst/>
            <a:gdLst/>
            <a:ahLst/>
            <a:cxnLst/>
            <a:rect l="0" t="0" r="0" b="0"/>
            <a:pathLst>
              <a:path w="290588" h="74565">
                <a:moveTo>
                  <a:pt x="0" y="74565"/>
                </a:moveTo>
                <a:lnTo>
                  <a:pt x="290588" y="0"/>
                </a:lnTo>
              </a:path>
            </a:pathLst>
          </a:custGeom>
          <a:noFill/>
          <a:ln w="6001">
            <a:solidFill>
              <a:srgbClr val="34A853">
                <a:alpha val="7000"/>
              </a:srgbClr>
            </a:solidFill>
            <a:prstDash val="solid"/>
          </a:ln>
        </p:spPr>
      </p:sp>
      <p:sp>
        <p:nvSpPr>
          <p:cNvPr id="94" name="lumia-token-stream-curve">
            <a:extLst>
              <a:ext uri="{FF2B5EF4-FFF2-40B4-BE49-F238E27FC236}">
                <a16:creationId xmlns:a16="http://schemas.microsoft.com/office/drawing/2014/main" id="{D9CE355D-4C02-4F21-BB48-20C7D6F52782}"/>
              </a:ext>
            </a:extLst>
          </p:cNvPr>
          <p:cNvSpPr>
            <a:spLocks noGrp="1"/>
          </p:cNvSpPr>
          <p:nvPr/>
        </p:nvSpPr>
        <p:spPr>
          <a:xfrm>
            <a:off x="66971" y="5769845"/>
            <a:ext cx="206344" cy="9525"/>
          </a:xfrm>
          <a:custGeom>
            <a:avLst/>
            <a:gdLst/>
            <a:ahLst/>
            <a:cxnLst/>
            <a:rect l="0" t="0" r="0" b="0"/>
            <a:pathLst>
              <a:path w="206344" h="9525">
                <a:moveTo>
                  <a:pt x="0" y="5393"/>
                </a:moveTo>
                <a:lnTo>
                  <a:pt x="206344" y="0"/>
                </a:lnTo>
              </a:path>
            </a:pathLst>
          </a:custGeom>
          <a:noFill/>
          <a:ln w="4072">
            <a:solidFill>
              <a:srgbClr val="4285F4">
                <a:alpha val="4000"/>
              </a:srgbClr>
            </a:solidFill>
            <a:prstDash val="solid"/>
          </a:ln>
        </p:spPr>
      </p:sp>
      <p:sp>
        <p:nvSpPr>
          <p:cNvPr id="95" name="lumia-token-stream-curve">
            <a:extLst>
              <a:ext uri="{FF2B5EF4-FFF2-40B4-BE49-F238E27FC236}">
                <a16:creationId xmlns:a16="http://schemas.microsoft.com/office/drawing/2014/main" id="{87FEFE2F-BDDA-426C-99F8-3E9E837C985D}"/>
              </a:ext>
            </a:extLst>
          </p:cNvPr>
          <p:cNvSpPr>
            <a:spLocks noGrp="1"/>
          </p:cNvSpPr>
          <p:nvPr/>
        </p:nvSpPr>
        <p:spPr>
          <a:xfrm>
            <a:off x="273315" y="5760290"/>
            <a:ext cx="210133" cy="9555"/>
          </a:xfrm>
          <a:custGeom>
            <a:avLst/>
            <a:gdLst/>
            <a:ahLst/>
            <a:cxnLst/>
            <a:rect l="0" t="0" r="0" b="0"/>
            <a:pathLst>
              <a:path w="210133" h="9555">
                <a:moveTo>
                  <a:pt x="0" y="9555"/>
                </a:moveTo>
                <a:lnTo>
                  <a:pt x="210133" y="0"/>
                </a:lnTo>
              </a:path>
            </a:pathLst>
          </a:custGeom>
          <a:noFill/>
          <a:ln w="4072">
            <a:solidFill>
              <a:srgbClr val="447EEC">
                <a:alpha val="4000"/>
              </a:srgbClr>
            </a:solidFill>
            <a:prstDash val="solid"/>
          </a:ln>
        </p:spPr>
      </p:sp>
      <p:sp>
        <p:nvSpPr>
          <p:cNvPr id="96" name="lumia-token-stream-curve">
            <a:extLst>
              <a:ext uri="{FF2B5EF4-FFF2-40B4-BE49-F238E27FC236}">
                <a16:creationId xmlns:a16="http://schemas.microsoft.com/office/drawing/2014/main" id="{AECEA3D1-08E8-45D6-8B80-AAE96A10DDE5}"/>
              </a:ext>
            </a:extLst>
          </p:cNvPr>
          <p:cNvSpPr>
            <a:spLocks noGrp="1"/>
          </p:cNvSpPr>
          <p:nvPr/>
        </p:nvSpPr>
        <p:spPr>
          <a:xfrm>
            <a:off x="483448" y="5747389"/>
            <a:ext cx="213836" cy="12900"/>
          </a:xfrm>
          <a:custGeom>
            <a:avLst/>
            <a:gdLst/>
            <a:ahLst/>
            <a:cxnLst/>
            <a:rect l="0" t="0" r="0" b="0"/>
            <a:pathLst>
              <a:path w="213836" h="12900">
                <a:moveTo>
                  <a:pt x="0" y="12900"/>
                </a:moveTo>
                <a:lnTo>
                  <a:pt x="213836" y="0"/>
                </a:lnTo>
              </a:path>
            </a:pathLst>
          </a:custGeom>
          <a:noFill/>
          <a:ln w="4072">
            <a:solidFill>
              <a:srgbClr val="4678E3">
                <a:alpha val="4000"/>
              </a:srgbClr>
            </a:solidFill>
            <a:prstDash val="solid"/>
          </a:ln>
        </p:spPr>
      </p:sp>
      <p:sp>
        <p:nvSpPr>
          <p:cNvPr id="97" name="lumia-token-stream-curve">
            <a:extLst>
              <a:ext uri="{FF2B5EF4-FFF2-40B4-BE49-F238E27FC236}">
                <a16:creationId xmlns:a16="http://schemas.microsoft.com/office/drawing/2014/main" id="{E03ED147-D965-462F-9B01-34D0101D9CAB}"/>
              </a:ext>
            </a:extLst>
          </p:cNvPr>
          <p:cNvSpPr>
            <a:spLocks noGrp="1"/>
          </p:cNvSpPr>
          <p:nvPr/>
        </p:nvSpPr>
        <p:spPr>
          <a:xfrm>
            <a:off x="697285" y="5732255"/>
            <a:ext cx="217455" cy="15135"/>
          </a:xfrm>
          <a:custGeom>
            <a:avLst/>
            <a:gdLst/>
            <a:ahLst/>
            <a:cxnLst/>
            <a:rect l="0" t="0" r="0" b="0"/>
            <a:pathLst>
              <a:path w="217455" h="15135">
                <a:moveTo>
                  <a:pt x="0" y="15135"/>
                </a:moveTo>
                <a:lnTo>
                  <a:pt x="217455" y="0"/>
                </a:lnTo>
              </a:path>
            </a:pathLst>
          </a:custGeom>
          <a:noFill/>
          <a:ln w="4072">
            <a:solidFill>
              <a:srgbClr val="4871DB">
                <a:alpha val="4000"/>
              </a:srgbClr>
            </a:solidFill>
            <a:prstDash val="solid"/>
          </a:ln>
        </p:spPr>
      </p:sp>
      <p:sp>
        <p:nvSpPr>
          <p:cNvPr id="98" name="lumia-token-stream-curve">
            <a:extLst>
              <a:ext uri="{FF2B5EF4-FFF2-40B4-BE49-F238E27FC236}">
                <a16:creationId xmlns:a16="http://schemas.microsoft.com/office/drawing/2014/main" id="{2988702A-EB91-49A2-9577-A5EDAF0BDFC6}"/>
              </a:ext>
            </a:extLst>
          </p:cNvPr>
          <p:cNvSpPr>
            <a:spLocks noGrp="1"/>
          </p:cNvSpPr>
          <p:nvPr/>
        </p:nvSpPr>
        <p:spPr>
          <a:xfrm>
            <a:off x="914740" y="5716224"/>
            <a:ext cx="220989" cy="16030"/>
          </a:xfrm>
          <a:custGeom>
            <a:avLst/>
            <a:gdLst/>
            <a:ahLst/>
            <a:cxnLst/>
            <a:rect l="0" t="0" r="0" b="0"/>
            <a:pathLst>
              <a:path w="220989" h="16030">
                <a:moveTo>
                  <a:pt x="0" y="16030"/>
                </a:moveTo>
                <a:lnTo>
                  <a:pt x="220989" y="0"/>
                </a:lnTo>
              </a:path>
            </a:pathLst>
          </a:custGeom>
          <a:noFill/>
          <a:ln w="4072">
            <a:solidFill>
              <a:srgbClr val="4A6BD2">
                <a:alpha val="4000"/>
              </a:srgbClr>
            </a:solidFill>
            <a:prstDash val="solid"/>
          </a:ln>
        </p:spPr>
      </p:sp>
      <p:sp>
        <p:nvSpPr>
          <p:cNvPr id="99" name="lumia-token-stream-curve">
            <a:extLst>
              <a:ext uri="{FF2B5EF4-FFF2-40B4-BE49-F238E27FC236}">
                <a16:creationId xmlns:a16="http://schemas.microsoft.com/office/drawing/2014/main" id="{38B2A71A-5388-4C58-B741-1991387B0587}"/>
              </a:ext>
            </a:extLst>
          </p:cNvPr>
          <p:cNvSpPr>
            <a:spLocks noGrp="1"/>
          </p:cNvSpPr>
          <p:nvPr/>
        </p:nvSpPr>
        <p:spPr>
          <a:xfrm>
            <a:off x="1135728" y="5700769"/>
            <a:ext cx="224438" cy="15455"/>
          </a:xfrm>
          <a:custGeom>
            <a:avLst/>
            <a:gdLst/>
            <a:ahLst/>
            <a:cxnLst/>
            <a:rect l="0" t="0" r="0" b="0"/>
            <a:pathLst>
              <a:path w="224438" h="15455">
                <a:moveTo>
                  <a:pt x="0" y="15455"/>
                </a:moveTo>
                <a:lnTo>
                  <a:pt x="224438" y="0"/>
                </a:lnTo>
              </a:path>
            </a:pathLst>
          </a:custGeom>
          <a:noFill/>
          <a:ln w="4072">
            <a:solidFill>
              <a:srgbClr val="4C64CA">
                <a:alpha val="4000"/>
              </a:srgbClr>
            </a:solidFill>
            <a:prstDash val="solid"/>
          </a:ln>
        </p:spPr>
      </p:sp>
      <p:sp>
        <p:nvSpPr>
          <p:cNvPr id="100" name="lumia-token-stream-curve">
            <a:extLst>
              <a:ext uri="{FF2B5EF4-FFF2-40B4-BE49-F238E27FC236}">
                <a16:creationId xmlns:a16="http://schemas.microsoft.com/office/drawing/2014/main" id="{E4E76527-3C35-44E2-ABFB-13694F603984}"/>
              </a:ext>
            </a:extLst>
          </p:cNvPr>
          <p:cNvSpPr>
            <a:spLocks noGrp="1"/>
          </p:cNvSpPr>
          <p:nvPr/>
        </p:nvSpPr>
        <p:spPr>
          <a:xfrm>
            <a:off x="1360166" y="5687369"/>
            <a:ext cx="227802" cy="13400"/>
          </a:xfrm>
          <a:custGeom>
            <a:avLst/>
            <a:gdLst/>
            <a:ahLst/>
            <a:cxnLst/>
            <a:rect l="0" t="0" r="0" b="0"/>
            <a:pathLst>
              <a:path w="227802" h="13400">
                <a:moveTo>
                  <a:pt x="0" y="13400"/>
                </a:moveTo>
                <a:lnTo>
                  <a:pt x="227802" y="0"/>
                </a:lnTo>
              </a:path>
            </a:pathLst>
          </a:custGeom>
          <a:noFill/>
          <a:ln w="4072">
            <a:solidFill>
              <a:srgbClr val="4E5EC1">
                <a:alpha val="4000"/>
              </a:srgbClr>
            </a:solidFill>
            <a:prstDash val="solid"/>
          </a:ln>
        </p:spPr>
      </p:sp>
      <p:sp>
        <p:nvSpPr>
          <p:cNvPr id="101" name="lumia-token-stream-curve">
            <a:extLst>
              <a:ext uri="{FF2B5EF4-FFF2-40B4-BE49-F238E27FC236}">
                <a16:creationId xmlns:a16="http://schemas.microsoft.com/office/drawing/2014/main" id="{A1CD8A4F-B68E-4794-9046-778F1AAE20DF}"/>
              </a:ext>
            </a:extLst>
          </p:cNvPr>
          <p:cNvSpPr>
            <a:spLocks noGrp="1"/>
          </p:cNvSpPr>
          <p:nvPr/>
        </p:nvSpPr>
        <p:spPr>
          <a:xfrm>
            <a:off x="1587968" y="5677374"/>
            <a:ext cx="231081" cy="9995"/>
          </a:xfrm>
          <a:custGeom>
            <a:avLst/>
            <a:gdLst/>
            <a:ahLst/>
            <a:cxnLst/>
            <a:rect l="0" t="0" r="0" b="0"/>
            <a:pathLst>
              <a:path w="231081" h="9995">
                <a:moveTo>
                  <a:pt x="0" y="9995"/>
                </a:moveTo>
                <a:lnTo>
                  <a:pt x="231081" y="0"/>
                </a:lnTo>
              </a:path>
            </a:pathLst>
          </a:custGeom>
          <a:noFill/>
          <a:ln w="4072">
            <a:solidFill>
              <a:srgbClr val="5057B9">
                <a:alpha val="4000"/>
              </a:srgbClr>
            </a:solidFill>
            <a:prstDash val="solid"/>
          </a:ln>
        </p:spPr>
      </p:sp>
      <p:sp>
        <p:nvSpPr>
          <p:cNvPr id="102" name="lumia-token-stream-curve">
            <a:extLst>
              <a:ext uri="{FF2B5EF4-FFF2-40B4-BE49-F238E27FC236}">
                <a16:creationId xmlns:a16="http://schemas.microsoft.com/office/drawing/2014/main" id="{C60B39F7-9FA6-424E-8153-584B9A05E8E3}"/>
              </a:ext>
            </a:extLst>
          </p:cNvPr>
          <p:cNvSpPr>
            <a:spLocks noGrp="1"/>
          </p:cNvSpPr>
          <p:nvPr/>
        </p:nvSpPr>
        <p:spPr>
          <a:xfrm>
            <a:off x="1819050" y="5671861"/>
            <a:ext cx="234276" cy="9525"/>
          </a:xfrm>
          <a:custGeom>
            <a:avLst/>
            <a:gdLst/>
            <a:ahLst/>
            <a:cxnLst/>
            <a:rect l="0" t="0" r="0" b="0"/>
            <a:pathLst>
              <a:path w="234276" h="9525">
                <a:moveTo>
                  <a:pt x="0" y="5513"/>
                </a:moveTo>
                <a:lnTo>
                  <a:pt x="234276" y="0"/>
                </a:lnTo>
              </a:path>
            </a:pathLst>
          </a:custGeom>
          <a:noFill/>
          <a:ln w="4072">
            <a:solidFill>
              <a:srgbClr val="5250B0">
                <a:alpha val="4000"/>
              </a:srgbClr>
            </a:solidFill>
            <a:prstDash val="solid"/>
          </a:ln>
        </p:spPr>
      </p:sp>
      <p:sp>
        <p:nvSpPr>
          <p:cNvPr id="103" name="lumia-token-stream-curve">
            <a:extLst>
              <a:ext uri="{FF2B5EF4-FFF2-40B4-BE49-F238E27FC236}">
                <a16:creationId xmlns:a16="http://schemas.microsoft.com/office/drawing/2014/main" id="{31ADF3D1-43D3-4763-97E0-C7D766622A4C}"/>
              </a:ext>
            </a:extLst>
          </p:cNvPr>
          <p:cNvSpPr>
            <a:spLocks noGrp="1"/>
          </p:cNvSpPr>
          <p:nvPr/>
        </p:nvSpPr>
        <p:spPr>
          <a:xfrm>
            <a:off x="2053326" y="5671499"/>
            <a:ext cx="237386" cy="9525"/>
          </a:xfrm>
          <a:custGeom>
            <a:avLst/>
            <a:gdLst/>
            <a:ahLst/>
            <a:cxnLst/>
            <a:rect l="0" t="0" r="0" b="0"/>
            <a:pathLst>
              <a:path w="237386" h="9525">
                <a:moveTo>
                  <a:pt x="0" y="362"/>
                </a:moveTo>
                <a:lnTo>
                  <a:pt x="237386" y="0"/>
                </a:lnTo>
              </a:path>
            </a:pathLst>
          </a:custGeom>
          <a:noFill/>
          <a:ln w="4072">
            <a:solidFill>
              <a:srgbClr val="544AA8">
                <a:alpha val="4000"/>
              </a:srgbClr>
            </a:solidFill>
            <a:prstDash val="solid"/>
          </a:ln>
        </p:spPr>
      </p:sp>
      <p:sp>
        <p:nvSpPr>
          <p:cNvPr id="104" name="lumia-token-stream-curve">
            <a:extLst>
              <a:ext uri="{FF2B5EF4-FFF2-40B4-BE49-F238E27FC236}">
                <a16:creationId xmlns:a16="http://schemas.microsoft.com/office/drawing/2014/main" id="{26E21297-E82A-44D2-8BC0-E4E14BA4ED2A}"/>
              </a:ext>
            </a:extLst>
          </p:cNvPr>
          <p:cNvSpPr>
            <a:spLocks noGrp="1"/>
          </p:cNvSpPr>
          <p:nvPr/>
        </p:nvSpPr>
        <p:spPr>
          <a:xfrm>
            <a:off x="2290711" y="5671499"/>
            <a:ext cx="240411" cy="9525"/>
          </a:xfrm>
          <a:custGeom>
            <a:avLst/>
            <a:gdLst/>
            <a:ahLst/>
            <a:cxnLst/>
            <a:rect l="0" t="0" r="0" b="0"/>
            <a:pathLst>
              <a:path w="240411" h="9525">
                <a:moveTo>
                  <a:pt x="0" y="0"/>
                </a:moveTo>
                <a:lnTo>
                  <a:pt x="240411" y="4944"/>
                </a:lnTo>
              </a:path>
            </a:pathLst>
          </a:custGeom>
          <a:noFill/>
          <a:ln w="4072">
            <a:solidFill>
              <a:srgbClr val="5643A0">
                <a:alpha val="4000"/>
              </a:srgbClr>
            </a:solidFill>
            <a:prstDash val="solid"/>
          </a:ln>
        </p:spPr>
      </p:sp>
      <p:sp>
        <p:nvSpPr>
          <p:cNvPr id="105" name="lumia-token-stream-curve">
            <a:extLst>
              <a:ext uri="{FF2B5EF4-FFF2-40B4-BE49-F238E27FC236}">
                <a16:creationId xmlns:a16="http://schemas.microsoft.com/office/drawing/2014/main" id="{84030E6C-C138-4341-BAAC-C4DCDD5BD048}"/>
              </a:ext>
            </a:extLst>
          </p:cNvPr>
          <p:cNvSpPr>
            <a:spLocks noGrp="1"/>
          </p:cNvSpPr>
          <p:nvPr/>
        </p:nvSpPr>
        <p:spPr>
          <a:xfrm>
            <a:off x="2531122" y="5676443"/>
            <a:ext cx="243351" cy="9825"/>
          </a:xfrm>
          <a:custGeom>
            <a:avLst/>
            <a:gdLst/>
            <a:ahLst/>
            <a:cxnLst/>
            <a:rect l="0" t="0" r="0" b="0"/>
            <a:pathLst>
              <a:path w="243351" h="9825">
                <a:moveTo>
                  <a:pt x="0" y="0"/>
                </a:moveTo>
                <a:lnTo>
                  <a:pt x="243351" y="9825"/>
                </a:lnTo>
              </a:path>
            </a:pathLst>
          </a:custGeom>
          <a:noFill/>
          <a:ln w="4072">
            <a:solidFill>
              <a:srgbClr val="583D97">
                <a:alpha val="4000"/>
              </a:srgbClr>
            </a:solidFill>
            <a:prstDash val="solid"/>
          </a:ln>
        </p:spPr>
      </p:sp>
      <p:sp>
        <p:nvSpPr>
          <p:cNvPr id="106" name="lumia-token-stream-curve">
            <a:extLst>
              <a:ext uri="{FF2B5EF4-FFF2-40B4-BE49-F238E27FC236}">
                <a16:creationId xmlns:a16="http://schemas.microsoft.com/office/drawing/2014/main" id="{9A5AD405-8BBC-4391-9337-C337642F1A9F}"/>
              </a:ext>
            </a:extLst>
          </p:cNvPr>
          <p:cNvSpPr>
            <a:spLocks noGrp="1"/>
          </p:cNvSpPr>
          <p:nvPr/>
        </p:nvSpPr>
        <p:spPr>
          <a:xfrm>
            <a:off x="2774472" y="5686268"/>
            <a:ext cx="246206" cy="13692"/>
          </a:xfrm>
          <a:custGeom>
            <a:avLst/>
            <a:gdLst/>
            <a:ahLst/>
            <a:cxnLst/>
            <a:rect l="0" t="0" r="0" b="0"/>
            <a:pathLst>
              <a:path w="246206" h="13692">
                <a:moveTo>
                  <a:pt x="0" y="0"/>
                </a:moveTo>
                <a:lnTo>
                  <a:pt x="246206" y="13692"/>
                </a:lnTo>
              </a:path>
            </a:pathLst>
          </a:custGeom>
          <a:noFill/>
          <a:ln w="4072">
            <a:solidFill>
              <a:srgbClr val="623C8F">
                <a:alpha val="4000"/>
              </a:srgbClr>
            </a:solidFill>
            <a:prstDash val="solid"/>
          </a:ln>
        </p:spPr>
      </p:sp>
      <p:sp>
        <p:nvSpPr>
          <p:cNvPr id="107" name="lumia-token-stream-curve">
            <a:extLst>
              <a:ext uri="{FF2B5EF4-FFF2-40B4-BE49-F238E27FC236}">
                <a16:creationId xmlns:a16="http://schemas.microsoft.com/office/drawing/2014/main" id="{D1BAD083-C6BF-4C3C-B18C-8EB428A6F62D}"/>
              </a:ext>
            </a:extLst>
          </p:cNvPr>
          <p:cNvSpPr>
            <a:spLocks noGrp="1"/>
          </p:cNvSpPr>
          <p:nvPr/>
        </p:nvSpPr>
        <p:spPr>
          <a:xfrm>
            <a:off x="3020678" y="5699960"/>
            <a:ext cx="248976" cy="16008"/>
          </a:xfrm>
          <a:custGeom>
            <a:avLst/>
            <a:gdLst/>
            <a:ahLst/>
            <a:cxnLst/>
            <a:rect l="0" t="0" r="0" b="0"/>
            <a:pathLst>
              <a:path w="248976" h="16008">
                <a:moveTo>
                  <a:pt x="0" y="0"/>
                </a:moveTo>
                <a:lnTo>
                  <a:pt x="248976" y="16008"/>
                </a:lnTo>
              </a:path>
            </a:pathLst>
          </a:custGeom>
          <a:noFill/>
          <a:ln w="4072">
            <a:solidFill>
              <a:srgbClr val="6F3C86">
                <a:alpha val="4000"/>
              </a:srgbClr>
            </a:solidFill>
            <a:prstDash val="solid"/>
          </a:ln>
        </p:spPr>
      </p:sp>
      <p:sp>
        <p:nvSpPr>
          <p:cNvPr id="108" name="lumia-token-stream-curve">
            <a:extLst>
              <a:ext uri="{FF2B5EF4-FFF2-40B4-BE49-F238E27FC236}">
                <a16:creationId xmlns:a16="http://schemas.microsoft.com/office/drawing/2014/main" id="{CBF60211-0EBA-4CD2-8DFB-88B13ED3CB5C}"/>
              </a:ext>
            </a:extLst>
          </p:cNvPr>
          <p:cNvSpPr>
            <a:spLocks noGrp="1"/>
          </p:cNvSpPr>
          <p:nvPr/>
        </p:nvSpPr>
        <p:spPr>
          <a:xfrm>
            <a:off x="3269654" y="5715968"/>
            <a:ext cx="251662" cy="16355"/>
          </a:xfrm>
          <a:custGeom>
            <a:avLst/>
            <a:gdLst/>
            <a:ahLst/>
            <a:cxnLst/>
            <a:rect l="0" t="0" r="0" b="0"/>
            <a:pathLst>
              <a:path w="251662" h="16355">
                <a:moveTo>
                  <a:pt x="0" y="0"/>
                </a:moveTo>
                <a:lnTo>
                  <a:pt x="251662" y="16355"/>
                </a:lnTo>
              </a:path>
            </a:pathLst>
          </a:custGeom>
          <a:noFill/>
          <a:ln w="4072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109" name="lumia-token-stream-curve">
            <a:extLst>
              <a:ext uri="{FF2B5EF4-FFF2-40B4-BE49-F238E27FC236}">
                <a16:creationId xmlns:a16="http://schemas.microsoft.com/office/drawing/2014/main" id="{F2EEE6C9-2A58-4665-99CD-FCEBBDEA8B83}"/>
              </a:ext>
            </a:extLst>
          </p:cNvPr>
          <p:cNvSpPr>
            <a:spLocks noGrp="1"/>
          </p:cNvSpPr>
          <p:nvPr/>
        </p:nvSpPr>
        <p:spPr>
          <a:xfrm>
            <a:off x="3521316" y="5732323"/>
            <a:ext cx="254262" cy="14490"/>
          </a:xfrm>
          <a:custGeom>
            <a:avLst/>
            <a:gdLst/>
            <a:ahLst/>
            <a:cxnLst/>
            <a:rect l="0" t="0" r="0" b="0"/>
            <a:pathLst>
              <a:path w="254262" h="14490">
                <a:moveTo>
                  <a:pt x="0" y="0"/>
                </a:moveTo>
                <a:lnTo>
                  <a:pt x="254262" y="14490"/>
                </a:lnTo>
              </a:path>
            </a:pathLst>
          </a:custGeom>
          <a:noFill/>
          <a:ln w="4072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110" name="lumia-token-stream-curve">
            <a:extLst>
              <a:ext uri="{FF2B5EF4-FFF2-40B4-BE49-F238E27FC236}">
                <a16:creationId xmlns:a16="http://schemas.microsoft.com/office/drawing/2014/main" id="{604FD6E8-9A04-46FF-9BA1-5B6FAEC8EF37}"/>
              </a:ext>
            </a:extLst>
          </p:cNvPr>
          <p:cNvSpPr>
            <a:spLocks noGrp="1"/>
          </p:cNvSpPr>
          <p:nvPr/>
        </p:nvSpPr>
        <p:spPr>
          <a:xfrm>
            <a:off x="3775578" y="5746813"/>
            <a:ext cx="256778" cy="10390"/>
          </a:xfrm>
          <a:custGeom>
            <a:avLst/>
            <a:gdLst/>
            <a:ahLst/>
            <a:cxnLst/>
            <a:rect l="0" t="0" r="0" b="0"/>
            <a:pathLst>
              <a:path w="256778" h="10390">
                <a:moveTo>
                  <a:pt x="0" y="0"/>
                </a:moveTo>
                <a:lnTo>
                  <a:pt x="256778" y="10390"/>
                </a:lnTo>
              </a:path>
            </a:pathLst>
          </a:custGeom>
          <a:noFill/>
          <a:ln w="4072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111" name="lumia-token-stream-curve">
            <a:extLst>
              <a:ext uri="{FF2B5EF4-FFF2-40B4-BE49-F238E27FC236}">
                <a16:creationId xmlns:a16="http://schemas.microsoft.com/office/drawing/2014/main" id="{F1706ACA-EC97-4A28-9830-90A28F4C1DB9}"/>
              </a:ext>
            </a:extLst>
          </p:cNvPr>
          <p:cNvSpPr>
            <a:spLocks noGrp="1"/>
          </p:cNvSpPr>
          <p:nvPr/>
        </p:nvSpPr>
        <p:spPr>
          <a:xfrm>
            <a:off x="4032356" y="5757203"/>
            <a:ext cx="259209" cy="9525"/>
          </a:xfrm>
          <a:custGeom>
            <a:avLst/>
            <a:gdLst/>
            <a:ahLst/>
            <a:cxnLst/>
            <a:rect l="0" t="0" r="0" b="0"/>
            <a:pathLst>
              <a:path w="259209" h="9525">
                <a:moveTo>
                  <a:pt x="0" y="0"/>
                </a:moveTo>
                <a:lnTo>
                  <a:pt x="259209" y="4276"/>
                </a:lnTo>
              </a:path>
            </a:pathLst>
          </a:custGeom>
          <a:noFill/>
          <a:ln w="4085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112" name="lumia-token-stream-curve">
            <a:extLst>
              <a:ext uri="{FF2B5EF4-FFF2-40B4-BE49-F238E27FC236}">
                <a16:creationId xmlns:a16="http://schemas.microsoft.com/office/drawing/2014/main" id="{D30C924A-855A-4030-AF5C-CA9FD04A3717}"/>
              </a:ext>
            </a:extLst>
          </p:cNvPr>
          <p:cNvSpPr>
            <a:spLocks noGrp="1"/>
          </p:cNvSpPr>
          <p:nvPr/>
        </p:nvSpPr>
        <p:spPr>
          <a:xfrm>
            <a:off x="4291565" y="5758084"/>
            <a:ext cx="261555" cy="9525"/>
          </a:xfrm>
          <a:custGeom>
            <a:avLst/>
            <a:gdLst/>
            <a:ahLst/>
            <a:cxnLst/>
            <a:rect l="0" t="0" r="0" b="0"/>
            <a:pathLst>
              <a:path w="261555" h="9525">
                <a:moveTo>
                  <a:pt x="0" y="3395"/>
                </a:moveTo>
                <a:lnTo>
                  <a:pt x="261555" y="0"/>
                </a:lnTo>
              </a:path>
            </a:pathLst>
          </a:custGeom>
          <a:noFill/>
          <a:ln w="4113">
            <a:solidFill>
              <a:srgbClr val="B0405B">
                <a:alpha val="5000"/>
              </a:srgbClr>
            </a:solidFill>
            <a:prstDash val="solid"/>
          </a:ln>
        </p:spPr>
      </p:sp>
      <p:sp>
        <p:nvSpPr>
          <p:cNvPr id="113" name="lumia-token-stream-curve">
            <a:extLst>
              <a:ext uri="{FF2B5EF4-FFF2-40B4-BE49-F238E27FC236}">
                <a16:creationId xmlns:a16="http://schemas.microsoft.com/office/drawing/2014/main" id="{1A85ED9E-A3CE-4E26-B5D5-0CF2777F8996}"/>
              </a:ext>
            </a:extLst>
          </p:cNvPr>
          <p:cNvSpPr>
            <a:spLocks noGrp="1"/>
          </p:cNvSpPr>
          <p:nvPr/>
        </p:nvSpPr>
        <p:spPr>
          <a:xfrm>
            <a:off x="4553121" y="5746121"/>
            <a:ext cx="263817" cy="11963"/>
          </a:xfrm>
          <a:custGeom>
            <a:avLst/>
            <a:gdLst/>
            <a:ahLst/>
            <a:cxnLst/>
            <a:rect l="0" t="0" r="0" b="0"/>
            <a:pathLst>
              <a:path w="263817" h="11963">
                <a:moveTo>
                  <a:pt x="0" y="11963"/>
                </a:moveTo>
                <a:lnTo>
                  <a:pt x="263817" y="0"/>
                </a:lnTo>
              </a:path>
            </a:pathLst>
          </a:custGeom>
          <a:noFill/>
          <a:ln w="4156">
            <a:solidFill>
              <a:srgbClr val="BD4153">
                <a:alpha val="5000"/>
              </a:srgbClr>
            </a:solidFill>
            <a:prstDash val="solid"/>
          </a:ln>
        </p:spPr>
      </p:sp>
      <p:sp>
        <p:nvSpPr>
          <p:cNvPr id="114" name="lumia-token-stream-curve">
            <a:extLst>
              <a:ext uri="{FF2B5EF4-FFF2-40B4-BE49-F238E27FC236}">
                <a16:creationId xmlns:a16="http://schemas.microsoft.com/office/drawing/2014/main" id="{6CFA6952-F939-4BA7-B7F7-0A8FEE7298EE}"/>
              </a:ext>
            </a:extLst>
          </p:cNvPr>
          <p:cNvSpPr>
            <a:spLocks noGrp="1"/>
          </p:cNvSpPr>
          <p:nvPr/>
        </p:nvSpPr>
        <p:spPr>
          <a:xfrm>
            <a:off x="4816938" y="5725493"/>
            <a:ext cx="265993" cy="20628"/>
          </a:xfrm>
          <a:custGeom>
            <a:avLst/>
            <a:gdLst/>
            <a:ahLst/>
            <a:cxnLst/>
            <a:rect l="0" t="0" r="0" b="0"/>
            <a:pathLst>
              <a:path w="265993" h="20628">
                <a:moveTo>
                  <a:pt x="0" y="20628"/>
                </a:moveTo>
                <a:lnTo>
                  <a:pt x="265993" y="0"/>
                </a:lnTo>
              </a:path>
            </a:pathLst>
          </a:custGeom>
          <a:noFill/>
          <a:ln w="4212">
            <a:solidFill>
              <a:srgbClr val="CA414A">
                <a:alpha val="5000"/>
              </a:srgbClr>
            </a:solidFill>
            <a:prstDash val="solid"/>
          </a:ln>
        </p:spPr>
      </p:sp>
      <p:sp>
        <p:nvSpPr>
          <p:cNvPr id="115" name="lumia-token-stream-curve">
            <a:extLst>
              <a:ext uri="{FF2B5EF4-FFF2-40B4-BE49-F238E27FC236}">
                <a16:creationId xmlns:a16="http://schemas.microsoft.com/office/drawing/2014/main" id="{2D8AA552-34B3-4556-AE39-36BB54B05DA1}"/>
              </a:ext>
            </a:extLst>
          </p:cNvPr>
          <p:cNvSpPr>
            <a:spLocks noGrp="1"/>
          </p:cNvSpPr>
          <p:nvPr/>
        </p:nvSpPr>
        <p:spPr>
          <a:xfrm>
            <a:off x="5082931" y="5696961"/>
            <a:ext cx="268085" cy="28532"/>
          </a:xfrm>
          <a:custGeom>
            <a:avLst/>
            <a:gdLst/>
            <a:ahLst/>
            <a:cxnLst/>
            <a:rect l="0" t="0" r="0" b="0"/>
            <a:pathLst>
              <a:path w="268085" h="28532">
                <a:moveTo>
                  <a:pt x="0" y="28532"/>
                </a:moveTo>
                <a:lnTo>
                  <a:pt x="268085" y="0"/>
                </a:lnTo>
              </a:path>
            </a:pathLst>
          </a:custGeom>
          <a:noFill/>
          <a:ln w="4280">
            <a:solidFill>
              <a:srgbClr val="D74242">
                <a:alpha val="5000"/>
              </a:srgbClr>
            </a:solidFill>
            <a:prstDash val="solid"/>
          </a:ln>
        </p:spPr>
      </p:sp>
      <p:sp>
        <p:nvSpPr>
          <p:cNvPr id="116" name="lumia-token-stream-curve">
            <a:extLst>
              <a:ext uri="{FF2B5EF4-FFF2-40B4-BE49-F238E27FC236}">
                <a16:creationId xmlns:a16="http://schemas.microsoft.com/office/drawing/2014/main" id="{0C0ACB78-8DD8-4B58-BFA7-97EB00D0C5AE}"/>
              </a:ext>
            </a:extLst>
          </p:cNvPr>
          <p:cNvSpPr>
            <a:spLocks noGrp="1"/>
          </p:cNvSpPr>
          <p:nvPr/>
        </p:nvSpPr>
        <p:spPr>
          <a:xfrm>
            <a:off x="5351016" y="5662092"/>
            <a:ext cx="270092" cy="34869"/>
          </a:xfrm>
          <a:custGeom>
            <a:avLst/>
            <a:gdLst/>
            <a:ahLst/>
            <a:cxnLst/>
            <a:rect l="0" t="0" r="0" b="0"/>
            <a:pathLst>
              <a:path w="270092" h="34869">
                <a:moveTo>
                  <a:pt x="0" y="34869"/>
                </a:moveTo>
                <a:lnTo>
                  <a:pt x="270092" y="0"/>
                </a:lnTo>
              </a:path>
            </a:pathLst>
          </a:custGeom>
          <a:noFill/>
          <a:ln w="4359">
            <a:solidFill>
              <a:srgbClr val="E44339">
                <a:alpha val="5000"/>
              </a:srgbClr>
            </a:solidFill>
            <a:prstDash val="solid"/>
          </a:ln>
        </p:spPr>
      </p:sp>
      <p:sp>
        <p:nvSpPr>
          <p:cNvPr id="117" name="lumia-token-stream-curve">
            <a:extLst>
              <a:ext uri="{FF2B5EF4-FFF2-40B4-BE49-F238E27FC236}">
                <a16:creationId xmlns:a16="http://schemas.microsoft.com/office/drawing/2014/main" id="{4DE0DC89-8ED1-4750-A3EB-951FFB272612}"/>
              </a:ext>
            </a:extLst>
          </p:cNvPr>
          <p:cNvSpPr>
            <a:spLocks noGrp="1"/>
          </p:cNvSpPr>
          <p:nvPr/>
        </p:nvSpPr>
        <p:spPr>
          <a:xfrm>
            <a:off x="5621108" y="5623115"/>
            <a:ext cx="272014" cy="38978"/>
          </a:xfrm>
          <a:custGeom>
            <a:avLst/>
            <a:gdLst/>
            <a:ahLst/>
            <a:cxnLst/>
            <a:rect l="0" t="0" r="0" b="0"/>
            <a:pathLst>
              <a:path w="272014" h="38978">
                <a:moveTo>
                  <a:pt x="0" y="38978"/>
                </a:moveTo>
                <a:lnTo>
                  <a:pt x="272014" y="0"/>
                </a:lnTo>
              </a:path>
            </a:pathLst>
          </a:custGeom>
          <a:noFill/>
          <a:ln w="4448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118" name="lumia-token-stream-curve">
            <a:extLst>
              <a:ext uri="{FF2B5EF4-FFF2-40B4-BE49-F238E27FC236}">
                <a16:creationId xmlns:a16="http://schemas.microsoft.com/office/drawing/2014/main" id="{6A160557-9807-403B-B646-7D8FEF6AD629}"/>
              </a:ext>
            </a:extLst>
          </p:cNvPr>
          <p:cNvSpPr>
            <a:spLocks noGrp="1"/>
          </p:cNvSpPr>
          <p:nvPr/>
        </p:nvSpPr>
        <p:spPr>
          <a:xfrm>
            <a:off x="5893122" y="5582672"/>
            <a:ext cx="273851" cy="40442"/>
          </a:xfrm>
          <a:custGeom>
            <a:avLst/>
            <a:gdLst/>
            <a:ahLst/>
            <a:cxnLst/>
            <a:rect l="0" t="0" r="0" b="0"/>
            <a:pathLst>
              <a:path w="273851" h="40442">
                <a:moveTo>
                  <a:pt x="0" y="40442"/>
                </a:moveTo>
                <a:lnTo>
                  <a:pt x="273851" y="0"/>
                </a:lnTo>
              </a:path>
            </a:pathLst>
          </a:custGeom>
          <a:noFill/>
          <a:ln w="4545">
            <a:solidFill>
              <a:srgbClr val="EC532F">
                <a:alpha val="6000"/>
              </a:srgbClr>
            </a:solidFill>
            <a:prstDash val="solid"/>
          </a:ln>
        </p:spPr>
      </p:sp>
      <p:sp>
        <p:nvSpPr>
          <p:cNvPr id="119" name="lumia-token-stream-curve">
            <a:extLst>
              <a:ext uri="{FF2B5EF4-FFF2-40B4-BE49-F238E27FC236}">
                <a16:creationId xmlns:a16="http://schemas.microsoft.com/office/drawing/2014/main" id="{8A4DE9F1-2964-45DE-B3D0-CBF6A66CB7FD}"/>
              </a:ext>
            </a:extLst>
          </p:cNvPr>
          <p:cNvSpPr>
            <a:spLocks noGrp="1"/>
          </p:cNvSpPr>
          <p:nvPr/>
        </p:nvSpPr>
        <p:spPr>
          <a:xfrm>
            <a:off x="6166973" y="5543518"/>
            <a:ext cx="275603" cy="39154"/>
          </a:xfrm>
          <a:custGeom>
            <a:avLst/>
            <a:gdLst/>
            <a:ahLst/>
            <a:cxnLst/>
            <a:rect l="0" t="0" r="0" b="0"/>
            <a:pathLst>
              <a:path w="275603" h="39154">
                <a:moveTo>
                  <a:pt x="0" y="39154"/>
                </a:moveTo>
                <a:lnTo>
                  <a:pt x="275603" y="0"/>
                </a:lnTo>
              </a:path>
            </a:pathLst>
          </a:custGeom>
          <a:noFill/>
          <a:ln w="4650">
            <a:solidFill>
              <a:srgbClr val="EE5E2A">
                <a:alpha val="6000"/>
              </a:srgbClr>
            </a:solidFill>
            <a:prstDash val="solid"/>
          </a:ln>
        </p:spPr>
      </p:sp>
      <p:sp>
        <p:nvSpPr>
          <p:cNvPr id="120" name="lumia-token-stream-curve">
            <a:extLst>
              <a:ext uri="{FF2B5EF4-FFF2-40B4-BE49-F238E27FC236}">
                <a16:creationId xmlns:a16="http://schemas.microsoft.com/office/drawing/2014/main" id="{7C6673CC-9EFD-49A6-A1ED-6EECB05DC81F}"/>
              </a:ext>
            </a:extLst>
          </p:cNvPr>
          <p:cNvSpPr>
            <a:spLocks noGrp="1"/>
          </p:cNvSpPr>
          <p:nvPr/>
        </p:nvSpPr>
        <p:spPr>
          <a:xfrm>
            <a:off x="6442576" y="5508173"/>
            <a:ext cx="277271" cy="35346"/>
          </a:xfrm>
          <a:custGeom>
            <a:avLst/>
            <a:gdLst/>
            <a:ahLst/>
            <a:cxnLst/>
            <a:rect l="0" t="0" r="0" b="0"/>
            <a:pathLst>
              <a:path w="277271" h="35346">
                <a:moveTo>
                  <a:pt x="0" y="35346"/>
                </a:moveTo>
                <a:lnTo>
                  <a:pt x="277271" y="0"/>
                </a:lnTo>
              </a:path>
            </a:pathLst>
          </a:custGeom>
          <a:noFill/>
          <a:ln w="4762">
            <a:solidFill>
              <a:srgbClr val="EF6926">
                <a:alpha val="6000"/>
              </a:srgbClr>
            </a:solidFill>
            <a:prstDash val="solid"/>
          </a:ln>
        </p:spPr>
      </p:sp>
      <p:sp>
        <p:nvSpPr>
          <p:cNvPr id="121" name="lumia-token-stream-curve">
            <a:extLst>
              <a:ext uri="{FF2B5EF4-FFF2-40B4-BE49-F238E27FC236}">
                <a16:creationId xmlns:a16="http://schemas.microsoft.com/office/drawing/2014/main" id="{A1E04355-65DB-460E-80F8-87A7AC98C6AD}"/>
              </a:ext>
            </a:extLst>
          </p:cNvPr>
          <p:cNvSpPr>
            <a:spLocks noGrp="1"/>
          </p:cNvSpPr>
          <p:nvPr/>
        </p:nvSpPr>
        <p:spPr>
          <a:xfrm>
            <a:off x="6719847" y="5478592"/>
            <a:ext cx="278854" cy="29581"/>
          </a:xfrm>
          <a:custGeom>
            <a:avLst/>
            <a:gdLst/>
            <a:ahLst/>
            <a:cxnLst/>
            <a:rect l="0" t="0" r="0" b="0"/>
            <a:pathLst>
              <a:path w="278854" h="29581">
                <a:moveTo>
                  <a:pt x="0" y="29581"/>
                </a:moveTo>
                <a:lnTo>
                  <a:pt x="278854" y="0"/>
                </a:lnTo>
              </a:path>
            </a:pathLst>
          </a:custGeom>
          <a:noFill/>
          <a:ln w="4878">
            <a:solidFill>
              <a:srgbClr val="F17322">
                <a:alpha val="6000"/>
              </a:srgbClr>
            </a:solidFill>
            <a:prstDash val="solid"/>
          </a:ln>
        </p:spPr>
      </p:sp>
      <p:sp>
        <p:nvSpPr>
          <p:cNvPr id="122" name="lumia-token-stream-curve">
            <a:extLst>
              <a:ext uri="{FF2B5EF4-FFF2-40B4-BE49-F238E27FC236}">
                <a16:creationId xmlns:a16="http://schemas.microsoft.com/office/drawing/2014/main" id="{CA56BABC-7D47-47D6-8986-D6065D27636F}"/>
              </a:ext>
            </a:extLst>
          </p:cNvPr>
          <p:cNvSpPr>
            <a:spLocks noGrp="1"/>
          </p:cNvSpPr>
          <p:nvPr/>
        </p:nvSpPr>
        <p:spPr>
          <a:xfrm>
            <a:off x="6998701" y="5455893"/>
            <a:ext cx="280352" cy="22699"/>
          </a:xfrm>
          <a:custGeom>
            <a:avLst/>
            <a:gdLst/>
            <a:ahLst/>
            <a:cxnLst/>
            <a:rect l="0" t="0" r="0" b="0"/>
            <a:pathLst>
              <a:path w="280352" h="22699">
                <a:moveTo>
                  <a:pt x="0" y="22699"/>
                </a:moveTo>
                <a:lnTo>
                  <a:pt x="280352" y="0"/>
                </a:lnTo>
              </a:path>
            </a:pathLst>
          </a:custGeom>
          <a:noFill/>
          <a:ln w="4999">
            <a:solidFill>
              <a:srgbClr val="F27E1E">
                <a:alpha val="6000"/>
              </a:srgbClr>
            </a:solidFill>
            <a:prstDash val="solid"/>
          </a:ln>
        </p:spPr>
      </p:sp>
      <p:sp>
        <p:nvSpPr>
          <p:cNvPr id="123" name="lumia-token-stream-curve">
            <a:extLst>
              <a:ext uri="{FF2B5EF4-FFF2-40B4-BE49-F238E27FC236}">
                <a16:creationId xmlns:a16="http://schemas.microsoft.com/office/drawing/2014/main" id="{B3AD4DE8-ED3B-42B7-A2C2-20DDD8400C9E}"/>
              </a:ext>
            </a:extLst>
          </p:cNvPr>
          <p:cNvSpPr>
            <a:spLocks noGrp="1"/>
          </p:cNvSpPr>
          <p:nvPr/>
        </p:nvSpPr>
        <p:spPr>
          <a:xfrm>
            <a:off x="7279052" y="5440177"/>
            <a:ext cx="281765" cy="15716"/>
          </a:xfrm>
          <a:custGeom>
            <a:avLst/>
            <a:gdLst/>
            <a:ahLst/>
            <a:cxnLst/>
            <a:rect l="0" t="0" r="0" b="0"/>
            <a:pathLst>
              <a:path w="281765" h="15716">
                <a:moveTo>
                  <a:pt x="0" y="15716"/>
                </a:moveTo>
                <a:lnTo>
                  <a:pt x="281765" y="0"/>
                </a:lnTo>
              </a:path>
            </a:pathLst>
          </a:custGeom>
          <a:noFill/>
          <a:ln w="5122">
            <a:solidFill>
              <a:srgbClr val="F48919">
                <a:alpha val="7000"/>
              </a:srgbClr>
            </a:solidFill>
            <a:prstDash val="solid"/>
          </a:ln>
        </p:spPr>
      </p:sp>
      <p:sp>
        <p:nvSpPr>
          <p:cNvPr id="124" name="lumia-token-stream-curve">
            <a:extLst>
              <a:ext uri="{FF2B5EF4-FFF2-40B4-BE49-F238E27FC236}">
                <a16:creationId xmlns:a16="http://schemas.microsoft.com/office/drawing/2014/main" id="{E0C90B84-819E-48CB-B3F6-098585A2D0AC}"/>
              </a:ext>
            </a:extLst>
          </p:cNvPr>
          <p:cNvSpPr>
            <a:spLocks noGrp="1"/>
          </p:cNvSpPr>
          <p:nvPr/>
        </p:nvSpPr>
        <p:spPr>
          <a:xfrm>
            <a:off x="7560817" y="5430474"/>
            <a:ext cx="283093" cy="9703"/>
          </a:xfrm>
          <a:custGeom>
            <a:avLst/>
            <a:gdLst/>
            <a:ahLst/>
            <a:cxnLst/>
            <a:rect l="0" t="0" r="0" b="0"/>
            <a:pathLst>
              <a:path w="283093" h="9703">
                <a:moveTo>
                  <a:pt x="0" y="9703"/>
                </a:moveTo>
                <a:lnTo>
                  <a:pt x="283093" y="0"/>
                </a:lnTo>
              </a:path>
            </a:pathLst>
          </a:custGeom>
          <a:noFill/>
          <a:ln w="5247">
            <a:solidFill>
              <a:srgbClr val="F59415">
                <a:alpha val="7000"/>
              </a:srgbClr>
            </a:solidFill>
            <a:prstDash val="solid"/>
          </a:ln>
        </p:spPr>
      </p:sp>
      <p:sp>
        <p:nvSpPr>
          <p:cNvPr id="125" name="lumia-token-stream-curve">
            <a:extLst>
              <a:ext uri="{FF2B5EF4-FFF2-40B4-BE49-F238E27FC236}">
                <a16:creationId xmlns:a16="http://schemas.microsoft.com/office/drawing/2014/main" id="{A2394972-364B-48BF-A91E-6C974FD64D53}"/>
              </a:ext>
            </a:extLst>
          </p:cNvPr>
          <p:cNvSpPr>
            <a:spLocks noGrp="1"/>
          </p:cNvSpPr>
          <p:nvPr/>
        </p:nvSpPr>
        <p:spPr>
          <a:xfrm>
            <a:off x="7843910" y="5424827"/>
            <a:ext cx="284336" cy="9525"/>
          </a:xfrm>
          <a:custGeom>
            <a:avLst/>
            <a:gdLst/>
            <a:ahLst/>
            <a:cxnLst/>
            <a:rect l="0" t="0" r="0" b="0"/>
            <a:pathLst>
              <a:path w="284336" h="9525">
                <a:moveTo>
                  <a:pt x="0" y="5647"/>
                </a:moveTo>
                <a:lnTo>
                  <a:pt x="284336" y="0"/>
                </a:lnTo>
              </a:path>
            </a:pathLst>
          </a:custGeom>
          <a:noFill/>
          <a:ln w="5372">
            <a:solidFill>
              <a:srgbClr val="F79E11">
                <a:alpha val="7000"/>
              </a:srgbClr>
            </a:solidFill>
            <a:prstDash val="solid"/>
          </a:ln>
        </p:spPr>
      </p:sp>
      <p:sp>
        <p:nvSpPr>
          <p:cNvPr id="126" name="lumia-token-stream-curve">
            <a:extLst>
              <a:ext uri="{FF2B5EF4-FFF2-40B4-BE49-F238E27FC236}">
                <a16:creationId xmlns:a16="http://schemas.microsoft.com/office/drawing/2014/main" id="{A9F6976A-3B8E-4B77-8D73-47BAC43CE15F}"/>
              </a:ext>
            </a:extLst>
          </p:cNvPr>
          <p:cNvSpPr>
            <a:spLocks noGrp="1"/>
          </p:cNvSpPr>
          <p:nvPr/>
        </p:nvSpPr>
        <p:spPr>
          <a:xfrm>
            <a:off x="8128246" y="5420516"/>
            <a:ext cx="285495" cy="9525"/>
          </a:xfrm>
          <a:custGeom>
            <a:avLst/>
            <a:gdLst/>
            <a:ahLst/>
            <a:cxnLst/>
            <a:rect l="0" t="0" r="0" b="0"/>
            <a:pathLst>
              <a:path w="285495" h="9525">
                <a:moveTo>
                  <a:pt x="0" y="4311"/>
                </a:moveTo>
                <a:lnTo>
                  <a:pt x="285495" y="0"/>
                </a:lnTo>
              </a:path>
            </a:pathLst>
          </a:custGeom>
          <a:noFill/>
          <a:ln w="5496">
            <a:solidFill>
              <a:srgbClr val="F8A90C">
                <a:alpha val="7000"/>
              </a:srgbClr>
            </a:solidFill>
            <a:prstDash val="solid"/>
          </a:ln>
        </p:spPr>
      </p:sp>
      <p:sp>
        <p:nvSpPr>
          <p:cNvPr id="127" name="lumia-token-stream-curve">
            <a:extLst>
              <a:ext uri="{FF2B5EF4-FFF2-40B4-BE49-F238E27FC236}">
                <a16:creationId xmlns:a16="http://schemas.microsoft.com/office/drawing/2014/main" id="{073FE96E-1226-42C5-9D64-932CC16981DE}"/>
              </a:ext>
            </a:extLst>
          </p:cNvPr>
          <p:cNvSpPr>
            <a:spLocks noGrp="1"/>
          </p:cNvSpPr>
          <p:nvPr/>
        </p:nvSpPr>
        <p:spPr>
          <a:xfrm>
            <a:off x="8413741" y="5414389"/>
            <a:ext cx="286568" cy="9525"/>
          </a:xfrm>
          <a:custGeom>
            <a:avLst/>
            <a:gdLst/>
            <a:ahLst/>
            <a:cxnLst/>
            <a:rect l="0" t="0" r="0" b="0"/>
            <a:pathLst>
              <a:path w="286568" h="9525">
                <a:moveTo>
                  <a:pt x="0" y="6127"/>
                </a:moveTo>
                <a:lnTo>
                  <a:pt x="286568" y="0"/>
                </a:lnTo>
              </a:path>
            </a:pathLst>
          </a:custGeom>
          <a:noFill/>
          <a:ln w="5619">
            <a:solidFill>
              <a:srgbClr val="FAB408">
                <a:alpha val="7000"/>
              </a:srgbClr>
            </a:solidFill>
            <a:prstDash val="solid"/>
          </a:ln>
        </p:spPr>
      </p:sp>
      <p:sp>
        <p:nvSpPr>
          <p:cNvPr id="128" name="lumia-token-stream-curve">
            <a:extLst>
              <a:ext uri="{FF2B5EF4-FFF2-40B4-BE49-F238E27FC236}">
                <a16:creationId xmlns:a16="http://schemas.microsoft.com/office/drawing/2014/main" id="{27F4D2FC-104D-4208-A49A-7AC225902FF0}"/>
              </a:ext>
            </a:extLst>
          </p:cNvPr>
          <p:cNvSpPr>
            <a:spLocks noGrp="1"/>
          </p:cNvSpPr>
          <p:nvPr/>
        </p:nvSpPr>
        <p:spPr>
          <a:xfrm>
            <a:off x="8700309" y="5403263"/>
            <a:ext cx="287557" cy="11126"/>
          </a:xfrm>
          <a:custGeom>
            <a:avLst/>
            <a:gdLst/>
            <a:ahLst/>
            <a:cxnLst/>
            <a:rect l="0" t="0" r="0" b="0"/>
            <a:pathLst>
              <a:path w="287557" h="11126">
                <a:moveTo>
                  <a:pt x="0" y="11126"/>
                </a:moveTo>
                <a:lnTo>
                  <a:pt x="287557" y="0"/>
                </a:lnTo>
              </a:path>
            </a:pathLst>
          </a:custGeom>
          <a:noFill/>
          <a:ln w="5738">
            <a:solidFill>
              <a:srgbClr val="F7BC07">
                <a:alpha val="7000"/>
              </a:srgbClr>
            </a:solidFill>
            <a:prstDash val="solid"/>
          </a:ln>
        </p:spPr>
      </p:sp>
      <p:sp>
        <p:nvSpPr>
          <p:cNvPr id="129" name="lumia-token-stream-curve">
            <a:extLst>
              <a:ext uri="{FF2B5EF4-FFF2-40B4-BE49-F238E27FC236}">
                <a16:creationId xmlns:a16="http://schemas.microsoft.com/office/drawing/2014/main" id="{C7E0F16D-34FB-4916-B408-73B9D8C050A3}"/>
              </a:ext>
            </a:extLst>
          </p:cNvPr>
          <p:cNvSpPr>
            <a:spLocks noGrp="1"/>
          </p:cNvSpPr>
          <p:nvPr/>
        </p:nvSpPr>
        <p:spPr>
          <a:xfrm>
            <a:off x="8987866" y="5384344"/>
            <a:ext cx="288461" cy="18919"/>
          </a:xfrm>
          <a:custGeom>
            <a:avLst/>
            <a:gdLst/>
            <a:ahLst/>
            <a:cxnLst/>
            <a:rect l="0" t="0" r="0" b="0"/>
            <a:pathLst>
              <a:path w="288461" h="18919">
                <a:moveTo>
                  <a:pt x="0" y="18919"/>
                </a:moveTo>
                <a:lnTo>
                  <a:pt x="288461" y="0"/>
                </a:lnTo>
              </a:path>
            </a:pathLst>
          </a:custGeom>
          <a:noFill/>
          <a:ln w="5854">
            <a:solidFill>
              <a:srgbClr val="E5BA0E">
                <a:alpha val="8000"/>
              </a:srgbClr>
            </a:solidFill>
            <a:prstDash val="solid"/>
          </a:ln>
        </p:spPr>
      </p:sp>
      <p:sp>
        <p:nvSpPr>
          <p:cNvPr id="130" name="lumia-token-stream-curve">
            <a:extLst>
              <a:ext uri="{FF2B5EF4-FFF2-40B4-BE49-F238E27FC236}">
                <a16:creationId xmlns:a16="http://schemas.microsoft.com/office/drawing/2014/main" id="{0DFC26C5-1B30-4167-AE84-194D89E25806}"/>
              </a:ext>
            </a:extLst>
          </p:cNvPr>
          <p:cNvSpPr>
            <a:spLocks noGrp="1"/>
          </p:cNvSpPr>
          <p:nvPr/>
        </p:nvSpPr>
        <p:spPr>
          <a:xfrm>
            <a:off x="9276328" y="5355607"/>
            <a:ext cx="289281" cy="28737"/>
          </a:xfrm>
          <a:custGeom>
            <a:avLst/>
            <a:gdLst/>
            <a:ahLst/>
            <a:cxnLst/>
            <a:rect l="0" t="0" r="0" b="0"/>
            <a:pathLst>
              <a:path w="289281" h="28737">
                <a:moveTo>
                  <a:pt x="0" y="28737"/>
                </a:moveTo>
                <a:lnTo>
                  <a:pt x="289281" y="0"/>
                </a:lnTo>
              </a:path>
            </a:pathLst>
          </a:custGeom>
          <a:noFill/>
          <a:ln w="5964">
            <a:solidFill>
              <a:srgbClr val="D3B815">
                <a:alpha val="8000"/>
              </a:srgbClr>
            </a:solidFill>
            <a:prstDash val="solid"/>
          </a:ln>
        </p:spPr>
      </p:sp>
      <p:sp>
        <p:nvSpPr>
          <p:cNvPr id="131" name="lumia-token-stream-curve">
            <a:extLst>
              <a:ext uri="{FF2B5EF4-FFF2-40B4-BE49-F238E27FC236}">
                <a16:creationId xmlns:a16="http://schemas.microsoft.com/office/drawing/2014/main" id="{2DF50BF5-7DEE-46C4-9F86-27D039EDFB5E}"/>
              </a:ext>
            </a:extLst>
          </p:cNvPr>
          <p:cNvSpPr>
            <a:spLocks noGrp="1"/>
          </p:cNvSpPr>
          <p:nvPr/>
        </p:nvSpPr>
        <p:spPr>
          <a:xfrm>
            <a:off x="9565608" y="5316079"/>
            <a:ext cx="290015" cy="39528"/>
          </a:xfrm>
          <a:custGeom>
            <a:avLst/>
            <a:gdLst/>
            <a:ahLst/>
            <a:cxnLst/>
            <a:rect l="0" t="0" r="0" b="0"/>
            <a:pathLst>
              <a:path w="290015" h="39528">
                <a:moveTo>
                  <a:pt x="0" y="39528"/>
                </a:moveTo>
                <a:lnTo>
                  <a:pt x="290015" y="0"/>
                </a:lnTo>
              </a:path>
            </a:pathLst>
          </a:custGeom>
          <a:noFill/>
          <a:ln w="6067">
            <a:solidFill>
              <a:srgbClr val="C2B61C">
                <a:alpha val="8000"/>
              </a:srgbClr>
            </a:solidFill>
            <a:prstDash val="solid"/>
          </a:ln>
        </p:spPr>
      </p:sp>
      <p:sp>
        <p:nvSpPr>
          <p:cNvPr id="132" name="lumia-token-stream-curve">
            <a:extLst>
              <a:ext uri="{FF2B5EF4-FFF2-40B4-BE49-F238E27FC236}">
                <a16:creationId xmlns:a16="http://schemas.microsoft.com/office/drawing/2014/main" id="{476FE305-7158-483C-B50F-E5EF6D60B39E}"/>
              </a:ext>
            </a:extLst>
          </p:cNvPr>
          <p:cNvSpPr>
            <a:spLocks noGrp="1"/>
          </p:cNvSpPr>
          <p:nvPr/>
        </p:nvSpPr>
        <p:spPr>
          <a:xfrm>
            <a:off x="9855623" y="5265984"/>
            <a:ext cx="290664" cy="50095"/>
          </a:xfrm>
          <a:custGeom>
            <a:avLst/>
            <a:gdLst/>
            <a:ahLst/>
            <a:cxnLst/>
            <a:rect l="0" t="0" r="0" b="0"/>
            <a:pathLst>
              <a:path w="290664" h="50095">
                <a:moveTo>
                  <a:pt x="0" y="50095"/>
                </a:moveTo>
                <a:lnTo>
                  <a:pt x="290664" y="0"/>
                </a:lnTo>
              </a:path>
            </a:pathLst>
          </a:custGeom>
          <a:noFill/>
          <a:ln w="6162">
            <a:solidFill>
              <a:srgbClr val="B0B422">
                <a:alpha val="8000"/>
              </a:srgbClr>
            </a:solidFill>
            <a:prstDash val="solid"/>
          </a:ln>
        </p:spPr>
      </p:sp>
      <p:sp>
        <p:nvSpPr>
          <p:cNvPr id="133" name="lumia-token-stream-curve">
            <a:extLst>
              <a:ext uri="{FF2B5EF4-FFF2-40B4-BE49-F238E27FC236}">
                <a16:creationId xmlns:a16="http://schemas.microsoft.com/office/drawing/2014/main" id="{BD3863EC-ED33-4320-9582-F8DDB21A1786}"/>
              </a:ext>
            </a:extLst>
          </p:cNvPr>
          <p:cNvSpPr>
            <a:spLocks noGrp="1"/>
          </p:cNvSpPr>
          <p:nvPr/>
        </p:nvSpPr>
        <p:spPr>
          <a:xfrm>
            <a:off x="10146288" y="5206732"/>
            <a:ext cx="291229" cy="59252"/>
          </a:xfrm>
          <a:custGeom>
            <a:avLst/>
            <a:gdLst/>
            <a:ahLst/>
            <a:cxnLst/>
            <a:rect l="0" t="0" r="0" b="0"/>
            <a:pathLst>
              <a:path w="291229" h="59252">
                <a:moveTo>
                  <a:pt x="0" y="59252"/>
                </a:moveTo>
                <a:lnTo>
                  <a:pt x="291229" y="0"/>
                </a:lnTo>
              </a:path>
            </a:pathLst>
          </a:custGeom>
          <a:noFill/>
          <a:ln w="6249">
            <a:solidFill>
              <a:srgbClr val="9EB329">
                <a:alpha val="8000"/>
              </a:srgbClr>
            </a:solidFill>
            <a:prstDash val="solid"/>
          </a:ln>
        </p:spPr>
      </p:sp>
      <p:sp>
        <p:nvSpPr>
          <p:cNvPr id="134" name="lumia-token-stream-curve">
            <a:extLst>
              <a:ext uri="{FF2B5EF4-FFF2-40B4-BE49-F238E27FC236}">
                <a16:creationId xmlns:a16="http://schemas.microsoft.com/office/drawing/2014/main" id="{4ADD2778-7C12-4195-90EC-CEAB3A59ED5F}"/>
              </a:ext>
            </a:extLst>
          </p:cNvPr>
          <p:cNvSpPr>
            <a:spLocks noGrp="1"/>
          </p:cNvSpPr>
          <p:nvPr/>
        </p:nvSpPr>
        <p:spPr>
          <a:xfrm>
            <a:off x="10437517" y="5140734"/>
            <a:ext cx="291709" cy="65998"/>
          </a:xfrm>
          <a:custGeom>
            <a:avLst/>
            <a:gdLst/>
            <a:ahLst/>
            <a:cxnLst/>
            <a:rect l="0" t="0" r="0" b="0"/>
            <a:pathLst>
              <a:path w="291709" h="65998">
                <a:moveTo>
                  <a:pt x="0" y="65998"/>
                </a:moveTo>
                <a:lnTo>
                  <a:pt x="291709" y="0"/>
                </a:lnTo>
              </a:path>
            </a:pathLst>
          </a:custGeom>
          <a:noFill/>
          <a:ln w="6325">
            <a:solidFill>
              <a:srgbClr val="8CB130">
                <a:alpha val="8000"/>
              </a:srgbClr>
            </a:solidFill>
            <a:prstDash val="solid"/>
          </a:ln>
        </p:spPr>
      </p:sp>
      <p:sp>
        <p:nvSpPr>
          <p:cNvPr id="135" name="lumia-token-stream-curve">
            <a:extLst>
              <a:ext uri="{FF2B5EF4-FFF2-40B4-BE49-F238E27FC236}">
                <a16:creationId xmlns:a16="http://schemas.microsoft.com/office/drawing/2014/main" id="{322AEB71-A219-4D7D-AA15-6BD379C3FCB0}"/>
              </a:ext>
            </a:extLst>
          </p:cNvPr>
          <p:cNvSpPr>
            <a:spLocks noGrp="1"/>
          </p:cNvSpPr>
          <p:nvPr/>
        </p:nvSpPr>
        <p:spPr>
          <a:xfrm>
            <a:off x="10729226" y="5071086"/>
            <a:ext cx="292104" cy="69648"/>
          </a:xfrm>
          <a:custGeom>
            <a:avLst/>
            <a:gdLst/>
            <a:ahLst/>
            <a:cxnLst/>
            <a:rect l="0" t="0" r="0" b="0"/>
            <a:pathLst>
              <a:path w="292104" h="69648">
                <a:moveTo>
                  <a:pt x="0" y="69648"/>
                </a:moveTo>
                <a:lnTo>
                  <a:pt x="292104" y="0"/>
                </a:lnTo>
              </a:path>
            </a:pathLst>
          </a:custGeom>
          <a:noFill/>
          <a:ln w="6391">
            <a:solidFill>
              <a:srgbClr val="7BAF37">
                <a:alpha val="8000"/>
              </a:srgbClr>
            </a:solidFill>
            <a:prstDash val="solid"/>
          </a:ln>
        </p:spPr>
      </p:sp>
      <p:sp>
        <p:nvSpPr>
          <p:cNvPr id="136" name="lumia-token-stream-curve">
            <a:extLst>
              <a:ext uri="{FF2B5EF4-FFF2-40B4-BE49-F238E27FC236}">
                <a16:creationId xmlns:a16="http://schemas.microsoft.com/office/drawing/2014/main" id="{4C893327-9F16-4A88-8A2D-12D8899580DD}"/>
              </a:ext>
            </a:extLst>
          </p:cNvPr>
          <p:cNvSpPr>
            <a:spLocks noGrp="1"/>
          </p:cNvSpPr>
          <p:nvPr/>
        </p:nvSpPr>
        <p:spPr>
          <a:xfrm>
            <a:off x="11021330" y="5001144"/>
            <a:ext cx="292414" cy="69941"/>
          </a:xfrm>
          <a:custGeom>
            <a:avLst/>
            <a:gdLst/>
            <a:ahLst/>
            <a:cxnLst/>
            <a:rect l="0" t="0" r="0" b="0"/>
            <a:pathLst>
              <a:path w="292414" h="69941">
                <a:moveTo>
                  <a:pt x="0" y="69941"/>
                </a:moveTo>
                <a:lnTo>
                  <a:pt x="292414" y="0"/>
                </a:lnTo>
              </a:path>
            </a:pathLst>
          </a:custGeom>
          <a:noFill/>
          <a:ln w="6443">
            <a:solidFill>
              <a:srgbClr val="69AD3E">
                <a:alpha val="8000"/>
              </a:srgbClr>
            </a:solidFill>
            <a:prstDash val="solid"/>
          </a:ln>
        </p:spPr>
      </p:sp>
      <p:sp>
        <p:nvSpPr>
          <p:cNvPr id="137" name="lumia-token-stream-curve">
            <a:extLst>
              <a:ext uri="{FF2B5EF4-FFF2-40B4-BE49-F238E27FC236}">
                <a16:creationId xmlns:a16="http://schemas.microsoft.com/office/drawing/2014/main" id="{54D7F78C-CC20-4029-97D1-0945F33F12F3}"/>
              </a:ext>
            </a:extLst>
          </p:cNvPr>
          <p:cNvSpPr>
            <a:spLocks noGrp="1"/>
          </p:cNvSpPr>
          <p:nvPr/>
        </p:nvSpPr>
        <p:spPr>
          <a:xfrm>
            <a:off x="11313744" y="4934067"/>
            <a:ext cx="292640" cy="67078"/>
          </a:xfrm>
          <a:custGeom>
            <a:avLst/>
            <a:gdLst/>
            <a:ahLst/>
            <a:cxnLst/>
            <a:rect l="0" t="0" r="0" b="0"/>
            <a:pathLst>
              <a:path w="292640" h="67078">
                <a:moveTo>
                  <a:pt x="0" y="67078"/>
                </a:moveTo>
                <a:lnTo>
                  <a:pt x="292640" y="0"/>
                </a:lnTo>
              </a:path>
            </a:pathLst>
          </a:custGeom>
          <a:noFill/>
          <a:ln w="6482">
            <a:solidFill>
              <a:srgbClr val="57AC45">
                <a:alpha val="8000"/>
              </a:srgbClr>
            </a:solidFill>
            <a:prstDash val="solid"/>
          </a:ln>
        </p:spPr>
      </p:sp>
      <p:sp>
        <p:nvSpPr>
          <p:cNvPr id="138" name="lumia-token-stream-curve">
            <a:extLst>
              <a:ext uri="{FF2B5EF4-FFF2-40B4-BE49-F238E27FC236}">
                <a16:creationId xmlns:a16="http://schemas.microsoft.com/office/drawing/2014/main" id="{D1C96A66-7A99-4F2A-894A-21159824B58F}"/>
              </a:ext>
            </a:extLst>
          </p:cNvPr>
          <p:cNvSpPr>
            <a:spLocks noGrp="1"/>
          </p:cNvSpPr>
          <p:nvPr/>
        </p:nvSpPr>
        <p:spPr>
          <a:xfrm>
            <a:off x="11606384" y="4872372"/>
            <a:ext cx="292780" cy="61695"/>
          </a:xfrm>
          <a:custGeom>
            <a:avLst/>
            <a:gdLst/>
            <a:ahLst/>
            <a:cxnLst/>
            <a:rect l="0" t="0" r="0" b="0"/>
            <a:pathLst>
              <a:path w="292780" h="61695">
                <a:moveTo>
                  <a:pt x="0" y="61695"/>
                </a:moveTo>
                <a:lnTo>
                  <a:pt x="292780" y="0"/>
                </a:lnTo>
              </a:path>
            </a:pathLst>
          </a:custGeom>
          <a:noFill/>
          <a:ln w="6507">
            <a:solidFill>
              <a:srgbClr val="46AA4C">
                <a:alpha val="8000"/>
              </a:srgbClr>
            </a:solidFill>
            <a:prstDash val="solid"/>
          </a:ln>
        </p:spPr>
      </p:sp>
      <p:sp>
        <p:nvSpPr>
          <p:cNvPr id="139" name="lumia-token-stream-curve">
            <a:extLst>
              <a:ext uri="{FF2B5EF4-FFF2-40B4-BE49-F238E27FC236}">
                <a16:creationId xmlns:a16="http://schemas.microsoft.com/office/drawing/2014/main" id="{E1E4CAFB-A634-4822-AE20-99FAF60FBAF1}"/>
              </a:ext>
            </a:extLst>
          </p:cNvPr>
          <p:cNvSpPr>
            <a:spLocks noGrp="1"/>
          </p:cNvSpPr>
          <p:nvPr/>
        </p:nvSpPr>
        <p:spPr>
          <a:xfrm>
            <a:off x="11899164" y="4817587"/>
            <a:ext cx="292836" cy="54785"/>
          </a:xfrm>
          <a:custGeom>
            <a:avLst/>
            <a:gdLst/>
            <a:ahLst/>
            <a:cxnLst/>
            <a:rect l="0" t="0" r="0" b="0"/>
            <a:pathLst>
              <a:path w="292836" h="54785">
                <a:moveTo>
                  <a:pt x="0" y="54785"/>
                </a:moveTo>
                <a:lnTo>
                  <a:pt x="292836" y="0"/>
                </a:lnTo>
              </a:path>
            </a:pathLst>
          </a:custGeom>
          <a:noFill/>
          <a:ln w="6515">
            <a:solidFill>
              <a:srgbClr val="34A853">
                <a:alpha val="8000"/>
              </a:srgbClr>
            </a:solidFill>
            <a:prstDash val="solid"/>
          </a:ln>
        </p:spPr>
      </p:sp>
      <p:sp>
        <p:nvSpPr>
          <p:cNvPr id="140" name="lumia-token-stream-curve">
            <a:extLst>
              <a:ext uri="{FF2B5EF4-FFF2-40B4-BE49-F238E27FC236}">
                <a16:creationId xmlns:a16="http://schemas.microsoft.com/office/drawing/2014/main" id="{C5F44AEE-9FD5-49FF-BEC1-1EE5B500D4C7}"/>
              </a:ext>
            </a:extLst>
          </p:cNvPr>
          <p:cNvSpPr>
            <a:spLocks noGrp="1"/>
          </p:cNvSpPr>
          <p:nvPr/>
        </p:nvSpPr>
        <p:spPr>
          <a:xfrm>
            <a:off x="121595" y="5655832"/>
            <a:ext cx="203867" cy="13072"/>
          </a:xfrm>
          <a:custGeom>
            <a:avLst/>
            <a:gdLst/>
            <a:ahLst/>
            <a:cxnLst/>
            <a:rect l="0" t="0" r="0" b="0"/>
            <a:pathLst>
              <a:path w="203867" h="13072">
                <a:moveTo>
                  <a:pt x="0" y="13072"/>
                </a:moveTo>
                <a:lnTo>
                  <a:pt x="203867" y="0"/>
                </a:lnTo>
              </a:path>
            </a:pathLst>
          </a:custGeom>
          <a:noFill/>
          <a:ln w="4393">
            <a:solidFill>
              <a:srgbClr val="4285F4">
                <a:alpha val="4000"/>
              </a:srgbClr>
            </a:solidFill>
            <a:prstDash val="solid"/>
          </a:ln>
        </p:spPr>
      </p:sp>
      <p:sp>
        <p:nvSpPr>
          <p:cNvPr id="141" name="lumia-token-stream-curve">
            <a:extLst>
              <a:ext uri="{FF2B5EF4-FFF2-40B4-BE49-F238E27FC236}">
                <a16:creationId xmlns:a16="http://schemas.microsoft.com/office/drawing/2014/main" id="{146CDA3A-D05F-4BC2-8E0B-85225C201F8D}"/>
              </a:ext>
            </a:extLst>
          </p:cNvPr>
          <p:cNvSpPr>
            <a:spLocks noGrp="1"/>
          </p:cNvSpPr>
          <p:nvPr/>
        </p:nvSpPr>
        <p:spPr>
          <a:xfrm>
            <a:off x="325461" y="5643152"/>
            <a:ext cx="207688" cy="12680"/>
          </a:xfrm>
          <a:custGeom>
            <a:avLst/>
            <a:gdLst/>
            <a:ahLst/>
            <a:cxnLst/>
            <a:rect l="0" t="0" r="0" b="0"/>
            <a:pathLst>
              <a:path w="207688" h="12680">
                <a:moveTo>
                  <a:pt x="0" y="12680"/>
                </a:moveTo>
                <a:lnTo>
                  <a:pt x="207688" y="0"/>
                </a:lnTo>
              </a:path>
            </a:pathLst>
          </a:custGeom>
          <a:noFill/>
          <a:ln w="4393">
            <a:solidFill>
              <a:srgbClr val="447EEC">
                <a:alpha val="4000"/>
              </a:srgbClr>
            </a:solidFill>
            <a:prstDash val="solid"/>
          </a:ln>
        </p:spPr>
      </p:sp>
      <p:sp>
        <p:nvSpPr>
          <p:cNvPr id="142" name="lumia-token-stream-curve">
            <a:extLst>
              <a:ext uri="{FF2B5EF4-FFF2-40B4-BE49-F238E27FC236}">
                <a16:creationId xmlns:a16="http://schemas.microsoft.com/office/drawing/2014/main" id="{BE833E77-442A-4A94-A49E-C75464341DA9}"/>
              </a:ext>
            </a:extLst>
          </p:cNvPr>
          <p:cNvSpPr>
            <a:spLocks noGrp="1"/>
          </p:cNvSpPr>
          <p:nvPr/>
        </p:nvSpPr>
        <p:spPr>
          <a:xfrm>
            <a:off x="533149" y="5632173"/>
            <a:ext cx="211425" cy="10978"/>
          </a:xfrm>
          <a:custGeom>
            <a:avLst/>
            <a:gdLst/>
            <a:ahLst/>
            <a:cxnLst/>
            <a:rect l="0" t="0" r="0" b="0"/>
            <a:pathLst>
              <a:path w="211425" h="10978">
                <a:moveTo>
                  <a:pt x="0" y="10978"/>
                </a:moveTo>
                <a:lnTo>
                  <a:pt x="211425" y="0"/>
                </a:lnTo>
              </a:path>
            </a:pathLst>
          </a:custGeom>
          <a:noFill/>
          <a:ln w="4393">
            <a:solidFill>
              <a:srgbClr val="4678E3">
                <a:alpha val="4000"/>
              </a:srgbClr>
            </a:solidFill>
            <a:prstDash val="solid"/>
          </a:ln>
        </p:spPr>
      </p:sp>
      <p:sp>
        <p:nvSpPr>
          <p:cNvPr id="143" name="lumia-token-stream-curve">
            <a:extLst>
              <a:ext uri="{FF2B5EF4-FFF2-40B4-BE49-F238E27FC236}">
                <a16:creationId xmlns:a16="http://schemas.microsoft.com/office/drawing/2014/main" id="{89C43FBB-D4E9-4954-AED4-81775258CB96}"/>
              </a:ext>
            </a:extLst>
          </p:cNvPr>
          <p:cNvSpPr>
            <a:spLocks noGrp="1"/>
          </p:cNvSpPr>
          <p:nvPr/>
        </p:nvSpPr>
        <p:spPr>
          <a:xfrm>
            <a:off x="744574" y="5624146"/>
            <a:ext cx="215080" cy="9525"/>
          </a:xfrm>
          <a:custGeom>
            <a:avLst/>
            <a:gdLst/>
            <a:ahLst/>
            <a:cxnLst/>
            <a:rect l="0" t="0" r="0" b="0"/>
            <a:pathLst>
              <a:path w="215080" h="9525">
                <a:moveTo>
                  <a:pt x="0" y="8028"/>
                </a:moveTo>
                <a:lnTo>
                  <a:pt x="215080" y="0"/>
                </a:lnTo>
              </a:path>
            </a:pathLst>
          </a:custGeom>
          <a:noFill/>
          <a:ln w="4393">
            <a:solidFill>
              <a:srgbClr val="4871DB">
                <a:alpha val="4000"/>
              </a:srgbClr>
            </a:solidFill>
            <a:prstDash val="solid"/>
          </a:ln>
        </p:spPr>
      </p:sp>
      <p:sp>
        <p:nvSpPr>
          <p:cNvPr id="144" name="lumia-token-stream-curve">
            <a:extLst>
              <a:ext uri="{FF2B5EF4-FFF2-40B4-BE49-F238E27FC236}">
                <a16:creationId xmlns:a16="http://schemas.microsoft.com/office/drawing/2014/main" id="{CA286AB9-A790-4BE6-8B23-DB94F3B54000}"/>
              </a:ext>
            </a:extLst>
          </p:cNvPr>
          <p:cNvSpPr>
            <a:spLocks noGrp="1"/>
          </p:cNvSpPr>
          <p:nvPr/>
        </p:nvSpPr>
        <p:spPr>
          <a:xfrm>
            <a:off x="959654" y="5620140"/>
            <a:ext cx="218652" cy="9525"/>
          </a:xfrm>
          <a:custGeom>
            <a:avLst/>
            <a:gdLst/>
            <a:ahLst/>
            <a:cxnLst/>
            <a:rect l="0" t="0" r="0" b="0"/>
            <a:pathLst>
              <a:path w="218652" h="9525">
                <a:moveTo>
                  <a:pt x="0" y="4006"/>
                </a:moveTo>
                <a:lnTo>
                  <a:pt x="218652" y="0"/>
                </a:lnTo>
              </a:path>
            </a:pathLst>
          </a:custGeom>
          <a:noFill/>
          <a:ln w="4393">
            <a:solidFill>
              <a:srgbClr val="4A6BD2">
                <a:alpha val="4000"/>
              </a:srgbClr>
            </a:solidFill>
            <a:prstDash val="solid"/>
          </a:ln>
        </p:spPr>
      </p:sp>
      <p:sp>
        <p:nvSpPr>
          <p:cNvPr id="145" name="lumia-token-stream-curve">
            <a:extLst>
              <a:ext uri="{FF2B5EF4-FFF2-40B4-BE49-F238E27FC236}">
                <a16:creationId xmlns:a16="http://schemas.microsoft.com/office/drawing/2014/main" id="{47E0B7D6-547A-4715-8F7F-69511C65A9E9}"/>
              </a:ext>
            </a:extLst>
          </p:cNvPr>
          <p:cNvSpPr>
            <a:spLocks noGrp="1"/>
          </p:cNvSpPr>
          <p:nvPr/>
        </p:nvSpPr>
        <p:spPr>
          <a:xfrm>
            <a:off x="1178306" y="5620140"/>
            <a:ext cx="222140" cy="9525"/>
          </a:xfrm>
          <a:custGeom>
            <a:avLst/>
            <a:gdLst/>
            <a:ahLst/>
            <a:cxnLst/>
            <a:rect l="0" t="0" r="0" b="0"/>
            <a:pathLst>
              <a:path w="222140" h="9525">
                <a:moveTo>
                  <a:pt x="0" y="0"/>
                </a:moveTo>
                <a:lnTo>
                  <a:pt x="222140" y="793"/>
                </a:lnTo>
              </a:path>
            </a:pathLst>
          </a:custGeom>
          <a:noFill/>
          <a:ln w="4393">
            <a:solidFill>
              <a:srgbClr val="4C64CA">
                <a:alpha val="4000"/>
              </a:srgbClr>
            </a:solidFill>
            <a:prstDash val="solid"/>
          </a:ln>
        </p:spPr>
      </p:sp>
      <p:sp>
        <p:nvSpPr>
          <p:cNvPr id="146" name="lumia-token-stream-curve">
            <a:extLst>
              <a:ext uri="{FF2B5EF4-FFF2-40B4-BE49-F238E27FC236}">
                <a16:creationId xmlns:a16="http://schemas.microsoft.com/office/drawing/2014/main" id="{40FA1A59-28D7-491D-95D1-F445BFAAD094}"/>
              </a:ext>
            </a:extLst>
          </p:cNvPr>
          <p:cNvSpPr>
            <a:spLocks noGrp="1"/>
          </p:cNvSpPr>
          <p:nvPr/>
        </p:nvSpPr>
        <p:spPr>
          <a:xfrm>
            <a:off x="1400446" y="5620932"/>
            <a:ext cx="225545" cy="9525"/>
          </a:xfrm>
          <a:custGeom>
            <a:avLst/>
            <a:gdLst/>
            <a:ahLst/>
            <a:cxnLst/>
            <a:rect l="0" t="0" r="0" b="0"/>
            <a:pathLst>
              <a:path w="225545" h="9525">
                <a:moveTo>
                  <a:pt x="0" y="0"/>
                </a:moveTo>
                <a:lnTo>
                  <a:pt x="225545" y="5968"/>
                </a:lnTo>
              </a:path>
            </a:pathLst>
          </a:custGeom>
          <a:noFill/>
          <a:ln w="4393">
            <a:solidFill>
              <a:srgbClr val="4E5EC1">
                <a:alpha val="4000"/>
              </a:srgbClr>
            </a:solidFill>
            <a:prstDash val="solid"/>
          </a:ln>
        </p:spPr>
      </p:sp>
      <p:sp>
        <p:nvSpPr>
          <p:cNvPr id="147" name="lumia-token-stream-curve">
            <a:extLst>
              <a:ext uri="{FF2B5EF4-FFF2-40B4-BE49-F238E27FC236}">
                <a16:creationId xmlns:a16="http://schemas.microsoft.com/office/drawing/2014/main" id="{D9294F87-B2D0-4283-8F93-DEF3CD41B02E}"/>
              </a:ext>
            </a:extLst>
          </p:cNvPr>
          <p:cNvSpPr>
            <a:spLocks noGrp="1"/>
          </p:cNvSpPr>
          <p:nvPr/>
        </p:nvSpPr>
        <p:spPr>
          <a:xfrm>
            <a:off x="1625991" y="5626900"/>
            <a:ext cx="228867" cy="11039"/>
          </a:xfrm>
          <a:custGeom>
            <a:avLst/>
            <a:gdLst/>
            <a:ahLst/>
            <a:cxnLst/>
            <a:rect l="0" t="0" r="0" b="0"/>
            <a:pathLst>
              <a:path w="228867" h="11039">
                <a:moveTo>
                  <a:pt x="0" y="0"/>
                </a:moveTo>
                <a:lnTo>
                  <a:pt x="228867" y="11039"/>
                </a:lnTo>
              </a:path>
            </a:pathLst>
          </a:custGeom>
          <a:noFill/>
          <a:ln w="4393">
            <a:solidFill>
              <a:srgbClr val="5057B9">
                <a:alpha val="4000"/>
              </a:srgbClr>
            </a:solidFill>
            <a:prstDash val="solid"/>
          </a:ln>
        </p:spPr>
      </p:sp>
      <p:sp>
        <p:nvSpPr>
          <p:cNvPr id="148" name="lumia-token-stream-curve">
            <a:extLst>
              <a:ext uri="{FF2B5EF4-FFF2-40B4-BE49-F238E27FC236}">
                <a16:creationId xmlns:a16="http://schemas.microsoft.com/office/drawing/2014/main" id="{0C12021C-A6A7-4154-A6DB-51C5C6E04E50}"/>
              </a:ext>
            </a:extLst>
          </p:cNvPr>
          <p:cNvSpPr>
            <a:spLocks noGrp="1"/>
          </p:cNvSpPr>
          <p:nvPr/>
        </p:nvSpPr>
        <p:spPr>
          <a:xfrm>
            <a:off x="1854859" y="5637939"/>
            <a:ext cx="232106" cy="15483"/>
          </a:xfrm>
          <a:custGeom>
            <a:avLst/>
            <a:gdLst/>
            <a:ahLst/>
            <a:cxnLst/>
            <a:rect l="0" t="0" r="0" b="0"/>
            <a:pathLst>
              <a:path w="232106" h="15483">
                <a:moveTo>
                  <a:pt x="0" y="0"/>
                </a:moveTo>
                <a:lnTo>
                  <a:pt x="232106" y="15483"/>
                </a:lnTo>
              </a:path>
            </a:pathLst>
          </a:custGeom>
          <a:noFill/>
          <a:ln w="4393">
            <a:solidFill>
              <a:srgbClr val="5250B0">
                <a:alpha val="4000"/>
              </a:srgbClr>
            </a:solidFill>
            <a:prstDash val="solid"/>
          </a:ln>
        </p:spPr>
      </p:sp>
      <p:sp>
        <p:nvSpPr>
          <p:cNvPr id="149" name="lumia-token-stream-curve">
            <a:extLst>
              <a:ext uri="{FF2B5EF4-FFF2-40B4-BE49-F238E27FC236}">
                <a16:creationId xmlns:a16="http://schemas.microsoft.com/office/drawing/2014/main" id="{B27D0EAC-D368-4B0C-AC74-3310D0363EFF}"/>
              </a:ext>
            </a:extLst>
          </p:cNvPr>
          <p:cNvSpPr>
            <a:spLocks noGrp="1"/>
          </p:cNvSpPr>
          <p:nvPr/>
        </p:nvSpPr>
        <p:spPr>
          <a:xfrm>
            <a:off x="2086965" y="5653422"/>
            <a:ext cx="235262" cy="18782"/>
          </a:xfrm>
          <a:custGeom>
            <a:avLst/>
            <a:gdLst/>
            <a:ahLst/>
            <a:cxnLst/>
            <a:rect l="0" t="0" r="0" b="0"/>
            <a:pathLst>
              <a:path w="235262" h="18782">
                <a:moveTo>
                  <a:pt x="0" y="0"/>
                </a:moveTo>
                <a:lnTo>
                  <a:pt x="235262" y="18782"/>
                </a:lnTo>
              </a:path>
            </a:pathLst>
          </a:custGeom>
          <a:noFill/>
          <a:ln w="4393">
            <a:solidFill>
              <a:srgbClr val="544AA8">
                <a:alpha val="4000"/>
              </a:srgbClr>
            </a:solidFill>
            <a:prstDash val="solid"/>
          </a:ln>
        </p:spPr>
      </p:sp>
      <p:sp>
        <p:nvSpPr>
          <p:cNvPr id="150" name="lumia-token-stream-curve">
            <a:extLst>
              <a:ext uri="{FF2B5EF4-FFF2-40B4-BE49-F238E27FC236}">
                <a16:creationId xmlns:a16="http://schemas.microsoft.com/office/drawing/2014/main" id="{607763AD-FE55-4F2B-ADB7-E46AC0E58D5E}"/>
              </a:ext>
            </a:extLst>
          </p:cNvPr>
          <p:cNvSpPr>
            <a:spLocks noGrp="1"/>
          </p:cNvSpPr>
          <p:nvPr/>
        </p:nvSpPr>
        <p:spPr>
          <a:xfrm>
            <a:off x="2322228" y="5672205"/>
            <a:ext cx="238335" cy="20476"/>
          </a:xfrm>
          <a:custGeom>
            <a:avLst/>
            <a:gdLst/>
            <a:ahLst/>
            <a:cxnLst/>
            <a:rect l="0" t="0" r="0" b="0"/>
            <a:pathLst>
              <a:path w="238335" h="20476">
                <a:moveTo>
                  <a:pt x="0" y="0"/>
                </a:moveTo>
                <a:lnTo>
                  <a:pt x="238335" y="20476"/>
                </a:lnTo>
              </a:path>
            </a:pathLst>
          </a:custGeom>
          <a:noFill/>
          <a:ln w="4393">
            <a:solidFill>
              <a:srgbClr val="5643A0">
                <a:alpha val="4000"/>
              </a:srgbClr>
            </a:solidFill>
            <a:prstDash val="solid"/>
          </a:ln>
        </p:spPr>
      </p:sp>
      <p:sp>
        <p:nvSpPr>
          <p:cNvPr id="151" name="lumia-token-stream-curve">
            <a:extLst>
              <a:ext uri="{FF2B5EF4-FFF2-40B4-BE49-F238E27FC236}">
                <a16:creationId xmlns:a16="http://schemas.microsoft.com/office/drawing/2014/main" id="{FBF55A3C-4CD5-4A58-9B87-1902CDD220DA}"/>
              </a:ext>
            </a:extLst>
          </p:cNvPr>
          <p:cNvSpPr>
            <a:spLocks noGrp="1"/>
          </p:cNvSpPr>
          <p:nvPr/>
        </p:nvSpPr>
        <p:spPr>
          <a:xfrm>
            <a:off x="2560563" y="5692680"/>
            <a:ext cx="241324" cy="20217"/>
          </a:xfrm>
          <a:custGeom>
            <a:avLst/>
            <a:gdLst/>
            <a:ahLst/>
            <a:cxnLst/>
            <a:rect l="0" t="0" r="0" b="0"/>
            <a:pathLst>
              <a:path w="241324" h="20217">
                <a:moveTo>
                  <a:pt x="0" y="0"/>
                </a:moveTo>
                <a:lnTo>
                  <a:pt x="241324" y="20217"/>
                </a:lnTo>
              </a:path>
            </a:pathLst>
          </a:custGeom>
          <a:noFill/>
          <a:ln w="4393">
            <a:solidFill>
              <a:srgbClr val="583D97">
                <a:alpha val="4000"/>
              </a:srgbClr>
            </a:solidFill>
            <a:prstDash val="solid"/>
          </a:ln>
        </p:spPr>
      </p:sp>
      <p:sp>
        <p:nvSpPr>
          <p:cNvPr id="152" name="lumia-token-stream-curve">
            <a:extLst>
              <a:ext uri="{FF2B5EF4-FFF2-40B4-BE49-F238E27FC236}">
                <a16:creationId xmlns:a16="http://schemas.microsoft.com/office/drawing/2014/main" id="{E3061B2B-691E-4CF0-9FE3-40BADAACEB39}"/>
              </a:ext>
            </a:extLst>
          </p:cNvPr>
          <p:cNvSpPr>
            <a:spLocks noGrp="1"/>
          </p:cNvSpPr>
          <p:nvPr/>
        </p:nvSpPr>
        <p:spPr>
          <a:xfrm>
            <a:off x="2801887" y="5712897"/>
            <a:ext cx="244231" cy="17821"/>
          </a:xfrm>
          <a:custGeom>
            <a:avLst/>
            <a:gdLst/>
            <a:ahLst/>
            <a:cxnLst/>
            <a:rect l="0" t="0" r="0" b="0"/>
            <a:pathLst>
              <a:path w="244231" h="17821">
                <a:moveTo>
                  <a:pt x="0" y="0"/>
                </a:moveTo>
                <a:lnTo>
                  <a:pt x="244231" y="17821"/>
                </a:lnTo>
              </a:path>
            </a:pathLst>
          </a:custGeom>
          <a:noFill/>
          <a:ln w="4393">
            <a:solidFill>
              <a:srgbClr val="623C8F">
                <a:alpha val="4000"/>
              </a:srgbClr>
            </a:solidFill>
            <a:prstDash val="solid"/>
          </a:ln>
        </p:spPr>
      </p:sp>
      <p:sp>
        <p:nvSpPr>
          <p:cNvPr id="153" name="lumia-token-stream-curve">
            <a:extLst>
              <a:ext uri="{FF2B5EF4-FFF2-40B4-BE49-F238E27FC236}">
                <a16:creationId xmlns:a16="http://schemas.microsoft.com/office/drawing/2014/main" id="{18D0168F-6F30-4F38-9B6C-43C99A7C5998}"/>
              </a:ext>
            </a:extLst>
          </p:cNvPr>
          <p:cNvSpPr>
            <a:spLocks noGrp="1"/>
          </p:cNvSpPr>
          <p:nvPr/>
        </p:nvSpPr>
        <p:spPr>
          <a:xfrm>
            <a:off x="3046118" y="5730717"/>
            <a:ext cx="247054" cy="13304"/>
          </a:xfrm>
          <a:custGeom>
            <a:avLst/>
            <a:gdLst/>
            <a:ahLst/>
            <a:cxnLst/>
            <a:rect l="0" t="0" r="0" b="0"/>
            <a:pathLst>
              <a:path w="247054" h="13304">
                <a:moveTo>
                  <a:pt x="0" y="0"/>
                </a:moveTo>
                <a:lnTo>
                  <a:pt x="247054" y="13304"/>
                </a:lnTo>
              </a:path>
            </a:pathLst>
          </a:custGeom>
          <a:noFill/>
          <a:ln w="4393">
            <a:solidFill>
              <a:srgbClr val="6F3C86">
                <a:alpha val="4000"/>
              </a:srgbClr>
            </a:solidFill>
            <a:prstDash val="solid"/>
          </a:ln>
        </p:spPr>
      </p:sp>
      <p:sp>
        <p:nvSpPr>
          <p:cNvPr id="154" name="lumia-token-stream-curve">
            <a:extLst>
              <a:ext uri="{FF2B5EF4-FFF2-40B4-BE49-F238E27FC236}">
                <a16:creationId xmlns:a16="http://schemas.microsoft.com/office/drawing/2014/main" id="{45C02012-E6B8-47F7-8949-96EF576A0BDE}"/>
              </a:ext>
            </a:extLst>
          </p:cNvPr>
          <p:cNvSpPr>
            <a:spLocks noGrp="1"/>
          </p:cNvSpPr>
          <p:nvPr/>
        </p:nvSpPr>
        <p:spPr>
          <a:xfrm>
            <a:off x="3293172" y="5744021"/>
            <a:ext cx="249794" cy="9525"/>
          </a:xfrm>
          <a:custGeom>
            <a:avLst/>
            <a:gdLst/>
            <a:ahLst/>
            <a:cxnLst/>
            <a:rect l="0" t="0" r="0" b="0"/>
            <a:pathLst>
              <a:path w="249794" h="9525">
                <a:moveTo>
                  <a:pt x="0" y="0"/>
                </a:moveTo>
                <a:lnTo>
                  <a:pt x="249794" y="6901"/>
                </a:lnTo>
              </a:path>
            </a:pathLst>
          </a:custGeom>
          <a:noFill/>
          <a:ln w="4393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155" name="lumia-token-stream-curve">
            <a:extLst>
              <a:ext uri="{FF2B5EF4-FFF2-40B4-BE49-F238E27FC236}">
                <a16:creationId xmlns:a16="http://schemas.microsoft.com/office/drawing/2014/main" id="{5E60060D-43B1-4843-B615-3C757DB8B6DB}"/>
              </a:ext>
            </a:extLst>
          </p:cNvPr>
          <p:cNvSpPr>
            <a:spLocks noGrp="1"/>
          </p:cNvSpPr>
          <p:nvPr/>
        </p:nvSpPr>
        <p:spPr>
          <a:xfrm>
            <a:off x="3542966" y="5749985"/>
            <a:ext cx="252451" cy="9525"/>
          </a:xfrm>
          <a:custGeom>
            <a:avLst/>
            <a:gdLst/>
            <a:ahLst/>
            <a:cxnLst/>
            <a:rect l="0" t="0" r="0" b="0"/>
            <a:pathLst>
              <a:path w="252451" h="9525">
                <a:moveTo>
                  <a:pt x="0" y="938"/>
                </a:moveTo>
                <a:lnTo>
                  <a:pt x="252451" y="0"/>
                </a:lnTo>
              </a:path>
            </a:pathLst>
          </a:custGeom>
          <a:noFill/>
          <a:ln w="4393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156" name="lumia-token-stream-curve">
            <a:extLst>
              <a:ext uri="{FF2B5EF4-FFF2-40B4-BE49-F238E27FC236}">
                <a16:creationId xmlns:a16="http://schemas.microsoft.com/office/drawing/2014/main" id="{538F0C91-1CAE-49D3-9388-4D759E55541B}"/>
              </a:ext>
            </a:extLst>
          </p:cNvPr>
          <p:cNvSpPr>
            <a:spLocks noGrp="1"/>
          </p:cNvSpPr>
          <p:nvPr/>
        </p:nvSpPr>
        <p:spPr>
          <a:xfrm>
            <a:off x="3795417" y="5740407"/>
            <a:ext cx="255025" cy="9577"/>
          </a:xfrm>
          <a:custGeom>
            <a:avLst/>
            <a:gdLst/>
            <a:ahLst/>
            <a:cxnLst/>
            <a:rect l="0" t="0" r="0" b="0"/>
            <a:pathLst>
              <a:path w="255025" h="9577">
                <a:moveTo>
                  <a:pt x="0" y="9577"/>
                </a:moveTo>
                <a:lnTo>
                  <a:pt x="255025" y="0"/>
                </a:lnTo>
              </a:path>
            </a:pathLst>
          </a:custGeom>
          <a:noFill/>
          <a:ln w="4394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157" name="lumia-token-stream-curve">
            <a:extLst>
              <a:ext uri="{FF2B5EF4-FFF2-40B4-BE49-F238E27FC236}">
                <a16:creationId xmlns:a16="http://schemas.microsoft.com/office/drawing/2014/main" id="{2D2E5569-0462-4D19-B2F6-686B720A94D5}"/>
              </a:ext>
            </a:extLst>
          </p:cNvPr>
          <p:cNvSpPr>
            <a:spLocks noGrp="1"/>
          </p:cNvSpPr>
          <p:nvPr/>
        </p:nvSpPr>
        <p:spPr>
          <a:xfrm>
            <a:off x="4050442" y="5722156"/>
            <a:ext cx="257515" cy="18252"/>
          </a:xfrm>
          <a:custGeom>
            <a:avLst/>
            <a:gdLst/>
            <a:ahLst/>
            <a:cxnLst/>
            <a:rect l="0" t="0" r="0" b="0"/>
            <a:pathLst>
              <a:path w="257515" h="18252">
                <a:moveTo>
                  <a:pt x="0" y="18252"/>
                </a:moveTo>
                <a:lnTo>
                  <a:pt x="257515" y="0"/>
                </a:lnTo>
              </a:path>
            </a:pathLst>
          </a:custGeom>
          <a:noFill/>
          <a:ln w="4407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158" name="lumia-token-stream-curve">
            <a:extLst>
              <a:ext uri="{FF2B5EF4-FFF2-40B4-BE49-F238E27FC236}">
                <a16:creationId xmlns:a16="http://schemas.microsoft.com/office/drawing/2014/main" id="{1704E02D-B519-44A1-84C5-0E502450656A}"/>
              </a:ext>
            </a:extLst>
          </p:cNvPr>
          <p:cNvSpPr>
            <a:spLocks noGrp="1"/>
          </p:cNvSpPr>
          <p:nvPr/>
        </p:nvSpPr>
        <p:spPr>
          <a:xfrm>
            <a:off x="4307958" y="5696012"/>
            <a:ext cx="259923" cy="26144"/>
          </a:xfrm>
          <a:custGeom>
            <a:avLst/>
            <a:gdLst/>
            <a:ahLst/>
            <a:cxnLst/>
            <a:rect l="0" t="0" r="0" b="0"/>
            <a:pathLst>
              <a:path w="259923" h="26144">
                <a:moveTo>
                  <a:pt x="0" y="26144"/>
                </a:moveTo>
                <a:lnTo>
                  <a:pt x="259923" y="0"/>
                </a:lnTo>
              </a:path>
            </a:pathLst>
          </a:custGeom>
          <a:noFill/>
          <a:ln w="4438">
            <a:solidFill>
              <a:srgbClr val="B0405B">
                <a:alpha val="5000"/>
              </a:srgbClr>
            </a:solidFill>
            <a:prstDash val="solid"/>
          </a:ln>
        </p:spPr>
      </p:sp>
      <p:sp>
        <p:nvSpPr>
          <p:cNvPr id="159" name="lumia-token-stream-curve">
            <a:extLst>
              <a:ext uri="{FF2B5EF4-FFF2-40B4-BE49-F238E27FC236}">
                <a16:creationId xmlns:a16="http://schemas.microsoft.com/office/drawing/2014/main" id="{A8FB77B6-EF5A-4390-8AE1-E41BBF2866BF}"/>
              </a:ext>
            </a:extLst>
          </p:cNvPr>
          <p:cNvSpPr>
            <a:spLocks noGrp="1"/>
          </p:cNvSpPr>
          <p:nvPr/>
        </p:nvSpPr>
        <p:spPr>
          <a:xfrm>
            <a:off x="4567881" y="5663540"/>
            <a:ext cx="262247" cy="32471"/>
          </a:xfrm>
          <a:custGeom>
            <a:avLst/>
            <a:gdLst/>
            <a:ahLst/>
            <a:cxnLst/>
            <a:rect l="0" t="0" r="0" b="0"/>
            <a:pathLst>
              <a:path w="262247" h="32471">
                <a:moveTo>
                  <a:pt x="0" y="32471"/>
                </a:moveTo>
                <a:lnTo>
                  <a:pt x="262247" y="0"/>
                </a:lnTo>
              </a:path>
            </a:pathLst>
          </a:custGeom>
          <a:noFill/>
          <a:ln w="4484">
            <a:solidFill>
              <a:srgbClr val="BD4153">
                <a:alpha val="5000"/>
              </a:srgbClr>
            </a:solidFill>
            <a:prstDash val="solid"/>
          </a:ln>
        </p:spPr>
      </p:sp>
      <p:sp>
        <p:nvSpPr>
          <p:cNvPr id="160" name="lumia-token-stream-curve">
            <a:extLst>
              <a:ext uri="{FF2B5EF4-FFF2-40B4-BE49-F238E27FC236}">
                <a16:creationId xmlns:a16="http://schemas.microsoft.com/office/drawing/2014/main" id="{BBB78387-2686-42A0-9550-3C0B87464E84}"/>
              </a:ext>
            </a:extLst>
          </p:cNvPr>
          <p:cNvSpPr>
            <a:spLocks noGrp="1"/>
          </p:cNvSpPr>
          <p:nvPr/>
        </p:nvSpPr>
        <p:spPr>
          <a:xfrm>
            <a:off x="4830128" y="5626952"/>
            <a:ext cx="264488" cy="36588"/>
          </a:xfrm>
          <a:custGeom>
            <a:avLst/>
            <a:gdLst/>
            <a:ahLst/>
            <a:cxnLst/>
            <a:rect l="0" t="0" r="0" b="0"/>
            <a:pathLst>
              <a:path w="264488" h="36588">
                <a:moveTo>
                  <a:pt x="0" y="36588"/>
                </a:moveTo>
                <a:lnTo>
                  <a:pt x="264488" y="0"/>
                </a:lnTo>
              </a:path>
            </a:pathLst>
          </a:custGeom>
          <a:noFill/>
          <a:ln w="4544">
            <a:solidFill>
              <a:srgbClr val="CA414A">
                <a:alpha val="5000"/>
              </a:srgbClr>
            </a:solidFill>
            <a:prstDash val="solid"/>
          </a:ln>
        </p:spPr>
      </p:sp>
      <p:sp>
        <p:nvSpPr>
          <p:cNvPr id="161" name="lumia-token-stream-curve">
            <a:extLst>
              <a:ext uri="{FF2B5EF4-FFF2-40B4-BE49-F238E27FC236}">
                <a16:creationId xmlns:a16="http://schemas.microsoft.com/office/drawing/2014/main" id="{8A798D2B-293C-4219-B046-E5EF179151DE}"/>
              </a:ext>
            </a:extLst>
          </p:cNvPr>
          <p:cNvSpPr>
            <a:spLocks noGrp="1"/>
          </p:cNvSpPr>
          <p:nvPr/>
        </p:nvSpPr>
        <p:spPr>
          <a:xfrm>
            <a:off x="5094616" y="5588884"/>
            <a:ext cx="266646" cy="38068"/>
          </a:xfrm>
          <a:custGeom>
            <a:avLst/>
            <a:gdLst/>
            <a:ahLst/>
            <a:cxnLst/>
            <a:rect l="0" t="0" r="0" b="0"/>
            <a:pathLst>
              <a:path w="266646" h="38068">
                <a:moveTo>
                  <a:pt x="0" y="38068"/>
                </a:moveTo>
                <a:lnTo>
                  <a:pt x="266646" y="0"/>
                </a:lnTo>
              </a:path>
            </a:pathLst>
          </a:custGeom>
          <a:noFill/>
          <a:ln w="4618">
            <a:solidFill>
              <a:srgbClr val="D74242">
                <a:alpha val="5000"/>
              </a:srgbClr>
            </a:solidFill>
            <a:prstDash val="solid"/>
          </a:ln>
        </p:spPr>
      </p:sp>
      <p:sp>
        <p:nvSpPr>
          <p:cNvPr id="162" name="lumia-token-stream-curve">
            <a:extLst>
              <a:ext uri="{FF2B5EF4-FFF2-40B4-BE49-F238E27FC236}">
                <a16:creationId xmlns:a16="http://schemas.microsoft.com/office/drawing/2014/main" id="{3E2D8F19-ADD5-4D71-A984-863A0C322A35}"/>
              </a:ext>
            </a:extLst>
          </p:cNvPr>
          <p:cNvSpPr>
            <a:spLocks noGrp="1"/>
          </p:cNvSpPr>
          <p:nvPr/>
        </p:nvSpPr>
        <p:spPr>
          <a:xfrm>
            <a:off x="5361263" y="5552111"/>
            <a:ext cx="268721" cy="36774"/>
          </a:xfrm>
          <a:custGeom>
            <a:avLst/>
            <a:gdLst/>
            <a:ahLst/>
            <a:cxnLst/>
            <a:rect l="0" t="0" r="0" b="0"/>
            <a:pathLst>
              <a:path w="268721" h="36774">
                <a:moveTo>
                  <a:pt x="0" y="36774"/>
                </a:moveTo>
                <a:lnTo>
                  <a:pt x="268721" y="0"/>
                </a:lnTo>
              </a:path>
            </a:pathLst>
          </a:custGeom>
          <a:noFill/>
          <a:ln w="4703">
            <a:solidFill>
              <a:srgbClr val="E44339">
                <a:alpha val="5000"/>
              </a:srgbClr>
            </a:solidFill>
            <a:prstDash val="solid"/>
          </a:ln>
        </p:spPr>
      </p:sp>
      <p:sp>
        <p:nvSpPr>
          <p:cNvPr id="163" name="lumia-token-stream-curve">
            <a:extLst>
              <a:ext uri="{FF2B5EF4-FFF2-40B4-BE49-F238E27FC236}">
                <a16:creationId xmlns:a16="http://schemas.microsoft.com/office/drawing/2014/main" id="{C0C7178C-3BAA-4AA4-AAAA-23018237E630}"/>
              </a:ext>
            </a:extLst>
          </p:cNvPr>
          <p:cNvSpPr>
            <a:spLocks noGrp="1"/>
          </p:cNvSpPr>
          <p:nvPr/>
        </p:nvSpPr>
        <p:spPr>
          <a:xfrm>
            <a:off x="5629984" y="5519215"/>
            <a:ext cx="270713" cy="32896"/>
          </a:xfrm>
          <a:custGeom>
            <a:avLst/>
            <a:gdLst/>
            <a:ahLst/>
            <a:cxnLst/>
            <a:rect l="0" t="0" r="0" b="0"/>
            <a:pathLst>
              <a:path w="270713" h="32896">
                <a:moveTo>
                  <a:pt x="0" y="32896"/>
                </a:moveTo>
                <a:lnTo>
                  <a:pt x="270713" y="0"/>
                </a:lnTo>
              </a:path>
            </a:pathLst>
          </a:custGeom>
          <a:noFill/>
          <a:ln w="4799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164" name="lumia-token-stream-curve">
            <a:extLst>
              <a:ext uri="{FF2B5EF4-FFF2-40B4-BE49-F238E27FC236}">
                <a16:creationId xmlns:a16="http://schemas.microsoft.com/office/drawing/2014/main" id="{82CC748C-540C-4554-A02B-5509167A9D1A}"/>
              </a:ext>
            </a:extLst>
          </p:cNvPr>
          <p:cNvSpPr>
            <a:spLocks noGrp="1"/>
          </p:cNvSpPr>
          <p:nvPr/>
        </p:nvSpPr>
        <p:spPr>
          <a:xfrm>
            <a:off x="5900697" y="5492264"/>
            <a:ext cx="272622" cy="26951"/>
          </a:xfrm>
          <a:custGeom>
            <a:avLst/>
            <a:gdLst/>
            <a:ahLst/>
            <a:cxnLst/>
            <a:rect l="0" t="0" r="0" b="0"/>
            <a:pathLst>
              <a:path w="272622" h="26951">
                <a:moveTo>
                  <a:pt x="0" y="26951"/>
                </a:moveTo>
                <a:lnTo>
                  <a:pt x="272622" y="0"/>
                </a:lnTo>
              </a:path>
            </a:pathLst>
          </a:custGeom>
          <a:noFill/>
          <a:ln w="4904">
            <a:solidFill>
              <a:srgbClr val="EC532F">
                <a:alpha val="6000"/>
              </a:srgbClr>
            </a:solidFill>
            <a:prstDash val="solid"/>
          </a:ln>
        </p:spPr>
      </p:sp>
      <p:sp>
        <p:nvSpPr>
          <p:cNvPr id="165" name="lumia-token-stream-curve">
            <a:extLst>
              <a:ext uri="{FF2B5EF4-FFF2-40B4-BE49-F238E27FC236}">
                <a16:creationId xmlns:a16="http://schemas.microsoft.com/office/drawing/2014/main" id="{E4FC1119-4396-4734-8FDD-E699C2BAA346}"/>
              </a:ext>
            </a:extLst>
          </p:cNvPr>
          <p:cNvSpPr>
            <a:spLocks noGrp="1"/>
          </p:cNvSpPr>
          <p:nvPr/>
        </p:nvSpPr>
        <p:spPr>
          <a:xfrm>
            <a:off x="6173319" y="5472528"/>
            <a:ext cx="274447" cy="19736"/>
          </a:xfrm>
          <a:custGeom>
            <a:avLst/>
            <a:gdLst/>
            <a:ahLst/>
            <a:cxnLst/>
            <a:rect l="0" t="0" r="0" b="0"/>
            <a:pathLst>
              <a:path w="274447" h="19736">
                <a:moveTo>
                  <a:pt x="0" y="19736"/>
                </a:moveTo>
                <a:lnTo>
                  <a:pt x="274447" y="0"/>
                </a:lnTo>
              </a:path>
            </a:pathLst>
          </a:custGeom>
          <a:noFill/>
          <a:ln w="5018">
            <a:solidFill>
              <a:srgbClr val="EE5E2A">
                <a:alpha val="6000"/>
              </a:srgbClr>
            </a:solidFill>
            <a:prstDash val="solid"/>
          </a:ln>
        </p:spPr>
      </p:sp>
      <p:sp>
        <p:nvSpPr>
          <p:cNvPr id="166" name="lumia-token-stream-curve">
            <a:extLst>
              <a:ext uri="{FF2B5EF4-FFF2-40B4-BE49-F238E27FC236}">
                <a16:creationId xmlns:a16="http://schemas.microsoft.com/office/drawing/2014/main" id="{7613FD47-3591-48FE-8931-08B6584952E9}"/>
              </a:ext>
            </a:extLst>
          </p:cNvPr>
          <p:cNvSpPr>
            <a:spLocks noGrp="1"/>
          </p:cNvSpPr>
          <p:nvPr/>
        </p:nvSpPr>
        <p:spPr>
          <a:xfrm>
            <a:off x="6447766" y="5460282"/>
            <a:ext cx="276189" cy="12246"/>
          </a:xfrm>
          <a:custGeom>
            <a:avLst/>
            <a:gdLst/>
            <a:ahLst/>
            <a:cxnLst/>
            <a:rect l="0" t="0" r="0" b="0"/>
            <a:pathLst>
              <a:path w="276189" h="12246">
                <a:moveTo>
                  <a:pt x="0" y="12246"/>
                </a:moveTo>
                <a:lnTo>
                  <a:pt x="276189" y="0"/>
                </a:lnTo>
              </a:path>
            </a:pathLst>
          </a:custGeom>
          <a:noFill/>
          <a:ln w="5138">
            <a:solidFill>
              <a:srgbClr val="EF6926">
                <a:alpha val="6000"/>
              </a:srgbClr>
            </a:solidFill>
            <a:prstDash val="solid"/>
          </a:ln>
        </p:spPr>
      </p:sp>
      <p:sp>
        <p:nvSpPr>
          <p:cNvPr id="167" name="lumia-token-stream-curve">
            <a:extLst>
              <a:ext uri="{FF2B5EF4-FFF2-40B4-BE49-F238E27FC236}">
                <a16:creationId xmlns:a16="http://schemas.microsoft.com/office/drawing/2014/main" id="{BEE4CF83-5B44-4D7C-B7A2-82775DBC8BC5}"/>
              </a:ext>
            </a:extLst>
          </p:cNvPr>
          <p:cNvSpPr>
            <a:spLocks noGrp="1"/>
          </p:cNvSpPr>
          <p:nvPr/>
        </p:nvSpPr>
        <p:spPr>
          <a:xfrm>
            <a:off x="6723956" y="5454719"/>
            <a:ext cx="277849" cy="9525"/>
          </a:xfrm>
          <a:custGeom>
            <a:avLst/>
            <a:gdLst/>
            <a:ahLst/>
            <a:cxnLst/>
            <a:rect l="0" t="0" r="0" b="0"/>
            <a:pathLst>
              <a:path w="277849" h="9525">
                <a:moveTo>
                  <a:pt x="0" y="5563"/>
                </a:moveTo>
                <a:lnTo>
                  <a:pt x="277849" y="0"/>
                </a:lnTo>
              </a:path>
            </a:pathLst>
          </a:custGeom>
          <a:noFill/>
          <a:ln w="5263">
            <a:solidFill>
              <a:srgbClr val="F17322">
                <a:alpha val="6000"/>
              </a:srgbClr>
            </a:solidFill>
            <a:prstDash val="solid"/>
          </a:ln>
        </p:spPr>
      </p:sp>
      <p:sp>
        <p:nvSpPr>
          <p:cNvPr id="168" name="lumia-token-stream-curve">
            <a:extLst>
              <a:ext uri="{FF2B5EF4-FFF2-40B4-BE49-F238E27FC236}">
                <a16:creationId xmlns:a16="http://schemas.microsoft.com/office/drawing/2014/main" id="{D17AAC15-6A3D-4B33-9758-B7573999406F}"/>
              </a:ext>
            </a:extLst>
          </p:cNvPr>
          <p:cNvSpPr>
            <a:spLocks noGrp="1"/>
          </p:cNvSpPr>
          <p:nvPr/>
        </p:nvSpPr>
        <p:spPr>
          <a:xfrm>
            <a:off x="7001804" y="5454008"/>
            <a:ext cx="279425" cy="9525"/>
          </a:xfrm>
          <a:custGeom>
            <a:avLst/>
            <a:gdLst/>
            <a:ahLst/>
            <a:cxnLst/>
            <a:rect l="0" t="0" r="0" b="0"/>
            <a:pathLst>
              <a:path w="279425" h="9525">
                <a:moveTo>
                  <a:pt x="0" y="711"/>
                </a:moveTo>
                <a:lnTo>
                  <a:pt x="279425" y="0"/>
                </a:lnTo>
              </a:path>
            </a:pathLst>
          </a:custGeom>
          <a:noFill/>
          <a:ln w="5393">
            <a:solidFill>
              <a:srgbClr val="F27E1E">
                <a:alpha val="6000"/>
              </a:srgbClr>
            </a:solidFill>
            <a:prstDash val="solid"/>
          </a:ln>
        </p:spPr>
      </p:sp>
      <p:sp>
        <p:nvSpPr>
          <p:cNvPr id="169" name="lumia-token-stream-curve">
            <a:extLst>
              <a:ext uri="{FF2B5EF4-FFF2-40B4-BE49-F238E27FC236}">
                <a16:creationId xmlns:a16="http://schemas.microsoft.com/office/drawing/2014/main" id="{7F041983-8324-4ACD-B125-D1D12FFEC5F9}"/>
              </a:ext>
            </a:extLst>
          </p:cNvPr>
          <p:cNvSpPr>
            <a:spLocks noGrp="1"/>
          </p:cNvSpPr>
          <p:nvPr/>
        </p:nvSpPr>
        <p:spPr>
          <a:xfrm>
            <a:off x="7281229" y="5454008"/>
            <a:ext cx="280917" cy="9525"/>
          </a:xfrm>
          <a:custGeom>
            <a:avLst/>
            <a:gdLst/>
            <a:ahLst/>
            <a:cxnLst/>
            <a:rect l="0" t="0" r="0" b="0"/>
            <a:pathLst>
              <a:path w="280917" h="9525">
                <a:moveTo>
                  <a:pt x="0" y="0"/>
                </a:moveTo>
                <a:lnTo>
                  <a:pt x="280917" y="1467"/>
                </a:lnTo>
              </a:path>
            </a:pathLst>
          </a:custGeom>
          <a:noFill/>
          <a:ln w="5526">
            <a:solidFill>
              <a:srgbClr val="F48919">
                <a:alpha val="7000"/>
              </a:srgbClr>
            </a:solidFill>
            <a:prstDash val="solid"/>
          </a:ln>
        </p:spPr>
      </p:sp>
      <p:sp>
        <p:nvSpPr>
          <p:cNvPr id="170" name="lumia-token-stream-curve">
            <a:extLst>
              <a:ext uri="{FF2B5EF4-FFF2-40B4-BE49-F238E27FC236}">
                <a16:creationId xmlns:a16="http://schemas.microsoft.com/office/drawing/2014/main" id="{F4037DDC-32B6-47F5-9523-6CE4F66E2E9A}"/>
              </a:ext>
            </a:extLst>
          </p:cNvPr>
          <p:cNvSpPr>
            <a:spLocks noGrp="1"/>
          </p:cNvSpPr>
          <p:nvPr/>
        </p:nvSpPr>
        <p:spPr>
          <a:xfrm>
            <a:off x="7562146" y="5455475"/>
            <a:ext cx="282327" cy="9525"/>
          </a:xfrm>
          <a:custGeom>
            <a:avLst/>
            <a:gdLst/>
            <a:ahLst/>
            <a:cxnLst/>
            <a:rect l="0" t="0" r="0" b="0"/>
            <a:pathLst>
              <a:path w="282327" h="9525">
                <a:moveTo>
                  <a:pt x="0" y="0"/>
                </a:moveTo>
                <a:lnTo>
                  <a:pt x="282327" y="440"/>
                </a:lnTo>
              </a:path>
            </a:pathLst>
          </a:custGeom>
          <a:noFill/>
          <a:ln w="5661">
            <a:solidFill>
              <a:srgbClr val="F59415">
                <a:alpha val="7000"/>
              </a:srgbClr>
            </a:solidFill>
            <a:prstDash val="solid"/>
          </a:ln>
        </p:spPr>
      </p:sp>
      <p:sp>
        <p:nvSpPr>
          <p:cNvPr id="171" name="lumia-token-stream-curve">
            <a:extLst>
              <a:ext uri="{FF2B5EF4-FFF2-40B4-BE49-F238E27FC236}">
                <a16:creationId xmlns:a16="http://schemas.microsoft.com/office/drawing/2014/main" id="{8EFB1D7F-CFB1-4CC8-8B81-ED22D22C3DC2}"/>
              </a:ext>
            </a:extLst>
          </p:cNvPr>
          <p:cNvSpPr>
            <a:spLocks noGrp="1"/>
          </p:cNvSpPr>
          <p:nvPr/>
        </p:nvSpPr>
        <p:spPr>
          <a:xfrm>
            <a:off x="7844473" y="5451980"/>
            <a:ext cx="283654" cy="9525"/>
          </a:xfrm>
          <a:custGeom>
            <a:avLst/>
            <a:gdLst/>
            <a:ahLst/>
            <a:cxnLst/>
            <a:rect l="0" t="0" r="0" b="0"/>
            <a:pathLst>
              <a:path w="283654" h="9525">
                <a:moveTo>
                  <a:pt x="0" y="3935"/>
                </a:moveTo>
                <a:lnTo>
                  <a:pt x="283654" y="0"/>
                </a:lnTo>
              </a:path>
            </a:pathLst>
          </a:custGeom>
          <a:noFill/>
          <a:ln w="5796">
            <a:solidFill>
              <a:srgbClr val="F79E11">
                <a:alpha val="7000"/>
              </a:srgbClr>
            </a:solidFill>
            <a:prstDash val="solid"/>
          </a:ln>
        </p:spPr>
      </p:sp>
      <p:sp>
        <p:nvSpPr>
          <p:cNvPr id="172" name="lumia-token-stream-curve">
            <a:extLst>
              <a:ext uri="{FF2B5EF4-FFF2-40B4-BE49-F238E27FC236}">
                <a16:creationId xmlns:a16="http://schemas.microsoft.com/office/drawing/2014/main" id="{B1270140-FF92-4D2C-B979-F7E33C062056}"/>
              </a:ext>
            </a:extLst>
          </p:cNvPr>
          <p:cNvSpPr>
            <a:spLocks noGrp="1"/>
          </p:cNvSpPr>
          <p:nvPr/>
        </p:nvSpPr>
        <p:spPr>
          <a:xfrm>
            <a:off x="8128127" y="5440609"/>
            <a:ext cx="284897" cy="11370"/>
          </a:xfrm>
          <a:custGeom>
            <a:avLst/>
            <a:gdLst/>
            <a:ahLst/>
            <a:cxnLst/>
            <a:rect l="0" t="0" r="0" b="0"/>
            <a:pathLst>
              <a:path w="284897" h="11370">
                <a:moveTo>
                  <a:pt x="0" y="11370"/>
                </a:moveTo>
                <a:lnTo>
                  <a:pt x="284897" y="0"/>
                </a:lnTo>
              </a:path>
            </a:pathLst>
          </a:custGeom>
          <a:noFill/>
          <a:ln w="5930">
            <a:solidFill>
              <a:srgbClr val="F8A90C">
                <a:alpha val="7000"/>
              </a:srgbClr>
            </a:solidFill>
            <a:prstDash val="solid"/>
          </a:ln>
        </p:spPr>
      </p:sp>
      <p:sp>
        <p:nvSpPr>
          <p:cNvPr id="173" name="lumia-token-stream-curve">
            <a:extLst>
              <a:ext uri="{FF2B5EF4-FFF2-40B4-BE49-F238E27FC236}">
                <a16:creationId xmlns:a16="http://schemas.microsoft.com/office/drawing/2014/main" id="{6FE27B0C-ACDD-4F19-8162-0D4F5E89E5DA}"/>
              </a:ext>
            </a:extLst>
          </p:cNvPr>
          <p:cNvSpPr>
            <a:spLocks noGrp="1"/>
          </p:cNvSpPr>
          <p:nvPr/>
        </p:nvSpPr>
        <p:spPr>
          <a:xfrm>
            <a:off x="8413024" y="5419436"/>
            <a:ext cx="286057" cy="21174"/>
          </a:xfrm>
          <a:custGeom>
            <a:avLst/>
            <a:gdLst/>
            <a:ahLst/>
            <a:cxnLst/>
            <a:rect l="0" t="0" r="0" b="0"/>
            <a:pathLst>
              <a:path w="286057" h="21174">
                <a:moveTo>
                  <a:pt x="0" y="21174"/>
                </a:moveTo>
                <a:lnTo>
                  <a:pt x="286057" y="0"/>
                </a:lnTo>
              </a:path>
            </a:pathLst>
          </a:custGeom>
          <a:noFill/>
          <a:ln w="6062">
            <a:solidFill>
              <a:srgbClr val="FAB408">
                <a:alpha val="7000"/>
              </a:srgbClr>
            </a:solidFill>
            <a:prstDash val="solid"/>
          </a:ln>
        </p:spPr>
      </p:sp>
      <p:sp>
        <p:nvSpPr>
          <p:cNvPr id="174" name="lumia-token-stream-curve">
            <a:extLst>
              <a:ext uri="{FF2B5EF4-FFF2-40B4-BE49-F238E27FC236}">
                <a16:creationId xmlns:a16="http://schemas.microsoft.com/office/drawing/2014/main" id="{E02214D9-F9DD-4044-9F18-CDD238213A51}"/>
              </a:ext>
            </a:extLst>
          </p:cNvPr>
          <p:cNvSpPr>
            <a:spLocks noGrp="1"/>
          </p:cNvSpPr>
          <p:nvPr/>
        </p:nvSpPr>
        <p:spPr>
          <a:xfrm>
            <a:off x="8699081" y="5387112"/>
            <a:ext cx="287134" cy="32323"/>
          </a:xfrm>
          <a:custGeom>
            <a:avLst/>
            <a:gdLst/>
            <a:ahLst/>
            <a:cxnLst/>
            <a:rect l="0" t="0" r="0" b="0"/>
            <a:pathLst>
              <a:path w="287134" h="32323">
                <a:moveTo>
                  <a:pt x="0" y="32323"/>
                </a:moveTo>
                <a:lnTo>
                  <a:pt x="287134" y="0"/>
                </a:lnTo>
              </a:path>
            </a:pathLst>
          </a:custGeom>
          <a:noFill/>
          <a:ln w="6191">
            <a:solidFill>
              <a:srgbClr val="F7BC07">
                <a:alpha val="7000"/>
              </a:srgbClr>
            </a:solidFill>
            <a:prstDash val="solid"/>
          </a:ln>
        </p:spPr>
      </p:sp>
      <p:sp>
        <p:nvSpPr>
          <p:cNvPr id="175" name="lumia-token-stream-curve">
            <a:extLst>
              <a:ext uri="{FF2B5EF4-FFF2-40B4-BE49-F238E27FC236}">
                <a16:creationId xmlns:a16="http://schemas.microsoft.com/office/drawing/2014/main" id="{C077788F-BB2B-4124-BA27-F70FE7272936}"/>
              </a:ext>
            </a:extLst>
          </p:cNvPr>
          <p:cNvSpPr>
            <a:spLocks noGrp="1"/>
          </p:cNvSpPr>
          <p:nvPr/>
        </p:nvSpPr>
        <p:spPr>
          <a:xfrm>
            <a:off x="8986215" y="5343518"/>
            <a:ext cx="288128" cy="43594"/>
          </a:xfrm>
          <a:custGeom>
            <a:avLst/>
            <a:gdLst/>
            <a:ahLst/>
            <a:cxnLst/>
            <a:rect l="0" t="0" r="0" b="0"/>
            <a:pathLst>
              <a:path w="288128" h="43594">
                <a:moveTo>
                  <a:pt x="0" y="43594"/>
                </a:moveTo>
                <a:lnTo>
                  <a:pt x="288128" y="0"/>
                </a:lnTo>
              </a:path>
            </a:pathLst>
          </a:custGeom>
          <a:noFill/>
          <a:ln w="6316">
            <a:solidFill>
              <a:srgbClr val="E5BA0E">
                <a:alpha val="8000"/>
              </a:srgbClr>
            </a:solidFill>
            <a:prstDash val="solid"/>
          </a:ln>
        </p:spPr>
      </p:sp>
      <p:sp>
        <p:nvSpPr>
          <p:cNvPr id="176" name="lumia-token-stream-curve">
            <a:extLst>
              <a:ext uri="{FF2B5EF4-FFF2-40B4-BE49-F238E27FC236}">
                <a16:creationId xmlns:a16="http://schemas.microsoft.com/office/drawing/2014/main" id="{ADFBCC07-431F-41F2-8ACE-D74C81D4B4F5}"/>
              </a:ext>
            </a:extLst>
          </p:cNvPr>
          <p:cNvSpPr>
            <a:spLocks noGrp="1"/>
          </p:cNvSpPr>
          <p:nvPr/>
        </p:nvSpPr>
        <p:spPr>
          <a:xfrm>
            <a:off x="9274343" y="5289798"/>
            <a:ext cx="289039" cy="53720"/>
          </a:xfrm>
          <a:custGeom>
            <a:avLst/>
            <a:gdLst/>
            <a:ahLst/>
            <a:cxnLst/>
            <a:rect l="0" t="0" r="0" b="0"/>
            <a:pathLst>
              <a:path w="289039" h="53720">
                <a:moveTo>
                  <a:pt x="0" y="53720"/>
                </a:moveTo>
                <a:lnTo>
                  <a:pt x="289039" y="0"/>
                </a:lnTo>
              </a:path>
            </a:pathLst>
          </a:custGeom>
          <a:noFill/>
          <a:ln w="6434">
            <a:solidFill>
              <a:srgbClr val="D3B815">
                <a:alpha val="8000"/>
              </a:srgbClr>
            </a:solidFill>
            <a:prstDash val="solid"/>
          </a:ln>
        </p:spPr>
      </p:sp>
      <p:sp>
        <p:nvSpPr>
          <p:cNvPr id="177" name="lumia-token-stream-curve">
            <a:extLst>
              <a:ext uri="{FF2B5EF4-FFF2-40B4-BE49-F238E27FC236}">
                <a16:creationId xmlns:a16="http://schemas.microsoft.com/office/drawing/2014/main" id="{3D0B44B8-3475-46C9-BAE4-535299229E18}"/>
              </a:ext>
            </a:extLst>
          </p:cNvPr>
          <p:cNvSpPr>
            <a:spLocks noGrp="1"/>
          </p:cNvSpPr>
          <p:nvPr/>
        </p:nvSpPr>
        <p:spPr>
          <a:xfrm>
            <a:off x="9563382" y="5228234"/>
            <a:ext cx="289867" cy="61564"/>
          </a:xfrm>
          <a:custGeom>
            <a:avLst/>
            <a:gdLst/>
            <a:ahLst/>
            <a:cxnLst/>
            <a:rect l="0" t="0" r="0" b="0"/>
            <a:pathLst>
              <a:path w="289867" h="61564">
                <a:moveTo>
                  <a:pt x="0" y="61564"/>
                </a:moveTo>
                <a:lnTo>
                  <a:pt x="289867" y="0"/>
                </a:lnTo>
              </a:path>
            </a:pathLst>
          </a:custGeom>
          <a:noFill/>
          <a:ln w="6546">
            <a:solidFill>
              <a:srgbClr val="C2B61C">
                <a:alpha val="8000"/>
              </a:srgbClr>
            </a:solidFill>
            <a:prstDash val="solid"/>
          </a:ln>
        </p:spPr>
      </p:sp>
      <p:sp>
        <p:nvSpPr>
          <p:cNvPr id="178" name="lumia-token-stream-curve">
            <a:extLst>
              <a:ext uri="{FF2B5EF4-FFF2-40B4-BE49-F238E27FC236}">
                <a16:creationId xmlns:a16="http://schemas.microsoft.com/office/drawing/2014/main" id="{8A5394EF-BF94-482F-9237-8396EBAC648E}"/>
              </a:ext>
            </a:extLst>
          </p:cNvPr>
          <p:cNvSpPr>
            <a:spLocks noGrp="1"/>
          </p:cNvSpPr>
          <p:nvPr/>
        </p:nvSpPr>
        <p:spPr>
          <a:xfrm>
            <a:off x="9853249" y="5161957"/>
            <a:ext cx="290611" cy="66277"/>
          </a:xfrm>
          <a:custGeom>
            <a:avLst/>
            <a:gdLst/>
            <a:ahLst/>
            <a:cxnLst/>
            <a:rect l="0" t="0" r="0" b="0"/>
            <a:pathLst>
              <a:path w="290611" h="66277">
                <a:moveTo>
                  <a:pt x="0" y="66277"/>
                </a:moveTo>
                <a:lnTo>
                  <a:pt x="290611" y="0"/>
                </a:lnTo>
              </a:path>
            </a:pathLst>
          </a:custGeom>
          <a:noFill/>
          <a:ln w="6649">
            <a:solidFill>
              <a:srgbClr val="B0B422">
                <a:alpha val="8000"/>
              </a:srgbClr>
            </a:solidFill>
            <a:prstDash val="solid"/>
          </a:ln>
        </p:spPr>
      </p:sp>
      <p:sp>
        <p:nvSpPr>
          <p:cNvPr id="179" name="lumia-token-stream-curve">
            <a:extLst>
              <a:ext uri="{FF2B5EF4-FFF2-40B4-BE49-F238E27FC236}">
                <a16:creationId xmlns:a16="http://schemas.microsoft.com/office/drawing/2014/main" id="{317C0987-ED94-4737-9E7F-2CA59BB7667E}"/>
              </a:ext>
            </a:extLst>
          </p:cNvPr>
          <p:cNvSpPr>
            <a:spLocks noGrp="1"/>
          </p:cNvSpPr>
          <p:nvPr/>
        </p:nvSpPr>
        <p:spPr>
          <a:xfrm>
            <a:off x="10143860" y="5094533"/>
            <a:ext cx="291273" cy="67425"/>
          </a:xfrm>
          <a:custGeom>
            <a:avLst/>
            <a:gdLst/>
            <a:ahLst/>
            <a:cxnLst/>
            <a:rect l="0" t="0" r="0" b="0"/>
            <a:pathLst>
              <a:path w="291273" h="67425">
                <a:moveTo>
                  <a:pt x="0" y="67425"/>
                </a:moveTo>
                <a:lnTo>
                  <a:pt x="291273" y="0"/>
                </a:lnTo>
              </a:path>
            </a:pathLst>
          </a:custGeom>
          <a:noFill/>
          <a:ln w="6742">
            <a:solidFill>
              <a:srgbClr val="9EB329">
                <a:alpha val="8000"/>
              </a:srgbClr>
            </a:solidFill>
            <a:prstDash val="solid"/>
          </a:ln>
        </p:spPr>
      </p:sp>
      <p:sp>
        <p:nvSpPr>
          <p:cNvPr id="180" name="lumia-token-stream-curve">
            <a:extLst>
              <a:ext uri="{FF2B5EF4-FFF2-40B4-BE49-F238E27FC236}">
                <a16:creationId xmlns:a16="http://schemas.microsoft.com/office/drawing/2014/main" id="{6EC19A36-5C0E-462B-B7DD-A2D980C2BD73}"/>
              </a:ext>
            </a:extLst>
          </p:cNvPr>
          <p:cNvSpPr>
            <a:spLocks noGrp="1"/>
          </p:cNvSpPr>
          <p:nvPr/>
        </p:nvSpPr>
        <p:spPr>
          <a:xfrm>
            <a:off x="10435133" y="5029477"/>
            <a:ext cx="291851" cy="65056"/>
          </a:xfrm>
          <a:custGeom>
            <a:avLst/>
            <a:gdLst/>
            <a:ahLst/>
            <a:cxnLst/>
            <a:rect l="0" t="0" r="0" b="0"/>
            <a:pathLst>
              <a:path w="291851" h="65056">
                <a:moveTo>
                  <a:pt x="0" y="65056"/>
                </a:moveTo>
                <a:lnTo>
                  <a:pt x="291851" y="0"/>
                </a:lnTo>
              </a:path>
            </a:pathLst>
          </a:custGeom>
          <a:noFill/>
          <a:ln w="6825">
            <a:solidFill>
              <a:srgbClr val="8CB130">
                <a:alpha val="8000"/>
              </a:srgbClr>
            </a:solidFill>
            <a:prstDash val="solid"/>
          </a:ln>
        </p:spPr>
      </p:sp>
      <p:sp>
        <p:nvSpPr>
          <p:cNvPr id="181" name="lumia-token-stream-curve">
            <a:extLst>
              <a:ext uri="{FF2B5EF4-FFF2-40B4-BE49-F238E27FC236}">
                <a16:creationId xmlns:a16="http://schemas.microsoft.com/office/drawing/2014/main" id="{6F2F2999-375E-4760-A961-474EDBFF7AB8}"/>
              </a:ext>
            </a:extLst>
          </p:cNvPr>
          <p:cNvSpPr>
            <a:spLocks noGrp="1"/>
          </p:cNvSpPr>
          <p:nvPr/>
        </p:nvSpPr>
        <p:spPr>
          <a:xfrm>
            <a:off x="10726984" y="4969773"/>
            <a:ext cx="292346" cy="59704"/>
          </a:xfrm>
          <a:custGeom>
            <a:avLst/>
            <a:gdLst/>
            <a:ahLst/>
            <a:cxnLst/>
            <a:rect l="0" t="0" r="0" b="0"/>
            <a:pathLst>
              <a:path w="292346" h="59704">
                <a:moveTo>
                  <a:pt x="0" y="59704"/>
                </a:moveTo>
                <a:lnTo>
                  <a:pt x="292346" y="0"/>
                </a:lnTo>
              </a:path>
            </a:pathLst>
          </a:custGeom>
          <a:noFill/>
          <a:ln w="6895">
            <a:solidFill>
              <a:srgbClr val="7BAF37">
                <a:alpha val="8000"/>
              </a:srgbClr>
            </a:solidFill>
            <a:prstDash val="solid"/>
          </a:ln>
        </p:spPr>
      </p:sp>
      <p:sp>
        <p:nvSpPr>
          <p:cNvPr id="182" name="lumia-token-stream-curve">
            <a:extLst>
              <a:ext uri="{FF2B5EF4-FFF2-40B4-BE49-F238E27FC236}">
                <a16:creationId xmlns:a16="http://schemas.microsoft.com/office/drawing/2014/main" id="{17D2707D-1746-4163-AAB0-6B7A82453A9D}"/>
              </a:ext>
            </a:extLst>
          </p:cNvPr>
          <p:cNvSpPr>
            <a:spLocks noGrp="1"/>
          </p:cNvSpPr>
          <p:nvPr/>
        </p:nvSpPr>
        <p:spPr>
          <a:xfrm>
            <a:off x="11019329" y="4917451"/>
            <a:ext cx="292758" cy="52322"/>
          </a:xfrm>
          <a:custGeom>
            <a:avLst/>
            <a:gdLst/>
            <a:ahLst/>
            <a:cxnLst/>
            <a:rect l="0" t="0" r="0" b="0"/>
            <a:pathLst>
              <a:path w="292758" h="52322">
                <a:moveTo>
                  <a:pt x="0" y="52322"/>
                </a:moveTo>
                <a:lnTo>
                  <a:pt x="292758" y="0"/>
                </a:lnTo>
              </a:path>
            </a:pathLst>
          </a:custGeom>
          <a:noFill/>
          <a:ln w="6952">
            <a:solidFill>
              <a:srgbClr val="69AD3E">
                <a:alpha val="8000"/>
              </a:srgbClr>
            </a:solidFill>
            <a:prstDash val="solid"/>
          </a:ln>
        </p:spPr>
      </p:sp>
      <p:sp>
        <p:nvSpPr>
          <p:cNvPr id="183" name="lumia-token-stream-curve">
            <a:extLst>
              <a:ext uri="{FF2B5EF4-FFF2-40B4-BE49-F238E27FC236}">
                <a16:creationId xmlns:a16="http://schemas.microsoft.com/office/drawing/2014/main" id="{22C3922D-24D8-4070-8422-F26F7D9D31DC}"/>
              </a:ext>
            </a:extLst>
          </p:cNvPr>
          <p:cNvSpPr>
            <a:spLocks noGrp="1"/>
          </p:cNvSpPr>
          <p:nvPr/>
        </p:nvSpPr>
        <p:spPr>
          <a:xfrm>
            <a:off x="11312087" y="4873293"/>
            <a:ext cx="293086" cy="44157"/>
          </a:xfrm>
          <a:custGeom>
            <a:avLst/>
            <a:gdLst/>
            <a:ahLst/>
            <a:cxnLst/>
            <a:rect l="0" t="0" r="0" b="0"/>
            <a:pathLst>
              <a:path w="293086" h="44157">
                <a:moveTo>
                  <a:pt x="0" y="44157"/>
                </a:moveTo>
                <a:lnTo>
                  <a:pt x="293086" y="0"/>
                </a:lnTo>
              </a:path>
            </a:pathLst>
          </a:custGeom>
          <a:noFill/>
          <a:ln w="6994">
            <a:solidFill>
              <a:srgbClr val="57AC45">
                <a:alpha val="8000"/>
              </a:srgbClr>
            </a:solidFill>
            <a:prstDash val="solid"/>
          </a:ln>
        </p:spPr>
      </p:sp>
      <p:sp>
        <p:nvSpPr>
          <p:cNvPr id="184" name="lumia-token-stream-curve">
            <a:extLst>
              <a:ext uri="{FF2B5EF4-FFF2-40B4-BE49-F238E27FC236}">
                <a16:creationId xmlns:a16="http://schemas.microsoft.com/office/drawing/2014/main" id="{E20906F5-76E1-4304-AFCC-F84819E34DD9}"/>
              </a:ext>
            </a:extLst>
          </p:cNvPr>
          <p:cNvSpPr>
            <a:spLocks noGrp="1"/>
          </p:cNvSpPr>
          <p:nvPr/>
        </p:nvSpPr>
        <p:spPr>
          <a:xfrm>
            <a:off x="11605174" y="4836715"/>
            <a:ext cx="293332" cy="36578"/>
          </a:xfrm>
          <a:custGeom>
            <a:avLst/>
            <a:gdLst/>
            <a:ahLst/>
            <a:cxnLst/>
            <a:rect l="0" t="0" r="0" b="0"/>
            <a:pathLst>
              <a:path w="293332" h="36578">
                <a:moveTo>
                  <a:pt x="0" y="36578"/>
                </a:moveTo>
                <a:lnTo>
                  <a:pt x="293332" y="0"/>
                </a:lnTo>
              </a:path>
            </a:pathLst>
          </a:custGeom>
          <a:noFill/>
          <a:ln w="7020">
            <a:solidFill>
              <a:srgbClr val="46AA4C">
                <a:alpha val="8000"/>
              </a:srgbClr>
            </a:solidFill>
            <a:prstDash val="solid"/>
          </a:ln>
        </p:spPr>
      </p:sp>
      <p:sp>
        <p:nvSpPr>
          <p:cNvPr id="185" name="lumia-token-stream-curve">
            <a:extLst>
              <a:ext uri="{FF2B5EF4-FFF2-40B4-BE49-F238E27FC236}">
                <a16:creationId xmlns:a16="http://schemas.microsoft.com/office/drawing/2014/main" id="{28A5F476-3698-49C3-AB5C-2C915AB69F60}"/>
              </a:ext>
            </a:extLst>
          </p:cNvPr>
          <p:cNvSpPr>
            <a:spLocks noGrp="1"/>
          </p:cNvSpPr>
          <p:nvPr/>
        </p:nvSpPr>
        <p:spPr>
          <a:xfrm>
            <a:off x="11898506" y="4805827"/>
            <a:ext cx="293494" cy="30888"/>
          </a:xfrm>
          <a:custGeom>
            <a:avLst/>
            <a:gdLst/>
            <a:ahLst/>
            <a:cxnLst/>
            <a:rect l="0" t="0" r="0" b="0"/>
            <a:pathLst>
              <a:path w="293494" h="30888">
                <a:moveTo>
                  <a:pt x="0" y="30888"/>
                </a:moveTo>
                <a:lnTo>
                  <a:pt x="293494" y="0"/>
                </a:lnTo>
              </a:path>
            </a:pathLst>
          </a:custGeom>
          <a:noFill/>
          <a:ln w="7029">
            <a:solidFill>
              <a:srgbClr val="34A853">
                <a:alpha val="8000"/>
              </a:srgbClr>
            </a:solidFill>
            <a:prstDash val="solid"/>
          </a:ln>
        </p:spPr>
      </p:sp>
      <p:sp>
        <p:nvSpPr>
          <p:cNvPr id="186" name="lumia-token-stream-curve">
            <a:extLst>
              <a:ext uri="{FF2B5EF4-FFF2-40B4-BE49-F238E27FC236}">
                <a16:creationId xmlns:a16="http://schemas.microsoft.com/office/drawing/2014/main" id="{3B126B5A-4EBD-495C-BF8A-41A825CFD9B7}"/>
              </a:ext>
            </a:extLst>
          </p:cNvPr>
          <p:cNvSpPr>
            <a:spLocks noGrp="1"/>
          </p:cNvSpPr>
          <p:nvPr/>
        </p:nvSpPr>
        <p:spPr>
          <a:xfrm>
            <a:off x="2691" y="5745112"/>
            <a:ext cx="209260" cy="9525"/>
          </a:xfrm>
          <a:custGeom>
            <a:avLst/>
            <a:gdLst/>
            <a:ahLst/>
            <a:cxnLst/>
            <a:rect l="0" t="0" r="0" b="0"/>
            <a:pathLst>
              <a:path w="209260" h="9525">
                <a:moveTo>
                  <a:pt x="0" y="0"/>
                </a:moveTo>
                <a:lnTo>
                  <a:pt x="209260" y="6626"/>
                </a:lnTo>
              </a:path>
            </a:pathLst>
          </a:custGeom>
          <a:noFill/>
          <a:ln w="4715">
            <a:solidFill>
              <a:srgbClr val="4285F4">
                <a:alpha val="4000"/>
              </a:srgbClr>
            </a:solidFill>
            <a:prstDash val="solid"/>
          </a:ln>
        </p:spPr>
      </p:sp>
      <p:sp>
        <p:nvSpPr>
          <p:cNvPr id="187" name="lumia-token-stream-curve">
            <a:extLst>
              <a:ext uri="{FF2B5EF4-FFF2-40B4-BE49-F238E27FC236}">
                <a16:creationId xmlns:a16="http://schemas.microsoft.com/office/drawing/2014/main" id="{A5115EBE-1A7B-466C-BD14-7BE860EE7C2F}"/>
              </a:ext>
            </a:extLst>
          </p:cNvPr>
          <p:cNvSpPr>
            <a:spLocks noGrp="1"/>
          </p:cNvSpPr>
          <p:nvPr/>
        </p:nvSpPr>
        <p:spPr>
          <a:xfrm>
            <a:off x="211951" y="5751737"/>
            <a:ext cx="213010" cy="10142"/>
          </a:xfrm>
          <a:custGeom>
            <a:avLst/>
            <a:gdLst/>
            <a:ahLst/>
            <a:cxnLst/>
            <a:rect l="0" t="0" r="0" b="0"/>
            <a:pathLst>
              <a:path w="213010" h="10142">
                <a:moveTo>
                  <a:pt x="0" y="0"/>
                </a:moveTo>
                <a:lnTo>
                  <a:pt x="213010" y="10142"/>
                </a:lnTo>
              </a:path>
            </a:pathLst>
          </a:custGeom>
          <a:noFill/>
          <a:ln w="4715">
            <a:solidFill>
              <a:srgbClr val="447EEC">
                <a:alpha val="4000"/>
              </a:srgbClr>
            </a:solidFill>
            <a:prstDash val="solid"/>
          </a:ln>
        </p:spPr>
      </p:sp>
      <p:sp>
        <p:nvSpPr>
          <p:cNvPr id="188" name="lumia-token-stream-curve">
            <a:extLst>
              <a:ext uri="{FF2B5EF4-FFF2-40B4-BE49-F238E27FC236}">
                <a16:creationId xmlns:a16="http://schemas.microsoft.com/office/drawing/2014/main" id="{F4F253A5-3ECB-4A22-BB78-F72DF134749D}"/>
              </a:ext>
            </a:extLst>
          </p:cNvPr>
          <p:cNvSpPr>
            <a:spLocks noGrp="1"/>
          </p:cNvSpPr>
          <p:nvPr/>
        </p:nvSpPr>
        <p:spPr>
          <a:xfrm>
            <a:off x="424961" y="5761879"/>
            <a:ext cx="216673" cy="14407"/>
          </a:xfrm>
          <a:custGeom>
            <a:avLst/>
            <a:gdLst/>
            <a:ahLst/>
            <a:cxnLst/>
            <a:rect l="0" t="0" r="0" b="0"/>
            <a:pathLst>
              <a:path w="216673" h="14407">
                <a:moveTo>
                  <a:pt x="0" y="0"/>
                </a:moveTo>
                <a:lnTo>
                  <a:pt x="216673" y="14407"/>
                </a:lnTo>
              </a:path>
            </a:pathLst>
          </a:custGeom>
          <a:noFill/>
          <a:ln w="4715">
            <a:solidFill>
              <a:srgbClr val="4678E3">
                <a:alpha val="4000"/>
              </a:srgbClr>
            </a:solidFill>
            <a:prstDash val="solid"/>
          </a:ln>
        </p:spPr>
      </p:sp>
      <p:sp>
        <p:nvSpPr>
          <p:cNvPr id="189" name="lumia-token-stream-curve">
            <a:extLst>
              <a:ext uri="{FF2B5EF4-FFF2-40B4-BE49-F238E27FC236}">
                <a16:creationId xmlns:a16="http://schemas.microsoft.com/office/drawing/2014/main" id="{21941A4A-AC4A-4A12-A598-D9879C316059}"/>
              </a:ext>
            </a:extLst>
          </p:cNvPr>
          <p:cNvSpPr>
            <a:spLocks noGrp="1"/>
          </p:cNvSpPr>
          <p:nvPr/>
        </p:nvSpPr>
        <p:spPr>
          <a:xfrm>
            <a:off x="641635" y="5776286"/>
            <a:ext cx="220250" cy="19023"/>
          </a:xfrm>
          <a:custGeom>
            <a:avLst/>
            <a:gdLst/>
            <a:ahLst/>
            <a:cxnLst/>
            <a:rect l="0" t="0" r="0" b="0"/>
            <a:pathLst>
              <a:path w="220250" h="19023">
                <a:moveTo>
                  <a:pt x="0" y="0"/>
                </a:moveTo>
                <a:lnTo>
                  <a:pt x="220250" y="19023"/>
                </a:lnTo>
              </a:path>
            </a:pathLst>
          </a:custGeom>
          <a:noFill/>
          <a:ln w="4715">
            <a:solidFill>
              <a:srgbClr val="4871DB">
                <a:alpha val="4000"/>
              </a:srgbClr>
            </a:solidFill>
            <a:prstDash val="solid"/>
          </a:ln>
        </p:spPr>
      </p:sp>
      <p:sp>
        <p:nvSpPr>
          <p:cNvPr id="190" name="lumia-token-stream-curve">
            <a:extLst>
              <a:ext uri="{FF2B5EF4-FFF2-40B4-BE49-F238E27FC236}">
                <a16:creationId xmlns:a16="http://schemas.microsoft.com/office/drawing/2014/main" id="{5B738477-A90B-4E98-AEB6-D9F17EE154AB}"/>
              </a:ext>
            </a:extLst>
          </p:cNvPr>
          <p:cNvSpPr>
            <a:spLocks noGrp="1"/>
          </p:cNvSpPr>
          <p:nvPr/>
        </p:nvSpPr>
        <p:spPr>
          <a:xfrm>
            <a:off x="861885" y="5795309"/>
            <a:ext cx="223739" cy="23512"/>
          </a:xfrm>
          <a:custGeom>
            <a:avLst/>
            <a:gdLst/>
            <a:ahLst/>
            <a:cxnLst/>
            <a:rect l="0" t="0" r="0" b="0"/>
            <a:pathLst>
              <a:path w="223739" h="23512">
                <a:moveTo>
                  <a:pt x="0" y="0"/>
                </a:moveTo>
                <a:lnTo>
                  <a:pt x="223739" y="23512"/>
                </a:lnTo>
              </a:path>
            </a:pathLst>
          </a:custGeom>
          <a:noFill/>
          <a:ln w="4715">
            <a:solidFill>
              <a:srgbClr val="4A6BD2">
                <a:alpha val="4000"/>
              </a:srgbClr>
            </a:solidFill>
            <a:prstDash val="solid"/>
          </a:ln>
        </p:spPr>
      </p:sp>
      <p:sp>
        <p:nvSpPr>
          <p:cNvPr id="191" name="lumia-token-stream-curve">
            <a:extLst>
              <a:ext uri="{FF2B5EF4-FFF2-40B4-BE49-F238E27FC236}">
                <a16:creationId xmlns:a16="http://schemas.microsoft.com/office/drawing/2014/main" id="{450B7881-1591-41A1-A982-C1A2748505AB}"/>
              </a:ext>
            </a:extLst>
          </p:cNvPr>
          <p:cNvSpPr>
            <a:spLocks noGrp="1"/>
          </p:cNvSpPr>
          <p:nvPr/>
        </p:nvSpPr>
        <p:spPr>
          <a:xfrm>
            <a:off x="1085624" y="5818821"/>
            <a:ext cx="227142" cy="27354"/>
          </a:xfrm>
          <a:custGeom>
            <a:avLst/>
            <a:gdLst/>
            <a:ahLst/>
            <a:cxnLst/>
            <a:rect l="0" t="0" r="0" b="0"/>
            <a:pathLst>
              <a:path w="227142" h="27354">
                <a:moveTo>
                  <a:pt x="0" y="0"/>
                </a:moveTo>
                <a:lnTo>
                  <a:pt x="227142" y="27354"/>
                </a:lnTo>
              </a:path>
            </a:pathLst>
          </a:custGeom>
          <a:noFill/>
          <a:ln w="4715">
            <a:solidFill>
              <a:srgbClr val="4C64CA">
                <a:alpha val="4000"/>
              </a:srgbClr>
            </a:solidFill>
            <a:prstDash val="solid"/>
          </a:ln>
        </p:spPr>
      </p:sp>
      <p:sp>
        <p:nvSpPr>
          <p:cNvPr id="192" name="lumia-token-stream-curve">
            <a:extLst>
              <a:ext uri="{FF2B5EF4-FFF2-40B4-BE49-F238E27FC236}">
                <a16:creationId xmlns:a16="http://schemas.microsoft.com/office/drawing/2014/main" id="{BFA6C8E6-218E-4EAE-B69E-4A2A6DC3BB21}"/>
              </a:ext>
            </a:extLst>
          </p:cNvPr>
          <p:cNvSpPr>
            <a:spLocks noGrp="1"/>
          </p:cNvSpPr>
          <p:nvPr/>
        </p:nvSpPr>
        <p:spPr>
          <a:xfrm>
            <a:off x="1312766" y="5846175"/>
            <a:ext cx="230458" cy="30034"/>
          </a:xfrm>
          <a:custGeom>
            <a:avLst/>
            <a:gdLst/>
            <a:ahLst/>
            <a:cxnLst/>
            <a:rect l="0" t="0" r="0" b="0"/>
            <a:pathLst>
              <a:path w="230458" h="30034">
                <a:moveTo>
                  <a:pt x="0" y="0"/>
                </a:moveTo>
                <a:lnTo>
                  <a:pt x="230458" y="30034"/>
                </a:lnTo>
              </a:path>
            </a:pathLst>
          </a:custGeom>
          <a:noFill/>
          <a:ln w="4715">
            <a:solidFill>
              <a:srgbClr val="4E5EC1">
                <a:alpha val="4000"/>
              </a:srgbClr>
            </a:solidFill>
            <a:prstDash val="solid"/>
          </a:ln>
        </p:spPr>
      </p:sp>
      <p:sp>
        <p:nvSpPr>
          <p:cNvPr id="193" name="lumia-token-stream-curve">
            <a:extLst>
              <a:ext uri="{FF2B5EF4-FFF2-40B4-BE49-F238E27FC236}">
                <a16:creationId xmlns:a16="http://schemas.microsoft.com/office/drawing/2014/main" id="{D30B36EE-012D-41D4-8F83-A83951DF560A}"/>
              </a:ext>
            </a:extLst>
          </p:cNvPr>
          <p:cNvSpPr>
            <a:spLocks noGrp="1"/>
          </p:cNvSpPr>
          <p:nvPr/>
        </p:nvSpPr>
        <p:spPr>
          <a:xfrm>
            <a:off x="1543223" y="5876208"/>
            <a:ext cx="233687" cy="31092"/>
          </a:xfrm>
          <a:custGeom>
            <a:avLst/>
            <a:gdLst/>
            <a:ahLst/>
            <a:cxnLst/>
            <a:rect l="0" t="0" r="0" b="0"/>
            <a:pathLst>
              <a:path w="233687" h="31092">
                <a:moveTo>
                  <a:pt x="0" y="0"/>
                </a:moveTo>
                <a:lnTo>
                  <a:pt x="233687" y="31092"/>
                </a:lnTo>
              </a:path>
            </a:pathLst>
          </a:custGeom>
          <a:noFill/>
          <a:ln w="4715">
            <a:solidFill>
              <a:srgbClr val="5057B9">
                <a:alpha val="4000"/>
              </a:srgbClr>
            </a:solidFill>
            <a:prstDash val="solid"/>
          </a:ln>
        </p:spPr>
      </p:sp>
      <p:sp>
        <p:nvSpPr>
          <p:cNvPr id="194" name="lumia-token-stream-curve">
            <a:extLst>
              <a:ext uri="{FF2B5EF4-FFF2-40B4-BE49-F238E27FC236}">
                <a16:creationId xmlns:a16="http://schemas.microsoft.com/office/drawing/2014/main" id="{28209A1C-6989-40BD-975B-4F3D90FCD121}"/>
              </a:ext>
            </a:extLst>
          </p:cNvPr>
          <p:cNvSpPr>
            <a:spLocks noGrp="1"/>
          </p:cNvSpPr>
          <p:nvPr/>
        </p:nvSpPr>
        <p:spPr>
          <a:xfrm>
            <a:off x="1776910" y="5907300"/>
            <a:ext cx="236829" cy="30178"/>
          </a:xfrm>
          <a:custGeom>
            <a:avLst/>
            <a:gdLst/>
            <a:ahLst/>
            <a:cxnLst/>
            <a:rect l="0" t="0" r="0" b="0"/>
            <a:pathLst>
              <a:path w="236829" h="30178">
                <a:moveTo>
                  <a:pt x="0" y="0"/>
                </a:moveTo>
                <a:lnTo>
                  <a:pt x="236829" y="30178"/>
                </a:lnTo>
              </a:path>
            </a:pathLst>
          </a:custGeom>
          <a:noFill/>
          <a:ln w="4715">
            <a:solidFill>
              <a:srgbClr val="5250B0">
                <a:alpha val="4000"/>
              </a:srgbClr>
            </a:solidFill>
            <a:prstDash val="solid"/>
          </a:ln>
        </p:spPr>
      </p:sp>
      <p:sp>
        <p:nvSpPr>
          <p:cNvPr id="195" name="lumia-token-stream-curve">
            <a:extLst>
              <a:ext uri="{FF2B5EF4-FFF2-40B4-BE49-F238E27FC236}">
                <a16:creationId xmlns:a16="http://schemas.microsoft.com/office/drawing/2014/main" id="{ACF057CF-EE69-4808-B772-4E5642AC03B6}"/>
              </a:ext>
            </a:extLst>
          </p:cNvPr>
          <p:cNvSpPr>
            <a:spLocks noGrp="1"/>
          </p:cNvSpPr>
          <p:nvPr/>
        </p:nvSpPr>
        <p:spPr>
          <a:xfrm>
            <a:off x="2013739" y="5937478"/>
            <a:ext cx="239884" cy="27102"/>
          </a:xfrm>
          <a:custGeom>
            <a:avLst/>
            <a:gdLst/>
            <a:ahLst/>
            <a:cxnLst/>
            <a:rect l="0" t="0" r="0" b="0"/>
            <a:pathLst>
              <a:path w="239884" h="27102">
                <a:moveTo>
                  <a:pt x="0" y="0"/>
                </a:moveTo>
                <a:lnTo>
                  <a:pt x="239884" y="27102"/>
                </a:lnTo>
              </a:path>
            </a:pathLst>
          </a:custGeom>
          <a:noFill/>
          <a:ln w="4715">
            <a:solidFill>
              <a:srgbClr val="544AA8">
                <a:alpha val="4000"/>
              </a:srgbClr>
            </a:solidFill>
            <a:prstDash val="solid"/>
          </a:ln>
        </p:spPr>
      </p:sp>
      <p:sp>
        <p:nvSpPr>
          <p:cNvPr id="196" name="lumia-token-stream-curve">
            <a:extLst>
              <a:ext uri="{FF2B5EF4-FFF2-40B4-BE49-F238E27FC236}">
                <a16:creationId xmlns:a16="http://schemas.microsoft.com/office/drawing/2014/main" id="{0E809764-A74F-46D3-AC99-0761E1A4D7FF}"/>
              </a:ext>
            </a:extLst>
          </p:cNvPr>
          <p:cNvSpPr>
            <a:spLocks noGrp="1"/>
          </p:cNvSpPr>
          <p:nvPr/>
        </p:nvSpPr>
        <p:spPr>
          <a:xfrm>
            <a:off x="2253623" y="5964580"/>
            <a:ext cx="242853" cy="21871"/>
          </a:xfrm>
          <a:custGeom>
            <a:avLst/>
            <a:gdLst/>
            <a:ahLst/>
            <a:cxnLst/>
            <a:rect l="0" t="0" r="0" b="0"/>
            <a:pathLst>
              <a:path w="242853" h="21871">
                <a:moveTo>
                  <a:pt x="0" y="0"/>
                </a:moveTo>
                <a:lnTo>
                  <a:pt x="242853" y="21871"/>
                </a:lnTo>
              </a:path>
            </a:pathLst>
          </a:custGeom>
          <a:noFill/>
          <a:ln w="4715">
            <a:solidFill>
              <a:srgbClr val="5643A0">
                <a:alpha val="4000"/>
              </a:srgbClr>
            </a:solidFill>
            <a:prstDash val="solid"/>
          </a:ln>
        </p:spPr>
      </p:sp>
      <p:sp>
        <p:nvSpPr>
          <p:cNvPr id="197" name="lumia-token-stream-curve">
            <a:extLst>
              <a:ext uri="{FF2B5EF4-FFF2-40B4-BE49-F238E27FC236}">
                <a16:creationId xmlns:a16="http://schemas.microsoft.com/office/drawing/2014/main" id="{A5716183-A57E-4E2B-8FEA-DE7F02A3B5F5}"/>
              </a:ext>
            </a:extLst>
          </p:cNvPr>
          <p:cNvSpPr>
            <a:spLocks noGrp="1"/>
          </p:cNvSpPr>
          <p:nvPr/>
        </p:nvSpPr>
        <p:spPr>
          <a:xfrm>
            <a:off x="2496476" y="5986451"/>
            <a:ext cx="245735" cy="14713"/>
          </a:xfrm>
          <a:custGeom>
            <a:avLst/>
            <a:gdLst/>
            <a:ahLst/>
            <a:cxnLst/>
            <a:rect l="0" t="0" r="0" b="0"/>
            <a:pathLst>
              <a:path w="245735" h="14713">
                <a:moveTo>
                  <a:pt x="0" y="0"/>
                </a:moveTo>
                <a:lnTo>
                  <a:pt x="245735" y="14713"/>
                </a:lnTo>
              </a:path>
            </a:pathLst>
          </a:custGeom>
          <a:noFill/>
          <a:ln w="4715">
            <a:solidFill>
              <a:srgbClr val="583D97">
                <a:alpha val="4000"/>
              </a:srgbClr>
            </a:solidFill>
            <a:prstDash val="solid"/>
          </a:ln>
        </p:spPr>
      </p:sp>
      <p:sp>
        <p:nvSpPr>
          <p:cNvPr id="198" name="lumia-token-stream-curve">
            <a:extLst>
              <a:ext uri="{FF2B5EF4-FFF2-40B4-BE49-F238E27FC236}">
                <a16:creationId xmlns:a16="http://schemas.microsoft.com/office/drawing/2014/main" id="{54BE7E5A-1D40-4824-A264-13EB3FE34F4A}"/>
              </a:ext>
            </a:extLst>
          </p:cNvPr>
          <p:cNvSpPr>
            <a:spLocks noGrp="1"/>
          </p:cNvSpPr>
          <p:nvPr/>
        </p:nvSpPr>
        <p:spPr>
          <a:xfrm>
            <a:off x="2742211" y="6001164"/>
            <a:ext cx="248530" cy="9525"/>
          </a:xfrm>
          <a:custGeom>
            <a:avLst/>
            <a:gdLst/>
            <a:ahLst/>
            <a:cxnLst/>
            <a:rect l="0" t="0" r="0" b="0"/>
            <a:pathLst>
              <a:path w="248530" h="9525">
                <a:moveTo>
                  <a:pt x="0" y="0"/>
                </a:moveTo>
                <a:lnTo>
                  <a:pt x="248530" y="6071"/>
                </a:lnTo>
              </a:path>
            </a:pathLst>
          </a:custGeom>
          <a:noFill/>
          <a:ln w="4715">
            <a:solidFill>
              <a:srgbClr val="623C8F">
                <a:alpha val="4000"/>
              </a:srgbClr>
            </a:solidFill>
            <a:prstDash val="solid"/>
          </a:ln>
        </p:spPr>
      </p:sp>
      <p:sp>
        <p:nvSpPr>
          <p:cNvPr id="199" name="lumia-token-stream-curve">
            <a:extLst>
              <a:ext uri="{FF2B5EF4-FFF2-40B4-BE49-F238E27FC236}">
                <a16:creationId xmlns:a16="http://schemas.microsoft.com/office/drawing/2014/main" id="{447D8CFC-5F7C-4048-939B-E0E2BDE05B00}"/>
              </a:ext>
            </a:extLst>
          </p:cNvPr>
          <p:cNvSpPr>
            <a:spLocks noGrp="1"/>
          </p:cNvSpPr>
          <p:nvPr/>
        </p:nvSpPr>
        <p:spPr>
          <a:xfrm>
            <a:off x="2990741" y="6003815"/>
            <a:ext cx="251238" cy="9525"/>
          </a:xfrm>
          <a:custGeom>
            <a:avLst/>
            <a:gdLst/>
            <a:ahLst/>
            <a:cxnLst/>
            <a:rect l="0" t="0" r="0" b="0"/>
            <a:pathLst>
              <a:path w="251238" h="9525">
                <a:moveTo>
                  <a:pt x="0" y="3420"/>
                </a:moveTo>
                <a:lnTo>
                  <a:pt x="251238" y="0"/>
                </a:lnTo>
              </a:path>
            </a:pathLst>
          </a:custGeom>
          <a:noFill/>
          <a:ln w="4715">
            <a:solidFill>
              <a:srgbClr val="6F3C86">
                <a:alpha val="4000"/>
              </a:srgbClr>
            </a:solidFill>
            <a:prstDash val="solid"/>
          </a:ln>
        </p:spPr>
      </p:sp>
      <p:sp>
        <p:nvSpPr>
          <p:cNvPr id="200" name="lumia-token-stream-curve">
            <a:extLst>
              <a:ext uri="{FF2B5EF4-FFF2-40B4-BE49-F238E27FC236}">
                <a16:creationId xmlns:a16="http://schemas.microsoft.com/office/drawing/2014/main" id="{12C2C7C6-FD2A-4DEA-882D-2C202AB00721}"/>
              </a:ext>
            </a:extLst>
          </p:cNvPr>
          <p:cNvSpPr>
            <a:spLocks noGrp="1"/>
          </p:cNvSpPr>
          <p:nvPr/>
        </p:nvSpPr>
        <p:spPr>
          <a:xfrm>
            <a:off x="3241979" y="5990830"/>
            <a:ext cx="253859" cy="12985"/>
          </a:xfrm>
          <a:custGeom>
            <a:avLst/>
            <a:gdLst/>
            <a:ahLst/>
            <a:cxnLst/>
            <a:rect l="0" t="0" r="0" b="0"/>
            <a:pathLst>
              <a:path w="253859" h="12985">
                <a:moveTo>
                  <a:pt x="0" y="12985"/>
                </a:moveTo>
                <a:lnTo>
                  <a:pt x="253859" y="0"/>
                </a:lnTo>
              </a:path>
            </a:pathLst>
          </a:custGeom>
          <a:noFill/>
          <a:ln w="4715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201" name="lumia-token-stream-curve">
            <a:extLst>
              <a:ext uri="{FF2B5EF4-FFF2-40B4-BE49-F238E27FC236}">
                <a16:creationId xmlns:a16="http://schemas.microsoft.com/office/drawing/2014/main" id="{5EAFC4AB-E57D-4AE4-9CB2-8CB0F1247363}"/>
              </a:ext>
            </a:extLst>
          </p:cNvPr>
          <p:cNvSpPr>
            <a:spLocks noGrp="1"/>
          </p:cNvSpPr>
          <p:nvPr/>
        </p:nvSpPr>
        <p:spPr>
          <a:xfrm>
            <a:off x="3495838" y="5969043"/>
            <a:ext cx="256394" cy="21787"/>
          </a:xfrm>
          <a:custGeom>
            <a:avLst/>
            <a:gdLst/>
            <a:ahLst/>
            <a:cxnLst/>
            <a:rect l="0" t="0" r="0" b="0"/>
            <a:pathLst>
              <a:path w="256394" h="21787">
                <a:moveTo>
                  <a:pt x="0" y="21787"/>
                </a:moveTo>
                <a:lnTo>
                  <a:pt x="256394" y="0"/>
                </a:lnTo>
              </a:path>
            </a:pathLst>
          </a:custGeom>
          <a:noFill/>
          <a:ln w="4715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202" name="lumia-token-stream-curve">
            <a:extLst>
              <a:ext uri="{FF2B5EF4-FFF2-40B4-BE49-F238E27FC236}">
                <a16:creationId xmlns:a16="http://schemas.microsoft.com/office/drawing/2014/main" id="{9F8B743C-2D7E-40BD-B486-7A1EF124C190}"/>
              </a:ext>
            </a:extLst>
          </p:cNvPr>
          <p:cNvSpPr>
            <a:spLocks noGrp="1"/>
          </p:cNvSpPr>
          <p:nvPr/>
        </p:nvSpPr>
        <p:spPr>
          <a:xfrm>
            <a:off x="3752232" y="5940030"/>
            <a:ext cx="258841" cy="29013"/>
          </a:xfrm>
          <a:custGeom>
            <a:avLst/>
            <a:gdLst/>
            <a:ahLst/>
            <a:cxnLst/>
            <a:rect l="0" t="0" r="0" b="0"/>
            <a:pathLst>
              <a:path w="258841" h="29013">
                <a:moveTo>
                  <a:pt x="0" y="29013"/>
                </a:moveTo>
                <a:lnTo>
                  <a:pt x="258841" y="0"/>
                </a:lnTo>
              </a:path>
            </a:pathLst>
          </a:custGeom>
          <a:noFill/>
          <a:ln w="4715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203" name="lumia-token-stream-curve">
            <a:extLst>
              <a:ext uri="{FF2B5EF4-FFF2-40B4-BE49-F238E27FC236}">
                <a16:creationId xmlns:a16="http://schemas.microsoft.com/office/drawing/2014/main" id="{4BF2A0DC-3FF2-42E2-AD2E-1F9AF2C4A6E1}"/>
              </a:ext>
            </a:extLst>
          </p:cNvPr>
          <p:cNvSpPr>
            <a:spLocks noGrp="1"/>
          </p:cNvSpPr>
          <p:nvPr/>
        </p:nvSpPr>
        <p:spPr>
          <a:xfrm>
            <a:off x="4011073" y="5906054"/>
            <a:ext cx="261202" cy="33976"/>
          </a:xfrm>
          <a:custGeom>
            <a:avLst/>
            <a:gdLst/>
            <a:ahLst/>
            <a:cxnLst/>
            <a:rect l="0" t="0" r="0" b="0"/>
            <a:pathLst>
              <a:path w="261202" h="33976">
                <a:moveTo>
                  <a:pt x="0" y="33976"/>
                </a:moveTo>
                <a:lnTo>
                  <a:pt x="261202" y="0"/>
                </a:lnTo>
              </a:path>
            </a:pathLst>
          </a:custGeom>
          <a:noFill/>
          <a:ln w="4730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204" name="lumia-token-stream-curve">
            <a:extLst>
              <a:ext uri="{FF2B5EF4-FFF2-40B4-BE49-F238E27FC236}">
                <a16:creationId xmlns:a16="http://schemas.microsoft.com/office/drawing/2014/main" id="{4CD1597E-05E8-431C-8DE9-79638F7788D2}"/>
              </a:ext>
            </a:extLst>
          </p:cNvPr>
          <p:cNvSpPr>
            <a:spLocks noGrp="1"/>
          </p:cNvSpPr>
          <p:nvPr/>
        </p:nvSpPr>
        <p:spPr>
          <a:xfrm>
            <a:off x="4272276" y="5869853"/>
            <a:ext cx="263476" cy="36201"/>
          </a:xfrm>
          <a:custGeom>
            <a:avLst/>
            <a:gdLst/>
            <a:ahLst/>
            <a:cxnLst/>
            <a:rect l="0" t="0" r="0" b="0"/>
            <a:pathLst>
              <a:path w="263476" h="36201">
                <a:moveTo>
                  <a:pt x="0" y="36201"/>
                </a:moveTo>
                <a:lnTo>
                  <a:pt x="263476" y="0"/>
                </a:lnTo>
              </a:path>
            </a:pathLst>
          </a:custGeom>
          <a:noFill/>
          <a:ln w="4763">
            <a:solidFill>
              <a:srgbClr val="B0405B">
                <a:alpha val="5000"/>
              </a:srgbClr>
            </a:solidFill>
            <a:prstDash val="solid"/>
          </a:ln>
        </p:spPr>
      </p:sp>
      <p:sp>
        <p:nvSpPr>
          <p:cNvPr id="205" name="lumia-token-stream-curve">
            <a:extLst>
              <a:ext uri="{FF2B5EF4-FFF2-40B4-BE49-F238E27FC236}">
                <a16:creationId xmlns:a16="http://schemas.microsoft.com/office/drawing/2014/main" id="{8EC9EDF3-80EF-4128-9AEC-602A0828F507}"/>
              </a:ext>
            </a:extLst>
          </p:cNvPr>
          <p:cNvSpPr>
            <a:spLocks noGrp="1"/>
          </p:cNvSpPr>
          <p:nvPr/>
        </p:nvSpPr>
        <p:spPr>
          <a:xfrm>
            <a:off x="4535752" y="5834351"/>
            <a:ext cx="265664" cy="35503"/>
          </a:xfrm>
          <a:custGeom>
            <a:avLst/>
            <a:gdLst/>
            <a:ahLst/>
            <a:cxnLst/>
            <a:rect l="0" t="0" r="0" b="0"/>
            <a:pathLst>
              <a:path w="265664" h="35503">
                <a:moveTo>
                  <a:pt x="0" y="35503"/>
                </a:moveTo>
                <a:lnTo>
                  <a:pt x="265664" y="0"/>
                </a:lnTo>
              </a:path>
            </a:pathLst>
          </a:custGeom>
          <a:noFill/>
          <a:ln w="4812">
            <a:solidFill>
              <a:srgbClr val="BD4153">
                <a:alpha val="5000"/>
              </a:srgbClr>
            </a:solidFill>
            <a:prstDash val="solid"/>
          </a:ln>
        </p:spPr>
      </p:sp>
      <p:sp>
        <p:nvSpPr>
          <p:cNvPr id="206" name="lumia-token-stream-curve">
            <a:extLst>
              <a:ext uri="{FF2B5EF4-FFF2-40B4-BE49-F238E27FC236}">
                <a16:creationId xmlns:a16="http://schemas.microsoft.com/office/drawing/2014/main" id="{8016D553-E663-42BF-8E16-61B57FA2F82E}"/>
              </a:ext>
            </a:extLst>
          </p:cNvPr>
          <p:cNvSpPr>
            <a:spLocks noGrp="1"/>
          </p:cNvSpPr>
          <p:nvPr/>
        </p:nvSpPr>
        <p:spPr>
          <a:xfrm>
            <a:off x="4801416" y="5802322"/>
            <a:ext cx="267764" cy="32029"/>
          </a:xfrm>
          <a:custGeom>
            <a:avLst/>
            <a:gdLst/>
            <a:ahLst/>
            <a:cxnLst/>
            <a:rect l="0" t="0" r="0" b="0"/>
            <a:pathLst>
              <a:path w="267764" h="32029">
                <a:moveTo>
                  <a:pt x="0" y="32029"/>
                </a:moveTo>
                <a:lnTo>
                  <a:pt x="267764" y="0"/>
                </a:lnTo>
              </a:path>
            </a:pathLst>
          </a:custGeom>
          <a:noFill/>
          <a:ln w="4877">
            <a:solidFill>
              <a:srgbClr val="CA414A">
                <a:alpha val="5000"/>
              </a:srgbClr>
            </a:solidFill>
            <a:prstDash val="solid"/>
          </a:ln>
        </p:spPr>
      </p:sp>
      <p:sp>
        <p:nvSpPr>
          <p:cNvPr id="207" name="lumia-token-stream-curve">
            <a:extLst>
              <a:ext uri="{FF2B5EF4-FFF2-40B4-BE49-F238E27FC236}">
                <a16:creationId xmlns:a16="http://schemas.microsoft.com/office/drawing/2014/main" id="{2281A699-910C-4532-97A5-170684458786}"/>
              </a:ext>
            </a:extLst>
          </p:cNvPr>
          <p:cNvSpPr>
            <a:spLocks noGrp="1"/>
          </p:cNvSpPr>
          <p:nvPr/>
        </p:nvSpPr>
        <p:spPr>
          <a:xfrm>
            <a:off x="5069180" y="5776058"/>
            <a:ext cx="269778" cy="26264"/>
          </a:xfrm>
          <a:custGeom>
            <a:avLst/>
            <a:gdLst/>
            <a:ahLst/>
            <a:cxnLst/>
            <a:rect l="0" t="0" r="0" b="0"/>
            <a:pathLst>
              <a:path w="269778" h="26264">
                <a:moveTo>
                  <a:pt x="0" y="26264"/>
                </a:moveTo>
                <a:lnTo>
                  <a:pt x="269778" y="0"/>
                </a:lnTo>
              </a:path>
            </a:pathLst>
          </a:custGeom>
          <a:noFill/>
          <a:ln w="4956">
            <a:solidFill>
              <a:srgbClr val="D74242">
                <a:alpha val="5000"/>
              </a:srgbClr>
            </a:solidFill>
            <a:prstDash val="solid"/>
          </a:ln>
        </p:spPr>
      </p:sp>
      <p:sp>
        <p:nvSpPr>
          <p:cNvPr id="208" name="lumia-token-stream-curve">
            <a:extLst>
              <a:ext uri="{FF2B5EF4-FFF2-40B4-BE49-F238E27FC236}">
                <a16:creationId xmlns:a16="http://schemas.microsoft.com/office/drawing/2014/main" id="{A291FF67-FFB4-4B6E-A7DF-7D346EEFE83B}"/>
              </a:ext>
            </a:extLst>
          </p:cNvPr>
          <p:cNvSpPr>
            <a:spLocks noGrp="1"/>
          </p:cNvSpPr>
          <p:nvPr/>
        </p:nvSpPr>
        <p:spPr>
          <a:xfrm>
            <a:off x="5338958" y="5757063"/>
            <a:ext cx="271705" cy="18995"/>
          </a:xfrm>
          <a:custGeom>
            <a:avLst/>
            <a:gdLst/>
            <a:ahLst/>
            <a:cxnLst/>
            <a:rect l="0" t="0" r="0" b="0"/>
            <a:pathLst>
              <a:path w="271705" h="18995">
                <a:moveTo>
                  <a:pt x="0" y="18995"/>
                </a:moveTo>
                <a:lnTo>
                  <a:pt x="271705" y="0"/>
                </a:lnTo>
              </a:path>
            </a:pathLst>
          </a:custGeom>
          <a:noFill/>
          <a:ln w="5047">
            <a:solidFill>
              <a:srgbClr val="E44339">
                <a:alpha val="5000"/>
              </a:srgbClr>
            </a:solidFill>
            <a:prstDash val="solid"/>
          </a:ln>
        </p:spPr>
      </p:sp>
      <p:sp>
        <p:nvSpPr>
          <p:cNvPr id="209" name="lumia-token-stream-curve">
            <a:extLst>
              <a:ext uri="{FF2B5EF4-FFF2-40B4-BE49-F238E27FC236}">
                <a16:creationId xmlns:a16="http://schemas.microsoft.com/office/drawing/2014/main" id="{4A0118D3-7DBD-42B0-96E6-C950588FF8EB}"/>
              </a:ext>
            </a:extLst>
          </p:cNvPr>
          <p:cNvSpPr>
            <a:spLocks noGrp="1"/>
          </p:cNvSpPr>
          <p:nvPr/>
        </p:nvSpPr>
        <p:spPr>
          <a:xfrm>
            <a:off x="5610662" y="5745828"/>
            <a:ext cx="273545" cy="11235"/>
          </a:xfrm>
          <a:custGeom>
            <a:avLst/>
            <a:gdLst/>
            <a:ahLst/>
            <a:cxnLst/>
            <a:rect l="0" t="0" r="0" b="0"/>
            <a:pathLst>
              <a:path w="273545" h="11235">
                <a:moveTo>
                  <a:pt x="0" y="11235"/>
                </a:moveTo>
                <a:lnTo>
                  <a:pt x="273545" y="0"/>
                </a:lnTo>
              </a:path>
            </a:pathLst>
          </a:custGeom>
          <a:noFill/>
          <a:ln w="5150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210" name="lumia-token-stream-curve">
            <a:extLst>
              <a:ext uri="{FF2B5EF4-FFF2-40B4-BE49-F238E27FC236}">
                <a16:creationId xmlns:a16="http://schemas.microsoft.com/office/drawing/2014/main" id="{AC828AEB-9DD9-4D75-8420-65279B0A245B}"/>
              </a:ext>
            </a:extLst>
          </p:cNvPr>
          <p:cNvSpPr>
            <a:spLocks noGrp="1"/>
          </p:cNvSpPr>
          <p:nvPr/>
        </p:nvSpPr>
        <p:spPr>
          <a:xfrm>
            <a:off x="5884207" y="5741725"/>
            <a:ext cx="275298" cy="9525"/>
          </a:xfrm>
          <a:custGeom>
            <a:avLst/>
            <a:gdLst/>
            <a:ahLst/>
            <a:cxnLst/>
            <a:rect l="0" t="0" r="0" b="0"/>
            <a:pathLst>
              <a:path w="275298" h="9525">
                <a:moveTo>
                  <a:pt x="0" y="4103"/>
                </a:moveTo>
                <a:lnTo>
                  <a:pt x="275298" y="0"/>
                </a:lnTo>
              </a:path>
            </a:pathLst>
          </a:custGeom>
          <a:noFill/>
          <a:ln w="5263">
            <a:solidFill>
              <a:srgbClr val="EC532F">
                <a:alpha val="6000"/>
              </a:srgbClr>
            </a:solidFill>
            <a:prstDash val="solid"/>
          </a:ln>
        </p:spPr>
      </p:sp>
      <p:sp>
        <p:nvSpPr>
          <p:cNvPr id="211" name="lumia-token-stream-curve">
            <a:extLst>
              <a:ext uri="{FF2B5EF4-FFF2-40B4-BE49-F238E27FC236}">
                <a16:creationId xmlns:a16="http://schemas.microsoft.com/office/drawing/2014/main" id="{38E431C0-6740-4450-A6D9-63968FF8771E}"/>
              </a:ext>
            </a:extLst>
          </p:cNvPr>
          <p:cNvSpPr>
            <a:spLocks noGrp="1"/>
          </p:cNvSpPr>
          <p:nvPr/>
        </p:nvSpPr>
        <p:spPr>
          <a:xfrm>
            <a:off x="6159505" y="5741725"/>
            <a:ext cx="276964" cy="9525"/>
          </a:xfrm>
          <a:custGeom>
            <a:avLst/>
            <a:gdLst/>
            <a:ahLst/>
            <a:cxnLst/>
            <a:rect l="0" t="0" r="0" b="0"/>
            <a:pathLst>
              <a:path w="276964" h="9525">
                <a:moveTo>
                  <a:pt x="0" y="0"/>
                </a:moveTo>
                <a:lnTo>
                  <a:pt x="276964" y="1304"/>
                </a:lnTo>
              </a:path>
            </a:pathLst>
          </a:custGeom>
          <a:noFill/>
          <a:ln w="5385">
            <a:solidFill>
              <a:srgbClr val="EE5E2A">
                <a:alpha val="6000"/>
              </a:srgbClr>
            </a:solidFill>
            <a:prstDash val="solid"/>
          </a:ln>
        </p:spPr>
      </p:sp>
      <p:sp>
        <p:nvSpPr>
          <p:cNvPr id="212" name="lumia-token-stream-curve">
            <a:extLst>
              <a:ext uri="{FF2B5EF4-FFF2-40B4-BE49-F238E27FC236}">
                <a16:creationId xmlns:a16="http://schemas.microsoft.com/office/drawing/2014/main" id="{F20DAF94-1096-45CD-A186-1D862E615866}"/>
              </a:ext>
            </a:extLst>
          </p:cNvPr>
          <p:cNvSpPr>
            <a:spLocks noGrp="1"/>
          </p:cNvSpPr>
          <p:nvPr/>
        </p:nvSpPr>
        <p:spPr>
          <a:xfrm>
            <a:off x="6436469" y="5743029"/>
            <a:ext cx="278544" cy="9525"/>
          </a:xfrm>
          <a:custGeom>
            <a:avLst/>
            <a:gdLst/>
            <a:ahLst/>
            <a:cxnLst/>
            <a:rect l="0" t="0" r="0" b="0"/>
            <a:pathLst>
              <a:path w="278544" h="9525">
                <a:moveTo>
                  <a:pt x="0" y="0"/>
                </a:moveTo>
                <a:lnTo>
                  <a:pt x="278544" y="4059"/>
                </a:lnTo>
              </a:path>
            </a:pathLst>
          </a:custGeom>
          <a:noFill/>
          <a:ln w="5514">
            <a:solidFill>
              <a:srgbClr val="EF6926">
                <a:alpha val="6000"/>
              </a:srgbClr>
            </a:solidFill>
            <a:prstDash val="solid"/>
          </a:ln>
        </p:spPr>
      </p:sp>
      <p:sp>
        <p:nvSpPr>
          <p:cNvPr id="213" name="lumia-token-stream-curve">
            <a:extLst>
              <a:ext uri="{FF2B5EF4-FFF2-40B4-BE49-F238E27FC236}">
                <a16:creationId xmlns:a16="http://schemas.microsoft.com/office/drawing/2014/main" id="{1036B8AC-828B-46F4-BD13-DA7A4681F3E8}"/>
              </a:ext>
            </a:extLst>
          </p:cNvPr>
          <p:cNvSpPr>
            <a:spLocks noGrp="1"/>
          </p:cNvSpPr>
          <p:nvPr/>
        </p:nvSpPr>
        <p:spPr>
          <a:xfrm>
            <a:off x="6715013" y="5747088"/>
            <a:ext cx="280037" cy="9525"/>
          </a:xfrm>
          <a:custGeom>
            <a:avLst/>
            <a:gdLst/>
            <a:ahLst/>
            <a:cxnLst/>
            <a:rect l="0" t="0" r="0" b="0"/>
            <a:pathLst>
              <a:path w="280037" h="9525">
                <a:moveTo>
                  <a:pt x="0" y="0"/>
                </a:moveTo>
                <a:lnTo>
                  <a:pt x="280037" y="3531"/>
                </a:lnTo>
              </a:path>
            </a:pathLst>
          </a:custGeom>
          <a:noFill/>
          <a:ln w="5648">
            <a:solidFill>
              <a:srgbClr val="F17322">
                <a:alpha val="6000"/>
              </a:srgbClr>
            </a:solidFill>
            <a:prstDash val="solid"/>
          </a:ln>
        </p:spPr>
      </p:sp>
      <p:sp>
        <p:nvSpPr>
          <p:cNvPr id="214" name="lumia-token-stream-curve">
            <a:extLst>
              <a:ext uri="{FF2B5EF4-FFF2-40B4-BE49-F238E27FC236}">
                <a16:creationId xmlns:a16="http://schemas.microsoft.com/office/drawing/2014/main" id="{BB0DA967-154B-46BC-B6C5-270845AC56B4}"/>
              </a:ext>
            </a:extLst>
          </p:cNvPr>
          <p:cNvSpPr>
            <a:spLocks noGrp="1"/>
          </p:cNvSpPr>
          <p:nvPr/>
        </p:nvSpPr>
        <p:spPr>
          <a:xfrm>
            <a:off x="6995049" y="5750103"/>
            <a:ext cx="281442" cy="9525"/>
          </a:xfrm>
          <a:custGeom>
            <a:avLst/>
            <a:gdLst/>
            <a:ahLst/>
            <a:cxnLst/>
            <a:rect l="0" t="0" r="0" b="0"/>
            <a:pathLst>
              <a:path w="281442" h="9525">
                <a:moveTo>
                  <a:pt x="0" y="517"/>
                </a:moveTo>
                <a:lnTo>
                  <a:pt x="281442" y="0"/>
                </a:lnTo>
              </a:path>
            </a:pathLst>
          </a:custGeom>
          <a:noFill/>
          <a:ln w="5788">
            <a:solidFill>
              <a:srgbClr val="F27E1E">
                <a:alpha val="6000"/>
              </a:srgbClr>
            </a:solidFill>
            <a:prstDash val="solid"/>
          </a:ln>
        </p:spPr>
      </p:sp>
      <p:sp>
        <p:nvSpPr>
          <p:cNvPr id="215" name="lumia-token-stream-curve">
            <a:extLst>
              <a:ext uri="{FF2B5EF4-FFF2-40B4-BE49-F238E27FC236}">
                <a16:creationId xmlns:a16="http://schemas.microsoft.com/office/drawing/2014/main" id="{CFE4240C-3CE7-417B-AAFB-6D160D24DF8F}"/>
              </a:ext>
            </a:extLst>
          </p:cNvPr>
          <p:cNvSpPr>
            <a:spLocks noGrp="1"/>
          </p:cNvSpPr>
          <p:nvPr/>
        </p:nvSpPr>
        <p:spPr>
          <a:xfrm>
            <a:off x="7276492" y="5742225"/>
            <a:ext cx="282762" cy="9525"/>
          </a:xfrm>
          <a:custGeom>
            <a:avLst/>
            <a:gdLst/>
            <a:ahLst/>
            <a:cxnLst/>
            <a:rect l="0" t="0" r="0" b="0"/>
            <a:pathLst>
              <a:path w="282762" h="9525">
                <a:moveTo>
                  <a:pt x="0" y="7878"/>
                </a:moveTo>
                <a:lnTo>
                  <a:pt x="282762" y="0"/>
                </a:lnTo>
              </a:path>
            </a:pathLst>
          </a:custGeom>
          <a:noFill/>
          <a:ln w="5930">
            <a:solidFill>
              <a:srgbClr val="F48919">
                <a:alpha val="7000"/>
              </a:srgbClr>
            </a:solidFill>
            <a:prstDash val="solid"/>
          </a:ln>
        </p:spPr>
      </p:sp>
      <p:sp>
        <p:nvSpPr>
          <p:cNvPr id="216" name="lumia-token-stream-curve">
            <a:extLst>
              <a:ext uri="{FF2B5EF4-FFF2-40B4-BE49-F238E27FC236}">
                <a16:creationId xmlns:a16="http://schemas.microsoft.com/office/drawing/2014/main" id="{5C69071C-579D-4E0D-AF2E-3B609DB6E649}"/>
              </a:ext>
            </a:extLst>
          </p:cNvPr>
          <p:cNvSpPr>
            <a:spLocks noGrp="1"/>
          </p:cNvSpPr>
          <p:nvPr/>
        </p:nvSpPr>
        <p:spPr>
          <a:xfrm>
            <a:off x="7559253" y="5724313"/>
            <a:ext cx="283994" cy="17912"/>
          </a:xfrm>
          <a:custGeom>
            <a:avLst/>
            <a:gdLst/>
            <a:ahLst/>
            <a:cxnLst/>
            <a:rect l="0" t="0" r="0" b="0"/>
            <a:pathLst>
              <a:path w="283994" h="17912">
                <a:moveTo>
                  <a:pt x="0" y="17912"/>
                </a:moveTo>
                <a:lnTo>
                  <a:pt x="283994" y="0"/>
                </a:lnTo>
              </a:path>
            </a:pathLst>
          </a:custGeom>
          <a:noFill/>
          <a:ln w="6075">
            <a:solidFill>
              <a:srgbClr val="F59415">
                <a:alpha val="7000"/>
              </a:srgbClr>
            </a:solidFill>
            <a:prstDash val="solid"/>
          </a:ln>
        </p:spPr>
      </p:sp>
      <p:sp>
        <p:nvSpPr>
          <p:cNvPr id="217" name="lumia-token-stream-curve">
            <a:extLst>
              <a:ext uri="{FF2B5EF4-FFF2-40B4-BE49-F238E27FC236}">
                <a16:creationId xmlns:a16="http://schemas.microsoft.com/office/drawing/2014/main" id="{19B15C07-0FF0-4FE9-BE57-E5284D330C6C}"/>
              </a:ext>
            </a:extLst>
          </p:cNvPr>
          <p:cNvSpPr>
            <a:spLocks noGrp="1"/>
          </p:cNvSpPr>
          <p:nvPr/>
        </p:nvSpPr>
        <p:spPr>
          <a:xfrm>
            <a:off x="7843247" y="5694704"/>
            <a:ext cx="285139" cy="29609"/>
          </a:xfrm>
          <a:custGeom>
            <a:avLst/>
            <a:gdLst/>
            <a:ahLst/>
            <a:cxnLst/>
            <a:rect l="0" t="0" r="0" b="0"/>
            <a:pathLst>
              <a:path w="285139" h="29609">
                <a:moveTo>
                  <a:pt x="0" y="29609"/>
                </a:moveTo>
                <a:lnTo>
                  <a:pt x="285139" y="0"/>
                </a:lnTo>
              </a:path>
            </a:pathLst>
          </a:custGeom>
          <a:noFill/>
          <a:ln w="6220">
            <a:solidFill>
              <a:srgbClr val="F79E11">
                <a:alpha val="7000"/>
              </a:srgbClr>
            </a:solidFill>
            <a:prstDash val="solid"/>
          </a:ln>
        </p:spPr>
      </p:sp>
      <p:sp>
        <p:nvSpPr>
          <p:cNvPr id="218" name="lumia-token-stream-curve">
            <a:extLst>
              <a:ext uri="{FF2B5EF4-FFF2-40B4-BE49-F238E27FC236}">
                <a16:creationId xmlns:a16="http://schemas.microsoft.com/office/drawing/2014/main" id="{C4E6A353-8AD5-4128-B70B-B3D801C17640}"/>
              </a:ext>
            </a:extLst>
          </p:cNvPr>
          <p:cNvSpPr>
            <a:spLocks noGrp="1"/>
          </p:cNvSpPr>
          <p:nvPr/>
        </p:nvSpPr>
        <p:spPr>
          <a:xfrm>
            <a:off x="8128387" y="5652991"/>
            <a:ext cx="286198" cy="41713"/>
          </a:xfrm>
          <a:custGeom>
            <a:avLst/>
            <a:gdLst/>
            <a:ahLst/>
            <a:cxnLst/>
            <a:rect l="0" t="0" r="0" b="0"/>
            <a:pathLst>
              <a:path w="286198" h="41713">
                <a:moveTo>
                  <a:pt x="0" y="41713"/>
                </a:moveTo>
                <a:lnTo>
                  <a:pt x="286198" y="0"/>
                </a:lnTo>
              </a:path>
            </a:pathLst>
          </a:custGeom>
          <a:noFill/>
          <a:ln w="6364">
            <a:solidFill>
              <a:srgbClr val="F8A90C">
                <a:alpha val="7000"/>
              </a:srgbClr>
            </a:solidFill>
            <a:prstDash val="solid"/>
          </a:ln>
        </p:spPr>
      </p:sp>
      <p:sp>
        <p:nvSpPr>
          <p:cNvPr id="219" name="lumia-token-stream-curve">
            <a:extLst>
              <a:ext uri="{FF2B5EF4-FFF2-40B4-BE49-F238E27FC236}">
                <a16:creationId xmlns:a16="http://schemas.microsoft.com/office/drawing/2014/main" id="{568E6DE9-C323-43BB-99D9-296FFD409E8E}"/>
              </a:ext>
            </a:extLst>
          </p:cNvPr>
          <p:cNvSpPr>
            <a:spLocks noGrp="1"/>
          </p:cNvSpPr>
          <p:nvPr/>
        </p:nvSpPr>
        <p:spPr>
          <a:xfrm>
            <a:off x="8414585" y="5600109"/>
            <a:ext cx="287170" cy="52882"/>
          </a:xfrm>
          <a:custGeom>
            <a:avLst/>
            <a:gdLst/>
            <a:ahLst/>
            <a:cxnLst/>
            <a:rect l="0" t="0" r="0" b="0"/>
            <a:pathLst>
              <a:path w="287170" h="52882">
                <a:moveTo>
                  <a:pt x="0" y="52882"/>
                </a:moveTo>
                <a:lnTo>
                  <a:pt x="287170" y="0"/>
                </a:lnTo>
              </a:path>
            </a:pathLst>
          </a:custGeom>
          <a:noFill/>
          <a:ln w="6506">
            <a:solidFill>
              <a:srgbClr val="FAB408">
                <a:alpha val="7000"/>
              </a:srgbClr>
            </a:solidFill>
            <a:prstDash val="solid"/>
          </a:ln>
        </p:spPr>
      </p:sp>
      <p:sp>
        <p:nvSpPr>
          <p:cNvPr id="220" name="lumia-token-stream-curve">
            <a:extLst>
              <a:ext uri="{FF2B5EF4-FFF2-40B4-BE49-F238E27FC236}">
                <a16:creationId xmlns:a16="http://schemas.microsoft.com/office/drawing/2014/main" id="{5CB9D450-4650-4E38-9363-AEE17E286DFF}"/>
              </a:ext>
            </a:extLst>
          </p:cNvPr>
          <p:cNvSpPr>
            <a:spLocks noGrp="1"/>
          </p:cNvSpPr>
          <p:nvPr/>
        </p:nvSpPr>
        <p:spPr>
          <a:xfrm>
            <a:off x="8701755" y="5538241"/>
            <a:ext cx="288055" cy="61868"/>
          </a:xfrm>
          <a:custGeom>
            <a:avLst/>
            <a:gdLst/>
            <a:ahLst/>
            <a:cxnLst/>
            <a:rect l="0" t="0" r="0" b="0"/>
            <a:pathLst>
              <a:path w="288055" h="61868">
                <a:moveTo>
                  <a:pt x="0" y="61868"/>
                </a:moveTo>
                <a:lnTo>
                  <a:pt x="288055" y="0"/>
                </a:lnTo>
              </a:path>
            </a:pathLst>
          </a:custGeom>
          <a:noFill/>
          <a:ln w="6644">
            <a:solidFill>
              <a:srgbClr val="F7BC07">
                <a:alpha val="7000"/>
              </a:srgbClr>
            </a:solidFill>
            <a:prstDash val="solid"/>
          </a:ln>
        </p:spPr>
      </p:sp>
      <p:sp>
        <p:nvSpPr>
          <p:cNvPr id="221" name="lumia-token-stream-curve">
            <a:extLst>
              <a:ext uri="{FF2B5EF4-FFF2-40B4-BE49-F238E27FC236}">
                <a16:creationId xmlns:a16="http://schemas.microsoft.com/office/drawing/2014/main" id="{9A70BCB3-F438-4897-A08E-EED35CC9D6B8}"/>
              </a:ext>
            </a:extLst>
          </p:cNvPr>
          <p:cNvSpPr>
            <a:spLocks noGrp="1"/>
          </p:cNvSpPr>
          <p:nvPr/>
        </p:nvSpPr>
        <p:spPr>
          <a:xfrm>
            <a:off x="8989810" y="5470553"/>
            <a:ext cx="288853" cy="67688"/>
          </a:xfrm>
          <a:custGeom>
            <a:avLst/>
            <a:gdLst/>
            <a:ahLst/>
            <a:cxnLst/>
            <a:rect l="0" t="0" r="0" b="0"/>
            <a:pathLst>
              <a:path w="288853" h="67688">
                <a:moveTo>
                  <a:pt x="0" y="67688"/>
                </a:moveTo>
                <a:lnTo>
                  <a:pt x="288853" y="0"/>
                </a:lnTo>
              </a:path>
            </a:pathLst>
          </a:custGeom>
          <a:noFill/>
          <a:ln w="6778">
            <a:solidFill>
              <a:srgbClr val="E5BA0E">
                <a:alpha val="8000"/>
              </a:srgbClr>
            </a:solidFill>
            <a:prstDash val="solid"/>
          </a:ln>
        </p:spPr>
      </p:sp>
      <p:sp>
        <p:nvSpPr>
          <p:cNvPr id="222" name="lumia-token-stream-curve">
            <a:extLst>
              <a:ext uri="{FF2B5EF4-FFF2-40B4-BE49-F238E27FC236}">
                <a16:creationId xmlns:a16="http://schemas.microsoft.com/office/drawing/2014/main" id="{80E84CE2-7868-40F7-8268-10EA041CB397}"/>
              </a:ext>
            </a:extLst>
          </p:cNvPr>
          <p:cNvSpPr>
            <a:spLocks noGrp="1"/>
          </p:cNvSpPr>
          <p:nvPr/>
        </p:nvSpPr>
        <p:spPr>
          <a:xfrm>
            <a:off x="9278663" y="5400789"/>
            <a:ext cx="289565" cy="69765"/>
          </a:xfrm>
          <a:custGeom>
            <a:avLst/>
            <a:gdLst/>
            <a:ahLst/>
            <a:cxnLst/>
            <a:rect l="0" t="0" r="0" b="0"/>
            <a:pathLst>
              <a:path w="289565" h="69765">
                <a:moveTo>
                  <a:pt x="0" y="69765"/>
                </a:moveTo>
                <a:lnTo>
                  <a:pt x="289565" y="0"/>
                </a:lnTo>
              </a:path>
            </a:pathLst>
          </a:custGeom>
          <a:noFill/>
          <a:ln w="6905">
            <a:solidFill>
              <a:srgbClr val="D3B815">
                <a:alpha val="8000"/>
              </a:srgbClr>
            </a:solidFill>
            <a:prstDash val="solid"/>
          </a:ln>
        </p:spPr>
      </p:sp>
      <p:sp>
        <p:nvSpPr>
          <p:cNvPr id="223" name="lumia-token-stream-curve">
            <a:extLst>
              <a:ext uri="{FF2B5EF4-FFF2-40B4-BE49-F238E27FC236}">
                <a16:creationId xmlns:a16="http://schemas.microsoft.com/office/drawing/2014/main" id="{74CB9BCC-C401-4C63-97DF-86EB97BDC289}"/>
              </a:ext>
            </a:extLst>
          </p:cNvPr>
          <p:cNvSpPr>
            <a:spLocks noGrp="1"/>
          </p:cNvSpPr>
          <p:nvPr/>
        </p:nvSpPr>
        <p:spPr>
          <a:xfrm>
            <a:off x="9568228" y="5332770"/>
            <a:ext cx="290189" cy="68019"/>
          </a:xfrm>
          <a:custGeom>
            <a:avLst/>
            <a:gdLst/>
            <a:ahLst/>
            <a:cxnLst/>
            <a:rect l="0" t="0" r="0" b="0"/>
            <a:pathLst>
              <a:path w="290189" h="68019">
                <a:moveTo>
                  <a:pt x="0" y="68019"/>
                </a:moveTo>
                <a:lnTo>
                  <a:pt x="290189" y="0"/>
                </a:lnTo>
              </a:path>
            </a:pathLst>
          </a:custGeom>
          <a:noFill/>
          <a:ln w="7025">
            <a:solidFill>
              <a:srgbClr val="C2B61C">
                <a:alpha val="8000"/>
              </a:srgbClr>
            </a:solidFill>
            <a:prstDash val="solid"/>
          </a:ln>
        </p:spPr>
      </p:sp>
      <p:sp>
        <p:nvSpPr>
          <p:cNvPr id="224" name="lumia-token-stream-curve">
            <a:extLst>
              <a:ext uri="{FF2B5EF4-FFF2-40B4-BE49-F238E27FC236}">
                <a16:creationId xmlns:a16="http://schemas.microsoft.com/office/drawing/2014/main" id="{52596248-03D3-4C22-993F-A22D7F4437BE}"/>
              </a:ext>
            </a:extLst>
          </p:cNvPr>
          <p:cNvSpPr>
            <a:spLocks noGrp="1"/>
          </p:cNvSpPr>
          <p:nvPr/>
        </p:nvSpPr>
        <p:spPr>
          <a:xfrm>
            <a:off x="9858417" y="5269883"/>
            <a:ext cx="290727" cy="62887"/>
          </a:xfrm>
          <a:custGeom>
            <a:avLst/>
            <a:gdLst/>
            <a:ahLst/>
            <a:cxnLst/>
            <a:rect l="0" t="0" r="0" b="0"/>
            <a:pathLst>
              <a:path w="290727" h="62887">
                <a:moveTo>
                  <a:pt x="0" y="62887"/>
                </a:moveTo>
                <a:lnTo>
                  <a:pt x="290727" y="0"/>
                </a:lnTo>
              </a:path>
            </a:pathLst>
          </a:custGeom>
          <a:noFill/>
          <a:ln w="7135">
            <a:solidFill>
              <a:srgbClr val="B0B422">
                <a:alpha val="8000"/>
              </a:srgbClr>
            </a:solidFill>
            <a:prstDash val="solid"/>
          </a:ln>
        </p:spPr>
      </p:sp>
      <p:sp>
        <p:nvSpPr>
          <p:cNvPr id="225" name="lumia-token-stream-curve">
            <a:extLst>
              <a:ext uri="{FF2B5EF4-FFF2-40B4-BE49-F238E27FC236}">
                <a16:creationId xmlns:a16="http://schemas.microsoft.com/office/drawing/2014/main" id="{1C45CEE7-E11B-425D-B980-527ADC250F53}"/>
              </a:ext>
            </a:extLst>
          </p:cNvPr>
          <p:cNvSpPr>
            <a:spLocks noGrp="1"/>
          </p:cNvSpPr>
          <p:nvPr/>
        </p:nvSpPr>
        <p:spPr>
          <a:xfrm>
            <a:off x="10149144" y="5214610"/>
            <a:ext cx="291178" cy="55273"/>
          </a:xfrm>
          <a:custGeom>
            <a:avLst/>
            <a:gdLst/>
            <a:ahLst/>
            <a:cxnLst/>
            <a:rect l="0" t="0" r="0" b="0"/>
            <a:pathLst>
              <a:path w="291178" h="55273">
                <a:moveTo>
                  <a:pt x="0" y="55273"/>
                </a:moveTo>
                <a:lnTo>
                  <a:pt x="291178" y="0"/>
                </a:lnTo>
              </a:path>
            </a:pathLst>
          </a:custGeom>
          <a:noFill/>
          <a:ln w="7236">
            <a:solidFill>
              <a:srgbClr val="9EB329">
                <a:alpha val="8000"/>
              </a:srgbClr>
            </a:solidFill>
            <a:prstDash val="solid"/>
          </a:ln>
        </p:spPr>
      </p:sp>
      <p:sp>
        <p:nvSpPr>
          <p:cNvPr id="226" name="lumia-token-stream-curve">
            <a:extLst>
              <a:ext uri="{FF2B5EF4-FFF2-40B4-BE49-F238E27FC236}">
                <a16:creationId xmlns:a16="http://schemas.microsoft.com/office/drawing/2014/main" id="{7F341F7B-FFE0-41D0-AED2-2BF9A8D5FCA1}"/>
              </a:ext>
            </a:extLst>
          </p:cNvPr>
          <p:cNvSpPr>
            <a:spLocks noGrp="1"/>
          </p:cNvSpPr>
          <p:nvPr/>
        </p:nvSpPr>
        <p:spPr>
          <a:xfrm>
            <a:off x="10440322" y="5168179"/>
            <a:ext cx="291542" cy="46430"/>
          </a:xfrm>
          <a:custGeom>
            <a:avLst/>
            <a:gdLst/>
            <a:ahLst/>
            <a:cxnLst/>
            <a:rect l="0" t="0" r="0" b="0"/>
            <a:pathLst>
              <a:path w="291542" h="46430">
                <a:moveTo>
                  <a:pt x="0" y="46430"/>
                </a:moveTo>
                <a:lnTo>
                  <a:pt x="291542" y="0"/>
                </a:lnTo>
              </a:path>
            </a:pathLst>
          </a:custGeom>
          <a:noFill/>
          <a:ln w="7324">
            <a:solidFill>
              <a:srgbClr val="8CB130">
                <a:alpha val="8000"/>
              </a:srgbClr>
            </a:solidFill>
            <a:prstDash val="solid"/>
          </a:ln>
        </p:spPr>
      </p:sp>
      <p:sp>
        <p:nvSpPr>
          <p:cNvPr id="227" name="lumia-token-stream-curve">
            <a:extLst>
              <a:ext uri="{FF2B5EF4-FFF2-40B4-BE49-F238E27FC236}">
                <a16:creationId xmlns:a16="http://schemas.microsoft.com/office/drawing/2014/main" id="{7840EF41-4813-4685-8085-16E9FFE00A8C}"/>
              </a:ext>
            </a:extLst>
          </p:cNvPr>
          <p:cNvSpPr>
            <a:spLocks noGrp="1"/>
          </p:cNvSpPr>
          <p:nvPr/>
        </p:nvSpPr>
        <p:spPr>
          <a:xfrm>
            <a:off x="10731864" y="5130387"/>
            <a:ext cx="291820" cy="37793"/>
          </a:xfrm>
          <a:custGeom>
            <a:avLst/>
            <a:gdLst/>
            <a:ahLst/>
            <a:cxnLst/>
            <a:rect l="0" t="0" r="0" b="0"/>
            <a:pathLst>
              <a:path w="291820" h="37793">
                <a:moveTo>
                  <a:pt x="0" y="37793"/>
                </a:moveTo>
                <a:lnTo>
                  <a:pt x="291820" y="0"/>
                </a:lnTo>
              </a:path>
            </a:pathLst>
          </a:custGeom>
          <a:noFill/>
          <a:ln w="7400">
            <a:solidFill>
              <a:srgbClr val="7BAF37">
                <a:alpha val="8000"/>
              </a:srgbClr>
            </a:solidFill>
            <a:prstDash val="solid"/>
          </a:ln>
        </p:spPr>
      </p:sp>
      <p:sp>
        <p:nvSpPr>
          <p:cNvPr id="228" name="lumia-token-stream-curve">
            <a:extLst>
              <a:ext uri="{FF2B5EF4-FFF2-40B4-BE49-F238E27FC236}">
                <a16:creationId xmlns:a16="http://schemas.microsoft.com/office/drawing/2014/main" id="{136D2C13-141C-411D-BA49-3D397E72A699}"/>
              </a:ext>
            </a:extLst>
          </p:cNvPr>
          <p:cNvSpPr>
            <a:spLocks noGrp="1"/>
          </p:cNvSpPr>
          <p:nvPr/>
        </p:nvSpPr>
        <p:spPr>
          <a:xfrm>
            <a:off x="11023684" y="5099609"/>
            <a:ext cx="292010" cy="30778"/>
          </a:xfrm>
          <a:custGeom>
            <a:avLst/>
            <a:gdLst/>
            <a:ahLst/>
            <a:cxnLst/>
            <a:rect l="0" t="0" r="0" b="0"/>
            <a:pathLst>
              <a:path w="292010" h="30778">
                <a:moveTo>
                  <a:pt x="0" y="30778"/>
                </a:moveTo>
                <a:lnTo>
                  <a:pt x="292010" y="0"/>
                </a:lnTo>
              </a:path>
            </a:pathLst>
          </a:custGeom>
          <a:noFill/>
          <a:ln w="7461">
            <a:solidFill>
              <a:srgbClr val="69AD3E">
                <a:alpha val="8000"/>
              </a:srgbClr>
            </a:solidFill>
            <a:prstDash val="solid"/>
          </a:ln>
        </p:spPr>
      </p:sp>
      <p:sp>
        <p:nvSpPr>
          <p:cNvPr id="229" name="lumia-token-stream-curve">
            <a:extLst>
              <a:ext uri="{FF2B5EF4-FFF2-40B4-BE49-F238E27FC236}">
                <a16:creationId xmlns:a16="http://schemas.microsoft.com/office/drawing/2014/main" id="{3E65DB77-9951-4311-9F74-8DDD59EB2509}"/>
              </a:ext>
            </a:extLst>
          </p:cNvPr>
          <p:cNvSpPr>
            <a:spLocks noGrp="1"/>
          </p:cNvSpPr>
          <p:nvPr/>
        </p:nvSpPr>
        <p:spPr>
          <a:xfrm>
            <a:off x="11315694" y="5073016"/>
            <a:ext cx="292114" cy="26593"/>
          </a:xfrm>
          <a:custGeom>
            <a:avLst/>
            <a:gdLst/>
            <a:ahLst/>
            <a:cxnLst/>
            <a:rect l="0" t="0" r="0" b="0"/>
            <a:pathLst>
              <a:path w="292114" h="26593">
                <a:moveTo>
                  <a:pt x="0" y="26593"/>
                </a:moveTo>
                <a:lnTo>
                  <a:pt x="292114" y="0"/>
                </a:lnTo>
              </a:path>
            </a:pathLst>
          </a:custGeom>
          <a:noFill/>
          <a:ln w="7506">
            <a:solidFill>
              <a:srgbClr val="57AC45">
                <a:alpha val="8000"/>
              </a:srgbClr>
            </a:solidFill>
            <a:prstDash val="solid"/>
          </a:ln>
        </p:spPr>
      </p:sp>
      <p:sp>
        <p:nvSpPr>
          <p:cNvPr id="230" name="lumia-token-stream-curve">
            <a:extLst>
              <a:ext uri="{FF2B5EF4-FFF2-40B4-BE49-F238E27FC236}">
                <a16:creationId xmlns:a16="http://schemas.microsoft.com/office/drawing/2014/main" id="{D768AAF6-17BA-4343-9C9E-929C812F9007}"/>
              </a:ext>
            </a:extLst>
          </p:cNvPr>
          <p:cNvSpPr>
            <a:spLocks noGrp="1"/>
          </p:cNvSpPr>
          <p:nvPr/>
        </p:nvSpPr>
        <p:spPr>
          <a:xfrm>
            <a:off x="11607808" y="5046955"/>
            <a:ext cx="292131" cy="26061"/>
          </a:xfrm>
          <a:custGeom>
            <a:avLst/>
            <a:gdLst/>
            <a:ahLst/>
            <a:cxnLst/>
            <a:rect l="0" t="0" r="0" b="0"/>
            <a:pathLst>
              <a:path w="292131" h="26061">
                <a:moveTo>
                  <a:pt x="0" y="26061"/>
                </a:moveTo>
                <a:lnTo>
                  <a:pt x="292131" y="0"/>
                </a:lnTo>
              </a:path>
            </a:pathLst>
          </a:custGeom>
          <a:noFill/>
          <a:ln w="7534">
            <a:solidFill>
              <a:srgbClr val="46AA4C">
                <a:alpha val="8000"/>
              </a:srgbClr>
            </a:solidFill>
            <a:prstDash val="solid"/>
          </a:ln>
        </p:spPr>
      </p:sp>
      <p:sp>
        <p:nvSpPr>
          <p:cNvPr id="231" name="lumia-token-stream-curve">
            <a:extLst>
              <a:ext uri="{FF2B5EF4-FFF2-40B4-BE49-F238E27FC236}">
                <a16:creationId xmlns:a16="http://schemas.microsoft.com/office/drawing/2014/main" id="{0DAC826A-9258-4F8E-9CAF-7857B049AE0D}"/>
              </a:ext>
            </a:extLst>
          </p:cNvPr>
          <p:cNvSpPr>
            <a:spLocks noGrp="1"/>
          </p:cNvSpPr>
          <p:nvPr/>
        </p:nvSpPr>
        <p:spPr>
          <a:xfrm>
            <a:off x="11899939" y="5017444"/>
            <a:ext cx="292061" cy="29512"/>
          </a:xfrm>
          <a:custGeom>
            <a:avLst/>
            <a:gdLst/>
            <a:ahLst/>
            <a:cxnLst/>
            <a:rect l="0" t="0" r="0" b="0"/>
            <a:pathLst>
              <a:path w="292061" h="29512">
                <a:moveTo>
                  <a:pt x="0" y="29512"/>
                </a:moveTo>
                <a:lnTo>
                  <a:pt x="292061" y="0"/>
                </a:lnTo>
              </a:path>
            </a:pathLst>
          </a:custGeom>
          <a:noFill/>
          <a:ln w="7544">
            <a:solidFill>
              <a:srgbClr val="34A853">
                <a:alpha val="8000"/>
              </a:srgbClr>
            </a:solidFill>
            <a:prstDash val="solid"/>
          </a:ln>
        </p:spPr>
      </p:sp>
      <p:sp>
        <p:nvSpPr>
          <p:cNvPr id="232" name="lumia-token-stream-curve">
            <a:extLst>
              <a:ext uri="{FF2B5EF4-FFF2-40B4-BE49-F238E27FC236}">
                <a16:creationId xmlns:a16="http://schemas.microsoft.com/office/drawing/2014/main" id="{F6967995-E0DE-46A4-9C08-28238EA2F36A}"/>
              </a:ext>
            </a:extLst>
          </p:cNvPr>
          <p:cNvSpPr>
            <a:spLocks noGrp="1"/>
          </p:cNvSpPr>
          <p:nvPr/>
        </p:nvSpPr>
        <p:spPr>
          <a:xfrm>
            <a:off x="158430" y="5851827"/>
            <a:ext cx="202196" cy="30847"/>
          </a:xfrm>
          <a:custGeom>
            <a:avLst/>
            <a:gdLst/>
            <a:ahLst/>
            <a:cxnLst/>
            <a:rect l="0" t="0" r="0" b="0"/>
            <a:pathLst>
              <a:path w="202196" h="30847">
                <a:moveTo>
                  <a:pt x="0" y="0"/>
                </a:moveTo>
                <a:lnTo>
                  <a:pt x="202196" y="30847"/>
                </a:lnTo>
              </a:path>
            </a:pathLst>
          </a:custGeom>
          <a:noFill/>
          <a:ln w="5036">
            <a:solidFill>
              <a:srgbClr val="4285F4">
                <a:alpha val="4000"/>
              </a:srgbClr>
            </a:solidFill>
            <a:prstDash val="solid"/>
          </a:ln>
        </p:spPr>
      </p:sp>
      <p:sp>
        <p:nvSpPr>
          <p:cNvPr id="233" name="lumia-token-stream-curve">
            <a:extLst>
              <a:ext uri="{FF2B5EF4-FFF2-40B4-BE49-F238E27FC236}">
                <a16:creationId xmlns:a16="http://schemas.microsoft.com/office/drawing/2014/main" id="{67D8B392-8FCD-4D81-98CA-7A6E44F4AFCC}"/>
              </a:ext>
            </a:extLst>
          </p:cNvPr>
          <p:cNvSpPr>
            <a:spLocks noGrp="1"/>
          </p:cNvSpPr>
          <p:nvPr/>
        </p:nvSpPr>
        <p:spPr>
          <a:xfrm>
            <a:off x="360625" y="5882674"/>
            <a:ext cx="206039" cy="33880"/>
          </a:xfrm>
          <a:custGeom>
            <a:avLst/>
            <a:gdLst/>
            <a:ahLst/>
            <a:cxnLst/>
            <a:rect l="0" t="0" r="0" b="0"/>
            <a:pathLst>
              <a:path w="206039" h="33880">
                <a:moveTo>
                  <a:pt x="0" y="0"/>
                </a:moveTo>
                <a:lnTo>
                  <a:pt x="206039" y="33880"/>
                </a:lnTo>
              </a:path>
            </a:pathLst>
          </a:custGeom>
          <a:noFill/>
          <a:ln w="5036">
            <a:solidFill>
              <a:srgbClr val="447EEC">
                <a:alpha val="4000"/>
              </a:srgbClr>
            </a:solidFill>
            <a:prstDash val="solid"/>
          </a:ln>
        </p:spPr>
      </p:sp>
      <p:sp>
        <p:nvSpPr>
          <p:cNvPr id="234" name="lumia-token-stream-curve">
            <a:extLst>
              <a:ext uri="{FF2B5EF4-FFF2-40B4-BE49-F238E27FC236}">
                <a16:creationId xmlns:a16="http://schemas.microsoft.com/office/drawing/2014/main" id="{76954123-8786-4C84-A3B6-ABB28C1EDE36}"/>
              </a:ext>
            </a:extLst>
          </p:cNvPr>
          <p:cNvSpPr>
            <a:spLocks noGrp="1"/>
          </p:cNvSpPr>
          <p:nvPr/>
        </p:nvSpPr>
        <p:spPr>
          <a:xfrm>
            <a:off x="566664" y="5916554"/>
            <a:ext cx="209800" cy="35946"/>
          </a:xfrm>
          <a:custGeom>
            <a:avLst/>
            <a:gdLst/>
            <a:ahLst/>
            <a:cxnLst/>
            <a:rect l="0" t="0" r="0" b="0"/>
            <a:pathLst>
              <a:path w="209800" h="35946">
                <a:moveTo>
                  <a:pt x="0" y="0"/>
                </a:moveTo>
                <a:lnTo>
                  <a:pt x="209800" y="35946"/>
                </a:lnTo>
              </a:path>
            </a:pathLst>
          </a:custGeom>
          <a:noFill/>
          <a:ln w="5036">
            <a:solidFill>
              <a:srgbClr val="4678E3">
                <a:alpha val="4000"/>
              </a:srgbClr>
            </a:solidFill>
            <a:prstDash val="solid"/>
          </a:ln>
        </p:spPr>
      </p:sp>
      <p:sp>
        <p:nvSpPr>
          <p:cNvPr id="235" name="lumia-token-stream-curve">
            <a:extLst>
              <a:ext uri="{FF2B5EF4-FFF2-40B4-BE49-F238E27FC236}">
                <a16:creationId xmlns:a16="http://schemas.microsoft.com/office/drawing/2014/main" id="{096469D6-410F-4F4E-8853-8A158AF9C418}"/>
              </a:ext>
            </a:extLst>
          </p:cNvPr>
          <p:cNvSpPr>
            <a:spLocks noGrp="1"/>
          </p:cNvSpPr>
          <p:nvPr/>
        </p:nvSpPr>
        <p:spPr>
          <a:xfrm>
            <a:off x="776464" y="5952500"/>
            <a:ext cx="213479" cy="36685"/>
          </a:xfrm>
          <a:custGeom>
            <a:avLst/>
            <a:gdLst/>
            <a:ahLst/>
            <a:cxnLst/>
            <a:rect l="0" t="0" r="0" b="0"/>
            <a:pathLst>
              <a:path w="213479" h="36685">
                <a:moveTo>
                  <a:pt x="0" y="0"/>
                </a:moveTo>
                <a:lnTo>
                  <a:pt x="213479" y="36685"/>
                </a:lnTo>
              </a:path>
            </a:pathLst>
          </a:custGeom>
          <a:noFill/>
          <a:ln w="5036">
            <a:solidFill>
              <a:srgbClr val="4871DB">
                <a:alpha val="4000"/>
              </a:srgbClr>
            </a:solidFill>
            <a:prstDash val="solid"/>
          </a:ln>
        </p:spPr>
      </p:sp>
      <p:sp>
        <p:nvSpPr>
          <p:cNvPr id="236" name="lumia-token-stream-curve">
            <a:extLst>
              <a:ext uri="{FF2B5EF4-FFF2-40B4-BE49-F238E27FC236}">
                <a16:creationId xmlns:a16="http://schemas.microsoft.com/office/drawing/2014/main" id="{25AD6CF1-F978-43A2-896A-353FDAFAB26B}"/>
              </a:ext>
            </a:extLst>
          </p:cNvPr>
          <p:cNvSpPr>
            <a:spLocks noGrp="1"/>
          </p:cNvSpPr>
          <p:nvPr/>
        </p:nvSpPr>
        <p:spPr>
          <a:xfrm>
            <a:off x="989942" y="5989185"/>
            <a:ext cx="217076" cy="35806"/>
          </a:xfrm>
          <a:custGeom>
            <a:avLst/>
            <a:gdLst/>
            <a:ahLst/>
            <a:cxnLst/>
            <a:rect l="0" t="0" r="0" b="0"/>
            <a:pathLst>
              <a:path w="217076" h="35806">
                <a:moveTo>
                  <a:pt x="0" y="0"/>
                </a:moveTo>
                <a:lnTo>
                  <a:pt x="217076" y="35806"/>
                </a:lnTo>
              </a:path>
            </a:pathLst>
          </a:custGeom>
          <a:noFill/>
          <a:ln w="5036">
            <a:solidFill>
              <a:srgbClr val="4A6BD2">
                <a:alpha val="4000"/>
              </a:srgbClr>
            </a:solidFill>
            <a:prstDash val="solid"/>
          </a:ln>
        </p:spPr>
      </p:sp>
      <p:sp>
        <p:nvSpPr>
          <p:cNvPr id="237" name="lumia-token-stream-curve">
            <a:extLst>
              <a:ext uri="{FF2B5EF4-FFF2-40B4-BE49-F238E27FC236}">
                <a16:creationId xmlns:a16="http://schemas.microsoft.com/office/drawing/2014/main" id="{8DE94432-18C5-44D5-BF3E-6D32C0A2F28E}"/>
              </a:ext>
            </a:extLst>
          </p:cNvPr>
          <p:cNvSpPr>
            <a:spLocks noGrp="1"/>
          </p:cNvSpPr>
          <p:nvPr/>
        </p:nvSpPr>
        <p:spPr>
          <a:xfrm>
            <a:off x="1207018" y="6024991"/>
            <a:ext cx="220591" cy="33125"/>
          </a:xfrm>
          <a:custGeom>
            <a:avLst/>
            <a:gdLst/>
            <a:ahLst/>
            <a:cxnLst/>
            <a:rect l="0" t="0" r="0" b="0"/>
            <a:pathLst>
              <a:path w="220591" h="33125">
                <a:moveTo>
                  <a:pt x="0" y="0"/>
                </a:moveTo>
                <a:lnTo>
                  <a:pt x="220591" y="33125"/>
                </a:lnTo>
              </a:path>
            </a:pathLst>
          </a:custGeom>
          <a:noFill/>
          <a:ln w="5036">
            <a:solidFill>
              <a:srgbClr val="4C64CA">
                <a:alpha val="4000"/>
              </a:srgbClr>
            </a:solidFill>
            <a:prstDash val="solid"/>
          </a:ln>
        </p:spPr>
      </p:sp>
      <p:sp>
        <p:nvSpPr>
          <p:cNvPr id="238" name="lumia-token-stream-curve">
            <a:extLst>
              <a:ext uri="{FF2B5EF4-FFF2-40B4-BE49-F238E27FC236}">
                <a16:creationId xmlns:a16="http://schemas.microsoft.com/office/drawing/2014/main" id="{31E34A1C-2BDA-4964-996A-BD93B58B888B}"/>
              </a:ext>
            </a:extLst>
          </p:cNvPr>
          <p:cNvSpPr>
            <a:spLocks noGrp="1"/>
          </p:cNvSpPr>
          <p:nvPr/>
        </p:nvSpPr>
        <p:spPr>
          <a:xfrm>
            <a:off x="1427608" y="6058116"/>
            <a:ext cx="224024" cy="28594"/>
          </a:xfrm>
          <a:custGeom>
            <a:avLst/>
            <a:gdLst/>
            <a:ahLst/>
            <a:cxnLst/>
            <a:rect l="0" t="0" r="0" b="0"/>
            <a:pathLst>
              <a:path w="224024" h="28594">
                <a:moveTo>
                  <a:pt x="0" y="0"/>
                </a:moveTo>
                <a:lnTo>
                  <a:pt x="224024" y="28594"/>
                </a:lnTo>
              </a:path>
            </a:pathLst>
          </a:custGeom>
          <a:noFill/>
          <a:ln w="5036">
            <a:solidFill>
              <a:srgbClr val="4E5EC1">
                <a:alpha val="4000"/>
              </a:srgbClr>
            </a:solidFill>
            <a:prstDash val="solid"/>
          </a:ln>
        </p:spPr>
      </p:sp>
      <p:sp>
        <p:nvSpPr>
          <p:cNvPr id="239" name="lumia-token-stream-curve">
            <a:extLst>
              <a:ext uri="{FF2B5EF4-FFF2-40B4-BE49-F238E27FC236}">
                <a16:creationId xmlns:a16="http://schemas.microsoft.com/office/drawing/2014/main" id="{92E616E3-DCFF-49B2-A97E-DFA2D59A7C8F}"/>
              </a:ext>
            </a:extLst>
          </p:cNvPr>
          <p:cNvSpPr>
            <a:spLocks noGrp="1"/>
          </p:cNvSpPr>
          <p:nvPr/>
        </p:nvSpPr>
        <p:spPr>
          <a:xfrm>
            <a:off x="1651632" y="6086710"/>
            <a:ext cx="227375" cy="22327"/>
          </a:xfrm>
          <a:custGeom>
            <a:avLst/>
            <a:gdLst/>
            <a:ahLst/>
            <a:cxnLst/>
            <a:rect l="0" t="0" r="0" b="0"/>
            <a:pathLst>
              <a:path w="227375" h="22327">
                <a:moveTo>
                  <a:pt x="0" y="0"/>
                </a:moveTo>
                <a:lnTo>
                  <a:pt x="227375" y="22327"/>
                </a:lnTo>
              </a:path>
            </a:pathLst>
          </a:custGeom>
          <a:noFill/>
          <a:ln w="5036">
            <a:solidFill>
              <a:srgbClr val="5057B9">
                <a:alpha val="4000"/>
              </a:srgbClr>
            </a:solidFill>
            <a:prstDash val="solid"/>
          </a:ln>
        </p:spPr>
      </p:sp>
      <p:sp>
        <p:nvSpPr>
          <p:cNvPr id="240" name="lumia-token-stream-curve">
            <a:extLst>
              <a:ext uri="{FF2B5EF4-FFF2-40B4-BE49-F238E27FC236}">
                <a16:creationId xmlns:a16="http://schemas.microsoft.com/office/drawing/2014/main" id="{6E7F37C7-98CA-4DF4-85E5-91A09D575A5B}"/>
              </a:ext>
            </a:extLst>
          </p:cNvPr>
          <p:cNvSpPr>
            <a:spLocks noGrp="1"/>
          </p:cNvSpPr>
          <p:nvPr/>
        </p:nvSpPr>
        <p:spPr>
          <a:xfrm>
            <a:off x="1879007" y="6109037"/>
            <a:ext cx="230643" cy="14609"/>
          </a:xfrm>
          <a:custGeom>
            <a:avLst/>
            <a:gdLst/>
            <a:ahLst/>
            <a:cxnLst/>
            <a:rect l="0" t="0" r="0" b="0"/>
            <a:pathLst>
              <a:path w="230643" h="14609">
                <a:moveTo>
                  <a:pt x="0" y="0"/>
                </a:moveTo>
                <a:lnTo>
                  <a:pt x="230643" y="14609"/>
                </a:lnTo>
              </a:path>
            </a:pathLst>
          </a:custGeom>
          <a:noFill/>
          <a:ln w="5036">
            <a:solidFill>
              <a:srgbClr val="5250B0">
                <a:alpha val="4000"/>
              </a:srgbClr>
            </a:solidFill>
            <a:prstDash val="solid"/>
          </a:ln>
        </p:spPr>
      </p:sp>
      <p:sp>
        <p:nvSpPr>
          <p:cNvPr id="241" name="lumia-token-stream-curve">
            <a:extLst>
              <a:ext uri="{FF2B5EF4-FFF2-40B4-BE49-F238E27FC236}">
                <a16:creationId xmlns:a16="http://schemas.microsoft.com/office/drawing/2014/main" id="{F6531537-60BC-461A-B248-703FDC95740F}"/>
              </a:ext>
            </a:extLst>
          </p:cNvPr>
          <p:cNvSpPr>
            <a:spLocks noGrp="1"/>
          </p:cNvSpPr>
          <p:nvPr/>
        </p:nvSpPr>
        <p:spPr>
          <a:xfrm>
            <a:off x="2109650" y="6123646"/>
            <a:ext cx="233830" cy="9525"/>
          </a:xfrm>
          <a:custGeom>
            <a:avLst/>
            <a:gdLst/>
            <a:ahLst/>
            <a:cxnLst/>
            <a:rect l="0" t="0" r="0" b="0"/>
            <a:pathLst>
              <a:path w="233830" h="9525">
                <a:moveTo>
                  <a:pt x="0" y="0"/>
                </a:moveTo>
                <a:lnTo>
                  <a:pt x="233830" y="5891"/>
                </a:lnTo>
              </a:path>
            </a:pathLst>
          </a:custGeom>
          <a:noFill/>
          <a:ln w="5036">
            <a:solidFill>
              <a:srgbClr val="544AA8">
                <a:alpha val="4000"/>
              </a:srgbClr>
            </a:solidFill>
            <a:prstDash val="solid"/>
          </a:ln>
        </p:spPr>
      </p:sp>
      <p:sp>
        <p:nvSpPr>
          <p:cNvPr id="242" name="lumia-token-stream-curve">
            <a:extLst>
              <a:ext uri="{FF2B5EF4-FFF2-40B4-BE49-F238E27FC236}">
                <a16:creationId xmlns:a16="http://schemas.microsoft.com/office/drawing/2014/main" id="{14322E92-018E-45A9-85D7-E3EA9E562089}"/>
              </a:ext>
            </a:extLst>
          </p:cNvPr>
          <p:cNvSpPr>
            <a:spLocks noGrp="1"/>
          </p:cNvSpPr>
          <p:nvPr/>
        </p:nvSpPr>
        <p:spPr>
          <a:xfrm>
            <a:off x="2343480" y="6126296"/>
            <a:ext cx="236935" cy="9525"/>
          </a:xfrm>
          <a:custGeom>
            <a:avLst/>
            <a:gdLst/>
            <a:ahLst/>
            <a:cxnLst/>
            <a:rect l="0" t="0" r="0" b="0"/>
            <a:pathLst>
              <a:path w="236935" h="9525">
                <a:moveTo>
                  <a:pt x="0" y="3240"/>
                </a:moveTo>
                <a:lnTo>
                  <a:pt x="236935" y="0"/>
                </a:lnTo>
              </a:path>
            </a:pathLst>
          </a:custGeom>
          <a:noFill/>
          <a:ln w="5036">
            <a:solidFill>
              <a:srgbClr val="5643A0">
                <a:alpha val="4000"/>
              </a:srgbClr>
            </a:solidFill>
            <a:prstDash val="solid"/>
          </a:ln>
        </p:spPr>
      </p:sp>
      <p:sp>
        <p:nvSpPr>
          <p:cNvPr id="243" name="lumia-token-stream-curve">
            <a:extLst>
              <a:ext uri="{FF2B5EF4-FFF2-40B4-BE49-F238E27FC236}">
                <a16:creationId xmlns:a16="http://schemas.microsoft.com/office/drawing/2014/main" id="{E7D6A37A-567E-4D1C-B21F-7ACA44DC039D}"/>
              </a:ext>
            </a:extLst>
          </p:cNvPr>
          <p:cNvSpPr>
            <a:spLocks noGrp="1"/>
          </p:cNvSpPr>
          <p:nvPr/>
        </p:nvSpPr>
        <p:spPr>
          <a:xfrm>
            <a:off x="2580416" y="6114196"/>
            <a:ext cx="239958" cy="12100"/>
          </a:xfrm>
          <a:custGeom>
            <a:avLst/>
            <a:gdLst/>
            <a:ahLst/>
            <a:cxnLst/>
            <a:rect l="0" t="0" r="0" b="0"/>
            <a:pathLst>
              <a:path w="239958" h="12100">
                <a:moveTo>
                  <a:pt x="0" y="12100"/>
                </a:moveTo>
                <a:lnTo>
                  <a:pt x="239958" y="0"/>
                </a:lnTo>
              </a:path>
            </a:pathLst>
          </a:custGeom>
          <a:noFill/>
          <a:ln w="5036">
            <a:solidFill>
              <a:srgbClr val="583D97">
                <a:alpha val="4000"/>
              </a:srgbClr>
            </a:solidFill>
            <a:prstDash val="solid"/>
          </a:ln>
        </p:spPr>
      </p:sp>
      <p:sp>
        <p:nvSpPr>
          <p:cNvPr id="244" name="lumia-token-stream-curve">
            <a:extLst>
              <a:ext uri="{FF2B5EF4-FFF2-40B4-BE49-F238E27FC236}">
                <a16:creationId xmlns:a16="http://schemas.microsoft.com/office/drawing/2014/main" id="{6A9401D2-A1E8-435F-BB91-009CFBB17C0E}"/>
              </a:ext>
            </a:extLst>
          </p:cNvPr>
          <p:cNvSpPr>
            <a:spLocks noGrp="1"/>
          </p:cNvSpPr>
          <p:nvPr/>
        </p:nvSpPr>
        <p:spPr>
          <a:xfrm>
            <a:off x="2820374" y="6094223"/>
            <a:ext cx="242899" cy="19973"/>
          </a:xfrm>
          <a:custGeom>
            <a:avLst/>
            <a:gdLst/>
            <a:ahLst/>
            <a:cxnLst/>
            <a:rect l="0" t="0" r="0" b="0"/>
            <a:pathLst>
              <a:path w="242899" h="19973">
                <a:moveTo>
                  <a:pt x="0" y="19973"/>
                </a:moveTo>
                <a:lnTo>
                  <a:pt x="242899" y="0"/>
                </a:lnTo>
              </a:path>
            </a:pathLst>
          </a:custGeom>
          <a:noFill/>
          <a:ln w="5036">
            <a:solidFill>
              <a:srgbClr val="623C8F">
                <a:alpha val="5000"/>
              </a:srgbClr>
            </a:solidFill>
            <a:prstDash val="solid"/>
          </a:ln>
        </p:spPr>
      </p:sp>
      <p:sp>
        <p:nvSpPr>
          <p:cNvPr id="245" name="lumia-token-stream-curve">
            <a:extLst>
              <a:ext uri="{FF2B5EF4-FFF2-40B4-BE49-F238E27FC236}">
                <a16:creationId xmlns:a16="http://schemas.microsoft.com/office/drawing/2014/main" id="{607A946F-8653-4A0B-82E4-5EFD22A78C5A}"/>
              </a:ext>
            </a:extLst>
          </p:cNvPr>
          <p:cNvSpPr>
            <a:spLocks noGrp="1"/>
          </p:cNvSpPr>
          <p:nvPr/>
        </p:nvSpPr>
        <p:spPr>
          <a:xfrm>
            <a:off x="3063273" y="6068041"/>
            <a:ext cx="245758" cy="26182"/>
          </a:xfrm>
          <a:custGeom>
            <a:avLst/>
            <a:gdLst/>
            <a:ahLst/>
            <a:cxnLst/>
            <a:rect l="0" t="0" r="0" b="0"/>
            <a:pathLst>
              <a:path w="245758" h="26182">
                <a:moveTo>
                  <a:pt x="0" y="26182"/>
                </a:moveTo>
                <a:lnTo>
                  <a:pt x="245758" y="0"/>
                </a:lnTo>
              </a:path>
            </a:pathLst>
          </a:custGeom>
          <a:noFill/>
          <a:ln w="5036">
            <a:solidFill>
              <a:srgbClr val="6F3C86">
                <a:alpha val="5000"/>
              </a:srgbClr>
            </a:solidFill>
            <a:prstDash val="solid"/>
          </a:ln>
        </p:spPr>
      </p:sp>
      <p:sp>
        <p:nvSpPr>
          <p:cNvPr id="246" name="lumia-token-stream-curve">
            <a:extLst>
              <a:ext uri="{FF2B5EF4-FFF2-40B4-BE49-F238E27FC236}">
                <a16:creationId xmlns:a16="http://schemas.microsoft.com/office/drawing/2014/main" id="{6A04F61E-B5BF-4BA9-A545-9E4F7FFF9E95}"/>
              </a:ext>
            </a:extLst>
          </p:cNvPr>
          <p:cNvSpPr>
            <a:spLocks noGrp="1"/>
          </p:cNvSpPr>
          <p:nvPr/>
        </p:nvSpPr>
        <p:spPr>
          <a:xfrm>
            <a:off x="3309031" y="6037874"/>
            <a:ext cx="248535" cy="30167"/>
          </a:xfrm>
          <a:custGeom>
            <a:avLst/>
            <a:gdLst/>
            <a:ahLst/>
            <a:cxnLst/>
            <a:rect l="0" t="0" r="0" b="0"/>
            <a:pathLst>
              <a:path w="248535" h="30167">
                <a:moveTo>
                  <a:pt x="0" y="30167"/>
                </a:moveTo>
                <a:lnTo>
                  <a:pt x="248535" y="0"/>
                </a:lnTo>
              </a:path>
            </a:pathLst>
          </a:custGeom>
          <a:noFill/>
          <a:ln w="5036">
            <a:solidFill>
              <a:srgbClr val="7C3D7E">
                <a:alpha val="5000"/>
              </a:srgbClr>
            </a:solidFill>
            <a:prstDash val="solid"/>
          </a:ln>
        </p:spPr>
      </p:sp>
      <p:sp>
        <p:nvSpPr>
          <p:cNvPr id="247" name="lumia-token-stream-curve">
            <a:extLst>
              <a:ext uri="{FF2B5EF4-FFF2-40B4-BE49-F238E27FC236}">
                <a16:creationId xmlns:a16="http://schemas.microsoft.com/office/drawing/2014/main" id="{B69A39AD-CFEA-4B98-B670-101E0F1BB060}"/>
              </a:ext>
            </a:extLst>
          </p:cNvPr>
          <p:cNvSpPr>
            <a:spLocks noGrp="1"/>
          </p:cNvSpPr>
          <p:nvPr/>
        </p:nvSpPr>
        <p:spPr>
          <a:xfrm>
            <a:off x="3557566" y="6006317"/>
            <a:ext cx="251230" cy="31557"/>
          </a:xfrm>
          <a:custGeom>
            <a:avLst/>
            <a:gdLst/>
            <a:ahLst/>
            <a:cxnLst/>
            <a:rect l="0" t="0" r="0" b="0"/>
            <a:pathLst>
              <a:path w="251230" h="31557">
                <a:moveTo>
                  <a:pt x="0" y="31557"/>
                </a:moveTo>
                <a:lnTo>
                  <a:pt x="251230" y="0"/>
                </a:lnTo>
              </a:path>
            </a:pathLst>
          </a:custGeom>
          <a:noFill/>
          <a:ln w="5036">
            <a:solidFill>
              <a:srgbClr val="893E75">
                <a:alpha val="5000"/>
              </a:srgbClr>
            </a:solidFill>
            <a:prstDash val="solid"/>
          </a:ln>
        </p:spPr>
      </p:sp>
      <p:sp>
        <p:nvSpPr>
          <p:cNvPr id="248" name="lumia-token-stream-curve">
            <a:extLst>
              <a:ext uri="{FF2B5EF4-FFF2-40B4-BE49-F238E27FC236}">
                <a16:creationId xmlns:a16="http://schemas.microsoft.com/office/drawing/2014/main" id="{671CFE10-8247-4C98-93CF-8BE8560DF911}"/>
              </a:ext>
            </a:extLst>
          </p:cNvPr>
          <p:cNvSpPr>
            <a:spLocks noGrp="1"/>
          </p:cNvSpPr>
          <p:nvPr/>
        </p:nvSpPr>
        <p:spPr>
          <a:xfrm>
            <a:off x="3808796" y="5976082"/>
            <a:ext cx="253843" cy="30235"/>
          </a:xfrm>
          <a:custGeom>
            <a:avLst/>
            <a:gdLst/>
            <a:ahLst/>
            <a:cxnLst/>
            <a:rect l="0" t="0" r="0" b="0"/>
            <a:pathLst>
              <a:path w="253843" h="30235">
                <a:moveTo>
                  <a:pt x="0" y="30235"/>
                </a:moveTo>
                <a:lnTo>
                  <a:pt x="253843" y="0"/>
                </a:lnTo>
              </a:path>
            </a:pathLst>
          </a:custGeom>
          <a:noFill/>
          <a:ln w="5037">
            <a:solidFill>
              <a:srgbClr val="963E6C">
                <a:alpha val="5000"/>
              </a:srgbClr>
            </a:solidFill>
            <a:prstDash val="solid"/>
          </a:ln>
        </p:spPr>
      </p:sp>
      <p:sp>
        <p:nvSpPr>
          <p:cNvPr id="249" name="lumia-token-stream-curve">
            <a:extLst>
              <a:ext uri="{FF2B5EF4-FFF2-40B4-BE49-F238E27FC236}">
                <a16:creationId xmlns:a16="http://schemas.microsoft.com/office/drawing/2014/main" id="{19535913-6284-4F7E-8518-C05198105E8F}"/>
              </a:ext>
            </a:extLst>
          </p:cNvPr>
          <p:cNvSpPr>
            <a:spLocks noGrp="1"/>
          </p:cNvSpPr>
          <p:nvPr/>
        </p:nvSpPr>
        <p:spPr>
          <a:xfrm>
            <a:off x="4062638" y="5949715"/>
            <a:ext cx="256373" cy="26366"/>
          </a:xfrm>
          <a:custGeom>
            <a:avLst/>
            <a:gdLst/>
            <a:ahLst/>
            <a:cxnLst/>
            <a:rect l="0" t="0" r="0" b="0"/>
            <a:pathLst>
              <a:path w="256373" h="26366">
                <a:moveTo>
                  <a:pt x="0" y="26366"/>
                </a:moveTo>
                <a:lnTo>
                  <a:pt x="256373" y="0"/>
                </a:lnTo>
              </a:path>
            </a:pathLst>
          </a:custGeom>
          <a:noFill/>
          <a:ln w="5052">
            <a:solidFill>
              <a:srgbClr val="A33F64">
                <a:alpha val="5000"/>
              </a:srgbClr>
            </a:solidFill>
            <a:prstDash val="solid"/>
          </a:ln>
        </p:spPr>
      </p:sp>
      <p:sp>
        <p:nvSpPr>
          <p:cNvPr id="250" name="lumia-token-stream-curve">
            <a:extLst>
              <a:ext uri="{FF2B5EF4-FFF2-40B4-BE49-F238E27FC236}">
                <a16:creationId xmlns:a16="http://schemas.microsoft.com/office/drawing/2014/main" id="{7DBE0CAB-F99B-490A-909B-86D0E29FD0D8}"/>
              </a:ext>
            </a:extLst>
          </p:cNvPr>
          <p:cNvSpPr>
            <a:spLocks noGrp="1"/>
          </p:cNvSpPr>
          <p:nvPr/>
        </p:nvSpPr>
        <p:spPr>
          <a:xfrm>
            <a:off x="4319011" y="5929301"/>
            <a:ext cx="258822" cy="20414"/>
          </a:xfrm>
          <a:custGeom>
            <a:avLst/>
            <a:gdLst/>
            <a:ahLst/>
            <a:cxnLst/>
            <a:rect l="0" t="0" r="0" b="0"/>
            <a:pathLst>
              <a:path w="258822" h="20414">
                <a:moveTo>
                  <a:pt x="0" y="20414"/>
                </a:moveTo>
                <a:lnTo>
                  <a:pt x="258822" y="0"/>
                </a:lnTo>
              </a:path>
            </a:pathLst>
          </a:custGeom>
          <a:noFill/>
          <a:ln w="5087">
            <a:solidFill>
              <a:srgbClr val="B0405B">
                <a:alpha val="5000"/>
              </a:srgbClr>
            </a:solidFill>
            <a:prstDash val="solid"/>
          </a:ln>
        </p:spPr>
      </p:sp>
      <p:sp>
        <p:nvSpPr>
          <p:cNvPr id="251" name="lumia-token-stream-curve">
            <a:extLst>
              <a:ext uri="{FF2B5EF4-FFF2-40B4-BE49-F238E27FC236}">
                <a16:creationId xmlns:a16="http://schemas.microsoft.com/office/drawing/2014/main" id="{2E73FB15-71EA-4547-B8E8-D4E21DFB1284}"/>
              </a:ext>
            </a:extLst>
          </p:cNvPr>
          <p:cNvSpPr>
            <a:spLocks noGrp="1"/>
          </p:cNvSpPr>
          <p:nvPr/>
        </p:nvSpPr>
        <p:spPr>
          <a:xfrm>
            <a:off x="4577834" y="5916195"/>
            <a:ext cx="261189" cy="13106"/>
          </a:xfrm>
          <a:custGeom>
            <a:avLst/>
            <a:gdLst/>
            <a:ahLst/>
            <a:cxnLst/>
            <a:rect l="0" t="0" r="0" b="0"/>
            <a:pathLst>
              <a:path w="261189" h="13106">
                <a:moveTo>
                  <a:pt x="0" y="13106"/>
                </a:moveTo>
                <a:lnTo>
                  <a:pt x="261189" y="0"/>
                </a:lnTo>
              </a:path>
            </a:pathLst>
          </a:custGeom>
          <a:noFill/>
          <a:ln w="5140">
            <a:solidFill>
              <a:srgbClr val="BD4153">
                <a:alpha val="5000"/>
              </a:srgbClr>
            </a:solidFill>
            <a:prstDash val="solid"/>
          </a:ln>
        </p:spPr>
      </p:sp>
      <p:sp>
        <p:nvSpPr>
          <p:cNvPr id="252" name="lumia-token-stream-curve">
            <a:extLst>
              <a:ext uri="{FF2B5EF4-FFF2-40B4-BE49-F238E27FC236}">
                <a16:creationId xmlns:a16="http://schemas.microsoft.com/office/drawing/2014/main" id="{DC2C7D9F-B05E-4672-9B1A-CECC63E4F391}"/>
              </a:ext>
            </a:extLst>
          </p:cNvPr>
          <p:cNvSpPr>
            <a:spLocks noGrp="1"/>
          </p:cNvSpPr>
          <p:nvPr/>
        </p:nvSpPr>
        <p:spPr>
          <a:xfrm>
            <a:off x="4839022" y="5910822"/>
            <a:ext cx="263474" cy="9525"/>
          </a:xfrm>
          <a:custGeom>
            <a:avLst/>
            <a:gdLst/>
            <a:ahLst/>
            <a:cxnLst/>
            <a:rect l="0" t="0" r="0" b="0"/>
            <a:pathLst>
              <a:path w="263474" h="9525">
                <a:moveTo>
                  <a:pt x="0" y="5373"/>
                </a:moveTo>
                <a:lnTo>
                  <a:pt x="263474" y="0"/>
                </a:lnTo>
              </a:path>
            </a:pathLst>
          </a:custGeom>
          <a:noFill/>
          <a:ln w="5209">
            <a:solidFill>
              <a:srgbClr val="CA414A">
                <a:alpha val="6000"/>
              </a:srgbClr>
            </a:solidFill>
            <a:prstDash val="solid"/>
          </a:ln>
        </p:spPr>
      </p:sp>
      <p:sp>
        <p:nvSpPr>
          <p:cNvPr id="253" name="lumia-token-stream-curve">
            <a:extLst>
              <a:ext uri="{FF2B5EF4-FFF2-40B4-BE49-F238E27FC236}">
                <a16:creationId xmlns:a16="http://schemas.microsoft.com/office/drawing/2014/main" id="{0DF32180-F712-4EE8-AFDF-B2F62A4E2233}"/>
              </a:ext>
            </a:extLst>
          </p:cNvPr>
          <p:cNvSpPr>
            <a:spLocks noGrp="1"/>
          </p:cNvSpPr>
          <p:nvPr/>
        </p:nvSpPr>
        <p:spPr>
          <a:xfrm>
            <a:off x="5102496" y="5910822"/>
            <a:ext cx="265676" cy="9525"/>
          </a:xfrm>
          <a:custGeom>
            <a:avLst/>
            <a:gdLst/>
            <a:ahLst/>
            <a:cxnLst/>
            <a:rect l="0" t="0" r="0" b="0"/>
            <a:pathLst>
              <a:path w="265676" h="9525">
                <a:moveTo>
                  <a:pt x="0" y="0"/>
                </a:moveTo>
                <a:lnTo>
                  <a:pt x="265676" y="1748"/>
                </a:lnTo>
              </a:path>
            </a:pathLst>
          </a:custGeom>
          <a:noFill/>
          <a:ln w="5293">
            <a:solidFill>
              <a:srgbClr val="D74242">
                <a:alpha val="6000"/>
              </a:srgbClr>
            </a:solidFill>
            <a:prstDash val="solid"/>
          </a:ln>
        </p:spPr>
      </p:sp>
      <p:sp>
        <p:nvSpPr>
          <p:cNvPr id="254" name="lumia-token-stream-curve">
            <a:extLst>
              <a:ext uri="{FF2B5EF4-FFF2-40B4-BE49-F238E27FC236}">
                <a16:creationId xmlns:a16="http://schemas.microsoft.com/office/drawing/2014/main" id="{1E93A5B7-120B-47AE-B645-C793DC0BF648}"/>
              </a:ext>
            </a:extLst>
          </p:cNvPr>
          <p:cNvSpPr>
            <a:spLocks noGrp="1"/>
          </p:cNvSpPr>
          <p:nvPr/>
        </p:nvSpPr>
        <p:spPr>
          <a:xfrm>
            <a:off x="5368173" y="5912571"/>
            <a:ext cx="267797" cy="9525"/>
          </a:xfrm>
          <a:custGeom>
            <a:avLst/>
            <a:gdLst/>
            <a:ahLst/>
            <a:cxnLst/>
            <a:rect l="0" t="0" r="0" b="0"/>
            <a:pathLst>
              <a:path w="267797" h="9525">
                <a:moveTo>
                  <a:pt x="0" y="0"/>
                </a:moveTo>
                <a:lnTo>
                  <a:pt x="267797" y="7228"/>
                </a:lnTo>
              </a:path>
            </a:pathLst>
          </a:custGeom>
          <a:noFill/>
          <a:ln w="5391">
            <a:solidFill>
              <a:srgbClr val="E44339">
                <a:alpha val="6000"/>
              </a:srgbClr>
            </a:solidFill>
            <a:prstDash val="solid"/>
          </a:ln>
        </p:spPr>
      </p:sp>
      <p:sp>
        <p:nvSpPr>
          <p:cNvPr id="255" name="lumia-token-stream-curve">
            <a:extLst>
              <a:ext uri="{FF2B5EF4-FFF2-40B4-BE49-F238E27FC236}">
                <a16:creationId xmlns:a16="http://schemas.microsoft.com/office/drawing/2014/main" id="{33462460-89D9-49CF-B3FE-ABC46B7812D0}"/>
              </a:ext>
            </a:extLst>
          </p:cNvPr>
          <p:cNvSpPr>
            <a:spLocks noGrp="1"/>
          </p:cNvSpPr>
          <p:nvPr/>
        </p:nvSpPr>
        <p:spPr>
          <a:xfrm>
            <a:off x="5635970" y="5919798"/>
            <a:ext cx="269836" cy="10171"/>
          </a:xfrm>
          <a:custGeom>
            <a:avLst/>
            <a:gdLst/>
            <a:ahLst/>
            <a:cxnLst/>
            <a:rect l="0" t="0" r="0" b="0"/>
            <a:pathLst>
              <a:path w="269836" h="10171">
                <a:moveTo>
                  <a:pt x="0" y="0"/>
                </a:moveTo>
                <a:lnTo>
                  <a:pt x="269836" y="10171"/>
                </a:lnTo>
              </a:path>
            </a:pathLst>
          </a:custGeom>
          <a:noFill/>
          <a:ln w="5501">
            <a:solidFill>
              <a:srgbClr val="EB4833">
                <a:alpha val="6000"/>
              </a:srgbClr>
            </a:solidFill>
            <a:prstDash val="solid"/>
          </a:ln>
        </p:spPr>
      </p:sp>
      <p:sp>
        <p:nvSpPr>
          <p:cNvPr id="256" name="lumia-token-stream-curve">
            <a:extLst>
              <a:ext uri="{FF2B5EF4-FFF2-40B4-BE49-F238E27FC236}">
                <a16:creationId xmlns:a16="http://schemas.microsoft.com/office/drawing/2014/main" id="{8E39BA89-8404-49FF-BFD7-44CCE4E98A92}"/>
              </a:ext>
            </a:extLst>
          </p:cNvPr>
          <p:cNvSpPr>
            <a:spLocks noGrp="1"/>
          </p:cNvSpPr>
          <p:nvPr/>
        </p:nvSpPr>
        <p:spPr>
          <a:xfrm>
            <a:off x="5905806" y="5929969"/>
            <a:ext cx="271793" cy="9939"/>
          </a:xfrm>
          <a:custGeom>
            <a:avLst/>
            <a:gdLst/>
            <a:ahLst/>
            <a:cxnLst/>
            <a:rect l="0" t="0" r="0" b="0"/>
            <a:pathLst>
              <a:path w="271793" h="9939">
                <a:moveTo>
                  <a:pt x="0" y="0"/>
                </a:moveTo>
                <a:lnTo>
                  <a:pt x="271793" y="9939"/>
                </a:lnTo>
              </a:path>
            </a:pathLst>
          </a:custGeom>
          <a:noFill/>
          <a:ln w="5622">
            <a:solidFill>
              <a:srgbClr val="EC532F">
                <a:alpha val="6000"/>
              </a:srgbClr>
            </a:solidFill>
            <a:prstDash val="solid"/>
          </a:ln>
        </p:spPr>
      </p:sp>
      <p:sp>
        <p:nvSpPr>
          <p:cNvPr id="257" name="lumia-token-stream-curve">
            <a:extLst>
              <a:ext uri="{FF2B5EF4-FFF2-40B4-BE49-F238E27FC236}">
                <a16:creationId xmlns:a16="http://schemas.microsoft.com/office/drawing/2014/main" id="{E8CAC757-502E-4DA8-9E54-A49B805C491C}"/>
              </a:ext>
            </a:extLst>
          </p:cNvPr>
          <p:cNvSpPr>
            <a:spLocks noGrp="1"/>
          </p:cNvSpPr>
          <p:nvPr/>
        </p:nvSpPr>
        <p:spPr>
          <a:xfrm>
            <a:off x="6177598" y="5939909"/>
            <a:ext cx="273667" cy="9525"/>
          </a:xfrm>
          <a:custGeom>
            <a:avLst/>
            <a:gdLst/>
            <a:ahLst/>
            <a:cxnLst/>
            <a:rect l="0" t="0" r="0" b="0"/>
            <a:pathLst>
              <a:path w="273667" h="9525">
                <a:moveTo>
                  <a:pt x="0" y="0"/>
                </a:moveTo>
                <a:lnTo>
                  <a:pt x="273667" y="6245"/>
                </a:lnTo>
              </a:path>
            </a:pathLst>
          </a:custGeom>
          <a:noFill/>
          <a:ln w="5752">
            <a:solidFill>
              <a:srgbClr val="EE5E2A">
                <a:alpha val="7000"/>
              </a:srgbClr>
            </a:solidFill>
            <a:prstDash val="solid"/>
          </a:ln>
        </p:spPr>
      </p:sp>
      <p:sp>
        <p:nvSpPr>
          <p:cNvPr id="258" name="lumia-token-stream-curve">
            <a:extLst>
              <a:ext uri="{FF2B5EF4-FFF2-40B4-BE49-F238E27FC236}">
                <a16:creationId xmlns:a16="http://schemas.microsoft.com/office/drawing/2014/main" id="{1BBE3413-E4E8-4C9B-B191-27A00020ABA1}"/>
              </a:ext>
            </a:extLst>
          </p:cNvPr>
          <p:cNvSpPr>
            <a:spLocks noGrp="1"/>
          </p:cNvSpPr>
          <p:nvPr/>
        </p:nvSpPr>
        <p:spPr>
          <a:xfrm>
            <a:off x="6451266" y="5945364"/>
            <a:ext cx="275460" cy="9525"/>
          </a:xfrm>
          <a:custGeom>
            <a:avLst/>
            <a:gdLst/>
            <a:ahLst/>
            <a:cxnLst/>
            <a:rect l="0" t="0" r="0" b="0"/>
            <a:pathLst>
              <a:path w="275460" h="9525">
                <a:moveTo>
                  <a:pt x="0" y="790"/>
                </a:moveTo>
                <a:lnTo>
                  <a:pt x="275460" y="0"/>
                </a:lnTo>
              </a:path>
            </a:pathLst>
          </a:custGeom>
          <a:noFill/>
          <a:ln w="5890">
            <a:solidFill>
              <a:srgbClr val="EF6926">
                <a:alpha val="7000"/>
              </a:srgbClr>
            </a:solidFill>
            <a:prstDash val="solid"/>
          </a:ln>
        </p:spPr>
      </p:sp>
      <p:sp>
        <p:nvSpPr>
          <p:cNvPr id="259" name="lumia-token-stream-curve">
            <a:extLst>
              <a:ext uri="{FF2B5EF4-FFF2-40B4-BE49-F238E27FC236}">
                <a16:creationId xmlns:a16="http://schemas.microsoft.com/office/drawing/2014/main" id="{64AEDCA5-A2D7-48C9-9D18-56F6AC148F12}"/>
              </a:ext>
            </a:extLst>
          </p:cNvPr>
          <p:cNvSpPr>
            <a:spLocks noGrp="1"/>
          </p:cNvSpPr>
          <p:nvPr/>
        </p:nvSpPr>
        <p:spPr>
          <a:xfrm>
            <a:off x="6726726" y="5934740"/>
            <a:ext cx="277171" cy="10624"/>
          </a:xfrm>
          <a:custGeom>
            <a:avLst/>
            <a:gdLst/>
            <a:ahLst/>
            <a:cxnLst/>
            <a:rect l="0" t="0" r="0" b="0"/>
            <a:pathLst>
              <a:path w="277171" h="10624">
                <a:moveTo>
                  <a:pt x="0" y="10624"/>
                </a:moveTo>
                <a:lnTo>
                  <a:pt x="277171" y="0"/>
                </a:lnTo>
              </a:path>
            </a:pathLst>
          </a:custGeom>
          <a:noFill/>
          <a:ln w="6034">
            <a:solidFill>
              <a:srgbClr val="F17322">
                <a:alpha val="7000"/>
              </a:srgbClr>
            </a:solidFill>
            <a:prstDash val="solid"/>
          </a:ln>
        </p:spPr>
      </p:sp>
      <p:sp>
        <p:nvSpPr>
          <p:cNvPr id="260" name="lumia-token-stream-curve">
            <a:extLst>
              <a:ext uri="{FF2B5EF4-FFF2-40B4-BE49-F238E27FC236}">
                <a16:creationId xmlns:a16="http://schemas.microsoft.com/office/drawing/2014/main" id="{C8436C14-FD3E-4151-AC95-58E8410F03F6}"/>
              </a:ext>
            </a:extLst>
          </p:cNvPr>
          <p:cNvSpPr>
            <a:spLocks noGrp="1"/>
          </p:cNvSpPr>
          <p:nvPr/>
        </p:nvSpPr>
        <p:spPr>
          <a:xfrm>
            <a:off x="7003897" y="5912397"/>
            <a:ext cx="278799" cy="22342"/>
          </a:xfrm>
          <a:custGeom>
            <a:avLst/>
            <a:gdLst/>
            <a:ahLst/>
            <a:cxnLst/>
            <a:rect l="0" t="0" r="0" b="0"/>
            <a:pathLst>
              <a:path w="278799" h="22342">
                <a:moveTo>
                  <a:pt x="0" y="22342"/>
                </a:moveTo>
                <a:lnTo>
                  <a:pt x="278799" y="0"/>
                </a:lnTo>
              </a:path>
            </a:pathLst>
          </a:custGeom>
          <a:noFill/>
          <a:ln w="6182">
            <a:solidFill>
              <a:srgbClr val="F27E1E">
                <a:alpha val="7000"/>
              </a:srgbClr>
            </a:solidFill>
            <a:prstDash val="solid"/>
          </a:ln>
        </p:spPr>
      </p:sp>
      <p:sp>
        <p:nvSpPr>
          <p:cNvPr id="261" name="lumia-token-stream-curve">
            <a:extLst>
              <a:ext uri="{FF2B5EF4-FFF2-40B4-BE49-F238E27FC236}">
                <a16:creationId xmlns:a16="http://schemas.microsoft.com/office/drawing/2014/main" id="{035A4275-0E39-43E2-A993-956B61528885}"/>
              </a:ext>
            </a:extLst>
          </p:cNvPr>
          <p:cNvSpPr>
            <a:spLocks noGrp="1"/>
          </p:cNvSpPr>
          <p:nvPr/>
        </p:nvSpPr>
        <p:spPr>
          <a:xfrm>
            <a:off x="7282696" y="5877643"/>
            <a:ext cx="280346" cy="34754"/>
          </a:xfrm>
          <a:custGeom>
            <a:avLst/>
            <a:gdLst/>
            <a:ahLst/>
            <a:cxnLst/>
            <a:rect l="0" t="0" r="0" b="0"/>
            <a:pathLst>
              <a:path w="280346" h="34754">
                <a:moveTo>
                  <a:pt x="0" y="34754"/>
                </a:moveTo>
                <a:lnTo>
                  <a:pt x="280346" y="0"/>
                </a:lnTo>
              </a:path>
            </a:pathLst>
          </a:custGeom>
          <a:noFill/>
          <a:ln w="6335">
            <a:solidFill>
              <a:srgbClr val="F48919">
                <a:alpha val="7000"/>
              </a:srgbClr>
            </a:solidFill>
            <a:prstDash val="solid"/>
          </a:ln>
        </p:spPr>
      </p:sp>
      <p:sp>
        <p:nvSpPr>
          <p:cNvPr id="262" name="lumia-token-stream-curve">
            <a:extLst>
              <a:ext uri="{FF2B5EF4-FFF2-40B4-BE49-F238E27FC236}">
                <a16:creationId xmlns:a16="http://schemas.microsoft.com/office/drawing/2014/main" id="{FAEE86F6-3801-4CCA-8672-D8A51956A63B}"/>
              </a:ext>
            </a:extLst>
          </p:cNvPr>
          <p:cNvSpPr>
            <a:spLocks noGrp="1"/>
          </p:cNvSpPr>
          <p:nvPr/>
        </p:nvSpPr>
        <p:spPr>
          <a:xfrm>
            <a:off x="7563042" y="5831107"/>
            <a:ext cx="281811" cy="46535"/>
          </a:xfrm>
          <a:custGeom>
            <a:avLst/>
            <a:gdLst/>
            <a:ahLst/>
            <a:cxnLst/>
            <a:rect l="0" t="0" r="0" b="0"/>
            <a:pathLst>
              <a:path w="281811" h="46535">
                <a:moveTo>
                  <a:pt x="0" y="46535"/>
                </a:moveTo>
                <a:lnTo>
                  <a:pt x="281811" y="0"/>
                </a:lnTo>
              </a:path>
            </a:pathLst>
          </a:custGeom>
          <a:noFill/>
          <a:ln w="6489">
            <a:solidFill>
              <a:srgbClr val="F59415">
                <a:alpha val="8000"/>
              </a:srgbClr>
            </a:solidFill>
            <a:prstDash val="solid"/>
          </a:ln>
        </p:spPr>
      </p:sp>
      <p:sp>
        <p:nvSpPr>
          <p:cNvPr id="263" name="lumia-token-stream-curve">
            <a:extLst>
              <a:ext uri="{FF2B5EF4-FFF2-40B4-BE49-F238E27FC236}">
                <a16:creationId xmlns:a16="http://schemas.microsoft.com/office/drawing/2014/main" id="{B700859B-DCFD-49C1-B18E-AF81713EC6BE}"/>
              </a:ext>
            </a:extLst>
          </p:cNvPr>
          <p:cNvSpPr>
            <a:spLocks noGrp="1"/>
          </p:cNvSpPr>
          <p:nvPr/>
        </p:nvSpPr>
        <p:spPr>
          <a:xfrm>
            <a:off x="7844853" y="5774713"/>
            <a:ext cx="283193" cy="56394"/>
          </a:xfrm>
          <a:custGeom>
            <a:avLst/>
            <a:gdLst/>
            <a:ahLst/>
            <a:cxnLst/>
            <a:rect l="0" t="0" r="0" b="0"/>
            <a:pathLst>
              <a:path w="283193" h="56394">
                <a:moveTo>
                  <a:pt x="0" y="56394"/>
                </a:moveTo>
                <a:lnTo>
                  <a:pt x="283193" y="0"/>
                </a:lnTo>
              </a:path>
            </a:pathLst>
          </a:custGeom>
          <a:noFill/>
          <a:ln w="6644">
            <a:solidFill>
              <a:srgbClr val="F79E11">
                <a:alpha val="8000"/>
              </a:srgbClr>
            </a:solidFill>
            <a:prstDash val="solid"/>
          </a:ln>
        </p:spPr>
      </p:sp>
      <p:sp>
        <p:nvSpPr>
          <p:cNvPr id="264" name="lumia-token-stream-curve">
            <a:extLst>
              <a:ext uri="{FF2B5EF4-FFF2-40B4-BE49-F238E27FC236}">
                <a16:creationId xmlns:a16="http://schemas.microsoft.com/office/drawing/2014/main" id="{2EABCD73-0BBA-49EE-BD2F-6459BF161D71}"/>
              </a:ext>
            </a:extLst>
          </p:cNvPr>
          <p:cNvSpPr>
            <a:spLocks noGrp="1"/>
          </p:cNvSpPr>
          <p:nvPr/>
        </p:nvSpPr>
        <p:spPr>
          <a:xfrm>
            <a:off x="8128046" y="5711468"/>
            <a:ext cx="284494" cy="63245"/>
          </a:xfrm>
          <a:custGeom>
            <a:avLst/>
            <a:gdLst/>
            <a:ahLst/>
            <a:cxnLst/>
            <a:rect l="0" t="0" r="0" b="0"/>
            <a:pathLst>
              <a:path w="284494" h="63245">
                <a:moveTo>
                  <a:pt x="0" y="63245"/>
                </a:moveTo>
                <a:lnTo>
                  <a:pt x="284494" y="0"/>
                </a:lnTo>
              </a:path>
            </a:pathLst>
          </a:custGeom>
          <a:noFill/>
          <a:ln w="6798">
            <a:solidFill>
              <a:srgbClr val="F8A90C">
                <a:alpha val="8000"/>
              </a:srgbClr>
            </a:solidFill>
            <a:prstDash val="solid"/>
          </a:ln>
        </p:spPr>
      </p:sp>
      <p:sp>
        <p:nvSpPr>
          <p:cNvPr id="265" name="lumia-token-stream-curve">
            <a:extLst>
              <a:ext uri="{FF2B5EF4-FFF2-40B4-BE49-F238E27FC236}">
                <a16:creationId xmlns:a16="http://schemas.microsoft.com/office/drawing/2014/main" id="{8BD4CFE7-471D-479F-B1C9-65E0619520ED}"/>
              </a:ext>
            </a:extLst>
          </p:cNvPr>
          <p:cNvSpPr>
            <a:spLocks noGrp="1"/>
          </p:cNvSpPr>
          <p:nvPr/>
        </p:nvSpPr>
        <p:spPr>
          <a:xfrm>
            <a:off x="8412540" y="5645103"/>
            <a:ext cx="285713" cy="66365"/>
          </a:xfrm>
          <a:custGeom>
            <a:avLst/>
            <a:gdLst/>
            <a:ahLst/>
            <a:cxnLst/>
            <a:rect l="0" t="0" r="0" b="0"/>
            <a:pathLst>
              <a:path w="285713" h="66365">
                <a:moveTo>
                  <a:pt x="0" y="66365"/>
                </a:moveTo>
                <a:lnTo>
                  <a:pt x="285713" y="0"/>
                </a:lnTo>
              </a:path>
            </a:pathLst>
          </a:custGeom>
          <a:noFill/>
          <a:ln w="6950">
            <a:solidFill>
              <a:srgbClr val="FAB408">
                <a:alpha val="8000"/>
              </a:srgbClr>
            </a:solidFill>
            <a:prstDash val="solid"/>
          </a:ln>
        </p:spPr>
      </p:sp>
      <p:sp>
        <p:nvSpPr>
          <p:cNvPr id="266" name="lumia-token-stream-curve">
            <a:extLst>
              <a:ext uri="{FF2B5EF4-FFF2-40B4-BE49-F238E27FC236}">
                <a16:creationId xmlns:a16="http://schemas.microsoft.com/office/drawing/2014/main" id="{95997F1C-10E8-42DC-B79C-C958843DFA0E}"/>
              </a:ext>
            </a:extLst>
          </p:cNvPr>
          <p:cNvSpPr>
            <a:spLocks noGrp="1"/>
          </p:cNvSpPr>
          <p:nvPr/>
        </p:nvSpPr>
        <p:spPr>
          <a:xfrm>
            <a:off x="8698253" y="5579605"/>
            <a:ext cx="286849" cy="65499"/>
          </a:xfrm>
          <a:custGeom>
            <a:avLst/>
            <a:gdLst/>
            <a:ahLst/>
            <a:cxnLst/>
            <a:rect l="0" t="0" r="0" b="0"/>
            <a:pathLst>
              <a:path w="286849" h="65499">
                <a:moveTo>
                  <a:pt x="0" y="65499"/>
                </a:moveTo>
                <a:lnTo>
                  <a:pt x="286849" y="0"/>
                </a:lnTo>
              </a:path>
            </a:pathLst>
          </a:custGeom>
          <a:noFill/>
          <a:ln w="7097">
            <a:solidFill>
              <a:srgbClr val="F7BC07">
                <a:alpha val="8000"/>
              </a:srgbClr>
            </a:solidFill>
            <a:prstDash val="solid"/>
          </a:ln>
        </p:spPr>
      </p:sp>
      <p:sp>
        <p:nvSpPr>
          <p:cNvPr id="267" name="lumia-token-stream-curve">
            <a:extLst>
              <a:ext uri="{FF2B5EF4-FFF2-40B4-BE49-F238E27FC236}">
                <a16:creationId xmlns:a16="http://schemas.microsoft.com/office/drawing/2014/main" id="{D221597B-A332-457A-9A8E-E9992D273445}"/>
              </a:ext>
            </a:extLst>
          </p:cNvPr>
          <p:cNvSpPr>
            <a:spLocks noGrp="1"/>
          </p:cNvSpPr>
          <p:nvPr/>
        </p:nvSpPr>
        <p:spPr>
          <a:xfrm>
            <a:off x="8985102" y="5518687"/>
            <a:ext cx="287904" cy="60918"/>
          </a:xfrm>
          <a:custGeom>
            <a:avLst/>
            <a:gdLst/>
            <a:ahLst/>
            <a:cxnLst/>
            <a:rect l="0" t="0" r="0" b="0"/>
            <a:pathLst>
              <a:path w="287904" h="60918">
                <a:moveTo>
                  <a:pt x="0" y="60918"/>
                </a:moveTo>
                <a:lnTo>
                  <a:pt x="287904" y="0"/>
                </a:lnTo>
              </a:path>
            </a:pathLst>
          </a:custGeom>
          <a:noFill/>
          <a:ln w="7240">
            <a:solidFill>
              <a:srgbClr val="E5BA0E">
                <a:alpha val="9000"/>
              </a:srgbClr>
            </a:solidFill>
            <a:prstDash val="solid"/>
          </a:ln>
        </p:spPr>
      </p:sp>
      <p:sp>
        <p:nvSpPr>
          <p:cNvPr id="268" name="lumia-token-stream-curve">
            <a:extLst>
              <a:ext uri="{FF2B5EF4-FFF2-40B4-BE49-F238E27FC236}">
                <a16:creationId xmlns:a16="http://schemas.microsoft.com/office/drawing/2014/main" id="{D1706888-3BC0-427F-8F49-C3275C77AD46}"/>
              </a:ext>
            </a:extLst>
          </p:cNvPr>
          <p:cNvSpPr>
            <a:spLocks noGrp="1"/>
          </p:cNvSpPr>
          <p:nvPr/>
        </p:nvSpPr>
        <p:spPr>
          <a:xfrm>
            <a:off x="9273005" y="5465290"/>
            <a:ext cx="288876" cy="53397"/>
          </a:xfrm>
          <a:custGeom>
            <a:avLst/>
            <a:gdLst/>
            <a:ahLst/>
            <a:cxnLst/>
            <a:rect l="0" t="0" r="0" b="0"/>
            <a:pathLst>
              <a:path w="288876" h="53397">
                <a:moveTo>
                  <a:pt x="0" y="53397"/>
                </a:moveTo>
                <a:lnTo>
                  <a:pt x="288876" y="0"/>
                </a:lnTo>
              </a:path>
            </a:pathLst>
          </a:custGeom>
          <a:noFill/>
          <a:ln w="7376">
            <a:solidFill>
              <a:srgbClr val="D3B815">
                <a:alpha val="9000"/>
              </a:srgbClr>
            </a:solidFill>
            <a:prstDash val="solid"/>
          </a:ln>
        </p:spPr>
      </p:sp>
      <p:sp>
        <p:nvSpPr>
          <p:cNvPr id="269" name="lumia-token-stream-curve">
            <a:extLst>
              <a:ext uri="{FF2B5EF4-FFF2-40B4-BE49-F238E27FC236}">
                <a16:creationId xmlns:a16="http://schemas.microsoft.com/office/drawing/2014/main" id="{C3681D3F-CB0B-49DA-B470-AEBF69C913FF}"/>
              </a:ext>
            </a:extLst>
          </p:cNvPr>
          <p:cNvSpPr>
            <a:spLocks noGrp="1"/>
          </p:cNvSpPr>
          <p:nvPr/>
        </p:nvSpPr>
        <p:spPr>
          <a:xfrm>
            <a:off x="9561882" y="5421161"/>
            <a:ext cx="289767" cy="44129"/>
          </a:xfrm>
          <a:custGeom>
            <a:avLst/>
            <a:gdLst/>
            <a:ahLst/>
            <a:cxnLst/>
            <a:rect l="0" t="0" r="0" b="0"/>
            <a:pathLst>
              <a:path w="289767" h="44129">
                <a:moveTo>
                  <a:pt x="0" y="44129"/>
                </a:moveTo>
                <a:lnTo>
                  <a:pt x="289767" y="0"/>
                </a:lnTo>
              </a:path>
            </a:pathLst>
          </a:custGeom>
          <a:noFill/>
          <a:ln w="7504">
            <a:solidFill>
              <a:srgbClr val="C2B61C">
                <a:alpha val="9000"/>
              </a:srgbClr>
            </a:solidFill>
            <a:prstDash val="solid"/>
          </a:ln>
        </p:spPr>
      </p:sp>
      <p:sp>
        <p:nvSpPr>
          <p:cNvPr id="270" name="lumia-token-stream-curve">
            <a:extLst>
              <a:ext uri="{FF2B5EF4-FFF2-40B4-BE49-F238E27FC236}">
                <a16:creationId xmlns:a16="http://schemas.microsoft.com/office/drawing/2014/main" id="{B947CAAB-4D07-4BFC-9187-AAD8A28339E4}"/>
              </a:ext>
            </a:extLst>
          </p:cNvPr>
          <p:cNvSpPr>
            <a:spLocks noGrp="1"/>
          </p:cNvSpPr>
          <p:nvPr/>
        </p:nvSpPr>
        <p:spPr>
          <a:xfrm>
            <a:off x="9851648" y="5386595"/>
            <a:ext cx="290575" cy="34566"/>
          </a:xfrm>
          <a:custGeom>
            <a:avLst/>
            <a:gdLst/>
            <a:ahLst/>
            <a:cxnLst/>
            <a:rect l="0" t="0" r="0" b="0"/>
            <a:pathLst>
              <a:path w="290575" h="34566">
                <a:moveTo>
                  <a:pt x="0" y="34566"/>
                </a:moveTo>
                <a:lnTo>
                  <a:pt x="290575" y="0"/>
                </a:lnTo>
              </a:path>
            </a:pathLst>
          </a:custGeom>
          <a:noFill/>
          <a:ln w="7622">
            <a:solidFill>
              <a:srgbClr val="B0B422">
                <a:alpha val="9000"/>
              </a:srgbClr>
            </a:solidFill>
            <a:prstDash val="solid"/>
          </a:ln>
        </p:spPr>
      </p:sp>
      <p:sp>
        <p:nvSpPr>
          <p:cNvPr id="271" name="lumia-token-stream-curve">
            <a:extLst>
              <a:ext uri="{FF2B5EF4-FFF2-40B4-BE49-F238E27FC236}">
                <a16:creationId xmlns:a16="http://schemas.microsoft.com/office/drawing/2014/main" id="{A1CE8D6B-9D40-480B-939A-87364E842C39}"/>
              </a:ext>
            </a:extLst>
          </p:cNvPr>
          <p:cNvSpPr>
            <a:spLocks noGrp="1"/>
          </p:cNvSpPr>
          <p:nvPr/>
        </p:nvSpPr>
        <p:spPr>
          <a:xfrm>
            <a:off x="10142224" y="5360360"/>
            <a:ext cx="291302" cy="26235"/>
          </a:xfrm>
          <a:custGeom>
            <a:avLst/>
            <a:gdLst/>
            <a:ahLst/>
            <a:cxnLst/>
            <a:rect l="0" t="0" r="0" b="0"/>
            <a:pathLst>
              <a:path w="291302" h="26235">
                <a:moveTo>
                  <a:pt x="0" y="26235"/>
                </a:moveTo>
                <a:lnTo>
                  <a:pt x="291302" y="0"/>
                </a:lnTo>
              </a:path>
            </a:pathLst>
          </a:custGeom>
          <a:noFill/>
          <a:ln w="7729">
            <a:solidFill>
              <a:srgbClr val="9EB329">
                <a:alpha val="9000"/>
              </a:srgbClr>
            </a:solidFill>
            <a:prstDash val="solid"/>
          </a:ln>
        </p:spPr>
      </p:sp>
      <p:sp>
        <p:nvSpPr>
          <p:cNvPr id="272" name="lumia-token-stream-curve">
            <a:extLst>
              <a:ext uri="{FF2B5EF4-FFF2-40B4-BE49-F238E27FC236}">
                <a16:creationId xmlns:a16="http://schemas.microsoft.com/office/drawing/2014/main" id="{1F9CCC0F-CBE8-44D0-8588-5C1181D7A1C4}"/>
              </a:ext>
            </a:extLst>
          </p:cNvPr>
          <p:cNvSpPr>
            <a:spLocks noGrp="1"/>
          </p:cNvSpPr>
          <p:nvPr/>
        </p:nvSpPr>
        <p:spPr>
          <a:xfrm>
            <a:off x="10433525" y="5339837"/>
            <a:ext cx="291946" cy="20522"/>
          </a:xfrm>
          <a:custGeom>
            <a:avLst/>
            <a:gdLst/>
            <a:ahLst/>
            <a:cxnLst/>
            <a:rect l="0" t="0" r="0" b="0"/>
            <a:pathLst>
              <a:path w="291946" h="20522">
                <a:moveTo>
                  <a:pt x="0" y="20522"/>
                </a:moveTo>
                <a:lnTo>
                  <a:pt x="291946" y="0"/>
                </a:lnTo>
              </a:path>
            </a:pathLst>
          </a:custGeom>
          <a:noFill/>
          <a:ln w="7823">
            <a:solidFill>
              <a:srgbClr val="8CB130">
                <a:alpha val="9000"/>
              </a:srgbClr>
            </a:solidFill>
            <a:prstDash val="solid"/>
          </a:ln>
        </p:spPr>
      </p:sp>
      <p:sp>
        <p:nvSpPr>
          <p:cNvPr id="273" name="lumia-token-stream-curve">
            <a:extLst>
              <a:ext uri="{FF2B5EF4-FFF2-40B4-BE49-F238E27FC236}">
                <a16:creationId xmlns:a16="http://schemas.microsoft.com/office/drawing/2014/main" id="{DEC94857-B07F-4C92-92CE-CF729F26D499}"/>
              </a:ext>
            </a:extLst>
          </p:cNvPr>
          <p:cNvSpPr>
            <a:spLocks noGrp="1"/>
          </p:cNvSpPr>
          <p:nvPr/>
        </p:nvSpPr>
        <p:spPr>
          <a:xfrm>
            <a:off x="10725472" y="5321358"/>
            <a:ext cx="292509" cy="18479"/>
          </a:xfrm>
          <a:custGeom>
            <a:avLst/>
            <a:gdLst/>
            <a:ahLst/>
            <a:cxnLst/>
            <a:rect l="0" t="0" r="0" b="0"/>
            <a:pathLst>
              <a:path w="292509" h="18479">
                <a:moveTo>
                  <a:pt x="0" y="18479"/>
                </a:moveTo>
                <a:lnTo>
                  <a:pt x="292509" y="0"/>
                </a:lnTo>
              </a:path>
            </a:pathLst>
          </a:custGeom>
          <a:noFill/>
          <a:ln w="7904">
            <a:solidFill>
              <a:srgbClr val="7BAF37">
                <a:alpha val="9000"/>
              </a:srgbClr>
            </a:solidFill>
            <a:prstDash val="solid"/>
          </a:ln>
        </p:spPr>
      </p:sp>
      <p:sp>
        <p:nvSpPr>
          <p:cNvPr id="274" name="lumia-token-stream-curve">
            <a:extLst>
              <a:ext uri="{FF2B5EF4-FFF2-40B4-BE49-F238E27FC236}">
                <a16:creationId xmlns:a16="http://schemas.microsoft.com/office/drawing/2014/main" id="{54B5CD93-2307-4A25-9180-9482F0BF1B83}"/>
              </a:ext>
            </a:extLst>
          </p:cNvPr>
          <p:cNvSpPr>
            <a:spLocks noGrp="1"/>
          </p:cNvSpPr>
          <p:nvPr/>
        </p:nvSpPr>
        <p:spPr>
          <a:xfrm>
            <a:off x="11017980" y="5300686"/>
            <a:ext cx="292989" cy="20672"/>
          </a:xfrm>
          <a:custGeom>
            <a:avLst/>
            <a:gdLst/>
            <a:ahLst/>
            <a:cxnLst/>
            <a:rect l="0" t="0" r="0" b="0"/>
            <a:pathLst>
              <a:path w="292989" h="20672">
                <a:moveTo>
                  <a:pt x="0" y="20672"/>
                </a:moveTo>
                <a:lnTo>
                  <a:pt x="292989" y="0"/>
                </a:lnTo>
              </a:path>
            </a:pathLst>
          </a:custGeom>
          <a:noFill/>
          <a:ln w="7969">
            <a:solidFill>
              <a:srgbClr val="69AD3E">
                <a:alpha val="9000"/>
              </a:srgbClr>
            </a:solidFill>
            <a:prstDash val="solid"/>
          </a:ln>
        </p:spPr>
      </p:sp>
      <p:sp>
        <p:nvSpPr>
          <p:cNvPr id="275" name="lumia-token-stream-curve">
            <a:extLst>
              <a:ext uri="{FF2B5EF4-FFF2-40B4-BE49-F238E27FC236}">
                <a16:creationId xmlns:a16="http://schemas.microsoft.com/office/drawing/2014/main" id="{527CF612-1064-4DA6-A6E4-790F38D8E0C1}"/>
              </a:ext>
            </a:extLst>
          </p:cNvPr>
          <p:cNvSpPr>
            <a:spLocks noGrp="1"/>
          </p:cNvSpPr>
          <p:nvPr/>
        </p:nvSpPr>
        <p:spPr>
          <a:xfrm>
            <a:off x="11310970" y="5273596"/>
            <a:ext cx="293388" cy="27090"/>
          </a:xfrm>
          <a:custGeom>
            <a:avLst/>
            <a:gdLst/>
            <a:ahLst/>
            <a:cxnLst/>
            <a:rect l="0" t="0" r="0" b="0"/>
            <a:pathLst>
              <a:path w="293388" h="27090">
                <a:moveTo>
                  <a:pt x="0" y="27090"/>
                </a:moveTo>
                <a:lnTo>
                  <a:pt x="293388" y="0"/>
                </a:lnTo>
              </a:path>
            </a:pathLst>
          </a:custGeom>
          <a:noFill/>
          <a:ln w="8018">
            <a:solidFill>
              <a:srgbClr val="57AC45">
                <a:alpha val="10000"/>
              </a:srgbClr>
            </a:solidFill>
            <a:prstDash val="solid"/>
          </a:ln>
        </p:spPr>
      </p:sp>
      <p:sp>
        <p:nvSpPr>
          <p:cNvPr id="276" name="lumia-token-stream-curve">
            <a:extLst>
              <a:ext uri="{FF2B5EF4-FFF2-40B4-BE49-F238E27FC236}">
                <a16:creationId xmlns:a16="http://schemas.microsoft.com/office/drawing/2014/main" id="{5364EDED-16DF-46D7-90C8-4986FF8F930F}"/>
              </a:ext>
            </a:extLst>
          </p:cNvPr>
          <p:cNvSpPr>
            <a:spLocks noGrp="1"/>
          </p:cNvSpPr>
          <p:nvPr/>
        </p:nvSpPr>
        <p:spPr>
          <a:xfrm>
            <a:off x="11604357" y="5236451"/>
            <a:ext cx="293704" cy="37145"/>
          </a:xfrm>
          <a:custGeom>
            <a:avLst/>
            <a:gdLst/>
            <a:ahLst/>
            <a:cxnLst/>
            <a:rect l="0" t="0" r="0" b="0"/>
            <a:pathLst>
              <a:path w="293704" h="37145">
                <a:moveTo>
                  <a:pt x="0" y="37145"/>
                </a:moveTo>
                <a:lnTo>
                  <a:pt x="293704" y="0"/>
                </a:lnTo>
              </a:path>
            </a:pathLst>
          </a:custGeom>
          <a:noFill/>
          <a:ln w="8048">
            <a:solidFill>
              <a:srgbClr val="46AA4C">
                <a:alpha val="10000"/>
              </a:srgbClr>
            </a:solidFill>
            <a:prstDash val="solid"/>
          </a:ln>
        </p:spPr>
      </p:sp>
      <p:sp>
        <p:nvSpPr>
          <p:cNvPr id="277" name="lumia-token-stream-curve">
            <a:extLst>
              <a:ext uri="{FF2B5EF4-FFF2-40B4-BE49-F238E27FC236}">
                <a16:creationId xmlns:a16="http://schemas.microsoft.com/office/drawing/2014/main" id="{7A29F74F-AE12-4334-B4D7-9249F85B09CA}"/>
              </a:ext>
            </a:extLst>
          </p:cNvPr>
          <p:cNvSpPr>
            <a:spLocks noGrp="1"/>
          </p:cNvSpPr>
          <p:nvPr/>
        </p:nvSpPr>
        <p:spPr>
          <a:xfrm>
            <a:off x="11898061" y="5186711"/>
            <a:ext cx="293939" cy="49739"/>
          </a:xfrm>
          <a:custGeom>
            <a:avLst/>
            <a:gdLst/>
            <a:ahLst/>
            <a:cxnLst/>
            <a:rect l="0" t="0" r="0" b="0"/>
            <a:pathLst>
              <a:path w="293939" h="49739">
                <a:moveTo>
                  <a:pt x="0" y="49739"/>
                </a:moveTo>
                <a:lnTo>
                  <a:pt x="293939" y="0"/>
                </a:lnTo>
              </a:path>
            </a:pathLst>
          </a:custGeom>
          <a:noFill/>
          <a:ln w="8058">
            <a:solidFill>
              <a:srgbClr val="34A853">
                <a:alpha val="10000"/>
              </a:srgbClr>
            </a:solidFill>
            <a:prstDash val="solid"/>
          </a:ln>
        </p:spPr>
      </p:sp>
      <p:sp>
        <p:nvSpPr>
          <p:cNvPr id="278" name="lumia-token-stream-curve">
            <a:extLst>
              <a:ext uri="{FF2B5EF4-FFF2-40B4-BE49-F238E27FC236}">
                <a16:creationId xmlns:a16="http://schemas.microsoft.com/office/drawing/2014/main" id="{7FDF0278-1615-4800-B56C-A9336E1A3ECC}"/>
              </a:ext>
            </a:extLst>
          </p:cNvPr>
          <p:cNvSpPr>
            <a:spLocks noGrp="1"/>
          </p:cNvSpPr>
          <p:nvPr/>
        </p:nvSpPr>
        <p:spPr>
          <a:xfrm>
            <a:off x="145883" y="5936457"/>
            <a:ext cx="202765" cy="44818"/>
          </a:xfrm>
          <a:custGeom>
            <a:avLst/>
            <a:gdLst/>
            <a:ahLst/>
            <a:cxnLst/>
            <a:rect l="0" t="0" r="0" b="0"/>
            <a:pathLst>
              <a:path w="202765" h="44818">
                <a:moveTo>
                  <a:pt x="0" y="0"/>
                </a:moveTo>
                <a:lnTo>
                  <a:pt x="202765" y="44818"/>
                </a:lnTo>
              </a:path>
            </a:pathLst>
          </a:custGeom>
          <a:noFill/>
          <a:ln w="5358">
            <a:solidFill>
              <a:srgbClr val="4285F4">
                <a:alpha val="4000"/>
              </a:srgbClr>
            </a:solidFill>
            <a:prstDash val="solid"/>
          </a:ln>
        </p:spPr>
      </p:sp>
      <p:sp>
        <p:nvSpPr>
          <p:cNvPr id="279" name="lumia-token-stream-curve">
            <a:extLst>
              <a:ext uri="{FF2B5EF4-FFF2-40B4-BE49-F238E27FC236}">
                <a16:creationId xmlns:a16="http://schemas.microsoft.com/office/drawing/2014/main" id="{2089E146-EFD8-4617-9290-38306A23B3BA}"/>
              </a:ext>
            </a:extLst>
          </p:cNvPr>
          <p:cNvSpPr>
            <a:spLocks noGrp="1"/>
          </p:cNvSpPr>
          <p:nvPr/>
        </p:nvSpPr>
        <p:spPr>
          <a:xfrm>
            <a:off x="348648" y="5981276"/>
            <a:ext cx="206600" cy="42622"/>
          </a:xfrm>
          <a:custGeom>
            <a:avLst/>
            <a:gdLst/>
            <a:ahLst/>
            <a:cxnLst/>
            <a:rect l="0" t="0" r="0" b="0"/>
            <a:pathLst>
              <a:path w="206600" h="42622">
                <a:moveTo>
                  <a:pt x="0" y="0"/>
                </a:moveTo>
                <a:lnTo>
                  <a:pt x="206600" y="42622"/>
                </a:lnTo>
              </a:path>
            </a:pathLst>
          </a:custGeom>
          <a:noFill/>
          <a:ln w="5358">
            <a:solidFill>
              <a:srgbClr val="447EEC">
                <a:alpha val="4000"/>
              </a:srgbClr>
            </a:solidFill>
            <a:prstDash val="solid"/>
          </a:ln>
        </p:spPr>
      </p:sp>
      <p:sp>
        <p:nvSpPr>
          <p:cNvPr id="280" name="lumia-token-stream-curve">
            <a:extLst>
              <a:ext uri="{FF2B5EF4-FFF2-40B4-BE49-F238E27FC236}">
                <a16:creationId xmlns:a16="http://schemas.microsoft.com/office/drawing/2014/main" id="{4DBDB3E8-3CF1-4C30-A9E1-EE1DC7220202}"/>
              </a:ext>
            </a:extLst>
          </p:cNvPr>
          <p:cNvSpPr>
            <a:spLocks noGrp="1"/>
          </p:cNvSpPr>
          <p:nvPr/>
        </p:nvSpPr>
        <p:spPr>
          <a:xfrm>
            <a:off x="555248" y="6023898"/>
            <a:ext cx="210353" cy="38758"/>
          </a:xfrm>
          <a:custGeom>
            <a:avLst/>
            <a:gdLst/>
            <a:ahLst/>
            <a:cxnLst/>
            <a:rect l="0" t="0" r="0" b="0"/>
            <a:pathLst>
              <a:path w="210353" h="38758">
                <a:moveTo>
                  <a:pt x="0" y="0"/>
                </a:moveTo>
                <a:lnTo>
                  <a:pt x="210353" y="38758"/>
                </a:lnTo>
              </a:path>
            </a:pathLst>
          </a:custGeom>
          <a:noFill/>
          <a:ln w="5358">
            <a:solidFill>
              <a:srgbClr val="4678E3">
                <a:alpha val="4000"/>
              </a:srgbClr>
            </a:solidFill>
            <a:prstDash val="solid"/>
          </a:ln>
        </p:spPr>
      </p:sp>
      <p:sp>
        <p:nvSpPr>
          <p:cNvPr id="281" name="lumia-token-stream-curve">
            <a:extLst>
              <a:ext uri="{FF2B5EF4-FFF2-40B4-BE49-F238E27FC236}">
                <a16:creationId xmlns:a16="http://schemas.microsoft.com/office/drawing/2014/main" id="{5814F4DF-A0BE-4049-AD83-F3909353FA0C}"/>
              </a:ext>
            </a:extLst>
          </p:cNvPr>
          <p:cNvSpPr>
            <a:spLocks noGrp="1"/>
          </p:cNvSpPr>
          <p:nvPr/>
        </p:nvSpPr>
        <p:spPr>
          <a:xfrm>
            <a:off x="765602" y="6062656"/>
            <a:ext cx="214024" cy="33244"/>
          </a:xfrm>
          <a:custGeom>
            <a:avLst/>
            <a:gdLst/>
            <a:ahLst/>
            <a:cxnLst/>
            <a:rect l="0" t="0" r="0" b="0"/>
            <a:pathLst>
              <a:path w="214024" h="33244">
                <a:moveTo>
                  <a:pt x="0" y="0"/>
                </a:moveTo>
                <a:lnTo>
                  <a:pt x="214024" y="33244"/>
                </a:lnTo>
              </a:path>
            </a:pathLst>
          </a:custGeom>
          <a:noFill/>
          <a:ln w="5358">
            <a:solidFill>
              <a:srgbClr val="4871DB">
                <a:alpha val="4000"/>
              </a:srgbClr>
            </a:solidFill>
            <a:prstDash val="solid"/>
          </a:ln>
        </p:spPr>
      </p:sp>
      <p:sp>
        <p:nvSpPr>
          <p:cNvPr id="282" name="lumia-token-stream-curve">
            <a:extLst>
              <a:ext uri="{FF2B5EF4-FFF2-40B4-BE49-F238E27FC236}">
                <a16:creationId xmlns:a16="http://schemas.microsoft.com/office/drawing/2014/main" id="{F87D28D6-B6C7-4E71-B773-AD728E83B583}"/>
              </a:ext>
            </a:extLst>
          </p:cNvPr>
          <p:cNvSpPr>
            <a:spLocks noGrp="1"/>
          </p:cNvSpPr>
          <p:nvPr/>
        </p:nvSpPr>
        <p:spPr>
          <a:xfrm>
            <a:off x="979626" y="6095900"/>
            <a:ext cx="217612" cy="26240"/>
          </a:xfrm>
          <a:custGeom>
            <a:avLst/>
            <a:gdLst/>
            <a:ahLst/>
            <a:cxnLst/>
            <a:rect l="0" t="0" r="0" b="0"/>
            <a:pathLst>
              <a:path w="217612" h="26240">
                <a:moveTo>
                  <a:pt x="0" y="0"/>
                </a:moveTo>
                <a:lnTo>
                  <a:pt x="217612" y="26240"/>
                </a:lnTo>
              </a:path>
            </a:pathLst>
          </a:custGeom>
          <a:noFill/>
          <a:ln w="5358">
            <a:solidFill>
              <a:srgbClr val="4A6BD2">
                <a:alpha val="4000"/>
              </a:srgbClr>
            </a:solidFill>
            <a:prstDash val="solid"/>
          </a:ln>
        </p:spPr>
      </p:sp>
      <p:sp>
        <p:nvSpPr>
          <p:cNvPr id="283" name="lumia-token-stream-curve">
            <a:extLst>
              <a:ext uri="{FF2B5EF4-FFF2-40B4-BE49-F238E27FC236}">
                <a16:creationId xmlns:a16="http://schemas.microsoft.com/office/drawing/2014/main" id="{285F3FA5-6B0A-4450-B3E2-7CA034A84991}"/>
              </a:ext>
            </a:extLst>
          </p:cNvPr>
          <p:cNvSpPr>
            <a:spLocks noGrp="1"/>
          </p:cNvSpPr>
          <p:nvPr/>
        </p:nvSpPr>
        <p:spPr>
          <a:xfrm>
            <a:off x="1197238" y="6122140"/>
            <a:ext cx="221118" cy="18052"/>
          </a:xfrm>
          <a:custGeom>
            <a:avLst/>
            <a:gdLst/>
            <a:ahLst/>
            <a:cxnLst/>
            <a:rect l="0" t="0" r="0" b="0"/>
            <a:pathLst>
              <a:path w="221118" h="18052">
                <a:moveTo>
                  <a:pt x="0" y="0"/>
                </a:moveTo>
                <a:lnTo>
                  <a:pt x="221118" y="18052"/>
                </a:lnTo>
              </a:path>
            </a:pathLst>
          </a:custGeom>
          <a:noFill/>
          <a:ln w="5358">
            <a:solidFill>
              <a:srgbClr val="4C64CA">
                <a:alpha val="4000"/>
              </a:srgbClr>
            </a:solidFill>
            <a:prstDash val="solid"/>
          </a:ln>
        </p:spPr>
      </p:sp>
      <p:sp>
        <p:nvSpPr>
          <p:cNvPr id="284" name="lumia-token-stream-curve">
            <a:extLst>
              <a:ext uri="{FF2B5EF4-FFF2-40B4-BE49-F238E27FC236}">
                <a16:creationId xmlns:a16="http://schemas.microsoft.com/office/drawing/2014/main" id="{275BCA38-B7F8-4BA6-9615-8C9D5B8FE53E}"/>
              </a:ext>
            </a:extLst>
          </p:cNvPr>
          <p:cNvSpPr>
            <a:spLocks noGrp="1"/>
          </p:cNvSpPr>
          <p:nvPr/>
        </p:nvSpPr>
        <p:spPr>
          <a:xfrm>
            <a:off x="1418357" y="6140191"/>
            <a:ext cx="224542" cy="9525"/>
          </a:xfrm>
          <a:custGeom>
            <a:avLst/>
            <a:gdLst/>
            <a:ahLst/>
            <a:cxnLst/>
            <a:rect l="0" t="0" r="0" b="0"/>
            <a:pathLst>
              <a:path w="224542" h="9525">
                <a:moveTo>
                  <a:pt x="0" y="0"/>
                </a:moveTo>
                <a:lnTo>
                  <a:pt x="224542" y="9128"/>
                </a:lnTo>
              </a:path>
            </a:pathLst>
          </a:custGeom>
          <a:noFill/>
          <a:ln w="5358">
            <a:solidFill>
              <a:srgbClr val="4E5EC1">
                <a:alpha val="4000"/>
              </a:srgbClr>
            </a:solidFill>
            <a:prstDash val="solid"/>
          </a:ln>
        </p:spPr>
      </p:sp>
      <p:sp>
        <p:nvSpPr>
          <p:cNvPr id="285" name="lumia-token-stream-curve">
            <a:extLst>
              <a:ext uri="{FF2B5EF4-FFF2-40B4-BE49-F238E27FC236}">
                <a16:creationId xmlns:a16="http://schemas.microsoft.com/office/drawing/2014/main" id="{BCDAE3EF-F4B5-4217-B467-601F00E9BC49}"/>
              </a:ext>
            </a:extLst>
          </p:cNvPr>
          <p:cNvSpPr>
            <a:spLocks noGrp="1"/>
          </p:cNvSpPr>
          <p:nvPr/>
        </p:nvSpPr>
        <p:spPr>
          <a:xfrm>
            <a:off x="1642899" y="6149319"/>
            <a:ext cx="227883" cy="9525"/>
          </a:xfrm>
          <a:custGeom>
            <a:avLst/>
            <a:gdLst/>
            <a:ahLst/>
            <a:cxnLst/>
            <a:rect l="0" t="0" r="0" b="0"/>
            <a:pathLst>
              <a:path w="227883" h="9525">
                <a:moveTo>
                  <a:pt x="0" y="0"/>
                </a:moveTo>
                <a:lnTo>
                  <a:pt x="227883" y="29"/>
                </a:lnTo>
              </a:path>
            </a:pathLst>
          </a:custGeom>
          <a:noFill/>
          <a:ln w="5358">
            <a:solidFill>
              <a:srgbClr val="5057B9">
                <a:alpha val="4000"/>
              </a:srgbClr>
            </a:solidFill>
            <a:prstDash val="solid"/>
          </a:ln>
        </p:spPr>
      </p:sp>
      <p:sp>
        <p:nvSpPr>
          <p:cNvPr id="286" name="lumia-token-stream-curve">
            <a:extLst>
              <a:ext uri="{FF2B5EF4-FFF2-40B4-BE49-F238E27FC236}">
                <a16:creationId xmlns:a16="http://schemas.microsoft.com/office/drawing/2014/main" id="{A8FAFB59-2E02-401F-833A-F7728A4DC6F6}"/>
              </a:ext>
            </a:extLst>
          </p:cNvPr>
          <p:cNvSpPr>
            <a:spLocks noGrp="1"/>
          </p:cNvSpPr>
          <p:nvPr/>
        </p:nvSpPr>
        <p:spPr>
          <a:xfrm>
            <a:off x="1870782" y="6140741"/>
            <a:ext cx="231142" cy="9525"/>
          </a:xfrm>
          <a:custGeom>
            <a:avLst/>
            <a:gdLst/>
            <a:ahLst/>
            <a:cxnLst/>
            <a:rect l="0" t="0" r="0" b="0"/>
            <a:pathLst>
              <a:path w="231142" h="9525">
                <a:moveTo>
                  <a:pt x="0" y="8607"/>
                </a:moveTo>
                <a:lnTo>
                  <a:pt x="231142" y="0"/>
                </a:lnTo>
              </a:path>
            </a:pathLst>
          </a:custGeom>
          <a:noFill/>
          <a:ln w="5358">
            <a:solidFill>
              <a:srgbClr val="5250B0">
                <a:alpha val="4000"/>
              </a:srgbClr>
            </a:solidFill>
            <a:prstDash val="solid"/>
          </a:ln>
        </p:spPr>
      </p:sp>
      <p:sp>
        <p:nvSpPr>
          <p:cNvPr id="287" name="lumia-token-stream-curve">
            <a:extLst>
              <a:ext uri="{FF2B5EF4-FFF2-40B4-BE49-F238E27FC236}">
                <a16:creationId xmlns:a16="http://schemas.microsoft.com/office/drawing/2014/main" id="{155E1AB4-10D9-444E-A70D-0A88BD13C6BF}"/>
              </a:ext>
            </a:extLst>
          </p:cNvPr>
          <p:cNvSpPr>
            <a:spLocks noGrp="1"/>
          </p:cNvSpPr>
          <p:nvPr/>
        </p:nvSpPr>
        <p:spPr>
          <a:xfrm>
            <a:off x="2101923" y="6124615"/>
            <a:ext cx="234318" cy="16127"/>
          </a:xfrm>
          <a:custGeom>
            <a:avLst/>
            <a:gdLst/>
            <a:ahLst/>
            <a:cxnLst/>
            <a:rect l="0" t="0" r="0" b="0"/>
            <a:pathLst>
              <a:path w="234318" h="16127">
                <a:moveTo>
                  <a:pt x="0" y="16127"/>
                </a:moveTo>
                <a:lnTo>
                  <a:pt x="234318" y="0"/>
                </a:lnTo>
              </a:path>
            </a:pathLst>
          </a:custGeom>
          <a:noFill/>
          <a:ln w="5358">
            <a:solidFill>
              <a:srgbClr val="544AA8">
                <a:alpha val="4000"/>
              </a:srgbClr>
            </a:solidFill>
            <a:prstDash val="solid"/>
          </a:ln>
        </p:spPr>
      </p:sp>
      <p:sp>
        <p:nvSpPr>
          <p:cNvPr id="288" name="lumia-token-stream-curve">
            <a:extLst>
              <a:ext uri="{FF2B5EF4-FFF2-40B4-BE49-F238E27FC236}">
                <a16:creationId xmlns:a16="http://schemas.microsoft.com/office/drawing/2014/main" id="{4ED6F30B-22F0-4FAE-926B-2FEA200A9817}"/>
              </a:ext>
            </a:extLst>
          </p:cNvPr>
          <p:cNvSpPr>
            <a:spLocks noGrp="1"/>
          </p:cNvSpPr>
          <p:nvPr/>
        </p:nvSpPr>
        <p:spPr>
          <a:xfrm>
            <a:off x="2336241" y="6102698"/>
            <a:ext cx="237412" cy="21917"/>
          </a:xfrm>
          <a:custGeom>
            <a:avLst/>
            <a:gdLst/>
            <a:ahLst/>
            <a:cxnLst/>
            <a:rect l="0" t="0" r="0" b="0"/>
            <a:pathLst>
              <a:path w="237412" h="21917">
                <a:moveTo>
                  <a:pt x="0" y="21917"/>
                </a:moveTo>
                <a:lnTo>
                  <a:pt x="237412" y="0"/>
                </a:lnTo>
              </a:path>
            </a:pathLst>
          </a:custGeom>
          <a:noFill/>
          <a:ln w="5358">
            <a:solidFill>
              <a:srgbClr val="5643A0">
                <a:alpha val="4000"/>
              </a:srgbClr>
            </a:solidFill>
            <a:prstDash val="solid"/>
          </a:ln>
        </p:spPr>
      </p:sp>
      <p:sp>
        <p:nvSpPr>
          <p:cNvPr id="289" name="lumia-token-stream-curve">
            <a:extLst>
              <a:ext uri="{FF2B5EF4-FFF2-40B4-BE49-F238E27FC236}">
                <a16:creationId xmlns:a16="http://schemas.microsoft.com/office/drawing/2014/main" id="{95D65288-7BC0-4F9B-8D1A-832BE6514984}"/>
              </a:ext>
            </a:extLst>
          </p:cNvPr>
          <p:cNvSpPr>
            <a:spLocks noGrp="1"/>
          </p:cNvSpPr>
          <p:nvPr/>
        </p:nvSpPr>
        <p:spPr>
          <a:xfrm>
            <a:off x="2573654" y="6077216"/>
            <a:ext cx="240424" cy="25482"/>
          </a:xfrm>
          <a:custGeom>
            <a:avLst/>
            <a:gdLst/>
            <a:ahLst/>
            <a:cxnLst/>
            <a:rect l="0" t="0" r="0" b="0"/>
            <a:pathLst>
              <a:path w="240424" h="25482">
                <a:moveTo>
                  <a:pt x="0" y="25482"/>
                </a:moveTo>
                <a:lnTo>
                  <a:pt x="240424" y="0"/>
                </a:lnTo>
              </a:path>
            </a:pathLst>
          </a:custGeom>
          <a:noFill/>
          <a:ln w="5358">
            <a:solidFill>
              <a:srgbClr val="583D97">
                <a:alpha val="4000"/>
              </a:srgbClr>
            </a:solidFill>
            <a:prstDash val="solid"/>
          </a:ln>
        </p:spPr>
      </p:sp>
      <p:sp>
        <p:nvSpPr>
          <p:cNvPr id="290" name="lumia-token-stream-curve">
            <a:extLst>
              <a:ext uri="{FF2B5EF4-FFF2-40B4-BE49-F238E27FC236}">
                <a16:creationId xmlns:a16="http://schemas.microsoft.com/office/drawing/2014/main" id="{7BBF9AC4-31D8-48EB-A76C-81D067CC400E}"/>
              </a:ext>
            </a:extLst>
          </p:cNvPr>
          <p:cNvSpPr>
            <a:spLocks noGrp="1"/>
          </p:cNvSpPr>
          <p:nvPr/>
        </p:nvSpPr>
        <p:spPr>
          <a:xfrm>
            <a:off x="2814077" y="6050715"/>
            <a:ext cx="243353" cy="26501"/>
          </a:xfrm>
          <a:custGeom>
            <a:avLst/>
            <a:gdLst/>
            <a:ahLst/>
            <a:cxnLst/>
            <a:rect l="0" t="0" r="0" b="0"/>
            <a:pathLst>
              <a:path w="243353" h="26501">
                <a:moveTo>
                  <a:pt x="0" y="26501"/>
                </a:moveTo>
                <a:lnTo>
                  <a:pt x="243353" y="0"/>
                </a:lnTo>
              </a:path>
            </a:pathLst>
          </a:custGeom>
          <a:noFill/>
          <a:ln w="5358">
            <a:solidFill>
              <a:srgbClr val="623C8F">
                <a:alpha val="5000"/>
              </a:srgbClr>
            </a:solidFill>
            <a:prstDash val="solid"/>
          </a:ln>
        </p:spPr>
      </p:sp>
      <p:sp>
        <p:nvSpPr>
          <p:cNvPr id="291" name="lumia-token-stream-curve">
            <a:extLst>
              <a:ext uri="{FF2B5EF4-FFF2-40B4-BE49-F238E27FC236}">
                <a16:creationId xmlns:a16="http://schemas.microsoft.com/office/drawing/2014/main" id="{CDCD2DDC-833A-4FF4-B54A-7EFCBDC9A02F}"/>
              </a:ext>
            </a:extLst>
          </p:cNvPr>
          <p:cNvSpPr>
            <a:spLocks noGrp="1"/>
          </p:cNvSpPr>
          <p:nvPr/>
        </p:nvSpPr>
        <p:spPr>
          <a:xfrm>
            <a:off x="3057430" y="6025826"/>
            <a:ext cx="246199" cy="24889"/>
          </a:xfrm>
          <a:custGeom>
            <a:avLst/>
            <a:gdLst/>
            <a:ahLst/>
            <a:cxnLst/>
            <a:rect l="0" t="0" r="0" b="0"/>
            <a:pathLst>
              <a:path w="246199" h="24889">
                <a:moveTo>
                  <a:pt x="0" y="24889"/>
                </a:moveTo>
                <a:lnTo>
                  <a:pt x="246199" y="0"/>
                </a:lnTo>
              </a:path>
            </a:pathLst>
          </a:custGeom>
          <a:noFill/>
          <a:ln w="5358">
            <a:solidFill>
              <a:srgbClr val="6F3C86">
                <a:alpha val="5000"/>
              </a:srgbClr>
            </a:solidFill>
            <a:prstDash val="solid"/>
          </a:ln>
        </p:spPr>
      </p:sp>
      <p:sp>
        <p:nvSpPr>
          <p:cNvPr id="292" name="lumia-token-stream-curve">
            <a:extLst>
              <a:ext uri="{FF2B5EF4-FFF2-40B4-BE49-F238E27FC236}">
                <a16:creationId xmlns:a16="http://schemas.microsoft.com/office/drawing/2014/main" id="{A5C03A98-6E1E-47F9-B5ED-49B0FD11B642}"/>
              </a:ext>
            </a:extLst>
          </p:cNvPr>
          <p:cNvSpPr>
            <a:spLocks noGrp="1"/>
          </p:cNvSpPr>
          <p:nvPr/>
        </p:nvSpPr>
        <p:spPr>
          <a:xfrm>
            <a:off x="3303629" y="6005002"/>
            <a:ext cx="248964" cy="20825"/>
          </a:xfrm>
          <a:custGeom>
            <a:avLst/>
            <a:gdLst/>
            <a:ahLst/>
            <a:cxnLst/>
            <a:rect l="0" t="0" r="0" b="0"/>
            <a:pathLst>
              <a:path w="248964" h="20825">
                <a:moveTo>
                  <a:pt x="0" y="20825"/>
                </a:moveTo>
                <a:lnTo>
                  <a:pt x="248964" y="0"/>
                </a:lnTo>
              </a:path>
            </a:pathLst>
          </a:custGeom>
          <a:noFill/>
          <a:ln w="5358">
            <a:solidFill>
              <a:srgbClr val="7C3D7E">
                <a:alpha val="5000"/>
              </a:srgbClr>
            </a:solidFill>
            <a:prstDash val="solid"/>
          </a:ln>
        </p:spPr>
      </p:sp>
      <p:sp>
        <p:nvSpPr>
          <p:cNvPr id="293" name="lumia-token-stream-curve">
            <a:extLst>
              <a:ext uri="{FF2B5EF4-FFF2-40B4-BE49-F238E27FC236}">
                <a16:creationId xmlns:a16="http://schemas.microsoft.com/office/drawing/2014/main" id="{CB2D6C5F-F796-4CD7-9F15-631271EEEFCC}"/>
              </a:ext>
            </a:extLst>
          </p:cNvPr>
          <p:cNvSpPr>
            <a:spLocks noGrp="1"/>
          </p:cNvSpPr>
          <p:nvPr/>
        </p:nvSpPr>
        <p:spPr>
          <a:xfrm>
            <a:off x="3552593" y="5990239"/>
            <a:ext cx="251646" cy="14762"/>
          </a:xfrm>
          <a:custGeom>
            <a:avLst/>
            <a:gdLst/>
            <a:ahLst/>
            <a:cxnLst/>
            <a:rect l="0" t="0" r="0" b="0"/>
            <a:pathLst>
              <a:path w="251646" h="14762">
                <a:moveTo>
                  <a:pt x="0" y="14762"/>
                </a:moveTo>
                <a:lnTo>
                  <a:pt x="251646" y="0"/>
                </a:lnTo>
              </a:path>
            </a:pathLst>
          </a:custGeom>
          <a:noFill/>
          <a:ln w="5358">
            <a:solidFill>
              <a:srgbClr val="893E75">
                <a:alpha val="5000"/>
              </a:srgbClr>
            </a:solidFill>
            <a:prstDash val="solid"/>
          </a:ln>
        </p:spPr>
      </p:sp>
      <p:sp>
        <p:nvSpPr>
          <p:cNvPr id="294" name="lumia-token-stream-curve">
            <a:extLst>
              <a:ext uri="{FF2B5EF4-FFF2-40B4-BE49-F238E27FC236}">
                <a16:creationId xmlns:a16="http://schemas.microsoft.com/office/drawing/2014/main" id="{FD41741F-B6B3-44CA-B973-B8978306EC1F}"/>
              </a:ext>
            </a:extLst>
          </p:cNvPr>
          <p:cNvSpPr>
            <a:spLocks noGrp="1"/>
          </p:cNvSpPr>
          <p:nvPr/>
        </p:nvSpPr>
        <p:spPr>
          <a:xfrm>
            <a:off x="3804239" y="5982836"/>
            <a:ext cx="254245" cy="9525"/>
          </a:xfrm>
          <a:custGeom>
            <a:avLst/>
            <a:gdLst/>
            <a:ahLst/>
            <a:cxnLst/>
            <a:rect l="0" t="0" r="0" b="0"/>
            <a:pathLst>
              <a:path w="254245" h="9525">
                <a:moveTo>
                  <a:pt x="0" y="7404"/>
                </a:moveTo>
                <a:lnTo>
                  <a:pt x="254245" y="0"/>
                </a:lnTo>
              </a:path>
            </a:pathLst>
          </a:custGeom>
          <a:noFill/>
          <a:ln w="5359">
            <a:solidFill>
              <a:srgbClr val="963E6C">
                <a:alpha val="5000"/>
              </a:srgbClr>
            </a:solidFill>
            <a:prstDash val="solid"/>
          </a:ln>
        </p:spPr>
      </p:sp>
      <p:sp>
        <p:nvSpPr>
          <p:cNvPr id="295" name="lumia-token-stream-curve">
            <a:extLst>
              <a:ext uri="{FF2B5EF4-FFF2-40B4-BE49-F238E27FC236}">
                <a16:creationId xmlns:a16="http://schemas.microsoft.com/office/drawing/2014/main" id="{2BA16C89-F271-4B4D-A932-4EC82EDB4723}"/>
              </a:ext>
            </a:extLst>
          </p:cNvPr>
          <p:cNvSpPr>
            <a:spLocks noGrp="1"/>
          </p:cNvSpPr>
          <p:nvPr/>
        </p:nvSpPr>
        <p:spPr>
          <a:xfrm>
            <a:off x="4058484" y="5982836"/>
            <a:ext cx="256762" cy="9525"/>
          </a:xfrm>
          <a:custGeom>
            <a:avLst/>
            <a:gdLst/>
            <a:ahLst/>
            <a:cxnLst/>
            <a:rect l="0" t="0" r="0" b="0"/>
            <a:pathLst>
              <a:path w="256762" h="9525">
                <a:moveTo>
                  <a:pt x="0" y="0"/>
                </a:moveTo>
                <a:lnTo>
                  <a:pt x="256762" y="356"/>
                </a:lnTo>
              </a:path>
            </a:pathLst>
          </a:custGeom>
          <a:noFill/>
          <a:ln w="5375">
            <a:solidFill>
              <a:srgbClr val="A33F64">
                <a:alpha val="5000"/>
              </a:srgbClr>
            </a:solidFill>
            <a:prstDash val="solid"/>
          </a:ln>
        </p:spPr>
      </p:sp>
      <p:sp>
        <p:nvSpPr>
          <p:cNvPr id="296" name="lumia-token-stream-curve">
            <a:extLst>
              <a:ext uri="{FF2B5EF4-FFF2-40B4-BE49-F238E27FC236}">
                <a16:creationId xmlns:a16="http://schemas.microsoft.com/office/drawing/2014/main" id="{570946CD-57DB-485D-95DD-C1A4659F4164}"/>
              </a:ext>
            </a:extLst>
          </p:cNvPr>
          <p:cNvSpPr>
            <a:spLocks noGrp="1"/>
          </p:cNvSpPr>
          <p:nvPr/>
        </p:nvSpPr>
        <p:spPr>
          <a:xfrm>
            <a:off x="4315246" y="5983191"/>
            <a:ext cx="259197" cy="9525"/>
          </a:xfrm>
          <a:custGeom>
            <a:avLst/>
            <a:gdLst/>
            <a:ahLst/>
            <a:cxnLst/>
            <a:rect l="0" t="0" r="0" b="0"/>
            <a:pathLst>
              <a:path w="259197" h="9525">
                <a:moveTo>
                  <a:pt x="0" y="0"/>
                </a:moveTo>
                <a:lnTo>
                  <a:pt x="259197" y="7512"/>
                </a:lnTo>
              </a:path>
            </a:pathLst>
          </a:custGeom>
          <a:noFill/>
          <a:ln w="5412">
            <a:solidFill>
              <a:srgbClr val="B0405B">
                <a:alpha val="5000"/>
              </a:srgbClr>
            </a:solidFill>
            <a:prstDash val="solid"/>
          </a:ln>
        </p:spPr>
      </p:sp>
      <p:sp>
        <p:nvSpPr>
          <p:cNvPr id="297" name="lumia-token-stream-curve">
            <a:extLst>
              <a:ext uri="{FF2B5EF4-FFF2-40B4-BE49-F238E27FC236}">
                <a16:creationId xmlns:a16="http://schemas.microsoft.com/office/drawing/2014/main" id="{C89344C7-2748-475E-9B4D-AF6CB6FDA795}"/>
              </a:ext>
            </a:extLst>
          </p:cNvPr>
          <p:cNvSpPr>
            <a:spLocks noGrp="1"/>
          </p:cNvSpPr>
          <p:nvPr/>
        </p:nvSpPr>
        <p:spPr>
          <a:xfrm>
            <a:off x="4574443" y="5990703"/>
            <a:ext cx="261549" cy="13063"/>
          </a:xfrm>
          <a:custGeom>
            <a:avLst/>
            <a:gdLst/>
            <a:ahLst/>
            <a:cxnLst/>
            <a:rect l="0" t="0" r="0" b="0"/>
            <a:pathLst>
              <a:path w="261549" h="13063">
                <a:moveTo>
                  <a:pt x="0" y="0"/>
                </a:moveTo>
                <a:lnTo>
                  <a:pt x="261549" y="13063"/>
                </a:lnTo>
              </a:path>
            </a:pathLst>
          </a:custGeom>
          <a:noFill/>
          <a:ln w="5468">
            <a:solidFill>
              <a:srgbClr val="BD4153">
                <a:alpha val="5000"/>
              </a:srgbClr>
            </a:solidFill>
            <a:prstDash val="solid"/>
          </a:ln>
        </p:spPr>
      </p:sp>
      <p:sp>
        <p:nvSpPr>
          <p:cNvPr id="298" name="lumia-token-stream-curve">
            <a:extLst>
              <a:ext uri="{FF2B5EF4-FFF2-40B4-BE49-F238E27FC236}">
                <a16:creationId xmlns:a16="http://schemas.microsoft.com/office/drawing/2014/main" id="{DB584A11-B75B-4305-B5C8-ED8F396E1DC7}"/>
              </a:ext>
            </a:extLst>
          </p:cNvPr>
          <p:cNvSpPr>
            <a:spLocks noGrp="1"/>
          </p:cNvSpPr>
          <p:nvPr/>
        </p:nvSpPr>
        <p:spPr>
          <a:xfrm>
            <a:off x="4835993" y="6003766"/>
            <a:ext cx="263819" cy="16122"/>
          </a:xfrm>
          <a:custGeom>
            <a:avLst/>
            <a:gdLst/>
            <a:ahLst/>
            <a:cxnLst/>
            <a:rect l="0" t="0" r="0" b="0"/>
            <a:pathLst>
              <a:path w="263819" h="16122">
                <a:moveTo>
                  <a:pt x="0" y="0"/>
                </a:moveTo>
                <a:lnTo>
                  <a:pt x="263819" y="16122"/>
                </a:lnTo>
              </a:path>
            </a:pathLst>
          </a:custGeom>
          <a:noFill/>
          <a:ln w="5542">
            <a:solidFill>
              <a:srgbClr val="CA414A">
                <a:alpha val="6000"/>
              </a:srgbClr>
            </a:solidFill>
            <a:prstDash val="solid"/>
          </a:ln>
        </p:spPr>
      </p:sp>
      <p:sp>
        <p:nvSpPr>
          <p:cNvPr id="299" name="lumia-token-stream-curve">
            <a:extLst>
              <a:ext uri="{FF2B5EF4-FFF2-40B4-BE49-F238E27FC236}">
                <a16:creationId xmlns:a16="http://schemas.microsoft.com/office/drawing/2014/main" id="{DBB8775F-0576-4684-864A-7166A8EDCBCE}"/>
              </a:ext>
            </a:extLst>
          </p:cNvPr>
          <p:cNvSpPr>
            <a:spLocks noGrp="1"/>
          </p:cNvSpPr>
          <p:nvPr/>
        </p:nvSpPr>
        <p:spPr>
          <a:xfrm>
            <a:off x="5099812" y="6019888"/>
            <a:ext cx="266007" cy="16039"/>
          </a:xfrm>
          <a:custGeom>
            <a:avLst/>
            <a:gdLst/>
            <a:ahLst/>
            <a:cxnLst/>
            <a:rect l="0" t="0" r="0" b="0"/>
            <a:pathLst>
              <a:path w="266007" h="16039">
                <a:moveTo>
                  <a:pt x="0" y="0"/>
                </a:moveTo>
                <a:lnTo>
                  <a:pt x="266007" y="16039"/>
                </a:lnTo>
              </a:path>
            </a:pathLst>
          </a:custGeom>
          <a:noFill/>
          <a:ln w="5631">
            <a:solidFill>
              <a:srgbClr val="D74242">
                <a:alpha val="6000"/>
              </a:srgbClr>
            </a:solidFill>
            <a:prstDash val="solid"/>
          </a:ln>
        </p:spPr>
      </p:sp>
      <p:sp>
        <p:nvSpPr>
          <p:cNvPr id="300" name="lumia-token-stream-curve">
            <a:extLst>
              <a:ext uri="{FF2B5EF4-FFF2-40B4-BE49-F238E27FC236}">
                <a16:creationId xmlns:a16="http://schemas.microsoft.com/office/drawing/2014/main" id="{40D50083-7D92-4153-8833-C0D29465CB09}"/>
              </a:ext>
            </a:extLst>
          </p:cNvPr>
          <p:cNvSpPr>
            <a:spLocks noGrp="1"/>
          </p:cNvSpPr>
          <p:nvPr/>
        </p:nvSpPr>
        <p:spPr>
          <a:xfrm>
            <a:off x="5365819" y="6035927"/>
            <a:ext cx="268112" cy="12490"/>
          </a:xfrm>
          <a:custGeom>
            <a:avLst/>
            <a:gdLst/>
            <a:ahLst/>
            <a:cxnLst/>
            <a:rect l="0" t="0" r="0" b="0"/>
            <a:pathLst>
              <a:path w="268112" h="12490">
                <a:moveTo>
                  <a:pt x="0" y="0"/>
                </a:moveTo>
                <a:lnTo>
                  <a:pt x="268112" y="12490"/>
                </a:lnTo>
              </a:path>
            </a:pathLst>
          </a:custGeom>
          <a:noFill/>
          <a:ln w="5735">
            <a:solidFill>
              <a:srgbClr val="E44339">
                <a:alpha val="6000"/>
              </a:srgbClr>
            </a:solidFill>
            <a:prstDash val="solid"/>
          </a:ln>
        </p:spPr>
      </p:sp>
      <p:sp>
        <p:nvSpPr>
          <p:cNvPr id="301" name="lumia-token-stream-curve">
            <a:extLst>
              <a:ext uri="{FF2B5EF4-FFF2-40B4-BE49-F238E27FC236}">
                <a16:creationId xmlns:a16="http://schemas.microsoft.com/office/drawing/2014/main" id="{3463AA8A-BB6E-4059-BD10-6466DDB6C78E}"/>
              </a:ext>
            </a:extLst>
          </p:cNvPr>
          <p:cNvSpPr>
            <a:spLocks noGrp="1"/>
          </p:cNvSpPr>
          <p:nvPr/>
        </p:nvSpPr>
        <p:spPr>
          <a:xfrm>
            <a:off x="5633931" y="6048417"/>
            <a:ext cx="270135" cy="9525"/>
          </a:xfrm>
          <a:custGeom>
            <a:avLst/>
            <a:gdLst/>
            <a:ahLst/>
            <a:cxnLst/>
            <a:rect l="0" t="0" r="0" b="0"/>
            <a:pathLst>
              <a:path w="270135" h="9525">
                <a:moveTo>
                  <a:pt x="0" y="0"/>
                </a:moveTo>
                <a:lnTo>
                  <a:pt x="270135" y="5546"/>
                </a:lnTo>
              </a:path>
            </a:pathLst>
          </a:custGeom>
          <a:noFill/>
          <a:ln w="5852">
            <a:solidFill>
              <a:srgbClr val="EB4833">
                <a:alpha val="6000"/>
              </a:srgbClr>
            </a:solidFill>
            <a:prstDash val="solid"/>
          </a:ln>
        </p:spPr>
      </p:sp>
      <p:sp>
        <p:nvSpPr>
          <p:cNvPr id="302" name="lumia-token-stream-curve">
            <a:extLst>
              <a:ext uri="{FF2B5EF4-FFF2-40B4-BE49-F238E27FC236}">
                <a16:creationId xmlns:a16="http://schemas.microsoft.com/office/drawing/2014/main" id="{1105046F-7B02-4193-8D0C-F427214855BF}"/>
              </a:ext>
            </a:extLst>
          </p:cNvPr>
          <p:cNvSpPr>
            <a:spLocks noGrp="1"/>
          </p:cNvSpPr>
          <p:nvPr/>
        </p:nvSpPr>
        <p:spPr>
          <a:xfrm>
            <a:off x="5904066" y="6049652"/>
            <a:ext cx="272075" cy="9525"/>
          </a:xfrm>
          <a:custGeom>
            <a:avLst/>
            <a:gdLst/>
            <a:ahLst/>
            <a:cxnLst/>
            <a:rect l="0" t="0" r="0" b="0"/>
            <a:pathLst>
              <a:path w="272075" h="9525">
                <a:moveTo>
                  <a:pt x="0" y="4311"/>
                </a:moveTo>
                <a:lnTo>
                  <a:pt x="272075" y="0"/>
                </a:lnTo>
              </a:path>
            </a:pathLst>
          </a:custGeom>
          <a:noFill/>
          <a:ln w="5981">
            <a:solidFill>
              <a:srgbClr val="EC532F">
                <a:alpha val="6000"/>
              </a:srgbClr>
            </a:solidFill>
            <a:prstDash val="solid"/>
          </a:ln>
        </p:spPr>
      </p:sp>
      <p:sp>
        <p:nvSpPr>
          <p:cNvPr id="303" name="lumia-token-stream-curve">
            <a:extLst>
              <a:ext uri="{FF2B5EF4-FFF2-40B4-BE49-F238E27FC236}">
                <a16:creationId xmlns:a16="http://schemas.microsoft.com/office/drawing/2014/main" id="{79086BD4-B78E-4AA5-8F89-BD016D2EC648}"/>
              </a:ext>
            </a:extLst>
          </p:cNvPr>
          <p:cNvSpPr>
            <a:spLocks noGrp="1"/>
          </p:cNvSpPr>
          <p:nvPr/>
        </p:nvSpPr>
        <p:spPr>
          <a:xfrm>
            <a:off x="6176141" y="6033430"/>
            <a:ext cx="273933" cy="16222"/>
          </a:xfrm>
          <a:custGeom>
            <a:avLst/>
            <a:gdLst/>
            <a:ahLst/>
            <a:cxnLst/>
            <a:rect l="0" t="0" r="0" b="0"/>
            <a:pathLst>
              <a:path w="273933" h="16222">
                <a:moveTo>
                  <a:pt x="0" y="16222"/>
                </a:moveTo>
                <a:lnTo>
                  <a:pt x="273933" y="0"/>
                </a:lnTo>
              </a:path>
            </a:pathLst>
          </a:custGeom>
          <a:noFill/>
          <a:ln w="6119">
            <a:solidFill>
              <a:srgbClr val="EE5E2A">
                <a:alpha val="7000"/>
              </a:srgbClr>
            </a:solidFill>
            <a:prstDash val="solid"/>
          </a:ln>
        </p:spPr>
      </p:sp>
      <p:sp>
        <p:nvSpPr>
          <p:cNvPr id="304" name="lumia-token-stream-curve">
            <a:extLst>
              <a:ext uri="{FF2B5EF4-FFF2-40B4-BE49-F238E27FC236}">
                <a16:creationId xmlns:a16="http://schemas.microsoft.com/office/drawing/2014/main" id="{F5A511F7-F22E-436A-B52B-8286C2497345}"/>
              </a:ext>
            </a:extLst>
          </p:cNvPr>
          <p:cNvSpPr>
            <a:spLocks noGrp="1"/>
          </p:cNvSpPr>
          <p:nvPr/>
        </p:nvSpPr>
        <p:spPr>
          <a:xfrm>
            <a:off x="6450074" y="6004397"/>
            <a:ext cx="275708" cy="29033"/>
          </a:xfrm>
          <a:custGeom>
            <a:avLst/>
            <a:gdLst/>
            <a:ahLst/>
            <a:cxnLst/>
            <a:rect l="0" t="0" r="0" b="0"/>
            <a:pathLst>
              <a:path w="275708" h="29033">
                <a:moveTo>
                  <a:pt x="0" y="29033"/>
                </a:moveTo>
                <a:lnTo>
                  <a:pt x="275708" y="0"/>
                </a:lnTo>
              </a:path>
            </a:pathLst>
          </a:custGeom>
          <a:noFill/>
          <a:ln w="6265">
            <a:solidFill>
              <a:srgbClr val="EF6926">
                <a:alpha val="7000"/>
              </a:srgbClr>
            </a:solidFill>
            <a:prstDash val="solid"/>
          </a:ln>
        </p:spPr>
      </p:sp>
      <p:sp>
        <p:nvSpPr>
          <p:cNvPr id="305" name="lumia-token-stream-curve">
            <a:extLst>
              <a:ext uri="{FF2B5EF4-FFF2-40B4-BE49-F238E27FC236}">
                <a16:creationId xmlns:a16="http://schemas.microsoft.com/office/drawing/2014/main" id="{970AF5C9-79FE-408A-B421-88BA7D150C32}"/>
              </a:ext>
            </a:extLst>
          </p:cNvPr>
          <p:cNvSpPr>
            <a:spLocks noGrp="1"/>
          </p:cNvSpPr>
          <p:nvPr/>
        </p:nvSpPr>
        <p:spPr>
          <a:xfrm>
            <a:off x="6725782" y="5962972"/>
            <a:ext cx="277402" cy="41425"/>
          </a:xfrm>
          <a:custGeom>
            <a:avLst/>
            <a:gdLst/>
            <a:ahLst/>
            <a:cxnLst/>
            <a:rect l="0" t="0" r="0" b="0"/>
            <a:pathLst>
              <a:path w="277402" h="41425">
                <a:moveTo>
                  <a:pt x="0" y="41425"/>
                </a:moveTo>
                <a:lnTo>
                  <a:pt x="277402" y="0"/>
                </a:lnTo>
              </a:path>
            </a:pathLst>
          </a:custGeom>
          <a:noFill/>
          <a:ln w="6419">
            <a:solidFill>
              <a:srgbClr val="F17322">
                <a:alpha val="7000"/>
              </a:srgbClr>
            </a:solidFill>
            <a:prstDash val="solid"/>
          </a:ln>
        </p:spPr>
      </p:sp>
      <p:sp>
        <p:nvSpPr>
          <p:cNvPr id="306" name="lumia-token-stream-curve">
            <a:extLst>
              <a:ext uri="{FF2B5EF4-FFF2-40B4-BE49-F238E27FC236}">
                <a16:creationId xmlns:a16="http://schemas.microsoft.com/office/drawing/2014/main" id="{E74A7C49-B929-4A7B-B1FB-3DE7BDB7F3FF}"/>
              </a:ext>
            </a:extLst>
          </p:cNvPr>
          <p:cNvSpPr>
            <a:spLocks noGrp="1"/>
          </p:cNvSpPr>
          <p:nvPr/>
        </p:nvSpPr>
        <p:spPr>
          <a:xfrm>
            <a:off x="7003184" y="5910893"/>
            <a:ext cx="279012" cy="52079"/>
          </a:xfrm>
          <a:custGeom>
            <a:avLst/>
            <a:gdLst/>
            <a:ahLst/>
            <a:cxnLst/>
            <a:rect l="0" t="0" r="0" b="0"/>
            <a:pathLst>
              <a:path w="279012" h="52079">
                <a:moveTo>
                  <a:pt x="0" y="52079"/>
                </a:moveTo>
                <a:lnTo>
                  <a:pt x="279012" y="0"/>
                </a:lnTo>
              </a:path>
            </a:pathLst>
          </a:custGeom>
          <a:noFill/>
          <a:ln w="6577">
            <a:solidFill>
              <a:srgbClr val="F27E1E">
                <a:alpha val="7000"/>
              </a:srgbClr>
            </a:solidFill>
            <a:prstDash val="solid"/>
          </a:ln>
        </p:spPr>
      </p:sp>
      <p:sp>
        <p:nvSpPr>
          <p:cNvPr id="307" name="lumia-token-stream-curve">
            <a:extLst>
              <a:ext uri="{FF2B5EF4-FFF2-40B4-BE49-F238E27FC236}">
                <a16:creationId xmlns:a16="http://schemas.microsoft.com/office/drawing/2014/main" id="{43D6A353-E153-4E87-B6F7-5F20EF700E2D}"/>
              </a:ext>
            </a:extLst>
          </p:cNvPr>
          <p:cNvSpPr>
            <a:spLocks noGrp="1"/>
          </p:cNvSpPr>
          <p:nvPr/>
        </p:nvSpPr>
        <p:spPr>
          <a:xfrm>
            <a:off x="7282196" y="5851057"/>
            <a:ext cx="280541" cy="59837"/>
          </a:xfrm>
          <a:custGeom>
            <a:avLst/>
            <a:gdLst/>
            <a:ahLst/>
            <a:cxnLst/>
            <a:rect l="0" t="0" r="0" b="0"/>
            <a:pathLst>
              <a:path w="280541" h="59837">
                <a:moveTo>
                  <a:pt x="0" y="59837"/>
                </a:moveTo>
                <a:lnTo>
                  <a:pt x="280541" y="0"/>
                </a:lnTo>
              </a:path>
            </a:pathLst>
          </a:custGeom>
          <a:noFill/>
          <a:ln w="6739">
            <a:solidFill>
              <a:srgbClr val="F48919">
                <a:alpha val="7000"/>
              </a:srgbClr>
            </a:solidFill>
            <a:prstDash val="solid"/>
          </a:ln>
        </p:spPr>
      </p:sp>
      <p:sp>
        <p:nvSpPr>
          <p:cNvPr id="308" name="lumia-token-stream-curve">
            <a:extLst>
              <a:ext uri="{FF2B5EF4-FFF2-40B4-BE49-F238E27FC236}">
                <a16:creationId xmlns:a16="http://schemas.microsoft.com/office/drawing/2014/main" id="{262CD4D9-E208-451A-A734-7A9F2841AC5E}"/>
              </a:ext>
            </a:extLst>
          </p:cNvPr>
          <p:cNvSpPr>
            <a:spLocks noGrp="1"/>
          </p:cNvSpPr>
          <p:nvPr/>
        </p:nvSpPr>
        <p:spPr>
          <a:xfrm>
            <a:off x="7562737" y="5787186"/>
            <a:ext cx="281987" cy="63871"/>
          </a:xfrm>
          <a:custGeom>
            <a:avLst/>
            <a:gdLst/>
            <a:ahLst/>
            <a:cxnLst/>
            <a:rect l="0" t="0" r="0" b="0"/>
            <a:pathLst>
              <a:path w="281987" h="63871">
                <a:moveTo>
                  <a:pt x="0" y="63871"/>
                </a:moveTo>
                <a:lnTo>
                  <a:pt x="281987" y="0"/>
                </a:lnTo>
              </a:path>
            </a:pathLst>
          </a:custGeom>
          <a:noFill/>
          <a:ln w="6903">
            <a:solidFill>
              <a:srgbClr val="F59415">
                <a:alpha val="8000"/>
              </a:srgbClr>
            </a:solidFill>
            <a:prstDash val="solid"/>
          </a:ln>
        </p:spPr>
      </p:sp>
      <p:sp>
        <p:nvSpPr>
          <p:cNvPr id="309" name="lumia-token-stream-curve">
            <a:extLst>
              <a:ext uri="{FF2B5EF4-FFF2-40B4-BE49-F238E27FC236}">
                <a16:creationId xmlns:a16="http://schemas.microsoft.com/office/drawing/2014/main" id="{93E368D6-DDC8-4B10-A061-34EF18E7EA6E}"/>
              </a:ext>
            </a:extLst>
          </p:cNvPr>
          <p:cNvSpPr>
            <a:spLocks noGrp="1"/>
          </p:cNvSpPr>
          <p:nvPr/>
        </p:nvSpPr>
        <p:spPr>
          <a:xfrm>
            <a:off x="7844723" y="5723383"/>
            <a:ext cx="283350" cy="63803"/>
          </a:xfrm>
          <a:custGeom>
            <a:avLst/>
            <a:gdLst/>
            <a:ahLst/>
            <a:cxnLst/>
            <a:rect l="0" t="0" r="0" b="0"/>
            <a:pathLst>
              <a:path w="283350" h="63803">
                <a:moveTo>
                  <a:pt x="0" y="63803"/>
                </a:moveTo>
                <a:lnTo>
                  <a:pt x="283350" y="0"/>
                </a:lnTo>
              </a:path>
            </a:pathLst>
          </a:custGeom>
          <a:noFill/>
          <a:ln w="7068">
            <a:solidFill>
              <a:srgbClr val="F79E11">
                <a:alpha val="8000"/>
              </a:srgbClr>
            </a:solidFill>
            <a:prstDash val="solid"/>
          </a:ln>
        </p:spPr>
      </p:sp>
      <p:sp>
        <p:nvSpPr>
          <p:cNvPr id="310" name="lumia-token-stream-curve">
            <a:extLst>
              <a:ext uri="{FF2B5EF4-FFF2-40B4-BE49-F238E27FC236}">
                <a16:creationId xmlns:a16="http://schemas.microsoft.com/office/drawing/2014/main" id="{42353DA3-A567-4D43-82A8-2E5FD3772B5C}"/>
              </a:ext>
            </a:extLst>
          </p:cNvPr>
          <p:cNvSpPr>
            <a:spLocks noGrp="1"/>
          </p:cNvSpPr>
          <p:nvPr/>
        </p:nvSpPr>
        <p:spPr>
          <a:xfrm>
            <a:off x="8128074" y="5663606"/>
            <a:ext cx="284631" cy="59777"/>
          </a:xfrm>
          <a:custGeom>
            <a:avLst/>
            <a:gdLst/>
            <a:ahLst/>
            <a:cxnLst/>
            <a:rect l="0" t="0" r="0" b="0"/>
            <a:pathLst>
              <a:path w="284631" h="59777">
                <a:moveTo>
                  <a:pt x="0" y="59777"/>
                </a:moveTo>
                <a:lnTo>
                  <a:pt x="284631" y="0"/>
                </a:lnTo>
              </a:path>
            </a:pathLst>
          </a:custGeom>
          <a:noFill/>
          <a:ln w="7232">
            <a:solidFill>
              <a:srgbClr val="F8A90C">
                <a:alpha val="8000"/>
              </a:srgbClr>
            </a:solidFill>
            <a:prstDash val="solid"/>
          </a:ln>
        </p:spPr>
      </p:sp>
      <p:sp>
        <p:nvSpPr>
          <p:cNvPr id="311" name="lumia-token-stream-curve">
            <a:extLst>
              <a:ext uri="{FF2B5EF4-FFF2-40B4-BE49-F238E27FC236}">
                <a16:creationId xmlns:a16="http://schemas.microsoft.com/office/drawing/2014/main" id="{93507FDB-B076-4F2D-ACD5-1226BF053E22}"/>
              </a:ext>
            </a:extLst>
          </p:cNvPr>
          <p:cNvSpPr>
            <a:spLocks noGrp="1"/>
          </p:cNvSpPr>
          <p:nvPr/>
        </p:nvSpPr>
        <p:spPr>
          <a:xfrm>
            <a:off x="8412705" y="5611145"/>
            <a:ext cx="285830" cy="52461"/>
          </a:xfrm>
          <a:custGeom>
            <a:avLst/>
            <a:gdLst/>
            <a:ahLst/>
            <a:cxnLst/>
            <a:rect l="0" t="0" r="0" b="0"/>
            <a:pathLst>
              <a:path w="285830" h="52461">
                <a:moveTo>
                  <a:pt x="0" y="52461"/>
                </a:moveTo>
                <a:lnTo>
                  <a:pt x="285830" y="0"/>
                </a:lnTo>
              </a:path>
            </a:pathLst>
          </a:custGeom>
          <a:noFill/>
          <a:ln w="7393">
            <a:solidFill>
              <a:srgbClr val="FAB408">
                <a:alpha val="8000"/>
              </a:srgbClr>
            </a:solidFill>
            <a:prstDash val="solid"/>
          </a:ln>
        </p:spPr>
      </p:sp>
      <p:sp>
        <p:nvSpPr>
          <p:cNvPr id="312" name="lumia-token-stream-curve">
            <a:extLst>
              <a:ext uri="{FF2B5EF4-FFF2-40B4-BE49-F238E27FC236}">
                <a16:creationId xmlns:a16="http://schemas.microsoft.com/office/drawing/2014/main" id="{90867AC0-EC4D-4E9B-A5A2-18C2585BFDFC}"/>
              </a:ext>
            </a:extLst>
          </p:cNvPr>
          <p:cNvSpPr>
            <a:spLocks noGrp="1"/>
          </p:cNvSpPr>
          <p:nvPr/>
        </p:nvSpPr>
        <p:spPr>
          <a:xfrm>
            <a:off x="8698535" y="5568168"/>
            <a:ext cx="286946" cy="42977"/>
          </a:xfrm>
          <a:custGeom>
            <a:avLst/>
            <a:gdLst/>
            <a:ahLst/>
            <a:cxnLst/>
            <a:rect l="0" t="0" r="0" b="0"/>
            <a:pathLst>
              <a:path w="286946" h="42977">
                <a:moveTo>
                  <a:pt x="0" y="42977"/>
                </a:moveTo>
                <a:lnTo>
                  <a:pt x="286946" y="0"/>
                </a:lnTo>
              </a:path>
            </a:pathLst>
          </a:custGeom>
          <a:noFill/>
          <a:ln w="7551">
            <a:solidFill>
              <a:srgbClr val="F7BC07">
                <a:alpha val="8000"/>
              </a:srgbClr>
            </a:solidFill>
            <a:prstDash val="solid"/>
          </a:ln>
        </p:spPr>
      </p:sp>
      <p:sp>
        <p:nvSpPr>
          <p:cNvPr id="313" name="lumia-token-stream-curve">
            <a:extLst>
              <a:ext uri="{FF2B5EF4-FFF2-40B4-BE49-F238E27FC236}">
                <a16:creationId xmlns:a16="http://schemas.microsoft.com/office/drawing/2014/main" id="{0B56A994-5CD9-4048-BCA9-B387B0DC7694}"/>
              </a:ext>
            </a:extLst>
          </p:cNvPr>
          <p:cNvSpPr>
            <a:spLocks noGrp="1"/>
          </p:cNvSpPr>
          <p:nvPr/>
        </p:nvSpPr>
        <p:spPr>
          <a:xfrm>
            <a:off x="8985481" y="5535398"/>
            <a:ext cx="287980" cy="32770"/>
          </a:xfrm>
          <a:custGeom>
            <a:avLst/>
            <a:gdLst/>
            <a:ahLst/>
            <a:cxnLst/>
            <a:rect l="0" t="0" r="0" b="0"/>
            <a:pathLst>
              <a:path w="287980" h="32770">
                <a:moveTo>
                  <a:pt x="0" y="32770"/>
                </a:moveTo>
                <a:lnTo>
                  <a:pt x="287980" y="0"/>
                </a:lnTo>
              </a:path>
            </a:pathLst>
          </a:custGeom>
          <a:noFill/>
          <a:ln w="7702">
            <a:solidFill>
              <a:srgbClr val="E5BA0E">
                <a:alpha val="9000"/>
              </a:srgbClr>
            </a:solidFill>
            <a:prstDash val="solid"/>
          </a:ln>
        </p:spPr>
      </p:sp>
      <p:sp>
        <p:nvSpPr>
          <p:cNvPr id="314" name="lumia-token-stream-curve">
            <a:extLst>
              <a:ext uri="{FF2B5EF4-FFF2-40B4-BE49-F238E27FC236}">
                <a16:creationId xmlns:a16="http://schemas.microsoft.com/office/drawing/2014/main" id="{2E524AF5-C266-4BAD-A43A-5D0DDCAF47E4}"/>
              </a:ext>
            </a:extLst>
          </p:cNvPr>
          <p:cNvSpPr>
            <a:spLocks noGrp="1"/>
          </p:cNvSpPr>
          <p:nvPr/>
        </p:nvSpPr>
        <p:spPr>
          <a:xfrm>
            <a:off x="9273461" y="5511982"/>
            <a:ext cx="288932" cy="23417"/>
          </a:xfrm>
          <a:custGeom>
            <a:avLst/>
            <a:gdLst/>
            <a:ahLst/>
            <a:cxnLst/>
            <a:rect l="0" t="0" r="0" b="0"/>
            <a:pathLst>
              <a:path w="288932" h="23417">
                <a:moveTo>
                  <a:pt x="0" y="23417"/>
                </a:moveTo>
                <a:lnTo>
                  <a:pt x="288932" y="0"/>
                </a:lnTo>
              </a:path>
            </a:pathLst>
          </a:custGeom>
          <a:noFill/>
          <a:ln w="7847">
            <a:solidFill>
              <a:srgbClr val="D3B815">
                <a:alpha val="9000"/>
              </a:srgbClr>
            </a:solidFill>
            <a:prstDash val="solid"/>
          </a:ln>
        </p:spPr>
      </p:sp>
      <p:sp>
        <p:nvSpPr>
          <p:cNvPr id="315" name="lumia-token-stream-curve">
            <a:extLst>
              <a:ext uri="{FF2B5EF4-FFF2-40B4-BE49-F238E27FC236}">
                <a16:creationId xmlns:a16="http://schemas.microsoft.com/office/drawing/2014/main" id="{344AF097-8172-41F9-BBD5-AE66502939EC}"/>
              </a:ext>
            </a:extLst>
          </p:cNvPr>
          <p:cNvSpPr>
            <a:spLocks noGrp="1"/>
          </p:cNvSpPr>
          <p:nvPr/>
        </p:nvSpPr>
        <p:spPr>
          <a:xfrm>
            <a:off x="9562393" y="5495563"/>
            <a:ext cx="289801" cy="16418"/>
          </a:xfrm>
          <a:custGeom>
            <a:avLst/>
            <a:gdLst/>
            <a:ahLst/>
            <a:cxnLst/>
            <a:rect l="0" t="0" r="0" b="0"/>
            <a:pathLst>
              <a:path w="289801" h="16418">
                <a:moveTo>
                  <a:pt x="0" y="16418"/>
                </a:moveTo>
                <a:lnTo>
                  <a:pt x="289801" y="0"/>
                </a:lnTo>
              </a:path>
            </a:pathLst>
          </a:custGeom>
          <a:noFill/>
          <a:ln w="7983">
            <a:solidFill>
              <a:srgbClr val="C2B61C">
                <a:alpha val="9000"/>
              </a:srgbClr>
            </a:solidFill>
            <a:prstDash val="solid"/>
          </a:ln>
        </p:spPr>
      </p:sp>
      <p:sp>
        <p:nvSpPr>
          <p:cNvPr id="316" name="lumia-token-stream-curve">
            <a:extLst>
              <a:ext uri="{FF2B5EF4-FFF2-40B4-BE49-F238E27FC236}">
                <a16:creationId xmlns:a16="http://schemas.microsoft.com/office/drawing/2014/main" id="{78390DFA-53C6-4CDE-959E-943E8D364445}"/>
              </a:ext>
            </a:extLst>
          </p:cNvPr>
          <p:cNvSpPr>
            <a:spLocks noGrp="1"/>
          </p:cNvSpPr>
          <p:nvPr/>
        </p:nvSpPr>
        <p:spPr>
          <a:xfrm>
            <a:off x="9852194" y="5482572"/>
            <a:ext cx="290588" cy="12991"/>
          </a:xfrm>
          <a:custGeom>
            <a:avLst/>
            <a:gdLst/>
            <a:ahLst/>
            <a:cxnLst/>
            <a:rect l="0" t="0" r="0" b="0"/>
            <a:pathLst>
              <a:path w="290588" h="12991">
                <a:moveTo>
                  <a:pt x="0" y="12991"/>
                </a:moveTo>
                <a:lnTo>
                  <a:pt x="290588" y="0"/>
                </a:lnTo>
              </a:path>
            </a:pathLst>
          </a:custGeom>
          <a:noFill/>
          <a:ln w="8108">
            <a:solidFill>
              <a:srgbClr val="B0B422">
                <a:alpha val="9000"/>
              </a:srgbClr>
            </a:solidFill>
            <a:prstDash val="solid"/>
          </a:ln>
        </p:spPr>
      </p:sp>
      <p:sp>
        <p:nvSpPr>
          <p:cNvPr id="317" name="lumia-token-stream-curve">
            <a:extLst>
              <a:ext uri="{FF2B5EF4-FFF2-40B4-BE49-F238E27FC236}">
                <a16:creationId xmlns:a16="http://schemas.microsoft.com/office/drawing/2014/main" id="{38893E30-A91B-4BCC-80BA-50299F64221F}"/>
              </a:ext>
            </a:extLst>
          </p:cNvPr>
          <p:cNvSpPr>
            <a:spLocks noGrp="1"/>
          </p:cNvSpPr>
          <p:nvPr/>
        </p:nvSpPr>
        <p:spPr>
          <a:xfrm>
            <a:off x="10142781" y="5468682"/>
            <a:ext cx="291292" cy="13890"/>
          </a:xfrm>
          <a:custGeom>
            <a:avLst/>
            <a:gdLst/>
            <a:ahLst/>
            <a:cxnLst/>
            <a:rect l="0" t="0" r="0" b="0"/>
            <a:pathLst>
              <a:path w="291292" h="13890">
                <a:moveTo>
                  <a:pt x="0" y="13890"/>
                </a:moveTo>
                <a:lnTo>
                  <a:pt x="291292" y="0"/>
                </a:lnTo>
              </a:path>
            </a:pathLst>
          </a:custGeom>
          <a:noFill/>
          <a:ln w="8222">
            <a:solidFill>
              <a:srgbClr val="9EB329">
                <a:alpha val="9000"/>
              </a:srgbClr>
            </a:solidFill>
            <a:prstDash val="solid"/>
          </a:ln>
        </p:spPr>
      </p:sp>
      <p:sp>
        <p:nvSpPr>
          <p:cNvPr id="318" name="lumia-token-stream-curve">
            <a:extLst>
              <a:ext uri="{FF2B5EF4-FFF2-40B4-BE49-F238E27FC236}">
                <a16:creationId xmlns:a16="http://schemas.microsoft.com/office/drawing/2014/main" id="{E153DE10-0B07-4390-BEB0-297533559908}"/>
              </a:ext>
            </a:extLst>
          </p:cNvPr>
          <p:cNvSpPr>
            <a:spLocks noGrp="1"/>
          </p:cNvSpPr>
          <p:nvPr/>
        </p:nvSpPr>
        <p:spPr>
          <a:xfrm>
            <a:off x="10434073" y="5449385"/>
            <a:ext cx="291914" cy="19297"/>
          </a:xfrm>
          <a:custGeom>
            <a:avLst/>
            <a:gdLst/>
            <a:ahLst/>
            <a:cxnLst/>
            <a:rect l="0" t="0" r="0" b="0"/>
            <a:pathLst>
              <a:path w="291914" h="19297">
                <a:moveTo>
                  <a:pt x="0" y="19297"/>
                </a:moveTo>
                <a:lnTo>
                  <a:pt x="291914" y="0"/>
                </a:lnTo>
              </a:path>
            </a:pathLst>
          </a:custGeom>
          <a:noFill/>
          <a:ln w="8323">
            <a:solidFill>
              <a:srgbClr val="8CB130">
                <a:alpha val="9000"/>
              </a:srgbClr>
            </a:solidFill>
            <a:prstDash val="solid"/>
          </a:ln>
        </p:spPr>
      </p:sp>
      <p:sp>
        <p:nvSpPr>
          <p:cNvPr id="319" name="lumia-token-stream-curve">
            <a:extLst>
              <a:ext uri="{FF2B5EF4-FFF2-40B4-BE49-F238E27FC236}">
                <a16:creationId xmlns:a16="http://schemas.microsoft.com/office/drawing/2014/main" id="{2554DAE8-B32B-40E4-9BF4-5864CE742B15}"/>
              </a:ext>
            </a:extLst>
          </p:cNvPr>
          <p:cNvSpPr>
            <a:spLocks noGrp="1"/>
          </p:cNvSpPr>
          <p:nvPr/>
        </p:nvSpPr>
        <p:spPr>
          <a:xfrm>
            <a:off x="10725987" y="5420608"/>
            <a:ext cx="292453" cy="28777"/>
          </a:xfrm>
          <a:custGeom>
            <a:avLst/>
            <a:gdLst/>
            <a:ahLst/>
            <a:cxnLst/>
            <a:rect l="0" t="0" r="0" b="0"/>
            <a:pathLst>
              <a:path w="292453" h="28777">
                <a:moveTo>
                  <a:pt x="0" y="28777"/>
                </a:moveTo>
                <a:lnTo>
                  <a:pt x="292453" y="0"/>
                </a:lnTo>
              </a:path>
            </a:pathLst>
          </a:custGeom>
          <a:noFill/>
          <a:ln w="8409">
            <a:solidFill>
              <a:srgbClr val="7BAF37">
                <a:alpha val="9000"/>
              </a:srgbClr>
            </a:solidFill>
            <a:prstDash val="solid"/>
          </a:ln>
        </p:spPr>
      </p:sp>
      <p:sp>
        <p:nvSpPr>
          <p:cNvPr id="320" name="lumia-token-stream-curve">
            <a:extLst>
              <a:ext uri="{FF2B5EF4-FFF2-40B4-BE49-F238E27FC236}">
                <a16:creationId xmlns:a16="http://schemas.microsoft.com/office/drawing/2014/main" id="{1EB58E68-FD00-49D3-94B5-D4E493BE90EF}"/>
              </a:ext>
            </a:extLst>
          </p:cNvPr>
          <p:cNvSpPr>
            <a:spLocks noGrp="1"/>
          </p:cNvSpPr>
          <p:nvPr/>
        </p:nvSpPr>
        <p:spPr>
          <a:xfrm>
            <a:off x="11018440" y="5379272"/>
            <a:ext cx="292910" cy="41336"/>
          </a:xfrm>
          <a:custGeom>
            <a:avLst/>
            <a:gdLst/>
            <a:ahLst/>
            <a:cxnLst/>
            <a:rect l="0" t="0" r="0" b="0"/>
            <a:pathLst>
              <a:path w="292910" h="41336">
                <a:moveTo>
                  <a:pt x="0" y="41336"/>
                </a:moveTo>
                <a:lnTo>
                  <a:pt x="292910" y="0"/>
                </a:lnTo>
              </a:path>
            </a:pathLst>
          </a:custGeom>
          <a:noFill/>
          <a:ln w="8478">
            <a:solidFill>
              <a:srgbClr val="69AD3E">
                <a:alpha val="9000"/>
              </a:srgbClr>
            </a:solidFill>
            <a:prstDash val="solid"/>
          </a:ln>
        </p:spPr>
      </p:sp>
      <p:sp>
        <p:nvSpPr>
          <p:cNvPr id="321" name="lumia-token-stream-curve">
            <a:extLst>
              <a:ext uri="{FF2B5EF4-FFF2-40B4-BE49-F238E27FC236}">
                <a16:creationId xmlns:a16="http://schemas.microsoft.com/office/drawing/2014/main" id="{3C3D3265-6460-4140-AD8B-F52A421B1761}"/>
              </a:ext>
            </a:extLst>
          </p:cNvPr>
          <p:cNvSpPr>
            <a:spLocks noGrp="1"/>
          </p:cNvSpPr>
          <p:nvPr/>
        </p:nvSpPr>
        <p:spPr>
          <a:xfrm>
            <a:off x="11311350" y="5323730"/>
            <a:ext cx="293285" cy="55542"/>
          </a:xfrm>
          <a:custGeom>
            <a:avLst/>
            <a:gdLst/>
            <a:ahLst/>
            <a:cxnLst/>
            <a:rect l="0" t="0" r="0" b="0"/>
            <a:pathLst>
              <a:path w="293285" h="55542">
                <a:moveTo>
                  <a:pt x="0" y="55542"/>
                </a:moveTo>
                <a:lnTo>
                  <a:pt x="293285" y="0"/>
                </a:lnTo>
              </a:path>
            </a:pathLst>
          </a:custGeom>
          <a:noFill/>
          <a:ln w="8529">
            <a:solidFill>
              <a:srgbClr val="57AC45">
                <a:alpha val="10000"/>
              </a:srgbClr>
            </a:solidFill>
            <a:prstDash val="solid"/>
          </a:ln>
        </p:spPr>
      </p:sp>
      <p:sp>
        <p:nvSpPr>
          <p:cNvPr id="322" name="lumia-token-stream-curve">
            <a:extLst>
              <a:ext uri="{FF2B5EF4-FFF2-40B4-BE49-F238E27FC236}">
                <a16:creationId xmlns:a16="http://schemas.microsoft.com/office/drawing/2014/main" id="{AEF713E1-7CC9-47CD-9EDD-F84FC850073F}"/>
              </a:ext>
            </a:extLst>
          </p:cNvPr>
          <p:cNvSpPr>
            <a:spLocks noGrp="1"/>
          </p:cNvSpPr>
          <p:nvPr/>
        </p:nvSpPr>
        <p:spPr>
          <a:xfrm>
            <a:off x="11604635" y="5254004"/>
            <a:ext cx="293577" cy="69726"/>
          </a:xfrm>
          <a:custGeom>
            <a:avLst/>
            <a:gdLst/>
            <a:ahLst/>
            <a:cxnLst/>
            <a:rect l="0" t="0" r="0" b="0"/>
            <a:pathLst>
              <a:path w="293577" h="69726">
                <a:moveTo>
                  <a:pt x="0" y="69726"/>
                </a:moveTo>
                <a:lnTo>
                  <a:pt x="293577" y="0"/>
                </a:lnTo>
              </a:path>
            </a:pathLst>
          </a:custGeom>
          <a:noFill/>
          <a:ln w="8561">
            <a:solidFill>
              <a:srgbClr val="46AA4C">
                <a:alpha val="10000"/>
              </a:srgbClr>
            </a:solidFill>
            <a:prstDash val="solid"/>
          </a:ln>
        </p:spPr>
      </p:sp>
      <p:sp>
        <p:nvSpPr>
          <p:cNvPr id="323" name="lumia-token-stream-curve">
            <a:extLst>
              <a:ext uri="{FF2B5EF4-FFF2-40B4-BE49-F238E27FC236}">
                <a16:creationId xmlns:a16="http://schemas.microsoft.com/office/drawing/2014/main" id="{2F9BD6EC-70B3-447C-AB3B-083EA092CBE6}"/>
              </a:ext>
            </a:extLst>
          </p:cNvPr>
          <p:cNvSpPr>
            <a:spLocks noGrp="1"/>
          </p:cNvSpPr>
          <p:nvPr/>
        </p:nvSpPr>
        <p:spPr>
          <a:xfrm>
            <a:off x="11898213" y="5171797"/>
            <a:ext cx="293787" cy="82207"/>
          </a:xfrm>
          <a:custGeom>
            <a:avLst/>
            <a:gdLst/>
            <a:ahLst/>
            <a:cxnLst/>
            <a:rect l="0" t="0" r="0" b="0"/>
            <a:pathLst>
              <a:path w="293787" h="82207">
                <a:moveTo>
                  <a:pt x="0" y="82207"/>
                </a:moveTo>
                <a:lnTo>
                  <a:pt x="293787" y="0"/>
                </a:lnTo>
              </a:path>
            </a:pathLst>
          </a:custGeom>
          <a:noFill/>
          <a:ln w="8573">
            <a:solidFill>
              <a:srgbClr val="34A853">
                <a:alpha val="10000"/>
              </a:srgbClr>
            </a:solidFill>
            <a:prstDash val="solid"/>
          </a:ln>
        </p:spPr>
      </p:sp>
      <p:sp>
        <p:nvSpPr>
          <p:cNvPr id="324" name="lumia-token-stream-curve">
            <a:extLst>
              <a:ext uri="{FF2B5EF4-FFF2-40B4-BE49-F238E27FC236}">
                <a16:creationId xmlns:a16="http://schemas.microsoft.com/office/drawing/2014/main" id="{DBA56BAD-3D48-4E24-879E-05928D9B8933}"/>
              </a:ext>
            </a:extLst>
          </p:cNvPr>
          <p:cNvSpPr>
            <a:spLocks noGrp="1"/>
          </p:cNvSpPr>
          <p:nvPr/>
        </p:nvSpPr>
        <p:spPr>
          <a:xfrm>
            <a:off x="75036" y="6074228"/>
            <a:ext cx="205979" cy="33718"/>
          </a:xfrm>
          <a:custGeom>
            <a:avLst/>
            <a:gdLst/>
            <a:ahLst/>
            <a:cxnLst/>
            <a:rect l="0" t="0" r="0" b="0"/>
            <a:pathLst>
              <a:path w="205979" h="33718">
                <a:moveTo>
                  <a:pt x="0" y="0"/>
                </a:moveTo>
                <a:lnTo>
                  <a:pt x="205979" y="33718"/>
                </a:lnTo>
              </a:path>
            </a:pathLst>
          </a:custGeom>
          <a:noFill/>
          <a:ln w="5679">
            <a:solidFill>
              <a:srgbClr val="4285F4">
                <a:alpha val="4000"/>
              </a:srgbClr>
            </a:solidFill>
            <a:prstDash val="solid"/>
          </a:ln>
        </p:spPr>
      </p:sp>
      <p:sp>
        <p:nvSpPr>
          <p:cNvPr id="325" name="lumia-token-stream-curve">
            <a:extLst>
              <a:ext uri="{FF2B5EF4-FFF2-40B4-BE49-F238E27FC236}">
                <a16:creationId xmlns:a16="http://schemas.microsoft.com/office/drawing/2014/main" id="{F5945220-86E7-4C46-8A58-63D4C7BB41E7}"/>
              </a:ext>
            </a:extLst>
          </p:cNvPr>
          <p:cNvSpPr>
            <a:spLocks noGrp="1"/>
          </p:cNvSpPr>
          <p:nvPr/>
        </p:nvSpPr>
        <p:spPr>
          <a:xfrm>
            <a:off x="281015" y="6107947"/>
            <a:ext cx="209772" cy="26528"/>
          </a:xfrm>
          <a:custGeom>
            <a:avLst/>
            <a:gdLst/>
            <a:ahLst/>
            <a:cxnLst/>
            <a:rect l="0" t="0" r="0" b="0"/>
            <a:pathLst>
              <a:path w="209772" h="26528">
                <a:moveTo>
                  <a:pt x="0" y="0"/>
                </a:moveTo>
                <a:lnTo>
                  <a:pt x="209772" y="26528"/>
                </a:lnTo>
              </a:path>
            </a:pathLst>
          </a:custGeom>
          <a:noFill/>
          <a:ln w="5679">
            <a:solidFill>
              <a:srgbClr val="447EEC">
                <a:alpha val="4000"/>
              </a:srgbClr>
            </a:solidFill>
            <a:prstDash val="solid"/>
          </a:ln>
        </p:spPr>
      </p:sp>
      <p:sp>
        <p:nvSpPr>
          <p:cNvPr id="326" name="lumia-token-stream-curve">
            <a:extLst>
              <a:ext uri="{FF2B5EF4-FFF2-40B4-BE49-F238E27FC236}">
                <a16:creationId xmlns:a16="http://schemas.microsoft.com/office/drawing/2014/main" id="{8C644CFB-34A8-4A64-9BFC-880E9BA7E0A2}"/>
              </a:ext>
            </a:extLst>
          </p:cNvPr>
          <p:cNvSpPr>
            <a:spLocks noGrp="1"/>
          </p:cNvSpPr>
          <p:nvPr/>
        </p:nvSpPr>
        <p:spPr>
          <a:xfrm>
            <a:off x="490786" y="6134475"/>
            <a:ext cx="213480" cy="18338"/>
          </a:xfrm>
          <a:custGeom>
            <a:avLst/>
            <a:gdLst/>
            <a:ahLst/>
            <a:cxnLst/>
            <a:rect l="0" t="0" r="0" b="0"/>
            <a:pathLst>
              <a:path w="213480" h="18338">
                <a:moveTo>
                  <a:pt x="0" y="0"/>
                </a:moveTo>
                <a:lnTo>
                  <a:pt x="213480" y="18338"/>
                </a:lnTo>
              </a:path>
            </a:pathLst>
          </a:custGeom>
          <a:noFill/>
          <a:ln w="5679">
            <a:solidFill>
              <a:srgbClr val="4678E3">
                <a:alpha val="4000"/>
              </a:srgbClr>
            </a:solidFill>
            <a:prstDash val="solid"/>
          </a:ln>
        </p:spPr>
      </p:sp>
      <p:sp>
        <p:nvSpPr>
          <p:cNvPr id="327" name="lumia-token-stream-curve">
            <a:extLst>
              <a:ext uri="{FF2B5EF4-FFF2-40B4-BE49-F238E27FC236}">
                <a16:creationId xmlns:a16="http://schemas.microsoft.com/office/drawing/2014/main" id="{6A181924-3518-47E9-AE2D-DE3145D0E24B}"/>
              </a:ext>
            </a:extLst>
          </p:cNvPr>
          <p:cNvSpPr>
            <a:spLocks noGrp="1"/>
          </p:cNvSpPr>
          <p:nvPr/>
        </p:nvSpPr>
        <p:spPr>
          <a:xfrm>
            <a:off x="704267" y="6152813"/>
            <a:ext cx="217104" cy="9589"/>
          </a:xfrm>
          <a:custGeom>
            <a:avLst/>
            <a:gdLst/>
            <a:ahLst/>
            <a:cxnLst/>
            <a:rect l="0" t="0" r="0" b="0"/>
            <a:pathLst>
              <a:path w="217104" h="9589">
                <a:moveTo>
                  <a:pt x="0" y="0"/>
                </a:moveTo>
                <a:lnTo>
                  <a:pt x="217104" y="9589"/>
                </a:lnTo>
              </a:path>
            </a:pathLst>
          </a:custGeom>
          <a:noFill/>
          <a:ln w="5679">
            <a:solidFill>
              <a:srgbClr val="4871DB">
                <a:alpha val="4000"/>
              </a:srgbClr>
            </a:solidFill>
            <a:prstDash val="solid"/>
          </a:ln>
        </p:spPr>
      </p:sp>
      <p:sp>
        <p:nvSpPr>
          <p:cNvPr id="328" name="lumia-token-stream-curve">
            <a:extLst>
              <a:ext uri="{FF2B5EF4-FFF2-40B4-BE49-F238E27FC236}">
                <a16:creationId xmlns:a16="http://schemas.microsoft.com/office/drawing/2014/main" id="{1460D95A-376F-4560-8117-0EB75D7190C0}"/>
              </a:ext>
            </a:extLst>
          </p:cNvPr>
          <p:cNvSpPr>
            <a:spLocks noGrp="1"/>
          </p:cNvSpPr>
          <p:nvPr/>
        </p:nvSpPr>
        <p:spPr>
          <a:xfrm>
            <a:off x="921371" y="6162402"/>
            <a:ext cx="220644" cy="9525"/>
          </a:xfrm>
          <a:custGeom>
            <a:avLst/>
            <a:gdLst/>
            <a:ahLst/>
            <a:cxnLst/>
            <a:rect l="0" t="0" r="0" b="0"/>
            <a:pathLst>
              <a:path w="220644" h="9525">
                <a:moveTo>
                  <a:pt x="0" y="0"/>
                </a:moveTo>
                <a:lnTo>
                  <a:pt x="220644" y="821"/>
                </a:lnTo>
              </a:path>
            </a:pathLst>
          </a:custGeom>
          <a:noFill/>
          <a:ln w="5679">
            <a:solidFill>
              <a:srgbClr val="4A6BD2">
                <a:alpha val="4000"/>
              </a:srgbClr>
            </a:solidFill>
            <a:prstDash val="solid"/>
          </a:ln>
        </p:spPr>
      </p:sp>
      <p:sp>
        <p:nvSpPr>
          <p:cNvPr id="329" name="lumia-token-stream-curve">
            <a:extLst>
              <a:ext uri="{FF2B5EF4-FFF2-40B4-BE49-F238E27FC236}">
                <a16:creationId xmlns:a16="http://schemas.microsoft.com/office/drawing/2014/main" id="{B79B7712-57FB-49B2-8FFB-722093606882}"/>
              </a:ext>
            </a:extLst>
          </p:cNvPr>
          <p:cNvSpPr>
            <a:spLocks noGrp="1"/>
          </p:cNvSpPr>
          <p:nvPr/>
        </p:nvSpPr>
        <p:spPr>
          <a:xfrm>
            <a:off x="1142015" y="6155859"/>
            <a:ext cx="224099" cy="9525"/>
          </a:xfrm>
          <a:custGeom>
            <a:avLst/>
            <a:gdLst/>
            <a:ahLst/>
            <a:cxnLst/>
            <a:rect l="0" t="0" r="0" b="0"/>
            <a:pathLst>
              <a:path w="224099" h="9525">
                <a:moveTo>
                  <a:pt x="0" y="7364"/>
                </a:moveTo>
                <a:lnTo>
                  <a:pt x="224099" y="0"/>
                </a:lnTo>
              </a:path>
            </a:pathLst>
          </a:custGeom>
          <a:noFill/>
          <a:ln w="5679">
            <a:solidFill>
              <a:srgbClr val="4C64CA">
                <a:alpha val="4000"/>
              </a:srgbClr>
            </a:solidFill>
            <a:prstDash val="solid"/>
          </a:ln>
        </p:spPr>
      </p:sp>
      <p:sp>
        <p:nvSpPr>
          <p:cNvPr id="330" name="lumia-token-stream-curve">
            <a:extLst>
              <a:ext uri="{FF2B5EF4-FFF2-40B4-BE49-F238E27FC236}">
                <a16:creationId xmlns:a16="http://schemas.microsoft.com/office/drawing/2014/main" id="{07CBEF54-7B74-4899-9B01-E16C1A812846}"/>
              </a:ext>
            </a:extLst>
          </p:cNvPr>
          <p:cNvSpPr>
            <a:spLocks noGrp="1"/>
          </p:cNvSpPr>
          <p:nvPr/>
        </p:nvSpPr>
        <p:spPr>
          <a:xfrm>
            <a:off x="1366113" y="6141508"/>
            <a:ext cx="227469" cy="14351"/>
          </a:xfrm>
          <a:custGeom>
            <a:avLst/>
            <a:gdLst/>
            <a:ahLst/>
            <a:cxnLst/>
            <a:rect l="0" t="0" r="0" b="0"/>
            <a:pathLst>
              <a:path w="227469" h="14351">
                <a:moveTo>
                  <a:pt x="0" y="14351"/>
                </a:moveTo>
                <a:lnTo>
                  <a:pt x="227469" y="0"/>
                </a:lnTo>
              </a:path>
            </a:pathLst>
          </a:custGeom>
          <a:noFill/>
          <a:ln w="5679">
            <a:solidFill>
              <a:srgbClr val="4E5EC1">
                <a:alpha val="4000"/>
              </a:srgbClr>
            </a:solidFill>
            <a:prstDash val="solid"/>
          </a:ln>
        </p:spPr>
      </p:sp>
      <p:sp>
        <p:nvSpPr>
          <p:cNvPr id="331" name="lumia-token-stream-curve">
            <a:extLst>
              <a:ext uri="{FF2B5EF4-FFF2-40B4-BE49-F238E27FC236}">
                <a16:creationId xmlns:a16="http://schemas.microsoft.com/office/drawing/2014/main" id="{4A3D8F17-AB3D-4F29-97B7-5DC89873F3D2}"/>
              </a:ext>
            </a:extLst>
          </p:cNvPr>
          <p:cNvSpPr>
            <a:spLocks noGrp="1"/>
          </p:cNvSpPr>
          <p:nvPr/>
        </p:nvSpPr>
        <p:spPr>
          <a:xfrm>
            <a:off x="1593582" y="6121937"/>
            <a:ext cx="230755" cy="19571"/>
          </a:xfrm>
          <a:custGeom>
            <a:avLst/>
            <a:gdLst/>
            <a:ahLst/>
            <a:cxnLst/>
            <a:rect l="0" t="0" r="0" b="0"/>
            <a:pathLst>
              <a:path w="230755" h="19571">
                <a:moveTo>
                  <a:pt x="0" y="19571"/>
                </a:moveTo>
                <a:lnTo>
                  <a:pt x="230755" y="0"/>
                </a:lnTo>
              </a:path>
            </a:pathLst>
          </a:custGeom>
          <a:noFill/>
          <a:ln w="5679">
            <a:solidFill>
              <a:srgbClr val="5057B9">
                <a:alpha val="4000"/>
              </a:srgbClr>
            </a:solidFill>
            <a:prstDash val="solid"/>
          </a:ln>
        </p:spPr>
      </p:sp>
      <p:sp>
        <p:nvSpPr>
          <p:cNvPr id="332" name="lumia-token-stream-curve">
            <a:extLst>
              <a:ext uri="{FF2B5EF4-FFF2-40B4-BE49-F238E27FC236}">
                <a16:creationId xmlns:a16="http://schemas.microsoft.com/office/drawing/2014/main" id="{39430B10-F849-441F-AF0D-D2C00F069542}"/>
              </a:ext>
            </a:extLst>
          </p:cNvPr>
          <p:cNvSpPr>
            <a:spLocks noGrp="1"/>
          </p:cNvSpPr>
          <p:nvPr/>
        </p:nvSpPr>
        <p:spPr>
          <a:xfrm>
            <a:off x="1824337" y="6099368"/>
            <a:ext cx="233956" cy="22569"/>
          </a:xfrm>
          <a:custGeom>
            <a:avLst/>
            <a:gdLst/>
            <a:ahLst/>
            <a:cxnLst/>
            <a:rect l="0" t="0" r="0" b="0"/>
            <a:pathLst>
              <a:path w="233956" h="22569">
                <a:moveTo>
                  <a:pt x="0" y="22569"/>
                </a:moveTo>
                <a:lnTo>
                  <a:pt x="233956" y="0"/>
                </a:lnTo>
              </a:path>
            </a:pathLst>
          </a:custGeom>
          <a:noFill/>
          <a:ln w="5679">
            <a:solidFill>
              <a:srgbClr val="5250B0">
                <a:alpha val="4000"/>
              </a:srgbClr>
            </a:solidFill>
            <a:prstDash val="solid"/>
          </a:ln>
        </p:spPr>
      </p:sp>
      <p:sp>
        <p:nvSpPr>
          <p:cNvPr id="333" name="lumia-token-stream-curve">
            <a:extLst>
              <a:ext uri="{FF2B5EF4-FFF2-40B4-BE49-F238E27FC236}">
                <a16:creationId xmlns:a16="http://schemas.microsoft.com/office/drawing/2014/main" id="{D59907E4-2D70-440B-977F-4E12872B0F65}"/>
              </a:ext>
            </a:extLst>
          </p:cNvPr>
          <p:cNvSpPr>
            <a:spLocks noGrp="1"/>
          </p:cNvSpPr>
          <p:nvPr/>
        </p:nvSpPr>
        <p:spPr>
          <a:xfrm>
            <a:off x="2058292" y="6076312"/>
            <a:ext cx="237072" cy="23056"/>
          </a:xfrm>
          <a:custGeom>
            <a:avLst/>
            <a:gdLst/>
            <a:ahLst/>
            <a:cxnLst/>
            <a:rect l="0" t="0" r="0" b="0"/>
            <a:pathLst>
              <a:path w="237072" h="23056">
                <a:moveTo>
                  <a:pt x="0" y="23056"/>
                </a:moveTo>
                <a:lnTo>
                  <a:pt x="237072" y="0"/>
                </a:lnTo>
              </a:path>
            </a:pathLst>
          </a:custGeom>
          <a:noFill/>
          <a:ln w="5679">
            <a:solidFill>
              <a:srgbClr val="544AA8">
                <a:alpha val="4000"/>
              </a:srgbClr>
            </a:solidFill>
            <a:prstDash val="solid"/>
          </a:ln>
        </p:spPr>
      </p:sp>
      <p:sp>
        <p:nvSpPr>
          <p:cNvPr id="334" name="lumia-token-stream-curve">
            <a:extLst>
              <a:ext uri="{FF2B5EF4-FFF2-40B4-BE49-F238E27FC236}">
                <a16:creationId xmlns:a16="http://schemas.microsoft.com/office/drawing/2014/main" id="{7C5AC725-AF27-4C94-B7F1-3A3A3731E765}"/>
              </a:ext>
            </a:extLst>
          </p:cNvPr>
          <p:cNvSpPr>
            <a:spLocks noGrp="1"/>
          </p:cNvSpPr>
          <p:nvPr/>
        </p:nvSpPr>
        <p:spPr>
          <a:xfrm>
            <a:off x="2295365" y="6055347"/>
            <a:ext cx="240104" cy="20965"/>
          </a:xfrm>
          <a:custGeom>
            <a:avLst/>
            <a:gdLst/>
            <a:ahLst/>
            <a:cxnLst/>
            <a:rect l="0" t="0" r="0" b="0"/>
            <a:pathLst>
              <a:path w="240104" h="20965">
                <a:moveTo>
                  <a:pt x="0" y="20965"/>
                </a:moveTo>
                <a:lnTo>
                  <a:pt x="240104" y="0"/>
                </a:lnTo>
              </a:path>
            </a:pathLst>
          </a:custGeom>
          <a:noFill/>
          <a:ln w="5679">
            <a:solidFill>
              <a:srgbClr val="5643A0">
                <a:alpha val="4000"/>
              </a:srgbClr>
            </a:solidFill>
            <a:prstDash val="solid"/>
          </a:ln>
        </p:spPr>
      </p:sp>
      <p:sp>
        <p:nvSpPr>
          <p:cNvPr id="335" name="lumia-token-stream-curve">
            <a:extLst>
              <a:ext uri="{FF2B5EF4-FFF2-40B4-BE49-F238E27FC236}">
                <a16:creationId xmlns:a16="http://schemas.microsoft.com/office/drawing/2014/main" id="{97986E64-DD8D-4A84-A80C-9517C4937409}"/>
              </a:ext>
            </a:extLst>
          </p:cNvPr>
          <p:cNvSpPr>
            <a:spLocks noGrp="1"/>
          </p:cNvSpPr>
          <p:nvPr/>
        </p:nvSpPr>
        <p:spPr>
          <a:xfrm>
            <a:off x="2535469" y="6038864"/>
            <a:ext cx="243051" cy="16483"/>
          </a:xfrm>
          <a:custGeom>
            <a:avLst/>
            <a:gdLst/>
            <a:ahLst/>
            <a:cxnLst/>
            <a:rect l="0" t="0" r="0" b="0"/>
            <a:pathLst>
              <a:path w="243051" h="16483">
                <a:moveTo>
                  <a:pt x="0" y="16483"/>
                </a:moveTo>
                <a:lnTo>
                  <a:pt x="243051" y="0"/>
                </a:lnTo>
              </a:path>
            </a:pathLst>
          </a:custGeom>
          <a:noFill/>
          <a:ln w="5679">
            <a:solidFill>
              <a:srgbClr val="583D97">
                <a:alpha val="4000"/>
              </a:srgbClr>
            </a:solidFill>
            <a:prstDash val="solid"/>
          </a:ln>
        </p:spPr>
      </p:sp>
      <p:sp>
        <p:nvSpPr>
          <p:cNvPr id="336" name="lumia-token-stream-curve">
            <a:extLst>
              <a:ext uri="{FF2B5EF4-FFF2-40B4-BE49-F238E27FC236}">
                <a16:creationId xmlns:a16="http://schemas.microsoft.com/office/drawing/2014/main" id="{7AA4BDF5-420B-41AC-98B5-398EEECFFC91}"/>
              </a:ext>
            </a:extLst>
          </p:cNvPr>
          <p:cNvSpPr>
            <a:spLocks noGrp="1"/>
          </p:cNvSpPr>
          <p:nvPr/>
        </p:nvSpPr>
        <p:spPr>
          <a:xfrm>
            <a:off x="2778520" y="6028808"/>
            <a:ext cx="245914" cy="10056"/>
          </a:xfrm>
          <a:custGeom>
            <a:avLst/>
            <a:gdLst/>
            <a:ahLst/>
            <a:cxnLst/>
            <a:rect l="0" t="0" r="0" b="0"/>
            <a:pathLst>
              <a:path w="245914" h="10056">
                <a:moveTo>
                  <a:pt x="0" y="10056"/>
                </a:moveTo>
                <a:lnTo>
                  <a:pt x="245914" y="0"/>
                </a:lnTo>
              </a:path>
            </a:pathLst>
          </a:custGeom>
          <a:noFill/>
          <a:ln w="5679">
            <a:solidFill>
              <a:srgbClr val="623C8F">
                <a:alpha val="5000"/>
              </a:srgbClr>
            </a:solidFill>
            <a:prstDash val="solid"/>
          </a:ln>
        </p:spPr>
      </p:sp>
      <p:sp>
        <p:nvSpPr>
          <p:cNvPr id="337" name="lumia-token-stream-curve">
            <a:extLst>
              <a:ext uri="{FF2B5EF4-FFF2-40B4-BE49-F238E27FC236}">
                <a16:creationId xmlns:a16="http://schemas.microsoft.com/office/drawing/2014/main" id="{E2EE8345-EA9A-4A73-99C6-7F8D58B3650D}"/>
              </a:ext>
            </a:extLst>
          </p:cNvPr>
          <p:cNvSpPr>
            <a:spLocks noGrp="1"/>
          </p:cNvSpPr>
          <p:nvPr/>
        </p:nvSpPr>
        <p:spPr>
          <a:xfrm>
            <a:off x="3024434" y="6026440"/>
            <a:ext cx="248692" cy="9525"/>
          </a:xfrm>
          <a:custGeom>
            <a:avLst/>
            <a:gdLst/>
            <a:ahLst/>
            <a:cxnLst/>
            <a:rect l="0" t="0" r="0" b="0"/>
            <a:pathLst>
              <a:path w="248692" h="9525">
                <a:moveTo>
                  <a:pt x="0" y="2369"/>
                </a:moveTo>
                <a:lnTo>
                  <a:pt x="248692" y="0"/>
                </a:lnTo>
              </a:path>
            </a:pathLst>
          </a:custGeom>
          <a:noFill/>
          <a:ln w="5679">
            <a:solidFill>
              <a:srgbClr val="6F3C86">
                <a:alpha val="5000"/>
              </a:srgbClr>
            </a:solidFill>
            <a:prstDash val="solid"/>
          </a:ln>
        </p:spPr>
      </p:sp>
      <p:sp>
        <p:nvSpPr>
          <p:cNvPr id="338" name="lumia-token-stream-curve">
            <a:extLst>
              <a:ext uri="{FF2B5EF4-FFF2-40B4-BE49-F238E27FC236}">
                <a16:creationId xmlns:a16="http://schemas.microsoft.com/office/drawing/2014/main" id="{2D8993A9-B29A-4280-83B8-BCE663C36E09}"/>
              </a:ext>
            </a:extLst>
          </p:cNvPr>
          <p:cNvSpPr>
            <a:spLocks noGrp="1"/>
          </p:cNvSpPr>
          <p:nvPr/>
        </p:nvSpPr>
        <p:spPr>
          <a:xfrm>
            <a:off x="3273126" y="6026440"/>
            <a:ext cx="251386" cy="9525"/>
          </a:xfrm>
          <a:custGeom>
            <a:avLst/>
            <a:gdLst/>
            <a:ahLst/>
            <a:cxnLst/>
            <a:rect l="0" t="0" r="0" b="0"/>
            <a:pathLst>
              <a:path w="251386" h="9525">
                <a:moveTo>
                  <a:pt x="0" y="0"/>
                </a:moveTo>
                <a:lnTo>
                  <a:pt x="251386" y="5704"/>
                </a:lnTo>
              </a:path>
            </a:pathLst>
          </a:custGeom>
          <a:noFill/>
          <a:ln w="5679">
            <a:solidFill>
              <a:srgbClr val="7C3D7E">
                <a:alpha val="5000"/>
              </a:srgbClr>
            </a:solidFill>
            <a:prstDash val="solid"/>
          </a:ln>
        </p:spPr>
      </p:sp>
      <p:sp>
        <p:nvSpPr>
          <p:cNvPr id="339" name="lumia-token-stream-curve">
            <a:extLst>
              <a:ext uri="{FF2B5EF4-FFF2-40B4-BE49-F238E27FC236}">
                <a16:creationId xmlns:a16="http://schemas.microsoft.com/office/drawing/2014/main" id="{673603BE-535F-4DFF-8939-D4CD42ACFDF2}"/>
              </a:ext>
            </a:extLst>
          </p:cNvPr>
          <p:cNvSpPr>
            <a:spLocks noGrp="1"/>
          </p:cNvSpPr>
          <p:nvPr/>
        </p:nvSpPr>
        <p:spPr>
          <a:xfrm>
            <a:off x="3524512" y="6032143"/>
            <a:ext cx="253995" cy="13178"/>
          </a:xfrm>
          <a:custGeom>
            <a:avLst/>
            <a:gdLst/>
            <a:ahLst/>
            <a:cxnLst/>
            <a:rect l="0" t="0" r="0" b="0"/>
            <a:pathLst>
              <a:path w="253995" h="13178">
                <a:moveTo>
                  <a:pt x="0" y="0"/>
                </a:moveTo>
                <a:lnTo>
                  <a:pt x="253995" y="13178"/>
                </a:lnTo>
              </a:path>
            </a:pathLst>
          </a:custGeom>
          <a:noFill/>
          <a:ln w="5679">
            <a:solidFill>
              <a:srgbClr val="893E75">
                <a:alpha val="5000"/>
              </a:srgbClr>
            </a:solidFill>
            <a:prstDash val="solid"/>
          </a:ln>
        </p:spPr>
      </p:sp>
      <p:sp>
        <p:nvSpPr>
          <p:cNvPr id="340" name="lumia-token-stream-curve">
            <a:extLst>
              <a:ext uri="{FF2B5EF4-FFF2-40B4-BE49-F238E27FC236}">
                <a16:creationId xmlns:a16="http://schemas.microsoft.com/office/drawing/2014/main" id="{F146C322-F593-4183-A4CF-0ACA4133FF46}"/>
              </a:ext>
            </a:extLst>
          </p:cNvPr>
          <p:cNvSpPr>
            <a:spLocks noGrp="1"/>
          </p:cNvSpPr>
          <p:nvPr/>
        </p:nvSpPr>
        <p:spPr>
          <a:xfrm>
            <a:off x="3778507" y="6045321"/>
            <a:ext cx="256519" cy="19062"/>
          </a:xfrm>
          <a:custGeom>
            <a:avLst/>
            <a:gdLst/>
            <a:ahLst/>
            <a:cxnLst/>
            <a:rect l="0" t="0" r="0" b="0"/>
            <a:pathLst>
              <a:path w="256519" h="19062">
                <a:moveTo>
                  <a:pt x="0" y="0"/>
                </a:moveTo>
                <a:lnTo>
                  <a:pt x="256519" y="19062"/>
                </a:lnTo>
              </a:path>
            </a:pathLst>
          </a:custGeom>
          <a:noFill/>
          <a:ln w="5680">
            <a:solidFill>
              <a:srgbClr val="963E6C">
                <a:alpha val="5000"/>
              </a:srgbClr>
            </a:solidFill>
            <a:prstDash val="solid"/>
          </a:ln>
        </p:spPr>
      </p:sp>
      <p:sp>
        <p:nvSpPr>
          <p:cNvPr id="341" name="lumia-token-stream-curve">
            <a:extLst>
              <a:ext uri="{FF2B5EF4-FFF2-40B4-BE49-F238E27FC236}">
                <a16:creationId xmlns:a16="http://schemas.microsoft.com/office/drawing/2014/main" id="{4F6511A7-80C6-4504-A77D-76595B5FBBEC}"/>
              </a:ext>
            </a:extLst>
          </p:cNvPr>
          <p:cNvSpPr>
            <a:spLocks noGrp="1"/>
          </p:cNvSpPr>
          <p:nvPr/>
        </p:nvSpPr>
        <p:spPr>
          <a:xfrm>
            <a:off x="4035027" y="6064383"/>
            <a:ext cx="258959" cy="22471"/>
          </a:xfrm>
          <a:custGeom>
            <a:avLst/>
            <a:gdLst/>
            <a:ahLst/>
            <a:cxnLst/>
            <a:rect l="0" t="0" r="0" b="0"/>
            <a:pathLst>
              <a:path w="258959" h="22471">
                <a:moveTo>
                  <a:pt x="0" y="0"/>
                </a:moveTo>
                <a:lnTo>
                  <a:pt x="258959" y="22471"/>
                </a:lnTo>
              </a:path>
            </a:pathLst>
          </a:custGeom>
          <a:noFill/>
          <a:ln w="5697">
            <a:solidFill>
              <a:srgbClr val="A33F64">
                <a:alpha val="5000"/>
              </a:srgbClr>
            </a:solidFill>
            <a:prstDash val="solid"/>
          </a:ln>
        </p:spPr>
      </p:sp>
      <p:sp>
        <p:nvSpPr>
          <p:cNvPr id="342" name="lumia-token-stream-curve">
            <a:extLst>
              <a:ext uri="{FF2B5EF4-FFF2-40B4-BE49-F238E27FC236}">
                <a16:creationId xmlns:a16="http://schemas.microsoft.com/office/drawing/2014/main" id="{745C9A0A-F2EB-4D9A-98E1-2F2C27B40693}"/>
              </a:ext>
            </a:extLst>
          </p:cNvPr>
          <p:cNvSpPr>
            <a:spLocks noGrp="1"/>
          </p:cNvSpPr>
          <p:nvPr/>
        </p:nvSpPr>
        <p:spPr>
          <a:xfrm>
            <a:off x="4293986" y="6086854"/>
            <a:ext cx="261314" cy="22734"/>
          </a:xfrm>
          <a:custGeom>
            <a:avLst/>
            <a:gdLst/>
            <a:ahLst/>
            <a:cxnLst/>
            <a:rect l="0" t="0" r="0" b="0"/>
            <a:pathLst>
              <a:path w="261314" h="22734">
                <a:moveTo>
                  <a:pt x="0" y="0"/>
                </a:moveTo>
                <a:lnTo>
                  <a:pt x="261314" y="22734"/>
                </a:lnTo>
              </a:path>
            </a:pathLst>
          </a:custGeom>
          <a:noFill/>
          <a:ln w="5737">
            <a:solidFill>
              <a:srgbClr val="B0405B">
                <a:alpha val="5000"/>
              </a:srgbClr>
            </a:solidFill>
            <a:prstDash val="solid"/>
          </a:ln>
        </p:spPr>
      </p:sp>
      <p:sp>
        <p:nvSpPr>
          <p:cNvPr id="343" name="lumia-token-stream-curve">
            <a:extLst>
              <a:ext uri="{FF2B5EF4-FFF2-40B4-BE49-F238E27FC236}">
                <a16:creationId xmlns:a16="http://schemas.microsoft.com/office/drawing/2014/main" id="{41756481-0465-448B-8DF0-E406EBD3209E}"/>
              </a:ext>
            </a:extLst>
          </p:cNvPr>
          <p:cNvSpPr>
            <a:spLocks noGrp="1"/>
          </p:cNvSpPr>
          <p:nvPr/>
        </p:nvSpPr>
        <p:spPr>
          <a:xfrm>
            <a:off x="4555300" y="6109588"/>
            <a:ext cx="263585" cy="19498"/>
          </a:xfrm>
          <a:custGeom>
            <a:avLst/>
            <a:gdLst/>
            <a:ahLst/>
            <a:cxnLst/>
            <a:rect l="0" t="0" r="0" b="0"/>
            <a:pathLst>
              <a:path w="263585" h="19498">
                <a:moveTo>
                  <a:pt x="0" y="0"/>
                </a:moveTo>
                <a:lnTo>
                  <a:pt x="263585" y="19498"/>
                </a:lnTo>
              </a:path>
            </a:pathLst>
          </a:custGeom>
          <a:noFill/>
          <a:ln w="5796">
            <a:solidFill>
              <a:srgbClr val="BD4153">
                <a:alpha val="5000"/>
              </a:srgbClr>
            </a:solidFill>
            <a:prstDash val="solid"/>
          </a:ln>
        </p:spPr>
      </p:sp>
      <p:sp>
        <p:nvSpPr>
          <p:cNvPr id="344" name="lumia-token-stream-curve">
            <a:extLst>
              <a:ext uri="{FF2B5EF4-FFF2-40B4-BE49-F238E27FC236}">
                <a16:creationId xmlns:a16="http://schemas.microsoft.com/office/drawing/2014/main" id="{BE12C5E8-83CD-41CE-9374-43BD0D13B680}"/>
              </a:ext>
            </a:extLst>
          </p:cNvPr>
          <p:cNvSpPr>
            <a:spLocks noGrp="1"/>
          </p:cNvSpPr>
          <p:nvPr/>
        </p:nvSpPr>
        <p:spPr>
          <a:xfrm>
            <a:off x="4818885" y="6129086"/>
            <a:ext cx="265771" cy="12789"/>
          </a:xfrm>
          <a:custGeom>
            <a:avLst/>
            <a:gdLst/>
            <a:ahLst/>
            <a:cxnLst/>
            <a:rect l="0" t="0" r="0" b="0"/>
            <a:pathLst>
              <a:path w="265771" h="12789">
                <a:moveTo>
                  <a:pt x="0" y="0"/>
                </a:moveTo>
                <a:lnTo>
                  <a:pt x="265771" y="12789"/>
                </a:lnTo>
              </a:path>
            </a:pathLst>
          </a:custGeom>
          <a:noFill/>
          <a:ln w="5874">
            <a:solidFill>
              <a:srgbClr val="CA414A">
                <a:alpha val="6000"/>
              </a:srgbClr>
            </a:solidFill>
            <a:prstDash val="solid"/>
          </a:ln>
        </p:spPr>
      </p:sp>
      <p:sp>
        <p:nvSpPr>
          <p:cNvPr id="345" name="lumia-token-stream-curve">
            <a:extLst>
              <a:ext uri="{FF2B5EF4-FFF2-40B4-BE49-F238E27FC236}">
                <a16:creationId xmlns:a16="http://schemas.microsoft.com/office/drawing/2014/main" id="{CF420408-8BA4-45C6-B3AD-AF0273F9E91A}"/>
              </a:ext>
            </a:extLst>
          </p:cNvPr>
          <p:cNvSpPr>
            <a:spLocks noGrp="1"/>
          </p:cNvSpPr>
          <p:nvPr/>
        </p:nvSpPr>
        <p:spPr>
          <a:xfrm>
            <a:off x="5084656" y="6141875"/>
            <a:ext cx="267873" cy="9525"/>
          </a:xfrm>
          <a:custGeom>
            <a:avLst/>
            <a:gdLst/>
            <a:ahLst/>
            <a:cxnLst/>
            <a:rect l="0" t="0" r="0" b="0"/>
            <a:pathLst>
              <a:path w="267873" h="9525">
                <a:moveTo>
                  <a:pt x="0" y="0"/>
                </a:moveTo>
                <a:lnTo>
                  <a:pt x="267873" y="3041"/>
                </a:lnTo>
              </a:path>
            </a:pathLst>
          </a:custGeom>
          <a:noFill/>
          <a:ln w="5969">
            <a:solidFill>
              <a:srgbClr val="D74242">
                <a:alpha val="6000"/>
              </a:srgbClr>
            </a:solidFill>
            <a:prstDash val="solid"/>
          </a:ln>
        </p:spPr>
      </p:sp>
      <p:sp>
        <p:nvSpPr>
          <p:cNvPr id="346" name="lumia-token-stream-curve">
            <a:extLst>
              <a:ext uri="{FF2B5EF4-FFF2-40B4-BE49-F238E27FC236}">
                <a16:creationId xmlns:a16="http://schemas.microsoft.com/office/drawing/2014/main" id="{2142E6A7-5A8E-4227-AC85-F7F00E62790A}"/>
              </a:ext>
            </a:extLst>
          </p:cNvPr>
          <p:cNvSpPr>
            <a:spLocks noGrp="1"/>
          </p:cNvSpPr>
          <p:nvPr/>
        </p:nvSpPr>
        <p:spPr>
          <a:xfrm>
            <a:off x="5352529" y="6135988"/>
            <a:ext cx="269890" cy="9525"/>
          </a:xfrm>
          <a:custGeom>
            <a:avLst/>
            <a:gdLst/>
            <a:ahLst/>
            <a:cxnLst/>
            <a:rect l="0" t="0" r="0" b="0"/>
            <a:pathLst>
              <a:path w="269890" h="9525">
                <a:moveTo>
                  <a:pt x="0" y="8929"/>
                </a:moveTo>
                <a:lnTo>
                  <a:pt x="269890" y="0"/>
                </a:lnTo>
              </a:path>
            </a:pathLst>
          </a:custGeom>
          <a:noFill/>
          <a:ln w="6080">
            <a:solidFill>
              <a:srgbClr val="E44339">
                <a:alpha val="6000"/>
              </a:srgbClr>
            </a:solidFill>
            <a:prstDash val="solid"/>
          </a:ln>
        </p:spPr>
      </p:sp>
      <p:sp>
        <p:nvSpPr>
          <p:cNvPr id="347" name="lumia-token-stream-curve">
            <a:extLst>
              <a:ext uri="{FF2B5EF4-FFF2-40B4-BE49-F238E27FC236}">
                <a16:creationId xmlns:a16="http://schemas.microsoft.com/office/drawing/2014/main" id="{A3C0094E-1FCF-4443-A2F6-E3A91CBD32EA}"/>
              </a:ext>
            </a:extLst>
          </p:cNvPr>
          <p:cNvSpPr>
            <a:spLocks noGrp="1"/>
          </p:cNvSpPr>
          <p:nvPr/>
        </p:nvSpPr>
        <p:spPr>
          <a:xfrm>
            <a:off x="5622418" y="6113995"/>
            <a:ext cx="271822" cy="21994"/>
          </a:xfrm>
          <a:custGeom>
            <a:avLst/>
            <a:gdLst/>
            <a:ahLst/>
            <a:cxnLst/>
            <a:rect l="0" t="0" r="0" b="0"/>
            <a:pathLst>
              <a:path w="271822" h="21994">
                <a:moveTo>
                  <a:pt x="0" y="21994"/>
                </a:moveTo>
                <a:lnTo>
                  <a:pt x="271822" y="0"/>
                </a:lnTo>
              </a:path>
            </a:pathLst>
          </a:custGeom>
          <a:noFill/>
          <a:ln w="6204">
            <a:solidFill>
              <a:srgbClr val="EB4833">
                <a:alpha val="6000"/>
              </a:srgbClr>
            </a:solidFill>
            <a:prstDash val="solid"/>
          </a:ln>
        </p:spPr>
      </p:sp>
      <p:sp>
        <p:nvSpPr>
          <p:cNvPr id="348" name="lumia-token-stream-curve">
            <a:extLst>
              <a:ext uri="{FF2B5EF4-FFF2-40B4-BE49-F238E27FC236}">
                <a16:creationId xmlns:a16="http://schemas.microsoft.com/office/drawing/2014/main" id="{BA7F5C80-17FC-4389-AA25-3B95C6C30D2A}"/>
              </a:ext>
            </a:extLst>
          </p:cNvPr>
          <p:cNvSpPr>
            <a:spLocks noGrp="1"/>
          </p:cNvSpPr>
          <p:nvPr/>
        </p:nvSpPr>
        <p:spPr>
          <a:xfrm>
            <a:off x="5894240" y="6079156"/>
            <a:ext cx="273670" cy="34838"/>
          </a:xfrm>
          <a:custGeom>
            <a:avLst/>
            <a:gdLst/>
            <a:ahLst/>
            <a:cxnLst/>
            <a:rect l="0" t="0" r="0" b="0"/>
            <a:pathLst>
              <a:path w="273670" h="34838">
                <a:moveTo>
                  <a:pt x="0" y="34838"/>
                </a:moveTo>
                <a:lnTo>
                  <a:pt x="273670" y="0"/>
                </a:lnTo>
              </a:path>
            </a:pathLst>
          </a:custGeom>
          <a:noFill/>
          <a:ln w="6340">
            <a:solidFill>
              <a:srgbClr val="EC532F">
                <a:alpha val="6000"/>
              </a:srgbClr>
            </a:solidFill>
            <a:prstDash val="solid"/>
          </a:ln>
        </p:spPr>
      </p:sp>
      <p:sp>
        <p:nvSpPr>
          <p:cNvPr id="349" name="lumia-token-stream-curve">
            <a:extLst>
              <a:ext uri="{FF2B5EF4-FFF2-40B4-BE49-F238E27FC236}">
                <a16:creationId xmlns:a16="http://schemas.microsoft.com/office/drawing/2014/main" id="{6BF7D9B7-F1AF-4E51-A8DF-6DCDDB1ED69F}"/>
              </a:ext>
            </a:extLst>
          </p:cNvPr>
          <p:cNvSpPr>
            <a:spLocks noGrp="1"/>
          </p:cNvSpPr>
          <p:nvPr/>
        </p:nvSpPr>
        <p:spPr>
          <a:xfrm>
            <a:off x="6167910" y="6033044"/>
            <a:ext cx="275433" cy="46112"/>
          </a:xfrm>
          <a:custGeom>
            <a:avLst/>
            <a:gdLst/>
            <a:ahLst/>
            <a:cxnLst/>
            <a:rect l="0" t="0" r="0" b="0"/>
            <a:pathLst>
              <a:path w="275433" h="46112">
                <a:moveTo>
                  <a:pt x="0" y="46112"/>
                </a:moveTo>
                <a:lnTo>
                  <a:pt x="275433" y="0"/>
                </a:lnTo>
              </a:path>
            </a:pathLst>
          </a:custGeom>
          <a:noFill/>
          <a:ln w="6486">
            <a:solidFill>
              <a:srgbClr val="EE5E2A">
                <a:alpha val="7000"/>
              </a:srgbClr>
            </a:solidFill>
            <a:prstDash val="solid"/>
          </a:ln>
        </p:spPr>
      </p:sp>
      <p:sp>
        <p:nvSpPr>
          <p:cNvPr id="350" name="lumia-token-stream-curve">
            <a:extLst>
              <a:ext uri="{FF2B5EF4-FFF2-40B4-BE49-F238E27FC236}">
                <a16:creationId xmlns:a16="http://schemas.microsoft.com/office/drawing/2014/main" id="{15AE853A-B3A1-4041-AB37-67A4CA701337}"/>
              </a:ext>
            </a:extLst>
          </p:cNvPr>
          <p:cNvSpPr>
            <a:spLocks noGrp="1"/>
          </p:cNvSpPr>
          <p:nvPr/>
        </p:nvSpPr>
        <p:spPr>
          <a:xfrm>
            <a:off x="6443342" y="5978446"/>
            <a:ext cx="277111" cy="54598"/>
          </a:xfrm>
          <a:custGeom>
            <a:avLst/>
            <a:gdLst/>
            <a:ahLst/>
            <a:cxnLst/>
            <a:rect l="0" t="0" r="0" b="0"/>
            <a:pathLst>
              <a:path w="277111" h="54598">
                <a:moveTo>
                  <a:pt x="0" y="54598"/>
                </a:moveTo>
                <a:lnTo>
                  <a:pt x="277111" y="0"/>
                </a:lnTo>
              </a:path>
            </a:pathLst>
          </a:custGeom>
          <a:noFill/>
          <a:ln w="6641">
            <a:solidFill>
              <a:srgbClr val="EF6926">
                <a:alpha val="7000"/>
              </a:srgbClr>
            </a:solidFill>
            <a:prstDash val="solid"/>
          </a:ln>
        </p:spPr>
      </p:sp>
      <p:sp>
        <p:nvSpPr>
          <p:cNvPr id="351" name="lumia-token-stream-curve">
            <a:extLst>
              <a:ext uri="{FF2B5EF4-FFF2-40B4-BE49-F238E27FC236}">
                <a16:creationId xmlns:a16="http://schemas.microsoft.com/office/drawing/2014/main" id="{6579BCD3-E179-4D47-A943-1D9C473E8552}"/>
              </a:ext>
            </a:extLst>
          </p:cNvPr>
          <p:cNvSpPr>
            <a:spLocks noGrp="1"/>
          </p:cNvSpPr>
          <p:nvPr/>
        </p:nvSpPr>
        <p:spPr>
          <a:xfrm>
            <a:off x="6720454" y="5919067"/>
            <a:ext cx="278705" cy="59379"/>
          </a:xfrm>
          <a:custGeom>
            <a:avLst/>
            <a:gdLst/>
            <a:ahLst/>
            <a:cxnLst/>
            <a:rect l="0" t="0" r="0" b="0"/>
            <a:pathLst>
              <a:path w="278705" h="59379">
                <a:moveTo>
                  <a:pt x="0" y="59379"/>
                </a:moveTo>
                <a:lnTo>
                  <a:pt x="278705" y="0"/>
                </a:lnTo>
              </a:path>
            </a:pathLst>
          </a:custGeom>
          <a:noFill/>
          <a:ln w="6804">
            <a:solidFill>
              <a:srgbClr val="F17322">
                <a:alpha val="7000"/>
              </a:srgbClr>
            </a:solidFill>
            <a:prstDash val="solid"/>
          </a:ln>
        </p:spPr>
      </p:sp>
      <p:sp>
        <p:nvSpPr>
          <p:cNvPr id="352" name="lumia-token-stream-curve">
            <a:extLst>
              <a:ext uri="{FF2B5EF4-FFF2-40B4-BE49-F238E27FC236}">
                <a16:creationId xmlns:a16="http://schemas.microsoft.com/office/drawing/2014/main" id="{C47513AB-F378-42A9-8D0A-C809AB940FB3}"/>
              </a:ext>
            </a:extLst>
          </p:cNvPr>
          <p:cNvSpPr>
            <a:spLocks noGrp="1"/>
          </p:cNvSpPr>
          <p:nvPr/>
        </p:nvSpPr>
        <p:spPr>
          <a:xfrm>
            <a:off x="6999159" y="5859098"/>
            <a:ext cx="280215" cy="59969"/>
          </a:xfrm>
          <a:custGeom>
            <a:avLst/>
            <a:gdLst/>
            <a:ahLst/>
            <a:cxnLst/>
            <a:rect l="0" t="0" r="0" b="0"/>
            <a:pathLst>
              <a:path w="280215" h="59969">
                <a:moveTo>
                  <a:pt x="0" y="59969"/>
                </a:moveTo>
                <a:lnTo>
                  <a:pt x="280215" y="0"/>
                </a:lnTo>
              </a:path>
            </a:pathLst>
          </a:custGeom>
          <a:noFill/>
          <a:ln w="6972">
            <a:solidFill>
              <a:srgbClr val="F27E1E">
                <a:alpha val="7000"/>
              </a:srgbClr>
            </a:solidFill>
            <a:prstDash val="solid"/>
          </a:ln>
        </p:spPr>
      </p:sp>
      <p:sp>
        <p:nvSpPr>
          <p:cNvPr id="353" name="lumia-token-stream-curve">
            <a:extLst>
              <a:ext uri="{FF2B5EF4-FFF2-40B4-BE49-F238E27FC236}">
                <a16:creationId xmlns:a16="http://schemas.microsoft.com/office/drawing/2014/main" id="{E5759C49-F3B9-4EF1-BBC9-FA1B101F41C8}"/>
              </a:ext>
            </a:extLst>
          </p:cNvPr>
          <p:cNvSpPr>
            <a:spLocks noGrp="1"/>
          </p:cNvSpPr>
          <p:nvPr/>
        </p:nvSpPr>
        <p:spPr>
          <a:xfrm>
            <a:off x="7279374" y="5802697"/>
            <a:ext cx="281640" cy="56401"/>
          </a:xfrm>
          <a:custGeom>
            <a:avLst/>
            <a:gdLst/>
            <a:ahLst/>
            <a:cxnLst/>
            <a:rect l="0" t="0" r="0" b="0"/>
            <a:pathLst>
              <a:path w="281640" h="56401">
                <a:moveTo>
                  <a:pt x="0" y="56401"/>
                </a:moveTo>
                <a:lnTo>
                  <a:pt x="281640" y="0"/>
                </a:lnTo>
              </a:path>
            </a:pathLst>
          </a:custGeom>
          <a:noFill/>
          <a:ln w="7143">
            <a:solidFill>
              <a:srgbClr val="F48919">
                <a:alpha val="7000"/>
              </a:srgbClr>
            </a:solidFill>
            <a:prstDash val="solid"/>
          </a:ln>
        </p:spPr>
      </p:sp>
      <p:sp>
        <p:nvSpPr>
          <p:cNvPr id="354" name="lumia-token-stream-curve">
            <a:extLst>
              <a:ext uri="{FF2B5EF4-FFF2-40B4-BE49-F238E27FC236}">
                <a16:creationId xmlns:a16="http://schemas.microsoft.com/office/drawing/2014/main" id="{2BF9F8EF-B6F9-4EC6-8E2F-3F388092A188}"/>
              </a:ext>
            </a:extLst>
          </p:cNvPr>
          <p:cNvSpPr>
            <a:spLocks noGrp="1"/>
          </p:cNvSpPr>
          <p:nvPr/>
        </p:nvSpPr>
        <p:spPr>
          <a:xfrm>
            <a:off x="7561013" y="5753451"/>
            <a:ext cx="282980" cy="49246"/>
          </a:xfrm>
          <a:custGeom>
            <a:avLst/>
            <a:gdLst/>
            <a:ahLst/>
            <a:cxnLst/>
            <a:rect l="0" t="0" r="0" b="0"/>
            <a:pathLst>
              <a:path w="282980" h="49246">
                <a:moveTo>
                  <a:pt x="0" y="49246"/>
                </a:moveTo>
                <a:lnTo>
                  <a:pt x="282980" y="0"/>
                </a:lnTo>
              </a:path>
            </a:pathLst>
          </a:custGeom>
          <a:noFill/>
          <a:ln w="7318">
            <a:solidFill>
              <a:srgbClr val="F59415">
                <a:alpha val="8000"/>
              </a:srgbClr>
            </a:solidFill>
            <a:prstDash val="solid"/>
          </a:ln>
        </p:spPr>
      </p:sp>
      <p:sp>
        <p:nvSpPr>
          <p:cNvPr id="355" name="lumia-token-stream-curve">
            <a:extLst>
              <a:ext uri="{FF2B5EF4-FFF2-40B4-BE49-F238E27FC236}">
                <a16:creationId xmlns:a16="http://schemas.microsoft.com/office/drawing/2014/main" id="{0BB443F7-AE58-4434-BCE2-1B95165982AB}"/>
              </a:ext>
            </a:extLst>
          </p:cNvPr>
          <p:cNvSpPr>
            <a:spLocks noGrp="1"/>
          </p:cNvSpPr>
          <p:nvPr/>
        </p:nvSpPr>
        <p:spPr>
          <a:xfrm>
            <a:off x="7843993" y="5713890"/>
            <a:ext cx="284235" cy="39561"/>
          </a:xfrm>
          <a:custGeom>
            <a:avLst/>
            <a:gdLst/>
            <a:ahLst/>
            <a:cxnLst/>
            <a:rect l="0" t="0" r="0" b="0"/>
            <a:pathLst>
              <a:path w="284235" h="39561">
                <a:moveTo>
                  <a:pt x="0" y="39561"/>
                </a:moveTo>
                <a:lnTo>
                  <a:pt x="284235" y="0"/>
                </a:lnTo>
              </a:path>
            </a:pathLst>
          </a:custGeom>
          <a:noFill/>
          <a:ln w="7492">
            <a:solidFill>
              <a:srgbClr val="F79E11">
                <a:alpha val="8000"/>
              </a:srgbClr>
            </a:solidFill>
            <a:prstDash val="solid"/>
          </a:ln>
        </p:spPr>
      </p:sp>
      <p:sp>
        <p:nvSpPr>
          <p:cNvPr id="356" name="lumia-token-stream-curve">
            <a:extLst>
              <a:ext uri="{FF2B5EF4-FFF2-40B4-BE49-F238E27FC236}">
                <a16:creationId xmlns:a16="http://schemas.microsoft.com/office/drawing/2014/main" id="{75C7E485-FB1A-42CF-BD0D-555CFD4BFD56}"/>
              </a:ext>
            </a:extLst>
          </p:cNvPr>
          <p:cNvSpPr>
            <a:spLocks noGrp="1"/>
          </p:cNvSpPr>
          <p:nvPr/>
        </p:nvSpPr>
        <p:spPr>
          <a:xfrm>
            <a:off x="8128228" y="5685122"/>
            <a:ext cx="285406" cy="28768"/>
          </a:xfrm>
          <a:custGeom>
            <a:avLst/>
            <a:gdLst/>
            <a:ahLst/>
            <a:cxnLst/>
            <a:rect l="0" t="0" r="0" b="0"/>
            <a:pathLst>
              <a:path w="285406" h="28768">
                <a:moveTo>
                  <a:pt x="0" y="28768"/>
                </a:moveTo>
                <a:lnTo>
                  <a:pt x="285406" y="0"/>
                </a:lnTo>
              </a:path>
            </a:pathLst>
          </a:custGeom>
          <a:noFill/>
          <a:ln w="7666">
            <a:solidFill>
              <a:srgbClr val="F8A90C">
                <a:alpha val="8000"/>
              </a:srgbClr>
            </a:solidFill>
            <a:prstDash val="solid"/>
          </a:ln>
        </p:spPr>
      </p:sp>
      <p:sp>
        <p:nvSpPr>
          <p:cNvPr id="357" name="lumia-token-stream-curve">
            <a:extLst>
              <a:ext uri="{FF2B5EF4-FFF2-40B4-BE49-F238E27FC236}">
                <a16:creationId xmlns:a16="http://schemas.microsoft.com/office/drawing/2014/main" id="{991FE1BA-75EF-4E28-80AE-9DFA5BEB8474}"/>
              </a:ext>
            </a:extLst>
          </p:cNvPr>
          <p:cNvSpPr>
            <a:spLocks noGrp="1"/>
          </p:cNvSpPr>
          <p:nvPr/>
        </p:nvSpPr>
        <p:spPr>
          <a:xfrm>
            <a:off x="8413635" y="5666641"/>
            <a:ext cx="286493" cy="18480"/>
          </a:xfrm>
          <a:custGeom>
            <a:avLst/>
            <a:gdLst/>
            <a:ahLst/>
            <a:cxnLst/>
            <a:rect l="0" t="0" r="0" b="0"/>
            <a:pathLst>
              <a:path w="286493" h="18480">
                <a:moveTo>
                  <a:pt x="0" y="18480"/>
                </a:moveTo>
                <a:lnTo>
                  <a:pt x="286493" y="0"/>
                </a:lnTo>
              </a:path>
            </a:pathLst>
          </a:custGeom>
          <a:noFill/>
          <a:ln w="7837">
            <a:solidFill>
              <a:srgbClr val="FAB408">
                <a:alpha val="8000"/>
              </a:srgbClr>
            </a:solidFill>
            <a:prstDash val="solid"/>
          </a:ln>
        </p:spPr>
      </p:sp>
      <p:sp>
        <p:nvSpPr>
          <p:cNvPr id="358" name="lumia-token-stream-curve">
            <a:extLst>
              <a:ext uri="{FF2B5EF4-FFF2-40B4-BE49-F238E27FC236}">
                <a16:creationId xmlns:a16="http://schemas.microsoft.com/office/drawing/2014/main" id="{A1FDAEC0-67E0-4798-A4A7-4E2CD1510A05}"/>
              </a:ext>
            </a:extLst>
          </p:cNvPr>
          <p:cNvSpPr>
            <a:spLocks noGrp="1"/>
          </p:cNvSpPr>
          <p:nvPr/>
        </p:nvSpPr>
        <p:spPr>
          <a:xfrm>
            <a:off x="8700128" y="5656355"/>
            <a:ext cx="287495" cy="10286"/>
          </a:xfrm>
          <a:custGeom>
            <a:avLst/>
            <a:gdLst/>
            <a:ahLst/>
            <a:cxnLst/>
            <a:rect l="0" t="0" r="0" b="0"/>
            <a:pathLst>
              <a:path w="287495" h="10286">
                <a:moveTo>
                  <a:pt x="0" y="10286"/>
                </a:moveTo>
                <a:lnTo>
                  <a:pt x="287495" y="0"/>
                </a:lnTo>
              </a:path>
            </a:pathLst>
          </a:custGeom>
          <a:noFill/>
          <a:ln w="8004">
            <a:solidFill>
              <a:srgbClr val="F7BC07">
                <a:alpha val="8000"/>
              </a:srgbClr>
            </a:solidFill>
            <a:prstDash val="solid"/>
          </a:ln>
        </p:spPr>
      </p:sp>
      <p:sp>
        <p:nvSpPr>
          <p:cNvPr id="359" name="lumia-token-stream-curve">
            <a:extLst>
              <a:ext uri="{FF2B5EF4-FFF2-40B4-BE49-F238E27FC236}">
                <a16:creationId xmlns:a16="http://schemas.microsoft.com/office/drawing/2014/main" id="{9E27117C-A6FE-4F0F-AB96-0E8ED6B0DCA4}"/>
              </a:ext>
            </a:extLst>
          </p:cNvPr>
          <p:cNvSpPr>
            <a:spLocks noGrp="1"/>
          </p:cNvSpPr>
          <p:nvPr/>
        </p:nvSpPr>
        <p:spPr>
          <a:xfrm>
            <a:off x="8987623" y="5650817"/>
            <a:ext cx="288412" cy="9525"/>
          </a:xfrm>
          <a:custGeom>
            <a:avLst/>
            <a:gdLst/>
            <a:ahLst/>
            <a:cxnLst/>
            <a:rect l="0" t="0" r="0" b="0"/>
            <a:pathLst>
              <a:path w="288412" h="9525">
                <a:moveTo>
                  <a:pt x="0" y="5538"/>
                </a:moveTo>
                <a:lnTo>
                  <a:pt x="288412" y="0"/>
                </a:lnTo>
              </a:path>
            </a:pathLst>
          </a:custGeom>
          <a:noFill/>
          <a:ln w="8164">
            <a:solidFill>
              <a:srgbClr val="E5BA0E">
                <a:alpha val="9000"/>
              </a:srgbClr>
            </a:solidFill>
            <a:prstDash val="solid"/>
          </a:ln>
        </p:spPr>
      </p:sp>
      <p:sp>
        <p:nvSpPr>
          <p:cNvPr id="360" name="lumia-token-stream-curve">
            <a:extLst>
              <a:ext uri="{FF2B5EF4-FFF2-40B4-BE49-F238E27FC236}">
                <a16:creationId xmlns:a16="http://schemas.microsoft.com/office/drawing/2014/main" id="{76F010DF-9912-42F8-902A-FC8B774A9E41}"/>
              </a:ext>
            </a:extLst>
          </p:cNvPr>
          <p:cNvSpPr>
            <a:spLocks noGrp="1"/>
          </p:cNvSpPr>
          <p:nvPr/>
        </p:nvSpPr>
        <p:spPr>
          <a:xfrm>
            <a:off x="9276035" y="5645659"/>
            <a:ext cx="289245" cy="9525"/>
          </a:xfrm>
          <a:custGeom>
            <a:avLst/>
            <a:gdLst/>
            <a:ahLst/>
            <a:cxnLst/>
            <a:rect l="0" t="0" r="0" b="0"/>
            <a:pathLst>
              <a:path w="289245" h="9525">
                <a:moveTo>
                  <a:pt x="0" y="5158"/>
                </a:moveTo>
                <a:lnTo>
                  <a:pt x="289245" y="0"/>
                </a:lnTo>
              </a:path>
            </a:pathLst>
          </a:custGeom>
          <a:noFill/>
          <a:ln w="8318">
            <a:solidFill>
              <a:srgbClr val="D3B815">
                <a:alpha val="9000"/>
              </a:srgbClr>
            </a:solidFill>
            <a:prstDash val="solid"/>
          </a:ln>
        </p:spPr>
      </p:sp>
      <p:sp>
        <p:nvSpPr>
          <p:cNvPr id="361" name="lumia-token-stream-curve">
            <a:extLst>
              <a:ext uri="{FF2B5EF4-FFF2-40B4-BE49-F238E27FC236}">
                <a16:creationId xmlns:a16="http://schemas.microsoft.com/office/drawing/2014/main" id="{D8D09E54-8014-498D-837F-23849457282C}"/>
              </a:ext>
            </a:extLst>
          </p:cNvPr>
          <p:cNvSpPr>
            <a:spLocks noGrp="1"/>
          </p:cNvSpPr>
          <p:nvPr/>
        </p:nvSpPr>
        <p:spPr>
          <a:xfrm>
            <a:off x="9565280" y="5636159"/>
            <a:ext cx="289993" cy="9525"/>
          </a:xfrm>
          <a:custGeom>
            <a:avLst/>
            <a:gdLst/>
            <a:ahLst/>
            <a:cxnLst/>
            <a:rect l="0" t="0" r="0" b="0"/>
            <a:pathLst>
              <a:path w="289993" h="9525">
                <a:moveTo>
                  <a:pt x="0" y="9500"/>
                </a:moveTo>
                <a:lnTo>
                  <a:pt x="289993" y="0"/>
                </a:lnTo>
              </a:path>
            </a:pathLst>
          </a:custGeom>
          <a:noFill/>
          <a:ln w="8462">
            <a:solidFill>
              <a:srgbClr val="C2B61C">
                <a:alpha val="9000"/>
              </a:srgbClr>
            </a:solidFill>
            <a:prstDash val="solid"/>
          </a:ln>
        </p:spPr>
      </p:sp>
      <p:sp>
        <p:nvSpPr>
          <p:cNvPr id="362" name="lumia-token-stream-curve">
            <a:extLst>
              <a:ext uri="{FF2B5EF4-FFF2-40B4-BE49-F238E27FC236}">
                <a16:creationId xmlns:a16="http://schemas.microsoft.com/office/drawing/2014/main" id="{D4796770-D080-45A9-8361-C29426330630}"/>
              </a:ext>
            </a:extLst>
          </p:cNvPr>
          <p:cNvSpPr>
            <a:spLocks noGrp="1"/>
          </p:cNvSpPr>
          <p:nvPr/>
        </p:nvSpPr>
        <p:spPr>
          <a:xfrm>
            <a:off x="9855273" y="5617869"/>
            <a:ext cx="290657" cy="18289"/>
          </a:xfrm>
          <a:custGeom>
            <a:avLst/>
            <a:gdLst/>
            <a:ahLst/>
            <a:cxnLst/>
            <a:rect l="0" t="0" r="0" b="0"/>
            <a:pathLst>
              <a:path w="290657" h="18289">
                <a:moveTo>
                  <a:pt x="0" y="18289"/>
                </a:moveTo>
                <a:lnTo>
                  <a:pt x="290657" y="0"/>
                </a:lnTo>
              </a:path>
            </a:pathLst>
          </a:custGeom>
          <a:noFill/>
          <a:ln w="8595">
            <a:solidFill>
              <a:srgbClr val="B0B422">
                <a:alpha val="9000"/>
              </a:srgbClr>
            </a:solidFill>
            <a:prstDash val="solid"/>
          </a:ln>
        </p:spPr>
      </p:sp>
      <p:sp>
        <p:nvSpPr>
          <p:cNvPr id="363" name="lumia-token-stream-curve">
            <a:extLst>
              <a:ext uri="{FF2B5EF4-FFF2-40B4-BE49-F238E27FC236}">
                <a16:creationId xmlns:a16="http://schemas.microsoft.com/office/drawing/2014/main" id="{53FB24FC-796C-4546-B460-A3E4C3029B8C}"/>
              </a:ext>
            </a:extLst>
          </p:cNvPr>
          <p:cNvSpPr>
            <a:spLocks noGrp="1"/>
          </p:cNvSpPr>
          <p:nvPr/>
        </p:nvSpPr>
        <p:spPr>
          <a:xfrm>
            <a:off x="10145929" y="5587228"/>
            <a:ext cx="291236" cy="30641"/>
          </a:xfrm>
          <a:custGeom>
            <a:avLst/>
            <a:gdLst/>
            <a:ahLst/>
            <a:cxnLst/>
            <a:rect l="0" t="0" r="0" b="0"/>
            <a:pathLst>
              <a:path w="291236" h="30641">
                <a:moveTo>
                  <a:pt x="0" y="30641"/>
                </a:moveTo>
                <a:lnTo>
                  <a:pt x="291236" y="0"/>
                </a:lnTo>
              </a:path>
            </a:pathLst>
          </a:custGeom>
          <a:noFill/>
          <a:ln w="8716">
            <a:solidFill>
              <a:srgbClr val="9EB329">
                <a:alpha val="9000"/>
              </a:srgbClr>
            </a:solidFill>
            <a:prstDash val="solid"/>
          </a:ln>
        </p:spPr>
      </p:sp>
      <p:sp>
        <p:nvSpPr>
          <p:cNvPr id="364" name="lumia-token-stream-curve">
            <a:extLst>
              <a:ext uri="{FF2B5EF4-FFF2-40B4-BE49-F238E27FC236}">
                <a16:creationId xmlns:a16="http://schemas.microsoft.com/office/drawing/2014/main" id="{E12F6D32-BDB4-4DF4-AF33-3805FA691422}"/>
              </a:ext>
            </a:extLst>
          </p:cNvPr>
          <p:cNvSpPr>
            <a:spLocks noGrp="1"/>
          </p:cNvSpPr>
          <p:nvPr/>
        </p:nvSpPr>
        <p:spPr>
          <a:xfrm>
            <a:off x="10437165" y="5542051"/>
            <a:ext cx="291730" cy="45177"/>
          </a:xfrm>
          <a:custGeom>
            <a:avLst/>
            <a:gdLst/>
            <a:ahLst/>
            <a:cxnLst/>
            <a:rect l="0" t="0" r="0" b="0"/>
            <a:pathLst>
              <a:path w="291730" h="45177">
                <a:moveTo>
                  <a:pt x="0" y="45177"/>
                </a:moveTo>
                <a:lnTo>
                  <a:pt x="291730" y="0"/>
                </a:lnTo>
              </a:path>
            </a:pathLst>
          </a:custGeom>
          <a:noFill/>
          <a:ln w="8822">
            <a:solidFill>
              <a:srgbClr val="8CB130">
                <a:alpha val="9000"/>
              </a:srgbClr>
            </a:solidFill>
            <a:prstDash val="solid"/>
          </a:ln>
        </p:spPr>
      </p:sp>
      <p:sp>
        <p:nvSpPr>
          <p:cNvPr id="365" name="lumia-token-stream-curve">
            <a:extLst>
              <a:ext uri="{FF2B5EF4-FFF2-40B4-BE49-F238E27FC236}">
                <a16:creationId xmlns:a16="http://schemas.microsoft.com/office/drawing/2014/main" id="{F5B10C85-14CC-457C-AC4A-DCDED24003C3}"/>
              </a:ext>
            </a:extLst>
          </p:cNvPr>
          <p:cNvSpPr>
            <a:spLocks noGrp="1"/>
          </p:cNvSpPr>
          <p:nvPr/>
        </p:nvSpPr>
        <p:spPr>
          <a:xfrm>
            <a:off x="10728895" y="5481849"/>
            <a:ext cx="292140" cy="60203"/>
          </a:xfrm>
          <a:custGeom>
            <a:avLst/>
            <a:gdLst/>
            <a:ahLst/>
            <a:cxnLst/>
            <a:rect l="0" t="0" r="0" b="0"/>
            <a:pathLst>
              <a:path w="292140" h="60203">
                <a:moveTo>
                  <a:pt x="0" y="60203"/>
                </a:moveTo>
                <a:lnTo>
                  <a:pt x="292140" y="0"/>
                </a:lnTo>
              </a:path>
            </a:pathLst>
          </a:custGeom>
          <a:noFill/>
          <a:ln w="8913">
            <a:solidFill>
              <a:srgbClr val="7BAF37">
                <a:alpha val="9000"/>
              </a:srgbClr>
            </a:solidFill>
            <a:prstDash val="solid"/>
          </a:ln>
        </p:spPr>
      </p:sp>
      <p:sp>
        <p:nvSpPr>
          <p:cNvPr id="366" name="lumia-token-stream-curve">
            <a:extLst>
              <a:ext uri="{FF2B5EF4-FFF2-40B4-BE49-F238E27FC236}">
                <a16:creationId xmlns:a16="http://schemas.microsoft.com/office/drawing/2014/main" id="{8522A2AF-D7A9-4021-9C22-8CB69F190D7E}"/>
              </a:ext>
            </a:extLst>
          </p:cNvPr>
          <p:cNvSpPr>
            <a:spLocks noGrp="1"/>
          </p:cNvSpPr>
          <p:nvPr/>
        </p:nvSpPr>
        <p:spPr>
          <a:xfrm>
            <a:off x="11021035" y="5407908"/>
            <a:ext cx="292465" cy="73940"/>
          </a:xfrm>
          <a:custGeom>
            <a:avLst/>
            <a:gdLst/>
            <a:ahLst/>
            <a:cxnLst/>
            <a:rect l="0" t="0" r="0" b="0"/>
            <a:pathLst>
              <a:path w="292465" h="73940">
                <a:moveTo>
                  <a:pt x="0" y="73940"/>
                </a:moveTo>
                <a:lnTo>
                  <a:pt x="292465" y="0"/>
                </a:lnTo>
              </a:path>
            </a:pathLst>
          </a:custGeom>
          <a:noFill/>
          <a:ln w="8987">
            <a:solidFill>
              <a:srgbClr val="69AD3E">
                <a:alpha val="9000"/>
              </a:srgbClr>
            </a:solidFill>
            <a:prstDash val="solid"/>
          </a:ln>
        </p:spPr>
      </p:sp>
      <p:sp>
        <p:nvSpPr>
          <p:cNvPr id="367" name="lumia-token-stream-curve">
            <a:extLst>
              <a:ext uri="{FF2B5EF4-FFF2-40B4-BE49-F238E27FC236}">
                <a16:creationId xmlns:a16="http://schemas.microsoft.com/office/drawing/2014/main" id="{D2013FCD-5BC2-42CE-9F7C-FFEC34A5FBDA}"/>
              </a:ext>
            </a:extLst>
          </p:cNvPr>
          <p:cNvSpPr>
            <a:spLocks noGrp="1"/>
          </p:cNvSpPr>
          <p:nvPr/>
        </p:nvSpPr>
        <p:spPr>
          <a:xfrm>
            <a:off x="11313500" y="5323133"/>
            <a:ext cx="292706" cy="84776"/>
          </a:xfrm>
          <a:custGeom>
            <a:avLst/>
            <a:gdLst/>
            <a:ahLst/>
            <a:cxnLst/>
            <a:rect l="0" t="0" r="0" b="0"/>
            <a:pathLst>
              <a:path w="292706" h="84776">
                <a:moveTo>
                  <a:pt x="0" y="84776"/>
                </a:moveTo>
                <a:lnTo>
                  <a:pt x="292706" y="0"/>
                </a:lnTo>
              </a:path>
            </a:pathLst>
          </a:custGeom>
          <a:noFill/>
          <a:ln w="9041">
            <a:solidFill>
              <a:srgbClr val="57AC45">
                <a:alpha val="10000"/>
              </a:srgbClr>
            </a:solidFill>
            <a:prstDash val="solid"/>
          </a:ln>
        </p:spPr>
      </p:sp>
      <p:sp>
        <p:nvSpPr>
          <p:cNvPr id="368" name="lumia-token-stream-curve">
            <a:extLst>
              <a:ext uri="{FF2B5EF4-FFF2-40B4-BE49-F238E27FC236}">
                <a16:creationId xmlns:a16="http://schemas.microsoft.com/office/drawing/2014/main" id="{5E1ADD51-6652-4D56-AA0D-8EC23E04EA94}"/>
              </a:ext>
            </a:extLst>
          </p:cNvPr>
          <p:cNvSpPr>
            <a:spLocks noGrp="1"/>
          </p:cNvSpPr>
          <p:nvPr/>
        </p:nvSpPr>
        <p:spPr>
          <a:xfrm>
            <a:off x="11606205" y="5231651"/>
            <a:ext cx="292862" cy="91482"/>
          </a:xfrm>
          <a:custGeom>
            <a:avLst/>
            <a:gdLst/>
            <a:ahLst/>
            <a:cxnLst/>
            <a:rect l="0" t="0" r="0" b="0"/>
            <a:pathLst>
              <a:path w="292862" h="91482">
                <a:moveTo>
                  <a:pt x="0" y="91482"/>
                </a:moveTo>
                <a:lnTo>
                  <a:pt x="292862" y="0"/>
                </a:lnTo>
              </a:path>
            </a:pathLst>
          </a:custGeom>
          <a:noFill/>
          <a:ln w="9075">
            <a:solidFill>
              <a:srgbClr val="46AA4C">
                <a:alpha val="10000"/>
              </a:srgbClr>
            </a:solidFill>
            <a:prstDash val="solid"/>
          </a:ln>
        </p:spPr>
      </p:sp>
      <p:sp>
        <p:nvSpPr>
          <p:cNvPr id="369" name="lumia-token-stream-curve">
            <a:extLst>
              <a:ext uri="{FF2B5EF4-FFF2-40B4-BE49-F238E27FC236}">
                <a16:creationId xmlns:a16="http://schemas.microsoft.com/office/drawing/2014/main" id="{8B5D9E75-A08A-4EC3-9DA4-F351B3D060D1}"/>
              </a:ext>
            </a:extLst>
          </p:cNvPr>
          <p:cNvSpPr>
            <a:spLocks noGrp="1"/>
          </p:cNvSpPr>
          <p:nvPr/>
        </p:nvSpPr>
        <p:spPr>
          <a:xfrm>
            <a:off x="11899067" y="5138256"/>
            <a:ext cx="292933" cy="93394"/>
          </a:xfrm>
          <a:custGeom>
            <a:avLst/>
            <a:gdLst/>
            <a:ahLst/>
            <a:cxnLst/>
            <a:rect l="0" t="0" r="0" b="0"/>
            <a:pathLst>
              <a:path w="292933" h="93394">
                <a:moveTo>
                  <a:pt x="0" y="93394"/>
                </a:moveTo>
                <a:lnTo>
                  <a:pt x="292933" y="0"/>
                </a:lnTo>
              </a:path>
            </a:pathLst>
          </a:custGeom>
          <a:noFill/>
          <a:ln w="9087">
            <a:solidFill>
              <a:srgbClr val="34A853">
                <a:alpha val="10000"/>
              </a:srgbClr>
            </a:solidFill>
            <a:prstDash val="solid"/>
          </a:ln>
        </p:spPr>
      </p:sp>
      <p:sp>
        <p:nvSpPr>
          <p:cNvPr id="370" name="lumia-token-stream-curve">
            <a:extLst>
              <a:ext uri="{FF2B5EF4-FFF2-40B4-BE49-F238E27FC236}">
                <a16:creationId xmlns:a16="http://schemas.microsoft.com/office/drawing/2014/main" id="{47BA84E0-3EEA-42FB-9FDD-DCCEFF0E4F12}"/>
              </a:ext>
            </a:extLst>
          </p:cNvPr>
          <p:cNvSpPr>
            <a:spLocks noGrp="1"/>
          </p:cNvSpPr>
          <p:nvPr/>
        </p:nvSpPr>
        <p:spPr>
          <a:xfrm>
            <a:off x="68887" y="6178265"/>
            <a:ext cx="206258" cy="9525"/>
          </a:xfrm>
          <a:custGeom>
            <a:avLst/>
            <a:gdLst/>
            <a:ahLst/>
            <a:cxnLst/>
            <a:rect l="0" t="0" r="0" b="0"/>
            <a:pathLst>
              <a:path w="206258" h="9525">
                <a:moveTo>
                  <a:pt x="0" y="2452"/>
                </a:moveTo>
                <a:lnTo>
                  <a:pt x="206258" y="0"/>
                </a:lnTo>
              </a:path>
            </a:pathLst>
          </a:custGeom>
          <a:noFill/>
          <a:ln w="6001">
            <a:solidFill>
              <a:srgbClr val="4285F4">
                <a:alpha val="5000"/>
              </a:srgbClr>
            </a:solidFill>
            <a:prstDash val="solid"/>
          </a:ln>
        </p:spPr>
      </p:sp>
      <p:sp>
        <p:nvSpPr>
          <p:cNvPr id="371" name="lumia-token-stream-curve">
            <a:extLst>
              <a:ext uri="{FF2B5EF4-FFF2-40B4-BE49-F238E27FC236}">
                <a16:creationId xmlns:a16="http://schemas.microsoft.com/office/drawing/2014/main" id="{58182D40-0C5F-452B-B5EE-FB795F091287}"/>
              </a:ext>
            </a:extLst>
          </p:cNvPr>
          <p:cNvSpPr>
            <a:spLocks noGrp="1"/>
          </p:cNvSpPr>
          <p:nvPr/>
        </p:nvSpPr>
        <p:spPr>
          <a:xfrm>
            <a:off x="275145" y="6168584"/>
            <a:ext cx="210047" cy="9681"/>
          </a:xfrm>
          <a:custGeom>
            <a:avLst/>
            <a:gdLst/>
            <a:ahLst/>
            <a:cxnLst/>
            <a:rect l="0" t="0" r="0" b="0"/>
            <a:pathLst>
              <a:path w="210047" h="9681">
                <a:moveTo>
                  <a:pt x="0" y="9681"/>
                </a:moveTo>
                <a:lnTo>
                  <a:pt x="210047" y="0"/>
                </a:lnTo>
              </a:path>
            </a:pathLst>
          </a:custGeom>
          <a:noFill/>
          <a:ln w="6001">
            <a:solidFill>
              <a:srgbClr val="447EEC">
                <a:alpha val="5000"/>
              </a:srgbClr>
            </a:solidFill>
            <a:prstDash val="solid"/>
          </a:ln>
        </p:spPr>
      </p:sp>
      <p:sp>
        <p:nvSpPr>
          <p:cNvPr id="372" name="lumia-token-stream-curve">
            <a:extLst>
              <a:ext uri="{FF2B5EF4-FFF2-40B4-BE49-F238E27FC236}">
                <a16:creationId xmlns:a16="http://schemas.microsoft.com/office/drawing/2014/main" id="{14E23F14-4B1C-4B73-B306-FC7992C5AFC3}"/>
              </a:ext>
            </a:extLst>
          </p:cNvPr>
          <p:cNvSpPr>
            <a:spLocks noGrp="1"/>
          </p:cNvSpPr>
          <p:nvPr/>
        </p:nvSpPr>
        <p:spPr>
          <a:xfrm>
            <a:off x="485192" y="6152468"/>
            <a:ext cx="213752" cy="16116"/>
          </a:xfrm>
          <a:custGeom>
            <a:avLst/>
            <a:gdLst/>
            <a:ahLst/>
            <a:cxnLst/>
            <a:rect l="0" t="0" r="0" b="0"/>
            <a:pathLst>
              <a:path w="213752" h="16116">
                <a:moveTo>
                  <a:pt x="0" y="16116"/>
                </a:moveTo>
                <a:lnTo>
                  <a:pt x="213752" y="0"/>
                </a:lnTo>
              </a:path>
            </a:pathLst>
          </a:custGeom>
          <a:noFill/>
          <a:ln w="6001">
            <a:solidFill>
              <a:srgbClr val="4678E3">
                <a:alpha val="5000"/>
              </a:srgbClr>
            </a:solidFill>
            <a:prstDash val="solid"/>
          </a:ln>
        </p:spPr>
      </p:sp>
      <p:sp>
        <p:nvSpPr>
          <p:cNvPr id="373" name="lumia-token-stream-curve">
            <a:extLst>
              <a:ext uri="{FF2B5EF4-FFF2-40B4-BE49-F238E27FC236}">
                <a16:creationId xmlns:a16="http://schemas.microsoft.com/office/drawing/2014/main" id="{713ACC6C-3C35-4E9A-8C9B-D1A73F9B318C}"/>
              </a:ext>
            </a:extLst>
          </p:cNvPr>
          <p:cNvSpPr>
            <a:spLocks noGrp="1"/>
          </p:cNvSpPr>
          <p:nvPr/>
        </p:nvSpPr>
        <p:spPr>
          <a:xfrm>
            <a:off x="698943" y="6131235"/>
            <a:ext cx="217372" cy="21233"/>
          </a:xfrm>
          <a:custGeom>
            <a:avLst/>
            <a:gdLst/>
            <a:ahLst/>
            <a:cxnLst/>
            <a:rect l="0" t="0" r="0" b="0"/>
            <a:pathLst>
              <a:path w="217372" h="21233">
                <a:moveTo>
                  <a:pt x="0" y="21233"/>
                </a:moveTo>
                <a:lnTo>
                  <a:pt x="217372" y="0"/>
                </a:lnTo>
              </a:path>
            </a:pathLst>
          </a:custGeom>
          <a:noFill/>
          <a:ln w="6001">
            <a:solidFill>
              <a:srgbClr val="4871DB">
                <a:alpha val="5000"/>
              </a:srgbClr>
            </a:solidFill>
            <a:prstDash val="solid"/>
          </a:ln>
        </p:spPr>
      </p:sp>
      <p:sp>
        <p:nvSpPr>
          <p:cNvPr id="374" name="lumia-token-stream-curve">
            <a:extLst>
              <a:ext uri="{FF2B5EF4-FFF2-40B4-BE49-F238E27FC236}">
                <a16:creationId xmlns:a16="http://schemas.microsoft.com/office/drawing/2014/main" id="{E22686B4-5B52-4E1F-BC2E-AB51381EF35F}"/>
              </a:ext>
            </a:extLst>
          </p:cNvPr>
          <p:cNvSpPr>
            <a:spLocks noGrp="1"/>
          </p:cNvSpPr>
          <p:nvPr/>
        </p:nvSpPr>
        <p:spPr>
          <a:xfrm>
            <a:off x="916315" y="6106674"/>
            <a:ext cx="220907" cy="24561"/>
          </a:xfrm>
          <a:custGeom>
            <a:avLst/>
            <a:gdLst/>
            <a:ahLst/>
            <a:cxnLst/>
            <a:rect l="0" t="0" r="0" b="0"/>
            <a:pathLst>
              <a:path w="220907" h="24561">
                <a:moveTo>
                  <a:pt x="0" y="24561"/>
                </a:moveTo>
                <a:lnTo>
                  <a:pt x="220907" y="0"/>
                </a:lnTo>
              </a:path>
            </a:pathLst>
          </a:custGeom>
          <a:noFill/>
          <a:ln w="6001">
            <a:solidFill>
              <a:srgbClr val="4A6BD2">
                <a:alpha val="5000"/>
              </a:srgbClr>
            </a:solidFill>
            <a:prstDash val="solid"/>
          </a:ln>
        </p:spPr>
      </p:sp>
      <p:sp>
        <p:nvSpPr>
          <p:cNvPr id="375" name="lumia-token-stream-curve">
            <a:extLst>
              <a:ext uri="{FF2B5EF4-FFF2-40B4-BE49-F238E27FC236}">
                <a16:creationId xmlns:a16="http://schemas.microsoft.com/office/drawing/2014/main" id="{D1F75DAE-AEDD-49FF-BD76-71B985C3DA41}"/>
              </a:ext>
            </a:extLst>
          </p:cNvPr>
          <p:cNvSpPr>
            <a:spLocks noGrp="1"/>
          </p:cNvSpPr>
          <p:nvPr/>
        </p:nvSpPr>
        <p:spPr>
          <a:xfrm>
            <a:off x="1137222" y="6080935"/>
            <a:ext cx="224357" cy="25739"/>
          </a:xfrm>
          <a:custGeom>
            <a:avLst/>
            <a:gdLst/>
            <a:ahLst/>
            <a:cxnLst/>
            <a:rect l="0" t="0" r="0" b="0"/>
            <a:pathLst>
              <a:path w="224357" h="25739">
                <a:moveTo>
                  <a:pt x="0" y="25739"/>
                </a:moveTo>
                <a:lnTo>
                  <a:pt x="224357" y="0"/>
                </a:lnTo>
              </a:path>
            </a:pathLst>
          </a:custGeom>
          <a:noFill/>
          <a:ln w="6001">
            <a:solidFill>
              <a:srgbClr val="4C64CA">
                <a:alpha val="5000"/>
              </a:srgbClr>
            </a:solidFill>
            <a:prstDash val="solid"/>
          </a:ln>
        </p:spPr>
      </p:sp>
      <p:sp>
        <p:nvSpPr>
          <p:cNvPr id="376" name="lumia-token-stream-curve">
            <a:extLst>
              <a:ext uri="{FF2B5EF4-FFF2-40B4-BE49-F238E27FC236}">
                <a16:creationId xmlns:a16="http://schemas.microsoft.com/office/drawing/2014/main" id="{0FE8DA50-D05F-46E2-977A-15AFA5B560DF}"/>
              </a:ext>
            </a:extLst>
          </p:cNvPr>
          <p:cNvSpPr>
            <a:spLocks noGrp="1"/>
          </p:cNvSpPr>
          <p:nvPr/>
        </p:nvSpPr>
        <p:spPr>
          <a:xfrm>
            <a:off x="1361579" y="6056371"/>
            <a:ext cx="227723" cy="24564"/>
          </a:xfrm>
          <a:custGeom>
            <a:avLst/>
            <a:gdLst/>
            <a:ahLst/>
            <a:cxnLst/>
            <a:rect l="0" t="0" r="0" b="0"/>
            <a:pathLst>
              <a:path w="227723" h="24564">
                <a:moveTo>
                  <a:pt x="0" y="24564"/>
                </a:moveTo>
                <a:lnTo>
                  <a:pt x="227723" y="0"/>
                </a:lnTo>
              </a:path>
            </a:pathLst>
          </a:custGeom>
          <a:noFill/>
          <a:ln w="6001">
            <a:solidFill>
              <a:srgbClr val="4E5EC1">
                <a:alpha val="5000"/>
              </a:srgbClr>
            </a:solidFill>
            <a:prstDash val="solid"/>
          </a:ln>
        </p:spPr>
      </p:sp>
      <p:sp>
        <p:nvSpPr>
          <p:cNvPr id="377" name="lumia-token-stream-curve">
            <a:extLst>
              <a:ext uri="{FF2B5EF4-FFF2-40B4-BE49-F238E27FC236}">
                <a16:creationId xmlns:a16="http://schemas.microsoft.com/office/drawing/2014/main" id="{2FD33E7C-DC34-4876-83B5-C0697054402F}"/>
              </a:ext>
            </a:extLst>
          </p:cNvPr>
          <p:cNvSpPr>
            <a:spLocks noGrp="1"/>
          </p:cNvSpPr>
          <p:nvPr/>
        </p:nvSpPr>
        <p:spPr>
          <a:xfrm>
            <a:off x="1589302" y="6035339"/>
            <a:ext cx="231004" cy="21033"/>
          </a:xfrm>
          <a:custGeom>
            <a:avLst/>
            <a:gdLst/>
            <a:ahLst/>
            <a:cxnLst/>
            <a:rect l="0" t="0" r="0" b="0"/>
            <a:pathLst>
              <a:path w="231004" h="21033">
                <a:moveTo>
                  <a:pt x="0" y="21033"/>
                </a:moveTo>
                <a:lnTo>
                  <a:pt x="231004" y="0"/>
                </a:lnTo>
              </a:path>
            </a:pathLst>
          </a:custGeom>
          <a:noFill/>
          <a:ln w="6001">
            <a:solidFill>
              <a:srgbClr val="5057B9">
                <a:alpha val="5000"/>
              </a:srgbClr>
            </a:solidFill>
            <a:prstDash val="solid"/>
          </a:ln>
        </p:spPr>
      </p:sp>
      <p:sp>
        <p:nvSpPr>
          <p:cNvPr id="378" name="lumia-token-stream-curve">
            <a:extLst>
              <a:ext uri="{FF2B5EF4-FFF2-40B4-BE49-F238E27FC236}">
                <a16:creationId xmlns:a16="http://schemas.microsoft.com/office/drawing/2014/main" id="{5EF44D5F-D152-4EDE-A5EE-E2510EBE9305}"/>
              </a:ext>
            </a:extLst>
          </p:cNvPr>
          <p:cNvSpPr>
            <a:spLocks noGrp="1"/>
          </p:cNvSpPr>
          <p:nvPr/>
        </p:nvSpPr>
        <p:spPr>
          <a:xfrm>
            <a:off x="1820306" y="6019971"/>
            <a:ext cx="234200" cy="15368"/>
          </a:xfrm>
          <a:custGeom>
            <a:avLst/>
            <a:gdLst/>
            <a:ahLst/>
            <a:cxnLst/>
            <a:rect l="0" t="0" r="0" b="0"/>
            <a:pathLst>
              <a:path w="234200" h="15368">
                <a:moveTo>
                  <a:pt x="0" y="15368"/>
                </a:moveTo>
                <a:lnTo>
                  <a:pt x="234200" y="0"/>
                </a:lnTo>
              </a:path>
            </a:pathLst>
          </a:custGeom>
          <a:noFill/>
          <a:ln w="6001">
            <a:solidFill>
              <a:srgbClr val="5250B0">
                <a:alpha val="5000"/>
              </a:srgbClr>
            </a:solidFill>
            <a:prstDash val="solid"/>
          </a:ln>
        </p:spPr>
      </p:sp>
      <p:sp>
        <p:nvSpPr>
          <p:cNvPr id="379" name="lumia-token-stream-curve">
            <a:extLst>
              <a:ext uri="{FF2B5EF4-FFF2-40B4-BE49-F238E27FC236}">
                <a16:creationId xmlns:a16="http://schemas.microsoft.com/office/drawing/2014/main" id="{AC4EFEFB-19E9-46AB-9FB9-F41F5FE5FDC4}"/>
              </a:ext>
            </a:extLst>
          </p:cNvPr>
          <p:cNvSpPr>
            <a:spLocks noGrp="1"/>
          </p:cNvSpPr>
          <p:nvPr/>
        </p:nvSpPr>
        <p:spPr>
          <a:xfrm>
            <a:off x="2054506" y="6011950"/>
            <a:ext cx="237311" cy="9525"/>
          </a:xfrm>
          <a:custGeom>
            <a:avLst/>
            <a:gdLst/>
            <a:ahLst/>
            <a:cxnLst/>
            <a:rect l="0" t="0" r="0" b="0"/>
            <a:pathLst>
              <a:path w="237311" h="9525">
                <a:moveTo>
                  <a:pt x="0" y="8021"/>
                </a:moveTo>
                <a:lnTo>
                  <a:pt x="237311" y="0"/>
                </a:lnTo>
              </a:path>
            </a:pathLst>
          </a:custGeom>
          <a:noFill/>
          <a:ln w="6001">
            <a:solidFill>
              <a:srgbClr val="544AA8">
                <a:alpha val="5000"/>
              </a:srgbClr>
            </a:solidFill>
            <a:prstDash val="solid"/>
          </a:ln>
        </p:spPr>
      </p:sp>
      <p:sp>
        <p:nvSpPr>
          <p:cNvPr id="380" name="lumia-token-stream-curve">
            <a:extLst>
              <a:ext uri="{FF2B5EF4-FFF2-40B4-BE49-F238E27FC236}">
                <a16:creationId xmlns:a16="http://schemas.microsoft.com/office/drawing/2014/main" id="{D7C5369D-46CF-4674-9084-53CC7B66026E}"/>
              </a:ext>
            </a:extLst>
          </p:cNvPr>
          <p:cNvSpPr>
            <a:spLocks noGrp="1"/>
          </p:cNvSpPr>
          <p:nvPr/>
        </p:nvSpPr>
        <p:spPr>
          <a:xfrm>
            <a:off x="2291817" y="6011950"/>
            <a:ext cx="240338" cy="9525"/>
          </a:xfrm>
          <a:custGeom>
            <a:avLst/>
            <a:gdLst/>
            <a:ahLst/>
            <a:cxnLst/>
            <a:rect l="0" t="0" r="0" b="0"/>
            <a:pathLst>
              <a:path w="240338" h="9525">
                <a:moveTo>
                  <a:pt x="0" y="0"/>
                </a:moveTo>
                <a:lnTo>
                  <a:pt x="240338" y="344"/>
                </a:lnTo>
              </a:path>
            </a:pathLst>
          </a:custGeom>
          <a:noFill/>
          <a:ln w="6001">
            <a:solidFill>
              <a:srgbClr val="5643A0">
                <a:alpha val="5000"/>
              </a:srgbClr>
            </a:solidFill>
            <a:prstDash val="solid"/>
          </a:ln>
        </p:spPr>
      </p:sp>
      <p:sp>
        <p:nvSpPr>
          <p:cNvPr id="381" name="lumia-token-stream-curve">
            <a:extLst>
              <a:ext uri="{FF2B5EF4-FFF2-40B4-BE49-F238E27FC236}">
                <a16:creationId xmlns:a16="http://schemas.microsoft.com/office/drawing/2014/main" id="{60CB345D-F87A-4A4C-9EAC-989CEDCFA08C}"/>
              </a:ext>
            </a:extLst>
          </p:cNvPr>
          <p:cNvSpPr>
            <a:spLocks noGrp="1"/>
          </p:cNvSpPr>
          <p:nvPr/>
        </p:nvSpPr>
        <p:spPr>
          <a:xfrm>
            <a:off x="2532155" y="6012294"/>
            <a:ext cx="243279" cy="9525"/>
          </a:xfrm>
          <a:custGeom>
            <a:avLst/>
            <a:gdLst/>
            <a:ahLst/>
            <a:cxnLst/>
            <a:rect l="0" t="0" r="0" b="0"/>
            <a:pathLst>
              <a:path w="243279" h="9525">
                <a:moveTo>
                  <a:pt x="0" y="0"/>
                </a:moveTo>
                <a:lnTo>
                  <a:pt x="243279" y="8901"/>
                </a:lnTo>
              </a:path>
            </a:pathLst>
          </a:custGeom>
          <a:noFill/>
          <a:ln w="6001">
            <a:solidFill>
              <a:srgbClr val="583D97">
                <a:alpha val="5000"/>
              </a:srgbClr>
            </a:solidFill>
            <a:prstDash val="solid"/>
          </a:ln>
        </p:spPr>
      </p:sp>
      <p:sp>
        <p:nvSpPr>
          <p:cNvPr id="382" name="lumia-token-stream-curve">
            <a:extLst>
              <a:ext uri="{FF2B5EF4-FFF2-40B4-BE49-F238E27FC236}">
                <a16:creationId xmlns:a16="http://schemas.microsoft.com/office/drawing/2014/main" id="{6592A8CB-1058-4349-B3E1-FEA4C27BDA74}"/>
              </a:ext>
            </a:extLst>
          </p:cNvPr>
          <p:cNvSpPr>
            <a:spLocks noGrp="1"/>
          </p:cNvSpPr>
          <p:nvPr/>
        </p:nvSpPr>
        <p:spPr>
          <a:xfrm>
            <a:off x="2775434" y="6021195"/>
            <a:ext cx="246136" cy="16727"/>
          </a:xfrm>
          <a:custGeom>
            <a:avLst/>
            <a:gdLst/>
            <a:ahLst/>
            <a:cxnLst/>
            <a:rect l="0" t="0" r="0" b="0"/>
            <a:pathLst>
              <a:path w="246136" h="16727">
                <a:moveTo>
                  <a:pt x="0" y="0"/>
                </a:moveTo>
                <a:lnTo>
                  <a:pt x="246136" y="16727"/>
                </a:lnTo>
              </a:path>
            </a:pathLst>
          </a:custGeom>
          <a:noFill/>
          <a:ln w="6001">
            <a:solidFill>
              <a:srgbClr val="623C8F">
                <a:alpha val="5000"/>
              </a:srgbClr>
            </a:solidFill>
            <a:prstDash val="solid"/>
          </a:ln>
        </p:spPr>
      </p:sp>
      <p:sp>
        <p:nvSpPr>
          <p:cNvPr id="383" name="lumia-token-stream-curve">
            <a:extLst>
              <a:ext uri="{FF2B5EF4-FFF2-40B4-BE49-F238E27FC236}">
                <a16:creationId xmlns:a16="http://schemas.microsoft.com/office/drawing/2014/main" id="{1583FA92-0276-4B36-B22B-4C7DBAAE8083}"/>
              </a:ext>
            </a:extLst>
          </p:cNvPr>
          <p:cNvSpPr>
            <a:spLocks noGrp="1"/>
          </p:cNvSpPr>
          <p:nvPr/>
        </p:nvSpPr>
        <p:spPr>
          <a:xfrm>
            <a:off x="3021571" y="6037922"/>
            <a:ext cx="248909" cy="22899"/>
          </a:xfrm>
          <a:custGeom>
            <a:avLst/>
            <a:gdLst/>
            <a:ahLst/>
            <a:cxnLst/>
            <a:rect l="0" t="0" r="0" b="0"/>
            <a:pathLst>
              <a:path w="248909" h="22899">
                <a:moveTo>
                  <a:pt x="0" y="0"/>
                </a:moveTo>
                <a:lnTo>
                  <a:pt x="248909" y="22899"/>
                </a:lnTo>
              </a:path>
            </a:pathLst>
          </a:custGeom>
          <a:noFill/>
          <a:ln w="6001">
            <a:solidFill>
              <a:srgbClr val="6F3C86">
                <a:alpha val="5000"/>
              </a:srgbClr>
            </a:solidFill>
            <a:prstDash val="solid"/>
          </a:ln>
        </p:spPr>
      </p:sp>
      <p:sp>
        <p:nvSpPr>
          <p:cNvPr id="384" name="lumia-token-stream-curve">
            <a:extLst>
              <a:ext uri="{FF2B5EF4-FFF2-40B4-BE49-F238E27FC236}">
                <a16:creationId xmlns:a16="http://schemas.microsoft.com/office/drawing/2014/main" id="{DC57D4CD-959A-47ED-9052-CCF0FABC7BD6}"/>
              </a:ext>
            </a:extLst>
          </p:cNvPr>
          <p:cNvSpPr>
            <a:spLocks noGrp="1"/>
          </p:cNvSpPr>
          <p:nvPr/>
        </p:nvSpPr>
        <p:spPr>
          <a:xfrm>
            <a:off x="3270479" y="6060821"/>
            <a:ext cx="251596" cy="26589"/>
          </a:xfrm>
          <a:custGeom>
            <a:avLst/>
            <a:gdLst/>
            <a:ahLst/>
            <a:cxnLst/>
            <a:rect l="0" t="0" r="0" b="0"/>
            <a:pathLst>
              <a:path w="251596" h="26589">
                <a:moveTo>
                  <a:pt x="0" y="0"/>
                </a:moveTo>
                <a:lnTo>
                  <a:pt x="251596" y="26589"/>
                </a:lnTo>
              </a:path>
            </a:pathLst>
          </a:custGeom>
          <a:noFill/>
          <a:ln w="6001">
            <a:solidFill>
              <a:srgbClr val="7C3D7E">
                <a:alpha val="5000"/>
              </a:srgbClr>
            </a:solidFill>
            <a:prstDash val="solid"/>
          </a:ln>
        </p:spPr>
      </p:sp>
      <p:sp>
        <p:nvSpPr>
          <p:cNvPr id="385" name="lumia-token-stream-curve">
            <a:extLst>
              <a:ext uri="{FF2B5EF4-FFF2-40B4-BE49-F238E27FC236}">
                <a16:creationId xmlns:a16="http://schemas.microsoft.com/office/drawing/2014/main" id="{340C9060-6A62-4298-B4EB-F6D4671471BD}"/>
              </a:ext>
            </a:extLst>
          </p:cNvPr>
          <p:cNvSpPr>
            <a:spLocks noGrp="1"/>
          </p:cNvSpPr>
          <p:nvPr/>
        </p:nvSpPr>
        <p:spPr>
          <a:xfrm>
            <a:off x="3522075" y="6087410"/>
            <a:ext cx="254199" cy="27170"/>
          </a:xfrm>
          <a:custGeom>
            <a:avLst/>
            <a:gdLst/>
            <a:ahLst/>
            <a:cxnLst/>
            <a:rect l="0" t="0" r="0" b="0"/>
            <a:pathLst>
              <a:path w="254199" h="27170">
                <a:moveTo>
                  <a:pt x="0" y="0"/>
                </a:moveTo>
                <a:lnTo>
                  <a:pt x="254199" y="27170"/>
                </a:lnTo>
              </a:path>
            </a:pathLst>
          </a:custGeom>
          <a:noFill/>
          <a:ln w="6001">
            <a:solidFill>
              <a:srgbClr val="893E75">
                <a:alpha val="5000"/>
              </a:srgbClr>
            </a:solidFill>
            <a:prstDash val="solid"/>
          </a:ln>
        </p:spPr>
      </p:sp>
      <p:sp>
        <p:nvSpPr>
          <p:cNvPr id="386" name="lumia-token-stream-curve">
            <a:extLst>
              <a:ext uri="{FF2B5EF4-FFF2-40B4-BE49-F238E27FC236}">
                <a16:creationId xmlns:a16="http://schemas.microsoft.com/office/drawing/2014/main" id="{FDE1BBB8-97C2-42F3-A914-E1B9D34453F6}"/>
              </a:ext>
            </a:extLst>
          </p:cNvPr>
          <p:cNvSpPr>
            <a:spLocks noGrp="1"/>
          </p:cNvSpPr>
          <p:nvPr/>
        </p:nvSpPr>
        <p:spPr>
          <a:xfrm>
            <a:off x="3776274" y="6114580"/>
            <a:ext cx="256717" cy="24306"/>
          </a:xfrm>
          <a:custGeom>
            <a:avLst/>
            <a:gdLst/>
            <a:ahLst/>
            <a:cxnLst/>
            <a:rect l="0" t="0" r="0" b="0"/>
            <a:pathLst>
              <a:path w="256717" h="24306">
                <a:moveTo>
                  <a:pt x="0" y="0"/>
                </a:moveTo>
                <a:lnTo>
                  <a:pt x="256717" y="24306"/>
                </a:lnTo>
              </a:path>
            </a:pathLst>
          </a:custGeom>
          <a:noFill/>
          <a:ln w="6002">
            <a:solidFill>
              <a:srgbClr val="963E6C">
                <a:alpha val="6000"/>
              </a:srgbClr>
            </a:solidFill>
            <a:prstDash val="solid"/>
          </a:ln>
        </p:spPr>
      </p:sp>
      <p:sp>
        <p:nvSpPr>
          <p:cNvPr id="387" name="lumia-token-stream-curve">
            <a:extLst>
              <a:ext uri="{FF2B5EF4-FFF2-40B4-BE49-F238E27FC236}">
                <a16:creationId xmlns:a16="http://schemas.microsoft.com/office/drawing/2014/main" id="{7A21F310-8395-4ACC-979E-3D0BE5D2E9D1}"/>
              </a:ext>
            </a:extLst>
          </p:cNvPr>
          <p:cNvSpPr>
            <a:spLocks noGrp="1"/>
          </p:cNvSpPr>
          <p:nvPr/>
        </p:nvSpPr>
        <p:spPr>
          <a:xfrm>
            <a:off x="4032991" y="6138886"/>
            <a:ext cx="259150" cy="18014"/>
          </a:xfrm>
          <a:custGeom>
            <a:avLst/>
            <a:gdLst/>
            <a:ahLst/>
            <a:cxnLst/>
            <a:rect l="0" t="0" r="0" b="0"/>
            <a:pathLst>
              <a:path w="259150" h="18014">
                <a:moveTo>
                  <a:pt x="0" y="0"/>
                </a:moveTo>
                <a:lnTo>
                  <a:pt x="259150" y="18014"/>
                </a:lnTo>
              </a:path>
            </a:pathLst>
          </a:custGeom>
          <a:noFill/>
          <a:ln w="6020">
            <a:solidFill>
              <a:srgbClr val="A33F64">
                <a:alpha val="6000"/>
              </a:srgbClr>
            </a:solidFill>
            <a:prstDash val="solid"/>
          </a:ln>
        </p:spPr>
      </p:sp>
      <p:sp>
        <p:nvSpPr>
          <p:cNvPr id="388" name="lumia-token-stream-curve">
            <a:extLst>
              <a:ext uri="{FF2B5EF4-FFF2-40B4-BE49-F238E27FC236}">
                <a16:creationId xmlns:a16="http://schemas.microsoft.com/office/drawing/2014/main" id="{E98A96AC-D021-4BFA-8D51-1493B68F0760}"/>
              </a:ext>
            </a:extLst>
          </p:cNvPr>
          <p:cNvSpPr>
            <a:spLocks noGrp="1"/>
          </p:cNvSpPr>
          <p:nvPr/>
        </p:nvSpPr>
        <p:spPr>
          <a:xfrm>
            <a:off x="4292140" y="6156901"/>
            <a:ext cx="261498" cy="9525"/>
          </a:xfrm>
          <a:custGeom>
            <a:avLst/>
            <a:gdLst/>
            <a:ahLst/>
            <a:cxnLst/>
            <a:rect l="0" t="0" r="0" b="0"/>
            <a:pathLst>
              <a:path w="261498" h="9525">
                <a:moveTo>
                  <a:pt x="0" y="0"/>
                </a:moveTo>
                <a:lnTo>
                  <a:pt x="261498" y="8696"/>
                </a:lnTo>
              </a:path>
            </a:pathLst>
          </a:custGeom>
          <a:noFill/>
          <a:ln w="6061">
            <a:solidFill>
              <a:srgbClr val="B0405B">
                <a:alpha val="6000"/>
              </a:srgbClr>
            </a:solidFill>
            <a:prstDash val="solid"/>
          </a:ln>
        </p:spPr>
      </p:sp>
      <p:sp>
        <p:nvSpPr>
          <p:cNvPr id="389" name="lumia-token-stream-curve">
            <a:extLst>
              <a:ext uri="{FF2B5EF4-FFF2-40B4-BE49-F238E27FC236}">
                <a16:creationId xmlns:a16="http://schemas.microsoft.com/office/drawing/2014/main" id="{9563B076-B43E-498B-9CC3-1EDDE8F02ACB}"/>
              </a:ext>
            </a:extLst>
          </p:cNvPr>
          <p:cNvSpPr>
            <a:spLocks noGrp="1"/>
          </p:cNvSpPr>
          <p:nvPr/>
        </p:nvSpPr>
        <p:spPr>
          <a:xfrm>
            <a:off x="4553639" y="6162717"/>
            <a:ext cx="263762" cy="9525"/>
          </a:xfrm>
          <a:custGeom>
            <a:avLst/>
            <a:gdLst/>
            <a:ahLst/>
            <a:cxnLst/>
            <a:rect l="0" t="0" r="0" b="0"/>
            <a:pathLst>
              <a:path w="263762" h="9525">
                <a:moveTo>
                  <a:pt x="0" y="2879"/>
                </a:moveTo>
                <a:lnTo>
                  <a:pt x="263762" y="0"/>
                </a:lnTo>
              </a:path>
            </a:pathLst>
          </a:custGeom>
          <a:noFill/>
          <a:ln w="6124">
            <a:solidFill>
              <a:srgbClr val="BD4153">
                <a:alpha val="6000"/>
              </a:srgbClr>
            </a:solidFill>
            <a:prstDash val="solid"/>
          </a:ln>
        </p:spPr>
      </p:sp>
      <p:sp>
        <p:nvSpPr>
          <p:cNvPr id="390" name="lumia-token-stream-curve">
            <a:extLst>
              <a:ext uri="{FF2B5EF4-FFF2-40B4-BE49-F238E27FC236}">
                <a16:creationId xmlns:a16="http://schemas.microsoft.com/office/drawing/2014/main" id="{C19867D4-4F27-4824-9A26-D8970475C400}"/>
              </a:ext>
            </a:extLst>
          </p:cNvPr>
          <p:cNvSpPr>
            <a:spLocks noGrp="1"/>
          </p:cNvSpPr>
          <p:nvPr/>
        </p:nvSpPr>
        <p:spPr>
          <a:xfrm>
            <a:off x="4817400" y="6147078"/>
            <a:ext cx="265941" cy="15639"/>
          </a:xfrm>
          <a:custGeom>
            <a:avLst/>
            <a:gdLst/>
            <a:ahLst/>
            <a:cxnLst/>
            <a:rect l="0" t="0" r="0" b="0"/>
            <a:pathLst>
              <a:path w="265941" h="15639">
                <a:moveTo>
                  <a:pt x="0" y="15639"/>
                </a:moveTo>
                <a:lnTo>
                  <a:pt x="265941" y="0"/>
                </a:lnTo>
              </a:path>
            </a:pathLst>
          </a:custGeom>
          <a:noFill/>
          <a:ln w="6207">
            <a:solidFill>
              <a:srgbClr val="CA414A">
                <a:alpha val="6000"/>
              </a:srgbClr>
            </a:solidFill>
            <a:prstDash val="solid"/>
          </a:ln>
        </p:spPr>
      </p:sp>
      <p:sp>
        <p:nvSpPr>
          <p:cNvPr id="391" name="lumia-token-stream-curve">
            <a:extLst>
              <a:ext uri="{FF2B5EF4-FFF2-40B4-BE49-F238E27FC236}">
                <a16:creationId xmlns:a16="http://schemas.microsoft.com/office/drawing/2014/main" id="{5C3363BE-59A2-45D3-989F-BCCAD1F7EDC8}"/>
              </a:ext>
            </a:extLst>
          </p:cNvPr>
          <p:cNvSpPr>
            <a:spLocks noGrp="1"/>
          </p:cNvSpPr>
          <p:nvPr/>
        </p:nvSpPr>
        <p:spPr>
          <a:xfrm>
            <a:off x="5083341" y="6118766"/>
            <a:ext cx="268035" cy="28312"/>
          </a:xfrm>
          <a:custGeom>
            <a:avLst/>
            <a:gdLst/>
            <a:ahLst/>
            <a:cxnLst/>
            <a:rect l="0" t="0" r="0" b="0"/>
            <a:pathLst>
              <a:path w="268035" h="28312">
                <a:moveTo>
                  <a:pt x="0" y="28312"/>
                </a:moveTo>
                <a:lnTo>
                  <a:pt x="268035" y="0"/>
                </a:lnTo>
              </a:path>
            </a:pathLst>
          </a:custGeom>
          <a:noFill/>
          <a:ln w="6307">
            <a:solidFill>
              <a:srgbClr val="D74242">
                <a:alpha val="6000"/>
              </a:srgbClr>
            </a:solidFill>
            <a:prstDash val="solid"/>
          </a:ln>
        </p:spPr>
      </p:sp>
      <p:sp>
        <p:nvSpPr>
          <p:cNvPr id="392" name="lumia-token-stream-curve">
            <a:extLst>
              <a:ext uri="{FF2B5EF4-FFF2-40B4-BE49-F238E27FC236}">
                <a16:creationId xmlns:a16="http://schemas.microsoft.com/office/drawing/2014/main" id="{A313E068-F254-4CEB-8106-1A92724F9068}"/>
              </a:ext>
            </a:extLst>
          </p:cNvPr>
          <p:cNvSpPr>
            <a:spLocks noGrp="1"/>
          </p:cNvSpPr>
          <p:nvPr/>
        </p:nvSpPr>
        <p:spPr>
          <a:xfrm>
            <a:off x="5351375" y="6079197"/>
            <a:ext cx="270044" cy="39569"/>
          </a:xfrm>
          <a:custGeom>
            <a:avLst/>
            <a:gdLst/>
            <a:ahLst/>
            <a:cxnLst/>
            <a:rect l="0" t="0" r="0" b="0"/>
            <a:pathLst>
              <a:path w="270044" h="39569">
                <a:moveTo>
                  <a:pt x="0" y="39569"/>
                </a:moveTo>
                <a:lnTo>
                  <a:pt x="270044" y="0"/>
                </a:lnTo>
              </a:path>
            </a:pathLst>
          </a:custGeom>
          <a:noFill/>
          <a:ln w="6424">
            <a:solidFill>
              <a:srgbClr val="E44339">
                <a:alpha val="7000"/>
              </a:srgbClr>
            </a:solidFill>
            <a:prstDash val="solid"/>
          </a:ln>
        </p:spPr>
      </p:sp>
      <p:sp>
        <p:nvSpPr>
          <p:cNvPr id="393" name="lumia-token-stream-curve">
            <a:extLst>
              <a:ext uri="{FF2B5EF4-FFF2-40B4-BE49-F238E27FC236}">
                <a16:creationId xmlns:a16="http://schemas.microsoft.com/office/drawing/2014/main" id="{1BF24DDA-37C8-4065-B585-4B5BCEC81CDF}"/>
              </a:ext>
            </a:extLst>
          </p:cNvPr>
          <p:cNvSpPr>
            <a:spLocks noGrp="1"/>
          </p:cNvSpPr>
          <p:nvPr/>
        </p:nvSpPr>
        <p:spPr>
          <a:xfrm>
            <a:off x="5621419" y="6031012"/>
            <a:ext cx="271968" cy="48185"/>
          </a:xfrm>
          <a:custGeom>
            <a:avLst/>
            <a:gdLst/>
            <a:ahLst/>
            <a:cxnLst/>
            <a:rect l="0" t="0" r="0" b="0"/>
            <a:pathLst>
              <a:path w="271968" h="48185">
                <a:moveTo>
                  <a:pt x="0" y="48185"/>
                </a:moveTo>
                <a:lnTo>
                  <a:pt x="271968" y="0"/>
                </a:lnTo>
              </a:path>
            </a:pathLst>
          </a:custGeom>
          <a:noFill/>
          <a:ln w="6555">
            <a:solidFill>
              <a:srgbClr val="EB4833">
                <a:alpha val="7000"/>
              </a:srgbClr>
            </a:solidFill>
            <a:prstDash val="solid"/>
          </a:ln>
        </p:spPr>
      </p:sp>
      <p:sp>
        <p:nvSpPr>
          <p:cNvPr id="394" name="lumia-token-stream-curve">
            <a:extLst>
              <a:ext uri="{FF2B5EF4-FFF2-40B4-BE49-F238E27FC236}">
                <a16:creationId xmlns:a16="http://schemas.microsoft.com/office/drawing/2014/main" id="{257B23D4-828A-4F2A-9598-D61CED9E2219}"/>
              </a:ext>
            </a:extLst>
          </p:cNvPr>
          <p:cNvSpPr>
            <a:spLocks noGrp="1"/>
          </p:cNvSpPr>
          <p:nvPr/>
        </p:nvSpPr>
        <p:spPr>
          <a:xfrm>
            <a:off x="5893387" y="5977815"/>
            <a:ext cx="273808" cy="53197"/>
          </a:xfrm>
          <a:custGeom>
            <a:avLst/>
            <a:gdLst/>
            <a:ahLst/>
            <a:cxnLst/>
            <a:rect l="0" t="0" r="0" b="0"/>
            <a:pathLst>
              <a:path w="273808" h="53197">
                <a:moveTo>
                  <a:pt x="0" y="53197"/>
                </a:moveTo>
                <a:lnTo>
                  <a:pt x="273808" y="0"/>
                </a:lnTo>
              </a:path>
            </a:pathLst>
          </a:custGeom>
          <a:noFill/>
          <a:ln w="6698">
            <a:solidFill>
              <a:srgbClr val="EC532F">
                <a:alpha val="7000"/>
              </a:srgbClr>
            </a:solidFill>
            <a:prstDash val="solid"/>
          </a:ln>
        </p:spPr>
      </p:sp>
      <p:sp>
        <p:nvSpPr>
          <p:cNvPr id="395" name="lumia-token-stream-curve">
            <a:extLst>
              <a:ext uri="{FF2B5EF4-FFF2-40B4-BE49-F238E27FC236}">
                <a16:creationId xmlns:a16="http://schemas.microsoft.com/office/drawing/2014/main" id="{76F3EF7A-6701-46A3-A9BE-B8C6561FEB01}"/>
              </a:ext>
            </a:extLst>
          </p:cNvPr>
          <p:cNvSpPr>
            <a:spLocks noGrp="1"/>
          </p:cNvSpPr>
          <p:nvPr/>
        </p:nvSpPr>
        <p:spPr>
          <a:xfrm>
            <a:off x="6167195" y="5923772"/>
            <a:ext cx="275563" cy="54043"/>
          </a:xfrm>
          <a:custGeom>
            <a:avLst/>
            <a:gdLst/>
            <a:ahLst/>
            <a:cxnLst/>
            <a:rect l="0" t="0" r="0" b="0"/>
            <a:pathLst>
              <a:path w="275563" h="54043">
                <a:moveTo>
                  <a:pt x="0" y="54043"/>
                </a:moveTo>
                <a:lnTo>
                  <a:pt x="275563" y="0"/>
                </a:lnTo>
              </a:path>
            </a:pathLst>
          </a:custGeom>
          <a:noFill/>
          <a:ln w="6853">
            <a:solidFill>
              <a:srgbClr val="EE5E2A">
                <a:alpha val="7000"/>
              </a:srgbClr>
            </a:solidFill>
            <a:prstDash val="solid"/>
          </a:ln>
        </p:spPr>
      </p:sp>
      <p:sp>
        <p:nvSpPr>
          <p:cNvPr id="396" name="lumia-token-stream-curve">
            <a:extLst>
              <a:ext uri="{FF2B5EF4-FFF2-40B4-BE49-F238E27FC236}">
                <a16:creationId xmlns:a16="http://schemas.microsoft.com/office/drawing/2014/main" id="{E6EAE737-017E-4A1F-8694-1617A4B5A7FD}"/>
              </a:ext>
            </a:extLst>
          </p:cNvPr>
          <p:cNvSpPr>
            <a:spLocks noGrp="1"/>
          </p:cNvSpPr>
          <p:nvPr/>
        </p:nvSpPr>
        <p:spPr>
          <a:xfrm>
            <a:off x="6442758" y="5873115"/>
            <a:ext cx="277233" cy="50657"/>
          </a:xfrm>
          <a:custGeom>
            <a:avLst/>
            <a:gdLst/>
            <a:ahLst/>
            <a:cxnLst/>
            <a:rect l="0" t="0" r="0" b="0"/>
            <a:pathLst>
              <a:path w="277233" h="50657">
                <a:moveTo>
                  <a:pt x="0" y="50657"/>
                </a:moveTo>
                <a:lnTo>
                  <a:pt x="277233" y="0"/>
                </a:lnTo>
              </a:path>
            </a:pathLst>
          </a:custGeom>
          <a:noFill/>
          <a:ln w="7017">
            <a:solidFill>
              <a:srgbClr val="EF6926">
                <a:alpha val="8000"/>
              </a:srgbClr>
            </a:solidFill>
            <a:prstDash val="solid"/>
          </a:ln>
        </p:spPr>
      </p:sp>
      <p:sp>
        <p:nvSpPr>
          <p:cNvPr id="397" name="lumia-token-stream-curve">
            <a:extLst>
              <a:ext uri="{FF2B5EF4-FFF2-40B4-BE49-F238E27FC236}">
                <a16:creationId xmlns:a16="http://schemas.microsoft.com/office/drawing/2014/main" id="{CE1E246D-D50A-4B3B-890E-649079E1574B}"/>
              </a:ext>
            </a:extLst>
          </p:cNvPr>
          <p:cNvSpPr>
            <a:spLocks noGrp="1"/>
          </p:cNvSpPr>
          <p:nvPr/>
        </p:nvSpPr>
        <p:spPr>
          <a:xfrm>
            <a:off x="6719991" y="5829611"/>
            <a:ext cx="278818" cy="43505"/>
          </a:xfrm>
          <a:custGeom>
            <a:avLst/>
            <a:gdLst/>
            <a:ahLst/>
            <a:cxnLst/>
            <a:rect l="0" t="0" r="0" b="0"/>
            <a:pathLst>
              <a:path w="278818" h="43505">
                <a:moveTo>
                  <a:pt x="0" y="43505"/>
                </a:moveTo>
                <a:lnTo>
                  <a:pt x="278818" y="0"/>
                </a:lnTo>
              </a:path>
            </a:pathLst>
          </a:custGeom>
          <a:noFill/>
          <a:ln w="7189">
            <a:solidFill>
              <a:srgbClr val="F17322">
                <a:alpha val="8000"/>
              </a:srgbClr>
            </a:solidFill>
            <a:prstDash val="solid"/>
          </a:ln>
        </p:spPr>
      </p:sp>
      <p:sp>
        <p:nvSpPr>
          <p:cNvPr id="398" name="lumia-token-stream-curve">
            <a:extLst>
              <a:ext uri="{FF2B5EF4-FFF2-40B4-BE49-F238E27FC236}">
                <a16:creationId xmlns:a16="http://schemas.microsoft.com/office/drawing/2014/main" id="{320E1BDF-0BF4-4DC1-9AE6-2D0BC15AD12C}"/>
              </a:ext>
            </a:extLst>
          </p:cNvPr>
          <p:cNvSpPr>
            <a:spLocks noGrp="1"/>
          </p:cNvSpPr>
          <p:nvPr/>
        </p:nvSpPr>
        <p:spPr>
          <a:xfrm>
            <a:off x="6998810" y="5796058"/>
            <a:ext cx="280319" cy="33552"/>
          </a:xfrm>
          <a:custGeom>
            <a:avLst/>
            <a:gdLst/>
            <a:ahLst/>
            <a:cxnLst/>
            <a:rect l="0" t="0" r="0" b="0"/>
            <a:pathLst>
              <a:path w="280319" h="33552">
                <a:moveTo>
                  <a:pt x="0" y="33552"/>
                </a:moveTo>
                <a:lnTo>
                  <a:pt x="280319" y="0"/>
                </a:lnTo>
              </a:path>
            </a:pathLst>
          </a:custGeom>
          <a:noFill/>
          <a:ln w="7366">
            <a:solidFill>
              <a:srgbClr val="F27E1E">
                <a:alpha val="8000"/>
              </a:srgbClr>
            </a:solidFill>
            <a:prstDash val="solid"/>
          </a:ln>
        </p:spPr>
      </p:sp>
      <p:sp>
        <p:nvSpPr>
          <p:cNvPr id="399" name="lumia-token-stream-curve">
            <a:extLst>
              <a:ext uri="{FF2B5EF4-FFF2-40B4-BE49-F238E27FC236}">
                <a16:creationId xmlns:a16="http://schemas.microsoft.com/office/drawing/2014/main" id="{837DAD8D-2B82-42DA-ABFE-504C6BFAD057}"/>
              </a:ext>
            </a:extLst>
          </p:cNvPr>
          <p:cNvSpPr>
            <a:spLocks noGrp="1"/>
          </p:cNvSpPr>
          <p:nvPr/>
        </p:nvSpPr>
        <p:spPr>
          <a:xfrm>
            <a:off x="7279129" y="5773896"/>
            <a:ext cx="281735" cy="22163"/>
          </a:xfrm>
          <a:custGeom>
            <a:avLst/>
            <a:gdLst/>
            <a:ahLst/>
            <a:cxnLst/>
            <a:rect l="0" t="0" r="0" b="0"/>
            <a:pathLst>
              <a:path w="281735" h="22163">
                <a:moveTo>
                  <a:pt x="0" y="22163"/>
                </a:moveTo>
                <a:lnTo>
                  <a:pt x="281735" y="0"/>
                </a:lnTo>
              </a:path>
            </a:pathLst>
          </a:custGeom>
          <a:noFill/>
          <a:ln w="7548">
            <a:solidFill>
              <a:srgbClr val="F48919">
                <a:alpha val="8000"/>
              </a:srgbClr>
            </a:solidFill>
            <a:prstDash val="solid"/>
          </a:ln>
        </p:spPr>
      </p:sp>
      <p:sp>
        <p:nvSpPr>
          <p:cNvPr id="400" name="lumia-token-stream-curve">
            <a:extLst>
              <a:ext uri="{FF2B5EF4-FFF2-40B4-BE49-F238E27FC236}">
                <a16:creationId xmlns:a16="http://schemas.microsoft.com/office/drawing/2014/main" id="{AEE8E787-8CD8-4588-B97D-B72F183BB6BB}"/>
              </a:ext>
            </a:extLst>
          </p:cNvPr>
          <p:cNvSpPr>
            <a:spLocks noGrp="1"/>
          </p:cNvSpPr>
          <p:nvPr/>
        </p:nvSpPr>
        <p:spPr>
          <a:xfrm>
            <a:off x="7560864" y="5762956"/>
            <a:ext cx="283066" cy="10939"/>
          </a:xfrm>
          <a:custGeom>
            <a:avLst/>
            <a:gdLst/>
            <a:ahLst/>
            <a:cxnLst/>
            <a:rect l="0" t="0" r="0" b="0"/>
            <a:pathLst>
              <a:path w="283066" h="10939">
                <a:moveTo>
                  <a:pt x="0" y="10939"/>
                </a:moveTo>
                <a:lnTo>
                  <a:pt x="283066" y="0"/>
                </a:lnTo>
              </a:path>
            </a:pathLst>
          </a:custGeom>
          <a:noFill/>
          <a:ln w="7732">
            <a:solidFill>
              <a:srgbClr val="F59415">
                <a:alpha val="9000"/>
              </a:srgbClr>
            </a:solidFill>
            <a:prstDash val="solid"/>
          </a:ln>
        </p:spPr>
      </p:sp>
      <p:sp>
        <p:nvSpPr>
          <p:cNvPr id="401" name="lumia-token-stream-curve">
            <a:extLst>
              <a:ext uri="{FF2B5EF4-FFF2-40B4-BE49-F238E27FC236}">
                <a16:creationId xmlns:a16="http://schemas.microsoft.com/office/drawing/2014/main" id="{EC3FFAE9-4F6D-48BB-99CD-DCB7DFFF5326}"/>
              </a:ext>
            </a:extLst>
          </p:cNvPr>
          <p:cNvSpPr>
            <a:spLocks noGrp="1"/>
          </p:cNvSpPr>
          <p:nvPr/>
        </p:nvSpPr>
        <p:spPr>
          <a:xfrm>
            <a:off x="7843930" y="5761436"/>
            <a:ext cx="284312" cy="9525"/>
          </a:xfrm>
          <a:custGeom>
            <a:avLst/>
            <a:gdLst/>
            <a:ahLst/>
            <a:cxnLst/>
            <a:rect l="0" t="0" r="0" b="0"/>
            <a:pathLst>
              <a:path w="284312" h="9525">
                <a:moveTo>
                  <a:pt x="0" y="1520"/>
                </a:moveTo>
                <a:lnTo>
                  <a:pt x="284312" y="0"/>
                </a:lnTo>
              </a:path>
            </a:pathLst>
          </a:custGeom>
          <a:noFill/>
          <a:ln w="7916">
            <a:solidFill>
              <a:srgbClr val="F79E11">
                <a:alpha val="9000"/>
              </a:srgbClr>
            </a:solidFill>
            <a:prstDash val="solid"/>
          </a:ln>
        </p:spPr>
      </p:sp>
      <p:sp>
        <p:nvSpPr>
          <p:cNvPr id="402" name="lumia-token-stream-curve">
            <a:extLst>
              <a:ext uri="{FF2B5EF4-FFF2-40B4-BE49-F238E27FC236}">
                <a16:creationId xmlns:a16="http://schemas.microsoft.com/office/drawing/2014/main" id="{87A14CDC-ADBA-449C-A800-4B99CF2ECE08}"/>
              </a:ext>
            </a:extLst>
          </p:cNvPr>
          <p:cNvSpPr>
            <a:spLocks noGrp="1"/>
          </p:cNvSpPr>
          <p:nvPr/>
        </p:nvSpPr>
        <p:spPr>
          <a:xfrm>
            <a:off x="8128242" y="5761436"/>
            <a:ext cx="285474" cy="9525"/>
          </a:xfrm>
          <a:custGeom>
            <a:avLst/>
            <a:gdLst/>
            <a:ahLst/>
            <a:cxnLst/>
            <a:rect l="0" t="0" r="0" b="0"/>
            <a:pathLst>
              <a:path w="285474" h="9525">
                <a:moveTo>
                  <a:pt x="0" y="0"/>
                </a:moveTo>
                <a:lnTo>
                  <a:pt x="285474" y="4638"/>
                </a:lnTo>
              </a:path>
            </a:pathLst>
          </a:custGeom>
          <a:noFill/>
          <a:ln w="8100">
            <a:solidFill>
              <a:srgbClr val="F8A90C">
                <a:alpha val="9000"/>
              </a:srgbClr>
            </a:solidFill>
            <a:prstDash val="solid"/>
          </a:ln>
        </p:spPr>
      </p:sp>
      <p:sp>
        <p:nvSpPr>
          <p:cNvPr id="403" name="lumia-token-stream-curve">
            <a:extLst>
              <a:ext uri="{FF2B5EF4-FFF2-40B4-BE49-F238E27FC236}">
                <a16:creationId xmlns:a16="http://schemas.microsoft.com/office/drawing/2014/main" id="{414AC6E4-8B33-4FBD-B359-A6C9ED8AB2E4}"/>
              </a:ext>
            </a:extLst>
          </p:cNvPr>
          <p:cNvSpPr>
            <a:spLocks noGrp="1"/>
          </p:cNvSpPr>
          <p:nvPr/>
        </p:nvSpPr>
        <p:spPr>
          <a:xfrm>
            <a:off x="8413716" y="5766073"/>
            <a:ext cx="286550" cy="9525"/>
          </a:xfrm>
          <a:custGeom>
            <a:avLst/>
            <a:gdLst/>
            <a:ahLst/>
            <a:cxnLst/>
            <a:rect l="0" t="0" r="0" b="0"/>
            <a:pathLst>
              <a:path w="286550" h="9525">
                <a:moveTo>
                  <a:pt x="0" y="0"/>
                </a:moveTo>
                <a:lnTo>
                  <a:pt x="286550" y="6460"/>
                </a:lnTo>
              </a:path>
            </a:pathLst>
          </a:custGeom>
          <a:noFill/>
          <a:ln w="8280">
            <a:solidFill>
              <a:srgbClr val="FAB408">
                <a:alpha val="9000"/>
              </a:srgbClr>
            </a:solidFill>
            <a:prstDash val="solid"/>
          </a:ln>
        </p:spPr>
      </p:sp>
      <p:sp>
        <p:nvSpPr>
          <p:cNvPr id="404" name="lumia-token-stream-curve">
            <a:extLst>
              <a:ext uri="{FF2B5EF4-FFF2-40B4-BE49-F238E27FC236}">
                <a16:creationId xmlns:a16="http://schemas.microsoft.com/office/drawing/2014/main" id="{0E999DE6-C94F-4467-A73D-FA89DF36176C}"/>
              </a:ext>
            </a:extLst>
          </p:cNvPr>
          <p:cNvSpPr>
            <a:spLocks noGrp="1"/>
          </p:cNvSpPr>
          <p:nvPr/>
        </p:nvSpPr>
        <p:spPr>
          <a:xfrm>
            <a:off x="8700266" y="5772533"/>
            <a:ext cx="287542" cy="9525"/>
          </a:xfrm>
          <a:custGeom>
            <a:avLst/>
            <a:gdLst/>
            <a:ahLst/>
            <a:cxnLst/>
            <a:rect l="0" t="0" r="0" b="0"/>
            <a:pathLst>
              <a:path w="287542" h="9525">
                <a:moveTo>
                  <a:pt x="0" y="0"/>
                </a:moveTo>
                <a:lnTo>
                  <a:pt x="287542" y="3414"/>
                </a:lnTo>
              </a:path>
            </a:pathLst>
          </a:custGeom>
          <a:noFill/>
          <a:ln w="8457">
            <a:solidFill>
              <a:srgbClr val="F7BC07">
                <a:alpha val="9000"/>
              </a:srgbClr>
            </a:solidFill>
            <a:prstDash val="solid"/>
          </a:ln>
        </p:spPr>
      </p:sp>
      <p:sp>
        <p:nvSpPr>
          <p:cNvPr id="405" name="lumia-token-stream-curve">
            <a:extLst>
              <a:ext uri="{FF2B5EF4-FFF2-40B4-BE49-F238E27FC236}">
                <a16:creationId xmlns:a16="http://schemas.microsoft.com/office/drawing/2014/main" id="{57940E02-4895-4E4B-B23C-BAB02F83E41F}"/>
              </a:ext>
            </a:extLst>
          </p:cNvPr>
          <p:cNvSpPr>
            <a:spLocks noGrp="1"/>
          </p:cNvSpPr>
          <p:nvPr/>
        </p:nvSpPr>
        <p:spPr>
          <a:xfrm>
            <a:off x="8987809" y="5771548"/>
            <a:ext cx="288450" cy="9525"/>
          </a:xfrm>
          <a:custGeom>
            <a:avLst/>
            <a:gdLst/>
            <a:ahLst/>
            <a:cxnLst/>
            <a:rect l="0" t="0" r="0" b="0"/>
            <a:pathLst>
              <a:path w="288450" h="9525">
                <a:moveTo>
                  <a:pt x="0" y="4399"/>
                </a:moveTo>
                <a:lnTo>
                  <a:pt x="288450" y="0"/>
                </a:lnTo>
              </a:path>
            </a:pathLst>
          </a:custGeom>
          <a:noFill/>
          <a:ln w="8626">
            <a:solidFill>
              <a:srgbClr val="E5BA0E">
                <a:alpha val="10000"/>
              </a:srgbClr>
            </a:solidFill>
            <a:prstDash val="solid"/>
          </a:ln>
        </p:spPr>
      </p:sp>
      <p:sp>
        <p:nvSpPr>
          <p:cNvPr id="406" name="lumia-token-stream-curve">
            <a:extLst>
              <a:ext uri="{FF2B5EF4-FFF2-40B4-BE49-F238E27FC236}">
                <a16:creationId xmlns:a16="http://schemas.microsoft.com/office/drawing/2014/main" id="{5CD27B5F-9FA9-4773-82E6-8041347485C2}"/>
              </a:ext>
            </a:extLst>
          </p:cNvPr>
          <p:cNvSpPr>
            <a:spLocks noGrp="1"/>
          </p:cNvSpPr>
          <p:nvPr/>
        </p:nvSpPr>
        <p:spPr>
          <a:xfrm>
            <a:off x="9276258" y="5755304"/>
            <a:ext cx="289272" cy="16243"/>
          </a:xfrm>
          <a:custGeom>
            <a:avLst/>
            <a:gdLst/>
            <a:ahLst/>
            <a:cxnLst/>
            <a:rect l="0" t="0" r="0" b="0"/>
            <a:pathLst>
              <a:path w="289272" h="16243">
                <a:moveTo>
                  <a:pt x="0" y="16243"/>
                </a:moveTo>
                <a:lnTo>
                  <a:pt x="289272" y="0"/>
                </a:lnTo>
              </a:path>
            </a:pathLst>
          </a:custGeom>
          <a:noFill/>
          <a:ln w="8788">
            <a:solidFill>
              <a:srgbClr val="D3B815">
                <a:alpha val="10000"/>
              </a:srgbClr>
            </a:solidFill>
            <a:prstDash val="solid"/>
          </a:ln>
        </p:spPr>
      </p:sp>
      <p:sp>
        <p:nvSpPr>
          <p:cNvPr id="407" name="lumia-token-stream-curve">
            <a:extLst>
              <a:ext uri="{FF2B5EF4-FFF2-40B4-BE49-F238E27FC236}">
                <a16:creationId xmlns:a16="http://schemas.microsoft.com/office/drawing/2014/main" id="{81A16D2E-5B67-4119-9434-0FDFFF304A00}"/>
              </a:ext>
            </a:extLst>
          </p:cNvPr>
          <p:cNvSpPr>
            <a:spLocks noGrp="1"/>
          </p:cNvSpPr>
          <p:nvPr/>
        </p:nvSpPr>
        <p:spPr>
          <a:xfrm>
            <a:off x="9565530" y="5724478"/>
            <a:ext cx="290010" cy="30826"/>
          </a:xfrm>
          <a:custGeom>
            <a:avLst/>
            <a:gdLst/>
            <a:ahLst/>
            <a:cxnLst/>
            <a:rect l="0" t="0" r="0" b="0"/>
            <a:pathLst>
              <a:path w="290010" h="30826">
                <a:moveTo>
                  <a:pt x="0" y="30826"/>
                </a:moveTo>
                <a:lnTo>
                  <a:pt x="290010" y="0"/>
                </a:lnTo>
              </a:path>
            </a:pathLst>
          </a:custGeom>
          <a:noFill/>
          <a:ln w="8941">
            <a:solidFill>
              <a:srgbClr val="C2B61C">
                <a:alpha val="10000"/>
              </a:srgbClr>
            </a:solidFill>
            <a:prstDash val="solid"/>
          </a:ln>
        </p:spPr>
      </p:sp>
      <p:sp>
        <p:nvSpPr>
          <p:cNvPr id="408" name="lumia-token-stream-curve">
            <a:extLst>
              <a:ext uri="{FF2B5EF4-FFF2-40B4-BE49-F238E27FC236}">
                <a16:creationId xmlns:a16="http://schemas.microsoft.com/office/drawing/2014/main" id="{B7492300-8474-4880-A744-74EC459122B5}"/>
              </a:ext>
            </a:extLst>
          </p:cNvPr>
          <p:cNvSpPr>
            <a:spLocks noGrp="1"/>
          </p:cNvSpPr>
          <p:nvPr/>
        </p:nvSpPr>
        <p:spPr>
          <a:xfrm>
            <a:off x="9855540" y="5678012"/>
            <a:ext cx="290663" cy="46467"/>
          </a:xfrm>
          <a:custGeom>
            <a:avLst/>
            <a:gdLst/>
            <a:ahLst/>
            <a:cxnLst/>
            <a:rect l="0" t="0" r="0" b="0"/>
            <a:pathLst>
              <a:path w="290663" h="46467">
                <a:moveTo>
                  <a:pt x="0" y="46467"/>
                </a:moveTo>
                <a:lnTo>
                  <a:pt x="290663" y="0"/>
                </a:lnTo>
              </a:path>
            </a:pathLst>
          </a:custGeom>
          <a:noFill/>
          <a:ln w="9081">
            <a:solidFill>
              <a:srgbClr val="B0B422">
                <a:alpha val="10000"/>
              </a:srgbClr>
            </a:solidFill>
            <a:prstDash val="solid"/>
          </a:ln>
        </p:spPr>
      </p:sp>
      <p:sp>
        <p:nvSpPr>
          <p:cNvPr id="409" name="lumia-token-stream-curve">
            <a:extLst>
              <a:ext uri="{FF2B5EF4-FFF2-40B4-BE49-F238E27FC236}">
                <a16:creationId xmlns:a16="http://schemas.microsoft.com/office/drawing/2014/main" id="{AF504A8F-E276-4019-824A-E14BD9A0A6B5}"/>
              </a:ext>
            </a:extLst>
          </p:cNvPr>
          <p:cNvSpPr>
            <a:spLocks noGrp="1"/>
          </p:cNvSpPr>
          <p:nvPr/>
        </p:nvSpPr>
        <p:spPr>
          <a:xfrm>
            <a:off x="10146203" y="5616695"/>
            <a:ext cx="291231" cy="61316"/>
          </a:xfrm>
          <a:custGeom>
            <a:avLst/>
            <a:gdLst/>
            <a:ahLst/>
            <a:cxnLst/>
            <a:rect l="0" t="0" r="0" b="0"/>
            <a:pathLst>
              <a:path w="291231" h="61316">
                <a:moveTo>
                  <a:pt x="0" y="61316"/>
                </a:moveTo>
                <a:lnTo>
                  <a:pt x="291231" y="0"/>
                </a:lnTo>
              </a:path>
            </a:pathLst>
          </a:custGeom>
          <a:noFill/>
          <a:ln w="9209">
            <a:solidFill>
              <a:srgbClr val="9EB329">
                <a:alpha val="10000"/>
              </a:srgbClr>
            </a:solidFill>
            <a:prstDash val="solid"/>
          </a:ln>
        </p:spPr>
      </p:sp>
      <p:sp>
        <p:nvSpPr>
          <p:cNvPr id="410" name="lumia-token-stream-curve">
            <a:extLst>
              <a:ext uri="{FF2B5EF4-FFF2-40B4-BE49-F238E27FC236}">
                <a16:creationId xmlns:a16="http://schemas.microsoft.com/office/drawing/2014/main" id="{E1C18034-2B64-4546-8BD5-2481BA4A4B5A}"/>
              </a:ext>
            </a:extLst>
          </p:cNvPr>
          <p:cNvSpPr>
            <a:spLocks noGrp="1"/>
          </p:cNvSpPr>
          <p:nvPr/>
        </p:nvSpPr>
        <p:spPr>
          <a:xfrm>
            <a:off x="10437433" y="5543084"/>
            <a:ext cx="291714" cy="73611"/>
          </a:xfrm>
          <a:custGeom>
            <a:avLst/>
            <a:gdLst/>
            <a:ahLst/>
            <a:cxnLst/>
            <a:rect l="0" t="0" r="0" b="0"/>
            <a:pathLst>
              <a:path w="291714" h="73611">
                <a:moveTo>
                  <a:pt x="0" y="73611"/>
                </a:moveTo>
                <a:lnTo>
                  <a:pt x="291714" y="0"/>
                </a:lnTo>
              </a:path>
            </a:pathLst>
          </a:custGeom>
          <a:noFill/>
          <a:ln w="9322">
            <a:solidFill>
              <a:srgbClr val="8CB130">
                <a:alpha val="10000"/>
              </a:srgbClr>
            </a:solidFill>
            <a:prstDash val="solid"/>
          </a:ln>
        </p:spPr>
      </p:sp>
      <p:sp>
        <p:nvSpPr>
          <p:cNvPr id="411" name="lumia-token-stream-curve">
            <a:extLst>
              <a:ext uri="{FF2B5EF4-FFF2-40B4-BE49-F238E27FC236}">
                <a16:creationId xmlns:a16="http://schemas.microsoft.com/office/drawing/2014/main" id="{C93ADD0B-5070-492B-AD7A-431F05F75B07}"/>
              </a:ext>
            </a:extLst>
          </p:cNvPr>
          <p:cNvSpPr>
            <a:spLocks noGrp="1"/>
          </p:cNvSpPr>
          <p:nvPr/>
        </p:nvSpPr>
        <p:spPr>
          <a:xfrm>
            <a:off x="10729147" y="5461165"/>
            <a:ext cx="292113" cy="81919"/>
          </a:xfrm>
          <a:custGeom>
            <a:avLst/>
            <a:gdLst/>
            <a:ahLst/>
            <a:cxnLst/>
            <a:rect l="0" t="0" r="0" b="0"/>
            <a:pathLst>
              <a:path w="292113" h="81919">
                <a:moveTo>
                  <a:pt x="0" y="81919"/>
                </a:moveTo>
                <a:lnTo>
                  <a:pt x="292113" y="0"/>
                </a:lnTo>
              </a:path>
            </a:pathLst>
          </a:custGeom>
          <a:noFill/>
          <a:ln w="9418">
            <a:solidFill>
              <a:srgbClr val="7BAF37">
                <a:alpha val="11000"/>
              </a:srgbClr>
            </a:solidFill>
            <a:prstDash val="solid"/>
          </a:ln>
        </p:spPr>
      </p:sp>
      <p:sp>
        <p:nvSpPr>
          <p:cNvPr id="412" name="lumia-token-stream-curve">
            <a:extLst>
              <a:ext uri="{FF2B5EF4-FFF2-40B4-BE49-F238E27FC236}">
                <a16:creationId xmlns:a16="http://schemas.microsoft.com/office/drawing/2014/main" id="{902F0B49-8380-489F-99FE-048A59B38B99}"/>
              </a:ext>
            </a:extLst>
          </p:cNvPr>
          <p:cNvSpPr>
            <a:spLocks noGrp="1"/>
          </p:cNvSpPr>
          <p:nvPr/>
        </p:nvSpPr>
        <p:spPr>
          <a:xfrm>
            <a:off x="11021260" y="5375824"/>
            <a:ext cx="292426" cy="85341"/>
          </a:xfrm>
          <a:custGeom>
            <a:avLst/>
            <a:gdLst/>
            <a:ahLst/>
            <a:cxnLst/>
            <a:rect l="0" t="0" r="0" b="0"/>
            <a:pathLst>
              <a:path w="292426" h="85341">
                <a:moveTo>
                  <a:pt x="0" y="85341"/>
                </a:moveTo>
                <a:lnTo>
                  <a:pt x="292426" y="0"/>
                </a:lnTo>
              </a:path>
            </a:pathLst>
          </a:custGeom>
          <a:noFill/>
          <a:ln w="9495">
            <a:solidFill>
              <a:srgbClr val="69AD3E">
                <a:alpha val="11000"/>
              </a:srgbClr>
            </a:solidFill>
            <a:prstDash val="solid"/>
          </a:ln>
        </p:spPr>
      </p:sp>
      <p:sp>
        <p:nvSpPr>
          <p:cNvPr id="413" name="lumia-token-stream-curve">
            <a:extLst>
              <a:ext uri="{FF2B5EF4-FFF2-40B4-BE49-F238E27FC236}">
                <a16:creationId xmlns:a16="http://schemas.microsoft.com/office/drawing/2014/main" id="{ACADFE2E-AF73-4BFE-AC73-5EF2CE0D1E22}"/>
              </a:ext>
            </a:extLst>
          </p:cNvPr>
          <p:cNvSpPr>
            <a:spLocks noGrp="1"/>
          </p:cNvSpPr>
          <p:nvPr/>
        </p:nvSpPr>
        <p:spPr>
          <a:xfrm>
            <a:off x="11313686" y="5292179"/>
            <a:ext cx="292655" cy="83645"/>
          </a:xfrm>
          <a:custGeom>
            <a:avLst/>
            <a:gdLst/>
            <a:ahLst/>
            <a:cxnLst/>
            <a:rect l="0" t="0" r="0" b="0"/>
            <a:pathLst>
              <a:path w="292655" h="83645">
                <a:moveTo>
                  <a:pt x="0" y="83645"/>
                </a:moveTo>
                <a:lnTo>
                  <a:pt x="292655" y="0"/>
                </a:lnTo>
              </a:path>
            </a:pathLst>
          </a:custGeom>
          <a:noFill/>
          <a:ln w="9553">
            <a:solidFill>
              <a:srgbClr val="57AC45">
                <a:alpha val="11000"/>
              </a:srgbClr>
            </a:solidFill>
            <a:prstDash val="solid"/>
          </a:ln>
        </p:spPr>
      </p:sp>
      <p:sp>
        <p:nvSpPr>
          <p:cNvPr id="414" name="lumia-token-stream-curve">
            <a:extLst>
              <a:ext uri="{FF2B5EF4-FFF2-40B4-BE49-F238E27FC236}">
                <a16:creationId xmlns:a16="http://schemas.microsoft.com/office/drawing/2014/main" id="{AF3FAE62-24B5-494C-835C-D6E3E295EE81}"/>
              </a:ext>
            </a:extLst>
          </p:cNvPr>
          <p:cNvSpPr>
            <a:spLocks noGrp="1"/>
          </p:cNvSpPr>
          <p:nvPr/>
        </p:nvSpPr>
        <p:spPr>
          <a:xfrm>
            <a:off x="11606341" y="5214876"/>
            <a:ext cx="292800" cy="77303"/>
          </a:xfrm>
          <a:custGeom>
            <a:avLst/>
            <a:gdLst/>
            <a:ahLst/>
            <a:cxnLst/>
            <a:rect l="0" t="0" r="0" b="0"/>
            <a:pathLst>
              <a:path w="292800" h="77303">
                <a:moveTo>
                  <a:pt x="0" y="77303"/>
                </a:moveTo>
                <a:lnTo>
                  <a:pt x="292800" y="0"/>
                </a:lnTo>
              </a:path>
            </a:pathLst>
          </a:custGeom>
          <a:noFill/>
          <a:ln w="9589">
            <a:solidFill>
              <a:srgbClr val="46AA4C">
                <a:alpha val="11000"/>
              </a:srgbClr>
            </a:solidFill>
            <a:prstDash val="solid"/>
          </a:ln>
        </p:spPr>
      </p:sp>
      <p:sp>
        <p:nvSpPr>
          <p:cNvPr id="415" name="lumia-token-stream-curve">
            <a:extLst>
              <a:ext uri="{FF2B5EF4-FFF2-40B4-BE49-F238E27FC236}">
                <a16:creationId xmlns:a16="http://schemas.microsoft.com/office/drawing/2014/main" id="{23370283-B66E-4727-8AFC-7865768E2ADF}"/>
              </a:ext>
            </a:extLst>
          </p:cNvPr>
          <p:cNvSpPr>
            <a:spLocks noGrp="1"/>
          </p:cNvSpPr>
          <p:nvPr/>
        </p:nvSpPr>
        <p:spPr>
          <a:xfrm>
            <a:off x="11899141" y="5147448"/>
            <a:ext cx="292859" cy="67428"/>
          </a:xfrm>
          <a:custGeom>
            <a:avLst/>
            <a:gdLst/>
            <a:ahLst/>
            <a:cxnLst/>
            <a:rect l="0" t="0" r="0" b="0"/>
            <a:pathLst>
              <a:path w="292859" h="67428">
                <a:moveTo>
                  <a:pt x="0" y="67428"/>
                </a:moveTo>
                <a:lnTo>
                  <a:pt x="292859" y="0"/>
                </a:lnTo>
              </a:path>
            </a:pathLst>
          </a:custGeom>
          <a:noFill/>
          <a:ln w="9601">
            <a:solidFill>
              <a:srgbClr val="34A853">
                <a:alpha val="11000"/>
              </a:srgbClr>
            </a:solidFill>
            <a:prstDash val="solid"/>
          </a:ln>
        </p:spPr>
      </p:sp>
      <p:sp>
        <p:nvSpPr>
          <p:cNvPr id="416" name="lumia-token-stream-curve">
            <a:extLst>
              <a:ext uri="{FF2B5EF4-FFF2-40B4-BE49-F238E27FC236}">
                <a16:creationId xmlns:a16="http://schemas.microsoft.com/office/drawing/2014/main" id="{C4D23C53-BD8F-457E-99E0-BF5F15150B4D}"/>
              </a:ext>
            </a:extLst>
          </p:cNvPr>
          <p:cNvSpPr>
            <a:spLocks noGrp="1"/>
          </p:cNvSpPr>
          <p:nvPr/>
        </p:nvSpPr>
        <p:spPr>
          <a:xfrm>
            <a:off x="0" y="6250201"/>
            <a:ext cx="83580" cy="18125"/>
          </a:xfrm>
          <a:custGeom>
            <a:avLst/>
            <a:gdLst/>
            <a:ahLst/>
            <a:cxnLst/>
            <a:rect l="0" t="0" r="0" b="0"/>
            <a:pathLst>
              <a:path w="83580" h="18125">
                <a:moveTo>
                  <a:pt x="0" y="18125"/>
                </a:moveTo>
                <a:lnTo>
                  <a:pt x="83580" y="0"/>
                </a:lnTo>
              </a:path>
            </a:pathLst>
          </a:custGeom>
          <a:noFill/>
          <a:ln w="6322">
            <a:solidFill>
              <a:srgbClr val="4285F4">
                <a:alpha val="5000"/>
              </a:srgbClr>
            </a:solidFill>
            <a:prstDash val="solid"/>
          </a:ln>
        </p:spPr>
      </p:sp>
      <p:sp>
        <p:nvSpPr>
          <p:cNvPr id="417" name="lumia-token-stream-curve">
            <a:extLst>
              <a:ext uri="{FF2B5EF4-FFF2-40B4-BE49-F238E27FC236}">
                <a16:creationId xmlns:a16="http://schemas.microsoft.com/office/drawing/2014/main" id="{2498ADAD-6E9B-49BF-8945-A8DDA6AE9E75}"/>
              </a:ext>
            </a:extLst>
          </p:cNvPr>
          <p:cNvSpPr>
            <a:spLocks noGrp="1"/>
          </p:cNvSpPr>
          <p:nvPr/>
        </p:nvSpPr>
        <p:spPr>
          <a:xfrm>
            <a:off x="83580" y="6228221"/>
            <a:ext cx="219030" cy="21980"/>
          </a:xfrm>
          <a:custGeom>
            <a:avLst/>
            <a:gdLst/>
            <a:ahLst/>
            <a:cxnLst/>
            <a:rect l="0" t="0" r="0" b="0"/>
            <a:pathLst>
              <a:path w="219030" h="21980">
                <a:moveTo>
                  <a:pt x="0" y="21980"/>
                </a:moveTo>
                <a:lnTo>
                  <a:pt x="219030" y="0"/>
                </a:lnTo>
              </a:path>
            </a:pathLst>
          </a:custGeom>
          <a:noFill/>
          <a:ln w="6322">
            <a:solidFill>
              <a:srgbClr val="447EEC">
                <a:alpha val="5000"/>
              </a:srgbClr>
            </a:solidFill>
            <a:prstDash val="solid"/>
          </a:ln>
        </p:spPr>
      </p:sp>
      <p:sp>
        <p:nvSpPr>
          <p:cNvPr id="418" name="lumia-token-stream-curve">
            <a:extLst>
              <a:ext uri="{FF2B5EF4-FFF2-40B4-BE49-F238E27FC236}">
                <a16:creationId xmlns:a16="http://schemas.microsoft.com/office/drawing/2014/main" id="{5B114CB2-F597-40DD-B084-F7A272C11E0C}"/>
              </a:ext>
            </a:extLst>
          </p:cNvPr>
          <p:cNvSpPr>
            <a:spLocks noGrp="1"/>
          </p:cNvSpPr>
          <p:nvPr/>
        </p:nvSpPr>
        <p:spPr>
          <a:xfrm>
            <a:off x="302610" y="6204565"/>
            <a:ext cx="222609" cy="23656"/>
          </a:xfrm>
          <a:custGeom>
            <a:avLst/>
            <a:gdLst/>
            <a:ahLst/>
            <a:cxnLst/>
            <a:rect l="0" t="0" r="0" b="0"/>
            <a:pathLst>
              <a:path w="222609" h="23656">
                <a:moveTo>
                  <a:pt x="0" y="23656"/>
                </a:moveTo>
                <a:lnTo>
                  <a:pt x="222609" y="0"/>
                </a:lnTo>
              </a:path>
            </a:pathLst>
          </a:custGeom>
          <a:noFill/>
          <a:ln w="6322">
            <a:solidFill>
              <a:srgbClr val="4678E3">
                <a:alpha val="5000"/>
              </a:srgbClr>
            </a:solidFill>
            <a:prstDash val="solid"/>
          </a:ln>
        </p:spPr>
      </p:sp>
      <p:sp>
        <p:nvSpPr>
          <p:cNvPr id="419" name="lumia-token-stream-curve">
            <a:extLst>
              <a:ext uri="{FF2B5EF4-FFF2-40B4-BE49-F238E27FC236}">
                <a16:creationId xmlns:a16="http://schemas.microsoft.com/office/drawing/2014/main" id="{BD896676-59D7-4928-8FE8-E5DB326A8173}"/>
              </a:ext>
            </a:extLst>
          </p:cNvPr>
          <p:cNvSpPr>
            <a:spLocks noGrp="1"/>
          </p:cNvSpPr>
          <p:nvPr/>
        </p:nvSpPr>
        <p:spPr>
          <a:xfrm>
            <a:off x="525219" y="6181665"/>
            <a:ext cx="226096" cy="22901"/>
          </a:xfrm>
          <a:custGeom>
            <a:avLst/>
            <a:gdLst/>
            <a:ahLst/>
            <a:cxnLst/>
            <a:rect l="0" t="0" r="0" b="0"/>
            <a:pathLst>
              <a:path w="226096" h="22901">
                <a:moveTo>
                  <a:pt x="0" y="22901"/>
                </a:moveTo>
                <a:lnTo>
                  <a:pt x="226096" y="0"/>
                </a:lnTo>
              </a:path>
            </a:pathLst>
          </a:custGeom>
          <a:noFill/>
          <a:ln w="6322">
            <a:solidFill>
              <a:srgbClr val="4871DB">
                <a:alpha val="5000"/>
              </a:srgbClr>
            </a:solidFill>
            <a:prstDash val="solid"/>
          </a:ln>
        </p:spPr>
      </p:sp>
      <p:sp>
        <p:nvSpPr>
          <p:cNvPr id="420" name="lumia-token-stream-curve">
            <a:extLst>
              <a:ext uri="{FF2B5EF4-FFF2-40B4-BE49-F238E27FC236}">
                <a16:creationId xmlns:a16="http://schemas.microsoft.com/office/drawing/2014/main" id="{CC3A3A32-BBC3-4B21-A08D-123DD5A5FCBC}"/>
              </a:ext>
            </a:extLst>
          </p:cNvPr>
          <p:cNvSpPr>
            <a:spLocks noGrp="1"/>
          </p:cNvSpPr>
          <p:nvPr/>
        </p:nvSpPr>
        <p:spPr>
          <a:xfrm>
            <a:off x="751315" y="6162005"/>
            <a:ext cx="229493" cy="19660"/>
          </a:xfrm>
          <a:custGeom>
            <a:avLst/>
            <a:gdLst/>
            <a:ahLst/>
            <a:cxnLst/>
            <a:rect l="0" t="0" r="0" b="0"/>
            <a:pathLst>
              <a:path w="229493" h="19660">
                <a:moveTo>
                  <a:pt x="0" y="19660"/>
                </a:moveTo>
                <a:lnTo>
                  <a:pt x="229493" y="0"/>
                </a:lnTo>
              </a:path>
            </a:pathLst>
          </a:custGeom>
          <a:noFill/>
          <a:ln w="6322">
            <a:solidFill>
              <a:srgbClr val="4A6BD2">
                <a:alpha val="5000"/>
              </a:srgbClr>
            </a:solidFill>
            <a:prstDash val="solid"/>
          </a:ln>
        </p:spPr>
      </p:sp>
      <p:sp>
        <p:nvSpPr>
          <p:cNvPr id="421" name="lumia-token-stream-curve">
            <a:extLst>
              <a:ext uri="{FF2B5EF4-FFF2-40B4-BE49-F238E27FC236}">
                <a16:creationId xmlns:a16="http://schemas.microsoft.com/office/drawing/2014/main" id="{B55F8770-A735-467B-A967-0D5A9A1318EF}"/>
              </a:ext>
            </a:extLst>
          </p:cNvPr>
          <p:cNvSpPr>
            <a:spLocks noGrp="1"/>
          </p:cNvSpPr>
          <p:nvPr/>
        </p:nvSpPr>
        <p:spPr>
          <a:xfrm>
            <a:off x="980808" y="6147894"/>
            <a:ext cx="232798" cy="14111"/>
          </a:xfrm>
          <a:custGeom>
            <a:avLst/>
            <a:gdLst/>
            <a:ahLst/>
            <a:cxnLst/>
            <a:rect l="0" t="0" r="0" b="0"/>
            <a:pathLst>
              <a:path w="232798" h="14111">
                <a:moveTo>
                  <a:pt x="0" y="14111"/>
                </a:moveTo>
                <a:lnTo>
                  <a:pt x="232798" y="0"/>
                </a:lnTo>
              </a:path>
            </a:pathLst>
          </a:custGeom>
          <a:noFill/>
          <a:ln w="6322">
            <a:solidFill>
              <a:srgbClr val="4C64CA">
                <a:alpha val="5000"/>
              </a:srgbClr>
            </a:solidFill>
            <a:prstDash val="solid"/>
          </a:ln>
        </p:spPr>
      </p:sp>
      <p:sp>
        <p:nvSpPr>
          <p:cNvPr id="422" name="lumia-token-stream-curve">
            <a:extLst>
              <a:ext uri="{FF2B5EF4-FFF2-40B4-BE49-F238E27FC236}">
                <a16:creationId xmlns:a16="http://schemas.microsoft.com/office/drawing/2014/main" id="{FF9FC093-5E91-4FDA-8F6F-B276C718A42C}"/>
              </a:ext>
            </a:extLst>
          </p:cNvPr>
          <p:cNvSpPr>
            <a:spLocks noGrp="1"/>
          </p:cNvSpPr>
          <p:nvPr/>
        </p:nvSpPr>
        <p:spPr>
          <a:xfrm>
            <a:off x="1213606" y="6141219"/>
            <a:ext cx="236013" cy="9525"/>
          </a:xfrm>
          <a:custGeom>
            <a:avLst/>
            <a:gdLst/>
            <a:ahLst/>
            <a:cxnLst/>
            <a:rect l="0" t="0" r="0" b="0"/>
            <a:pathLst>
              <a:path w="236013" h="9525">
                <a:moveTo>
                  <a:pt x="0" y="6675"/>
                </a:moveTo>
                <a:lnTo>
                  <a:pt x="236013" y="0"/>
                </a:lnTo>
              </a:path>
            </a:pathLst>
          </a:custGeom>
          <a:noFill/>
          <a:ln w="6322">
            <a:solidFill>
              <a:srgbClr val="4E5EC1">
                <a:alpha val="5000"/>
              </a:srgbClr>
            </a:solidFill>
            <a:prstDash val="solid"/>
          </a:ln>
        </p:spPr>
      </p:sp>
      <p:sp>
        <p:nvSpPr>
          <p:cNvPr id="423" name="lumia-token-stream-curve">
            <a:extLst>
              <a:ext uri="{FF2B5EF4-FFF2-40B4-BE49-F238E27FC236}">
                <a16:creationId xmlns:a16="http://schemas.microsoft.com/office/drawing/2014/main" id="{3E4D462E-8711-4F16-9D44-7D9E51E8BFC8}"/>
              </a:ext>
            </a:extLst>
          </p:cNvPr>
          <p:cNvSpPr>
            <a:spLocks noGrp="1"/>
          </p:cNvSpPr>
          <p:nvPr/>
        </p:nvSpPr>
        <p:spPr>
          <a:xfrm>
            <a:off x="1449619" y="6141219"/>
            <a:ext cx="239137" cy="9525"/>
          </a:xfrm>
          <a:custGeom>
            <a:avLst/>
            <a:gdLst/>
            <a:ahLst/>
            <a:cxnLst/>
            <a:rect l="0" t="0" r="0" b="0"/>
            <a:pathLst>
              <a:path w="239137" h="9525">
                <a:moveTo>
                  <a:pt x="0" y="0"/>
                </a:moveTo>
                <a:lnTo>
                  <a:pt x="239137" y="2001"/>
                </a:lnTo>
              </a:path>
            </a:pathLst>
          </a:custGeom>
          <a:noFill/>
          <a:ln w="6322">
            <a:solidFill>
              <a:srgbClr val="5057B9">
                <a:alpha val="5000"/>
              </a:srgbClr>
            </a:solidFill>
            <a:prstDash val="solid"/>
          </a:ln>
        </p:spPr>
      </p:sp>
      <p:sp>
        <p:nvSpPr>
          <p:cNvPr id="424" name="lumia-token-stream-curve">
            <a:extLst>
              <a:ext uri="{FF2B5EF4-FFF2-40B4-BE49-F238E27FC236}">
                <a16:creationId xmlns:a16="http://schemas.microsoft.com/office/drawing/2014/main" id="{B8BA29FD-D122-463B-AAD4-F232184E6D0D}"/>
              </a:ext>
            </a:extLst>
          </p:cNvPr>
          <p:cNvSpPr>
            <a:spLocks noGrp="1"/>
          </p:cNvSpPr>
          <p:nvPr/>
        </p:nvSpPr>
        <p:spPr>
          <a:xfrm>
            <a:off x="1688756" y="6143220"/>
            <a:ext cx="242170" cy="11081"/>
          </a:xfrm>
          <a:custGeom>
            <a:avLst/>
            <a:gdLst/>
            <a:ahLst/>
            <a:cxnLst/>
            <a:rect l="0" t="0" r="0" b="0"/>
            <a:pathLst>
              <a:path w="242170" h="11081">
                <a:moveTo>
                  <a:pt x="0" y="0"/>
                </a:moveTo>
                <a:lnTo>
                  <a:pt x="242170" y="11081"/>
                </a:lnTo>
              </a:path>
            </a:pathLst>
          </a:custGeom>
          <a:noFill/>
          <a:ln w="6322">
            <a:solidFill>
              <a:srgbClr val="5250B0">
                <a:alpha val="5000"/>
              </a:srgbClr>
            </a:solidFill>
            <a:prstDash val="solid"/>
          </a:ln>
        </p:spPr>
      </p:sp>
      <p:sp>
        <p:nvSpPr>
          <p:cNvPr id="425" name="lumia-token-stream-curve">
            <a:extLst>
              <a:ext uri="{FF2B5EF4-FFF2-40B4-BE49-F238E27FC236}">
                <a16:creationId xmlns:a16="http://schemas.microsoft.com/office/drawing/2014/main" id="{4245197E-B5FE-4452-A7AA-761BF78DC455}"/>
              </a:ext>
            </a:extLst>
          </p:cNvPr>
          <p:cNvSpPr>
            <a:spLocks noGrp="1"/>
          </p:cNvSpPr>
          <p:nvPr/>
        </p:nvSpPr>
        <p:spPr>
          <a:xfrm>
            <a:off x="1930926" y="6154301"/>
            <a:ext cx="245112" cy="19612"/>
          </a:xfrm>
          <a:custGeom>
            <a:avLst/>
            <a:gdLst/>
            <a:ahLst/>
            <a:cxnLst/>
            <a:rect l="0" t="0" r="0" b="0"/>
            <a:pathLst>
              <a:path w="245112" h="19612">
                <a:moveTo>
                  <a:pt x="0" y="0"/>
                </a:moveTo>
                <a:lnTo>
                  <a:pt x="245112" y="19612"/>
                </a:lnTo>
              </a:path>
            </a:pathLst>
          </a:custGeom>
          <a:noFill/>
          <a:ln w="6322">
            <a:solidFill>
              <a:srgbClr val="544AA8">
                <a:alpha val="5000"/>
              </a:srgbClr>
            </a:solidFill>
            <a:prstDash val="solid"/>
          </a:ln>
        </p:spPr>
      </p:sp>
      <p:sp>
        <p:nvSpPr>
          <p:cNvPr id="426" name="lumia-token-stream-curve">
            <a:extLst>
              <a:ext uri="{FF2B5EF4-FFF2-40B4-BE49-F238E27FC236}">
                <a16:creationId xmlns:a16="http://schemas.microsoft.com/office/drawing/2014/main" id="{B22E014E-2646-4F4D-9236-8CE3E3344371}"/>
              </a:ext>
            </a:extLst>
          </p:cNvPr>
          <p:cNvSpPr>
            <a:spLocks noGrp="1"/>
          </p:cNvSpPr>
          <p:nvPr/>
        </p:nvSpPr>
        <p:spPr>
          <a:xfrm>
            <a:off x="2176038" y="6173913"/>
            <a:ext cx="247963" cy="26612"/>
          </a:xfrm>
          <a:custGeom>
            <a:avLst/>
            <a:gdLst/>
            <a:ahLst/>
            <a:cxnLst/>
            <a:rect l="0" t="0" r="0" b="0"/>
            <a:pathLst>
              <a:path w="247963" h="26612">
                <a:moveTo>
                  <a:pt x="0" y="0"/>
                </a:moveTo>
                <a:lnTo>
                  <a:pt x="247963" y="26612"/>
                </a:lnTo>
              </a:path>
            </a:pathLst>
          </a:custGeom>
          <a:noFill/>
          <a:ln w="6322">
            <a:solidFill>
              <a:srgbClr val="5643A0">
                <a:alpha val="5000"/>
              </a:srgbClr>
            </a:solidFill>
            <a:prstDash val="solid"/>
          </a:ln>
        </p:spPr>
      </p:sp>
      <p:sp>
        <p:nvSpPr>
          <p:cNvPr id="427" name="lumia-token-stream-curve">
            <a:extLst>
              <a:ext uri="{FF2B5EF4-FFF2-40B4-BE49-F238E27FC236}">
                <a16:creationId xmlns:a16="http://schemas.microsoft.com/office/drawing/2014/main" id="{CD4BA22B-2E89-4F54-8244-BA52804F7280}"/>
              </a:ext>
            </a:extLst>
          </p:cNvPr>
          <p:cNvSpPr>
            <a:spLocks noGrp="1"/>
          </p:cNvSpPr>
          <p:nvPr/>
        </p:nvSpPr>
        <p:spPr>
          <a:xfrm>
            <a:off x="2424000" y="6200525"/>
            <a:ext cx="250722" cy="31179"/>
          </a:xfrm>
          <a:custGeom>
            <a:avLst/>
            <a:gdLst/>
            <a:ahLst/>
            <a:cxnLst/>
            <a:rect l="0" t="0" r="0" b="0"/>
            <a:pathLst>
              <a:path w="250722" h="31179">
                <a:moveTo>
                  <a:pt x="0" y="0"/>
                </a:moveTo>
                <a:lnTo>
                  <a:pt x="250722" y="31179"/>
                </a:lnTo>
              </a:path>
            </a:pathLst>
          </a:custGeom>
          <a:noFill/>
          <a:ln w="6322">
            <a:solidFill>
              <a:srgbClr val="583D97">
                <a:alpha val="5000"/>
              </a:srgbClr>
            </a:solidFill>
            <a:prstDash val="solid"/>
          </a:ln>
        </p:spPr>
      </p:sp>
      <p:sp>
        <p:nvSpPr>
          <p:cNvPr id="428" name="lumia-token-stream-curve">
            <a:extLst>
              <a:ext uri="{FF2B5EF4-FFF2-40B4-BE49-F238E27FC236}">
                <a16:creationId xmlns:a16="http://schemas.microsoft.com/office/drawing/2014/main" id="{83CA34C0-952F-4FA8-9931-B01274BC26FA}"/>
              </a:ext>
            </a:extLst>
          </p:cNvPr>
          <p:cNvSpPr>
            <a:spLocks noGrp="1"/>
          </p:cNvSpPr>
          <p:nvPr/>
        </p:nvSpPr>
        <p:spPr>
          <a:xfrm>
            <a:off x="2674723" y="6231704"/>
            <a:ext cx="253391" cy="32597"/>
          </a:xfrm>
          <a:custGeom>
            <a:avLst/>
            <a:gdLst/>
            <a:ahLst/>
            <a:cxnLst/>
            <a:rect l="0" t="0" r="0" b="0"/>
            <a:pathLst>
              <a:path w="253391" h="32597">
                <a:moveTo>
                  <a:pt x="0" y="0"/>
                </a:moveTo>
                <a:lnTo>
                  <a:pt x="253391" y="32597"/>
                </a:lnTo>
              </a:path>
            </a:pathLst>
          </a:custGeom>
          <a:noFill/>
          <a:ln w="6322">
            <a:solidFill>
              <a:srgbClr val="623C8F">
                <a:alpha val="5000"/>
              </a:srgbClr>
            </a:solidFill>
            <a:prstDash val="solid"/>
          </a:ln>
        </p:spPr>
      </p:sp>
      <p:sp>
        <p:nvSpPr>
          <p:cNvPr id="429" name="lumia-token-stream-curve">
            <a:extLst>
              <a:ext uri="{FF2B5EF4-FFF2-40B4-BE49-F238E27FC236}">
                <a16:creationId xmlns:a16="http://schemas.microsoft.com/office/drawing/2014/main" id="{BD7E8431-68A4-4AD9-9FA0-32FE154E73AF}"/>
              </a:ext>
            </a:extLst>
          </p:cNvPr>
          <p:cNvSpPr>
            <a:spLocks noGrp="1"/>
          </p:cNvSpPr>
          <p:nvPr/>
        </p:nvSpPr>
        <p:spPr>
          <a:xfrm>
            <a:off x="2928114" y="6264301"/>
            <a:ext cx="255969" cy="30434"/>
          </a:xfrm>
          <a:custGeom>
            <a:avLst/>
            <a:gdLst/>
            <a:ahLst/>
            <a:cxnLst/>
            <a:rect l="0" t="0" r="0" b="0"/>
            <a:pathLst>
              <a:path w="255969" h="30434">
                <a:moveTo>
                  <a:pt x="0" y="0"/>
                </a:moveTo>
                <a:lnTo>
                  <a:pt x="255969" y="30434"/>
                </a:lnTo>
              </a:path>
            </a:pathLst>
          </a:custGeom>
          <a:noFill/>
          <a:ln w="6322">
            <a:solidFill>
              <a:srgbClr val="6F3C86">
                <a:alpha val="5000"/>
              </a:srgbClr>
            </a:solidFill>
            <a:prstDash val="solid"/>
          </a:ln>
        </p:spPr>
      </p:sp>
      <p:sp>
        <p:nvSpPr>
          <p:cNvPr id="430" name="lumia-token-stream-curve">
            <a:extLst>
              <a:ext uri="{FF2B5EF4-FFF2-40B4-BE49-F238E27FC236}">
                <a16:creationId xmlns:a16="http://schemas.microsoft.com/office/drawing/2014/main" id="{29DBDB67-B645-4A54-B161-63CC4615A3EB}"/>
              </a:ext>
            </a:extLst>
          </p:cNvPr>
          <p:cNvSpPr>
            <a:spLocks noGrp="1"/>
          </p:cNvSpPr>
          <p:nvPr/>
        </p:nvSpPr>
        <p:spPr>
          <a:xfrm>
            <a:off x="3184084" y="6294735"/>
            <a:ext cx="258456" cy="24622"/>
          </a:xfrm>
          <a:custGeom>
            <a:avLst/>
            <a:gdLst/>
            <a:ahLst/>
            <a:cxnLst/>
            <a:rect l="0" t="0" r="0" b="0"/>
            <a:pathLst>
              <a:path w="258456" h="24622">
                <a:moveTo>
                  <a:pt x="0" y="0"/>
                </a:moveTo>
                <a:lnTo>
                  <a:pt x="258456" y="24622"/>
                </a:lnTo>
              </a:path>
            </a:pathLst>
          </a:custGeom>
          <a:noFill/>
          <a:ln w="6322">
            <a:solidFill>
              <a:srgbClr val="7C3D7E">
                <a:alpha val="5000"/>
              </a:srgbClr>
            </a:solidFill>
            <a:prstDash val="solid"/>
          </a:ln>
        </p:spPr>
      </p:sp>
      <p:sp>
        <p:nvSpPr>
          <p:cNvPr id="431" name="lumia-token-stream-curve">
            <a:extLst>
              <a:ext uri="{FF2B5EF4-FFF2-40B4-BE49-F238E27FC236}">
                <a16:creationId xmlns:a16="http://schemas.microsoft.com/office/drawing/2014/main" id="{C1C7A271-D02D-4C52-A0A6-99D478F69DE4}"/>
              </a:ext>
            </a:extLst>
          </p:cNvPr>
          <p:cNvSpPr>
            <a:spLocks noGrp="1"/>
          </p:cNvSpPr>
          <p:nvPr/>
        </p:nvSpPr>
        <p:spPr>
          <a:xfrm>
            <a:off x="3442540" y="6319357"/>
            <a:ext cx="260853" cy="15495"/>
          </a:xfrm>
          <a:custGeom>
            <a:avLst/>
            <a:gdLst/>
            <a:ahLst/>
            <a:cxnLst/>
            <a:rect l="0" t="0" r="0" b="0"/>
            <a:pathLst>
              <a:path w="260853" h="15495">
                <a:moveTo>
                  <a:pt x="0" y="0"/>
                </a:moveTo>
                <a:lnTo>
                  <a:pt x="260853" y="15495"/>
                </a:lnTo>
              </a:path>
            </a:pathLst>
          </a:custGeom>
          <a:noFill/>
          <a:ln w="6322">
            <a:solidFill>
              <a:srgbClr val="893E75">
                <a:alpha val="5000"/>
              </a:srgbClr>
            </a:solidFill>
            <a:prstDash val="solid"/>
          </a:ln>
        </p:spPr>
      </p:sp>
      <p:sp>
        <p:nvSpPr>
          <p:cNvPr id="432" name="lumia-token-stream-curve">
            <a:extLst>
              <a:ext uri="{FF2B5EF4-FFF2-40B4-BE49-F238E27FC236}">
                <a16:creationId xmlns:a16="http://schemas.microsoft.com/office/drawing/2014/main" id="{4B5C9DB3-DE20-423A-9624-C6BD8AA9D7D1}"/>
              </a:ext>
            </a:extLst>
          </p:cNvPr>
          <p:cNvSpPr>
            <a:spLocks noGrp="1"/>
          </p:cNvSpPr>
          <p:nvPr/>
        </p:nvSpPr>
        <p:spPr>
          <a:xfrm>
            <a:off x="3703393" y="6334851"/>
            <a:ext cx="263158" cy="9525"/>
          </a:xfrm>
          <a:custGeom>
            <a:avLst/>
            <a:gdLst/>
            <a:ahLst/>
            <a:cxnLst/>
            <a:rect l="0" t="0" r="0" b="0"/>
            <a:pathLst>
              <a:path w="263158" h="9525">
                <a:moveTo>
                  <a:pt x="0" y="0"/>
                </a:moveTo>
                <a:lnTo>
                  <a:pt x="263158" y="3782"/>
                </a:lnTo>
              </a:path>
            </a:pathLst>
          </a:custGeom>
          <a:noFill/>
          <a:ln w="6323">
            <a:solidFill>
              <a:srgbClr val="963E6C">
                <a:alpha val="6000"/>
              </a:srgbClr>
            </a:solidFill>
            <a:prstDash val="solid"/>
          </a:ln>
        </p:spPr>
      </p:sp>
      <p:sp>
        <p:nvSpPr>
          <p:cNvPr id="433" name="lumia-token-stream-curve">
            <a:extLst>
              <a:ext uri="{FF2B5EF4-FFF2-40B4-BE49-F238E27FC236}">
                <a16:creationId xmlns:a16="http://schemas.microsoft.com/office/drawing/2014/main" id="{48F30FFA-C207-437A-9E16-CBB2CB7E6E96}"/>
              </a:ext>
            </a:extLst>
          </p:cNvPr>
          <p:cNvSpPr>
            <a:spLocks noGrp="1"/>
          </p:cNvSpPr>
          <p:nvPr/>
        </p:nvSpPr>
        <p:spPr>
          <a:xfrm>
            <a:off x="3966550" y="6329188"/>
            <a:ext cx="265372" cy="9525"/>
          </a:xfrm>
          <a:custGeom>
            <a:avLst/>
            <a:gdLst/>
            <a:ahLst/>
            <a:cxnLst/>
            <a:rect l="0" t="0" r="0" b="0"/>
            <a:pathLst>
              <a:path w="265372" h="9525">
                <a:moveTo>
                  <a:pt x="0" y="9445"/>
                </a:moveTo>
                <a:lnTo>
                  <a:pt x="265372" y="0"/>
                </a:lnTo>
              </a:path>
            </a:pathLst>
          </a:custGeom>
          <a:noFill/>
          <a:ln w="6342">
            <a:solidFill>
              <a:srgbClr val="A33F64">
                <a:alpha val="6000"/>
              </a:srgbClr>
            </a:solidFill>
            <a:prstDash val="solid"/>
          </a:ln>
        </p:spPr>
      </p:sp>
      <p:sp>
        <p:nvSpPr>
          <p:cNvPr id="434" name="lumia-token-stream-curve">
            <a:extLst>
              <a:ext uri="{FF2B5EF4-FFF2-40B4-BE49-F238E27FC236}">
                <a16:creationId xmlns:a16="http://schemas.microsoft.com/office/drawing/2014/main" id="{5ADE39D7-019E-4F0E-A2DF-6D449959E3D0}"/>
              </a:ext>
            </a:extLst>
          </p:cNvPr>
          <p:cNvSpPr>
            <a:spLocks noGrp="1"/>
          </p:cNvSpPr>
          <p:nvPr/>
        </p:nvSpPr>
        <p:spPr>
          <a:xfrm>
            <a:off x="4231922" y="6306310"/>
            <a:ext cx="267495" cy="22879"/>
          </a:xfrm>
          <a:custGeom>
            <a:avLst/>
            <a:gdLst/>
            <a:ahLst/>
            <a:cxnLst/>
            <a:rect l="0" t="0" r="0" b="0"/>
            <a:pathLst>
              <a:path w="267495" h="22879">
                <a:moveTo>
                  <a:pt x="0" y="22879"/>
                </a:moveTo>
                <a:lnTo>
                  <a:pt x="267495" y="0"/>
                </a:lnTo>
              </a:path>
            </a:pathLst>
          </a:custGeom>
          <a:noFill/>
          <a:ln w="6386">
            <a:solidFill>
              <a:srgbClr val="B0405B">
                <a:alpha val="6000"/>
              </a:srgbClr>
            </a:solidFill>
            <a:prstDash val="solid"/>
          </a:ln>
        </p:spPr>
      </p:sp>
      <p:sp>
        <p:nvSpPr>
          <p:cNvPr id="435" name="lumia-token-stream-curve">
            <a:extLst>
              <a:ext uri="{FF2B5EF4-FFF2-40B4-BE49-F238E27FC236}">
                <a16:creationId xmlns:a16="http://schemas.microsoft.com/office/drawing/2014/main" id="{18099999-A5BA-46BE-ACE6-E244FF2ECDC0}"/>
              </a:ext>
            </a:extLst>
          </p:cNvPr>
          <p:cNvSpPr>
            <a:spLocks noGrp="1"/>
          </p:cNvSpPr>
          <p:nvPr/>
        </p:nvSpPr>
        <p:spPr>
          <a:xfrm>
            <a:off x="4499417" y="6271195"/>
            <a:ext cx="269527" cy="35114"/>
          </a:xfrm>
          <a:custGeom>
            <a:avLst/>
            <a:gdLst/>
            <a:ahLst/>
            <a:cxnLst/>
            <a:rect l="0" t="0" r="0" b="0"/>
            <a:pathLst>
              <a:path w="269527" h="35114">
                <a:moveTo>
                  <a:pt x="0" y="35114"/>
                </a:moveTo>
                <a:lnTo>
                  <a:pt x="269527" y="0"/>
                </a:lnTo>
              </a:path>
            </a:pathLst>
          </a:custGeom>
          <a:noFill/>
          <a:ln w="6452">
            <a:solidFill>
              <a:srgbClr val="BD4153">
                <a:alpha val="6000"/>
              </a:srgbClr>
            </a:solidFill>
            <a:prstDash val="solid"/>
          </a:ln>
        </p:spPr>
      </p:sp>
      <p:sp>
        <p:nvSpPr>
          <p:cNvPr id="436" name="lumia-token-stream-curve">
            <a:extLst>
              <a:ext uri="{FF2B5EF4-FFF2-40B4-BE49-F238E27FC236}">
                <a16:creationId xmlns:a16="http://schemas.microsoft.com/office/drawing/2014/main" id="{5D81F5A1-B37C-455D-91AD-45108B90ED4C}"/>
              </a:ext>
            </a:extLst>
          </p:cNvPr>
          <p:cNvSpPr>
            <a:spLocks noGrp="1"/>
          </p:cNvSpPr>
          <p:nvPr/>
        </p:nvSpPr>
        <p:spPr>
          <a:xfrm>
            <a:off x="4768945" y="6226377"/>
            <a:ext cx="271469" cy="44819"/>
          </a:xfrm>
          <a:custGeom>
            <a:avLst/>
            <a:gdLst/>
            <a:ahLst/>
            <a:cxnLst/>
            <a:rect l="0" t="0" r="0" b="0"/>
            <a:pathLst>
              <a:path w="271469" h="44819">
                <a:moveTo>
                  <a:pt x="0" y="44819"/>
                </a:moveTo>
                <a:lnTo>
                  <a:pt x="271469" y="0"/>
                </a:lnTo>
              </a:path>
            </a:pathLst>
          </a:custGeom>
          <a:noFill/>
          <a:ln w="6539">
            <a:solidFill>
              <a:srgbClr val="CA414A">
                <a:alpha val="6000"/>
              </a:srgbClr>
            </a:solidFill>
            <a:prstDash val="solid"/>
          </a:ln>
        </p:spPr>
      </p:sp>
      <p:sp>
        <p:nvSpPr>
          <p:cNvPr id="437" name="lumia-token-stream-curve">
            <a:extLst>
              <a:ext uri="{FF2B5EF4-FFF2-40B4-BE49-F238E27FC236}">
                <a16:creationId xmlns:a16="http://schemas.microsoft.com/office/drawing/2014/main" id="{95FBC925-70E7-48C4-9115-7D0B2BCB5592}"/>
              </a:ext>
            </a:extLst>
          </p:cNvPr>
          <p:cNvSpPr>
            <a:spLocks noGrp="1"/>
          </p:cNvSpPr>
          <p:nvPr/>
        </p:nvSpPr>
        <p:spPr>
          <a:xfrm>
            <a:off x="5040413" y="6175475"/>
            <a:ext cx="273319" cy="50902"/>
          </a:xfrm>
          <a:custGeom>
            <a:avLst/>
            <a:gdLst/>
            <a:ahLst/>
            <a:cxnLst/>
            <a:rect l="0" t="0" r="0" b="0"/>
            <a:pathLst>
              <a:path w="273319" h="50902">
                <a:moveTo>
                  <a:pt x="0" y="50902"/>
                </a:moveTo>
                <a:lnTo>
                  <a:pt x="273319" y="0"/>
                </a:lnTo>
              </a:path>
            </a:pathLst>
          </a:custGeom>
          <a:noFill/>
          <a:ln w="6645">
            <a:solidFill>
              <a:srgbClr val="D74242">
                <a:alpha val="6000"/>
              </a:srgbClr>
            </a:solidFill>
            <a:prstDash val="solid"/>
          </a:ln>
        </p:spPr>
      </p:sp>
      <p:sp>
        <p:nvSpPr>
          <p:cNvPr id="438" name="lumia-token-stream-curve">
            <a:extLst>
              <a:ext uri="{FF2B5EF4-FFF2-40B4-BE49-F238E27FC236}">
                <a16:creationId xmlns:a16="http://schemas.microsoft.com/office/drawing/2014/main" id="{8D48EC75-3A53-4659-B13C-83D2574C4FDB}"/>
              </a:ext>
            </a:extLst>
          </p:cNvPr>
          <p:cNvSpPr>
            <a:spLocks noGrp="1"/>
          </p:cNvSpPr>
          <p:nvPr/>
        </p:nvSpPr>
        <p:spPr>
          <a:xfrm>
            <a:off x="5313732" y="6122805"/>
            <a:ext cx="275078" cy="52669"/>
          </a:xfrm>
          <a:custGeom>
            <a:avLst/>
            <a:gdLst/>
            <a:ahLst/>
            <a:cxnLst/>
            <a:rect l="0" t="0" r="0" b="0"/>
            <a:pathLst>
              <a:path w="275078" h="52669">
                <a:moveTo>
                  <a:pt x="0" y="52669"/>
                </a:moveTo>
                <a:lnTo>
                  <a:pt x="275078" y="0"/>
                </a:lnTo>
              </a:path>
            </a:pathLst>
          </a:custGeom>
          <a:noFill/>
          <a:ln w="6768">
            <a:solidFill>
              <a:srgbClr val="E44339">
                <a:alpha val="7000"/>
              </a:srgbClr>
            </a:solidFill>
            <a:prstDash val="solid"/>
          </a:ln>
        </p:spPr>
      </p:sp>
      <p:sp>
        <p:nvSpPr>
          <p:cNvPr id="439" name="lumia-token-stream-curve">
            <a:extLst>
              <a:ext uri="{FF2B5EF4-FFF2-40B4-BE49-F238E27FC236}">
                <a16:creationId xmlns:a16="http://schemas.microsoft.com/office/drawing/2014/main" id="{CCF8CDD1-71BE-4675-8134-3A7D1E28F733}"/>
              </a:ext>
            </a:extLst>
          </p:cNvPr>
          <p:cNvSpPr>
            <a:spLocks noGrp="1"/>
          </p:cNvSpPr>
          <p:nvPr/>
        </p:nvSpPr>
        <p:spPr>
          <a:xfrm>
            <a:off x="5588811" y="6072873"/>
            <a:ext cx="276747" cy="49932"/>
          </a:xfrm>
          <a:custGeom>
            <a:avLst/>
            <a:gdLst/>
            <a:ahLst/>
            <a:cxnLst/>
            <a:rect l="0" t="0" r="0" b="0"/>
            <a:pathLst>
              <a:path w="276747" h="49932">
                <a:moveTo>
                  <a:pt x="0" y="49932"/>
                </a:moveTo>
                <a:lnTo>
                  <a:pt x="276747" y="0"/>
                </a:lnTo>
              </a:path>
            </a:pathLst>
          </a:custGeom>
          <a:noFill/>
          <a:ln w="6906">
            <a:solidFill>
              <a:srgbClr val="EB4833">
                <a:alpha val="7000"/>
              </a:srgbClr>
            </a:solidFill>
            <a:prstDash val="solid"/>
          </a:ln>
        </p:spPr>
      </p:sp>
      <p:sp>
        <p:nvSpPr>
          <p:cNvPr id="440" name="lumia-token-stream-curve">
            <a:extLst>
              <a:ext uri="{FF2B5EF4-FFF2-40B4-BE49-F238E27FC236}">
                <a16:creationId xmlns:a16="http://schemas.microsoft.com/office/drawing/2014/main" id="{5F9F6227-38F4-447B-9606-860AA1A6CCD0}"/>
              </a:ext>
            </a:extLst>
          </p:cNvPr>
          <p:cNvSpPr>
            <a:spLocks noGrp="1"/>
          </p:cNvSpPr>
          <p:nvPr/>
        </p:nvSpPr>
        <p:spPr>
          <a:xfrm>
            <a:off x="5865558" y="6029811"/>
            <a:ext cx="278324" cy="43062"/>
          </a:xfrm>
          <a:custGeom>
            <a:avLst/>
            <a:gdLst/>
            <a:ahLst/>
            <a:cxnLst/>
            <a:rect l="0" t="0" r="0" b="0"/>
            <a:pathLst>
              <a:path w="278324" h="43062">
                <a:moveTo>
                  <a:pt x="0" y="43062"/>
                </a:moveTo>
                <a:lnTo>
                  <a:pt x="278324" y="0"/>
                </a:lnTo>
              </a:path>
            </a:pathLst>
          </a:custGeom>
          <a:noFill/>
          <a:ln w="7057">
            <a:solidFill>
              <a:srgbClr val="EC532F">
                <a:alpha val="7000"/>
              </a:srgbClr>
            </a:solidFill>
            <a:prstDash val="solid"/>
          </a:ln>
        </p:spPr>
      </p:sp>
      <p:sp>
        <p:nvSpPr>
          <p:cNvPr id="441" name="lumia-token-stream-curve">
            <a:extLst>
              <a:ext uri="{FF2B5EF4-FFF2-40B4-BE49-F238E27FC236}">
                <a16:creationId xmlns:a16="http://schemas.microsoft.com/office/drawing/2014/main" id="{E9A320F5-E970-49C9-BDB8-CF0D4591C82C}"/>
              </a:ext>
            </a:extLst>
          </p:cNvPr>
          <p:cNvSpPr>
            <a:spLocks noGrp="1"/>
          </p:cNvSpPr>
          <p:nvPr/>
        </p:nvSpPr>
        <p:spPr>
          <a:xfrm>
            <a:off x="6143882" y="5996839"/>
            <a:ext cx="279811" cy="32972"/>
          </a:xfrm>
          <a:custGeom>
            <a:avLst/>
            <a:gdLst/>
            <a:ahLst/>
            <a:cxnLst/>
            <a:rect l="0" t="0" r="0" b="0"/>
            <a:pathLst>
              <a:path w="279811" h="32972">
                <a:moveTo>
                  <a:pt x="0" y="32972"/>
                </a:moveTo>
                <a:lnTo>
                  <a:pt x="279811" y="0"/>
                </a:lnTo>
              </a:path>
            </a:pathLst>
          </a:custGeom>
          <a:noFill/>
          <a:ln w="7220">
            <a:solidFill>
              <a:srgbClr val="EE5E2A">
                <a:alpha val="7000"/>
              </a:srgbClr>
            </a:solidFill>
            <a:prstDash val="solid"/>
          </a:ln>
        </p:spPr>
      </p:sp>
      <p:sp>
        <p:nvSpPr>
          <p:cNvPr id="442" name="lumia-token-stream-curve">
            <a:extLst>
              <a:ext uri="{FF2B5EF4-FFF2-40B4-BE49-F238E27FC236}">
                <a16:creationId xmlns:a16="http://schemas.microsoft.com/office/drawing/2014/main" id="{1D445876-168D-4216-9B86-A9B5D6995215}"/>
              </a:ext>
            </a:extLst>
          </p:cNvPr>
          <p:cNvSpPr>
            <a:spLocks noGrp="1"/>
          </p:cNvSpPr>
          <p:nvPr/>
        </p:nvSpPr>
        <p:spPr>
          <a:xfrm>
            <a:off x="6423693" y="5975817"/>
            <a:ext cx="281206" cy="21022"/>
          </a:xfrm>
          <a:custGeom>
            <a:avLst/>
            <a:gdLst/>
            <a:ahLst/>
            <a:cxnLst/>
            <a:rect l="0" t="0" r="0" b="0"/>
            <a:pathLst>
              <a:path w="281206" h="21022">
                <a:moveTo>
                  <a:pt x="0" y="21022"/>
                </a:moveTo>
                <a:lnTo>
                  <a:pt x="281206" y="0"/>
                </a:lnTo>
              </a:path>
            </a:pathLst>
          </a:custGeom>
          <a:noFill/>
          <a:ln w="7393">
            <a:solidFill>
              <a:srgbClr val="EF6926">
                <a:alpha val="8000"/>
              </a:srgbClr>
            </a:solidFill>
            <a:prstDash val="solid"/>
          </a:ln>
        </p:spPr>
      </p:sp>
      <p:sp>
        <p:nvSpPr>
          <p:cNvPr id="443" name="lumia-token-stream-curve">
            <a:extLst>
              <a:ext uri="{FF2B5EF4-FFF2-40B4-BE49-F238E27FC236}">
                <a16:creationId xmlns:a16="http://schemas.microsoft.com/office/drawing/2014/main" id="{C424472A-BE08-4975-B9DF-9F00AB8A2DFD}"/>
              </a:ext>
            </a:extLst>
          </p:cNvPr>
          <p:cNvSpPr>
            <a:spLocks noGrp="1"/>
          </p:cNvSpPr>
          <p:nvPr/>
        </p:nvSpPr>
        <p:spPr>
          <a:xfrm>
            <a:off x="6704899" y="5966951"/>
            <a:ext cx="282511" cy="9525"/>
          </a:xfrm>
          <a:custGeom>
            <a:avLst/>
            <a:gdLst/>
            <a:ahLst/>
            <a:cxnLst/>
            <a:rect l="0" t="0" r="0" b="0"/>
            <a:pathLst>
              <a:path w="282511" h="9525">
                <a:moveTo>
                  <a:pt x="0" y="8866"/>
                </a:moveTo>
                <a:lnTo>
                  <a:pt x="282511" y="0"/>
                </a:lnTo>
              </a:path>
            </a:pathLst>
          </a:custGeom>
          <a:noFill/>
          <a:ln w="7574">
            <a:solidFill>
              <a:srgbClr val="F17322">
                <a:alpha val="8000"/>
              </a:srgbClr>
            </a:solidFill>
            <a:prstDash val="solid"/>
          </a:ln>
        </p:spPr>
      </p:sp>
      <p:sp>
        <p:nvSpPr>
          <p:cNvPr id="444" name="lumia-token-stream-curve">
            <a:extLst>
              <a:ext uri="{FF2B5EF4-FFF2-40B4-BE49-F238E27FC236}">
                <a16:creationId xmlns:a16="http://schemas.microsoft.com/office/drawing/2014/main" id="{2D81136C-E1F1-4A0C-81D9-18CA1DA37C91}"/>
              </a:ext>
            </a:extLst>
          </p:cNvPr>
          <p:cNvSpPr>
            <a:spLocks noGrp="1"/>
          </p:cNvSpPr>
          <p:nvPr/>
        </p:nvSpPr>
        <p:spPr>
          <a:xfrm>
            <a:off x="6987410" y="5966951"/>
            <a:ext cx="283725" cy="9525"/>
          </a:xfrm>
          <a:custGeom>
            <a:avLst/>
            <a:gdLst/>
            <a:ahLst/>
            <a:cxnLst/>
            <a:rect l="0" t="0" r="0" b="0"/>
            <a:pathLst>
              <a:path w="283725" h="9525">
                <a:moveTo>
                  <a:pt x="0" y="0"/>
                </a:moveTo>
                <a:lnTo>
                  <a:pt x="283725" y="1760"/>
                </a:lnTo>
              </a:path>
            </a:pathLst>
          </a:custGeom>
          <a:noFill/>
          <a:ln w="7761">
            <a:solidFill>
              <a:srgbClr val="F27E1E">
                <a:alpha val="8000"/>
              </a:srgbClr>
            </a:solidFill>
            <a:prstDash val="solid"/>
          </a:ln>
        </p:spPr>
      </p:sp>
      <p:sp>
        <p:nvSpPr>
          <p:cNvPr id="445" name="lumia-token-stream-curve">
            <a:extLst>
              <a:ext uri="{FF2B5EF4-FFF2-40B4-BE49-F238E27FC236}">
                <a16:creationId xmlns:a16="http://schemas.microsoft.com/office/drawing/2014/main" id="{46B0A584-6B38-435D-A628-F02298E2A1D1}"/>
              </a:ext>
            </a:extLst>
          </p:cNvPr>
          <p:cNvSpPr>
            <a:spLocks noGrp="1"/>
          </p:cNvSpPr>
          <p:nvPr/>
        </p:nvSpPr>
        <p:spPr>
          <a:xfrm>
            <a:off x="7271135" y="5968712"/>
            <a:ext cx="284847" cy="9525"/>
          </a:xfrm>
          <a:custGeom>
            <a:avLst/>
            <a:gdLst/>
            <a:ahLst/>
            <a:cxnLst/>
            <a:rect l="0" t="0" r="0" b="0"/>
            <a:pathLst>
              <a:path w="284847" h="9525">
                <a:moveTo>
                  <a:pt x="0" y="0"/>
                </a:moveTo>
                <a:lnTo>
                  <a:pt x="284847" y="9262"/>
                </a:lnTo>
              </a:path>
            </a:pathLst>
          </a:custGeom>
          <a:noFill/>
          <a:ln w="7952">
            <a:solidFill>
              <a:srgbClr val="F48919">
                <a:alpha val="8000"/>
              </a:srgbClr>
            </a:solidFill>
            <a:prstDash val="solid"/>
          </a:ln>
        </p:spPr>
      </p:sp>
      <p:sp>
        <p:nvSpPr>
          <p:cNvPr id="446" name="lumia-token-stream-curve">
            <a:extLst>
              <a:ext uri="{FF2B5EF4-FFF2-40B4-BE49-F238E27FC236}">
                <a16:creationId xmlns:a16="http://schemas.microsoft.com/office/drawing/2014/main" id="{F483C013-3630-45CC-B2E4-606CFC30A3C1}"/>
              </a:ext>
            </a:extLst>
          </p:cNvPr>
          <p:cNvSpPr>
            <a:spLocks noGrp="1"/>
          </p:cNvSpPr>
          <p:nvPr/>
        </p:nvSpPr>
        <p:spPr>
          <a:xfrm>
            <a:off x="7555982" y="5977973"/>
            <a:ext cx="285879" cy="12407"/>
          </a:xfrm>
          <a:custGeom>
            <a:avLst/>
            <a:gdLst/>
            <a:ahLst/>
            <a:cxnLst/>
            <a:rect l="0" t="0" r="0" b="0"/>
            <a:pathLst>
              <a:path w="285879" h="12407">
                <a:moveTo>
                  <a:pt x="0" y="0"/>
                </a:moveTo>
                <a:lnTo>
                  <a:pt x="285879" y="12407"/>
                </a:lnTo>
              </a:path>
            </a:pathLst>
          </a:custGeom>
          <a:noFill/>
          <a:ln w="8146">
            <a:solidFill>
              <a:srgbClr val="F59415">
                <a:alpha val="9000"/>
              </a:srgbClr>
            </a:solidFill>
            <a:prstDash val="solid"/>
          </a:ln>
        </p:spPr>
      </p:sp>
      <p:sp>
        <p:nvSpPr>
          <p:cNvPr id="447" name="lumia-token-stream-curve">
            <a:extLst>
              <a:ext uri="{FF2B5EF4-FFF2-40B4-BE49-F238E27FC236}">
                <a16:creationId xmlns:a16="http://schemas.microsoft.com/office/drawing/2014/main" id="{BA9C8CAC-1887-4124-9293-B046315B1C6A}"/>
              </a:ext>
            </a:extLst>
          </p:cNvPr>
          <p:cNvSpPr>
            <a:spLocks noGrp="1"/>
          </p:cNvSpPr>
          <p:nvPr/>
        </p:nvSpPr>
        <p:spPr>
          <a:xfrm>
            <a:off x="7841861" y="5990380"/>
            <a:ext cx="286820" cy="10503"/>
          </a:xfrm>
          <a:custGeom>
            <a:avLst/>
            <a:gdLst/>
            <a:ahLst/>
            <a:cxnLst/>
            <a:rect l="0" t="0" r="0" b="0"/>
            <a:pathLst>
              <a:path w="286820" h="10503">
                <a:moveTo>
                  <a:pt x="0" y="0"/>
                </a:moveTo>
                <a:lnTo>
                  <a:pt x="286820" y="10503"/>
                </a:lnTo>
              </a:path>
            </a:pathLst>
          </a:custGeom>
          <a:noFill/>
          <a:ln w="8340">
            <a:solidFill>
              <a:srgbClr val="F79E11">
                <a:alpha val="9000"/>
              </a:srgbClr>
            </a:solidFill>
            <a:prstDash val="solid"/>
          </a:ln>
        </p:spPr>
      </p:sp>
      <p:sp>
        <p:nvSpPr>
          <p:cNvPr id="448" name="lumia-token-stream-curve">
            <a:extLst>
              <a:ext uri="{FF2B5EF4-FFF2-40B4-BE49-F238E27FC236}">
                <a16:creationId xmlns:a16="http://schemas.microsoft.com/office/drawing/2014/main" id="{25B729E9-D537-485F-9BDA-5DB9310BAA32}"/>
              </a:ext>
            </a:extLst>
          </p:cNvPr>
          <p:cNvSpPr>
            <a:spLocks noGrp="1"/>
          </p:cNvSpPr>
          <p:nvPr/>
        </p:nvSpPr>
        <p:spPr>
          <a:xfrm>
            <a:off x="8128681" y="6000883"/>
            <a:ext cx="287670" cy="9525"/>
          </a:xfrm>
          <a:custGeom>
            <a:avLst/>
            <a:gdLst/>
            <a:ahLst/>
            <a:cxnLst/>
            <a:rect l="0" t="0" r="0" b="0"/>
            <a:pathLst>
              <a:path w="287670" h="9525">
                <a:moveTo>
                  <a:pt x="0" y="0"/>
                </a:moveTo>
                <a:lnTo>
                  <a:pt x="287670" y="3508"/>
                </a:lnTo>
              </a:path>
            </a:pathLst>
          </a:custGeom>
          <a:noFill/>
          <a:ln w="8534">
            <a:solidFill>
              <a:srgbClr val="F8A90C">
                <a:alpha val="9000"/>
              </a:srgbClr>
            </a:solidFill>
            <a:prstDash val="solid"/>
          </a:ln>
        </p:spPr>
      </p:sp>
      <p:sp>
        <p:nvSpPr>
          <p:cNvPr id="449" name="lumia-token-stream-curve">
            <a:extLst>
              <a:ext uri="{FF2B5EF4-FFF2-40B4-BE49-F238E27FC236}">
                <a16:creationId xmlns:a16="http://schemas.microsoft.com/office/drawing/2014/main" id="{D202A76E-FDC5-4FEA-A0F6-BE1208E26E8F}"/>
              </a:ext>
            </a:extLst>
          </p:cNvPr>
          <p:cNvSpPr>
            <a:spLocks noGrp="1"/>
          </p:cNvSpPr>
          <p:nvPr/>
        </p:nvSpPr>
        <p:spPr>
          <a:xfrm>
            <a:off x="8416350" y="5996449"/>
            <a:ext cx="288428" cy="9525"/>
          </a:xfrm>
          <a:custGeom>
            <a:avLst/>
            <a:gdLst/>
            <a:ahLst/>
            <a:cxnLst/>
            <a:rect l="0" t="0" r="0" b="0"/>
            <a:pathLst>
              <a:path w="288428" h="9525">
                <a:moveTo>
                  <a:pt x="0" y="7943"/>
                </a:moveTo>
                <a:lnTo>
                  <a:pt x="288428" y="0"/>
                </a:lnTo>
              </a:path>
            </a:pathLst>
          </a:custGeom>
          <a:noFill/>
          <a:ln w="8724">
            <a:solidFill>
              <a:srgbClr val="FAB408">
                <a:alpha val="9000"/>
              </a:srgbClr>
            </a:solidFill>
            <a:prstDash val="solid"/>
          </a:ln>
        </p:spPr>
      </p:sp>
      <p:sp>
        <p:nvSpPr>
          <p:cNvPr id="450" name="lumia-token-stream-curve">
            <a:extLst>
              <a:ext uri="{FF2B5EF4-FFF2-40B4-BE49-F238E27FC236}">
                <a16:creationId xmlns:a16="http://schemas.microsoft.com/office/drawing/2014/main" id="{F9579057-79F4-4E67-86E0-5D82209318D3}"/>
              </a:ext>
            </a:extLst>
          </p:cNvPr>
          <p:cNvSpPr>
            <a:spLocks noGrp="1"/>
          </p:cNvSpPr>
          <p:nvPr/>
        </p:nvSpPr>
        <p:spPr>
          <a:xfrm>
            <a:off x="8704779" y="5973837"/>
            <a:ext cx="289096" cy="22612"/>
          </a:xfrm>
          <a:custGeom>
            <a:avLst/>
            <a:gdLst/>
            <a:ahLst/>
            <a:cxnLst/>
            <a:rect l="0" t="0" r="0" b="0"/>
            <a:pathLst>
              <a:path w="289096" h="22612">
                <a:moveTo>
                  <a:pt x="0" y="22612"/>
                </a:moveTo>
                <a:lnTo>
                  <a:pt x="289096" y="0"/>
                </a:lnTo>
              </a:path>
            </a:pathLst>
          </a:custGeom>
          <a:noFill/>
          <a:ln w="8910">
            <a:solidFill>
              <a:srgbClr val="F7BC07">
                <a:alpha val="9000"/>
              </a:srgbClr>
            </a:solidFill>
            <a:prstDash val="solid"/>
          </a:ln>
        </p:spPr>
      </p:sp>
      <p:sp>
        <p:nvSpPr>
          <p:cNvPr id="451" name="lumia-token-stream-curve">
            <a:extLst>
              <a:ext uri="{FF2B5EF4-FFF2-40B4-BE49-F238E27FC236}">
                <a16:creationId xmlns:a16="http://schemas.microsoft.com/office/drawing/2014/main" id="{A00EEEBD-4298-474C-8786-07A55C768DEF}"/>
              </a:ext>
            </a:extLst>
          </p:cNvPr>
          <p:cNvSpPr>
            <a:spLocks noGrp="1"/>
          </p:cNvSpPr>
          <p:nvPr/>
        </p:nvSpPr>
        <p:spPr>
          <a:xfrm>
            <a:off x="8993875" y="5935028"/>
            <a:ext cx="289673" cy="38809"/>
          </a:xfrm>
          <a:custGeom>
            <a:avLst/>
            <a:gdLst/>
            <a:ahLst/>
            <a:cxnLst/>
            <a:rect l="0" t="0" r="0" b="0"/>
            <a:pathLst>
              <a:path w="289673" h="38809">
                <a:moveTo>
                  <a:pt x="0" y="38809"/>
                </a:moveTo>
                <a:lnTo>
                  <a:pt x="289673" y="0"/>
                </a:lnTo>
              </a:path>
            </a:pathLst>
          </a:custGeom>
          <a:noFill/>
          <a:ln w="9089">
            <a:solidFill>
              <a:srgbClr val="E5BA0E">
                <a:alpha val="10000"/>
              </a:srgbClr>
            </a:solidFill>
            <a:prstDash val="solid"/>
          </a:ln>
        </p:spPr>
      </p:sp>
      <p:sp>
        <p:nvSpPr>
          <p:cNvPr id="452" name="lumia-token-stream-curve">
            <a:extLst>
              <a:ext uri="{FF2B5EF4-FFF2-40B4-BE49-F238E27FC236}">
                <a16:creationId xmlns:a16="http://schemas.microsoft.com/office/drawing/2014/main" id="{C604BA14-4CCA-4387-AFFF-9EABF8CB795C}"/>
              </a:ext>
            </a:extLst>
          </p:cNvPr>
          <p:cNvSpPr>
            <a:spLocks noGrp="1"/>
          </p:cNvSpPr>
          <p:nvPr/>
        </p:nvSpPr>
        <p:spPr>
          <a:xfrm>
            <a:off x="9283548" y="5880411"/>
            <a:ext cx="290159" cy="54617"/>
          </a:xfrm>
          <a:custGeom>
            <a:avLst/>
            <a:gdLst/>
            <a:ahLst/>
            <a:cxnLst/>
            <a:rect l="0" t="0" r="0" b="0"/>
            <a:pathLst>
              <a:path w="290159" h="54617">
                <a:moveTo>
                  <a:pt x="0" y="54617"/>
                </a:moveTo>
                <a:lnTo>
                  <a:pt x="290159" y="0"/>
                </a:lnTo>
              </a:path>
            </a:pathLst>
          </a:custGeom>
          <a:noFill/>
          <a:ln w="9259">
            <a:solidFill>
              <a:srgbClr val="D3B815">
                <a:alpha val="10000"/>
              </a:srgbClr>
            </a:solidFill>
            <a:prstDash val="solid"/>
          </a:ln>
        </p:spPr>
      </p:sp>
      <p:sp>
        <p:nvSpPr>
          <p:cNvPr id="453" name="lumia-token-stream-curve">
            <a:extLst>
              <a:ext uri="{FF2B5EF4-FFF2-40B4-BE49-F238E27FC236}">
                <a16:creationId xmlns:a16="http://schemas.microsoft.com/office/drawing/2014/main" id="{B4BEB804-371B-4605-AF47-ED818E351952}"/>
              </a:ext>
            </a:extLst>
          </p:cNvPr>
          <p:cNvSpPr>
            <a:spLocks noGrp="1"/>
          </p:cNvSpPr>
          <p:nvPr/>
        </p:nvSpPr>
        <p:spPr>
          <a:xfrm>
            <a:off x="9573707" y="5812260"/>
            <a:ext cx="290554" cy="68151"/>
          </a:xfrm>
          <a:custGeom>
            <a:avLst/>
            <a:gdLst/>
            <a:ahLst/>
            <a:cxnLst/>
            <a:rect l="0" t="0" r="0" b="0"/>
            <a:pathLst>
              <a:path w="290554" h="68151">
                <a:moveTo>
                  <a:pt x="0" y="68151"/>
                </a:moveTo>
                <a:lnTo>
                  <a:pt x="290554" y="0"/>
                </a:lnTo>
              </a:path>
            </a:pathLst>
          </a:custGeom>
          <a:noFill/>
          <a:ln w="9419">
            <a:solidFill>
              <a:srgbClr val="C2B61C">
                <a:alpha val="10000"/>
              </a:srgbClr>
            </a:solidFill>
            <a:prstDash val="solid"/>
          </a:ln>
        </p:spPr>
      </p:sp>
      <p:sp>
        <p:nvSpPr>
          <p:cNvPr id="454" name="lumia-token-stream-curve">
            <a:extLst>
              <a:ext uri="{FF2B5EF4-FFF2-40B4-BE49-F238E27FC236}">
                <a16:creationId xmlns:a16="http://schemas.microsoft.com/office/drawing/2014/main" id="{9D0C856C-4745-4E40-B6C5-4E9CCAD75BBA}"/>
              </a:ext>
            </a:extLst>
          </p:cNvPr>
          <p:cNvSpPr>
            <a:spLocks noGrp="1"/>
          </p:cNvSpPr>
          <p:nvPr/>
        </p:nvSpPr>
        <p:spPr>
          <a:xfrm>
            <a:off x="9864261" y="5734441"/>
            <a:ext cx="290858" cy="77819"/>
          </a:xfrm>
          <a:custGeom>
            <a:avLst/>
            <a:gdLst/>
            <a:ahLst/>
            <a:cxnLst/>
            <a:rect l="0" t="0" r="0" b="0"/>
            <a:pathLst>
              <a:path w="290858" h="77819">
                <a:moveTo>
                  <a:pt x="0" y="77819"/>
                </a:moveTo>
                <a:lnTo>
                  <a:pt x="290858" y="0"/>
                </a:lnTo>
              </a:path>
            </a:pathLst>
          </a:custGeom>
          <a:noFill/>
          <a:ln w="9568">
            <a:solidFill>
              <a:srgbClr val="B0B422">
                <a:alpha val="10000"/>
              </a:srgbClr>
            </a:solidFill>
            <a:prstDash val="solid"/>
          </a:ln>
        </p:spPr>
      </p:sp>
      <p:sp>
        <p:nvSpPr>
          <p:cNvPr id="455" name="lumia-token-stream-curve">
            <a:extLst>
              <a:ext uri="{FF2B5EF4-FFF2-40B4-BE49-F238E27FC236}">
                <a16:creationId xmlns:a16="http://schemas.microsoft.com/office/drawing/2014/main" id="{0DE4CA8E-2D4F-4473-B6BD-5DF3EAF65701}"/>
              </a:ext>
            </a:extLst>
          </p:cNvPr>
          <p:cNvSpPr>
            <a:spLocks noGrp="1"/>
          </p:cNvSpPr>
          <p:nvPr/>
        </p:nvSpPr>
        <p:spPr>
          <a:xfrm>
            <a:off x="10155120" y="5651897"/>
            <a:ext cx="291071" cy="82544"/>
          </a:xfrm>
          <a:custGeom>
            <a:avLst/>
            <a:gdLst/>
            <a:ahLst/>
            <a:cxnLst/>
            <a:rect l="0" t="0" r="0" b="0"/>
            <a:pathLst>
              <a:path w="291071" h="82544">
                <a:moveTo>
                  <a:pt x="0" y="82544"/>
                </a:moveTo>
                <a:lnTo>
                  <a:pt x="291071" y="0"/>
                </a:lnTo>
              </a:path>
            </a:pathLst>
          </a:custGeom>
          <a:noFill/>
          <a:ln w="9702">
            <a:solidFill>
              <a:srgbClr val="9EB329">
                <a:alpha val="10000"/>
              </a:srgbClr>
            </a:solidFill>
            <a:prstDash val="solid"/>
          </a:ln>
        </p:spPr>
      </p:sp>
      <p:sp>
        <p:nvSpPr>
          <p:cNvPr id="456" name="lumia-token-stream-curve">
            <a:extLst>
              <a:ext uri="{FF2B5EF4-FFF2-40B4-BE49-F238E27FC236}">
                <a16:creationId xmlns:a16="http://schemas.microsoft.com/office/drawing/2014/main" id="{6256ED81-1760-4A82-AA32-13DF124FEEBD}"/>
              </a:ext>
            </a:extLst>
          </p:cNvPr>
          <p:cNvSpPr>
            <a:spLocks noGrp="1"/>
          </p:cNvSpPr>
          <p:nvPr/>
        </p:nvSpPr>
        <p:spPr>
          <a:xfrm>
            <a:off x="10446191" y="5569981"/>
            <a:ext cx="291193" cy="81916"/>
          </a:xfrm>
          <a:custGeom>
            <a:avLst/>
            <a:gdLst/>
            <a:ahLst/>
            <a:cxnLst/>
            <a:rect l="0" t="0" r="0" b="0"/>
            <a:pathLst>
              <a:path w="291193" h="81916">
                <a:moveTo>
                  <a:pt x="0" y="81916"/>
                </a:moveTo>
                <a:lnTo>
                  <a:pt x="291193" y="0"/>
                </a:lnTo>
              </a:path>
            </a:pathLst>
          </a:custGeom>
          <a:noFill/>
          <a:ln w="9821">
            <a:solidFill>
              <a:srgbClr val="8CB130">
                <a:alpha val="10000"/>
              </a:srgbClr>
            </a:solidFill>
            <a:prstDash val="solid"/>
          </a:ln>
        </p:spPr>
      </p:sp>
      <p:sp>
        <p:nvSpPr>
          <p:cNvPr id="457" name="lumia-token-stream-curve">
            <a:extLst>
              <a:ext uri="{FF2B5EF4-FFF2-40B4-BE49-F238E27FC236}">
                <a16:creationId xmlns:a16="http://schemas.microsoft.com/office/drawing/2014/main" id="{E5DC6C17-0BE8-4116-9195-D8FE199C324A}"/>
              </a:ext>
            </a:extLst>
          </p:cNvPr>
          <p:cNvSpPr>
            <a:spLocks noGrp="1"/>
          </p:cNvSpPr>
          <p:nvPr/>
        </p:nvSpPr>
        <p:spPr>
          <a:xfrm>
            <a:off x="10737384" y="5493725"/>
            <a:ext cx="291225" cy="76256"/>
          </a:xfrm>
          <a:custGeom>
            <a:avLst/>
            <a:gdLst/>
            <a:ahLst/>
            <a:cxnLst/>
            <a:rect l="0" t="0" r="0" b="0"/>
            <a:pathLst>
              <a:path w="291225" h="76256">
                <a:moveTo>
                  <a:pt x="0" y="76256"/>
                </a:moveTo>
                <a:lnTo>
                  <a:pt x="291225" y="0"/>
                </a:lnTo>
              </a:path>
            </a:pathLst>
          </a:custGeom>
          <a:noFill/>
          <a:ln w="9922">
            <a:solidFill>
              <a:srgbClr val="7BAF37">
                <a:alpha val="11000"/>
              </a:srgbClr>
            </a:solidFill>
            <a:prstDash val="solid"/>
          </a:ln>
        </p:spPr>
      </p:sp>
      <p:sp>
        <p:nvSpPr>
          <p:cNvPr id="458" name="lumia-token-stream-curve">
            <a:extLst>
              <a:ext uri="{FF2B5EF4-FFF2-40B4-BE49-F238E27FC236}">
                <a16:creationId xmlns:a16="http://schemas.microsoft.com/office/drawing/2014/main" id="{B1F80E86-5F8C-4C0D-A270-0769F37775C9}"/>
              </a:ext>
            </a:extLst>
          </p:cNvPr>
          <p:cNvSpPr>
            <a:spLocks noGrp="1"/>
          </p:cNvSpPr>
          <p:nvPr/>
        </p:nvSpPr>
        <p:spPr>
          <a:xfrm>
            <a:off x="11028609" y="5427152"/>
            <a:ext cx="291165" cy="66572"/>
          </a:xfrm>
          <a:custGeom>
            <a:avLst/>
            <a:gdLst/>
            <a:ahLst/>
            <a:cxnLst/>
            <a:rect l="0" t="0" r="0" b="0"/>
            <a:pathLst>
              <a:path w="291165" h="66572">
                <a:moveTo>
                  <a:pt x="0" y="66572"/>
                </a:moveTo>
                <a:lnTo>
                  <a:pt x="291165" y="0"/>
                </a:lnTo>
              </a:path>
            </a:pathLst>
          </a:custGeom>
          <a:noFill/>
          <a:ln w="10004">
            <a:solidFill>
              <a:srgbClr val="69AD3E">
                <a:alpha val="11000"/>
              </a:srgbClr>
            </a:solidFill>
            <a:prstDash val="solid"/>
          </a:ln>
        </p:spPr>
      </p:sp>
      <p:sp>
        <p:nvSpPr>
          <p:cNvPr id="459" name="lumia-token-stream-curve">
            <a:extLst>
              <a:ext uri="{FF2B5EF4-FFF2-40B4-BE49-F238E27FC236}">
                <a16:creationId xmlns:a16="http://schemas.microsoft.com/office/drawing/2014/main" id="{1544A552-B2DD-46DF-9130-ADBD6FA6C30D}"/>
              </a:ext>
            </a:extLst>
          </p:cNvPr>
          <p:cNvSpPr>
            <a:spLocks noGrp="1"/>
          </p:cNvSpPr>
          <p:nvPr/>
        </p:nvSpPr>
        <p:spPr>
          <a:xfrm>
            <a:off x="11319774" y="5372730"/>
            <a:ext cx="291014" cy="54422"/>
          </a:xfrm>
          <a:custGeom>
            <a:avLst/>
            <a:gdLst/>
            <a:ahLst/>
            <a:cxnLst/>
            <a:rect l="0" t="0" r="0" b="0"/>
            <a:pathLst>
              <a:path w="291014" h="54422">
                <a:moveTo>
                  <a:pt x="0" y="54422"/>
                </a:moveTo>
                <a:lnTo>
                  <a:pt x="291014" y="0"/>
                </a:lnTo>
              </a:path>
            </a:pathLst>
          </a:custGeom>
          <a:noFill/>
          <a:ln w="10065">
            <a:solidFill>
              <a:srgbClr val="57AC45">
                <a:alpha val="11000"/>
              </a:srgbClr>
            </a:solidFill>
            <a:prstDash val="solid"/>
          </a:ln>
        </p:spPr>
      </p:sp>
      <p:sp>
        <p:nvSpPr>
          <p:cNvPr id="460" name="lumia-token-stream-curve">
            <a:extLst>
              <a:ext uri="{FF2B5EF4-FFF2-40B4-BE49-F238E27FC236}">
                <a16:creationId xmlns:a16="http://schemas.microsoft.com/office/drawing/2014/main" id="{2F4B05AC-773B-4DE5-BC3B-4F782BF555FE}"/>
              </a:ext>
            </a:extLst>
          </p:cNvPr>
          <p:cNvSpPr>
            <a:spLocks noGrp="1"/>
          </p:cNvSpPr>
          <p:nvPr/>
        </p:nvSpPr>
        <p:spPr>
          <a:xfrm>
            <a:off x="11610788" y="5331033"/>
            <a:ext cx="290772" cy="41697"/>
          </a:xfrm>
          <a:custGeom>
            <a:avLst/>
            <a:gdLst/>
            <a:ahLst/>
            <a:cxnLst/>
            <a:rect l="0" t="0" r="0" b="0"/>
            <a:pathLst>
              <a:path w="290772" h="41697">
                <a:moveTo>
                  <a:pt x="0" y="41697"/>
                </a:moveTo>
                <a:lnTo>
                  <a:pt x="290772" y="0"/>
                </a:lnTo>
              </a:path>
            </a:pathLst>
          </a:custGeom>
          <a:noFill/>
          <a:ln w="10103">
            <a:solidFill>
              <a:srgbClr val="46AA4C">
                <a:alpha val="11000"/>
              </a:srgbClr>
            </a:solidFill>
            <a:prstDash val="solid"/>
          </a:ln>
        </p:spPr>
      </p:sp>
      <p:sp>
        <p:nvSpPr>
          <p:cNvPr id="461" name="lumia-token-stream-curve">
            <a:extLst>
              <a:ext uri="{FF2B5EF4-FFF2-40B4-BE49-F238E27FC236}">
                <a16:creationId xmlns:a16="http://schemas.microsoft.com/office/drawing/2014/main" id="{A341F5BA-9789-4256-A817-FF4190424EEC}"/>
              </a:ext>
            </a:extLst>
          </p:cNvPr>
          <p:cNvSpPr>
            <a:spLocks noGrp="1"/>
          </p:cNvSpPr>
          <p:nvPr/>
        </p:nvSpPr>
        <p:spPr>
          <a:xfrm>
            <a:off x="11901560" y="5300673"/>
            <a:ext cx="290440" cy="30360"/>
          </a:xfrm>
          <a:custGeom>
            <a:avLst/>
            <a:gdLst/>
            <a:ahLst/>
            <a:cxnLst/>
            <a:rect l="0" t="0" r="0" b="0"/>
            <a:pathLst>
              <a:path w="290440" h="30360">
                <a:moveTo>
                  <a:pt x="0" y="30360"/>
                </a:moveTo>
                <a:lnTo>
                  <a:pt x="290440" y="0"/>
                </a:lnTo>
              </a:path>
            </a:pathLst>
          </a:custGeom>
          <a:noFill/>
          <a:ln w="10116">
            <a:solidFill>
              <a:srgbClr val="34A853">
                <a:alpha val="11000"/>
              </a:srgbClr>
            </a:solidFill>
            <a:prstDash val="solid"/>
          </a:ln>
        </p:spPr>
      </p:sp>
      <p:sp>
        <p:nvSpPr>
          <p:cNvPr id="462" name="lumia-token-stream-curve">
            <a:extLst>
              <a:ext uri="{FF2B5EF4-FFF2-40B4-BE49-F238E27FC236}">
                <a16:creationId xmlns:a16="http://schemas.microsoft.com/office/drawing/2014/main" id="{BC2B5C1B-D6A2-4DC8-83AD-53C44268FAD1}"/>
              </a:ext>
            </a:extLst>
          </p:cNvPr>
          <p:cNvSpPr>
            <a:spLocks noGrp="1"/>
          </p:cNvSpPr>
          <p:nvPr/>
        </p:nvSpPr>
        <p:spPr>
          <a:xfrm>
            <a:off x="11889" y="6153521"/>
            <a:ext cx="208843" cy="12028"/>
          </a:xfrm>
          <a:custGeom>
            <a:avLst/>
            <a:gdLst/>
            <a:ahLst/>
            <a:cxnLst/>
            <a:rect l="0" t="0" r="0" b="0"/>
            <a:pathLst>
              <a:path w="208843" h="12028">
                <a:moveTo>
                  <a:pt x="0" y="12028"/>
                </a:moveTo>
                <a:lnTo>
                  <a:pt x="208843" y="0"/>
                </a:lnTo>
              </a:path>
            </a:pathLst>
          </a:custGeom>
          <a:noFill/>
          <a:ln w="6644">
            <a:solidFill>
              <a:srgbClr val="4285F4">
                <a:alpha val="5000"/>
              </a:srgbClr>
            </a:solidFill>
            <a:prstDash val="solid"/>
          </a:ln>
        </p:spPr>
      </p:sp>
      <p:sp>
        <p:nvSpPr>
          <p:cNvPr id="463" name="lumia-token-stream-curve">
            <a:extLst>
              <a:ext uri="{FF2B5EF4-FFF2-40B4-BE49-F238E27FC236}">
                <a16:creationId xmlns:a16="http://schemas.microsoft.com/office/drawing/2014/main" id="{C3322F95-DAB5-48EF-8CC0-D42DE014D4D5}"/>
              </a:ext>
            </a:extLst>
          </p:cNvPr>
          <p:cNvSpPr>
            <a:spLocks noGrp="1"/>
          </p:cNvSpPr>
          <p:nvPr/>
        </p:nvSpPr>
        <p:spPr>
          <a:xfrm>
            <a:off x="220732" y="6146350"/>
            <a:ext cx="212599" cy="9525"/>
          </a:xfrm>
          <a:custGeom>
            <a:avLst/>
            <a:gdLst/>
            <a:ahLst/>
            <a:cxnLst/>
            <a:rect l="0" t="0" r="0" b="0"/>
            <a:pathLst>
              <a:path w="212599" h="9525">
                <a:moveTo>
                  <a:pt x="0" y="7170"/>
                </a:moveTo>
                <a:lnTo>
                  <a:pt x="212599" y="0"/>
                </a:lnTo>
              </a:path>
            </a:pathLst>
          </a:custGeom>
          <a:noFill/>
          <a:ln w="6644">
            <a:solidFill>
              <a:srgbClr val="447EEC">
                <a:alpha val="5000"/>
              </a:srgbClr>
            </a:solidFill>
            <a:prstDash val="solid"/>
          </a:ln>
        </p:spPr>
      </p:sp>
      <p:sp>
        <p:nvSpPr>
          <p:cNvPr id="464" name="lumia-token-stream-curve">
            <a:extLst>
              <a:ext uri="{FF2B5EF4-FFF2-40B4-BE49-F238E27FC236}">
                <a16:creationId xmlns:a16="http://schemas.microsoft.com/office/drawing/2014/main" id="{40E05E96-D310-4B7A-A85B-F13A982A3663}"/>
              </a:ext>
            </a:extLst>
          </p:cNvPr>
          <p:cNvSpPr>
            <a:spLocks noGrp="1"/>
          </p:cNvSpPr>
          <p:nvPr/>
        </p:nvSpPr>
        <p:spPr>
          <a:xfrm>
            <a:off x="433331" y="6145602"/>
            <a:ext cx="216267" cy="9525"/>
          </a:xfrm>
          <a:custGeom>
            <a:avLst/>
            <a:gdLst/>
            <a:ahLst/>
            <a:cxnLst/>
            <a:rect l="0" t="0" r="0" b="0"/>
            <a:pathLst>
              <a:path w="216267" h="9525">
                <a:moveTo>
                  <a:pt x="0" y="748"/>
                </a:moveTo>
                <a:lnTo>
                  <a:pt x="216267" y="0"/>
                </a:lnTo>
              </a:path>
            </a:pathLst>
          </a:custGeom>
          <a:noFill/>
          <a:ln w="6644">
            <a:solidFill>
              <a:srgbClr val="4678E3">
                <a:alpha val="5000"/>
              </a:srgbClr>
            </a:solidFill>
            <a:prstDash val="solid"/>
          </a:ln>
        </p:spPr>
      </p:sp>
      <p:sp>
        <p:nvSpPr>
          <p:cNvPr id="465" name="lumia-token-stream-curve">
            <a:extLst>
              <a:ext uri="{FF2B5EF4-FFF2-40B4-BE49-F238E27FC236}">
                <a16:creationId xmlns:a16="http://schemas.microsoft.com/office/drawing/2014/main" id="{871B2E7D-626E-4B59-8A47-DB0CFE79708E}"/>
              </a:ext>
            </a:extLst>
          </p:cNvPr>
          <p:cNvSpPr>
            <a:spLocks noGrp="1"/>
          </p:cNvSpPr>
          <p:nvPr/>
        </p:nvSpPr>
        <p:spPr>
          <a:xfrm>
            <a:off x="649598" y="6145602"/>
            <a:ext cx="219850" cy="9525"/>
          </a:xfrm>
          <a:custGeom>
            <a:avLst/>
            <a:gdLst/>
            <a:ahLst/>
            <a:cxnLst/>
            <a:rect l="0" t="0" r="0" b="0"/>
            <a:pathLst>
              <a:path w="219850" h="9525">
                <a:moveTo>
                  <a:pt x="0" y="0"/>
                </a:moveTo>
                <a:lnTo>
                  <a:pt x="219850" y="6779"/>
                </a:lnTo>
              </a:path>
            </a:pathLst>
          </a:custGeom>
          <a:noFill/>
          <a:ln w="6644">
            <a:solidFill>
              <a:srgbClr val="4871DB">
                <a:alpha val="5000"/>
              </a:srgbClr>
            </a:solidFill>
            <a:prstDash val="solid"/>
          </a:ln>
        </p:spPr>
      </p:sp>
      <p:sp>
        <p:nvSpPr>
          <p:cNvPr id="466" name="lumia-token-stream-curve">
            <a:extLst>
              <a:ext uri="{FF2B5EF4-FFF2-40B4-BE49-F238E27FC236}">
                <a16:creationId xmlns:a16="http://schemas.microsoft.com/office/drawing/2014/main" id="{1CF1491F-7C1B-42C7-A80E-C0F79C6D8786}"/>
              </a:ext>
            </a:extLst>
          </p:cNvPr>
          <p:cNvSpPr>
            <a:spLocks noGrp="1"/>
          </p:cNvSpPr>
          <p:nvPr/>
        </p:nvSpPr>
        <p:spPr>
          <a:xfrm>
            <a:off x="869448" y="6152381"/>
            <a:ext cx="223346" cy="14798"/>
          </a:xfrm>
          <a:custGeom>
            <a:avLst/>
            <a:gdLst/>
            <a:ahLst/>
            <a:cxnLst/>
            <a:rect l="0" t="0" r="0" b="0"/>
            <a:pathLst>
              <a:path w="223346" h="14798">
                <a:moveTo>
                  <a:pt x="0" y="0"/>
                </a:moveTo>
                <a:lnTo>
                  <a:pt x="223346" y="14798"/>
                </a:lnTo>
              </a:path>
            </a:pathLst>
          </a:custGeom>
          <a:noFill/>
          <a:ln w="6644">
            <a:solidFill>
              <a:srgbClr val="4A6BD2">
                <a:alpha val="5000"/>
              </a:srgbClr>
            </a:solidFill>
            <a:prstDash val="solid"/>
          </a:ln>
        </p:spPr>
      </p:sp>
      <p:sp>
        <p:nvSpPr>
          <p:cNvPr id="467" name="lumia-token-stream-curve">
            <a:extLst>
              <a:ext uri="{FF2B5EF4-FFF2-40B4-BE49-F238E27FC236}">
                <a16:creationId xmlns:a16="http://schemas.microsoft.com/office/drawing/2014/main" id="{25471266-3A72-45EB-8551-40C7D4369D04}"/>
              </a:ext>
            </a:extLst>
          </p:cNvPr>
          <p:cNvSpPr>
            <a:spLocks noGrp="1"/>
          </p:cNvSpPr>
          <p:nvPr/>
        </p:nvSpPr>
        <p:spPr>
          <a:xfrm>
            <a:off x="1092794" y="6167179"/>
            <a:ext cx="226755" cy="22582"/>
          </a:xfrm>
          <a:custGeom>
            <a:avLst/>
            <a:gdLst/>
            <a:ahLst/>
            <a:cxnLst/>
            <a:rect l="0" t="0" r="0" b="0"/>
            <a:pathLst>
              <a:path w="226755" h="22582">
                <a:moveTo>
                  <a:pt x="0" y="0"/>
                </a:moveTo>
                <a:lnTo>
                  <a:pt x="226755" y="22582"/>
                </a:lnTo>
              </a:path>
            </a:pathLst>
          </a:custGeom>
          <a:noFill/>
          <a:ln w="6644">
            <a:solidFill>
              <a:srgbClr val="4C64CA">
                <a:alpha val="5000"/>
              </a:srgbClr>
            </a:solidFill>
            <a:prstDash val="solid"/>
          </a:ln>
        </p:spPr>
      </p:sp>
      <p:sp>
        <p:nvSpPr>
          <p:cNvPr id="468" name="lumia-token-stream-curve">
            <a:extLst>
              <a:ext uri="{FF2B5EF4-FFF2-40B4-BE49-F238E27FC236}">
                <a16:creationId xmlns:a16="http://schemas.microsoft.com/office/drawing/2014/main" id="{BEC8FA65-8867-4268-B2FE-45B8A501EF89}"/>
              </a:ext>
            </a:extLst>
          </p:cNvPr>
          <p:cNvSpPr>
            <a:spLocks noGrp="1"/>
          </p:cNvSpPr>
          <p:nvPr/>
        </p:nvSpPr>
        <p:spPr>
          <a:xfrm>
            <a:off x="1319549" y="6189761"/>
            <a:ext cx="230078" cy="29346"/>
          </a:xfrm>
          <a:custGeom>
            <a:avLst/>
            <a:gdLst/>
            <a:ahLst/>
            <a:cxnLst/>
            <a:rect l="0" t="0" r="0" b="0"/>
            <a:pathLst>
              <a:path w="230078" h="29346">
                <a:moveTo>
                  <a:pt x="0" y="0"/>
                </a:moveTo>
                <a:lnTo>
                  <a:pt x="230078" y="29346"/>
                </a:lnTo>
              </a:path>
            </a:pathLst>
          </a:custGeom>
          <a:noFill/>
          <a:ln w="6644">
            <a:solidFill>
              <a:srgbClr val="4E5EC1">
                <a:alpha val="5000"/>
              </a:srgbClr>
            </a:solidFill>
            <a:prstDash val="solid"/>
          </a:ln>
        </p:spPr>
      </p:sp>
      <p:sp>
        <p:nvSpPr>
          <p:cNvPr id="469" name="lumia-token-stream-curve">
            <a:extLst>
              <a:ext uri="{FF2B5EF4-FFF2-40B4-BE49-F238E27FC236}">
                <a16:creationId xmlns:a16="http://schemas.microsoft.com/office/drawing/2014/main" id="{38EBA83B-FFAF-4C45-B88D-DCA0442E8590}"/>
              </a:ext>
            </a:extLst>
          </p:cNvPr>
          <p:cNvSpPr>
            <a:spLocks noGrp="1"/>
          </p:cNvSpPr>
          <p:nvPr/>
        </p:nvSpPr>
        <p:spPr>
          <a:xfrm>
            <a:off x="1549626" y="6219107"/>
            <a:ext cx="233314" cy="34318"/>
          </a:xfrm>
          <a:custGeom>
            <a:avLst/>
            <a:gdLst/>
            <a:ahLst/>
            <a:cxnLst/>
            <a:rect l="0" t="0" r="0" b="0"/>
            <a:pathLst>
              <a:path w="233314" h="34318">
                <a:moveTo>
                  <a:pt x="0" y="0"/>
                </a:moveTo>
                <a:lnTo>
                  <a:pt x="233314" y="34318"/>
                </a:lnTo>
              </a:path>
            </a:pathLst>
          </a:custGeom>
          <a:noFill/>
          <a:ln w="6644">
            <a:solidFill>
              <a:srgbClr val="5057B9">
                <a:alpha val="5000"/>
              </a:srgbClr>
            </a:solidFill>
            <a:prstDash val="solid"/>
          </a:ln>
        </p:spPr>
      </p:sp>
      <p:sp>
        <p:nvSpPr>
          <p:cNvPr id="470" name="lumia-token-stream-curve">
            <a:extLst>
              <a:ext uri="{FF2B5EF4-FFF2-40B4-BE49-F238E27FC236}">
                <a16:creationId xmlns:a16="http://schemas.microsoft.com/office/drawing/2014/main" id="{02EA0F56-B9C2-4F3D-BB44-C2C5C04FFD58}"/>
              </a:ext>
            </a:extLst>
          </p:cNvPr>
          <p:cNvSpPr>
            <a:spLocks noGrp="1"/>
          </p:cNvSpPr>
          <p:nvPr/>
        </p:nvSpPr>
        <p:spPr>
          <a:xfrm>
            <a:off x="1782940" y="6253425"/>
            <a:ext cx="236464" cy="36818"/>
          </a:xfrm>
          <a:custGeom>
            <a:avLst/>
            <a:gdLst/>
            <a:ahLst/>
            <a:cxnLst/>
            <a:rect l="0" t="0" r="0" b="0"/>
            <a:pathLst>
              <a:path w="236464" h="36818">
                <a:moveTo>
                  <a:pt x="0" y="0"/>
                </a:moveTo>
                <a:lnTo>
                  <a:pt x="236464" y="36818"/>
                </a:lnTo>
              </a:path>
            </a:pathLst>
          </a:custGeom>
          <a:noFill/>
          <a:ln w="6644">
            <a:solidFill>
              <a:srgbClr val="5250B0">
                <a:alpha val="5000"/>
              </a:srgbClr>
            </a:solidFill>
            <a:prstDash val="solid"/>
          </a:ln>
        </p:spPr>
      </p:sp>
      <p:sp>
        <p:nvSpPr>
          <p:cNvPr id="471" name="lumia-token-stream-curve">
            <a:extLst>
              <a:ext uri="{FF2B5EF4-FFF2-40B4-BE49-F238E27FC236}">
                <a16:creationId xmlns:a16="http://schemas.microsoft.com/office/drawing/2014/main" id="{93BFC629-E353-4BA5-BF59-79A9F1947E78}"/>
              </a:ext>
            </a:extLst>
          </p:cNvPr>
          <p:cNvSpPr>
            <a:spLocks noGrp="1"/>
          </p:cNvSpPr>
          <p:nvPr/>
        </p:nvSpPr>
        <p:spPr>
          <a:xfrm>
            <a:off x="2019404" y="6290243"/>
            <a:ext cx="239527" cy="36345"/>
          </a:xfrm>
          <a:custGeom>
            <a:avLst/>
            <a:gdLst/>
            <a:ahLst/>
            <a:cxnLst/>
            <a:rect l="0" t="0" r="0" b="0"/>
            <a:pathLst>
              <a:path w="239527" h="36345">
                <a:moveTo>
                  <a:pt x="0" y="0"/>
                </a:moveTo>
                <a:lnTo>
                  <a:pt x="239527" y="36345"/>
                </a:lnTo>
              </a:path>
            </a:pathLst>
          </a:custGeom>
          <a:noFill/>
          <a:ln w="6644">
            <a:solidFill>
              <a:srgbClr val="544AA8">
                <a:alpha val="5000"/>
              </a:srgbClr>
            </a:solidFill>
            <a:prstDash val="solid"/>
          </a:ln>
        </p:spPr>
      </p:sp>
      <p:sp>
        <p:nvSpPr>
          <p:cNvPr id="472" name="lumia-token-stream-curve">
            <a:extLst>
              <a:ext uri="{FF2B5EF4-FFF2-40B4-BE49-F238E27FC236}">
                <a16:creationId xmlns:a16="http://schemas.microsoft.com/office/drawing/2014/main" id="{6DE83000-CDF9-446C-A80C-3D1E3790333E}"/>
              </a:ext>
            </a:extLst>
          </p:cNvPr>
          <p:cNvSpPr>
            <a:spLocks noGrp="1"/>
          </p:cNvSpPr>
          <p:nvPr/>
        </p:nvSpPr>
        <p:spPr>
          <a:xfrm>
            <a:off x="2258931" y="6326588"/>
            <a:ext cx="242503" cy="32643"/>
          </a:xfrm>
          <a:custGeom>
            <a:avLst/>
            <a:gdLst/>
            <a:ahLst/>
            <a:cxnLst/>
            <a:rect l="0" t="0" r="0" b="0"/>
            <a:pathLst>
              <a:path w="242503" h="32643">
                <a:moveTo>
                  <a:pt x="0" y="0"/>
                </a:moveTo>
                <a:lnTo>
                  <a:pt x="242503" y="32643"/>
                </a:lnTo>
              </a:path>
            </a:pathLst>
          </a:custGeom>
          <a:noFill/>
          <a:ln w="6644">
            <a:solidFill>
              <a:srgbClr val="5643A0">
                <a:alpha val="5000"/>
              </a:srgbClr>
            </a:solidFill>
            <a:prstDash val="solid"/>
          </a:ln>
        </p:spPr>
      </p:sp>
      <p:sp>
        <p:nvSpPr>
          <p:cNvPr id="473" name="lumia-token-stream-curve">
            <a:extLst>
              <a:ext uri="{FF2B5EF4-FFF2-40B4-BE49-F238E27FC236}">
                <a16:creationId xmlns:a16="http://schemas.microsoft.com/office/drawing/2014/main" id="{51CC8F8F-82FE-4CCD-BA9A-F679260F279F}"/>
              </a:ext>
            </a:extLst>
          </p:cNvPr>
          <p:cNvSpPr>
            <a:spLocks noGrp="1"/>
          </p:cNvSpPr>
          <p:nvPr/>
        </p:nvSpPr>
        <p:spPr>
          <a:xfrm>
            <a:off x="2501434" y="6359231"/>
            <a:ext cx="245394" cy="25761"/>
          </a:xfrm>
          <a:custGeom>
            <a:avLst/>
            <a:gdLst/>
            <a:ahLst/>
            <a:cxnLst/>
            <a:rect l="0" t="0" r="0" b="0"/>
            <a:pathLst>
              <a:path w="245394" h="25761">
                <a:moveTo>
                  <a:pt x="0" y="0"/>
                </a:moveTo>
                <a:lnTo>
                  <a:pt x="245394" y="25761"/>
                </a:lnTo>
              </a:path>
            </a:pathLst>
          </a:custGeom>
          <a:noFill/>
          <a:ln w="6644">
            <a:solidFill>
              <a:srgbClr val="583D97">
                <a:alpha val="5000"/>
              </a:srgbClr>
            </a:solidFill>
            <a:prstDash val="solid"/>
          </a:ln>
        </p:spPr>
      </p:sp>
      <p:sp>
        <p:nvSpPr>
          <p:cNvPr id="474" name="lumia-token-stream-curve">
            <a:extLst>
              <a:ext uri="{FF2B5EF4-FFF2-40B4-BE49-F238E27FC236}">
                <a16:creationId xmlns:a16="http://schemas.microsoft.com/office/drawing/2014/main" id="{1CE9F942-A2E7-48E1-88D0-A67BB49F5ADB}"/>
              </a:ext>
            </a:extLst>
          </p:cNvPr>
          <p:cNvSpPr>
            <a:spLocks noGrp="1"/>
          </p:cNvSpPr>
          <p:nvPr/>
        </p:nvSpPr>
        <p:spPr>
          <a:xfrm>
            <a:off x="2746828" y="6384992"/>
            <a:ext cx="248197" cy="16078"/>
          </a:xfrm>
          <a:custGeom>
            <a:avLst/>
            <a:gdLst/>
            <a:ahLst/>
            <a:cxnLst/>
            <a:rect l="0" t="0" r="0" b="0"/>
            <a:pathLst>
              <a:path w="248197" h="16078">
                <a:moveTo>
                  <a:pt x="0" y="0"/>
                </a:moveTo>
                <a:lnTo>
                  <a:pt x="248197" y="16078"/>
                </a:lnTo>
              </a:path>
            </a:pathLst>
          </a:custGeom>
          <a:noFill/>
          <a:ln w="6644">
            <a:solidFill>
              <a:srgbClr val="623C8F">
                <a:alpha val="5000"/>
              </a:srgbClr>
            </a:solidFill>
            <a:prstDash val="solid"/>
          </a:ln>
        </p:spPr>
      </p:sp>
      <p:sp>
        <p:nvSpPr>
          <p:cNvPr id="475" name="lumia-token-stream-curve">
            <a:extLst>
              <a:ext uri="{FF2B5EF4-FFF2-40B4-BE49-F238E27FC236}">
                <a16:creationId xmlns:a16="http://schemas.microsoft.com/office/drawing/2014/main" id="{347C1DB4-16D1-4857-BB6D-331954C2DBF1}"/>
              </a:ext>
            </a:extLst>
          </p:cNvPr>
          <p:cNvSpPr>
            <a:spLocks noGrp="1"/>
          </p:cNvSpPr>
          <p:nvPr/>
        </p:nvSpPr>
        <p:spPr>
          <a:xfrm>
            <a:off x="2995025" y="6401070"/>
            <a:ext cx="250914" cy="9525"/>
          </a:xfrm>
          <a:custGeom>
            <a:avLst/>
            <a:gdLst/>
            <a:ahLst/>
            <a:cxnLst/>
            <a:rect l="0" t="0" r="0" b="0"/>
            <a:pathLst>
              <a:path w="250914" h="9525">
                <a:moveTo>
                  <a:pt x="0" y="0"/>
                </a:moveTo>
                <a:lnTo>
                  <a:pt x="250914" y="4297"/>
                </a:lnTo>
              </a:path>
            </a:pathLst>
          </a:custGeom>
          <a:noFill/>
          <a:ln w="6644">
            <a:solidFill>
              <a:srgbClr val="6F3C86">
                <a:alpha val="5000"/>
              </a:srgbClr>
            </a:solidFill>
            <a:prstDash val="solid"/>
          </a:ln>
        </p:spPr>
      </p:sp>
      <p:sp>
        <p:nvSpPr>
          <p:cNvPr id="476" name="lumia-token-stream-curve">
            <a:extLst>
              <a:ext uri="{FF2B5EF4-FFF2-40B4-BE49-F238E27FC236}">
                <a16:creationId xmlns:a16="http://schemas.microsoft.com/office/drawing/2014/main" id="{F23A55CC-FD19-4AF1-8B39-C08DFC38BF6E}"/>
              </a:ext>
            </a:extLst>
          </p:cNvPr>
          <p:cNvSpPr>
            <a:spLocks noGrp="1"/>
          </p:cNvSpPr>
          <p:nvPr/>
        </p:nvSpPr>
        <p:spPr>
          <a:xfrm>
            <a:off x="3245939" y="6396762"/>
            <a:ext cx="253545" cy="9525"/>
          </a:xfrm>
          <a:custGeom>
            <a:avLst/>
            <a:gdLst/>
            <a:ahLst/>
            <a:cxnLst/>
            <a:rect l="0" t="0" r="0" b="0"/>
            <a:pathLst>
              <a:path w="253545" h="9525">
                <a:moveTo>
                  <a:pt x="0" y="8605"/>
                </a:moveTo>
                <a:lnTo>
                  <a:pt x="253545" y="0"/>
                </a:lnTo>
              </a:path>
            </a:pathLst>
          </a:custGeom>
          <a:noFill/>
          <a:ln w="6644">
            <a:solidFill>
              <a:srgbClr val="7C3D7E">
                <a:alpha val="5000"/>
              </a:srgbClr>
            </a:solidFill>
            <a:prstDash val="solid"/>
          </a:ln>
        </p:spPr>
      </p:sp>
      <p:sp>
        <p:nvSpPr>
          <p:cNvPr id="477" name="lumia-token-stream-curve">
            <a:extLst>
              <a:ext uri="{FF2B5EF4-FFF2-40B4-BE49-F238E27FC236}">
                <a16:creationId xmlns:a16="http://schemas.microsoft.com/office/drawing/2014/main" id="{AB0710F8-F098-4F71-890E-9797444CA8D5}"/>
              </a:ext>
            </a:extLst>
          </p:cNvPr>
          <p:cNvSpPr>
            <a:spLocks noGrp="1"/>
          </p:cNvSpPr>
          <p:nvPr/>
        </p:nvSpPr>
        <p:spPr>
          <a:xfrm>
            <a:off x="3499484" y="6375304"/>
            <a:ext cx="256089" cy="21458"/>
          </a:xfrm>
          <a:custGeom>
            <a:avLst/>
            <a:gdLst/>
            <a:ahLst/>
            <a:cxnLst/>
            <a:rect l="0" t="0" r="0" b="0"/>
            <a:pathLst>
              <a:path w="256089" h="21458">
                <a:moveTo>
                  <a:pt x="0" y="21458"/>
                </a:moveTo>
                <a:lnTo>
                  <a:pt x="256089" y="0"/>
                </a:lnTo>
              </a:path>
            </a:pathLst>
          </a:custGeom>
          <a:noFill/>
          <a:ln w="6644">
            <a:solidFill>
              <a:srgbClr val="893E75">
                <a:alpha val="5000"/>
              </a:srgbClr>
            </a:solidFill>
            <a:prstDash val="solid"/>
          </a:ln>
        </p:spPr>
      </p:sp>
      <p:sp>
        <p:nvSpPr>
          <p:cNvPr id="478" name="lumia-token-stream-curve">
            <a:extLst>
              <a:ext uri="{FF2B5EF4-FFF2-40B4-BE49-F238E27FC236}">
                <a16:creationId xmlns:a16="http://schemas.microsoft.com/office/drawing/2014/main" id="{316C8FDF-2929-4CCF-A29C-2EEDA14BA844}"/>
              </a:ext>
            </a:extLst>
          </p:cNvPr>
          <p:cNvSpPr>
            <a:spLocks noGrp="1"/>
          </p:cNvSpPr>
          <p:nvPr/>
        </p:nvSpPr>
        <p:spPr>
          <a:xfrm>
            <a:off x="3755573" y="6342288"/>
            <a:ext cx="258546" cy="33016"/>
          </a:xfrm>
          <a:custGeom>
            <a:avLst/>
            <a:gdLst/>
            <a:ahLst/>
            <a:cxnLst/>
            <a:rect l="0" t="0" r="0" b="0"/>
            <a:pathLst>
              <a:path w="258546" h="33016">
                <a:moveTo>
                  <a:pt x="0" y="33016"/>
                </a:moveTo>
                <a:lnTo>
                  <a:pt x="258546" y="0"/>
                </a:lnTo>
              </a:path>
            </a:pathLst>
          </a:custGeom>
          <a:noFill/>
          <a:ln w="6645">
            <a:solidFill>
              <a:srgbClr val="963E6C">
                <a:alpha val="6000"/>
              </a:srgbClr>
            </a:solidFill>
            <a:prstDash val="solid"/>
          </a:ln>
        </p:spPr>
      </p:sp>
      <p:sp>
        <p:nvSpPr>
          <p:cNvPr id="479" name="lumia-token-stream-curve">
            <a:extLst>
              <a:ext uri="{FF2B5EF4-FFF2-40B4-BE49-F238E27FC236}">
                <a16:creationId xmlns:a16="http://schemas.microsoft.com/office/drawing/2014/main" id="{F9B8D2E9-BB2C-4983-A7E7-77B534FFB21A}"/>
              </a:ext>
            </a:extLst>
          </p:cNvPr>
          <p:cNvSpPr>
            <a:spLocks noGrp="1"/>
          </p:cNvSpPr>
          <p:nvPr/>
        </p:nvSpPr>
        <p:spPr>
          <a:xfrm>
            <a:off x="4014119" y="6300190"/>
            <a:ext cx="260917" cy="42098"/>
          </a:xfrm>
          <a:custGeom>
            <a:avLst/>
            <a:gdLst/>
            <a:ahLst/>
            <a:cxnLst/>
            <a:rect l="0" t="0" r="0" b="0"/>
            <a:pathLst>
              <a:path w="260917" h="42098">
                <a:moveTo>
                  <a:pt x="0" y="42098"/>
                </a:moveTo>
                <a:lnTo>
                  <a:pt x="260917" y="0"/>
                </a:lnTo>
              </a:path>
            </a:pathLst>
          </a:custGeom>
          <a:noFill/>
          <a:ln w="6665">
            <a:solidFill>
              <a:srgbClr val="A33F64">
                <a:alpha val="6000"/>
              </a:srgbClr>
            </a:solidFill>
            <a:prstDash val="solid"/>
          </a:ln>
        </p:spPr>
      </p:sp>
      <p:sp>
        <p:nvSpPr>
          <p:cNvPr id="480" name="lumia-token-stream-curve">
            <a:extLst>
              <a:ext uri="{FF2B5EF4-FFF2-40B4-BE49-F238E27FC236}">
                <a16:creationId xmlns:a16="http://schemas.microsoft.com/office/drawing/2014/main" id="{C89872EA-64C0-4988-8D5A-EB4358F18E1B}"/>
              </a:ext>
            </a:extLst>
          </p:cNvPr>
          <p:cNvSpPr>
            <a:spLocks noGrp="1"/>
          </p:cNvSpPr>
          <p:nvPr/>
        </p:nvSpPr>
        <p:spPr>
          <a:xfrm>
            <a:off x="4275036" y="6252460"/>
            <a:ext cx="263202" cy="47730"/>
          </a:xfrm>
          <a:custGeom>
            <a:avLst/>
            <a:gdLst/>
            <a:ahLst/>
            <a:cxnLst/>
            <a:rect l="0" t="0" r="0" b="0"/>
            <a:pathLst>
              <a:path w="263202" h="47730">
                <a:moveTo>
                  <a:pt x="0" y="47730"/>
                </a:moveTo>
                <a:lnTo>
                  <a:pt x="263202" y="0"/>
                </a:lnTo>
              </a:path>
            </a:pathLst>
          </a:custGeom>
          <a:noFill/>
          <a:ln w="6711">
            <a:solidFill>
              <a:srgbClr val="B0405B">
                <a:alpha val="6000"/>
              </a:srgbClr>
            </a:solidFill>
            <a:prstDash val="solid"/>
          </a:ln>
        </p:spPr>
      </p:sp>
      <p:sp>
        <p:nvSpPr>
          <p:cNvPr id="481" name="lumia-token-stream-curve">
            <a:extLst>
              <a:ext uri="{FF2B5EF4-FFF2-40B4-BE49-F238E27FC236}">
                <a16:creationId xmlns:a16="http://schemas.microsoft.com/office/drawing/2014/main" id="{D37C1B4C-C862-491F-A87A-8EB87D9D5898}"/>
              </a:ext>
            </a:extLst>
          </p:cNvPr>
          <p:cNvSpPr>
            <a:spLocks noGrp="1"/>
          </p:cNvSpPr>
          <p:nvPr/>
        </p:nvSpPr>
        <p:spPr>
          <a:xfrm>
            <a:off x="4538238" y="6203183"/>
            <a:ext cx="265399" cy="49277"/>
          </a:xfrm>
          <a:custGeom>
            <a:avLst/>
            <a:gdLst/>
            <a:ahLst/>
            <a:cxnLst/>
            <a:rect l="0" t="0" r="0" b="0"/>
            <a:pathLst>
              <a:path w="265399" h="49277">
                <a:moveTo>
                  <a:pt x="0" y="49277"/>
                </a:moveTo>
                <a:lnTo>
                  <a:pt x="265399" y="0"/>
                </a:lnTo>
              </a:path>
            </a:pathLst>
          </a:custGeom>
          <a:noFill/>
          <a:ln w="6780">
            <a:solidFill>
              <a:srgbClr val="BD4153">
                <a:alpha val="6000"/>
              </a:srgbClr>
            </a:solidFill>
            <a:prstDash val="solid"/>
          </a:ln>
        </p:spPr>
      </p:sp>
      <p:sp>
        <p:nvSpPr>
          <p:cNvPr id="482" name="lumia-token-stream-curve">
            <a:extLst>
              <a:ext uri="{FF2B5EF4-FFF2-40B4-BE49-F238E27FC236}">
                <a16:creationId xmlns:a16="http://schemas.microsoft.com/office/drawing/2014/main" id="{9104C393-A0D3-4920-9424-9200467B7F40}"/>
              </a:ext>
            </a:extLst>
          </p:cNvPr>
          <p:cNvSpPr>
            <a:spLocks noGrp="1"/>
          </p:cNvSpPr>
          <p:nvPr/>
        </p:nvSpPr>
        <p:spPr>
          <a:xfrm>
            <a:off x="4803637" y="6156635"/>
            <a:ext cx="267511" cy="46548"/>
          </a:xfrm>
          <a:custGeom>
            <a:avLst/>
            <a:gdLst/>
            <a:ahLst/>
            <a:cxnLst/>
            <a:rect l="0" t="0" r="0" b="0"/>
            <a:pathLst>
              <a:path w="267511" h="46548">
                <a:moveTo>
                  <a:pt x="0" y="46548"/>
                </a:moveTo>
                <a:lnTo>
                  <a:pt x="267511" y="0"/>
                </a:lnTo>
              </a:path>
            </a:pathLst>
          </a:custGeom>
          <a:noFill/>
          <a:ln w="6872">
            <a:solidFill>
              <a:srgbClr val="CA414A">
                <a:alpha val="6000"/>
              </a:srgbClr>
            </a:solidFill>
            <a:prstDash val="solid"/>
          </a:ln>
        </p:spPr>
      </p:sp>
      <p:sp>
        <p:nvSpPr>
          <p:cNvPr id="483" name="lumia-token-stream-curve">
            <a:extLst>
              <a:ext uri="{FF2B5EF4-FFF2-40B4-BE49-F238E27FC236}">
                <a16:creationId xmlns:a16="http://schemas.microsoft.com/office/drawing/2014/main" id="{6DCC2AA8-3888-487B-8AC8-91B79E4529AB}"/>
              </a:ext>
            </a:extLst>
          </p:cNvPr>
          <p:cNvSpPr>
            <a:spLocks noGrp="1"/>
          </p:cNvSpPr>
          <p:nvPr/>
        </p:nvSpPr>
        <p:spPr>
          <a:xfrm>
            <a:off x="5071148" y="6116786"/>
            <a:ext cx="269536" cy="39849"/>
          </a:xfrm>
          <a:custGeom>
            <a:avLst/>
            <a:gdLst/>
            <a:ahLst/>
            <a:cxnLst/>
            <a:rect l="0" t="0" r="0" b="0"/>
            <a:pathLst>
              <a:path w="269536" h="39849">
                <a:moveTo>
                  <a:pt x="0" y="39849"/>
                </a:moveTo>
                <a:lnTo>
                  <a:pt x="269536" y="0"/>
                </a:lnTo>
              </a:path>
            </a:pathLst>
          </a:custGeom>
          <a:noFill/>
          <a:ln w="6983">
            <a:solidFill>
              <a:srgbClr val="D74242">
                <a:alpha val="6000"/>
              </a:srgbClr>
            </a:solidFill>
            <a:prstDash val="solid"/>
          </a:ln>
        </p:spPr>
      </p:sp>
      <p:sp>
        <p:nvSpPr>
          <p:cNvPr id="484" name="lumia-token-stream-curve">
            <a:extLst>
              <a:ext uri="{FF2B5EF4-FFF2-40B4-BE49-F238E27FC236}">
                <a16:creationId xmlns:a16="http://schemas.microsoft.com/office/drawing/2014/main" id="{E6E43698-492A-44D4-A297-0CEB5E7DCEC9}"/>
              </a:ext>
            </a:extLst>
          </p:cNvPr>
          <p:cNvSpPr>
            <a:spLocks noGrp="1"/>
          </p:cNvSpPr>
          <p:nvPr/>
        </p:nvSpPr>
        <p:spPr>
          <a:xfrm>
            <a:off x="5340683" y="6086804"/>
            <a:ext cx="271474" cy="29982"/>
          </a:xfrm>
          <a:custGeom>
            <a:avLst/>
            <a:gdLst/>
            <a:ahLst/>
            <a:cxnLst/>
            <a:rect l="0" t="0" r="0" b="0"/>
            <a:pathLst>
              <a:path w="271474" h="29982">
                <a:moveTo>
                  <a:pt x="0" y="29982"/>
                </a:moveTo>
                <a:lnTo>
                  <a:pt x="271474" y="0"/>
                </a:lnTo>
              </a:path>
            </a:pathLst>
          </a:custGeom>
          <a:noFill/>
          <a:ln w="7112">
            <a:solidFill>
              <a:srgbClr val="E44339">
                <a:alpha val="7000"/>
              </a:srgbClr>
            </a:solidFill>
            <a:prstDash val="solid"/>
          </a:ln>
        </p:spPr>
      </p:sp>
      <p:sp>
        <p:nvSpPr>
          <p:cNvPr id="485" name="lumia-token-stream-curve">
            <a:extLst>
              <a:ext uri="{FF2B5EF4-FFF2-40B4-BE49-F238E27FC236}">
                <a16:creationId xmlns:a16="http://schemas.microsoft.com/office/drawing/2014/main" id="{A774384E-164A-422A-8FAE-BAC3486ED96C}"/>
              </a:ext>
            </a:extLst>
          </p:cNvPr>
          <p:cNvSpPr>
            <a:spLocks noGrp="1"/>
          </p:cNvSpPr>
          <p:nvPr/>
        </p:nvSpPr>
        <p:spPr>
          <a:xfrm>
            <a:off x="5612157" y="6068628"/>
            <a:ext cx="273326" cy="18177"/>
          </a:xfrm>
          <a:custGeom>
            <a:avLst/>
            <a:gdLst/>
            <a:ahLst/>
            <a:cxnLst/>
            <a:rect l="0" t="0" r="0" b="0"/>
            <a:pathLst>
              <a:path w="273326" h="18177">
                <a:moveTo>
                  <a:pt x="0" y="18177"/>
                </a:moveTo>
                <a:lnTo>
                  <a:pt x="273326" y="0"/>
                </a:lnTo>
              </a:path>
            </a:pathLst>
          </a:custGeom>
          <a:noFill/>
          <a:ln w="7257">
            <a:solidFill>
              <a:srgbClr val="EB4833">
                <a:alpha val="7000"/>
              </a:srgbClr>
            </a:solidFill>
            <a:prstDash val="solid"/>
          </a:ln>
        </p:spPr>
      </p:sp>
      <p:sp>
        <p:nvSpPr>
          <p:cNvPr id="486" name="lumia-token-stream-curve">
            <a:extLst>
              <a:ext uri="{FF2B5EF4-FFF2-40B4-BE49-F238E27FC236}">
                <a16:creationId xmlns:a16="http://schemas.microsoft.com/office/drawing/2014/main" id="{5F229BDF-242C-4291-90BB-2FFFB0730421}"/>
              </a:ext>
            </a:extLst>
          </p:cNvPr>
          <p:cNvSpPr>
            <a:spLocks noGrp="1"/>
          </p:cNvSpPr>
          <p:nvPr/>
        </p:nvSpPr>
        <p:spPr>
          <a:xfrm>
            <a:off x="5885483" y="6062666"/>
            <a:ext cx="275091" cy="9525"/>
          </a:xfrm>
          <a:custGeom>
            <a:avLst/>
            <a:gdLst/>
            <a:ahLst/>
            <a:cxnLst/>
            <a:rect l="0" t="0" r="0" b="0"/>
            <a:pathLst>
              <a:path w="275091" h="9525">
                <a:moveTo>
                  <a:pt x="0" y="5961"/>
                </a:moveTo>
                <a:lnTo>
                  <a:pt x="275091" y="0"/>
                </a:lnTo>
              </a:path>
            </a:pathLst>
          </a:custGeom>
          <a:noFill/>
          <a:ln w="7416">
            <a:solidFill>
              <a:srgbClr val="EC532F">
                <a:alpha val="7000"/>
              </a:srgbClr>
            </a:solidFill>
            <a:prstDash val="solid"/>
          </a:ln>
        </p:spPr>
      </p:sp>
      <p:sp>
        <p:nvSpPr>
          <p:cNvPr id="487" name="lumia-token-stream-curve">
            <a:extLst>
              <a:ext uri="{FF2B5EF4-FFF2-40B4-BE49-F238E27FC236}">
                <a16:creationId xmlns:a16="http://schemas.microsoft.com/office/drawing/2014/main" id="{B2F467F1-28BF-45EC-A729-FA220CC49D9B}"/>
              </a:ext>
            </a:extLst>
          </p:cNvPr>
          <p:cNvSpPr>
            <a:spLocks noGrp="1"/>
          </p:cNvSpPr>
          <p:nvPr/>
        </p:nvSpPr>
        <p:spPr>
          <a:xfrm>
            <a:off x="6160573" y="6062666"/>
            <a:ext cx="276769" cy="9525"/>
          </a:xfrm>
          <a:custGeom>
            <a:avLst/>
            <a:gdLst/>
            <a:ahLst/>
            <a:cxnLst/>
            <a:rect l="0" t="0" r="0" b="0"/>
            <a:pathLst>
              <a:path w="276769" h="9525">
                <a:moveTo>
                  <a:pt x="0" y="0"/>
                </a:moveTo>
                <a:lnTo>
                  <a:pt x="276769" y="5011"/>
                </a:lnTo>
              </a:path>
            </a:pathLst>
          </a:custGeom>
          <a:noFill/>
          <a:ln w="7588">
            <a:solidFill>
              <a:srgbClr val="EE5E2A">
                <a:alpha val="7000"/>
              </a:srgbClr>
            </a:solidFill>
            <a:prstDash val="solid"/>
          </a:ln>
        </p:spPr>
      </p:sp>
      <p:sp>
        <p:nvSpPr>
          <p:cNvPr id="488" name="lumia-token-stream-curve">
            <a:extLst>
              <a:ext uri="{FF2B5EF4-FFF2-40B4-BE49-F238E27FC236}">
                <a16:creationId xmlns:a16="http://schemas.microsoft.com/office/drawing/2014/main" id="{68318486-213C-4CA2-B0A3-5B822E42C055}"/>
              </a:ext>
            </a:extLst>
          </p:cNvPr>
          <p:cNvSpPr>
            <a:spLocks noGrp="1"/>
          </p:cNvSpPr>
          <p:nvPr/>
        </p:nvSpPr>
        <p:spPr>
          <a:xfrm>
            <a:off x="6437343" y="6067677"/>
            <a:ext cx="278362" cy="13168"/>
          </a:xfrm>
          <a:custGeom>
            <a:avLst/>
            <a:gdLst/>
            <a:ahLst/>
            <a:cxnLst/>
            <a:rect l="0" t="0" r="0" b="0"/>
            <a:pathLst>
              <a:path w="278362" h="13168">
                <a:moveTo>
                  <a:pt x="0" y="0"/>
                </a:moveTo>
                <a:lnTo>
                  <a:pt x="278362" y="13168"/>
                </a:lnTo>
              </a:path>
            </a:pathLst>
          </a:custGeom>
          <a:noFill/>
          <a:ln w="7769">
            <a:solidFill>
              <a:srgbClr val="EF6926">
                <a:alpha val="8000"/>
              </a:srgbClr>
            </a:solidFill>
            <a:prstDash val="solid"/>
          </a:ln>
        </p:spPr>
      </p:sp>
      <p:sp>
        <p:nvSpPr>
          <p:cNvPr id="489" name="lumia-token-stream-curve">
            <a:extLst>
              <a:ext uri="{FF2B5EF4-FFF2-40B4-BE49-F238E27FC236}">
                <a16:creationId xmlns:a16="http://schemas.microsoft.com/office/drawing/2014/main" id="{06F4486D-1E1F-41CA-996F-30F9D0AA753A}"/>
              </a:ext>
            </a:extLst>
          </p:cNvPr>
          <p:cNvSpPr>
            <a:spLocks noGrp="1"/>
          </p:cNvSpPr>
          <p:nvPr/>
        </p:nvSpPr>
        <p:spPr>
          <a:xfrm>
            <a:off x="6715704" y="6080845"/>
            <a:ext cx="279867" cy="17227"/>
          </a:xfrm>
          <a:custGeom>
            <a:avLst/>
            <a:gdLst/>
            <a:ahLst/>
            <a:cxnLst/>
            <a:rect l="0" t="0" r="0" b="0"/>
            <a:pathLst>
              <a:path w="279867" h="17227">
                <a:moveTo>
                  <a:pt x="0" y="0"/>
                </a:moveTo>
                <a:lnTo>
                  <a:pt x="279867" y="17227"/>
                </a:lnTo>
              </a:path>
            </a:pathLst>
          </a:custGeom>
          <a:noFill/>
          <a:ln w="7959">
            <a:solidFill>
              <a:srgbClr val="F17322">
                <a:alpha val="8000"/>
              </a:srgbClr>
            </a:solidFill>
            <a:prstDash val="solid"/>
          </a:ln>
        </p:spPr>
      </p:sp>
      <p:sp>
        <p:nvSpPr>
          <p:cNvPr id="490" name="lumia-token-stream-curve">
            <a:extLst>
              <a:ext uri="{FF2B5EF4-FFF2-40B4-BE49-F238E27FC236}">
                <a16:creationId xmlns:a16="http://schemas.microsoft.com/office/drawing/2014/main" id="{FBA8B81C-4D82-42BA-AB5D-3292D36A38C2}"/>
              </a:ext>
            </a:extLst>
          </p:cNvPr>
          <p:cNvSpPr>
            <a:spLocks noGrp="1"/>
          </p:cNvSpPr>
          <p:nvPr/>
        </p:nvSpPr>
        <p:spPr>
          <a:xfrm>
            <a:off x="6995572" y="6098072"/>
            <a:ext cx="281286" cy="16376"/>
          </a:xfrm>
          <a:custGeom>
            <a:avLst/>
            <a:gdLst/>
            <a:ahLst/>
            <a:cxnLst/>
            <a:rect l="0" t="0" r="0" b="0"/>
            <a:pathLst>
              <a:path w="281286" h="16376">
                <a:moveTo>
                  <a:pt x="0" y="0"/>
                </a:moveTo>
                <a:lnTo>
                  <a:pt x="281286" y="16376"/>
                </a:lnTo>
              </a:path>
            </a:pathLst>
          </a:custGeom>
          <a:noFill/>
          <a:ln w="8156">
            <a:solidFill>
              <a:srgbClr val="F27E1E">
                <a:alpha val="8000"/>
              </a:srgbClr>
            </a:solidFill>
            <a:prstDash val="solid"/>
          </a:ln>
        </p:spPr>
      </p:sp>
      <p:sp>
        <p:nvSpPr>
          <p:cNvPr id="491" name="lumia-token-stream-curve">
            <a:extLst>
              <a:ext uri="{FF2B5EF4-FFF2-40B4-BE49-F238E27FC236}">
                <a16:creationId xmlns:a16="http://schemas.microsoft.com/office/drawing/2014/main" id="{DAA0CBD6-15D3-415B-B584-31602F2BEBCD}"/>
              </a:ext>
            </a:extLst>
          </p:cNvPr>
          <p:cNvSpPr>
            <a:spLocks noGrp="1"/>
          </p:cNvSpPr>
          <p:nvPr/>
        </p:nvSpPr>
        <p:spPr>
          <a:xfrm>
            <a:off x="7276858" y="6114448"/>
            <a:ext cx="282619" cy="10402"/>
          </a:xfrm>
          <a:custGeom>
            <a:avLst/>
            <a:gdLst/>
            <a:ahLst/>
            <a:cxnLst/>
            <a:rect l="0" t="0" r="0" b="0"/>
            <a:pathLst>
              <a:path w="282619" h="10402">
                <a:moveTo>
                  <a:pt x="0" y="0"/>
                </a:moveTo>
                <a:lnTo>
                  <a:pt x="282619" y="10402"/>
                </a:lnTo>
              </a:path>
            </a:pathLst>
          </a:custGeom>
          <a:noFill/>
          <a:ln w="8357">
            <a:solidFill>
              <a:srgbClr val="F48919">
                <a:alpha val="8000"/>
              </a:srgbClr>
            </a:solidFill>
            <a:prstDash val="solid"/>
          </a:ln>
        </p:spPr>
      </p:sp>
      <p:sp>
        <p:nvSpPr>
          <p:cNvPr id="492" name="lumia-token-stream-curve">
            <a:extLst>
              <a:ext uri="{FF2B5EF4-FFF2-40B4-BE49-F238E27FC236}">
                <a16:creationId xmlns:a16="http://schemas.microsoft.com/office/drawing/2014/main" id="{A3F5174F-E3B6-47B4-8974-F79B58CC033D}"/>
              </a:ext>
            </a:extLst>
          </p:cNvPr>
          <p:cNvSpPr>
            <a:spLocks noGrp="1"/>
          </p:cNvSpPr>
          <p:nvPr/>
        </p:nvSpPr>
        <p:spPr>
          <a:xfrm>
            <a:off x="7559477" y="6124594"/>
            <a:ext cx="283865" cy="9525"/>
          </a:xfrm>
          <a:custGeom>
            <a:avLst/>
            <a:gdLst/>
            <a:ahLst/>
            <a:cxnLst/>
            <a:rect l="0" t="0" r="0" b="0"/>
            <a:pathLst>
              <a:path w="283865" h="9525">
                <a:moveTo>
                  <a:pt x="0" y="256"/>
                </a:moveTo>
                <a:lnTo>
                  <a:pt x="283865" y="0"/>
                </a:lnTo>
              </a:path>
            </a:pathLst>
          </a:custGeom>
          <a:noFill/>
          <a:ln w="8560">
            <a:solidFill>
              <a:srgbClr val="F59415">
                <a:alpha val="9000"/>
              </a:srgbClr>
            </a:solidFill>
            <a:prstDash val="solid"/>
          </a:ln>
        </p:spPr>
      </p:sp>
      <p:sp>
        <p:nvSpPr>
          <p:cNvPr id="493" name="lumia-token-stream-curve">
            <a:extLst>
              <a:ext uri="{FF2B5EF4-FFF2-40B4-BE49-F238E27FC236}">
                <a16:creationId xmlns:a16="http://schemas.microsoft.com/office/drawing/2014/main" id="{63B3C88E-4913-4CCB-A86B-575857CA8D0F}"/>
              </a:ext>
            </a:extLst>
          </p:cNvPr>
          <p:cNvSpPr>
            <a:spLocks noGrp="1"/>
          </p:cNvSpPr>
          <p:nvPr/>
        </p:nvSpPr>
        <p:spPr>
          <a:xfrm>
            <a:off x="7843342" y="6110060"/>
            <a:ext cx="285024" cy="14535"/>
          </a:xfrm>
          <a:custGeom>
            <a:avLst/>
            <a:gdLst/>
            <a:ahLst/>
            <a:cxnLst/>
            <a:rect l="0" t="0" r="0" b="0"/>
            <a:pathLst>
              <a:path w="285024" h="14535">
                <a:moveTo>
                  <a:pt x="0" y="14535"/>
                </a:moveTo>
                <a:lnTo>
                  <a:pt x="285024" y="0"/>
                </a:lnTo>
              </a:path>
            </a:pathLst>
          </a:custGeom>
          <a:noFill/>
          <a:ln w="8764">
            <a:solidFill>
              <a:srgbClr val="F79E11">
                <a:alpha val="9000"/>
              </a:srgbClr>
            </a:solidFill>
            <a:prstDash val="solid"/>
          </a:ln>
        </p:spPr>
      </p:sp>
      <p:sp>
        <p:nvSpPr>
          <p:cNvPr id="494" name="lumia-token-stream-curve">
            <a:extLst>
              <a:ext uri="{FF2B5EF4-FFF2-40B4-BE49-F238E27FC236}">
                <a16:creationId xmlns:a16="http://schemas.microsoft.com/office/drawing/2014/main" id="{53C52D11-0B40-4D01-8322-CE7B0147F4D2}"/>
              </a:ext>
            </a:extLst>
          </p:cNvPr>
          <p:cNvSpPr>
            <a:spLocks noGrp="1"/>
          </p:cNvSpPr>
          <p:nvPr/>
        </p:nvSpPr>
        <p:spPr>
          <a:xfrm>
            <a:off x="8128366" y="6079192"/>
            <a:ext cx="286097" cy="30867"/>
          </a:xfrm>
          <a:custGeom>
            <a:avLst/>
            <a:gdLst/>
            <a:ahLst/>
            <a:cxnLst/>
            <a:rect l="0" t="0" r="0" b="0"/>
            <a:pathLst>
              <a:path w="286097" h="30867">
                <a:moveTo>
                  <a:pt x="0" y="30867"/>
                </a:moveTo>
                <a:lnTo>
                  <a:pt x="286097" y="0"/>
                </a:lnTo>
              </a:path>
            </a:pathLst>
          </a:custGeom>
          <a:noFill/>
          <a:ln w="8968">
            <a:solidFill>
              <a:srgbClr val="F8A90C">
                <a:alpha val="9000"/>
              </a:srgbClr>
            </a:solidFill>
            <a:prstDash val="solid"/>
          </a:ln>
        </p:spPr>
      </p:sp>
      <p:sp>
        <p:nvSpPr>
          <p:cNvPr id="495" name="lumia-token-stream-curve">
            <a:extLst>
              <a:ext uri="{FF2B5EF4-FFF2-40B4-BE49-F238E27FC236}">
                <a16:creationId xmlns:a16="http://schemas.microsoft.com/office/drawing/2014/main" id="{401FB6B1-1434-48A8-A33C-26D819F4B508}"/>
              </a:ext>
            </a:extLst>
          </p:cNvPr>
          <p:cNvSpPr>
            <a:spLocks noGrp="1"/>
          </p:cNvSpPr>
          <p:nvPr/>
        </p:nvSpPr>
        <p:spPr>
          <a:xfrm>
            <a:off x="8414464" y="6031815"/>
            <a:ext cx="287084" cy="47377"/>
          </a:xfrm>
          <a:custGeom>
            <a:avLst/>
            <a:gdLst/>
            <a:ahLst/>
            <a:cxnLst/>
            <a:rect l="0" t="0" r="0" b="0"/>
            <a:pathLst>
              <a:path w="287084" h="47377">
                <a:moveTo>
                  <a:pt x="0" y="47377"/>
                </a:moveTo>
                <a:lnTo>
                  <a:pt x="287084" y="0"/>
                </a:lnTo>
              </a:path>
            </a:pathLst>
          </a:custGeom>
          <a:noFill/>
          <a:ln w="9168">
            <a:solidFill>
              <a:srgbClr val="FAB408">
                <a:alpha val="9000"/>
              </a:srgbClr>
            </a:solidFill>
            <a:prstDash val="solid"/>
          </a:ln>
        </p:spPr>
      </p:sp>
      <p:sp>
        <p:nvSpPr>
          <p:cNvPr id="496" name="lumia-token-stream-curve">
            <a:extLst>
              <a:ext uri="{FF2B5EF4-FFF2-40B4-BE49-F238E27FC236}">
                <a16:creationId xmlns:a16="http://schemas.microsoft.com/office/drawing/2014/main" id="{FF69D8BA-16B3-4FFC-B6DA-CEBB4B1B4EA7}"/>
              </a:ext>
            </a:extLst>
          </p:cNvPr>
          <p:cNvSpPr>
            <a:spLocks noGrp="1"/>
          </p:cNvSpPr>
          <p:nvPr/>
        </p:nvSpPr>
        <p:spPr>
          <a:xfrm>
            <a:off x="8701548" y="5969696"/>
            <a:ext cx="287984" cy="62119"/>
          </a:xfrm>
          <a:custGeom>
            <a:avLst/>
            <a:gdLst/>
            <a:ahLst/>
            <a:cxnLst/>
            <a:rect l="0" t="0" r="0" b="0"/>
            <a:pathLst>
              <a:path w="287984" h="62119">
                <a:moveTo>
                  <a:pt x="0" y="62119"/>
                </a:moveTo>
                <a:lnTo>
                  <a:pt x="287984" y="0"/>
                </a:lnTo>
              </a:path>
            </a:pathLst>
          </a:custGeom>
          <a:noFill/>
          <a:ln w="9363">
            <a:solidFill>
              <a:srgbClr val="F7BC07">
                <a:alpha val="9000"/>
              </a:srgbClr>
            </a:solidFill>
            <a:prstDash val="solid"/>
          </a:ln>
        </p:spPr>
      </p:sp>
      <p:sp>
        <p:nvSpPr>
          <p:cNvPr id="497" name="lumia-token-stream-curve">
            <a:extLst>
              <a:ext uri="{FF2B5EF4-FFF2-40B4-BE49-F238E27FC236}">
                <a16:creationId xmlns:a16="http://schemas.microsoft.com/office/drawing/2014/main" id="{A7877FB5-0B27-4098-AEF7-E5E6312383BD}"/>
              </a:ext>
            </a:extLst>
          </p:cNvPr>
          <p:cNvSpPr>
            <a:spLocks noGrp="1"/>
          </p:cNvSpPr>
          <p:nvPr/>
        </p:nvSpPr>
        <p:spPr>
          <a:xfrm>
            <a:off x="8989532" y="5896351"/>
            <a:ext cx="288797" cy="73346"/>
          </a:xfrm>
          <a:custGeom>
            <a:avLst/>
            <a:gdLst/>
            <a:ahLst/>
            <a:cxnLst/>
            <a:rect l="0" t="0" r="0" b="0"/>
            <a:pathLst>
              <a:path w="288797" h="73346">
                <a:moveTo>
                  <a:pt x="0" y="73346"/>
                </a:moveTo>
                <a:lnTo>
                  <a:pt x="288797" y="0"/>
                </a:lnTo>
              </a:path>
            </a:pathLst>
          </a:custGeom>
          <a:noFill/>
          <a:ln w="9551">
            <a:solidFill>
              <a:srgbClr val="E5BA0E">
                <a:alpha val="10000"/>
              </a:srgbClr>
            </a:solidFill>
            <a:prstDash val="solid"/>
          </a:ln>
        </p:spPr>
      </p:sp>
      <p:sp>
        <p:nvSpPr>
          <p:cNvPr id="498" name="lumia-token-stream-curve">
            <a:extLst>
              <a:ext uri="{FF2B5EF4-FFF2-40B4-BE49-F238E27FC236}">
                <a16:creationId xmlns:a16="http://schemas.microsoft.com/office/drawing/2014/main" id="{CEAACC56-921E-47B2-AB94-6D9420A72144}"/>
              </a:ext>
            </a:extLst>
          </p:cNvPr>
          <p:cNvSpPr>
            <a:spLocks noGrp="1"/>
          </p:cNvSpPr>
          <p:nvPr/>
        </p:nvSpPr>
        <p:spPr>
          <a:xfrm>
            <a:off x="9278329" y="5816604"/>
            <a:ext cx="289524" cy="79747"/>
          </a:xfrm>
          <a:custGeom>
            <a:avLst/>
            <a:gdLst/>
            <a:ahLst/>
            <a:cxnLst/>
            <a:rect l="0" t="0" r="0" b="0"/>
            <a:pathLst>
              <a:path w="289524" h="79747">
                <a:moveTo>
                  <a:pt x="0" y="79747"/>
                </a:moveTo>
                <a:lnTo>
                  <a:pt x="289524" y="0"/>
                </a:lnTo>
              </a:path>
            </a:pathLst>
          </a:custGeom>
          <a:noFill/>
          <a:ln w="9730">
            <a:solidFill>
              <a:srgbClr val="D3B815">
                <a:alpha val="10000"/>
              </a:srgbClr>
            </a:solidFill>
            <a:prstDash val="solid"/>
          </a:ln>
        </p:spPr>
      </p:sp>
      <p:sp>
        <p:nvSpPr>
          <p:cNvPr id="499" name="lumia-token-stream-curve">
            <a:extLst>
              <a:ext uri="{FF2B5EF4-FFF2-40B4-BE49-F238E27FC236}">
                <a16:creationId xmlns:a16="http://schemas.microsoft.com/office/drawing/2014/main" id="{60B4EEC8-D3C7-46FF-96C3-D7C3FEE29C41}"/>
              </a:ext>
            </a:extLst>
          </p:cNvPr>
          <p:cNvSpPr>
            <a:spLocks noGrp="1"/>
          </p:cNvSpPr>
          <p:nvPr/>
        </p:nvSpPr>
        <p:spPr>
          <a:xfrm>
            <a:off x="9567853" y="5735961"/>
            <a:ext cx="290164" cy="80643"/>
          </a:xfrm>
          <a:custGeom>
            <a:avLst/>
            <a:gdLst/>
            <a:ahLst/>
            <a:cxnLst/>
            <a:rect l="0" t="0" r="0" b="0"/>
            <a:pathLst>
              <a:path w="290164" h="80643">
                <a:moveTo>
                  <a:pt x="0" y="80643"/>
                </a:moveTo>
                <a:lnTo>
                  <a:pt x="290164" y="0"/>
                </a:lnTo>
              </a:path>
            </a:pathLst>
          </a:custGeom>
          <a:noFill/>
          <a:ln w="9898">
            <a:solidFill>
              <a:srgbClr val="C2B61C">
                <a:alpha val="10000"/>
              </a:srgbClr>
            </a:solidFill>
            <a:prstDash val="solid"/>
          </a:ln>
        </p:spPr>
      </p:sp>
      <p:sp>
        <p:nvSpPr>
          <p:cNvPr id="500" name="lumia-token-stream-curve">
            <a:extLst>
              <a:ext uri="{FF2B5EF4-FFF2-40B4-BE49-F238E27FC236}">
                <a16:creationId xmlns:a16="http://schemas.microsoft.com/office/drawing/2014/main" id="{FF162DAA-8227-4721-84A6-1E51D3CAC8A2}"/>
              </a:ext>
            </a:extLst>
          </p:cNvPr>
          <p:cNvSpPr>
            <a:spLocks noGrp="1"/>
          </p:cNvSpPr>
          <p:nvPr/>
        </p:nvSpPr>
        <p:spPr>
          <a:xfrm>
            <a:off x="9858017" y="5659870"/>
            <a:ext cx="290718" cy="76092"/>
          </a:xfrm>
          <a:custGeom>
            <a:avLst/>
            <a:gdLst/>
            <a:ahLst/>
            <a:cxnLst/>
            <a:rect l="0" t="0" r="0" b="0"/>
            <a:pathLst>
              <a:path w="290718" h="76092">
                <a:moveTo>
                  <a:pt x="0" y="76092"/>
                </a:moveTo>
                <a:lnTo>
                  <a:pt x="290718" y="0"/>
                </a:lnTo>
              </a:path>
            </a:pathLst>
          </a:custGeom>
          <a:noFill/>
          <a:ln w="10054">
            <a:solidFill>
              <a:srgbClr val="B0B422">
                <a:alpha val="10000"/>
              </a:srgbClr>
            </a:solidFill>
            <a:prstDash val="solid"/>
          </a:ln>
        </p:spPr>
      </p:sp>
      <p:sp>
        <p:nvSpPr>
          <p:cNvPr id="501" name="lumia-token-stream-curve">
            <a:extLst>
              <a:ext uri="{FF2B5EF4-FFF2-40B4-BE49-F238E27FC236}">
                <a16:creationId xmlns:a16="http://schemas.microsoft.com/office/drawing/2014/main" id="{505A5644-8782-42AE-99BB-DF64CB39CE0A}"/>
              </a:ext>
            </a:extLst>
          </p:cNvPr>
          <p:cNvSpPr>
            <a:spLocks noGrp="1"/>
          </p:cNvSpPr>
          <p:nvPr/>
        </p:nvSpPr>
        <p:spPr>
          <a:xfrm>
            <a:off x="10148735" y="5592976"/>
            <a:ext cx="291185" cy="66894"/>
          </a:xfrm>
          <a:custGeom>
            <a:avLst/>
            <a:gdLst/>
            <a:ahLst/>
            <a:cxnLst/>
            <a:rect l="0" t="0" r="0" b="0"/>
            <a:pathLst>
              <a:path w="291185" h="66894">
                <a:moveTo>
                  <a:pt x="0" y="66894"/>
                </a:moveTo>
                <a:lnTo>
                  <a:pt x="291185" y="0"/>
                </a:lnTo>
              </a:path>
            </a:pathLst>
          </a:custGeom>
          <a:noFill/>
          <a:ln w="10196">
            <a:solidFill>
              <a:srgbClr val="9EB329">
                <a:alpha val="10000"/>
              </a:srgbClr>
            </a:solidFill>
            <a:prstDash val="solid"/>
          </a:ln>
        </p:spPr>
      </p:sp>
      <p:sp>
        <p:nvSpPr>
          <p:cNvPr id="502" name="lumia-token-stream-curve">
            <a:extLst>
              <a:ext uri="{FF2B5EF4-FFF2-40B4-BE49-F238E27FC236}">
                <a16:creationId xmlns:a16="http://schemas.microsoft.com/office/drawing/2014/main" id="{C6DA029B-C1A0-4C49-9DA8-33F609F67112}"/>
              </a:ext>
            </a:extLst>
          </p:cNvPr>
          <p:cNvSpPr>
            <a:spLocks noGrp="1"/>
          </p:cNvSpPr>
          <p:nvPr/>
        </p:nvSpPr>
        <p:spPr>
          <a:xfrm>
            <a:off x="10439921" y="5538481"/>
            <a:ext cx="291566" cy="54495"/>
          </a:xfrm>
          <a:custGeom>
            <a:avLst/>
            <a:gdLst/>
            <a:ahLst/>
            <a:cxnLst/>
            <a:rect l="0" t="0" r="0" b="0"/>
            <a:pathLst>
              <a:path w="291566" h="54495">
                <a:moveTo>
                  <a:pt x="0" y="54495"/>
                </a:moveTo>
                <a:lnTo>
                  <a:pt x="291566" y="0"/>
                </a:lnTo>
              </a:path>
            </a:pathLst>
          </a:custGeom>
          <a:noFill/>
          <a:ln w="10320">
            <a:solidFill>
              <a:srgbClr val="8CB130">
                <a:alpha val="10000"/>
              </a:srgbClr>
            </a:solidFill>
            <a:prstDash val="solid"/>
          </a:ln>
        </p:spPr>
      </p:sp>
      <p:sp>
        <p:nvSpPr>
          <p:cNvPr id="503" name="lumia-token-stream-curve">
            <a:extLst>
              <a:ext uri="{FF2B5EF4-FFF2-40B4-BE49-F238E27FC236}">
                <a16:creationId xmlns:a16="http://schemas.microsoft.com/office/drawing/2014/main" id="{B91D6D22-C77E-4C24-BFA2-633B67FE945B}"/>
              </a:ext>
            </a:extLst>
          </p:cNvPr>
          <p:cNvSpPr>
            <a:spLocks noGrp="1"/>
          </p:cNvSpPr>
          <p:nvPr/>
        </p:nvSpPr>
        <p:spPr>
          <a:xfrm>
            <a:off x="10731487" y="5497688"/>
            <a:ext cx="291860" cy="40793"/>
          </a:xfrm>
          <a:custGeom>
            <a:avLst/>
            <a:gdLst/>
            <a:ahLst/>
            <a:cxnLst/>
            <a:rect l="0" t="0" r="0" b="0"/>
            <a:pathLst>
              <a:path w="291860" h="40793">
                <a:moveTo>
                  <a:pt x="0" y="40793"/>
                </a:moveTo>
                <a:lnTo>
                  <a:pt x="291860" y="0"/>
                </a:lnTo>
              </a:path>
            </a:pathLst>
          </a:custGeom>
          <a:noFill/>
          <a:ln w="10427">
            <a:solidFill>
              <a:srgbClr val="7BAF37">
                <a:alpha val="11000"/>
              </a:srgbClr>
            </a:solidFill>
            <a:prstDash val="solid"/>
          </a:ln>
        </p:spPr>
      </p:sp>
      <p:sp>
        <p:nvSpPr>
          <p:cNvPr id="504" name="lumia-token-stream-curve">
            <a:extLst>
              <a:ext uri="{FF2B5EF4-FFF2-40B4-BE49-F238E27FC236}">
                <a16:creationId xmlns:a16="http://schemas.microsoft.com/office/drawing/2014/main" id="{DAB7C183-D1F1-4831-961C-EF09F75E2602}"/>
              </a:ext>
            </a:extLst>
          </p:cNvPr>
          <p:cNvSpPr>
            <a:spLocks noGrp="1"/>
          </p:cNvSpPr>
          <p:nvPr/>
        </p:nvSpPr>
        <p:spPr>
          <a:xfrm>
            <a:off x="11023347" y="5469803"/>
            <a:ext cx="292068" cy="27884"/>
          </a:xfrm>
          <a:custGeom>
            <a:avLst/>
            <a:gdLst/>
            <a:ahLst/>
            <a:cxnLst/>
            <a:rect l="0" t="0" r="0" b="0"/>
            <a:pathLst>
              <a:path w="292068" h="27884">
                <a:moveTo>
                  <a:pt x="0" y="27884"/>
                </a:moveTo>
                <a:lnTo>
                  <a:pt x="292068" y="0"/>
                </a:lnTo>
              </a:path>
            </a:pathLst>
          </a:custGeom>
          <a:noFill/>
          <a:ln w="10513">
            <a:solidFill>
              <a:srgbClr val="69AD3E">
                <a:alpha val="11000"/>
              </a:srgbClr>
            </a:solidFill>
            <a:prstDash val="solid"/>
          </a:ln>
        </p:spPr>
      </p:sp>
      <p:sp>
        <p:nvSpPr>
          <p:cNvPr id="505" name="lumia-token-stream-curve">
            <a:extLst>
              <a:ext uri="{FF2B5EF4-FFF2-40B4-BE49-F238E27FC236}">
                <a16:creationId xmlns:a16="http://schemas.microsoft.com/office/drawing/2014/main" id="{20C0D76A-92F8-4957-A872-964D3A10B77E}"/>
              </a:ext>
            </a:extLst>
          </p:cNvPr>
          <p:cNvSpPr>
            <a:spLocks noGrp="1"/>
          </p:cNvSpPr>
          <p:nvPr/>
        </p:nvSpPr>
        <p:spPr>
          <a:xfrm>
            <a:off x="11315415" y="5452033"/>
            <a:ext cx="292189" cy="17770"/>
          </a:xfrm>
          <a:custGeom>
            <a:avLst/>
            <a:gdLst/>
            <a:ahLst/>
            <a:cxnLst/>
            <a:rect l="0" t="0" r="0" b="0"/>
            <a:pathLst>
              <a:path w="292189" h="17770">
                <a:moveTo>
                  <a:pt x="0" y="17770"/>
                </a:moveTo>
                <a:lnTo>
                  <a:pt x="292189" y="0"/>
                </a:lnTo>
              </a:path>
            </a:pathLst>
          </a:custGeom>
          <a:noFill/>
          <a:ln w="10577">
            <a:solidFill>
              <a:srgbClr val="57AC45">
                <a:alpha val="11000"/>
              </a:srgbClr>
            </a:solidFill>
            <a:prstDash val="solid"/>
          </a:ln>
        </p:spPr>
      </p:sp>
      <p:sp>
        <p:nvSpPr>
          <p:cNvPr id="506" name="lumia-token-stream-curve">
            <a:extLst>
              <a:ext uri="{FF2B5EF4-FFF2-40B4-BE49-F238E27FC236}">
                <a16:creationId xmlns:a16="http://schemas.microsoft.com/office/drawing/2014/main" id="{4365831D-31D9-4CF6-A506-0EA663CDA853}"/>
              </a:ext>
            </a:extLst>
          </p:cNvPr>
          <p:cNvSpPr>
            <a:spLocks noGrp="1"/>
          </p:cNvSpPr>
          <p:nvPr/>
        </p:nvSpPr>
        <p:spPr>
          <a:xfrm>
            <a:off x="11607604" y="5439951"/>
            <a:ext cx="292224" cy="12082"/>
          </a:xfrm>
          <a:custGeom>
            <a:avLst/>
            <a:gdLst/>
            <a:ahLst/>
            <a:cxnLst/>
            <a:rect l="0" t="0" r="0" b="0"/>
            <a:pathLst>
              <a:path w="292224" h="12082">
                <a:moveTo>
                  <a:pt x="0" y="12082"/>
                </a:moveTo>
                <a:lnTo>
                  <a:pt x="292224" y="0"/>
                </a:lnTo>
              </a:path>
            </a:pathLst>
          </a:custGeom>
          <a:noFill/>
          <a:ln w="10616">
            <a:solidFill>
              <a:srgbClr val="46AA4C">
                <a:alpha val="11000"/>
              </a:srgbClr>
            </a:solidFill>
            <a:prstDash val="solid"/>
          </a:ln>
        </p:spPr>
      </p:sp>
      <p:sp>
        <p:nvSpPr>
          <p:cNvPr id="507" name="lumia-token-stream-curve">
            <a:extLst>
              <a:ext uri="{FF2B5EF4-FFF2-40B4-BE49-F238E27FC236}">
                <a16:creationId xmlns:a16="http://schemas.microsoft.com/office/drawing/2014/main" id="{884078C8-7F4A-41FD-9899-11AE86085F24}"/>
              </a:ext>
            </a:extLst>
          </p:cNvPr>
          <p:cNvSpPr>
            <a:spLocks noGrp="1"/>
          </p:cNvSpPr>
          <p:nvPr/>
        </p:nvSpPr>
        <p:spPr>
          <a:xfrm>
            <a:off x="11899828" y="5428099"/>
            <a:ext cx="292172" cy="11852"/>
          </a:xfrm>
          <a:custGeom>
            <a:avLst/>
            <a:gdLst/>
            <a:ahLst/>
            <a:cxnLst/>
            <a:rect l="0" t="0" r="0" b="0"/>
            <a:pathLst>
              <a:path w="292172" h="11852">
                <a:moveTo>
                  <a:pt x="0" y="11852"/>
                </a:moveTo>
                <a:lnTo>
                  <a:pt x="292172" y="0"/>
                </a:lnTo>
              </a:path>
            </a:pathLst>
          </a:custGeom>
          <a:noFill/>
          <a:ln w="10630">
            <a:solidFill>
              <a:srgbClr val="34A853">
                <a:alpha val="11000"/>
              </a:srgbClr>
            </a:solidFill>
            <a:prstDash val="solid"/>
          </a:ln>
        </p:spPr>
      </p:sp>
      <p:sp>
        <p:nvSpPr>
          <p:cNvPr id="508" name="lumia-token-stream-curve">
            <a:extLst>
              <a:ext uri="{FF2B5EF4-FFF2-40B4-BE49-F238E27FC236}">
                <a16:creationId xmlns:a16="http://schemas.microsoft.com/office/drawing/2014/main" id="{950CD460-A3F7-4E0C-87F0-8B584A096226}"/>
              </a:ext>
            </a:extLst>
          </p:cNvPr>
          <p:cNvSpPr>
            <a:spLocks noGrp="1"/>
          </p:cNvSpPr>
          <p:nvPr/>
        </p:nvSpPr>
        <p:spPr>
          <a:xfrm>
            <a:off x="31651" y="6014675"/>
            <a:ext cx="207947" cy="19631"/>
          </a:xfrm>
          <a:custGeom>
            <a:avLst/>
            <a:gdLst/>
            <a:ahLst/>
            <a:cxnLst/>
            <a:rect l="0" t="0" r="0" b="0"/>
            <a:pathLst>
              <a:path w="207947" h="19631">
                <a:moveTo>
                  <a:pt x="0" y="0"/>
                </a:moveTo>
                <a:lnTo>
                  <a:pt x="207947" y="19631"/>
                </a:lnTo>
              </a:path>
            </a:pathLst>
          </a:custGeom>
          <a:noFill/>
          <a:ln w="6965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509" name="lumia-token-stream-curve">
            <a:extLst>
              <a:ext uri="{FF2B5EF4-FFF2-40B4-BE49-F238E27FC236}">
                <a16:creationId xmlns:a16="http://schemas.microsoft.com/office/drawing/2014/main" id="{F3B3AAA2-9DCB-4C55-8F47-6A5CD8117743}"/>
              </a:ext>
            </a:extLst>
          </p:cNvPr>
          <p:cNvSpPr>
            <a:spLocks noGrp="1"/>
          </p:cNvSpPr>
          <p:nvPr/>
        </p:nvSpPr>
        <p:spPr>
          <a:xfrm>
            <a:off x="239598" y="6034307"/>
            <a:ext cx="211714" cy="26755"/>
          </a:xfrm>
          <a:custGeom>
            <a:avLst/>
            <a:gdLst/>
            <a:ahLst/>
            <a:cxnLst/>
            <a:rect l="0" t="0" r="0" b="0"/>
            <a:pathLst>
              <a:path w="211714" h="26755">
                <a:moveTo>
                  <a:pt x="0" y="0"/>
                </a:moveTo>
                <a:lnTo>
                  <a:pt x="211714" y="26755"/>
                </a:lnTo>
              </a:path>
            </a:pathLst>
          </a:custGeom>
          <a:noFill/>
          <a:ln w="6965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510" name="lumia-token-stream-curve">
            <a:extLst>
              <a:ext uri="{FF2B5EF4-FFF2-40B4-BE49-F238E27FC236}">
                <a16:creationId xmlns:a16="http://schemas.microsoft.com/office/drawing/2014/main" id="{CD623518-BCB7-4894-B82D-47DC4A418DCD}"/>
              </a:ext>
            </a:extLst>
          </p:cNvPr>
          <p:cNvSpPr>
            <a:spLocks noGrp="1"/>
          </p:cNvSpPr>
          <p:nvPr/>
        </p:nvSpPr>
        <p:spPr>
          <a:xfrm>
            <a:off x="451312" y="6061062"/>
            <a:ext cx="215395" cy="33280"/>
          </a:xfrm>
          <a:custGeom>
            <a:avLst/>
            <a:gdLst/>
            <a:ahLst/>
            <a:cxnLst/>
            <a:rect l="0" t="0" r="0" b="0"/>
            <a:pathLst>
              <a:path w="215395" h="33280">
                <a:moveTo>
                  <a:pt x="0" y="0"/>
                </a:moveTo>
                <a:lnTo>
                  <a:pt x="215395" y="33280"/>
                </a:lnTo>
              </a:path>
            </a:pathLst>
          </a:custGeom>
          <a:noFill/>
          <a:ln w="6965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511" name="lumia-token-stream-curve">
            <a:extLst>
              <a:ext uri="{FF2B5EF4-FFF2-40B4-BE49-F238E27FC236}">
                <a16:creationId xmlns:a16="http://schemas.microsoft.com/office/drawing/2014/main" id="{4A713500-916A-4028-9F31-90EEC649BE19}"/>
              </a:ext>
            </a:extLst>
          </p:cNvPr>
          <p:cNvSpPr>
            <a:spLocks noGrp="1"/>
          </p:cNvSpPr>
          <p:nvPr/>
        </p:nvSpPr>
        <p:spPr>
          <a:xfrm>
            <a:off x="666707" y="6094342"/>
            <a:ext cx="218991" cy="38537"/>
          </a:xfrm>
          <a:custGeom>
            <a:avLst/>
            <a:gdLst/>
            <a:ahLst/>
            <a:cxnLst/>
            <a:rect l="0" t="0" r="0" b="0"/>
            <a:pathLst>
              <a:path w="218991" h="38537">
                <a:moveTo>
                  <a:pt x="0" y="0"/>
                </a:moveTo>
                <a:lnTo>
                  <a:pt x="218991" y="38537"/>
                </a:lnTo>
              </a:path>
            </a:pathLst>
          </a:custGeom>
          <a:noFill/>
          <a:ln w="6965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512" name="lumia-token-stream-curve">
            <a:extLst>
              <a:ext uri="{FF2B5EF4-FFF2-40B4-BE49-F238E27FC236}">
                <a16:creationId xmlns:a16="http://schemas.microsoft.com/office/drawing/2014/main" id="{386BA756-5AF9-498A-9E18-0B574395A984}"/>
              </a:ext>
            </a:extLst>
          </p:cNvPr>
          <p:cNvSpPr>
            <a:spLocks noGrp="1"/>
          </p:cNvSpPr>
          <p:nvPr/>
        </p:nvSpPr>
        <p:spPr>
          <a:xfrm>
            <a:off x="885698" y="6132879"/>
            <a:ext cx="222500" cy="41888"/>
          </a:xfrm>
          <a:custGeom>
            <a:avLst/>
            <a:gdLst/>
            <a:ahLst/>
            <a:cxnLst/>
            <a:rect l="0" t="0" r="0" b="0"/>
            <a:pathLst>
              <a:path w="222500" h="41888">
                <a:moveTo>
                  <a:pt x="0" y="0"/>
                </a:moveTo>
                <a:lnTo>
                  <a:pt x="222500" y="41888"/>
                </a:lnTo>
              </a:path>
            </a:pathLst>
          </a:custGeom>
          <a:noFill/>
          <a:ln w="6965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513" name="lumia-token-stream-curve">
            <a:extLst>
              <a:ext uri="{FF2B5EF4-FFF2-40B4-BE49-F238E27FC236}">
                <a16:creationId xmlns:a16="http://schemas.microsoft.com/office/drawing/2014/main" id="{D7E9D9BF-09B0-47C0-BD88-68C815E8AA08}"/>
              </a:ext>
            </a:extLst>
          </p:cNvPr>
          <p:cNvSpPr>
            <a:spLocks noGrp="1"/>
          </p:cNvSpPr>
          <p:nvPr/>
        </p:nvSpPr>
        <p:spPr>
          <a:xfrm>
            <a:off x="1108198" y="6174767"/>
            <a:ext cx="225924" cy="42796"/>
          </a:xfrm>
          <a:custGeom>
            <a:avLst/>
            <a:gdLst/>
            <a:ahLst/>
            <a:cxnLst/>
            <a:rect l="0" t="0" r="0" b="0"/>
            <a:pathLst>
              <a:path w="225924" h="42796">
                <a:moveTo>
                  <a:pt x="0" y="0"/>
                </a:moveTo>
                <a:lnTo>
                  <a:pt x="225924" y="42796"/>
                </a:lnTo>
              </a:path>
            </a:pathLst>
          </a:custGeom>
          <a:noFill/>
          <a:ln w="6965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514" name="lumia-token-stream-curve">
            <a:extLst>
              <a:ext uri="{FF2B5EF4-FFF2-40B4-BE49-F238E27FC236}">
                <a16:creationId xmlns:a16="http://schemas.microsoft.com/office/drawing/2014/main" id="{4BAA8C89-7688-4477-B25D-902D0854B32C}"/>
              </a:ext>
            </a:extLst>
          </p:cNvPr>
          <p:cNvSpPr>
            <a:spLocks noGrp="1"/>
          </p:cNvSpPr>
          <p:nvPr/>
        </p:nvSpPr>
        <p:spPr>
          <a:xfrm>
            <a:off x="1334121" y="6217563"/>
            <a:ext cx="229261" cy="40887"/>
          </a:xfrm>
          <a:custGeom>
            <a:avLst/>
            <a:gdLst/>
            <a:ahLst/>
            <a:cxnLst/>
            <a:rect l="0" t="0" r="0" b="0"/>
            <a:pathLst>
              <a:path w="229261" h="40887">
                <a:moveTo>
                  <a:pt x="0" y="0"/>
                </a:moveTo>
                <a:lnTo>
                  <a:pt x="229261" y="40887"/>
                </a:lnTo>
              </a:path>
            </a:pathLst>
          </a:custGeom>
          <a:noFill/>
          <a:ln w="6965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515" name="lumia-token-stream-curve">
            <a:extLst>
              <a:ext uri="{FF2B5EF4-FFF2-40B4-BE49-F238E27FC236}">
                <a16:creationId xmlns:a16="http://schemas.microsoft.com/office/drawing/2014/main" id="{8123D459-3D83-4603-83F0-D9177D7939DB}"/>
              </a:ext>
            </a:extLst>
          </p:cNvPr>
          <p:cNvSpPr>
            <a:spLocks noGrp="1"/>
          </p:cNvSpPr>
          <p:nvPr/>
        </p:nvSpPr>
        <p:spPr>
          <a:xfrm>
            <a:off x="1563383" y="6258450"/>
            <a:ext cx="232513" cy="36013"/>
          </a:xfrm>
          <a:custGeom>
            <a:avLst/>
            <a:gdLst/>
            <a:ahLst/>
            <a:cxnLst/>
            <a:rect l="0" t="0" r="0" b="0"/>
            <a:pathLst>
              <a:path w="232513" h="36013">
                <a:moveTo>
                  <a:pt x="0" y="0"/>
                </a:moveTo>
                <a:lnTo>
                  <a:pt x="232513" y="36013"/>
                </a:lnTo>
              </a:path>
            </a:pathLst>
          </a:custGeom>
          <a:noFill/>
          <a:ln w="6965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516" name="lumia-token-stream-curve">
            <a:extLst>
              <a:ext uri="{FF2B5EF4-FFF2-40B4-BE49-F238E27FC236}">
                <a16:creationId xmlns:a16="http://schemas.microsoft.com/office/drawing/2014/main" id="{8A2167CC-457C-4567-B560-0442DEBDDB16}"/>
              </a:ext>
            </a:extLst>
          </p:cNvPr>
          <p:cNvSpPr>
            <a:spLocks noGrp="1"/>
          </p:cNvSpPr>
          <p:nvPr/>
        </p:nvSpPr>
        <p:spPr>
          <a:xfrm>
            <a:off x="1795895" y="6294463"/>
            <a:ext cx="235679" cy="28289"/>
          </a:xfrm>
          <a:custGeom>
            <a:avLst/>
            <a:gdLst/>
            <a:ahLst/>
            <a:cxnLst/>
            <a:rect l="0" t="0" r="0" b="0"/>
            <a:pathLst>
              <a:path w="235679" h="28289">
                <a:moveTo>
                  <a:pt x="0" y="0"/>
                </a:moveTo>
                <a:lnTo>
                  <a:pt x="235679" y="28289"/>
                </a:lnTo>
              </a:path>
            </a:pathLst>
          </a:custGeom>
          <a:noFill/>
          <a:ln w="6965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517" name="lumia-token-stream-curve">
            <a:extLst>
              <a:ext uri="{FF2B5EF4-FFF2-40B4-BE49-F238E27FC236}">
                <a16:creationId xmlns:a16="http://schemas.microsoft.com/office/drawing/2014/main" id="{FF28F16F-67EA-4694-9CD0-2FFBD542405C}"/>
              </a:ext>
            </a:extLst>
          </p:cNvPr>
          <p:cNvSpPr>
            <a:spLocks noGrp="1"/>
          </p:cNvSpPr>
          <p:nvPr/>
        </p:nvSpPr>
        <p:spPr>
          <a:xfrm>
            <a:off x="2031574" y="6322752"/>
            <a:ext cx="238759" cy="18120"/>
          </a:xfrm>
          <a:custGeom>
            <a:avLst/>
            <a:gdLst/>
            <a:ahLst/>
            <a:cxnLst/>
            <a:rect l="0" t="0" r="0" b="0"/>
            <a:pathLst>
              <a:path w="238759" h="18120">
                <a:moveTo>
                  <a:pt x="0" y="0"/>
                </a:moveTo>
                <a:lnTo>
                  <a:pt x="238759" y="18120"/>
                </a:lnTo>
              </a:path>
            </a:pathLst>
          </a:custGeom>
          <a:noFill/>
          <a:ln w="6965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518" name="lumia-token-stream-curve">
            <a:extLst>
              <a:ext uri="{FF2B5EF4-FFF2-40B4-BE49-F238E27FC236}">
                <a16:creationId xmlns:a16="http://schemas.microsoft.com/office/drawing/2014/main" id="{D45F7139-A359-4537-9EDC-AD6DDAA68079}"/>
              </a:ext>
            </a:extLst>
          </p:cNvPr>
          <p:cNvSpPr>
            <a:spLocks noGrp="1"/>
          </p:cNvSpPr>
          <p:nvPr/>
        </p:nvSpPr>
        <p:spPr>
          <a:xfrm>
            <a:off x="2270333" y="6340872"/>
            <a:ext cx="241753" cy="9525"/>
          </a:xfrm>
          <a:custGeom>
            <a:avLst/>
            <a:gdLst/>
            <a:ahLst/>
            <a:cxnLst/>
            <a:rect l="0" t="0" r="0" b="0"/>
            <a:pathLst>
              <a:path w="241753" h="9525">
                <a:moveTo>
                  <a:pt x="0" y="0"/>
                </a:moveTo>
                <a:lnTo>
                  <a:pt x="241753" y="6189"/>
                </a:lnTo>
              </a:path>
            </a:pathLst>
          </a:custGeom>
          <a:noFill/>
          <a:ln w="6965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519" name="lumia-token-stream-curve">
            <a:extLst>
              <a:ext uri="{FF2B5EF4-FFF2-40B4-BE49-F238E27FC236}">
                <a16:creationId xmlns:a16="http://schemas.microsoft.com/office/drawing/2014/main" id="{482A1624-6DEA-4B99-9942-263C2F3F5174}"/>
              </a:ext>
            </a:extLst>
          </p:cNvPr>
          <p:cNvSpPr>
            <a:spLocks noGrp="1"/>
          </p:cNvSpPr>
          <p:nvPr/>
        </p:nvSpPr>
        <p:spPr>
          <a:xfrm>
            <a:off x="2512085" y="6340475"/>
            <a:ext cx="244661" cy="9525"/>
          </a:xfrm>
          <a:custGeom>
            <a:avLst/>
            <a:gdLst/>
            <a:ahLst/>
            <a:cxnLst/>
            <a:rect l="0" t="0" r="0" b="0"/>
            <a:pathLst>
              <a:path w="244661" h="9525">
                <a:moveTo>
                  <a:pt x="0" y="6586"/>
                </a:moveTo>
                <a:lnTo>
                  <a:pt x="244661" y="0"/>
                </a:lnTo>
              </a:path>
            </a:pathLst>
          </a:custGeom>
          <a:noFill/>
          <a:ln w="6965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520" name="lumia-token-stream-curve">
            <a:extLst>
              <a:ext uri="{FF2B5EF4-FFF2-40B4-BE49-F238E27FC236}">
                <a16:creationId xmlns:a16="http://schemas.microsoft.com/office/drawing/2014/main" id="{758CE602-3F8D-44A7-B952-26EDFD91D3F8}"/>
              </a:ext>
            </a:extLst>
          </p:cNvPr>
          <p:cNvSpPr>
            <a:spLocks noGrp="1"/>
          </p:cNvSpPr>
          <p:nvPr/>
        </p:nvSpPr>
        <p:spPr>
          <a:xfrm>
            <a:off x="2756746" y="6321353"/>
            <a:ext cx="247483" cy="19123"/>
          </a:xfrm>
          <a:custGeom>
            <a:avLst/>
            <a:gdLst/>
            <a:ahLst/>
            <a:cxnLst/>
            <a:rect l="0" t="0" r="0" b="0"/>
            <a:pathLst>
              <a:path w="247483" h="19123">
                <a:moveTo>
                  <a:pt x="0" y="19123"/>
                </a:moveTo>
                <a:lnTo>
                  <a:pt x="247483" y="0"/>
                </a:lnTo>
              </a:path>
            </a:pathLst>
          </a:custGeom>
          <a:noFill/>
          <a:ln w="6965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521" name="lumia-token-stream-curve">
            <a:extLst>
              <a:ext uri="{FF2B5EF4-FFF2-40B4-BE49-F238E27FC236}">
                <a16:creationId xmlns:a16="http://schemas.microsoft.com/office/drawing/2014/main" id="{28CE0B0B-2451-4D4F-A174-B68CA8F4A1FA}"/>
              </a:ext>
            </a:extLst>
          </p:cNvPr>
          <p:cNvSpPr>
            <a:spLocks noGrp="1"/>
          </p:cNvSpPr>
          <p:nvPr/>
        </p:nvSpPr>
        <p:spPr>
          <a:xfrm>
            <a:off x="3004229" y="6291074"/>
            <a:ext cx="250219" cy="30278"/>
          </a:xfrm>
          <a:custGeom>
            <a:avLst/>
            <a:gdLst/>
            <a:ahLst/>
            <a:cxnLst/>
            <a:rect l="0" t="0" r="0" b="0"/>
            <a:pathLst>
              <a:path w="250219" h="30278">
                <a:moveTo>
                  <a:pt x="0" y="30278"/>
                </a:moveTo>
                <a:lnTo>
                  <a:pt x="250219" y="0"/>
                </a:lnTo>
              </a:path>
            </a:pathLst>
          </a:custGeom>
          <a:noFill/>
          <a:ln w="6965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522" name="lumia-token-stream-curve">
            <a:extLst>
              <a:ext uri="{FF2B5EF4-FFF2-40B4-BE49-F238E27FC236}">
                <a16:creationId xmlns:a16="http://schemas.microsoft.com/office/drawing/2014/main" id="{DE4EEB63-227D-4E33-8C65-427D96BB11F0}"/>
              </a:ext>
            </a:extLst>
          </p:cNvPr>
          <p:cNvSpPr>
            <a:spLocks noGrp="1"/>
          </p:cNvSpPr>
          <p:nvPr/>
        </p:nvSpPr>
        <p:spPr>
          <a:xfrm>
            <a:off x="3254448" y="6252106"/>
            <a:ext cx="252869" cy="38969"/>
          </a:xfrm>
          <a:custGeom>
            <a:avLst/>
            <a:gdLst/>
            <a:ahLst/>
            <a:cxnLst/>
            <a:rect l="0" t="0" r="0" b="0"/>
            <a:pathLst>
              <a:path w="252869" h="38969">
                <a:moveTo>
                  <a:pt x="0" y="38969"/>
                </a:moveTo>
                <a:lnTo>
                  <a:pt x="252869" y="0"/>
                </a:lnTo>
              </a:path>
            </a:pathLst>
          </a:custGeom>
          <a:noFill/>
          <a:ln w="6965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523" name="lumia-token-stream-curve">
            <a:extLst>
              <a:ext uri="{FF2B5EF4-FFF2-40B4-BE49-F238E27FC236}">
                <a16:creationId xmlns:a16="http://schemas.microsoft.com/office/drawing/2014/main" id="{22E5876F-86B3-4B9B-B53D-48B21F4707A5}"/>
              </a:ext>
            </a:extLst>
          </p:cNvPr>
          <p:cNvSpPr>
            <a:spLocks noGrp="1"/>
          </p:cNvSpPr>
          <p:nvPr/>
        </p:nvSpPr>
        <p:spPr>
          <a:xfrm>
            <a:off x="3507317" y="6207807"/>
            <a:ext cx="255433" cy="44299"/>
          </a:xfrm>
          <a:custGeom>
            <a:avLst/>
            <a:gdLst/>
            <a:ahLst/>
            <a:cxnLst/>
            <a:rect l="0" t="0" r="0" b="0"/>
            <a:pathLst>
              <a:path w="255433" h="44299">
                <a:moveTo>
                  <a:pt x="0" y="44299"/>
                </a:moveTo>
                <a:lnTo>
                  <a:pt x="255433" y="0"/>
                </a:lnTo>
              </a:path>
            </a:pathLst>
          </a:custGeom>
          <a:noFill/>
          <a:ln w="6965">
            <a:solidFill>
              <a:srgbClr val="893E75">
                <a:alpha val="6000"/>
              </a:srgbClr>
            </a:solidFill>
            <a:prstDash val="solid"/>
          </a:ln>
        </p:spPr>
      </p:sp>
      <p:sp>
        <p:nvSpPr>
          <p:cNvPr id="524" name="lumia-token-stream-curve">
            <a:extLst>
              <a:ext uri="{FF2B5EF4-FFF2-40B4-BE49-F238E27FC236}">
                <a16:creationId xmlns:a16="http://schemas.microsoft.com/office/drawing/2014/main" id="{53155F5A-8248-4291-96FD-4C360ACFBE7F}"/>
              </a:ext>
            </a:extLst>
          </p:cNvPr>
          <p:cNvSpPr>
            <a:spLocks noGrp="1"/>
          </p:cNvSpPr>
          <p:nvPr/>
        </p:nvSpPr>
        <p:spPr>
          <a:xfrm>
            <a:off x="3762750" y="6162128"/>
            <a:ext cx="257912" cy="45679"/>
          </a:xfrm>
          <a:custGeom>
            <a:avLst/>
            <a:gdLst/>
            <a:ahLst/>
            <a:cxnLst/>
            <a:rect l="0" t="0" r="0" b="0"/>
            <a:pathLst>
              <a:path w="257912" h="45679">
                <a:moveTo>
                  <a:pt x="0" y="45679"/>
                </a:moveTo>
                <a:lnTo>
                  <a:pt x="257912" y="0"/>
                </a:lnTo>
              </a:path>
            </a:pathLst>
          </a:custGeom>
          <a:noFill/>
          <a:ln w="6966">
            <a:solidFill>
              <a:srgbClr val="963E6C">
                <a:alpha val="6000"/>
              </a:srgbClr>
            </a:solidFill>
            <a:prstDash val="solid"/>
          </a:ln>
        </p:spPr>
      </p:sp>
      <p:sp>
        <p:nvSpPr>
          <p:cNvPr id="525" name="lumia-token-stream-curve">
            <a:extLst>
              <a:ext uri="{FF2B5EF4-FFF2-40B4-BE49-F238E27FC236}">
                <a16:creationId xmlns:a16="http://schemas.microsoft.com/office/drawing/2014/main" id="{E844D4D0-D032-4ADB-AE2D-FA044B38DD69}"/>
              </a:ext>
            </a:extLst>
          </p:cNvPr>
          <p:cNvSpPr>
            <a:spLocks noGrp="1"/>
          </p:cNvSpPr>
          <p:nvPr/>
        </p:nvSpPr>
        <p:spPr>
          <a:xfrm>
            <a:off x="4020662" y="6119204"/>
            <a:ext cx="260304" cy="42923"/>
          </a:xfrm>
          <a:custGeom>
            <a:avLst/>
            <a:gdLst/>
            <a:ahLst/>
            <a:cxnLst/>
            <a:rect l="0" t="0" r="0" b="0"/>
            <a:pathLst>
              <a:path w="260304" h="42923">
                <a:moveTo>
                  <a:pt x="0" y="42923"/>
                </a:moveTo>
                <a:lnTo>
                  <a:pt x="260304" y="0"/>
                </a:lnTo>
              </a:path>
            </a:pathLst>
          </a:custGeom>
          <a:noFill/>
          <a:ln w="6987">
            <a:solidFill>
              <a:srgbClr val="A33F64">
                <a:alpha val="6000"/>
              </a:srgbClr>
            </a:solidFill>
            <a:prstDash val="solid"/>
          </a:ln>
        </p:spPr>
      </p:sp>
      <p:sp>
        <p:nvSpPr>
          <p:cNvPr id="526" name="lumia-token-stream-curve">
            <a:extLst>
              <a:ext uri="{FF2B5EF4-FFF2-40B4-BE49-F238E27FC236}">
                <a16:creationId xmlns:a16="http://schemas.microsoft.com/office/drawing/2014/main" id="{3BD798C6-6B42-4E89-9F0F-FDD83ACCDD69}"/>
              </a:ext>
            </a:extLst>
          </p:cNvPr>
          <p:cNvSpPr>
            <a:spLocks noGrp="1"/>
          </p:cNvSpPr>
          <p:nvPr/>
        </p:nvSpPr>
        <p:spPr>
          <a:xfrm>
            <a:off x="4280966" y="6082901"/>
            <a:ext cx="262611" cy="36303"/>
          </a:xfrm>
          <a:custGeom>
            <a:avLst/>
            <a:gdLst/>
            <a:ahLst/>
            <a:cxnLst/>
            <a:rect l="0" t="0" r="0" b="0"/>
            <a:pathLst>
              <a:path w="262611" h="36303">
                <a:moveTo>
                  <a:pt x="0" y="36303"/>
                </a:moveTo>
                <a:lnTo>
                  <a:pt x="262611" y="0"/>
                </a:lnTo>
              </a:path>
            </a:pathLst>
          </a:custGeom>
          <a:noFill/>
          <a:ln w="7036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527" name="lumia-token-stream-curve">
            <a:extLst>
              <a:ext uri="{FF2B5EF4-FFF2-40B4-BE49-F238E27FC236}">
                <a16:creationId xmlns:a16="http://schemas.microsoft.com/office/drawing/2014/main" id="{90B76DF2-D55C-45DB-AC52-4E2A24DE9F29}"/>
              </a:ext>
            </a:extLst>
          </p:cNvPr>
          <p:cNvSpPr>
            <a:spLocks noGrp="1"/>
          </p:cNvSpPr>
          <p:nvPr/>
        </p:nvSpPr>
        <p:spPr>
          <a:xfrm>
            <a:off x="4543577" y="6056347"/>
            <a:ext cx="264832" cy="26554"/>
          </a:xfrm>
          <a:custGeom>
            <a:avLst/>
            <a:gdLst/>
            <a:ahLst/>
            <a:cxnLst/>
            <a:rect l="0" t="0" r="0" b="0"/>
            <a:pathLst>
              <a:path w="264832" h="26554">
                <a:moveTo>
                  <a:pt x="0" y="26554"/>
                </a:moveTo>
                <a:lnTo>
                  <a:pt x="264832" y="0"/>
                </a:lnTo>
              </a:path>
            </a:pathLst>
          </a:custGeom>
          <a:noFill/>
          <a:ln w="7108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528" name="lumia-token-stream-curve">
            <a:extLst>
              <a:ext uri="{FF2B5EF4-FFF2-40B4-BE49-F238E27FC236}">
                <a16:creationId xmlns:a16="http://schemas.microsoft.com/office/drawing/2014/main" id="{016E180A-8B34-4C00-A490-EC123F5C5CF3}"/>
              </a:ext>
            </a:extLst>
          </p:cNvPr>
          <p:cNvSpPr>
            <a:spLocks noGrp="1"/>
          </p:cNvSpPr>
          <p:nvPr/>
        </p:nvSpPr>
        <p:spPr>
          <a:xfrm>
            <a:off x="4808409" y="6041527"/>
            <a:ext cx="266966" cy="14820"/>
          </a:xfrm>
          <a:custGeom>
            <a:avLst/>
            <a:gdLst/>
            <a:ahLst/>
            <a:cxnLst/>
            <a:rect l="0" t="0" r="0" b="0"/>
            <a:pathLst>
              <a:path w="266966" h="14820">
                <a:moveTo>
                  <a:pt x="0" y="14820"/>
                </a:moveTo>
                <a:lnTo>
                  <a:pt x="266966" y="0"/>
                </a:lnTo>
              </a:path>
            </a:pathLst>
          </a:custGeom>
          <a:noFill/>
          <a:ln w="7204">
            <a:solidFill>
              <a:srgbClr val="CA414A">
                <a:alpha val="7000"/>
              </a:srgbClr>
            </a:solidFill>
            <a:prstDash val="solid"/>
          </a:ln>
        </p:spPr>
      </p:sp>
      <p:sp>
        <p:nvSpPr>
          <p:cNvPr id="529" name="lumia-token-stream-curve">
            <a:extLst>
              <a:ext uri="{FF2B5EF4-FFF2-40B4-BE49-F238E27FC236}">
                <a16:creationId xmlns:a16="http://schemas.microsoft.com/office/drawing/2014/main" id="{3772108E-F0A5-4E5F-892D-1BC62940F8B7}"/>
              </a:ext>
            </a:extLst>
          </p:cNvPr>
          <p:cNvSpPr>
            <a:spLocks noGrp="1"/>
          </p:cNvSpPr>
          <p:nvPr/>
        </p:nvSpPr>
        <p:spPr>
          <a:xfrm>
            <a:off x="5075375" y="6038979"/>
            <a:ext cx="269015" cy="9525"/>
          </a:xfrm>
          <a:custGeom>
            <a:avLst/>
            <a:gdLst/>
            <a:ahLst/>
            <a:cxnLst/>
            <a:rect l="0" t="0" r="0" b="0"/>
            <a:pathLst>
              <a:path w="269015" h="9525">
                <a:moveTo>
                  <a:pt x="0" y="2548"/>
                </a:moveTo>
                <a:lnTo>
                  <a:pt x="269015" y="0"/>
                </a:lnTo>
              </a:path>
            </a:pathLst>
          </a:custGeom>
          <a:noFill/>
          <a:ln w="7321">
            <a:solidFill>
              <a:srgbClr val="D74242">
                <a:alpha val="7000"/>
              </a:srgbClr>
            </a:solidFill>
            <a:prstDash val="solid"/>
          </a:ln>
        </p:spPr>
      </p:sp>
      <p:sp>
        <p:nvSpPr>
          <p:cNvPr id="530" name="lumia-token-stream-curve">
            <a:extLst>
              <a:ext uri="{FF2B5EF4-FFF2-40B4-BE49-F238E27FC236}">
                <a16:creationId xmlns:a16="http://schemas.microsoft.com/office/drawing/2014/main" id="{E9FC31CF-611D-4F9D-A147-B147DE8926EA}"/>
              </a:ext>
            </a:extLst>
          </p:cNvPr>
          <p:cNvSpPr>
            <a:spLocks noGrp="1"/>
          </p:cNvSpPr>
          <p:nvPr/>
        </p:nvSpPr>
        <p:spPr>
          <a:xfrm>
            <a:off x="5344390" y="6038979"/>
            <a:ext cx="270978" cy="9525"/>
          </a:xfrm>
          <a:custGeom>
            <a:avLst/>
            <a:gdLst/>
            <a:ahLst/>
            <a:cxnLst/>
            <a:rect l="0" t="0" r="0" b="0"/>
            <a:pathLst>
              <a:path w="270978" h="9525">
                <a:moveTo>
                  <a:pt x="0" y="0"/>
                </a:moveTo>
                <a:lnTo>
                  <a:pt x="270978" y="8670"/>
                </a:lnTo>
              </a:path>
            </a:pathLst>
          </a:custGeom>
          <a:noFill/>
          <a:ln w="7456">
            <a:solidFill>
              <a:srgbClr val="E44339">
                <a:alpha val="7000"/>
              </a:srgbClr>
            </a:solidFill>
            <a:prstDash val="solid"/>
          </a:ln>
        </p:spPr>
      </p:sp>
      <p:sp>
        <p:nvSpPr>
          <p:cNvPr id="531" name="lumia-token-stream-curve">
            <a:extLst>
              <a:ext uri="{FF2B5EF4-FFF2-40B4-BE49-F238E27FC236}">
                <a16:creationId xmlns:a16="http://schemas.microsoft.com/office/drawing/2014/main" id="{B888ACAC-A646-4C32-AD84-302BD9F43716}"/>
              </a:ext>
            </a:extLst>
          </p:cNvPr>
          <p:cNvSpPr>
            <a:spLocks noGrp="1"/>
          </p:cNvSpPr>
          <p:nvPr/>
        </p:nvSpPr>
        <p:spPr>
          <a:xfrm>
            <a:off x="5615368" y="6047649"/>
            <a:ext cx="272855" cy="17286"/>
          </a:xfrm>
          <a:custGeom>
            <a:avLst/>
            <a:gdLst/>
            <a:ahLst/>
            <a:cxnLst/>
            <a:rect l="0" t="0" r="0" b="0"/>
            <a:pathLst>
              <a:path w="272855" h="17286">
                <a:moveTo>
                  <a:pt x="0" y="0"/>
                </a:moveTo>
                <a:lnTo>
                  <a:pt x="272855" y="17286"/>
                </a:lnTo>
              </a:path>
            </a:pathLst>
          </a:custGeom>
          <a:noFill/>
          <a:ln w="7608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532" name="lumia-token-stream-curve">
            <a:extLst>
              <a:ext uri="{FF2B5EF4-FFF2-40B4-BE49-F238E27FC236}">
                <a16:creationId xmlns:a16="http://schemas.microsoft.com/office/drawing/2014/main" id="{40C8BB8D-71EB-4E1E-8C7E-2B6A718F6295}"/>
              </a:ext>
            </a:extLst>
          </p:cNvPr>
          <p:cNvSpPr>
            <a:spLocks noGrp="1"/>
          </p:cNvSpPr>
          <p:nvPr/>
        </p:nvSpPr>
        <p:spPr>
          <a:xfrm>
            <a:off x="5888223" y="6064935"/>
            <a:ext cx="274646" cy="21991"/>
          </a:xfrm>
          <a:custGeom>
            <a:avLst/>
            <a:gdLst/>
            <a:ahLst/>
            <a:cxnLst/>
            <a:rect l="0" t="0" r="0" b="0"/>
            <a:pathLst>
              <a:path w="274646" h="21991">
                <a:moveTo>
                  <a:pt x="0" y="0"/>
                </a:moveTo>
                <a:lnTo>
                  <a:pt x="274646" y="21991"/>
                </a:lnTo>
              </a:path>
            </a:pathLst>
          </a:custGeom>
          <a:noFill/>
          <a:ln w="7775">
            <a:solidFill>
              <a:srgbClr val="EC532F">
                <a:alpha val="8000"/>
              </a:srgbClr>
            </a:solidFill>
            <a:prstDash val="solid"/>
          </a:ln>
        </p:spPr>
      </p:sp>
      <p:sp>
        <p:nvSpPr>
          <p:cNvPr id="533" name="lumia-token-stream-curve">
            <a:extLst>
              <a:ext uri="{FF2B5EF4-FFF2-40B4-BE49-F238E27FC236}">
                <a16:creationId xmlns:a16="http://schemas.microsoft.com/office/drawing/2014/main" id="{48A353B0-D901-43FF-9F1E-14A1CB294BE1}"/>
              </a:ext>
            </a:extLst>
          </p:cNvPr>
          <p:cNvSpPr>
            <a:spLocks noGrp="1"/>
          </p:cNvSpPr>
          <p:nvPr/>
        </p:nvSpPr>
        <p:spPr>
          <a:xfrm>
            <a:off x="6162869" y="6086926"/>
            <a:ext cx="276351" cy="21897"/>
          </a:xfrm>
          <a:custGeom>
            <a:avLst/>
            <a:gdLst/>
            <a:ahLst/>
            <a:cxnLst/>
            <a:rect l="0" t="0" r="0" b="0"/>
            <a:pathLst>
              <a:path w="276351" h="21897">
                <a:moveTo>
                  <a:pt x="0" y="0"/>
                </a:moveTo>
                <a:lnTo>
                  <a:pt x="276351" y="21897"/>
                </a:lnTo>
              </a:path>
            </a:pathLst>
          </a:custGeom>
          <a:noFill/>
          <a:ln w="7955">
            <a:solidFill>
              <a:srgbClr val="EE5E2A">
                <a:alpha val="8000"/>
              </a:srgbClr>
            </a:solidFill>
            <a:prstDash val="solid"/>
          </a:ln>
        </p:spPr>
      </p:sp>
      <p:sp>
        <p:nvSpPr>
          <p:cNvPr id="534" name="lumia-token-stream-curve">
            <a:extLst>
              <a:ext uri="{FF2B5EF4-FFF2-40B4-BE49-F238E27FC236}">
                <a16:creationId xmlns:a16="http://schemas.microsoft.com/office/drawing/2014/main" id="{A2D827BF-3D49-4858-8502-E2A4F59E225A}"/>
              </a:ext>
            </a:extLst>
          </p:cNvPr>
          <p:cNvSpPr>
            <a:spLocks noGrp="1"/>
          </p:cNvSpPr>
          <p:nvPr/>
        </p:nvSpPr>
        <p:spPr>
          <a:xfrm>
            <a:off x="6439220" y="6108822"/>
            <a:ext cx="277970" cy="16673"/>
          </a:xfrm>
          <a:custGeom>
            <a:avLst/>
            <a:gdLst/>
            <a:ahLst/>
            <a:cxnLst/>
            <a:rect l="0" t="0" r="0" b="0"/>
            <a:pathLst>
              <a:path w="277970" h="16673">
                <a:moveTo>
                  <a:pt x="0" y="0"/>
                </a:moveTo>
                <a:lnTo>
                  <a:pt x="277970" y="16673"/>
                </a:lnTo>
              </a:path>
            </a:pathLst>
          </a:custGeom>
          <a:noFill/>
          <a:ln w="8145">
            <a:solidFill>
              <a:srgbClr val="EF6926">
                <a:alpha val="8000"/>
              </a:srgbClr>
            </a:solidFill>
            <a:prstDash val="solid"/>
          </a:ln>
        </p:spPr>
      </p:sp>
      <p:sp>
        <p:nvSpPr>
          <p:cNvPr id="535" name="lumia-token-stream-curve">
            <a:extLst>
              <a:ext uri="{FF2B5EF4-FFF2-40B4-BE49-F238E27FC236}">
                <a16:creationId xmlns:a16="http://schemas.microsoft.com/office/drawing/2014/main" id="{0AF704E8-965B-456A-8F8D-63396DF246F1}"/>
              </a:ext>
            </a:extLst>
          </p:cNvPr>
          <p:cNvSpPr>
            <a:spLocks noGrp="1"/>
          </p:cNvSpPr>
          <p:nvPr/>
        </p:nvSpPr>
        <p:spPr>
          <a:xfrm>
            <a:off x="6717191" y="6125495"/>
            <a:ext cx="279504" cy="9525"/>
          </a:xfrm>
          <a:custGeom>
            <a:avLst/>
            <a:gdLst/>
            <a:ahLst/>
            <a:cxnLst/>
            <a:rect l="0" t="0" r="0" b="0"/>
            <a:pathLst>
              <a:path w="279504" h="9525">
                <a:moveTo>
                  <a:pt x="0" y="0"/>
                </a:moveTo>
                <a:lnTo>
                  <a:pt x="279504" y="6621"/>
                </a:lnTo>
              </a:path>
            </a:pathLst>
          </a:custGeom>
          <a:noFill/>
          <a:ln w="8344">
            <a:solidFill>
              <a:srgbClr val="F17322">
                <a:alpha val="9000"/>
              </a:srgbClr>
            </a:solidFill>
            <a:prstDash val="solid"/>
          </a:ln>
        </p:spPr>
      </p:sp>
      <p:sp>
        <p:nvSpPr>
          <p:cNvPr id="536" name="lumia-token-stream-curve">
            <a:extLst>
              <a:ext uri="{FF2B5EF4-FFF2-40B4-BE49-F238E27FC236}">
                <a16:creationId xmlns:a16="http://schemas.microsoft.com/office/drawing/2014/main" id="{230ABB19-9C08-4C04-846A-32EF2D839406}"/>
              </a:ext>
            </a:extLst>
          </p:cNvPr>
          <p:cNvSpPr>
            <a:spLocks noGrp="1"/>
          </p:cNvSpPr>
          <p:nvPr/>
        </p:nvSpPr>
        <p:spPr>
          <a:xfrm>
            <a:off x="6996694" y="6124781"/>
            <a:ext cx="280951" cy="9525"/>
          </a:xfrm>
          <a:custGeom>
            <a:avLst/>
            <a:gdLst/>
            <a:ahLst/>
            <a:cxnLst/>
            <a:rect l="0" t="0" r="0" b="0"/>
            <a:pathLst>
              <a:path w="280951" h="9525">
                <a:moveTo>
                  <a:pt x="0" y="7336"/>
                </a:moveTo>
                <a:lnTo>
                  <a:pt x="280951" y="0"/>
                </a:lnTo>
              </a:path>
            </a:pathLst>
          </a:custGeom>
          <a:noFill/>
          <a:ln w="8550">
            <a:solidFill>
              <a:srgbClr val="F27E1E">
                <a:alpha val="9000"/>
              </a:srgbClr>
            </a:solidFill>
            <a:prstDash val="solid"/>
          </a:ln>
        </p:spPr>
      </p:sp>
      <p:sp>
        <p:nvSpPr>
          <p:cNvPr id="537" name="lumia-token-stream-curve">
            <a:extLst>
              <a:ext uri="{FF2B5EF4-FFF2-40B4-BE49-F238E27FC236}">
                <a16:creationId xmlns:a16="http://schemas.microsoft.com/office/drawing/2014/main" id="{C5EDDADF-B918-41B8-AF87-311E576B342A}"/>
              </a:ext>
            </a:extLst>
          </p:cNvPr>
          <p:cNvSpPr>
            <a:spLocks noGrp="1"/>
          </p:cNvSpPr>
          <p:nvPr/>
        </p:nvSpPr>
        <p:spPr>
          <a:xfrm>
            <a:off x="7277645" y="6101041"/>
            <a:ext cx="282312" cy="23739"/>
          </a:xfrm>
          <a:custGeom>
            <a:avLst/>
            <a:gdLst/>
            <a:ahLst/>
            <a:cxnLst/>
            <a:rect l="0" t="0" r="0" b="0"/>
            <a:pathLst>
              <a:path w="282312" h="23739">
                <a:moveTo>
                  <a:pt x="0" y="23739"/>
                </a:moveTo>
                <a:lnTo>
                  <a:pt x="282312" y="0"/>
                </a:lnTo>
              </a:path>
            </a:pathLst>
          </a:custGeom>
          <a:noFill/>
          <a:ln w="8761">
            <a:solidFill>
              <a:srgbClr val="F48919">
                <a:alpha val="9000"/>
              </a:srgbClr>
            </a:solidFill>
            <a:prstDash val="solid"/>
          </a:ln>
        </p:spPr>
      </p:sp>
      <p:sp>
        <p:nvSpPr>
          <p:cNvPr id="538" name="lumia-token-stream-curve">
            <a:extLst>
              <a:ext uri="{FF2B5EF4-FFF2-40B4-BE49-F238E27FC236}">
                <a16:creationId xmlns:a16="http://schemas.microsoft.com/office/drawing/2014/main" id="{ED1F0475-C52B-4C32-B0F1-BB75156442B1}"/>
              </a:ext>
            </a:extLst>
          </p:cNvPr>
          <p:cNvSpPr>
            <a:spLocks noGrp="1"/>
          </p:cNvSpPr>
          <p:nvPr/>
        </p:nvSpPr>
        <p:spPr>
          <a:xfrm>
            <a:off x="7559958" y="6060272"/>
            <a:ext cx="283588" cy="40769"/>
          </a:xfrm>
          <a:custGeom>
            <a:avLst/>
            <a:gdLst/>
            <a:ahLst/>
            <a:cxnLst/>
            <a:rect l="0" t="0" r="0" b="0"/>
            <a:pathLst>
              <a:path w="283588" h="40769">
                <a:moveTo>
                  <a:pt x="0" y="40769"/>
                </a:moveTo>
                <a:lnTo>
                  <a:pt x="283588" y="0"/>
                </a:lnTo>
              </a:path>
            </a:pathLst>
          </a:custGeom>
          <a:noFill/>
          <a:ln w="8974">
            <a:solidFill>
              <a:srgbClr val="F59415">
                <a:alpha val="10000"/>
              </a:srgbClr>
            </a:solidFill>
            <a:prstDash val="solid"/>
          </a:ln>
        </p:spPr>
      </p:sp>
      <p:sp>
        <p:nvSpPr>
          <p:cNvPr id="539" name="lumia-token-stream-curve">
            <a:extLst>
              <a:ext uri="{FF2B5EF4-FFF2-40B4-BE49-F238E27FC236}">
                <a16:creationId xmlns:a16="http://schemas.microsoft.com/office/drawing/2014/main" id="{B3E9F6AE-74AD-4F3D-91D1-B454D0992C65}"/>
              </a:ext>
            </a:extLst>
          </p:cNvPr>
          <p:cNvSpPr>
            <a:spLocks noGrp="1"/>
          </p:cNvSpPr>
          <p:nvPr/>
        </p:nvSpPr>
        <p:spPr>
          <a:xfrm>
            <a:off x="7843546" y="6003809"/>
            <a:ext cx="284778" cy="56464"/>
          </a:xfrm>
          <a:custGeom>
            <a:avLst/>
            <a:gdLst/>
            <a:ahLst/>
            <a:cxnLst/>
            <a:rect l="0" t="0" r="0" b="0"/>
            <a:pathLst>
              <a:path w="284778" h="56464">
                <a:moveTo>
                  <a:pt x="0" y="56464"/>
                </a:moveTo>
                <a:lnTo>
                  <a:pt x="284778" y="0"/>
                </a:lnTo>
              </a:path>
            </a:pathLst>
          </a:custGeom>
          <a:noFill/>
          <a:ln w="9189">
            <a:solidFill>
              <a:srgbClr val="F79E11">
                <a:alpha val="10000"/>
              </a:srgbClr>
            </a:solidFill>
            <a:prstDash val="solid"/>
          </a:ln>
        </p:spPr>
      </p:sp>
      <p:sp>
        <p:nvSpPr>
          <p:cNvPr id="540" name="lumia-token-stream-curve">
            <a:extLst>
              <a:ext uri="{FF2B5EF4-FFF2-40B4-BE49-F238E27FC236}">
                <a16:creationId xmlns:a16="http://schemas.microsoft.com/office/drawing/2014/main" id="{A44FE5EA-17DA-4FE7-AB75-81254765EE3C}"/>
              </a:ext>
            </a:extLst>
          </p:cNvPr>
          <p:cNvSpPr>
            <a:spLocks noGrp="1"/>
          </p:cNvSpPr>
          <p:nvPr/>
        </p:nvSpPr>
        <p:spPr>
          <a:xfrm>
            <a:off x="8128323" y="5934825"/>
            <a:ext cx="285881" cy="68984"/>
          </a:xfrm>
          <a:custGeom>
            <a:avLst/>
            <a:gdLst/>
            <a:ahLst/>
            <a:cxnLst/>
            <a:rect l="0" t="0" r="0" b="0"/>
            <a:pathLst>
              <a:path w="285881" h="68984">
                <a:moveTo>
                  <a:pt x="0" y="68984"/>
                </a:moveTo>
                <a:lnTo>
                  <a:pt x="285881" y="0"/>
                </a:lnTo>
              </a:path>
            </a:pathLst>
          </a:custGeom>
          <a:noFill/>
          <a:ln w="9402">
            <a:solidFill>
              <a:srgbClr val="F8A90C">
                <a:alpha val="10000"/>
              </a:srgbClr>
            </a:solidFill>
            <a:prstDash val="solid"/>
          </a:ln>
        </p:spPr>
      </p:sp>
      <p:sp>
        <p:nvSpPr>
          <p:cNvPr id="541" name="lumia-token-stream-curve">
            <a:extLst>
              <a:ext uri="{FF2B5EF4-FFF2-40B4-BE49-F238E27FC236}">
                <a16:creationId xmlns:a16="http://schemas.microsoft.com/office/drawing/2014/main" id="{CED191E4-EE63-4739-B681-80F84BBBC3A0}"/>
              </a:ext>
            </a:extLst>
          </p:cNvPr>
          <p:cNvSpPr>
            <a:spLocks noGrp="1"/>
          </p:cNvSpPr>
          <p:nvPr/>
        </p:nvSpPr>
        <p:spPr>
          <a:xfrm>
            <a:off x="8414204" y="5857966"/>
            <a:ext cx="286899" cy="76859"/>
          </a:xfrm>
          <a:custGeom>
            <a:avLst/>
            <a:gdLst/>
            <a:ahLst/>
            <a:cxnLst/>
            <a:rect l="0" t="0" r="0" b="0"/>
            <a:pathLst>
              <a:path w="286899" h="76859">
                <a:moveTo>
                  <a:pt x="0" y="76859"/>
                </a:moveTo>
                <a:lnTo>
                  <a:pt x="286899" y="0"/>
                </a:lnTo>
              </a:path>
            </a:pathLst>
          </a:custGeom>
          <a:noFill/>
          <a:ln w="9611">
            <a:solidFill>
              <a:srgbClr val="FAB408">
                <a:alpha val="10000"/>
              </a:srgbClr>
            </a:solidFill>
            <a:prstDash val="solid"/>
          </a:ln>
        </p:spPr>
      </p:sp>
      <p:sp>
        <p:nvSpPr>
          <p:cNvPr id="542" name="lumia-token-stream-curve">
            <a:extLst>
              <a:ext uri="{FF2B5EF4-FFF2-40B4-BE49-F238E27FC236}">
                <a16:creationId xmlns:a16="http://schemas.microsoft.com/office/drawing/2014/main" id="{A10E46D2-C238-429E-8BE2-AD13AB0BBA0B}"/>
              </a:ext>
            </a:extLst>
          </p:cNvPr>
          <p:cNvSpPr>
            <a:spLocks noGrp="1"/>
          </p:cNvSpPr>
          <p:nvPr/>
        </p:nvSpPr>
        <p:spPr>
          <a:xfrm>
            <a:off x="8701103" y="5778766"/>
            <a:ext cx="287831" cy="79200"/>
          </a:xfrm>
          <a:custGeom>
            <a:avLst/>
            <a:gdLst/>
            <a:ahLst/>
            <a:cxnLst/>
            <a:rect l="0" t="0" r="0" b="0"/>
            <a:pathLst>
              <a:path w="287831" h="79200">
                <a:moveTo>
                  <a:pt x="0" y="79200"/>
                </a:moveTo>
                <a:lnTo>
                  <a:pt x="287831" y="0"/>
                </a:lnTo>
              </a:path>
            </a:pathLst>
          </a:custGeom>
          <a:noFill/>
          <a:ln w="9816">
            <a:solidFill>
              <a:srgbClr val="F7BC07">
                <a:alpha val="11000"/>
              </a:srgbClr>
            </a:solidFill>
            <a:prstDash val="solid"/>
          </a:ln>
        </p:spPr>
      </p:sp>
      <p:sp>
        <p:nvSpPr>
          <p:cNvPr id="543" name="lumia-token-stream-curve">
            <a:extLst>
              <a:ext uri="{FF2B5EF4-FFF2-40B4-BE49-F238E27FC236}">
                <a16:creationId xmlns:a16="http://schemas.microsoft.com/office/drawing/2014/main" id="{346D3698-AE89-4B4D-8BFC-F1E3E19F8693}"/>
              </a:ext>
            </a:extLst>
          </p:cNvPr>
          <p:cNvSpPr>
            <a:spLocks noGrp="1"/>
          </p:cNvSpPr>
          <p:nvPr/>
        </p:nvSpPr>
        <p:spPr>
          <a:xfrm>
            <a:off x="8988934" y="5702925"/>
            <a:ext cx="288677" cy="75841"/>
          </a:xfrm>
          <a:custGeom>
            <a:avLst/>
            <a:gdLst/>
            <a:ahLst/>
            <a:cxnLst/>
            <a:rect l="0" t="0" r="0" b="0"/>
            <a:pathLst>
              <a:path w="288677" h="75841">
                <a:moveTo>
                  <a:pt x="0" y="75841"/>
                </a:moveTo>
                <a:lnTo>
                  <a:pt x="288677" y="0"/>
                </a:lnTo>
              </a:path>
            </a:pathLst>
          </a:custGeom>
          <a:noFill/>
          <a:ln w="10013">
            <a:solidFill>
              <a:srgbClr val="E5BA0E">
                <a:alpha val="11000"/>
              </a:srgbClr>
            </a:solidFill>
            <a:prstDash val="solid"/>
          </a:ln>
        </p:spPr>
      </p:sp>
      <p:sp>
        <p:nvSpPr>
          <p:cNvPr id="544" name="lumia-token-stream-curve">
            <a:extLst>
              <a:ext uri="{FF2B5EF4-FFF2-40B4-BE49-F238E27FC236}">
                <a16:creationId xmlns:a16="http://schemas.microsoft.com/office/drawing/2014/main" id="{0E0DEA1A-1005-4058-84D1-4412DD535C8E}"/>
              </a:ext>
            </a:extLst>
          </p:cNvPr>
          <p:cNvSpPr>
            <a:spLocks noGrp="1"/>
          </p:cNvSpPr>
          <p:nvPr/>
        </p:nvSpPr>
        <p:spPr>
          <a:xfrm>
            <a:off x="9277611" y="5635549"/>
            <a:ext cx="289437" cy="67376"/>
          </a:xfrm>
          <a:custGeom>
            <a:avLst/>
            <a:gdLst/>
            <a:ahLst/>
            <a:cxnLst/>
            <a:rect l="0" t="0" r="0" b="0"/>
            <a:pathLst>
              <a:path w="289437" h="67376">
                <a:moveTo>
                  <a:pt x="0" y="67376"/>
                </a:moveTo>
                <a:lnTo>
                  <a:pt x="289437" y="0"/>
                </a:lnTo>
              </a:path>
            </a:pathLst>
          </a:custGeom>
          <a:noFill/>
          <a:ln w="10201">
            <a:solidFill>
              <a:srgbClr val="D3B815">
                <a:alpha val="11000"/>
              </a:srgbClr>
            </a:solidFill>
            <a:prstDash val="solid"/>
          </a:ln>
        </p:spPr>
      </p:sp>
      <p:sp>
        <p:nvSpPr>
          <p:cNvPr id="545" name="lumia-token-stream-curve">
            <a:extLst>
              <a:ext uri="{FF2B5EF4-FFF2-40B4-BE49-F238E27FC236}">
                <a16:creationId xmlns:a16="http://schemas.microsoft.com/office/drawing/2014/main" id="{CD21F180-8EB4-4FEB-8918-398B2EC7FEA6}"/>
              </a:ext>
            </a:extLst>
          </p:cNvPr>
          <p:cNvSpPr>
            <a:spLocks noGrp="1"/>
          </p:cNvSpPr>
          <p:nvPr/>
        </p:nvSpPr>
        <p:spPr>
          <a:xfrm>
            <a:off x="9567048" y="5580444"/>
            <a:ext cx="290111" cy="55105"/>
          </a:xfrm>
          <a:custGeom>
            <a:avLst/>
            <a:gdLst/>
            <a:ahLst/>
            <a:cxnLst/>
            <a:rect l="0" t="0" r="0" b="0"/>
            <a:pathLst>
              <a:path w="290111" h="55105">
                <a:moveTo>
                  <a:pt x="0" y="55105"/>
                </a:moveTo>
                <a:lnTo>
                  <a:pt x="290111" y="0"/>
                </a:lnTo>
              </a:path>
            </a:pathLst>
          </a:custGeom>
          <a:noFill/>
          <a:ln w="10377">
            <a:solidFill>
              <a:srgbClr val="C2B61C">
                <a:alpha val="11000"/>
              </a:srgbClr>
            </a:solidFill>
            <a:prstDash val="solid"/>
          </a:ln>
        </p:spPr>
      </p:sp>
      <p:sp>
        <p:nvSpPr>
          <p:cNvPr id="546" name="lumia-token-stream-curve">
            <a:extLst>
              <a:ext uri="{FF2B5EF4-FFF2-40B4-BE49-F238E27FC236}">
                <a16:creationId xmlns:a16="http://schemas.microsoft.com/office/drawing/2014/main" id="{B5C5CEA3-BD33-4DC3-AD2F-8C7FCB090175}"/>
              </a:ext>
            </a:extLst>
          </p:cNvPr>
          <p:cNvSpPr>
            <a:spLocks noGrp="1"/>
          </p:cNvSpPr>
          <p:nvPr/>
        </p:nvSpPr>
        <p:spPr>
          <a:xfrm>
            <a:off x="9857158" y="5539581"/>
            <a:ext cx="290699" cy="40864"/>
          </a:xfrm>
          <a:custGeom>
            <a:avLst/>
            <a:gdLst/>
            <a:ahLst/>
            <a:cxnLst/>
            <a:rect l="0" t="0" r="0" b="0"/>
            <a:pathLst>
              <a:path w="290699" h="40864">
                <a:moveTo>
                  <a:pt x="0" y="40864"/>
                </a:moveTo>
                <a:lnTo>
                  <a:pt x="290699" y="0"/>
                </a:lnTo>
              </a:path>
            </a:pathLst>
          </a:custGeom>
          <a:noFill/>
          <a:ln w="10541">
            <a:solidFill>
              <a:srgbClr val="B0B422">
                <a:alpha val="11000"/>
              </a:srgbClr>
            </a:solidFill>
            <a:prstDash val="solid"/>
          </a:ln>
        </p:spPr>
      </p:sp>
      <p:sp>
        <p:nvSpPr>
          <p:cNvPr id="547" name="lumia-token-stream-curve">
            <a:extLst>
              <a:ext uri="{FF2B5EF4-FFF2-40B4-BE49-F238E27FC236}">
                <a16:creationId xmlns:a16="http://schemas.microsoft.com/office/drawing/2014/main" id="{A4B7AFD8-3DA5-4092-BBEF-38A00DA033B9}"/>
              </a:ext>
            </a:extLst>
          </p:cNvPr>
          <p:cNvSpPr>
            <a:spLocks noGrp="1"/>
          </p:cNvSpPr>
          <p:nvPr/>
        </p:nvSpPr>
        <p:spPr>
          <a:xfrm>
            <a:off x="10147857" y="5512793"/>
            <a:ext cx="291201" cy="26788"/>
          </a:xfrm>
          <a:custGeom>
            <a:avLst/>
            <a:gdLst/>
            <a:ahLst/>
            <a:cxnLst/>
            <a:rect l="0" t="0" r="0" b="0"/>
            <a:pathLst>
              <a:path w="291201" h="26788">
                <a:moveTo>
                  <a:pt x="0" y="26788"/>
                </a:moveTo>
                <a:lnTo>
                  <a:pt x="291201" y="0"/>
                </a:lnTo>
              </a:path>
            </a:pathLst>
          </a:custGeom>
          <a:noFill/>
          <a:ln w="10689">
            <a:solidFill>
              <a:srgbClr val="9EB329">
                <a:alpha val="12000"/>
              </a:srgbClr>
            </a:solidFill>
            <a:prstDash val="solid"/>
          </a:ln>
        </p:spPr>
      </p:sp>
      <p:sp>
        <p:nvSpPr>
          <p:cNvPr id="548" name="lumia-token-stream-curve">
            <a:extLst>
              <a:ext uri="{FF2B5EF4-FFF2-40B4-BE49-F238E27FC236}">
                <a16:creationId xmlns:a16="http://schemas.microsoft.com/office/drawing/2014/main" id="{D4B22281-E419-4403-8273-55F1FCF40693}"/>
              </a:ext>
            </a:extLst>
          </p:cNvPr>
          <p:cNvSpPr>
            <a:spLocks noGrp="1"/>
          </p:cNvSpPr>
          <p:nvPr/>
        </p:nvSpPr>
        <p:spPr>
          <a:xfrm>
            <a:off x="10439058" y="5497775"/>
            <a:ext cx="291617" cy="15018"/>
          </a:xfrm>
          <a:custGeom>
            <a:avLst/>
            <a:gdLst/>
            <a:ahLst/>
            <a:cxnLst/>
            <a:rect l="0" t="0" r="0" b="0"/>
            <a:pathLst>
              <a:path w="291617" h="15018">
                <a:moveTo>
                  <a:pt x="0" y="15018"/>
                </a:moveTo>
                <a:lnTo>
                  <a:pt x="291617" y="0"/>
                </a:lnTo>
              </a:path>
            </a:pathLst>
          </a:custGeom>
          <a:noFill/>
          <a:ln w="10820">
            <a:solidFill>
              <a:srgbClr val="8CB130">
                <a:alpha val="12000"/>
              </a:srgbClr>
            </a:solidFill>
            <a:prstDash val="solid"/>
          </a:ln>
        </p:spPr>
      </p:sp>
      <p:sp>
        <p:nvSpPr>
          <p:cNvPr id="549" name="lumia-token-stream-curve">
            <a:extLst>
              <a:ext uri="{FF2B5EF4-FFF2-40B4-BE49-F238E27FC236}">
                <a16:creationId xmlns:a16="http://schemas.microsoft.com/office/drawing/2014/main" id="{137C6984-D516-4AA5-A5E3-ECD0EFED41F2}"/>
              </a:ext>
            </a:extLst>
          </p:cNvPr>
          <p:cNvSpPr>
            <a:spLocks noGrp="1"/>
          </p:cNvSpPr>
          <p:nvPr/>
        </p:nvSpPr>
        <p:spPr>
          <a:xfrm>
            <a:off x="10730676" y="5490369"/>
            <a:ext cx="291948" cy="9525"/>
          </a:xfrm>
          <a:custGeom>
            <a:avLst/>
            <a:gdLst/>
            <a:ahLst/>
            <a:cxnLst/>
            <a:rect l="0" t="0" r="0" b="0"/>
            <a:pathLst>
              <a:path w="291948" h="9525">
                <a:moveTo>
                  <a:pt x="0" y="7407"/>
                </a:moveTo>
                <a:lnTo>
                  <a:pt x="291948" y="0"/>
                </a:lnTo>
              </a:path>
            </a:pathLst>
          </a:custGeom>
          <a:noFill/>
          <a:ln w="10931">
            <a:solidFill>
              <a:srgbClr val="7BAF37">
                <a:alpha val="12000"/>
              </a:srgbClr>
            </a:solidFill>
            <a:prstDash val="solid"/>
          </a:ln>
        </p:spPr>
      </p:sp>
      <p:sp>
        <p:nvSpPr>
          <p:cNvPr id="550" name="lumia-token-stream-curve">
            <a:extLst>
              <a:ext uri="{FF2B5EF4-FFF2-40B4-BE49-F238E27FC236}">
                <a16:creationId xmlns:a16="http://schemas.microsoft.com/office/drawing/2014/main" id="{05251CE5-10CD-4033-A3A9-B655F61EB9DE}"/>
              </a:ext>
            </a:extLst>
          </p:cNvPr>
          <p:cNvSpPr>
            <a:spLocks noGrp="1"/>
          </p:cNvSpPr>
          <p:nvPr/>
        </p:nvSpPr>
        <p:spPr>
          <a:xfrm>
            <a:off x="11022623" y="5485111"/>
            <a:ext cx="292192" cy="9525"/>
          </a:xfrm>
          <a:custGeom>
            <a:avLst/>
            <a:gdLst/>
            <a:ahLst/>
            <a:cxnLst/>
            <a:rect l="0" t="0" r="0" b="0"/>
            <a:pathLst>
              <a:path w="292192" h="9525">
                <a:moveTo>
                  <a:pt x="0" y="5258"/>
                </a:moveTo>
                <a:lnTo>
                  <a:pt x="292192" y="0"/>
                </a:lnTo>
              </a:path>
            </a:pathLst>
          </a:custGeom>
          <a:noFill/>
          <a:ln w="11021">
            <a:solidFill>
              <a:srgbClr val="69AD3E">
                <a:alpha val="12000"/>
              </a:srgbClr>
            </a:solidFill>
            <a:prstDash val="solid"/>
          </a:ln>
        </p:spPr>
      </p:sp>
      <p:sp>
        <p:nvSpPr>
          <p:cNvPr id="551" name="lumia-token-stream-curve">
            <a:extLst>
              <a:ext uri="{FF2B5EF4-FFF2-40B4-BE49-F238E27FC236}">
                <a16:creationId xmlns:a16="http://schemas.microsoft.com/office/drawing/2014/main" id="{A4AA4C14-E42D-43D1-A8E2-0AA71D68A5D9}"/>
              </a:ext>
            </a:extLst>
          </p:cNvPr>
          <p:cNvSpPr>
            <a:spLocks noGrp="1"/>
          </p:cNvSpPr>
          <p:nvPr/>
        </p:nvSpPr>
        <p:spPr>
          <a:xfrm>
            <a:off x="11314816" y="5475972"/>
            <a:ext cx="292351" cy="9525"/>
          </a:xfrm>
          <a:custGeom>
            <a:avLst/>
            <a:gdLst/>
            <a:ahLst/>
            <a:cxnLst/>
            <a:rect l="0" t="0" r="0" b="0"/>
            <a:pathLst>
              <a:path w="292351" h="9525">
                <a:moveTo>
                  <a:pt x="0" y="9138"/>
                </a:moveTo>
                <a:lnTo>
                  <a:pt x="292351" y="0"/>
                </a:lnTo>
              </a:path>
            </a:pathLst>
          </a:custGeom>
          <a:noFill/>
          <a:ln w="11088">
            <a:solidFill>
              <a:srgbClr val="57AC45">
                <a:alpha val="12000"/>
              </a:srgbClr>
            </a:solidFill>
            <a:prstDash val="solid"/>
          </a:ln>
        </p:spPr>
      </p:sp>
      <p:sp>
        <p:nvSpPr>
          <p:cNvPr id="552" name="lumia-token-stream-curve">
            <a:extLst>
              <a:ext uri="{FF2B5EF4-FFF2-40B4-BE49-F238E27FC236}">
                <a16:creationId xmlns:a16="http://schemas.microsoft.com/office/drawing/2014/main" id="{E2670C1F-7793-418B-B229-9002E69BBCB4}"/>
              </a:ext>
            </a:extLst>
          </p:cNvPr>
          <p:cNvSpPr>
            <a:spLocks noGrp="1"/>
          </p:cNvSpPr>
          <p:nvPr/>
        </p:nvSpPr>
        <p:spPr>
          <a:xfrm>
            <a:off x="11607167" y="5457175"/>
            <a:ext cx="292423" cy="18797"/>
          </a:xfrm>
          <a:custGeom>
            <a:avLst/>
            <a:gdLst/>
            <a:ahLst/>
            <a:cxnLst/>
            <a:rect l="0" t="0" r="0" b="0"/>
            <a:pathLst>
              <a:path w="292423" h="18797">
                <a:moveTo>
                  <a:pt x="0" y="18797"/>
                </a:moveTo>
                <a:lnTo>
                  <a:pt x="292423" y="0"/>
                </a:lnTo>
              </a:path>
            </a:pathLst>
          </a:custGeom>
          <a:noFill/>
          <a:ln w="11130">
            <a:solidFill>
              <a:srgbClr val="46AA4C">
                <a:alpha val="12000"/>
              </a:srgbClr>
            </a:solidFill>
            <a:prstDash val="solid"/>
          </a:ln>
        </p:spPr>
      </p:sp>
      <p:sp>
        <p:nvSpPr>
          <p:cNvPr id="553" name="lumia-token-stream-curve">
            <a:extLst>
              <a:ext uri="{FF2B5EF4-FFF2-40B4-BE49-F238E27FC236}">
                <a16:creationId xmlns:a16="http://schemas.microsoft.com/office/drawing/2014/main" id="{161E9580-28F3-49D0-AC9A-AF459FF6DB0C}"/>
              </a:ext>
            </a:extLst>
          </p:cNvPr>
          <p:cNvSpPr>
            <a:spLocks noGrp="1"/>
          </p:cNvSpPr>
          <p:nvPr/>
        </p:nvSpPr>
        <p:spPr>
          <a:xfrm>
            <a:off x="11899590" y="5423983"/>
            <a:ext cx="292410" cy="33192"/>
          </a:xfrm>
          <a:custGeom>
            <a:avLst/>
            <a:gdLst/>
            <a:ahLst/>
            <a:cxnLst/>
            <a:rect l="0" t="0" r="0" b="0"/>
            <a:pathLst>
              <a:path w="292410" h="33192">
                <a:moveTo>
                  <a:pt x="0" y="33192"/>
                </a:moveTo>
                <a:lnTo>
                  <a:pt x="292410" y="0"/>
                </a:lnTo>
              </a:path>
            </a:pathLst>
          </a:custGeom>
          <a:noFill/>
          <a:ln w="11144">
            <a:solidFill>
              <a:srgbClr val="34A853">
                <a:alpha val="12000"/>
              </a:srgbClr>
            </a:solidFill>
            <a:prstDash val="solid"/>
          </a:ln>
        </p:spPr>
      </p:sp>
      <p:sp>
        <p:nvSpPr>
          <p:cNvPr id="554" name="lumia-token-stream-curve">
            <a:extLst>
              <a:ext uri="{FF2B5EF4-FFF2-40B4-BE49-F238E27FC236}">
                <a16:creationId xmlns:a16="http://schemas.microsoft.com/office/drawing/2014/main" id="{DD2989C5-9961-4737-AA74-249FDC7F0416}"/>
              </a:ext>
            </a:extLst>
          </p:cNvPr>
          <p:cNvSpPr>
            <a:spLocks noGrp="1"/>
          </p:cNvSpPr>
          <p:nvPr/>
        </p:nvSpPr>
        <p:spPr>
          <a:xfrm>
            <a:off x="0" y="6314784"/>
            <a:ext cx="164261" cy="42054"/>
          </a:xfrm>
          <a:custGeom>
            <a:avLst/>
            <a:gdLst/>
            <a:ahLst/>
            <a:cxnLst/>
            <a:rect l="0" t="0" r="0" b="0"/>
            <a:pathLst>
              <a:path w="164261" h="42054">
                <a:moveTo>
                  <a:pt x="0" y="0"/>
                </a:moveTo>
                <a:lnTo>
                  <a:pt x="164261" y="42054"/>
                </a:lnTo>
              </a:path>
            </a:pathLst>
          </a:custGeom>
          <a:noFill/>
          <a:ln w="7287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555" name="lumia-token-stream-curve">
            <a:extLst>
              <a:ext uri="{FF2B5EF4-FFF2-40B4-BE49-F238E27FC236}">
                <a16:creationId xmlns:a16="http://schemas.microsoft.com/office/drawing/2014/main" id="{03225248-CF34-45CE-8F43-029A29559A0C}"/>
              </a:ext>
            </a:extLst>
          </p:cNvPr>
          <p:cNvSpPr>
            <a:spLocks noGrp="1"/>
          </p:cNvSpPr>
          <p:nvPr/>
        </p:nvSpPr>
        <p:spPr>
          <a:xfrm>
            <a:off x="164261" y="6356838"/>
            <a:ext cx="215247" cy="44824"/>
          </a:xfrm>
          <a:custGeom>
            <a:avLst/>
            <a:gdLst/>
            <a:ahLst/>
            <a:cxnLst/>
            <a:rect l="0" t="0" r="0" b="0"/>
            <a:pathLst>
              <a:path w="215247" h="44824">
                <a:moveTo>
                  <a:pt x="0" y="0"/>
                </a:moveTo>
                <a:lnTo>
                  <a:pt x="215247" y="44824"/>
                </a:lnTo>
              </a:path>
            </a:pathLst>
          </a:custGeom>
          <a:noFill/>
          <a:ln w="7287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556" name="lumia-token-stream-curve">
            <a:extLst>
              <a:ext uri="{FF2B5EF4-FFF2-40B4-BE49-F238E27FC236}">
                <a16:creationId xmlns:a16="http://schemas.microsoft.com/office/drawing/2014/main" id="{4EA959E2-223E-4475-8D65-8F121E810CB0}"/>
              </a:ext>
            </a:extLst>
          </p:cNvPr>
          <p:cNvSpPr>
            <a:spLocks noGrp="1"/>
          </p:cNvSpPr>
          <p:nvPr/>
        </p:nvSpPr>
        <p:spPr>
          <a:xfrm>
            <a:off x="379508" y="6401662"/>
            <a:ext cx="218878" cy="45187"/>
          </a:xfrm>
          <a:custGeom>
            <a:avLst/>
            <a:gdLst/>
            <a:ahLst/>
            <a:cxnLst/>
            <a:rect l="0" t="0" r="0" b="0"/>
            <a:pathLst>
              <a:path w="218878" h="45187">
                <a:moveTo>
                  <a:pt x="0" y="0"/>
                </a:moveTo>
                <a:lnTo>
                  <a:pt x="218878" y="45187"/>
                </a:lnTo>
              </a:path>
            </a:pathLst>
          </a:custGeom>
          <a:noFill/>
          <a:ln w="7287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557" name="lumia-token-stream-curve">
            <a:extLst>
              <a:ext uri="{FF2B5EF4-FFF2-40B4-BE49-F238E27FC236}">
                <a16:creationId xmlns:a16="http://schemas.microsoft.com/office/drawing/2014/main" id="{BA7F5F29-50CA-4BE9-954F-54A6D9A19298}"/>
              </a:ext>
            </a:extLst>
          </p:cNvPr>
          <p:cNvSpPr>
            <a:spLocks noGrp="1"/>
          </p:cNvSpPr>
          <p:nvPr/>
        </p:nvSpPr>
        <p:spPr>
          <a:xfrm>
            <a:off x="598386" y="6446850"/>
            <a:ext cx="222422" cy="42824"/>
          </a:xfrm>
          <a:custGeom>
            <a:avLst/>
            <a:gdLst/>
            <a:ahLst/>
            <a:cxnLst/>
            <a:rect l="0" t="0" r="0" b="0"/>
            <a:pathLst>
              <a:path w="222422" h="42824">
                <a:moveTo>
                  <a:pt x="0" y="0"/>
                </a:moveTo>
                <a:lnTo>
                  <a:pt x="222422" y="42824"/>
                </a:lnTo>
              </a:path>
            </a:pathLst>
          </a:custGeom>
          <a:noFill/>
          <a:ln w="7287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558" name="lumia-token-stream-curve">
            <a:extLst>
              <a:ext uri="{FF2B5EF4-FFF2-40B4-BE49-F238E27FC236}">
                <a16:creationId xmlns:a16="http://schemas.microsoft.com/office/drawing/2014/main" id="{09B43803-E8E5-4702-BFDF-F5358B9EAD38}"/>
              </a:ext>
            </a:extLst>
          </p:cNvPr>
          <p:cNvSpPr>
            <a:spLocks noGrp="1"/>
          </p:cNvSpPr>
          <p:nvPr/>
        </p:nvSpPr>
        <p:spPr>
          <a:xfrm>
            <a:off x="820808" y="6489674"/>
            <a:ext cx="225877" cy="37626"/>
          </a:xfrm>
          <a:custGeom>
            <a:avLst/>
            <a:gdLst/>
            <a:ahLst/>
            <a:cxnLst/>
            <a:rect l="0" t="0" r="0" b="0"/>
            <a:pathLst>
              <a:path w="225877" h="37626">
                <a:moveTo>
                  <a:pt x="0" y="0"/>
                </a:moveTo>
                <a:lnTo>
                  <a:pt x="225877" y="37626"/>
                </a:lnTo>
              </a:path>
            </a:pathLst>
          </a:custGeom>
          <a:noFill/>
          <a:ln w="7287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559" name="lumia-token-stream-curve">
            <a:extLst>
              <a:ext uri="{FF2B5EF4-FFF2-40B4-BE49-F238E27FC236}">
                <a16:creationId xmlns:a16="http://schemas.microsoft.com/office/drawing/2014/main" id="{BEF70B34-1932-4C54-8AA5-737975A05956}"/>
              </a:ext>
            </a:extLst>
          </p:cNvPr>
          <p:cNvSpPr>
            <a:spLocks noGrp="1"/>
          </p:cNvSpPr>
          <p:nvPr/>
        </p:nvSpPr>
        <p:spPr>
          <a:xfrm>
            <a:off x="1046684" y="6527300"/>
            <a:ext cx="229243" cy="29728"/>
          </a:xfrm>
          <a:custGeom>
            <a:avLst/>
            <a:gdLst/>
            <a:ahLst/>
            <a:cxnLst/>
            <a:rect l="0" t="0" r="0" b="0"/>
            <a:pathLst>
              <a:path w="229243" h="29728">
                <a:moveTo>
                  <a:pt x="0" y="0"/>
                </a:moveTo>
                <a:lnTo>
                  <a:pt x="229243" y="29728"/>
                </a:lnTo>
              </a:path>
            </a:pathLst>
          </a:custGeom>
          <a:noFill/>
          <a:ln w="7287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560" name="lumia-token-stream-curve">
            <a:extLst>
              <a:ext uri="{FF2B5EF4-FFF2-40B4-BE49-F238E27FC236}">
                <a16:creationId xmlns:a16="http://schemas.microsoft.com/office/drawing/2014/main" id="{6501D5C8-CCE8-4B5A-B4C0-DBABB2FE38CF}"/>
              </a:ext>
            </a:extLst>
          </p:cNvPr>
          <p:cNvSpPr>
            <a:spLocks noGrp="1"/>
          </p:cNvSpPr>
          <p:nvPr/>
        </p:nvSpPr>
        <p:spPr>
          <a:xfrm>
            <a:off x="1275928" y="6557028"/>
            <a:ext cx="232522" cy="19534"/>
          </a:xfrm>
          <a:custGeom>
            <a:avLst/>
            <a:gdLst/>
            <a:ahLst/>
            <a:cxnLst/>
            <a:rect l="0" t="0" r="0" b="0"/>
            <a:pathLst>
              <a:path w="232522" h="19534">
                <a:moveTo>
                  <a:pt x="0" y="0"/>
                </a:moveTo>
                <a:lnTo>
                  <a:pt x="232522" y="19534"/>
                </a:lnTo>
              </a:path>
            </a:pathLst>
          </a:custGeom>
          <a:noFill/>
          <a:ln w="7287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561" name="lumia-token-stream-curve">
            <a:extLst>
              <a:ext uri="{FF2B5EF4-FFF2-40B4-BE49-F238E27FC236}">
                <a16:creationId xmlns:a16="http://schemas.microsoft.com/office/drawing/2014/main" id="{331F8BB9-592B-4729-8637-82E8BCB08B37}"/>
              </a:ext>
            </a:extLst>
          </p:cNvPr>
          <p:cNvSpPr>
            <a:spLocks noGrp="1"/>
          </p:cNvSpPr>
          <p:nvPr/>
        </p:nvSpPr>
        <p:spPr>
          <a:xfrm>
            <a:off x="1508449" y="6576561"/>
            <a:ext cx="235712" cy="9525"/>
          </a:xfrm>
          <a:custGeom>
            <a:avLst/>
            <a:gdLst/>
            <a:ahLst/>
            <a:cxnLst/>
            <a:rect l="0" t="0" r="0" b="0"/>
            <a:pathLst>
              <a:path w="235712" h="9525">
                <a:moveTo>
                  <a:pt x="0" y="0"/>
                </a:moveTo>
                <a:lnTo>
                  <a:pt x="235712" y="7704"/>
                </a:lnTo>
              </a:path>
            </a:pathLst>
          </a:custGeom>
          <a:noFill/>
          <a:ln w="7287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562" name="lumia-token-stream-curve">
            <a:extLst>
              <a:ext uri="{FF2B5EF4-FFF2-40B4-BE49-F238E27FC236}">
                <a16:creationId xmlns:a16="http://schemas.microsoft.com/office/drawing/2014/main" id="{AB8E59F1-CF01-4F80-A49F-EF79D0CC8059}"/>
              </a:ext>
            </a:extLst>
          </p:cNvPr>
          <p:cNvSpPr>
            <a:spLocks noGrp="1"/>
          </p:cNvSpPr>
          <p:nvPr/>
        </p:nvSpPr>
        <p:spPr>
          <a:xfrm>
            <a:off x="1744161" y="6579388"/>
            <a:ext cx="238813" cy="9525"/>
          </a:xfrm>
          <a:custGeom>
            <a:avLst/>
            <a:gdLst/>
            <a:ahLst/>
            <a:cxnLst/>
            <a:rect l="0" t="0" r="0" b="0"/>
            <a:pathLst>
              <a:path w="238813" h="9525">
                <a:moveTo>
                  <a:pt x="0" y="4878"/>
                </a:moveTo>
                <a:lnTo>
                  <a:pt x="238813" y="0"/>
                </a:lnTo>
              </a:path>
            </a:pathLst>
          </a:custGeom>
          <a:noFill/>
          <a:ln w="7287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563" name="lumia-token-stream-curve">
            <a:extLst>
              <a:ext uri="{FF2B5EF4-FFF2-40B4-BE49-F238E27FC236}">
                <a16:creationId xmlns:a16="http://schemas.microsoft.com/office/drawing/2014/main" id="{FE41B94A-D222-4784-AFD7-B7A86A562C46}"/>
              </a:ext>
            </a:extLst>
          </p:cNvPr>
          <p:cNvSpPr>
            <a:spLocks noGrp="1"/>
          </p:cNvSpPr>
          <p:nvPr/>
        </p:nvSpPr>
        <p:spPr>
          <a:xfrm>
            <a:off x="1982974" y="6562210"/>
            <a:ext cx="241826" cy="17178"/>
          </a:xfrm>
          <a:custGeom>
            <a:avLst/>
            <a:gdLst/>
            <a:ahLst/>
            <a:cxnLst/>
            <a:rect l="0" t="0" r="0" b="0"/>
            <a:pathLst>
              <a:path w="241826" h="17178">
                <a:moveTo>
                  <a:pt x="0" y="17178"/>
                </a:moveTo>
                <a:lnTo>
                  <a:pt x="241826" y="0"/>
                </a:lnTo>
              </a:path>
            </a:pathLst>
          </a:custGeom>
          <a:noFill/>
          <a:ln w="7287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564" name="lumia-token-stream-curve">
            <a:extLst>
              <a:ext uri="{FF2B5EF4-FFF2-40B4-BE49-F238E27FC236}">
                <a16:creationId xmlns:a16="http://schemas.microsoft.com/office/drawing/2014/main" id="{03C5AF6E-5843-437D-9D84-847F8C72E080}"/>
              </a:ext>
            </a:extLst>
          </p:cNvPr>
          <p:cNvSpPr>
            <a:spLocks noGrp="1"/>
          </p:cNvSpPr>
          <p:nvPr/>
        </p:nvSpPr>
        <p:spPr>
          <a:xfrm>
            <a:off x="2224800" y="6534114"/>
            <a:ext cx="244751" cy="28096"/>
          </a:xfrm>
          <a:custGeom>
            <a:avLst/>
            <a:gdLst/>
            <a:ahLst/>
            <a:cxnLst/>
            <a:rect l="0" t="0" r="0" b="0"/>
            <a:pathLst>
              <a:path w="244751" h="28096">
                <a:moveTo>
                  <a:pt x="0" y="28096"/>
                </a:moveTo>
                <a:lnTo>
                  <a:pt x="244751" y="0"/>
                </a:lnTo>
              </a:path>
            </a:pathLst>
          </a:custGeom>
          <a:noFill/>
          <a:ln w="7287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565" name="lumia-token-stream-curve">
            <a:extLst>
              <a:ext uri="{FF2B5EF4-FFF2-40B4-BE49-F238E27FC236}">
                <a16:creationId xmlns:a16="http://schemas.microsoft.com/office/drawing/2014/main" id="{E361BE3A-39CE-4C58-9750-8941134F3AF8}"/>
              </a:ext>
            </a:extLst>
          </p:cNvPr>
          <p:cNvSpPr>
            <a:spLocks noGrp="1"/>
          </p:cNvSpPr>
          <p:nvPr/>
        </p:nvSpPr>
        <p:spPr>
          <a:xfrm>
            <a:off x="2469551" y="6497528"/>
            <a:ext cx="247588" cy="36586"/>
          </a:xfrm>
          <a:custGeom>
            <a:avLst/>
            <a:gdLst/>
            <a:ahLst/>
            <a:cxnLst/>
            <a:rect l="0" t="0" r="0" b="0"/>
            <a:pathLst>
              <a:path w="247588" h="36586">
                <a:moveTo>
                  <a:pt x="0" y="36586"/>
                </a:moveTo>
                <a:lnTo>
                  <a:pt x="247588" y="0"/>
                </a:lnTo>
              </a:path>
            </a:pathLst>
          </a:custGeom>
          <a:noFill/>
          <a:ln w="7287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566" name="lumia-token-stream-curve">
            <a:extLst>
              <a:ext uri="{FF2B5EF4-FFF2-40B4-BE49-F238E27FC236}">
                <a16:creationId xmlns:a16="http://schemas.microsoft.com/office/drawing/2014/main" id="{BDBB0585-9FC6-4AE2-8463-FD9F6331FC0F}"/>
              </a:ext>
            </a:extLst>
          </p:cNvPr>
          <p:cNvSpPr>
            <a:spLocks noGrp="1"/>
          </p:cNvSpPr>
          <p:nvPr/>
        </p:nvSpPr>
        <p:spPr>
          <a:xfrm>
            <a:off x="2717139" y="6455756"/>
            <a:ext cx="250336" cy="41772"/>
          </a:xfrm>
          <a:custGeom>
            <a:avLst/>
            <a:gdLst/>
            <a:ahLst/>
            <a:cxnLst/>
            <a:rect l="0" t="0" r="0" b="0"/>
            <a:pathLst>
              <a:path w="250336" h="41772">
                <a:moveTo>
                  <a:pt x="0" y="41772"/>
                </a:moveTo>
                <a:lnTo>
                  <a:pt x="250336" y="0"/>
                </a:lnTo>
              </a:path>
            </a:pathLst>
          </a:custGeom>
          <a:noFill/>
          <a:ln w="7287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567" name="lumia-token-stream-curve">
            <a:extLst>
              <a:ext uri="{FF2B5EF4-FFF2-40B4-BE49-F238E27FC236}">
                <a16:creationId xmlns:a16="http://schemas.microsoft.com/office/drawing/2014/main" id="{0AB9C186-27F6-41E9-8EDB-BD3B554DC46D}"/>
              </a:ext>
            </a:extLst>
          </p:cNvPr>
          <p:cNvSpPr>
            <a:spLocks noGrp="1"/>
          </p:cNvSpPr>
          <p:nvPr/>
        </p:nvSpPr>
        <p:spPr>
          <a:xfrm>
            <a:off x="2967475" y="6412691"/>
            <a:ext cx="252996" cy="43065"/>
          </a:xfrm>
          <a:custGeom>
            <a:avLst/>
            <a:gdLst/>
            <a:ahLst/>
            <a:cxnLst/>
            <a:rect l="0" t="0" r="0" b="0"/>
            <a:pathLst>
              <a:path w="252996" h="43065">
                <a:moveTo>
                  <a:pt x="0" y="43065"/>
                </a:moveTo>
                <a:lnTo>
                  <a:pt x="252996" y="0"/>
                </a:lnTo>
              </a:path>
            </a:pathLst>
          </a:custGeom>
          <a:noFill/>
          <a:ln w="7287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568" name="lumia-token-stream-curve">
            <a:extLst>
              <a:ext uri="{FF2B5EF4-FFF2-40B4-BE49-F238E27FC236}">
                <a16:creationId xmlns:a16="http://schemas.microsoft.com/office/drawing/2014/main" id="{75C2D8EC-29B7-4DF5-9CDC-86F8CFC4E7AF}"/>
              </a:ext>
            </a:extLst>
          </p:cNvPr>
          <p:cNvSpPr>
            <a:spLocks noGrp="1"/>
          </p:cNvSpPr>
          <p:nvPr/>
        </p:nvSpPr>
        <p:spPr>
          <a:xfrm>
            <a:off x="3220471" y="6372436"/>
            <a:ext cx="255567" cy="40255"/>
          </a:xfrm>
          <a:custGeom>
            <a:avLst/>
            <a:gdLst/>
            <a:ahLst/>
            <a:cxnLst/>
            <a:rect l="0" t="0" r="0" b="0"/>
            <a:pathLst>
              <a:path w="255567" h="40255">
                <a:moveTo>
                  <a:pt x="0" y="40255"/>
                </a:moveTo>
                <a:lnTo>
                  <a:pt x="255567" y="0"/>
                </a:lnTo>
              </a:path>
            </a:pathLst>
          </a:custGeom>
          <a:noFill/>
          <a:ln w="7287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569" name="lumia-token-stream-curve">
            <a:extLst>
              <a:ext uri="{FF2B5EF4-FFF2-40B4-BE49-F238E27FC236}">
                <a16:creationId xmlns:a16="http://schemas.microsoft.com/office/drawing/2014/main" id="{72B2880D-9279-4AC8-8B79-9FAA8FCDEDDE}"/>
              </a:ext>
            </a:extLst>
          </p:cNvPr>
          <p:cNvSpPr>
            <a:spLocks noGrp="1"/>
          </p:cNvSpPr>
          <p:nvPr/>
        </p:nvSpPr>
        <p:spPr>
          <a:xfrm>
            <a:off x="3476038" y="6338864"/>
            <a:ext cx="258050" cy="33572"/>
          </a:xfrm>
          <a:custGeom>
            <a:avLst/>
            <a:gdLst/>
            <a:ahLst/>
            <a:cxnLst/>
            <a:rect l="0" t="0" r="0" b="0"/>
            <a:pathLst>
              <a:path w="258050" h="33572">
                <a:moveTo>
                  <a:pt x="0" y="33572"/>
                </a:moveTo>
                <a:lnTo>
                  <a:pt x="258050" y="0"/>
                </a:lnTo>
              </a:path>
            </a:pathLst>
          </a:custGeom>
          <a:noFill/>
          <a:ln w="7287">
            <a:solidFill>
              <a:srgbClr val="893E75">
                <a:alpha val="6000"/>
              </a:srgbClr>
            </a:solidFill>
            <a:prstDash val="solid"/>
          </a:ln>
        </p:spPr>
      </p:sp>
      <p:sp>
        <p:nvSpPr>
          <p:cNvPr id="570" name="lumia-token-stream-curve">
            <a:extLst>
              <a:ext uri="{FF2B5EF4-FFF2-40B4-BE49-F238E27FC236}">
                <a16:creationId xmlns:a16="http://schemas.microsoft.com/office/drawing/2014/main" id="{8D8D1162-BE4E-477D-B56D-3693C4DDB3D2}"/>
              </a:ext>
            </a:extLst>
          </p:cNvPr>
          <p:cNvSpPr>
            <a:spLocks noGrp="1"/>
          </p:cNvSpPr>
          <p:nvPr/>
        </p:nvSpPr>
        <p:spPr>
          <a:xfrm>
            <a:off x="3734088" y="6315168"/>
            <a:ext cx="260445" cy="23696"/>
          </a:xfrm>
          <a:custGeom>
            <a:avLst/>
            <a:gdLst/>
            <a:ahLst/>
            <a:cxnLst/>
            <a:rect l="0" t="0" r="0" b="0"/>
            <a:pathLst>
              <a:path w="260445" h="23696">
                <a:moveTo>
                  <a:pt x="0" y="23696"/>
                </a:moveTo>
                <a:lnTo>
                  <a:pt x="260445" y="0"/>
                </a:lnTo>
              </a:path>
            </a:pathLst>
          </a:custGeom>
          <a:noFill/>
          <a:ln w="7288">
            <a:solidFill>
              <a:srgbClr val="963E6C">
                <a:alpha val="6000"/>
              </a:srgbClr>
            </a:solidFill>
            <a:prstDash val="solid"/>
          </a:ln>
        </p:spPr>
      </p:sp>
      <p:sp>
        <p:nvSpPr>
          <p:cNvPr id="571" name="lumia-token-stream-curve">
            <a:extLst>
              <a:ext uri="{FF2B5EF4-FFF2-40B4-BE49-F238E27FC236}">
                <a16:creationId xmlns:a16="http://schemas.microsoft.com/office/drawing/2014/main" id="{662759B4-AA48-4EA5-8C23-D88B1EBBDF54}"/>
              </a:ext>
            </a:extLst>
          </p:cNvPr>
          <p:cNvSpPr>
            <a:spLocks noGrp="1"/>
          </p:cNvSpPr>
          <p:nvPr/>
        </p:nvSpPr>
        <p:spPr>
          <a:xfrm>
            <a:off x="3994533" y="6303449"/>
            <a:ext cx="262751" cy="11719"/>
          </a:xfrm>
          <a:custGeom>
            <a:avLst/>
            <a:gdLst/>
            <a:ahLst/>
            <a:cxnLst/>
            <a:rect l="0" t="0" r="0" b="0"/>
            <a:pathLst>
              <a:path w="262751" h="11719">
                <a:moveTo>
                  <a:pt x="0" y="11719"/>
                </a:moveTo>
                <a:lnTo>
                  <a:pt x="262751" y="0"/>
                </a:lnTo>
              </a:path>
            </a:pathLst>
          </a:custGeom>
          <a:noFill/>
          <a:ln w="7310">
            <a:solidFill>
              <a:srgbClr val="A33F64">
                <a:alpha val="6000"/>
              </a:srgbClr>
            </a:solidFill>
            <a:prstDash val="solid"/>
          </a:ln>
        </p:spPr>
      </p:sp>
      <p:sp>
        <p:nvSpPr>
          <p:cNvPr id="572" name="lumia-token-stream-curve">
            <a:extLst>
              <a:ext uri="{FF2B5EF4-FFF2-40B4-BE49-F238E27FC236}">
                <a16:creationId xmlns:a16="http://schemas.microsoft.com/office/drawing/2014/main" id="{44860A48-B33F-494F-989A-5A8520CBDE04}"/>
              </a:ext>
            </a:extLst>
          </p:cNvPr>
          <p:cNvSpPr>
            <a:spLocks noGrp="1"/>
          </p:cNvSpPr>
          <p:nvPr/>
        </p:nvSpPr>
        <p:spPr>
          <a:xfrm>
            <a:off x="4257284" y="6303449"/>
            <a:ext cx="264969" cy="9525"/>
          </a:xfrm>
          <a:custGeom>
            <a:avLst/>
            <a:gdLst/>
            <a:ahLst/>
            <a:cxnLst/>
            <a:rect l="0" t="0" r="0" b="0"/>
            <a:pathLst>
              <a:path w="264969" h="9525">
                <a:moveTo>
                  <a:pt x="0" y="0"/>
                </a:moveTo>
                <a:lnTo>
                  <a:pt x="264969" y="958"/>
                </a:lnTo>
              </a:path>
            </a:pathLst>
          </a:custGeom>
          <a:noFill/>
          <a:ln w="7360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573" name="lumia-token-stream-curve">
            <a:extLst>
              <a:ext uri="{FF2B5EF4-FFF2-40B4-BE49-F238E27FC236}">
                <a16:creationId xmlns:a16="http://schemas.microsoft.com/office/drawing/2014/main" id="{962C4A4B-A1D6-461C-809B-B2B701F39C5D}"/>
              </a:ext>
            </a:extLst>
          </p:cNvPr>
          <p:cNvSpPr>
            <a:spLocks noGrp="1"/>
          </p:cNvSpPr>
          <p:nvPr/>
        </p:nvSpPr>
        <p:spPr>
          <a:xfrm>
            <a:off x="4522254" y="6304407"/>
            <a:ext cx="267099" cy="12763"/>
          </a:xfrm>
          <a:custGeom>
            <a:avLst/>
            <a:gdLst/>
            <a:ahLst/>
            <a:cxnLst/>
            <a:rect l="0" t="0" r="0" b="0"/>
            <a:pathLst>
              <a:path w="267099" h="12763">
                <a:moveTo>
                  <a:pt x="0" y="0"/>
                </a:moveTo>
                <a:lnTo>
                  <a:pt x="267099" y="12763"/>
                </a:lnTo>
              </a:path>
            </a:pathLst>
          </a:custGeom>
          <a:noFill/>
          <a:ln w="7437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574" name="lumia-token-stream-curve">
            <a:extLst>
              <a:ext uri="{FF2B5EF4-FFF2-40B4-BE49-F238E27FC236}">
                <a16:creationId xmlns:a16="http://schemas.microsoft.com/office/drawing/2014/main" id="{8F6A5FD0-8DA3-4CFC-8928-2E5AB36C1EB6}"/>
              </a:ext>
            </a:extLst>
          </p:cNvPr>
          <p:cNvSpPr>
            <a:spLocks noGrp="1"/>
          </p:cNvSpPr>
          <p:nvPr/>
        </p:nvSpPr>
        <p:spPr>
          <a:xfrm>
            <a:off x="4789353" y="6317170"/>
            <a:ext cx="269140" cy="22137"/>
          </a:xfrm>
          <a:custGeom>
            <a:avLst/>
            <a:gdLst/>
            <a:ahLst/>
            <a:cxnLst/>
            <a:rect l="0" t="0" r="0" b="0"/>
            <a:pathLst>
              <a:path w="269140" h="22137">
                <a:moveTo>
                  <a:pt x="0" y="0"/>
                </a:moveTo>
                <a:lnTo>
                  <a:pt x="269140" y="22137"/>
                </a:lnTo>
              </a:path>
            </a:pathLst>
          </a:custGeom>
          <a:noFill/>
          <a:ln w="7537">
            <a:solidFill>
              <a:srgbClr val="CA414A">
                <a:alpha val="7000"/>
              </a:srgbClr>
            </a:solidFill>
            <a:prstDash val="solid"/>
          </a:ln>
        </p:spPr>
      </p:sp>
      <p:sp>
        <p:nvSpPr>
          <p:cNvPr id="575" name="lumia-token-stream-curve">
            <a:extLst>
              <a:ext uri="{FF2B5EF4-FFF2-40B4-BE49-F238E27FC236}">
                <a16:creationId xmlns:a16="http://schemas.microsoft.com/office/drawing/2014/main" id="{323A649B-45D4-44FA-9F69-39E61ABC4A77}"/>
              </a:ext>
            </a:extLst>
          </p:cNvPr>
          <p:cNvSpPr>
            <a:spLocks noGrp="1"/>
          </p:cNvSpPr>
          <p:nvPr/>
        </p:nvSpPr>
        <p:spPr>
          <a:xfrm>
            <a:off x="5058493" y="6339307"/>
            <a:ext cx="271093" cy="27725"/>
          </a:xfrm>
          <a:custGeom>
            <a:avLst/>
            <a:gdLst/>
            <a:ahLst/>
            <a:cxnLst/>
            <a:rect l="0" t="0" r="0" b="0"/>
            <a:pathLst>
              <a:path w="271093" h="27725">
                <a:moveTo>
                  <a:pt x="0" y="0"/>
                </a:moveTo>
                <a:lnTo>
                  <a:pt x="271093" y="27725"/>
                </a:lnTo>
              </a:path>
            </a:pathLst>
          </a:custGeom>
          <a:noFill/>
          <a:ln w="7659">
            <a:solidFill>
              <a:srgbClr val="D74242">
                <a:alpha val="7000"/>
              </a:srgbClr>
            </a:solidFill>
            <a:prstDash val="solid"/>
          </a:ln>
        </p:spPr>
      </p:sp>
      <p:sp>
        <p:nvSpPr>
          <p:cNvPr id="576" name="lumia-token-stream-curve">
            <a:extLst>
              <a:ext uri="{FF2B5EF4-FFF2-40B4-BE49-F238E27FC236}">
                <a16:creationId xmlns:a16="http://schemas.microsoft.com/office/drawing/2014/main" id="{4F8D263A-E9D7-4189-8DAD-8282124DC0F0}"/>
              </a:ext>
            </a:extLst>
          </p:cNvPr>
          <p:cNvSpPr>
            <a:spLocks noGrp="1"/>
          </p:cNvSpPr>
          <p:nvPr/>
        </p:nvSpPr>
        <p:spPr>
          <a:xfrm>
            <a:off x="5329586" y="6367032"/>
            <a:ext cx="272958" cy="28556"/>
          </a:xfrm>
          <a:custGeom>
            <a:avLst/>
            <a:gdLst/>
            <a:ahLst/>
            <a:cxnLst/>
            <a:rect l="0" t="0" r="0" b="0"/>
            <a:pathLst>
              <a:path w="272958" h="28556">
                <a:moveTo>
                  <a:pt x="0" y="0"/>
                </a:moveTo>
                <a:lnTo>
                  <a:pt x="272958" y="28556"/>
                </a:lnTo>
              </a:path>
            </a:pathLst>
          </a:custGeom>
          <a:noFill/>
          <a:ln w="7800">
            <a:solidFill>
              <a:srgbClr val="E44339">
                <a:alpha val="7000"/>
              </a:srgbClr>
            </a:solidFill>
            <a:prstDash val="solid"/>
          </a:ln>
        </p:spPr>
      </p:sp>
      <p:sp>
        <p:nvSpPr>
          <p:cNvPr id="577" name="lumia-token-stream-curve">
            <a:extLst>
              <a:ext uri="{FF2B5EF4-FFF2-40B4-BE49-F238E27FC236}">
                <a16:creationId xmlns:a16="http://schemas.microsoft.com/office/drawing/2014/main" id="{56CBEF68-EBBC-41C1-9EBC-06F210CEC9D3}"/>
              </a:ext>
            </a:extLst>
          </p:cNvPr>
          <p:cNvSpPr>
            <a:spLocks noGrp="1"/>
          </p:cNvSpPr>
          <p:nvPr/>
        </p:nvSpPr>
        <p:spPr>
          <a:xfrm>
            <a:off x="5602544" y="6395588"/>
            <a:ext cx="274734" cy="24193"/>
          </a:xfrm>
          <a:custGeom>
            <a:avLst/>
            <a:gdLst/>
            <a:ahLst/>
            <a:cxnLst/>
            <a:rect l="0" t="0" r="0" b="0"/>
            <a:pathLst>
              <a:path w="274734" h="24193">
                <a:moveTo>
                  <a:pt x="0" y="0"/>
                </a:moveTo>
                <a:lnTo>
                  <a:pt x="274734" y="24193"/>
                </a:lnTo>
              </a:path>
            </a:pathLst>
          </a:custGeom>
          <a:noFill/>
          <a:ln w="7959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578" name="lumia-token-stream-curve">
            <a:extLst>
              <a:ext uri="{FF2B5EF4-FFF2-40B4-BE49-F238E27FC236}">
                <a16:creationId xmlns:a16="http://schemas.microsoft.com/office/drawing/2014/main" id="{6C219F24-8C17-4017-91A8-C19FA0D946FB}"/>
              </a:ext>
            </a:extLst>
          </p:cNvPr>
          <p:cNvSpPr>
            <a:spLocks noGrp="1"/>
          </p:cNvSpPr>
          <p:nvPr/>
        </p:nvSpPr>
        <p:spPr>
          <a:xfrm>
            <a:off x="5877279" y="6419781"/>
            <a:ext cx="276422" cy="14820"/>
          </a:xfrm>
          <a:custGeom>
            <a:avLst/>
            <a:gdLst/>
            <a:ahLst/>
            <a:cxnLst/>
            <a:rect l="0" t="0" r="0" b="0"/>
            <a:pathLst>
              <a:path w="276422" h="14820">
                <a:moveTo>
                  <a:pt x="0" y="0"/>
                </a:moveTo>
                <a:lnTo>
                  <a:pt x="276422" y="14820"/>
                </a:lnTo>
              </a:path>
            </a:pathLst>
          </a:custGeom>
          <a:noFill/>
          <a:ln w="8134">
            <a:solidFill>
              <a:srgbClr val="EC532F">
                <a:alpha val="8000"/>
              </a:srgbClr>
            </a:solidFill>
            <a:prstDash val="solid"/>
          </a:ln>
        </p:spPr>
      </p:sp>
      <p:sp>
        <p:nvSpPr>
          <p:cNvPr id="579" name="lumia-token-stream-curve">
            <a:extLst>
              <a:ext uri="{FF2B5EF4-FFF2-40B4-BE49-F238E27FC236}">
                <a16:creationId xmlns:a16="http://schemas.microsoft.com/office/drawing/2014/main" id="{96E37A44-4745-422B-AD0E-CA9CB1B1DA11}"/>
              </a:ext>
            </a:extLst>
          </p:cNvPr>
          <p:cNvSpPr>
            <a:spLocks noGrp="1"/>
          </p:cNvSpPr>
          <p:nvPr/>
        </p:nvSpPr>
        <p:spPr>
          <a:xfrm>
            <a:off x="6153701" y="6434601"/>
            <a:ext cx="278022" cy="9525"/>
          </a:xfrm>
          <a:custGeom>
            <a:avLst/>
            <a:gdLst/>
            <a:ahLst/>
            <a:cxnLst/>
            <a:rect l="0" t="0" r="0" b="0"/>
            <a:pathLst>
              <a:path w="278022" h="9525">
                <a:moveTo>
                  <a:pt x="0" y="0"/>
                </a:moveTo>
                <a:lnTo>
                  <a:pt x="278022" y="1250"/>
                </a:lnTo>
              </a:path>
            </a:pathLst>
          </a:custGeom>
          <a:noFill/>
          <a:ln w="8322">
            <a:solidFill>
              <a:srgbClr val="EE5E2A">
                <a:alpha val="8000"/>
              </a:srgbClr>
            </a:solidFill>
            <a:prstDash val="solid"/>
          </a:ln>
        </p:spPr>
      </p:sp>
      <p:sp>
        <p:nvSpPr>
          <p:cNvPr id="580" name="lumia-token-stream-curve">
            <a:extLst>
              <a:ext uri="{FF2B5EF4-FFF2-40B4-BE49-F238E27FC236}">
                <a16:creationId xmlns:a16="http://schemas.microsoft.com/office/drawing/2014/main" id="{DA33B9F1-0641-49AF-992B-AE6B7CCB2279}"/>
              </a:ext>
            </a:extLst>
          </p:cNvPr>
          <p:cNvSpPr>
            <a:spLocks noGrp="1"/>
          </p:cNvSpPr>
          <p:nvPr/>
        </p:nvSpPr>
        <p:spPr>
          <a:xfrm>
            <a:off x="6431722" y="6420708"/>
            <a:ext cx="279533" cy="15143"/>
          </a:xfrm>
          <a:custGeom>
            <a:avLst/>
            <a:gdLst/>
            <a:ahLst/>
            <a:cxnLst/>
            <a:rect l="0" t="0" r="0" b="0"/>
            <a:pathLst>
              <a:path w="279533" h="15143">
                <a:moveTo>
                  <a:pt x="0" y="15143"/>
                </a:moveTo>
                <a:lnTo>
                  <a:pt x="279533" y="0"/>
                </a:lnTo>
              </a:path>
            </a:pathLst>
          </a:custGeom>
          <a:noFill/>
          <a:ln w="8521">
            <a:solidFill>
              <a:srgbClr val="EF6926">
                <a:alpha val="8000"/>
              </a:srgbClr>
            </a:solidFill>
            <a:prstDash val="solid"/>
          </a:ln>
        </p:spPr>
      </p:sp>
      <p:sp>
        <p:nvSpPr>
          <p:cNvPr id="581" name="lumia-token-stream-curve">
            <a:extLst>
              <a:ext uri="{FF2B5EF4-FFF2-40B4-BE49-F238E27FC236}">
                <a16:creationId xmlns:a16="http://schemas.microsoft.com/office/drawing/2014/main" id="{6530DF41-C47A-4D67-B80F-D58515D622FA}"/>
              </a:ext>
            </a:extLst>
          </p:cNvPr>
          <p:cNvSpPr>
            <a:spLocks noGrp="1"/>
          </p:cNvSpPr>
          <p:nvPr/>
        </p:nvSpPr>
        <p:spPr>
          <a:xfrm>
            <a:off x="6711255" y="6388132"/>
            <a:ext cx="280956" cy="32575"/>
          </a:xfrm>
          <a:custGeom>
            <a:avLst/>
            <a:gdLst/>
            <a:ahLst/>
            <a:cxnLst/>
            <a:rect l="0" t="0" r="0" b="0"/>
            <a:pathLst>
              <a:path w="280956" h="32575">
                <a:moveTo>
                  <a:pt x="0" y="32575"/>
                </a:moveTo>
                <a:lnTo>
                  <a:pt x="280956" y="0"/>
                </a:lnTo>
              </a:path>
            </a:pathLst>
          </a:custGeom>
          <a:noFill/>
          <a:ln w="8729">
            <a:solidFill>
              <a:srgbClr val="F17322">
                <a:alpha val="9000"/>
              </a:srgbClr>
            </a:solidFill>
            <a:prstDash val="solid"/>
          </a:ln>
        </p:spPr>
      </p:sp>
      <p:sp>
        <p:nvSpPr>
          <p:cNvPr id="582" name="lumia-token-stream-curve">
            <a:extLst>
              <a:ext uri="{FF2B5EF4-FFF2-40B4-BE49-F238E27FC236}">
                <a16:creationId xmlns:a16="http://schemas.microsoft.com/office/drawing/2014/main" id="{7900FD9D-FCAA-4BB0-9230-5A79B484EBCE}"/>
              </a:ext>
            </a:extLst>
          </p:cNvPr>
          <p:cNvSpPr>
            <a:spLocks noGrp="1"/>
          </p:cNvSpPr>
          <p:nvPr/>
        </p:nvSpPr>
        <p:spPr>
          <a:xfrm>
            <a:off x="6992211" y="6339066"/>
            <a:ext cx="282290" cy="49067"/>
          </a:xfrm>
          <a:custGeom>
            <a:avLst/>
            <a:gdLst/>
            <a:ahLst/>
            <a:cxnLst/>
            <a:rect l="0" t="0" r="0" b="0"/>
            <a:pathLst>
              <a:path w="282290" h="49067">
                <a:moveTo>
                  <a:pt x="0" y="49067"/>
                </a:moveTo>
                <a:lnTo>
                  <a:pt x="282290" y="0"/>
                </a:lnTo>
              </a:path>
            </a:pathLst>
          </a:custGeom>
          <a:noFill/>
          <a:ln w="8945">
            <a:solidFill>
              <a:srgbClr val="F27E1E">
                <a:alpha val="9000"/>
              </a:srgbClr>
            </a:solidFill>
            <a:prstDash val="solid"/>
          </a:ln>
        </p:spPr>
      </p:sp>
      <p:sp>
        <p:nvSpPr>
          <p:cNvPr id="583" name="lumia-token-stream-curve">
            <a:extLst>
              <a:ext uri="{FF2B5EF4-FFF2-40B4-BE49-F238E27FC236}">
                <a16:creationId xmlns:a16="http://schemas.microsoft.com/office/drawing/2014/main" id="{606971FA-5C78-48D4-ACFA-F821490E6885}"/>
              </a:ext>
            </a:extLst>
          </p:cNvPr>
          <p:cNvSpPr>
            <a:spLocks noGrp="1"/>
          </p:cNvSpPr>
          <p:nvPr/>
        </p:nvSpPr>
        <p:spPr>
          <a:xfrm>
            <a:off x="7274501" y="6276369"/>
            <a:ext cx="283536" cy="62696"/>
          </a:xfrm>
          <a:custGeom>
            <a:avLst/>
            <a:gdLst/>
            <a:ahLst/>
            <a:cxnLst/>
            <a:rect l="0" t="0" r="0" b="0"/>
            <a:pathLst>
              <a:path w="283536" h="62696">
                <a:moveTo>
                  <a:pt x="0" y="62696"/>
                </a:moveTo>
                <a:lnTo>
                  <a:pt x="283536" y="0"/>
                </a:lnTo>
              </a:path>
            </a:pathLst>
          </a:custGeom>
          <a:noFill/>
          <a:ln w="9165">
            <a:solidFill>
              <a:srgbClr val="F48919">
                <a:alpha val="9000"/>
              </a:srgbClr>
            </a:solidFill>
            <a:prstDash val="solid"/>
          </a:ln>
        </p:spPr>
      </p:sp>
      <p:sp>
        <p:nvSpPr>
          <p:cNvPr id="584" name="lumia-token-stream-curve">
            <a:extLst>
              <a:ext uri="{FF2B5EF4-FFF2-40B4-BE49-F238E27FC236}">
                <a16:creationId xmlns:a16="http://schemas.microsoft.com/office/drawing/2014/main" id="{0FB3D379-67C5-49B3-8A81-A603AC0BB020}"/>
              </a:ext>
            </a:extLst>
          </p:cNvPr>
          <p:cNvSpPr>
            <a:spLocks noGrp="1"/>
          </p:cNvSpPr>
          <p:nvPr/>
        </p:nvSpPr>
        <p:spPr>
          <a:xfrm>
            <a:off x="7558038" y="6204512"/>
            <a:ext cx="284694" cy="71858"/>
          </a:xfrm>
          <a:custGeom>
            <a:avLst/>
            <a:gdLst/>
            <a:ahLst/>
            <a:cxnLst/>
            <a:rect l="0" t="0" r="0" b="0"/>
            <a:pathLst>
              <a:path w="284694" h="71858">
                <a:moveTo>
                  <a:pt x="0" y="71858"/>
                </a:moveTo>
                <a:lnTo>
                  <a:pt x="284694" y="0"/>
                </a:lnTo>
              </a:path>
            </a:pathLst>
          </a:custGeom>
          <a:noFill/>
          <a:ln w="9389">
            <a:solidFill>
              <a:srgbClr val="F59415">
                <a:alpha val="10000"/>
              </a:srgbClr>
            </a:solidFill>
            <a:prstDash val="solid"/>
          </a:ln>
        </p:spPr>
      </p:sp>
      <p:sp>
        <p:nvSpPr>
          <p:cNvPr id="585" name="lumia-token-stream-curve">
            <a:extLst>
              <a:ext uri="{FF2B5EF4-FFF2-40B4-BE49-F238E27FC236}">
                <a16:creationId xmlns:a16="http://schemas.microsoft.com/office/drawing/2014/main" id="{5C2AA212-7289-4833-9AA8-93A617BD80F1}"/>
              </a:ext>
            </a:extLst>
          </p:cNvPr>
          <p:cNvSpPr>
            <a:spLocks noGrp="1"/>
          </p:cNvSpPr>
          <p:nvPr/>
        </p:nvSpPr>
        <p:spPr>
          <a:xfrm>
            <a:off x="7842732" y="6129026"/>
            <a:ext cx="285764" cy="75486"/>
          </a:xfrm>
          <a:custGeom>
            <a:avLst/>
            <a:gdLst/>
            <a:ahLst/>
            <a:cxnLst/>
            <a:rect l="0" t="0" r="0" b="0"/>
            <a:pathLst>
              <a:path w="285764" h="75486">
                <a:moveTo>
                  <a:pt x="0" y="75486"/>
                </a:moveTo>
                <a:lnTo>
                  <a:pt x="285764" y="0"/>
                </a:lnTo>
              </a:path>
            </a:pathLst>
          </a:custGeom>
          <a:noFill/>
          <a:ln w="9613">
            <a:solidFill>
              <a:srgbClr val="F79E11">
                <a:alpha val="10000"/>
              </a:srgbClr>
            </a:solidFill>
            <a:prstDash val="solid"/>
          </a:ln>
        </p:spPr>
      </p:sp>
      <p:sp>
        <p:nvSpPr>
          <p:cNvPr id="586" name="lumia-token-stream-curve">
            <a:extLst>
              <a:ext uri="{FF2B5EF4-FFF2-40B4-BE49-F238E27FC236}">
                <a16:creationId xmlns:a16="http://schemas.microsoft.com/office/drawing/2014/main" id="{A0E5DFA8-2DD3-4FF3-A1AE-47F02F741DA9}"/>
              </a:ext>
            </a:extLst>
          </p:cNvPr>
          <p:cNvSpPr>
            <a:spLocks noGrp="1"/>
          </p:cNvSpPr>
          <p:nvPr/>
        </p:nvSpPr>
        <p:spPr>
          <a:xfrm>
            <a:off x="8128496" y="6055804"/>
            <a:ext cx="286745" cy="73222"/>
          </a:xfrm>
          <a:custGeom>
            <a:avLst/>
            <a:gdLst/>
            <a:ahLst/>
            <a:cxnLst/>
            <a:rect l="0" t="0" r="0" b="0"/>
            <a:pathLst>
              <a:path w="286745" h="73222">
                <a:moveTo>
                  <a:pt x="0" y="73222"/>
                </a:moveTo>
                <a:lnTo>
                  <a:pt x="286745" y="0"/>
                </a:lnTo>
              </a:path>
            </a:pathLst>
          </a:custGeom>
          <a:noFill/>
          <a:ln w="9835">
            <a:solidFill>
              <a:srgbClr val="F8A90C">
                <a:alpha val="10000"/>
              </a:srgbClr>
            </a:solidFill>
            <a:prstDash val="solid"/>
          </a:ln>
        </p:spPr>
      </p:sp>
      <p:sp>
        <p:nvSpPr>
          <p:cNvPr id="587" name="lumia-token-stream-curve">
            <a:extLst>
              <a:ext uri="{FF2B5EF4-FFF2-40B4-BE49-F238E27FC236}">
                <a16:creationId xmlns:a16="http://schemas.microsoft.com/office/drawing/2014/main" id="{548D2E3F-7539-4738-BE89-FD80E6606722}"/>
              </a:ext>
            </a:extLst>
          </p:cNvPr>
          <p:cNvSpPr>
            <a:spLocks noGrp="1"/>
          </p:cNvSpPr>
          <p:nvPr/>
        </p:nvSpPr>
        <p:spPr>
          <a:xfrm>
            <a:off x="8415241" y="5990323"/>
            <a:ext cx="287637" cy="65481"/>
          </a:xfrm>
          <a:custGeom>
            <a:avLst/>
            <a:gdLst/>
            <a:ahLst/>
            <a:cxnLst/>
            <a:rect l="0" t="0" r="0" b="0"/>
            <a:pathLst>
              <a:path w="287637" h="65481">
                <a:moveTo>
                  <a:pt x="0" y="65481"/>
                </a:moveTo>
                <a:lnTo>
                  <a:pt x="287637" y="0"/>
                </a:lnTo>
              </a:path>
            </a:pathLst>
          </a:custGeom>
          <a:noFill/>
          <a:ln w="10055">
            <a:solidFill>
              <a:srgbClr val="FAB408">
                <a:alpha val="10000"/>
              </a:srgbClr>
            </a:solidFill>
            <a:prstDash val="solid"/>
          </a:ln>
        </p:spPr>
      </p:sp>
      <p:sp>
        <p:nvSpPr>
          <p:cNvPr id="588" name="lumia-token-stream-curve">
            <a:extLst>
              <a:ext uri="{FF2B5EF4-FFF2-40B4-BE49-F238E27FC236}">
                <a16:creationId xmlns:a16="http://schemas.microsoft.com/office/drawing/2014/main" id="{4AE4ED37-ABAE-4391-A41B-6F8AC395AF2A}"/>
              </a:ext>
            </a:extLst>
          </p:cNvPr>
          <p:cNvSpPr>
            <a:spLocks noGrp="1"/>
          </p:cNvSpPr>
          <p:nvPr/>
        </p:nvSpPr>
        <p:spPr>
          <a:xfrm>
            <a:off x="8702878" y="5936899"/>
            <a:ext cx="288442" cy="53424"/>
          </a:xfrm>
          <a:custGeom>
            <a:avLst/>
            <a:gdLst/>
            <a:ahLst/>
            <a:cxnLst/>
            <a:rect l="0" t="0" r="0" b="0"/>
            <a:pathLst>
              <a:path w="288442" h="53424">
                <a:moveTo>
                  <a:pt x="0" y="53424"/>
                </a:moveTo>
                <a:lnTo>
                  <a:pt x="288442" y="0"/>
                </a:lnTo>
              </a:path>
            </a:pathLst>
          </a:custGeom>
          <a:noFill/>
          <a:ln w="10269">
            <a:solidFill>
              <a:srgbClr val="F7BC07">
                <a:alpha val="11000"/>
              </a:srgbClr>
            </a:solidFill>
            <a:prstDash val="solid"/>
          </a:ln>
        </p:spPr>
      </p:sp>
      <p:sp>
        <p:nvSpPr>
          <p:cNvPr id="589" name="lumia-token-stream-curve">
            <a:extLst>
              <a:ext uri="{FF2B5EF4-FFF2-40B4-BE49-F238E27FC236}">
                <a16:creationId xmlns:a16="http://schemas.microsoft.com/office/drawing/2014/main" id="{1C98DFB1-2027-4C51-884E-FDB8F925003B}"/>
              </a:ext>
            </a:extLst>
          </p:cNvPr>
          <p:cNvSpPr>
            <a:spLocks noGrp="1"/>
          </p:cNvSpPr>
          <p:nvPr/>
        </p:nvSpPr>
        <p:spPr>
          <a:xfrm>
            <a:off x="8991320" y="5898087"/>
            <a:ext cx="289158" cy="38812"/>
          </a:xfrm>
          <a:custGeom>
            <a:avLst/>
            <a:gdLst/>
            <a:ahLst/>
            <a:cxnLst/>
            <a:rect l="0" t="0" r="0" b="0"/>
            <a:pathLst>
              <a:path w="289158" h="38812">
                <a:moveTo>
                  <a:pt x="0" y="38812"/>
                </a:moveTo>
                <a:lnTo>
                  <a:pt x="289158" y="0"/>
                </a:lnTo>
              </a:path>
            </a:pathLst>
          </a:custGeom>
          <a:noFill/>
          <a:ln w="10475">
            <a:solidFill>
              <a:srgbClr val="E5BA0E">
                <a:alpha val="11000"/>
              </a:srgbClr>
            </a:solidFill>
            <a:prstDash val="solid"/>
          </a:ln>
        </p:spPr>
      </p:sp>
      <p:sp>
        <p:nvSpPr>
          <p:cNvPr id="590" name="lumia-token-stream-curve">
            <a:extLst>
              <a:ext uri="{FF2B5EF4-FFF2-40B4-BE49-F238E27FC236}">
                <a16:creationId xmlns:a16="http://schemas.microsoft.com/office/drawing/2014/main" id="{56118700-C70E-4F89-A1AC-DCFC0C73E25A}"/>
              </a:ext>
            </a:extLst>
          </p:cNvPr>
          <p:cNvSpPr>
            <a:spLocks noGrp="1"/>
          </p:cNvSpPr>
          <p:nvPr/>
        </p:nvSpPr>
        <p:spPr>
          <a:xfrm>
            <a:off x="9280478" y="5874296"/>
            <a:ext cx="289786" cy="23790"/>
          </a:xfrm>
          <a:custGeom>
            <a:avLst/>
            <a:gdLst/>
            <a:ahLst/>
            <a:cxnLst/>
            <a:rect l="0" t="0" r="0" b="0"/>
            <a:pathLst>
              <a:path w="289786" h="23790">
                <a:moveTo>
                  <a:pt x="0" y="23790"/>
                </a:moveTo>
                <a:lnTo>
                  <a:pt x="289786" y="0"/>
                </a:lnTo>
              </a:path>
            </a:pathLst>
          </a:custGeom>
          <a:noFill/>
          <a:ln w="10672">
            <a:solidFill>
              <a:srgbClr val="D3B815">
                <a:alpha val="11000"/>
              </a:srgbClr>
            </a:solidFill>
            <a:prstDash val="solid"/>
          </a:ln>
        </p:spPr>
      </p:sp>
      <p:sp>
        <p:nvSpPr>
          <p:cNvPr id="591" name="lumia-token-stream-curve">
            <a:extLst>
              <a:ext uri="{FF2B5EF4-FFF2-40B4-BE49-F238E27FC236}">
                <a16:creationId xmlns:a16="http://schemas.microsoft.com/office/drawing/2014/main" id="{55D7599E-091D-4A2D-BD67-4A9D774EBF64}"/>
              </a:ext>
            </a:extLst>
          </p:cNvPr>
          <p:cNvSpPr>
            <a:spLocks noGrp="1"/>
          </p:cNvSpPr>
          <p:nvPr/>
        </p:nvSpPr>
        <p:spPr>
          <a:xfrm>
            <a:off x="9570263" y="5863705"/>
            <a:ext cx="290325" cy="10591"/>
          </a:xfrm>
          <a:custGeom>
            <a:avLst/>
            <a:gdLst/>
            <a:ahLst/>
            <a:cxnLst/>
            <a:rect l="0" t="0" r="0" b="0"/>
            <a:pathLst>
              <a:path w="290325" h="10591">
                <a:moveTo>
                  <a:pt x="0" y="10591"/>
                </a:moveTo>
                <a:lnTo>
                  <a:pt x="290325" y="0"/>
                </a:lnTo>
              </a:path>
            </a:pathLst>
          </a:custGeom>
          <a:noFill/>
          <a:ln w="10856">
            <a:solidFill>
              <a:srgbClr val="C2B61C">
                <a:alpha val="11000"/>
              </a:srgbClr>
            </a:solidFill>
            <a:prstDash val="solid"/>
          </a:ln>
        </p:spPr>
      </p:sp>
      <p:sp>
        <p:nvSpPr>
          <p:cNvPr id="592" name="lumia-token-stream-curve">
            <a:extLst>
              <a:ext uri="{FF2B5EF4-FFF2-40B4-BE49-F238E27FC236}">
                <a16:creationId xmlns:a16="http://schemas.microsoft.com/office/drawing/2014/main" id="{AC8DE4E0-36AC-44FE-B1E7-A2BC3A0CE1C9}"/>
              </a:ext>
            </a:extLst>
          </p:cNvPr>
          <p:cNvSpPr>
            <a:spLocks noGrp="1"/>
          </p:cNvSpPr>
          <p:nvPr/>
        </p:nvSpPr>
        <p:spPr>
          <a:xfrm>
            <a:off x="9860588" y="5862468"/>
            <a:ext cx="290776" cy="9525"/>
          </a:xfrm>
          <a:custGeom>
            <a:avLst/>
            <a:gdLst/>
            <a:ahLst/>
            <a:cxnLst/>
            <a:rect l="0" t="0" r="0" b="0"/>
            <a:pathLst>
              <a:path w="290776" h="9525">
                <a:moveTo>
                  <a:pt x="0" y="1237"/>
                </a:moveTo>
                <a:lnTo>
                  <a:pt x="290776" y="0"/>
                </a:lnTo>
              </a:path>
            </a:pathLst>
          </a:custGeom>
          <a:noFill/>
          <a:ln w="11027">
            <a:solidFill>
              <a:srgbClr val="B0B422">
                <a:alpha val="11000"/>
              </a:srgbClr>
            </a:solidFill>
            <a:prstDash val="solid"/>
          </a:ln>
        </p:spPr>
      </p:sp>
      <p:sp>
        <p:nvSpPr>
          <p:cNvPr id="593" name="lumia-token-stream-curve">
            <a:extLst>
              <a:ext uri="{FF2B5EF4-FFF2-40B4-BE49-F238E27FC236}">
                <a16:creationId xmlns:a16="http://schemas.microsoft.com/office/drawing/2014/main" id="{A9590EAF-0AD5-41E3-B9FF-60E966F94C92}"/>
              </a:ext>
            </a:extLst>
          </p:cNvPr>
          <p:cNvSpPr>
            <a:spLocks noGrp="1"/>
          </p:cNvSpPr>
          <p:nvPr/>
        </p:nvSpPr>
        <p:spPr>
          <a:xfrm>
            <a:off x="10151364" y="5862468"/>
            <a:ext cx="291138" cy="9525"/>
          </a:xfrm>
          <a:custGeom>
            <a:avLst/>
            <a:gdLst/>
            <a:ahLst/>
            <a:cxnLst/>
            <a:rect l="0" t="0" r="0" b="0"/>
            <a:pathLst>
              <a:path w="291138" h="9525">
                <a:moveTo>
                  <a:pt x="0" y="0"/>
                </a:moveTo>
                <a:lnTo>
                  <a:pt x="291138" y="2747"/>
                </a:lnTo>
              </a:path>
            </a:pathLst>
          </a:custGeom>
          <a:noFill/>
          <a:ln w="11182">
            <a:solidFill>
              <a:srgbClr val="9EB329">
                <a:alpha val="12000"/>
              </a:srgbClr>
            </a:solidFill>
            <a:prstDash val="solid"/>
          </a:ln>
        </p:spPr>
      </p:sp>
      <p:sp>
        <p:nvSpPr>
          <p:cNvPr id="594" name="lumia-token-stream-curve">
            <a:extLst>
              <a:ext uri="{FF2B5EF4-FFF2-40B4-BE49-F238E27FC236}">
                <a16:creationId xmlns:a16="http://schemas.microsoft.com/office/drawing/2014/main" id="{F12AF71B-B144-4867-BEE5-C8289E495D1F}"/>
              </a:ext>
            </a:extLst>
          </p:cNvPr>
          <p:cNvSpPr>
            <a:spLocks noGrp="1"/>
          </p:cNvSpPr>
          <p:nvPr/>
        </p:nvSpPr>
        <p:spPr>
          <a:xfrm>
            <a:off x="10442502" y="5865215"/>
            <a:ext cx="291413" cy="9525"/>
          </a:xfrm>
          <a:custGeom>
            <a:avLst/>
            <a:gdLst/>
            <a:ahLst/>
            <a:cxnLst/>
            <a:rect l="0" t="0" r="0" b="0"/>
            <a:pathLst>
              <a:path w="291413" h="9525">
                <a:moveTo>
                  <a:pt x="0" y="0"/>
                </a:moveTo>
                <a:lnTo>
                  <a:pt x="291413" y="547"/>
                </a:lnTo>
              </a:path>
            </a:pathLst>
          </a:custGeom>
          <a:noFill/>
          <a:ln w="11319">
            <a:solidFill>
              <a:srgbClr val="8CB130">
                <a:alpha val="12000"/>
              </a:srgbClr>
            </a:solidFill>
            <a:prstDash val="solid"/>
          </a:ln>
        </p:spPr>
      </p:sp>
      <p:sp>
        <p:nvSpPr>
          <p:cNvPr id="595" name="lumia-token-stream-curve">
            <a:extLst>
              <a:ext uri="{FF2B5EF4-FFF2-40B4-BE49-F238E27FC236}">
                <a16:creationId xmlns:a16="http://schemas.microsoft.com/office/drawing/2014/main" id="{D64FA972-EAD5-47EB-A05E-C201111A19CD}"/>
              </a:ext>
            </a:extLst>
          </p:cNvPr>
          <p:cNvSpPr>
            <a:spLocks noGrp="1"/>
          </p:cNvSpPr>
          <p:nvPr/>
        </p:nvSpPr>
        <p:spPr>
          <a:xfrm>
            <a:off x="10733915" y="5857945"/>
            <a:ext cx="291599" cy="9525"/>
          </a:xfrm>
          <a:custGeom>
            <a:avLst/>
            <a:gdLst/>
            <a:ahLst/>
            <a:cxnLst/>
            <a:rect l="0" t="0" r="0" b="0"/>
            <a:pathLst>
              <a:path w="291599" h="9525">
                <a:moveTo>
                  <a:pt x="0" y="7818"/>
                </a:moveTo>
                <a:lnTo>
                  <a:pt x="291599" y="0"/>
                </a:lnTo>
              </a:path>
            </a:pathLst>
          </a:custGeom>
          <a:noFill/>
          <a:ln w="11436">
            <a:solidFill>
              <a:srgbClr val="7BAF37">
                <a:alpha val="12000"/>
              </a:srgbClr>
            </a:solidFill>
            <a:prstDash val="solid"/>
          </a:ln>
        </p:spPr>
      </p:sp>
      <p:sp>
        <p:nvSpPr>
          <p:cNvPr id="596" name="lumia-token-stream-curve">
            <a:extLst>
              <a:ext uri="{FF2B5EF4-FFF2-40B4-BE49-F238E27FC236}">
                <a16:creationId xmlns:a16="http://schemas.microsoft.com/office/drawing/2014/main" id="{6234263B-E350-413B-88D3-B6DDFA289E39}"/>
              </a:ext>
            </a:extLst>
          </p:cNvPr>
          <p:cNvSpPr>
            <a:spLocks noGrp="1"/>
          </p:cNvSpPr>
          <p:nvPr/>
        </p:nvSpPr>
        <p:spPr>
          <a:xfrm>
            <a:off x="11025514" y="5836455"/>
            <a:ext cx="291696" cy="21490"/>
          </a:xfrm>
          <a:custGeom>
            <a:avLst/>
            <a:gdLst/>
            <a:ahLst/>
            <a:cxnLst/>
            <a:rect l="0" t="0" r="0" b="0"/>
            <a:pathLst>
              <a:path w="291696" h="21490">
                <a:moveTo>
                  <a:pt x="0" y="21490"/>
                </a:moveTo>
                <a:lnTo>
                  <a:pt x="291696" y="0"/>
                </a:lnTo>
              </a:path>
            </a:pathLst>
          </a:custGeom>
          <a:noFill/>
          <a:ln w="11530">
            <a:solidFill>
              <a:srgbClr val="69AD3E">
                <a:alpha val="12000"/>
              </a:srgbClr>
            </a:solidFill>
            <a:prstDash val="solid"/>
          </a:ln>
        </p:spPr>
      </p:sp>
      <p:sp>
        <p:nvSpPr>
          <p:cNvPr id="597" name="lumia-token-stream-curve">
            <a:extLst>
              <a:ext uri="{FF2B5EF4-FFF2-40B4-BE49-F238E27FC236}">
                <a16:creationId xmlns:a16="http://schemas.microsoft.com/office/drawing/2014/main" id="{4EE2E9CF-E373-485F-A8D7-B65CA03F805F}"/>
              </a:ext>
            </a:extLst>
          </p:cNvPr>
          <p:cNvSpPr>
            <a:spLocks noGrp="1"/>
          </p:cNvSpPr>
          <p:nvPr/>
        </p:nvSpPr>
        <p:spPr>
          <a:xfrm>
            <a:off x="11317210" y="5797562"/>
            <a:ext cx="291705" cy="38893"/>
          </a:xfrm>
          <a:custGeom>
            <a:avLst/>
            <a:gdLst/>
            <a:ahLst/>
            <a:cxnLst/>
            <a:rect l="0" t="0" r="0" b="0"/>
            <a:pathLst>
              <a:path w="291705" h="38893">
                <a:moveTo>
                  <a:pt x="0" y="38893"/>
                </a:moveTo>
                <a:lnTo>
                  <a:pt x="291705" y="0"/>
                </a:lnTo>
              </a:path>
            </a:pathLst>
          </a:custGeom>
          <a:noFill/>
          <a:ln w="11600">
            <a:solidFill>
              <a:srgbClr val="57AC45">
                <a:alpha val="12000"/>
              </a:srgbClr>
            </a:solidFill>
            <a:prstDash val="solid"/>
          </a:ln>
        </p:spPr>
      </p:sp>
      <p:sp>
        <p:nvSpPr>
          <p:cNvPr id="598" name="lumia-token-stream-curve">
            <a:extLst>
              <a:ext uri="{FF2B5EF4-FFF2-40B4-BE49-F238E27FC236}">
                <a16:creationId xmlns:a16="http://schemas.microsoft.com/office/drawing/2014/main" id="{D8BB992C-EAF0-45FE-B785-1A74B2B721B4}"/>
              </a:ext>
            </a:extLst>
          </p:cNvPr>
          <p:cNvSpPr>
            <a:spLocks noGrp="1"/>
          </p:cNvSpPr>
          <p:nvPr/>
        </p:nvSpPr>
        <p:spPr>
          <a:xfrm>
            <a:off x="11608915" y="5739624"/>
            <a:ext cx="291626" cy="57938"/>
          </a:xfrm>
          <a:custGeom>
            <a:avLst/>
            <a:gdLst/>
            <a:ahLst/>
            <a:cxnLst/>
            <a:rect l="0" t="0" r="0" b="0"/>
            <a:pathLst>
              <a:path w="291626" h="57938">
                <a:moveTo>
                  <a:pt x="0" y="57938"/>
                </a:moveTo>
                <a:lnTo>
                  <a:pt x="291626" y="0"/>
                </a:lnTo>
              </a:path>
            </a:pathLst>
          </a:custGeom>
          <a:noFill/>
          <a:ln w="11644">
            <a:solidFill>
              <a:srgbClr val="46AA4C">
                <a:alpha val="12000"/>
              </a:srgbClr>
            </a:solidFill>
            <a:prstDash val="solid"/>
          </a:ln>
        </p:spPr>
      </p:sp>
      <p:sp>
        <p:nvSpPr>
          <p:cNvPr id="599" name="lumia-token-stream-curve">
            <a:extLst>
              <a:ext uri="{FF2B5EF4-FFF2-40B4-BE49-F238E27FC236}">
                <a16:creationId xmlns:a16="http://schemas.microsoft.com/office/drawing/2014/main" id="{67E8615F-B854-4658-89AF-719670CBEF70}"/>
              </a:ext>
            </a:extLst>
          </p:cNvPr>
          <p:cNvSpPr>
            <a:spLocks noGrp="1"/>
          </p:cNvSpPr>
          <p:nvPr/>
        </p:nvSpPr>
        <p:spPr>
          <a:xfrm>
            <a:off x="11900541" y="5663302"/>
            <a:ext cx="291459" cy="76322"/>
          </a:xfrm>
          <a:custGeom>
            <a:avLst/>
            <a:gdLst/>
            <a:ahLst/>
            <a:cxnLst/>
            <a:rect l="0" t="0" r="0" b="0"/>
            <a:pathLst>
              <a:path w="291459" h="76322">
                <a:moveTo>
                  <a:pt x="0" y="76322"/>
                </a:moveTo>
                <a:lnTo>
                  <a:pt x="291459" y="0"/>
                </a:lnTo>
              </a:path>
            </a:pathLst>
          </a:custGeom>
          <a:noFill/>
          <a:ln w="11659">
            <a:solidFill>
              <a:srgbClr val="34A853">
                <a:alpha val="12000"/>
              </a:srgbClr>
            </a:solidFill>
            <a:prstDash val="solid"/>
          </a:ln>
        </p:spPr>
      </p:sp>
      <p:sp>
        <p:nvSpPr>
          <p:cNvPr id="600" name="lumia-token-stream-curve">
            <a:extLst>
              <a:ext uri="{FF2B5EF4-FFF2-40B4-BE49-F238E27FC236}">
                <a16:creationId xmlns:a16="http://schemas.microsoft.com/office/drawing/2014/main" id="{89F06ADE-A2B5-47B9-9670-CF0067FA3ED3}"/>
              </a:ext>
            </a:extLst>
          </p:cNvPr>
          <p:cNvSpPr>
            <a:spLocks noGrp="1"/>
          </p:cNvSpPr>
          <p:nvPr/>
        </p:nvSpPr>
        <p:spPr>
          <a:xfrm>
            <a:off x="0" y="6296136"/>
            <a:ext cx="56052" cy="52466"/>
          </a:xfrm>
          <a:custGeom>
            <a:avLst/>
            <a:gdLst/>
            <a:ahLst/>
            <a:cxnLst/>
            <a:rect l="0" t="0" r="0" b="0"/>
            <a:pathLst>
              <a:path w="56052" h="52466">
                <a:moveTo>
                  <a:pt x="0" y="0"/>
                </a:moveTo>
                <a:lnTo>
                  <a:pt x="56052" y="52466"/>
                </a:lnTo>
              </a:path>
            </a:pathLst>
          </a:custGeom>
          <a:noFill/>
          <a:ln w="7608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601" name="lumia-token-stream-curve">
            <a:extLst>
              <a:ext uri="{FF2B5EF4-FFF2-40B4-BE49-F238E27FC236}">
                <a16:creationId xmlns:a16="http://schemas.microsoft.com/office/drawing/2014/main" id="{111FD5F5-AC81-4E2F-AAB4-5F1C3850537B}"/>
              </a:ext>
            </a:extLst>
          </p:cNvPr>
          <p:cNvSpPr>
            <a:spLocks noGrp="1"/>
          </p:cNvSpPr>
          <p:nvPr/>
        </p:nvSpPr>
        <p:spPr>
          <a:xfrm>
            <a:off x="56052" y="6348602"/>
            <a:ext cx="220321" cy="46624"/>
          </a:xfrm>
          <a:custGeom>
            <a:avLst/>
            <a:gdLst/>
            <a:ahLst/>
            <a:cxnLst/>
            <a:rect l="0" t="0" r="0" b="0"/>
            <a:pathLst>
              <a:path w="220321" h="46624">
                <a:moveTo>
                  <a:pt x="0" y="0"/>
                </a:moveTo>
                <a:lnTo>
                  <a:pt x="220321" y="46624"/>
                </a:lnTo>
              </a:path>
            </a:pathLst>
          </a:custGeom>
          <a:noFill/>
          <a:ln w="7608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602" name="lumia-token-stream-curve">
            <a:extLst>
              <a:ext uri="{FF2B5EF4-FFF2-40B4-BE49-F238E27FC236}">
                <a16:creationId xmlns:a16="http://schemas.microsoft.com/office/drawing/2014/main" id="{0C026AF9-6713-4D18-8017-50F102AE04F6}"/>
              </a:ext>
            </a:extLst>
          </p:cNvPr>
          <p:cNvSpPr>
            <a:spLocks noGrp="1"/>
          </p:cNvSpPr>
          <p:nvPr/>
        </p:nvSpPr>
        <p:spPr>
          <a:xfrm>
            <a:off x="276372" y="6395226"/>
            <a:ext cx="223881" cy="38183"/>
          </a:xfrm>
          <a:custGeom>
            <a:avLst/>
            <a:gdLst/>
            <a:ahLst/>
            <a:cxnLst/>
            <a:rect l="0" t="0" r="0" b="0"/>
            <a:pathLst>
              <a:path w="223881" h="38183">
                <a:moveTo>
                  <a:pt x="0" y="0"/>
                </a:moveTo>
                <a:lnTo>
                  <a:pt x="223881" y="38183"/>
                </a:lnTo>
              </a:path>
            </a:pathLst>
          </a:custGeom>
          <a:noFill/>
          <a:ln w="7608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603" name="lumia-token-stream-curve">
            <a:extLst>
              <a:ext uri="{FF2B5EF4-FFF2-40B4-BE49-F238E27FC236}">
                <a16:creationId xmlns:a16="http://schemas.microsoft.com/office/drawing/2014/main" id="{F9187740-D754-4512-8CE3-0A8817BEB4AD}"/>
              </a:ext>
            </a:extLst>
          </p:cNvPr>
          <p:cNvSpPr>
            <a:spLocks noGrp="1"/>
          </p:cNvSpPr>
          <p:nvPr/>
        </p:nvSpPr>
        <p:spPr>
          <a:xfrm>
            <a:off x="500254" y="6433409"/>
            <a:ext cx="227350" cy="27528"/>
          </a:xfrm>
          <a:custGeom>
            <a:avLst/>
            <a:gdLst/>
            <a:ahLst/>
            <a:cxnLst/>
            <a:rect l="0" t="0" r="0" b="0"/>
            <a:pathLst>
              <a:path w="227350" h="27528">
                <a:moveTo>
                  <a:pt x="0" y="0"/>
                </a:moveTo>
                <a:lnTo>
                  <a:pt x="227350" y="27528"/>
                </a:lnTo>
              </a:path>
            </a:pathLst>
          </a:custGeom>
          <a:noFill/>
          <a:ln w="7608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604" name="lumia-token-stream-curve">
            <a:extLst>
              <a:ext uri="{FF2B5EF4-FFF2-40B4-BE49-F238E27FC236}">
                <a16:creationId xmlns:a16="http://schemas.microsoft.com/office/drawing/2014/main" id="{E335CA11-1626-41EF-828F-6BF2EFB1363B}"/>
              </a:ext>
            </a:extLst>
          </p:cNvPr>
          <p:cNvSpPr>
            <a:spLocks noGrp="1"/>
          </p:cNvSpPr>
          <p:nvPr/>
        </p:nvSpPr>
        <p:spPr>
          <a:xfrm>
            <a:off x="727604" y="6460937"/>
            <a:ext cx="230727" cy="15294"/>
          </a:xfrm>
          <a:custGeom>
            <a:avLst/>
            <a:gdLst/>
            <a:ahLst/>
            <a:cxnLst/>
            <a:rect l="0" t="0" r="0" b="0"/>
            <a:pathLst>
              <a:path w="230727" h="15294">
                <a:moveTo>
                  <a:pt x="0" y="0"/>
                </a:moveTo>
                <a:lnTo>
                  <a:pt x="230727" y="15294"/>
                </a:lnTo>
              </a:path>
            </a:pathLst>
          </a:custGeom>
          <a:noFill/>
          <a:ln w="7608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605" name="lumia-token-stream-curve">
            <a:extLst>
              <a:ext uri="{FF2B5EF4-FFF2-40B4-BE49-F238E27FC236}">
                <a16:creationId xmlns:a16="http://schemas.microsoft.com/office/drawing/2014/main" id="{CACD510D-A68D-4C60-A0B9-BDEF1FDE68B7}"/>
              </a:ext>
            </a:extLst>
          </p:cNvPr>
          <p:cNvSpPr>
            <a:spLocks noGrp="1"/>
          </p:cNvSpPr>
          <p:nvPr/>
        </p:nvSpPr>
        <p:spPr>
          <a:xfrm>
            <a:off x="958330" y="6476231"/>
            <a:ext cx="234012" cy="9525"/>
          </a:xfrm>
          <a:custGeom>
            <a:avLst/>
            <a:gdLst/>
            <a:ahLst/>
            <a:cxnLst/>
            <a:rect l="0" t="0" r="0" b="0"/>
            <a:pathLst>
              <a:path w="234012" h="9525">
                <a:moveTo>
                  <a:pt x="0" y="0"/>
                </a:moveTo>
                <a:lnTo>
                  <a:pt x="234012" y="2327"/>
                </a:lnTo>
              </a:path>
            </a:pathLst>
          </a:custGeom>
          <a:noFill/>
          <a:ln w="7608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606" name="lumia-token-stream-curve">
            <a:extLst>
              <a:ext uri="{FF2B5EF4-FFF2-40B4-BE49-F238E27FC236}">
                <a16:creationId xmlns:a16="http://schemas.microsoft.com/office/drawing/2014/main" id="{D4C03523-E83A-408C-BFF7-524E73E900C2}"/>
              </a:ext>
            </a:extLst>
          </p:cNvPr>
          <p:cNvSpPr>
            <a:spLocks noGrp="1"/>
          </p:cNvSpPr>
          <p:nvPr/>
        </p:nvSpPr>
        <p:spPr>
          <a:xfrm>
            <a:off x="1192342" y="6468189"/>
            <a:ext cx="237205" cy="10369"/>
          </a:xfrm>
          <a:custGeom>
            <a:avLst/>
            <a:gdLst/>
            <a:ahLst/>
            <a:cxnLst/>
            <a:rect l="0" t="0" r="0" b="0"/>
            <a:pathLst>
              <a:path w="237205" h="10369">
                <a:moveTo>
                  <a:pt x="0" y="10369"/>
                </a:moveTo>
                <a:lnTo>
                  <a:pt x="237205" y="0"/>
                </a:lnTo>
              </a:path>
            </a:pathLst>
          </a:custGeom>
          <a:noFill/>
          <a:ln w="7608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607" name="lumia-token-stream-curve">
            <a:extLst>
              <a:ext uri="{FF2B5EF4-FFF2-40B4-BE49-F238E27FC236}">
                <a16:creationId xmlns:a16="http://schemas.microsoft.com/office/drawing/2014/main" id="{6D4D2B89-C6B2-4E48-B23F-C0B3B8A436F8}"/>
              </a:ext>
            </a:extLst>
          </p:cNvPr>
          <p:cNvSpPr>
            <a:spLocks noGrp="1"/>
          </p:cNvSpPr>
          <p:nvPr/>
        </p:nvSpPr>
        <p:spPr>
          <a:xfrm>
            <a:off x="1429546" y="6446466"/>
            <a:ext cx="240306" cy="21723"/>
          </a:xfrm>
          <a:custGeom>
            <a:avLst/>
            <a:gdLst/>
            <a:ahLst/>
            <a:cxnLst/>
            <a:rect l="0" t="0" r="0" b="0"/>
            <a:pathLst>
              <a:path w="240306" h="21723">
                <a:moveTo>
                  <a:pt x="0" y="21723"/>
                </a:moveTo>
                <a:lnTo>
                  <a:pt x="240306" y="0"/>
                </a:lnTo>
              </a:path>
            </a:pathLst>
          </a:custGeom>
          <a:noFill/>
          <a:ln w="7608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608" name="lumia-token-stream-curve">
            <a:extLst>
              <a:ext uri="{FF2B5EF4-FFF2-40B4-BE49-F238E27FC236}">
                <a16:creationId xmlns:a16="http://schemas.microsoft.com/office/drawing/2014/main" id="{29DA5001-2942-4DC5-9017-0779300ACA00}"/>
              </a:ext>
            </a:extLst>
          </p:cNvPr>
          <p:cNvSpPr>
            <a:spLocks noGrp="1"/>
          </p:cNvSpPr>
          <p:nvPr/>
        </p:nvSpPr>
        <p:spPr>
          <a:xfrm>
            <a:off x="1669852" y="6415766"/>
            <a:ext cx="243315" cy="30701"/>
          </a:xfrm>
          <a:custGeom>
            <a:avLst/>
            <a:gdLst/>
            <a:ahLst/>
            <a:cxnLst/>
            <a:rect l="0" t="0" r="0" b="0"/>
            <a:pathLst>
              <a:path w="243315" h="30701">
                <a:moveTo>
                  <a:pt x="0" y="30701"/>
                </a:moveTo>
                <a:lnTo>
                  <a:pt x="243315" y="0"/>
                </a:lnTo>
              </a:path>
            </a:pathLst>
          </a:custGeom>
          <a:noFill/>
          <a:ln w="7608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609" name="lumia-token-stream-curve">
            <a:extLst>
              <a:ext uri="{FF2B5EF4-FFF2-40B4-BE49-F238E27FC236}">
                <a16:creationId xmlns:a16="http://schemas.microsoft.com/office/drawing/2014/main" id="{5F47A79C-2BB3-4F17-B671-9F5B8F91D2F9}"/>
              </a:ext>
            </a:extLst>
          </p:cNvPr>
          <p:cNvSpPr>
            <a:spLocks noGrp="1"/>
          </p:cNvSpPr>
          <p:nvPr/>
        </p:nvSpPr>
        <p:spPr>
          <a:xfrm>
            <a:off x="1913167" y="6379343"/>
            <a:ext cx="246233" cy="36422"/>
          </a:xfrm>
          <a:custGeom>
            <a:avLst/>
            <a:gdLst/>
            <a:ahLst/>
            <a:cxnLst/>
            <a:rect l="0" t="0" r="0" b="0"/>
            <a:pathLst>
              <a:path w="246233" h="36422">
                <a:moveTo>
                  <a:pt x="0" y="36422"/>
                </a:moveTo>
                <a:lnTo>
                  <a:pt x="246233" y="0"/>
                </a:lnTo>
              </a:path>
            </a:pathLst>
          </a:custGeom>
          <a:noFill/>
          <a:ln w="7608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610" name="lumia-token-stream-curve">
            <a:extLst>
              <a:ext uri="{FF2B5EF4-FFF2-40B4-BE49-F238E27FC236}">
                <a16:creationId xmlns:a16="http://schemas.microsoft.com/office/drawing/2014/main" id="{32DE3F1B-B5ED-4C46-B954-3E5AA0F29783}"/>
              </a:ext>
            </a:extLst>
          </p:cNvPr>
          <p:cNvSpPr>
            <a:spLocks noGrp="1"/>
          </p:cNvSpPr>
          <p:nvPr/>
        </p:nvSpPr>
        <p:spPr>
          <a:xfrm>
            <a:off x="2159400" y="6341070"/>
            <a:ext cx="249058" cy="38273"/>
          </a:xfrm>
          <a:custGeom>
            <a:avLst/>
            <a:gdLst/>
            <a:ahLst/>
            <a:cxnLst/>
            <a:rect l="0" t="0" r="0" b="0"/>
            <a:pathLst>
              <a:path w="249058" h="38273">
                <a:moveTo>
                  <a:pt x="0" y="38273"/>
                </a:moveTo>
                <a:lnTo>
                  <a:pt x="249058" y="0"/>
                </a:lnTo>
              </a:path>
            </a:pathLst>
          </a:custGeom>
          <a:noFill/>
          <a:ln w="7608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611" name="lumia-token-stream-curve">
            <a:extLst>
              <a:ext uri="{FF2B5EF4-FFF2-40B4-BE49-F238E27FC236}">
                <a16:creationId xmlns:a16="http://schemas.microsoft.com/office/drawing/2014/main" id="{F85B3AA0-AAA5-48FC-9AC9-558E02C982EA}"/>
              </a:ext>
            </a:extLst>
          </p:cNvPr>
          <p:cNvSpPr>
            <a:spLocks noGrp="1"/>
          </p:cNvSpPr>
          <p:nvPr/>
        </p:nvSpPr>
        <p:spPr>
          <a:xfrm>
            <a:off x="2408458" y="6305069"/>
            <a:ext cx="251792" cy="36001"/>
          </a:xfrm>
          <a:custGeom>
            <a:avLst/>
            <a:gdLst/>
            <a:ahLst/>
            <a:cxnLst/>
            <a:rect l="0" t="0" r="0" b="0"/>
            <a:pathLst>
              <a:path w="251792" h="36001">
                <a:moveTo>
                  <a:pt x="0" y="36001"/>
                </a:moveTo>
                <a:lnTo>
                  <a:pt x="251792" y="0"/>
                </a:lnTo>
              </a:path>
            </a:pathLst>
          </a:custGeom>
          <a:noFill/>
          <a:ln w="7608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612" name="lumia-token-stream-curve">
            <a:extLst>
              <a:ext uri="{FF2B5EF4-FFF2-40B4-BE49-F238E27FC236}">
                <a16:creationId xmlns:a16="http://schemas.microsoft.com/office/drawing/2014/main" id="{A2605ACD-A0D3-4F13-AF60-C9C7917084FC}"/>
              </a:ext>
            </a:extLst>
          </p:cNvPr>
          <p:cNvSpPr>
            <a:spLocks noGrp="1"/>
          </p:cNvSpPr>
          <p:nvPr/>
        </p:nvSpPr>
        <p:spPr>
          <a:xfrm>
            <a:off x="2660250" y="6275290"/>
            <a:ext cx="254434" cy="29779"/>
          </a:xfrm>
          <a:custGeom>
            <a:avLst/>
            <a:gdLst/>
            <a:ahLst/>
            <a:cxnLst/>
            <a:rect l="0" t="0" r="0" b="0"/>
            <a:pathLst>
              <a:path w="254434" h="29779">
                <a:moveTo>
                  <a:pt x="0" y="29779"/>
                </a:moveTo>
                <a:lnTo>
                  <a:pt x="254434" y="0"/>
                </a:lnTo>
              </a:path>
            </a:pathLst>
          </a:custGeom>
          <a:noFill/>
          <a:ln w="7608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613" name="lumia-token-stream-curve">
            <a:extLst>
              <a:ext uri="{FF2B5EF4-FFF2-40B4-BE49-F238E27FC236}">
                <a16:creationId xmlns:a16="http://schemas.microsoft.com/office/drawing/2014/main" id="{38ED5F25-15E9-4967-B108-2774B87F3FD6}"/>
              </a:ext>
            </a:extLst>
          </p:cNvPr>
          <p:cNvSpPr>
            <a:spLocks noGrp="1"/>
          </p:cNvSpPr>
          <p:nvPr/>
        </p:nvSpPr>
        <p:spPr>
          <a:xfrm>
            <a:off x="2914684" y="6255062"/>
            <a:ext cx="256984" cy="20228"/>
          </a:xfrm>
          <a:custGeom>
            <a:avLst/>
            <a:gdLst/>
            <a:ahLst/>
            <a:cxnLst/>
            <a:rect l="0" t="0" r="0" b="0"/>
            <a:pathLst>
              <a:path w="256984" h="20228">
                <a:moveTo>
                  <a:pt x="0" y="20228"/>
                </a:moveTo>
                <a:lnTo>
                  <a:pt x="256984" y="0"/>
                </a:lnTo>
              </a:path>
            </a:pathLst>
          </a:custGeom>
          <a:noFill/>
          <a:ln w="7608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614" name="lumia-token-stream-curve">
            <a:extLst>
              <a:ext uri="{FF2B5EF4-FFF2-40B4-BE49-F238E27FC236}">
                <a16:creationId xmlns:a16="http://schemas.microsoft.com/office/drawing/2014/main" id="{29E13181-9521-4A46-BF65-2ACBA32DDBB4}"/>
              </a:ext>
            </a:extLst>
          </p:cNvPr>
          <p:cNvSpPr>
            <a:spLocks noGrp="1"/>
          </p:cNvSpPr>
          <p:nvPr/>
        </p:nvSpPr>
        <p:spPr>
          <a:xfrm>
            <a:off x="3171668" y="6246677"/>
            <a:ext cx="259442" cy="9525"/>
          </a:xfrm>
          <a:custGeom>
            <a:avLst/>
            <a:gdLst/>
            <a:ahLst/>
            <a:cxnLst/>
            <a:rect l="0" t="0" r="0" b="0"/>
            <a:pathLst>
              <a:path w="259442" h="9525">
                <a:moveTo>
                  <a:pt x="0" y="8384"/>
                </a:moveTo>
                <a:lnTo>
                  <a:pt x="259442" y="0"/>
                </a:lnTo>
              </a:path>
            </a:pathLst>
          </a:custGeom>
          <a:noFill/>
          <a:ln w="7608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615" name="lumia-token-stream-curve">
            <a:extLst>
              <a:ext uri="{FF2B5EF4-FFF2-40B4-BE49-F238E27FC236}">
                <a16:creationId xmlns:a16="http://schemas.microsoft.com/office/drawing/2014/main" id="{E8598031-01C5-4661-B4CE-F03F5F87280C}"/>
              </a:ext>
            </a:extLst>
          </p:cNvPr>
          <p:cNvSpPr>
            <a:spLocks noGrp="1"/>
          </p:cNvSpPr>
          <p:nvPr/>
        </p:nvSpPr>
        <p:spPr>
          <a:xfrm>
            <a:off x="3431110" y="6246677"/>
            <a:ext cx="261809" cy="9525"/>
          </a:xfrm>
          <a:custGeom>
            <a:avLst/>
            <a:gdLst/>
            <a:ahLst/>
            <a:cxnLst/>
            <a:rect l="0" t="0" r="0" b="0"/>
            <a:pathLst>
              <a:path w="261809" h="9525">
                <a:moveTo>
                  <a:pt x="0" y="0"/>
                </a:moveTo>
                <a:lnTo>
                  <a:pt x="261809" y="4386"/>
                </a:lnTo>
              </a:path>
            </a:pathLst>
          </a:custGeom>
          <a:noFill/>
          <a:ln w="7608">
            <a:solidFill>
              <a:srgbClr val="893E75">
                <a:alpha val="6000"/>
              </a:srgbClr>
            </a:solidFill>
            <a:prstDash val="solid"/>
          </a:ln>
        </p:spPr>
      </p:sp>
      <p:sp>
        <p:nvSpPr>
          <p:cNvPr id="616" name="lumia-token-stream-curve">
            <a:extLst>
              <a:ext uri="{FF2B5EF4-FFF2-40B4-BE49-F238E27FC236}">
                <a16:creationId xmlns:a16="http://schemas.microsoft.com/office/drawing/2014/main" id="{2832ADFA-BB53-48B0-90E9-ADA04125578C}"/>
              </a:ext>
            </a:extLst>
          </p:cNvPr>
          <p:cNvSpPr>
            <a:spLocks noGrp="1"/>
          </p:cNvSpPr>
          <p:nvPr/>
        </p:nvSpPr>
        <p:spPr>
          <a:xfrm>
            <a:off x="3692919" y="6251064"/>
            <a:ext cx="264083" cy="16522"/>
          </a:xfrm>
          <a:custGeom>
            <a:avLst/>
            <a:gdLst/>
            <a:ahLst/>
            <a:cxnLst/>
            <a:rect l="0" t="0" r="0" b="0"/>
            <a:pathLst>
              <a:path w="264083" h="16522">
                <a:moveTo>
                  <a:pt x="0" y="0"/>
                </a:moveTo>
                <a:lnTo>
                  <a:pt x="264083" y="16522"/>
                </a:lnTo>
              </a:path>
            </a:pathLst>
          </a:custGeom>
          <a:noFill/>
          <a:ln w="7609">
            <a:solidFill>
              <a:srgbClr val="963E6C">
                <a:alpha val="6000"/>
              </a:srgbClr>
            </a:solidFill>
            <a:prstDash val="solid"/>
          </a:ln>
        </p:spPr>
      </p:sp>
      <p:sp>
        <p:nvSpPr>
          <p:cNvPr id="617" name="lumia-token-stream-curve">
            <a:extLst>
              <a:ext uri="{FF2B5EF4-FFF2-40B4-BE49-F238E27FC236}">
                <a16:creationId xmlns:a16="http://schemas.microsoft.com/office/drawing/2014/main" id="{E41110A8-49F5-4C1F-98E4-868892FE9A16}"/>
              </a:ext>
            </a:extLst>
          </p:cNvPr>
          <p:cNvSpPr>
            <a:spLocks noGrp="1"/>
          </p:cNvSpPr>
          <p:nvPr/>
        </p:nvSpPr>
        <p:spPr>
          <a:xfrm>
            <a:off x="3957002" y="6267586"/>
            <a:ext cx="266266" cy="26439"/>
          </a:xfrm>
          <a:custGeom>
            <a:avLst/>
            <a:gdLst/>
            <a:ahLst/>
            <a:cxnLst/>
            <a:rect l="0" t="0" r="0" b="0"/>
            <a:pathLst>
              <a:path w="266266" h="26439">
                <a:moveTo>
                  <a:pt x="0" y="0"/>
                </a:moveTo>
                <a:lnTo>
                  <a:pt x="266266" y="26439"/>
                </a:lnTo>
              </a:path>
            </a:pathLst>
          </a:custGeom>
          <a:noFill/>
          <a:ln w="7632">
            <a:solidFill>
              <a:srgbClr val="A33F64">
                <a:alpha val="6000"/>
              </a:srgbClr>
            </a:solidFill>
            <a:prstDash val="solid"/>
          </a:ln>
        </p:spPr>
      </p:sp>
      <p:sp>
        <p:nvSpPr>
          <p:cNvPr id="618" name="lumia-token-stream-curve">
            <a:extLst>
              <a:ext uri="{FF2B5EF4-FFF2-40B4-BE49-F238E27FC236}">
                <a16:creationId xmlns:a16="http://schemas.microsoft.com/office/drawing/2014/main" id="{AF48F3E7-1515-4FBB-AC3F-85F2990A56EE}"/>
              </a:ext>
            </a:extLst>
          </p:cNvPr>
          <p:cNvSpPr>
            <a:spLocks noGrp="1"/>
          </p:cNvSpPr>
          <p:nvPr/>
        </p:nvSpPr>
        <p:spPr>
          <a:xfrm>
            <a:off x="4223268" y="6294025"/>
            <a:ext cx="268357" cy="32717"/>
          </a:xfrm>
          <a:custGeom>
            <a:avLst/>
            <a:gdLst/>
            <a:ahLst/>
            <a:cxnLst/>
            <a:rect l="0" t="0" r="0" b="0"/>
            <a:pathLst>
              <a:path w="268357" h="32717">
                <a:moveTo>
                  <a:pt x="0" y="0"/>
                </a:moveTo>
                <a:lnTo>
                  <a:pt x="268357" y="32717"/>
                </a:lnTo>
              </a:path>
            </a:pathLst>
          </a:custGeom>
          <a:noFill/>
          <a:ln w="7685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619" name="lumia-token-stream-curve">
            <a:extLst>
              <a:ext uri="{FF2B5EF4-FFF2-40B4-BE49-F238E27FC236}">
                <a16:creationId xmlns:a16="http://schemas.microsoft.com/office/drawing/2014/main" id="{E9AC0530-AFB8-4C68-8819-8E8453ED77DA}"/>
              </a:ext>
            </a:extLst>
          </p:cNvPr>
          <p:cNvSpPr>
            <a:spLocks noGrp="1"/>
          </p:cNvSpPr>
          <p:nvPr/>
        </p:nvSpPr>
        <p:spPr>
          <a:xfrm>
            <a:off x="4491625" y="6326742"/>
            <a:ext cx="270356" cy="34294"/>
          </a:xfrm>
          <a:custGeom>
            <a:avLst/>
            <a:gdLst/>
            <a:ahLst/>
            <a:cxnLst/>
            <a:rect l="0" t="0" r="0" b="0"/>
            <a:pathLst>
              <a:path w="270356" h="34294">
                <a:moveTo>
                  <a:pt x="0" y="0"/>
                </a:moveTo>
                <a:lnTo>
                  <a:pt x="270356" y="34294"/>
                </a:lnTo>
              </a:path>
            </a:pathLst>
          </a:custGeom>
          <a:noFill/>
          <a:ln w="7765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620" name="lumia-token-stream-curve">
            <a:extLst>
              <a:ext uri="{FF2B5EF4-FFF2-40B4-BE49-F238E27FC236}">
                <a16:creationId xmlns:a16="http://schemas.microsoft.com/office/drawing/2014/main" id="{CC1EBF6A-2A10-48E4-832D-0984DF9F1A55}"/>
              </a:ext>
            </a:extLst>
          </p:cNvPr>
          <p:cNvSpPr>
            <a:spLocks noGrp="1"/>
          </p:cNvSpPr>
          <p:nvPr/>
        </p:nvSpPr>
        <p:spPr>
          <a:xfrm>
            <a:off x="4761981" y="6361036"/>
            <a:ext cx="272263" cy="30615"/>
          </a:xfrm>
          <a:custGeom>
            <a:avLst/>
            <a:gdLst/>
            <a:ahLst/>
            <a:cxnLst/>
            <a:rect l="0" t="0" r="0" b="0"/>
            <a:pathLst>
              <a:path w="272263" h="30615">
                <a:moveTo>
                  <a:pt x="0" y="0"/>
                </a:moveTo>
                <a:lnTo>
                  <a:pt x="272263" y="30615"/>
                </a:lnTo>
              </a:path>
            </a:pathLst>
          </a:custGeom>
          <a:noFill/>
          <a:ln w="7869">
            <a:solidFill>
              <a:srgbClr val="CA414A">
                <a:alpha val="7000"/>
              </a:srgbClr>
            </a:solidFill>
            <a:prstDash val="solid"/>
          </a:ln>
        </p:spPr>
      </p:sp>
      <p:sp>
        <p:nvSpPr>
          <p:cNvPr id="621" name="lumia-token-stream-curve">
            <a:extLst>
              <a:ext uri="{FF2B5EF4-FFF2-40B4-BE49-F238E27FC236}">
                <a16:creationId xmlns:a16="http://schemas.microsoft.com/office/drawing/2014/main" id="{67EB0A67-03FB-4C42-BDE6-AF0902567B0A}"/>
              </a:ext>
            </a:extLst>
          </p:cNvPr>
          <p:cNvSpPr>
            <a:spLocks noGrp="1"/>
          </p:cNvSpPr>
          <p:nvPr/>
        </p:nvSpPr>
        <p:spPr>
          <a:xfrm>
            <a:off x="5034244" y="6391652"/>
            <a:ext cx="274078" cy="21739"/>
          </a:xfrm>
          <a:custGeom>
            <a:avLst/>
            <a:gdLst/>
            <a:ahLst/>
            <a:cxnLst/>
            <a:rect l="0" t="0" r="0" b="0"/>
            <a:pathLst>
              <a:path w="274078" h="21739">
                <a:moveTo>
                  <a:pt x="0" y="0"/>
                </a:moveTo>
                <a:lnTo>
                  <a:pt x="274078" y="21739"/>
                </a:lnTo>
              </a:path>
            </a:pathLst>
          </a:custGeom>
          <a:noFill/>
          <a:ln w="7996">
            <a:solidFill>
              <a:srgbClr val="D74242">
                <a:alpha val="7000"/>
              </a:srgbClr>
            </a:solidFill>
            <a:prstDash val="solid"/>
          </a:ln>
        </p:spPr>
      </p:sp>
      <p:sp>
        <p:nvSpPr>
          <p:cNvPr id="622" name="lumia-token-stream-curve">
            <a:extLst>
              <a:ext uri="{FF2B5EF4-FFF2-40B4-BE49-F238E27FC236}">
                <a16:creationId xmlns:a16="http://schemas.microsoft.com/office/drawing/2014/main" id="{11883F11-5966-4505-81CB-7B28997D8167}"/>
              </a:ext>
            </a:extLst>
          </p:cNvPr>
          <p:cNvSpPr>
            <a:spLocks noGrp="1"/>
          </p:cNvSpPr>
          <p:nvPr/>
        </p:nvSpPr>
        <p:spPr>
          <a:xfrm>
            <a:off x="5308323" y="6413391"/>
            <a:ext cx="275802" cy="9525"/>
          </a:xfrm>
          <a:custGeom>
            <a:avLst/>
            <a:gdLst/>
            <a:ahLst/>
            <a:cxnLst/>
            <a:rect l="0" t="0" r="0" b="0"/>
            <a:pathLst>
              <a:path w="275802" h="9525">
                <a:moveTo>
                  <a:pt x="0" y="0"/>
                </a:moveTo>
                <a:lnTo>
                  <a:pt x="275802" y="8366"/>
                </a:lnTo>
              </a:path>
            </a:pathLst>
          </a:custGeom>
          <a:noFill/>
          <a:ln w="8144">
            <a:solidFill>
              <a:srgbClr val="E44339">
                <a:alpha val="7000"/>
              </a:srgbClr>
            </a:solidFill>
            <a:prstDash val="solid"/>
          </a:ln>
        </p:spPr>
      </p:sp>
      <p:sp>
        <p:nvSpPr>
          <p:cNvPr id="623" name="lumia-token-stream-curve">
            <a:extLst>
              <a:ext uri="{FF2B5EF4-FFF2-40B4-BE49-F238E27FC236}">
                <a16:creationId xmlns:a16="http://schemas.microsoft.com/office/drawing/2014/main" id="{FA6C7CB4-A4BF-4A9E-8D48-E2C2042B7E2D}"/>
              </a:ext>
            </a:extLst>
          </p:cNvPr>
          <p:cNvSpPr>
            <a:spLocks noGrp="1"/>
          </p:cNvSpPr>
          <p:nvPr/>
        </p:nvSpPr>
        <p:spPr>
          <a:xfrm>
            <a:off x="5584125" y="6413543"/>
            <a:ext cx="277434" cy="9525"/>
          </a:xfrm>
          <a:custGeom>
            <a:avLst/>
            <a:gdLst/>
            <a:ahLst/>
            <a:cxnLst/>
            <a:rect l="0" t="0" r="0" b="0"/>
            <a:pathLst>
              <a:path w="277434" h="9525">
                <a:moveTo>
                  <a:pt x="0" y="8213"/>
                </a:moveTo>
                <a:lnTo>
                  <a:pt x="277434" y="0"/>
                </a:lnTo>
              </a:path>
            </a:pathLst>
          </a:custGeom>
          <a:noFill/>
          <a:ln w="8310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624" name="lumia-token-stream-curve">
            <a:extLst>
              <a:ext uri="{FF2B5EF4-FFF2-40B4-BE49-F238E27FC236}">
                <a16:creationId xmlns:a16="http://schemas.microsoft.com/office/drawing/2014/main" id="{3CF1AF3A-9B41-4F72-B294-DBF7644F4CC9}"/>
              </a:ext>
            </a:extLst>
          </p:cNvPr>
          <p:cNvSpPr>
            <a:spLocks noGrp="1"/>
          </p:cNvSpPr>
          <p:nvPr/>
        </p:nvSpPr>
        <p:spPr>
          <a:xfrm>
            <a:off x="5861558" y="6387294"/>
            <a:ext cx="278973" cy="26250"/>
          </a:xfrm>
          <a:custGeom>
            <a:avLst/>
            <a:gdLst/>
            <a:ahLst/>
            <a:cxnLst/>
            <a:rect l="0" t="0" r="0" b="0"/>
            <a:pathLst>
              <a:path w="278973" h="26250">
                <a:moveTo>
                  <a:pt x="0" y="26250"/>
                </a:moveTo>
                <a:lnTo>
                  <a:pt x="278973" y="0"/>
                </a:lnTo>
              </a:path>
            </a:pathLst>
          </a:custGeom>
          <a:noFill/>
          <a:ln w="8493">
            <a:solidFill>
              <a:srgbClr val="EC532F">
                <a:alpha val="8000"/>
              </a:srgbClr>
            </a:solidFill>
            <a:prstDash val="solid"/>
          </a:ln>
        </p:spPr>
      </p:sp>
      <p:sp>
        <p:nvSpPr>
          <p:cNvPr id="625" name="lumia-token-stream-curve">
            <a:extLst>
              <a:ext uri="{FF2B5EF4-FFF2-40B4-BE49-F238E27FC236}">
                <a16:creationId xmlns:a16="http://schemas.microsoft.com/office/drawing/2014/main" id="{19A2F1AA-B707-48F6-A183-846F0D614481}"/>
              </a:ext>
            </a:extLst>
          </p:cNvPr>
          <p:cNvSpPr>
            <a:spLocks noGrp="1"/>
          </p:cNvSpPr>
          <p:nvPr/>
        </p:nvSpPr>
        <p:spPr>
          <a:xfrm>
            <a:off x="6140532" y="6343550"/>
            <a:ext cx="280421" cy="43744"/>
          </a:xfrm>
          <a:custGeom>
            <a:avLst/>
            <a:gdLst/>
            <a:ahLst/>
            <a:cxnLst/>
            <a:rect l="0" t="0" r="0" b="0"/>
            <a:pathLst>
              <a:path w="280421" h="43744">
                <a:moveTo>
                  <a:pt x="0" y="43744"/>
                </a:moveTo>
                <a:lnTo>
                  <a:pt x="280421" y="0"/>
                </a:lnTo>
              </a:path>
            </a:pathLst>
          </a:custGeom>
          <a:noFill/>
          <a:ln w="8689">
            <a:solidFill>
              <a:srgbClr val="EE5E2A">
                <a:alpha val="8000"/>
              </a:srgbClr>
            </a:solidFill>
            <a:prstDash val="solid"/>
          </a:ln>
        </p:spPr>
      </p:sp>
      <p:sp>
        <p:nvSpPr>
          <p:cNvPr id="626" name="lumia-token-stream-curve">
            <a:extLst>
              <a:ext uri="{FF2B5EF4-FFF2-40B4-BE49-F238E27FC236}">
                <a16:creationId xmlns:a16="http://schemas.microsoft.com/office/drawing/2014/main" id="{3A8D99C7-9B5A-4A02-A649-68A8B778CE78}"/>
              </a:ext>
            </a:extLst>
          </p:cNvPr>
          <p:cNvSpPr>
            <a:spLocks noGrp="1"/>
          </p:cNvSpPr>
          <p:nvPr/>
        </p:nvSpPr>
        <p:spPr>
          <a:xfrm>
            <a:off x="6420953" y="6284858"/>
            <a:ext cx="281777" cy="58692"/>
          </a:xfrm>
          <a:custGeom>
            <a:avLst/>
            <a:gdLst/>
            <a:ahLst/>
            <a:cxnLst/>
            <a:rect l="0" t="0" r="0" b="0"/>
            <a:pathLst>
              <a:path w="281777" h="58692">
                <a:moveTo>
                  <a:pt x="0" y="58692"/>
                </a:moveTo>
                <a:lnTo>
                  <a:pt x="281777" y="0"/>
                </a:lnTo>
              </a:path>
            </a:pathLst>
          </a:custGeom>
          <a:noFill/>
          <a:ln w="8897">
            <a:solidFill>
              <a:srgbClr val="EF6926">
                <a:alpha val="8000"/>
              </a:srgbClr>
            </a:solidFill>
            <a:prstDash val="solid"/>
          </a:ln>
        </p:spPr>
      </p:sp>
      <p:sp>
        <p:nvSpPr>
          <p:cNvPr id="627" name="lumia-token-stream-curve">
            <a:extLst>
              <a:ext uri="{FF2B5EF4-FFF2-40B4-BE49-F238E27FC236}">
                <a16:creationId xmlns:a16="http://schemas.microsoft.com/office/drawing/2014/main" id="{1C940612-7386-4CC2-A373-BD7038BE90CE}"/>
              </a:ext>
            </a:extLst>
          </p:cNvPr>
          <p:cNvSpPr>
            <a:spLocks noGrp="1"/>
          </p:cNvSpPr>
          <p:nvPr/>
        </p:nvSpPr>
        <p:spPr>
          <a:xfrm>
            <a:off x="6702730" y="6215507"/>
            <a:ext cx="283042" cy="69352"/>
          </a:xfrm>
          <a:custGeom>
            <a:avLst/>
            <a:gdLst/>
            <a:ahLst/>
            <a:cxnLst/>
            <a:rect l="0" t="0" r="0" b="0"/>
            <a:pathLst>
              <a:path w="283042" h="69352">
                <a:moveTo>
                  <a:pt x="0" y="69352"/>
                </a:moveTo>
                <a:lnTo>
                  <a:pt x="283042" y="0"/>
                </a:lnTo>
              </a:path>
            </a:pathLst>
          </a:custGeom>
          <a:noFill/>
          <a:ln w="9114">
            <a:solidFill>
              <a:srgbClr val="F17322">
                <a:alpha val="9000"/>
              </a:srgbClr>
            </a:solidFill>
            <a:prstDash val="solid"/>
          </a:ln>
        </p:spPr>
      </p:sp>
      <p:sp>
        <p:nvSpPr>
          <p:cNvPr id="628" name="lumia-token-stream-curve">
            <a:extLst>
              <a:ext uri="{FF2B5EF4-FFF2-40B4-BE49-F238E27FC236}">
                <a16:creationId xmlns:a16="http://schemas.microsoft.com/office/drawing/2014/main" id="{B54BCB19-A520-40FC-A48B-D94F4C83967A}"/>
              </a:ext>
            </a:extLst>
          </p:cNvPr>
          <p:cNvSpPr>
            <a:spLocks noGrp="1"/>
          </p:cNvSpPr>
          <p:nvPr/>
        </p:nvSpPr>
        <p:spPr>
          <a:xfrm>
            <a:off x="6985772" y="6141023"/>
            <a:ext cx="284214" cy="74484"/>
          </a:xfrm>
          <a:custGeom>
            <a:avLst/>
            <a:gdLst/>
            <a:ahLst/>
            <a:cxnLst/>
            <a:rect l="0" t="0" r="0" b="0"/>
            <a:pathLst>
              <a:path w="284214" h="74484">
                <a:moveTo>
                  <a:pt x="0" y="74484"/>
                </a:moveTo>
                <a:lnTo>
                  <a:pt x="284214" y="0"/>
                </a:lnTo>
              </a:path>
            </a:pathLst>
          </a:custGeom>
          <a:noFill/>
          <a:ln w="9339">
            <a:solidFill>
              <a:srgbClr val="F27E1E">
                <a:alpha val="9000"/>
              </a:srgbClr>
            </a:solidFill>
            <a:prstDash val="solid"/>
          </a:ln>
        </p:spPr>
      </p:sp>
      <p:sp>
        <p:nvSpPr>
          <p:cNvPr id="629" name="lumia-token-stream-curve">
            <a:extLst>
              <a:ext uri="{FF2B5EF4-FFF2-40B4-BE49-F238E27FC236}">
                <a16:creationId xmlns:a16="http://schemas.microsoft.com/office/drawing/2014/main" id="{EFAED173-A082-45CD-9D22-D4DC8CEA52AF}"/>
              </a:ext>
            </a:extLst>
          </p:cNvPr>
          <p:cNvSpPr>
            <a:spLocks noGrp="1"/>
          </p:cNvSpPr>
          <p:nvPr/>
        </p:nvSpPr>
        <p:spPr>
          <a:xfrm>
            <a:off x="7269986" y="6067487"/>
            <a:ext cx="285295" cy="73536"/>
          </a:xfrm>
          <a:custGeom>
            <a:avLst/>
            <a:gdLst/>
            <a:ahLst/>
            <a:cxnLst/>
            <a:rect l="0" t="0" r="0" b="0"/>
            <a:pathLst>
              <a:path w="285295" h="73536">
                <a:moveTo>
                  <a:pt x="0" y="73536"/>
                </a:moveTo>
                <a:lnTo>
                  <a:pt x="285295" y="0"/>
                </a:lnTo>
              </a:path>
            </a:pathLst>
          </a:custGeom>
          <a:noFill/>
          <a:ln w="9570">
            <a:solidFill>
              <a:srgbClr val="F48919">
                <a:alpha val="9000"/>
              </a:srgbClr>
            </a:solidFill>
            <a:prstDash val="solid"/>
          </a:ln>
        </p:spPr>
      </p:sp>
      <p:sp>
        <p:nvSpPr>
          <p:cNvPr id="630" name="lumia-token-stream-curve">
            <a:extLst>
              <a:ext uri="{FF2B5EF4-FFF2-40B4-BE49-F238E27FC236}">
                <a16:creationId xmlns:a16="http://schemas.microsoft.com/office/drawing/2014/main" id="{5E59F796-8915-4B80-ABD7-D87A14F06188}"/>
              </a:ext>
            </a:extLst>
          </p:cNvPr>
          <p:cNvSpPr>
            <a:spLocks noGrp="1"/>
          </p:cNvSpPr>
          <p:nvPr/>
        </p:nvSpPr>
        <p:spPr>
          <a:xfrm>
            <a:off x="7555280" y="6000742"/>
            <a:ext cx="286283" cy="66745"/>
          </a:xfrm>
          <a:custGeom>
            <a:avLst/>
            <a:gdLst/>
            <a:ahLst/>
            <a:cxnLst/>
            <a:rect l="0" t="0" r="0" b="0"/>
            <a:pathLst>
              <a:path w="286283" h="66745">
                <a:moveTo>
                  <a:pt x="0" y="66745"/>
                </a:moveTo>
                <a:lnTo>
                  <a:pt x="286283" y="0"/>
                </a:lnTo>
              </a:path>
            </a:pathLst>
          </a:custGeom>
          <a:noFill/>
          <a:ln w="9803">
            <a:solidFill>
              <a:srgbClr val="F59415">
                <a:alpha val="10000"/>
              </a:srgbClr>
            </a:solidFill>
            <a:prstDash val="solid"/>
          </a:ln>
        </p:spPr>
      </p:sp>
      <p:sp>
        <p:nvSpPr>
          <p:cNvPr id="631" name="lumia-token-stream-curve">
            <a:extLst>
              <a:ext uri="{FF2B5EF4-FFF2-40B4-BE49-F238E27FC236}">
                <a16:creationId xmlns:a16="http://schemas.microsoft.com/office/drawing/2014/main" id="{F97FE735-DA54-4EB3-B60A-8454D1A39503}"/>
              </a:ext>
            </a:extLst>
          </p:cNvPr>
          <p:cNvSpPr>
            <a:spLocks noGrp="1"/>
          </p:cNvSpPr>
          <p:nvPr/>
        </p:nvSpPr>
        <p:spPr>
          <a:xfrm>
            <a:off x="7841564" y="5945614"/>
            <a:ext cx="287180" cy="55128"/>
          </a:xfrm>
          <a:custGeom>
            <a:avLst/>
            <a:gdLst/>
            <a:ahLst/>
            <a:cxnLst/>
            <a:rect l="0" t="0" r="0" b="0"/>
            <a:pathLst>
              <a:path w="287180" h="55128">
                <a:moveTo>
                  <a:pt x="0" y="55128"/>
                </a:moveTo>
                <a:lnTo>
                  <a:pt x="287180" y="0"/>
                </a:lnTo>
              </a:path>
            </a:pathLst>
          </a:custGeom>
          <a:noFill/>
          <a:ln w="10037">
            <a:solidFill>
              <a:srgbClr val="F79E11">
                <a:alpha val="10000"/>
              </a:srgbClr>
            </a:solidFill>
            <a:prstDash val="solid"/>
          </a:ln>
        </p:spPr>
      </p:sp>
      <p:sp>
        <p:nvSpPr>
          <p:cNvPr id="632" name="lumia-token-stream-curve">
            <a:extLst>
              <a:ext uri="{FF2B5EF4-FFF2-40B4-BE49-F238E27FC236}">
                <a16:creationId xmlns:a16="http://schemas.microsoft.com/office/drawing/2014/main" id="{0B3230E4-269A-4E33-8506-ED932990D3D3}"/>
              </a:ext>
            </a:extLst>
          </p:cNvPr>
          <p:cNvSpPr>
            <a:spLocks noGrp="1"/>
          </p:cNvSpPr>
          <p:nvPr/>
        </p:nvSpPr>
        <p:spPr>
          <a:xfrm>
            <a:off x="8128744" y="5905247"/>
            <a:ext cx="287985" cy="40368"/>
          </a:xfrm>
          <a:custGeom>
            <a:avLst/>
            <a:gdLst/>
            <a:ahLst/>
            <a:cxnLst/>
            <a:rect l="0" t="0" r="0" b="0"/>
            <a:pathLst>
              <a:path w="287985" h="40368">
                <a:moveTo>
                  <a:pt x="0" y="40368"/>
                </a:moveTo>
                <a:lnTo>
                  <a:pt x="287985" y="0"/>
                </a:lnTo>
              </a:path>
            </a:pathLst>
          </a:custGeom>
          <a:noFill/>
          <a:ln w="10269">
            <a:solidFill>
              <a:srgbClr val="F8A90C">
                <a:alpha val="10000"/>
              </a:srgbClr>
            </a:solidFill>
            <a:prstDash val="solid"/>
          </a:ln>
        </p:spPr>
      </p:sp>
      <p:sp>
        <p:nvSpPr>
          <p:cNvPr id="633" name="lumia-token-stream-curve">
            <a:extLst>
              <a:ext uri="{FF2B5EF4-FFF2-40B4-BE49-F238E27FC236}">
                <a16:creationId xmlns:a16="http://schemas.microsoft.com/office/drawing/2014/main" id="{C36B2AF7-4DC6-400F-B48C-4E86B00A65F5}"/>
              </a:ext>
            </a:extLst>
          </p:cNvPr>
          <p:cNvSpPr>
            <a:spLocks noGrp="1"/>
          </p:cNvSpPr>
          <p:nvPr/>
        </p:nvSpPr>
        <p:spPr>
          <a:xfrm>
            <a:off x="8416729" y="5880643"/>
            <a:ext cx="288698" cy="24604"/>
          </a:xfrm>
          <a:custGeom>
            <a:avLst/>
            <a:gdLst/>
            <a:ahLst/>
            <a:cxnLst/>
            <a:rect l="0" t="0" r="0" b="0"/>
            <a:pathLst>
              <a:path w="288698" h="24604">
                <a:moveTo>
                  <a:pt x="0" y="24604"/>
                </a:moveTo>
                <a:lnTo>
                  <a:pt x="288698" y="0"/>
                </a:lnTo>
              </a:path>
            </a:pathLst>
          </a:custGeom>
          <a:noFill/>
          <a:ln w="10498">
            <a:solidFill>
              <a:srgbClr val="FAB408">
                <a:alpha val="10000"/>
              </a:srgbClr>
            </a:solidFill>
            <a:prstDash val="solid"/>
          </a:ln>
        </p:spPr>
      </p:sp>
      <p:sp>
        <p:nvSpPr>
          <p:cNvPr id="634" name="lumia-token-stream-curve">
            <a:extLst>
              <a:ext uri="{FF2B5EF4-FFF2-40B4-BE49-F238E27FC236}">
                <a16:creationId xmlns:a16="http://schemas.microsoft.com/office/drawing/2014/main" id="{621198D5-8ED6-462F-877E-4532DE08DFDA}"/>
              </a:ext>
            </a:extLst>
          </p:cNvPr>
          <p:cNvSpPr>
            <a:spLocks noGrp="1"/>
          </p:cNvSpPr>
          <p:nvPr/>
        </p:nvSpPr>
        <p:spPr>
          <a:xfrm>
            <a:off x="8705427" y="5870492"/>
            <a:ext cx="289320" cy="10151"/>
          </a:xfrm>
          <a:custGeom>
            <a:avLst/>
            <a:gdLst/>
            <a:ahLst/>
            <a:cxnLst/>
            <a:rect l="0" t="0" r="0" b="0"/>
            <a:pathLst>
              <a:path w="289320" h="10151">
                <a:moveTo>
                  <a:pt x="0" y="10151"/>
                </a:moveTo>
                <a:lnTo>
                  <a:pt x="289320" y="0"/>
                </a:lnTo>
              </a:path>
            </a:pathLst>
          </a:custGeom>
          <a:noFill/>
          <a:ln w="10722">
            <a:solidFill>
              <a:srgbClr val="F7BC07">
                <a:alpha val="11000"/>
              </a:srgbClr>
            </a:solidFill>
            <a:prstDash val="solid"/>
          </a:ln>
        </p:spPr>
      </p:sp>
      <p:sp>
        <p:nvSpPr>
          <p:cNvPr id="635" name="lumia-token-stream-curve">
            <a:extLst>
              <a:ext uri="{FF2B5EF4-FFF2-40B4-BE49-F238E27FC236}">
                <a16:creationId xmlns:a16="http://schemas.microsoft.com/office/drawing/2014/main" id="{73F8CACA-A4BF-46A5-A190-CEED4887B86D}"/>
              </a:ext>
            </a:extLst>
          </p:cNvPr>
          <p:cNvSpPr>
            <a:spLocks noGrp="1"/>
          </p:cNvSpPr>
          <p:nvPr/>
        </p:nvSpPr>
        <p:spPr>
          <a:xfrm>
            <a:off x="8994747" y="5870492"/>
            <a:ext cx="289849" cy="9525"/>
          </a:xfrm>
          <a:custGeom>
            <a:avLst/>
            <a:gdLst/>
            <a:ahLst/>
            <a:cxnLst/>
            <a:rect l="0" t="0" r="0" b="0"/>
            <a:pathLst>
              <a:path w="289849" h="9525">
                <a:moveTo>
                  <a:pt x="0" y="0"/>
                </a:moveTo>
                <a:lnTo>
                  <a:pt x="289849" y="816"/>
                </a:lnTo>
              </a:path>
            </a:pathLst>
          </a:custGeom>
          <a:noFill/>
          <a:ln w="10937">
            <a:solidFill>
              <a:srgbClr val="E5BA0E">
                <a:alpha val="11000"/>
              </a:srgbClr>
            </a:solidFill>
            <a:prstDash val="solid"/>
          </a:ln>
        </p:spPr>
      </p:sp>
      <p:sp>
        <p:nvSpPr>
          <p:cNvPr id="636" name="lumia-token-stream-curve">
            <a:extLst>
              <a:ext uri="{FF2B5EF4-FFF2-40B4-BE49-F238E27FC236}">
                <a16:creationId xmlns:a16="http://schemas.microsoft.com/office/drawing/2014/main" id="{34C2A532-9D47-46E1-A1EF-401BB313E797}"/>
              </a:ext>
            </a:extLst>
          </p:cNvPr>
          <p:cNvSpPr>
            <a:spLocks noGrp="1"/>
          </p:cNvSpPr>
          <p:nvPr/>
        </p:nvSpPr>
        <p:spPr>
          <a:xfrm>
            <a:off x="9284596" y="5871308"/>
            <a:ext cx="290287" cy="9525"/>
          </a:xfrm>
          <a:custGeom>
            <a:avLst/>
            <a:gdLst/>
            <a:ahLst/>
            <a:cxnLst/>
            <a:rect l="0" t="0" r="0" b="0"/>
            <a:pathLst>
              <a:path w="290287" h="9525">
                <a:moveTo>
                  <a:pt x="0" y="0"/>
                </a:moveTo>
                <a:lnTo>
                  <a:pt x="290287" y="6561"/>
                </a:lnTo>
              </a:path>
            </a:pathLst>
          </a:custGeom>
          <a:noFill/>
          <a:ln w="11142">
            <a:solidFill>
              <a:srgbClr val="D3B815">
                <a:alpha val="11000"/>
              </a:srgbClr>
            </a:solidFill>
            <a:prstDash val="solid"/>
          </a:ln>
        </p:spPr>
      </p:sp>
      <p:sp>
        <p:nvSpPr>
          <p:cNvPr id="637" name="lumia-token-stream-curve">
            <a:extLst>
              <a:ext uri="{FF2B5EF4-FFF2-40B4-BE49-F238E27FC236}">
                <a16:creationId xmlns:a16="http://schemas.microsoft.com/office/drawing/2014/main" id="{FD2D5F0C-43B2-4418-8BF5-F4480CBD9BD2}"/>
              </a:ext>
            </a:extLst>
          </p:cNvPr>
          <p:cNvSpPr>
            <a:spLocks noGrp="1"/>
          </p:cNvSpPr>
          <p:nvPr/>
        </p:nvSpPr>
        <p:spPr>
          <a:xfrm>
            <a:off x="9574882" y="5877869"/>
            <a:ext cx="290632" cy="9525"/>
          </a:xfrm>
          <a:custGeom>
            <a:avLst/>
            <a:gdLst/>
            <a:ahLst/>
            <a:cxnLst/>
            <a:rect l="0" t="0" r="0" b="0"/>
            <a:pathLst>
              <a:path w="290632" h="9525">
                <a:moveTo>
                  <a:pt x="0" y="0"/>
                </a:moveTo>
                <a:lnTo>
                  <a:pt x="290632" y="6035"/>
                </a:lnTo>
              </a:path>
            </a:pathLst>
          </a:custGeom>
          <a:noFill/>
          <a:ln w="11335">
            <a:solidFill>
              <a:srgbClr val="C2B61C">
                <a:alpha val="11000"/>
              </a:srgbClr>
            </a:solidFill>
            <a:prstDash val="solid"/>
          </a:ln>
        </p:spPr>
      </p:sp>
      <p:sp>
        <p:nvSpPr>
          <p:cNvPr id="638" name="lumia-token-stream-curve">
            <a:extLst>
              <a:ext uri="{FF2B5EF4-FFF2-40B4-BE49-F238E27FC236}">
                <a16:creationId xmlns:a16="http://schemas.microsoft.com/office/drawing/2014/main" id="{118C00C4-4467-46CD-8DCC-29FB3FBFFE51}"/>
              </a:ext>
            </a:extLst>
          </p:cNvPr>
          <p:cNvSpPr>
            <a:spLocks noGrp="1"/>
          </p:cNvSpPr>
          <p:nvPr/>
        </p:nvSpPr>
        <p:spPr>
          <a:xfrm>
            <a:off x="9865515" y="5882930"/>
            <a:ext cx="290886" cy="9525"/>
          </a:xfrm>
          <a:custGeom>
            <a:avLst/>
            <a:gdLst/>
            <a:ahLst/>
            <a:cxnLst/>
            <a:rect l="0" t="0" r="0" b="0"/>
            <a:pathLst>
              <a:path w="290886" h="9525">
                <a:moveTo>
                  <a:pt x="0" y="973"/>
                </a:moveTo>
                <a:lnTo>
                  <a:pt x="290886" y="0"/>
                </a:lnTo>
              </a:path>
            </a:pathLst>
          </a:custGeom>
          <a:noFill/>
          <a:ln w="11514">
            <a:solidFill>
              <a:srgbClr val="B0B422">
                <a:alpha val="11000"/>
              </a:srgbClr>
            </a:solidFill>
            <a:prstDash val="solid"/>
          </a:ln>
        </p:spPr>
      </p:sp>
      <p:sp>
        <p:nvSpPr>
          <p:cNvPr id="639" name="lumia-token-stream-curve">
            <a:extLst>
              <a:ext uri="{FF2B5EF4-FFF2-40B4-BE49-F238E27FC236}">
                <a16:creationId xmlns:a16="http://schemas.microsoft.com/office/drawing/2014/main" id="{C316054B-F099-4031-99F5-C8E83EB3119E}"/>
              </a:ext>
            </a:extLst>
          </p:cNvPr>
          <p:cNvSpPr>
            <a:spLocks noGrp="1"/>
          </p:cNvSpPr>
          <p:nvPr/>
        </p:nvSpPr>
        <p:spPr>
          <a:xfrm>
            <a:off x="10156401" y="5869133"/>
            <a:ext cx="291048" cy="13798"/>
          </a:xfrm>
          <a:custGeom>
            <a:avLst/>
            <a:gdLst/>
            <a:ahLst/>
            <a:cxnLst/>
            <a:rect l="0" t="0" r="0" b="0"/>
            <a:pathLst>
              <a:path w="291048" h="13798">
                <a:moveTo>
                  <a:pt x="0" y="13798"/>
                </a:moveTo>
                <a:lnTo>
                  <a:pt x="291048" y="0"/>
                </a:lnTo>
              </a:path>
            </a:pathLst>
          </a:custGeom>
          <a:noFill/>
          <a:ln w="11676">
            <a:solidFill>
              <a:srgbClr val="9EB329">
                <a:alpha val="12000"/>
              </a:srgbClr>
            </a:solidFill>
            <a:prstDash val="solid"/>
          </a:ln>
        </p:spPr>
      </p:sp>
      <p:sp>
        <p:nvSpPr>
          <p:cNvPr id="640" name="lumia-token-stream-curve">
            <a:extLst>
              <a:ext uri="{FF2B5EF4-FFF2-40B4-BE49-F238E27FC236}">
                <a16:creationId xmlns:a16="http://schemas.microsoft.com/office/drawing/2014/main" id="{3A4D92AF-5D4E-42E4-8C54-FFE1707384E6}"/>
              </a:ext>
            </a:extLst>
          </p:cNvPr>
          <p:cNvSpPr>
            <a:spLocks noGrp="1"/>
          </p:cNvSpPr>
          <p:nvPr/>
        </p:nvSpPr>
        <p:spPr>
          <a:xfrm>
            <a:off x="10447449" y="5838153"/>
            <a:ext cx="291119" cy="30979"/>
          </a:xfrm>
          <a:custGeom>
            <a:avLst/>
            <a:gdLst/>
            <a:ahLst/>
            <a:cxnLst/>
            <a:rect l="0" t="0" r="0" b="0"/>
            <a:pathLst>
              <a:path w="291119" h="30979">
                <a:moveTo>
                  <a:pt x="0" y="30979"/>
                </a:moveTo>
                <a:lnTo>
                  <a:pt x="291119" y="0"/>
                </a:lnTo>
              </a:path>
            </a:pathLst>
          </a:custGeom>
          <a:noFill/>
          <a:ln w="11818">
            <a:solidFill>
              <a:srgbClr val="8CB130">
                <a:alpha val="12000"/>
              </a:srgbClr>
            </a:solidFill>
            <a:prstDash val="solid"/>
          </a:ln>
        </p:spPr>
      </p:sp>
      <p:sp>
        <p:nvSpPr>
          <p:cNvPr id="641" name="lumia-token-stream-curve">
            <a:extLst>
              <a:ext uri="{FF2B5EF4-FFF2-40B4-BE49-F238E27FC236}">
                <a16:creationId xmlns:a16="http://schemas.microsoft.com/office/drawing/2014/main" id="{CBEE397F-BB3D-421A-8AD5-862A1417CB6D}"/>
              </a:ext>
            </a:extLst>
          </p:cNvPr>
          <p:cNvSpPr>
            <a:spLocks noGrp="1"/>
          </p:cNvSpPr>
          <p:nvPr/>
        </p:nvSpPr>
        <p:spPr>
          <a:xfrm>
            <a:off x="10738568" y="5787686"/>
            <a:ext cx="291097" cy="50467"/>
          </a:xfrm>
          <a:custGeom>
            <a:avLst/>
            <a:gdLst/>
            <a:ahLst/>
            <a:cxnLst/>
            <a:rect l="0" t="0" r="0" b="0"/>
            <a:pathLst>
              <a:path w="291097" h="50467">
                <a:moveTo>
                  <a:pt x="0" y="50467"/>
                </a:moveTo>
                <a:lnTo>
                  <a:pt x="291097" y="0"/>
                </a:lnTo>
              </a:path>
            </a:pathLst>
          </a:custGeom>
          <a:noFill/>
          <a:ln w="11940">
            <a:solidFill>
              <a:srgbClr val="7BAF37">
                <a:alpha val="12000"/>
              </a:srgbClr>
            </a:solidFill>
            <a:prstDash val="solid"/>
          </a:ln>
        </p:spPr>
      </p:sp>
      <p:sp>
        <p:nvSpPr>
          <p:cNvPr id="642" name="lumia-token-stream-curve">
            <a:extLst>
              <a:ext uri="{FF2B5EF4-FFF2-40B4-BE49-F238E27FC236}">
                <a16:creationId xmlns:a16="http://schemas.microsoft.com/office/drawing/2014/main" id="{6BB5D439-F3DA-4846-8B98-3D34E29725B4}"/>
              </a:ext>
            </a:extLst>
          </p:cNvPr>
          <p:cNvSpPr>
            <a:spLocks noGrp="1"/>
          </p:cNvSpPr>
          <p:nvPr/>
        </p:nvSpPr>
        <p:spPr>
          <a:xfrm>
            <a:off x="11029665" y="5717791"/>
            <a:ext cx="290984" cy="69896"/>
          </a:xfrm>
          <a:custGeom>
            <a:avLst/>
            <a:gdLst/>
            <a:ahLst/>
            <a:cxnLst/>
            <a:rect l="0" t="0" r="0" b="0"/>
            <a:pathLst>
              <a:path w="290984" h="69896">
                <a:moveTo>
                  <a:pt x="0" y="69896"/>
                </a:moveTo>
                <a:lnTo>
                  <a:pt x="290984" y="0"/>
                </a:lnTo>
              </a:path>
            </a:pathLst>
          </a:custGeom>
          <a:noFill/>
          <a:ln w="12039">
            <a:solidFill>
              <a:srgbClr val="69AD3E">
                <a:alpha val="12000"/>
              </a:srgbClr>
            </a:solidFill>
            <a:prstDash val="solid"/>
          </a:ln>
        </p:spPr>
      </p:sp>
      <p:sp>
        <p:nvSpPr>
          <p:cNvPr id="643" name="lumia-token-stream-curve">
            <a:extLst>
              <a:ext uri="{FF2B5EF4-FFF2-40B4-BE49-F238E27FC236}">
                <a16:creationId xmlns:a16="http://schemas.microsoft.com/office/drawing/2014/main" id="{5AF463EA-8E77-4580-80C5-8B52B49D3FBB}"/>
              </a:ext>
            </a:extLst>
          </p:cNvPr>
          <p:cNvSpPr>
            <a:spLocks noGrp="1"/>
          </p:cNvSpPr>
          <p:nvPr/>
        </p:nvSpPr>
        <p:spPr>
          <a:xfrm>
            <a:off x="11320649" y="5630878"/>
            <a:ext cx="290778" cy="86913"/>
          </a:xfrm>
          <a:custGeom>
            <a:avLst/>
            <a:gdLst/>
            <a:ahLst/>
            <a:cxnLst/>
            <a:rect l="0" t="0" r="0" b="0"/>
            <a:pathLst>
              <a:path w="290778" h="86913">
                <a:moveTo>
                  <a:pt x="0" y="86913"/>
                </a:moveTo>
                <a:lnTo>
                  <a:pt x="290778" y="0"/>
                </a:lnTo>
              </a:path>
            </a:pathLst>
          </a:custGeom>
          <a:noFill/>
          <a:ln w="12112">
            <a:solidFill>
              <a:srgbClr val="57AC45">
                <a:alpha val="12000"/>
              </a:srgbClr>
            </a:solidFill>
            <a:prstDash val="solid"/>
          </a:ln>
        </p:spPr>
      </p:sp>
      <p:sp>
        <p:nvSpPr>
          <p:cNvPr id="644" name="lumia-token-stream-curve">
            <a:extLst>
              <a:ext uri="{FF2B5EF4-FFF2-40B4-BE49-F238E27FC236}">
                <a16:creationId xmlns:a16="http://schemas.microsoft.com/office/drawing/2014/main" id="{F9EE51E1-D99F-4B25-8FB8-2EAAECAFC03B}"/>
              </a:ext>
            </a:extLst>
          </p:cNvPr>
          <p:cNvSpPr>
            <a:spLocks noGrp="1"/>
          </p:cNvSpPr>
          <p:nvPr/>
        </p:nvSpPr>
        <p:spPr>
          <a:xfrm>
            <a:off x="11611427" y="5531374"/>
            <a:ext cx="290481" cy="99504"/>
          </a:xfrm>
          <a:custGeom>
            <a:avLst/>
            <a:gdLst/>
            <a:ahLst/>
            <a:cxnLst/>
            <a:rect l="0" t="0" r="0" b="0"/>
            <a:pathLst>
              <a:path w="290481" h="99504">
                <a:moveTo>
                  <a:pt x="0" y="99504"/>
                </a:moveTo>
                <a:lnTo>
                  <a:pt x="290481" y="0"/>
                </a:lnTo>
              </a:path>
            </a:pathLst>
          </a:custGeom>
          <a:noFill/>
          <a:ln w="12157">
            <a:solidFill>
              <a:srgbClr val="46AA4C">
                <a:alpha val="12000"/>
              </a:srgbClr>
            </a:solidFill>
            <a:prstDash val="solid"/>
          </a:ln>
        </p:spPr>
      </p:sp>
      <p:sp>
        <p:nvSpPr>
          <p:cNvPr id="645" name="lumia-token-stream-curve">
            <a:extLst>
              <a:ext uri="{FF2B5EF4-FFF2-40B4-BE49-F238E27FC236}">
                <a16:creationId xmlns:a16="http://schemas.microsoft.com/office/drawing/2014/main" id="{E6773E99-AD13-4BF7-A22B-48453E12D5E3}"/>
              </a:ext>
            </a:extLst>
          </p:cNvPr>
          <p:cNvSpPr>
            <a:spLocks noGrp="1"/>
          </p:cNvSpPr>
          <p:nvPr/>
        </p:nvSpPr>
        <p:spPr>
          <a:xfrm>
            <a:off x="11901908" y="5425110"/>
            <a:ext cx="290092" cy="106263"/>
          </a:xfrm>
          <a:custGeom>
            <a:avLst/>
            <a:gdLst/>
            <a:ahLst/>
            <a:cxnLst/>
            <a:rect l="0" t="0" r="0" b="0"/>
            <a:pathLst>
              <a:path w="290092" h="106263">
                <a:moveTo>
                  <a:pt x="0" y="106263"/>
                </a:moveTo>
                <a:lnTo>
                  <a:pt x="290092" y="0"/>
                </a:lnTo>
              </a:path>
            </a:pathLst>
          </a:custGeom>
          <a:noFill/>
          <a:ln w="12173">
            <a:solidFill>
              <a:srgbClr val="34A853">
                <a:alpha val="12000"/>
              </a:srgbClr>
            </a:solidFill>
            <a:prstDash val="solid"/>
          </a:ln>
        </p:spPr>
      </p:sp>
      <p:sp>
        <p:nvSpPr>
          <p:cNvPr id="646" name="lumia-token-stream-curve">
            <a:extLst>
              <a:ext uri="{FF2B5EF4-FFF2-40B4-BE49-F238E27FC236}">
                <a16:creationId xmlns:a16="http://schemas.microsoft.com/office/drawing/2014/main" id="{2BF40D65-A4E9-41E4-B9D3-3AA56AEF2DD4}"/>
              </a:ext>
            </a:extLst>
          </p:cNvPr>
          <p:cNvSpPr>
            <a:spLocks noGrp="1"/>
          </p:cNvSpPr>
          <p:nvPr/>
        </p:nvSpPr>
        <p:spPr>
          <a:xfrm>
            <a:off x="41959" y="6545884"/>
            <a:ext cx="207479" cy="22329"/>
          </a:xfrm>
          <a:custGeom>
            <a:avLst/>
            <a:gdLst/>
            <a:ahLst/>
            <a:cxnLst/>
            <a:rect l="0" t="0" r="0" b="0"/>
            <a:pathLst>
              <a:path w="207479" h="22329">
                <a:moveTo>
                  <a:pt x="0" y="0"/>
                </a:moveTo>
                <a:lnTo>
                  <a:pt x="207479" y="22329"/>
                </a:lnTo>
              </a:path>
            </a:pathLst>
          </a:custGeom>
          <a:noFill/>
          <a:ln w="7930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647" name="lumia-token-stream-curve">
            <a:extLst>
              <a:ext uri="{FF2B5EF4-FFF2-40B4-BE49-F238E27FC236}">
                <a16:creationId xmlns:a16="http://schemas.microsoft.com/office/drawing/2014/main" id="{CBA2436A-F27F-4C90-B967-A4D7D0B0FAB6}"/>
              </a:ext>
            </a:extLst>
          </p:cNvPr>
          <p:cNvSpPr>
            <a:spLocks noGrp="1"/>
          </p:cNvSpPr>
          <p:nvPr/>
        </p:nvSpPr>
        <p:spPr>
          <a:xfrm>
            <a:off x="249438" y="6568213"/>
            <a:ext cx="211252" cy="10777"/>
          </a:xfrm>
          <a:custGeom>
            <a:avLst/>
            <a:gdLst/>
            <a:ahLst/>
            <a:cxnLst/>
            <a:rect l="0" t="0" r="0" b="0"/>
            <a:pathLst>
              <a:path w="211252" h="10777">
                <a:moveTo>
                  <a:pt x="0" y="0"/>
                </a:moveTo>
                <a:lnTo>
                  <a:pt x="211252" y="10777"/>
                </a:lnTo>
              </a:path>
            </a:pathLst>
          </a:custGeom>
          <a:noFill/>
          <a:ln w="7930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648" name="lumia-token-stream-curve">
            <a:extLst>
              <a:ext uri="{FF2B5EF4-FFF2-40B4-BE49-F238E27FC236}">
                <a16:creationId xmlns:a16="http://schemas.microsoft.com/office/drawing/2014/main" id="{F301DAD1-0568-46F7-A288-2A0C4577967F}"/>
              </a:ext>
            </a:extLst>
          </p:cNvPr>
          <p:cNvSpPr>
            <a:spLocks noGrp="1"/>
          </p:cNvSpPr>
          <p:nvPr/>
        </p:nvSpPr>
        <p:spPr>
          <a:xfrm>
            <a:off x="460690" y="6578533"/>
            <a:ext cx="214940" cy="9525"/>
          </a:xfrm>
          <a:custGeom>
            <a:avLst/>
            <a:gdLst/>
            <a:ahLst/>
            <a:cxnLst/>
            <a:rect l="0" t="0" r="0" b="0"/>
            <a:pathLst>
              <a:path w="214940" h="9525">
                <a:moveTo>
                  <a:pt x="0" y="457"/>
                </a:moveTo>
                <a:lnTo>
                  <a:pt x="214940" y="0"/>
                </a:lnTo>
              </a:path>
            </a:pathLst>
          </a:custGeom>
          <a:noFill/>
          <a:ln w="7930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649" name="lumia-token-stream-curve">
            <a:extLst>
              <a:ext uri="{FF2B5EF4-FFF2-40B4-BE49-F238E27FC236}">
                <a16:creationId xmlns:a16="http://schemas.microsoft.com/office/drawing/2014/main" id="{496B6A03-B3C0-4ABC-B53C-F3D05754D65C}"/>
              </a:ext>
            </a:extLst>
          </p:cNvPr>
          <p:cNvSpPr>
            <a:spLocks noGrp="1"/>
          </p:cNvSpPr>
          <p:nvPr/>
        </p:nvSpPr>
        <p:spPr>
          <a:xfrm>
            <a:off x="675631" y="6567935"/>
            <a:ext cx="218542" cy="10598"/>
          </a:xfrm>
          <a:custGeom>
            <a:avLst/>
            <a:gdLst/>
            <a:ahLst/>
            <a:cxnLst/>
            <a:rect l="0" t="0" r="0" b="0"/>
            <a:pathLst>
              <a:path w="218542" h="10598">
                <a:moveTo>
                  <a:pt x="0" y="10598"/>
                </a:moveTo>
                <a:lnTo>
                  <a:pt x="218542" y="0"/>
                </a:lnTo>
              </a:path>
            </a:pathLst>
          </a:custGeom>
          <a:noFill/>
          <a:ln w="7930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650" name="lumia-token-stream-curve">
            <a:extLst>
              <a:ext uri="{FF2B5EF4-FFF2-40B4-BE49-F238E27FC236}">
                <a16:creationId xmlns:a16="http://schemas.microsoft.com/office/drawing/2014/main" id="{E340CC15-176E-4740-9953-7FFEEB736205}"/>
              </a:ext>
            </a:extLst>
          </p:cNvPr>
          <p:cNvSpPr>
            <a:spLocks noGrp="1"/>
          </p:cNvSpPr>
          <p:nvPr/>
        </p:nvSpPr>
        <p:spPr>
          <a:xfrm>
            <a:off x="894173" y="6549059"/>
            <a:ext cx="222059" cy="18876"/>
          </a:xfrm>
          <a:custGeom>
            <a:avLst/>
            <a:gdLst/>
            <a:ahLst/>
            <a:cxnLst/>
            <a:rect l="0" t="0" r="0" b="0"/>
            <a:pathLst>
              <a:path w="222059" h="18876">
                <a:moveTo>
                  <a:pt x="0" y="18876"/>
                </a:moveTo>
                <a:lnTo>
                  <a:pt x="222059" y="0"/>
                </a:lnTo>
              </a:path>
            </a:pathLst>
          </a:custGeom>
          <a:noFill/>
          <a:ln w="7930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651" name="lumia-token-stream-curve">
            <a:extLst>
              <a:ext uri="{FF2B5EF4-FFF2-40B4-BE49-F238E27FC236}">
                <a16:creationId xmlns:a16="http://schemas.microsoft.com/office/drawing/2014/main" id="{90F2CD6B-F67A-4648-85C8-217A6593FB97}"/>
              </a:ext>
            </a:extLst>
          </p:cNvPr>
          <p:cNvSpPr>
            <a:spLocks noGrp="1"/>
          </p:cNvSpPr>
          <p:nvPr/>
        </p:nvSpPr>
        <p:spPr>
          <a:xfrm>
            <a:off x="1116232" y="6524459"/>
            <a:ext cx="225490" cy="24600"/>
          </a:xfrm>
          <a:custGeom>
            <a:avLst/>
            <a:gdLst/>
            <a:ahLst/>
            <a:cxnLst/>
            <a:rect l="0" t="0" r="0" b="0"/>
            <a:pathLst>
              <a:path w="225490" h="24600">
                <a:moveTo>
                  <a:pt x="0" y="24600"/>
                </a:moveTo>
                <a:lnTo>
                  <a:pt x="225490" y="0"/>
                </a:lnTo>
              </a:path>
            </a:pathLst>
          </a:custGeom>
          <a:noFill/>
          <a:ln w="7930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652" name="lumia-token-stream-curve">
            <a:extLst>
              <a:ext uri="{FF2B5EF4-FFF2-40B4-BE49-F238E27FC236}">
                <a16:creationId xmlns:a16="http://schemas.microsoft.com/office/drawing/2014/main" id="{307A710C-8DC5-4F8D-B2BB-6729D878D4CD}"/>
              </a:ext>
            </a:extLst>
          </p:cNvPr>
          <p:cNvSpPr>
            <a:spLocks noGrp="1"/>
          </p:cNvSpPr>
          <p:nvPr/>
        </p:nvSpPr>
        <p:spPr>
          <a:xfrm>
            <a:off x="1341722" y="6497220"/>
            <a:ext cx="228835" cy="27239"/>
          </a:xfrm>
          <a:custGeom>
            <a:avLst/>
            <a:gdLst/>
            <a:ahLst/>
            <a:cxnLst/>
            <a:rect l="0" t="0" r="0" b="0"/>
            <a:pathLst>
              <a:path w="228835" h="27239">
                <a:moveTo>
                  <a:pt x="0" y="27239"/>
                </a:moveTo>
                <a:lnTo>
                  <a:pt x="228835" y="0"/>
                </a:lnTo>
              </a:path>
            </a:pathLst>
          </a:custGeom>
          <a:noFill/>
          <a:ln w="7930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653" name="lumia-token-stream-curve">
            <a:extLst>
              <a:ext uri="{FF2B5EF4-FFF2-40B4-BE49-F238E27FC236}">
                <a16:creationId xmlns:a16="http://schemas.microsoft.com/office/drawing/2014/main" id="{2BA37B63-796E-4312-9DC9-42BA4C0CFE1F}"/>
              </a:ext>
            </a:extLst>
          </p:cNvPr>
          <p:cNvSpPr>
            <a:spLocks noGrp="1"/>
          </p:cNvSpPr>
          <p:nvPr/>
        </p:nvSpPr>
        <p:spPr>
          <a:xfrm>
            <a:off x="1570558" y="6470723"/>
            <a:ext cx="232095" cy="26497"/>
          </a:xfrm>
          <a:custGeom>
            <a:avLst/>
            <a:gdLst/>
            <a:ahLst/>
            <a:cxnLst/>
            <a:rect l="0" t="0" r="0" b="0"/>
            <a:pathLst>
              <a:path w="232095" h="26497">
                <a:moveTo>
                  <a:pt x="0" y="26497"/>
                </a:moveTo>
                <a:lnTo>
                  <a:pt x="232095" y="0"/>
                </a:lnTo>
              </a:path>
            </a:pathLst>
          </a:custGeom>
          <a:noFill/>
          <a:ln w="7930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654" name="lumia-token-stream-curve">
            <a:extLst>
              <a:ext uri="{FF2B5EF4-FFF2-40B4-BE49-F238E27FC236}">
                <a16:creationId xmlns:a16="http://schemas.microsoft.com/office/drawing/2014/main" id="{7AB5D967-29D3-4C8F-866A-CA9FFB51AD88}"/>
              </a:ext>
            </a:extLst>
          </p:cNvPr>
          <p:cNvSpPr>
            <a:spLocks noGrp="1"/>
          </p:cNvSpPr>
          <p:nvPr/>
        </p:nvSpPr>
        <p:spPr>
          <a:xfrm>
            <a:off x="1802653" y="6448355"/>
            <a:ext cx="235269" cy="22368"/>
          </a:xfrm>
          <a:custGeom>
            <a:avLst/>
            <a:gdLst/>
            <a:ahLst/>
            <a:cxnLst/>
            <a:rect l="0" t="0" r="0" b="0"/>
            <a:pathLst>
              <a:path w="235269" h="22368">
                <a:moveTo>
                  <a:pt x="0" y="22368"/>
                </a:moveTo>
                <a:lnTo>
                  <a:pt x="235269" y="0"/>
                </a:lnTo>
              </a:path>
            </a:pathLst>
          </a:custGeom>
          <a:noFill/>
          <a:ln w="7930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655" name="lumia-token-stream-curve">
            <a:extLst>
              <a:ext uri="{FF2B5EF4-FFF2-40B4-BE49-F238E27FC236}">
                <a16:creationId xmlns:a16="http://schemas.microsoft.com/office/drawing/2014/main" id="{BB590F7F-9F9B-4E88-B292-26FAA2320E7B}"/>
              </a:ext>
            </a:extLst>
          </p:cNvPr>
          <p:cNvSpPr>
            <a:spLocks noGrp="1"/>
          </p:cNvSpPr>
          <p:nvPr/>
        </p:nvSpPr>
        <p:spPr>
          <a:xfrm>
            <a:off x="2037922" y="6433179"/>
            <a:ext cx="238358" cy="15176"/>
          </a:xfrm>
          <a:custGeom>
            <a:avLst/>
            <a:gdLst/>
            <a:ahLst/>
            <a:cxnLst/>
            <a:rect l="0" t="0" r="0" b="0"/>
            <a:pathLst>
              <a:path w="238358" h="15176">
                <a:moveTo>
                  <a:pt x="0" y="15176"/>
                </a:moveTo>
                <a:lnTo>
                  <a:pt x="238358" y="0"/>
                </a:lnTo>
              </a:path>
            </a:pathLst>
          </a:custGeom>
          <a:noFill/>
          <a:ln w="7930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656" name="lumia-token-stream-curve">
            <a:extLst>
              <a:ext uri="{FF2B5EF4-FFF2-40B4-BE49-F238E27FC236}">
                <a16:creationId xmlns:a16="http://schemas.microsoft.com/office/drawing/2014/main" id="{1D16FE0A-570A-48CE-B118-D4B404E00200}"/>
              </a:ext>
            </a:extLst>
          </p:cNvPr>
          <p:cNvSpPr>
            <a:spLocks noGrp="1"/>
          </p:cNvSpPr>
          <p:nvPr/>
        </p:nvSpPr>
        <p:spPr>
          <a:xfrm>
            <a:off x="2276280" y="6427604"/>
            <a:ext cx="241361" cy="9525"/>
          </a:xfrm>
          <a:custGeom>
            <a:avLst/>
            <a:gdLst/>
            <a:ahLst/>
            <a:cxnLst/>
            <a:rect l="0" t="0" r="0" b="0"/>
            <a:pathLst>
              <a:path w="241361" h="9525">
                <a:moveTo>
                  <a:pt x="0" y="5576"/>
                </a:moveTo>
                <a:lnTo>
                  <a:pt x="241361" y="0"/>
                </a:lnTo>
              </a:path>
            </a:pathLst>
          </a:custGeom>
          <a:noFill/>
          <a:ln w="7930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657" name="lumia-token-stream-curve">
            <a:extLst>
              <a:ext uri="{FF2B5EF4-FFF2-40B4-BE49-F238E27FC236}">
                <a16:creationId xmlns:a16="http://schemas.microsoft.com/office/drawing/2014/main" id="{D716C16E-9046-41F1-AD3C-5F4FCA1EC321}"/>
              </a:ext>
            </a:extLst>
          </p:cNvPr>
          <p:cNvSpPr>
            <a:spLocks noGrp="1"/>
          </p:cNvSpPr>
          <p:nvPr/>
        </p:nvSpPr>
        <p:spPr>
          <a:xfrm>
            <a:off x="2517641" y="6427604"/>
            <a:ext cx="244278" cy="9525"/>
          </a:xfrm>
          <a:custGeom>
            <a:avLst/>
            <a:gdLst/>
            <a:ahLst/>
            <a:cxnLst/>
            <a:rect l="0" t="0" r="0" b="0"/>
            <a:pathLst>
              <a:path w="244278" h="9525">
                <a:moveTo>
                  <a:pt x="0" y="0"/>
                </a:moveTo>
                <a:lnTo>
                  <a:pt x="244278" y="5474"/>
                </a:lnTo>
              </a:path>
            </a:pathLst>
          </a:custGeom>
          <a:noFill/>
          <a:ln w="7930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658" name="lumia-token-stream-curve">
            <a:extLst>
              <a:ext uri="{FF2B5EF4-FFF2-40B4-BE49-F238E27FC236}">
                <a16:creationId xmlns:a16="http://schemas.microsoft.com/office/drawing/2014/main" id="{29A7F86B-A0C3-4B07-8015-7DD9C0D7DC94}"/>
              </a:ext>
            </a:extLst>
          </p:cNvPr>
          <p:cNvSpPr>
            <a:spLocks noGrp="1"/>
          </p:cNvSpPr>
          <p:nvPr/>
        </p:nvSpPr>
        <p:spPr>
          <a:xfrm>
            <a:off x="2761919" y="6433077"/>
            <a:ext cx="247110" cy="16786"/>
          </a:xfrm>
          <a:custGeom>
            <a:avLst/>
            <a:gdLst/>
            <a:ahLst/>
            <a:cxnLst/>
            <a:rect l="0" t="0" r="0" b="0"/>
            <a:pathLst>
              <a:path w="247110" h="16786">
                <a:moveTo>
                  <a:pt x="0" y="0"/>
                </a:moveTo>
                <a:lnTo>
                  <a:pt x="247110" y="16786"/>
                </a:lnTo>
              </a:path>
            </a:pathLst>
          </a:custGeom>
          <a:noFill/>
          <a:ln w="7930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659" name="lumia-token-stream-curve">
            <a:extLst>
              <a:ext uri="{FF2B5EF4-FFF2-40B4-BE49-F238E27FC236}">
                <a16:creationId xmlns:a16="http://schemas.microsoft.com/office/drawing/2014/main" id="{B9E2AC9B-183A-44D5-938C-B09B3400518E}"/>
              </a:ext>
            </a:extLst>
          </p:cNvPr>
          <p:cNvSpPr>
            <a:spLocks noGrp="1"/>
          </p:cNvSpPr>
          <p:nvPr/>
        </p:nvSpPr>
        <p:spPr>
          <a:xfrm>
            <a:off x="3009029" y="6449863"/>
            <a:ext cx="249856" cy="27048"/>
          </a:xfrm>
          <a:custGeom>
            <a:avLst/>
            <a:gdLst/>
            <a:ahLst/>
            <a:cxnLst/>
            <a:rect l="0" t="0" r="0" b="0"/>
            <a:pathLst>
              <a:path w="249856" h="27048">
                <a:moveTo>
                  <a:pt x="0" y="0"/>
                </a:moveTo>
                <a:lnTo>
                  <a:pt x="249856" y="27048"/>
                </a:lnTo>
              </a:path>
            </a:pathLst>
          </a:custGeom>
          <a:noFill/>
          <a:ln w="7930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660" name="lumia-token-stream-curve">
            <a:extLst>
              <a:ext uri="{FF2B5EF4-FFF2-40B4-BE49-F238E27FC236}">
                <a16:creationId xmlns:a16="http://schemas.microsoft.com/office/drawing/2014/main" id="{6AC940E3-46F4-4D38-A244-AB0A87D21253}"/>
              </a:ext>
            </a:extLst>
          </p:cNvPr>
          <p:cNvSpPr>
            <a:spLocks noGrp="1"/>
          </p:cNvSpPr>
          <p:nvPr/>
        </p:nvSpPr>
        <p:spPr>
          <a:xfrm>
            <a:off x="3258885" y="6476911"/>
            <a:ext cx="252517" cy="34956"/>
          </a:xfrm>
          <a:custGeom>
            <a:avLst/>
            <a:gdLst/>
            <a:ahLst/>
            <a:cxnLst/>
            <a:rect l="0" t="0" r="0" b="0"/>
            <a:pathLst>
              <a:path w="252517" h="34956">
                <a:moveTo>
                  <a:pt x="0" y="0"/>
                </a:moveTo>
                <a:lnTo>
                  <a:pt x="252517" y="34956"/>
                </a:lnTo>
              </a:path>
            </a:pathLst>
          </a:custGeom>
          <a:noFill/>
          <a:ln w="7930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661" name="lumia-token-stream-curve">
            <a:extLst>
              <a:ext uri="{FF2B5EF4-FFF2-40B4-BE49-F238E27FC236}">
                <a16:creationId xmlns:a16="http://schemas.microsoft.com/office/drawing/2014/main" id="{FC6A3DC3-18A8-4369-950B-52BA24CB638A}"/>
              </a:ext>
            </a:extLst>
          </p:cNvPr>
          <p:cNvSpPr>
            <a:spLocks noGrp="1"/>
          </p:cNvSpPr>
          <p:nvPr/>
        </p:nvSpPr>
        <p:spPr>
          <a:xfrm>
            <a:off x="3511402" y="6511867"/>
            <a:ext cx="255092" cy="39364"/>
          </a:xfrm>
          <a:custGeom>
            <a:avLst/>
            <a:gdLst/>
            <a:ahLst/>
            <a:cxnLst/>
            <a:rect l="0" t="0" r="0" b="0"/>
            <a:pathLst>
              <a:path w="255092" h="39364">
                <a:moveTo>
                  <a:pt x="0" y="0"/>
                </a:moveTo>
                <a:lnTo>
                  <a:pt x="255092" y="39364"/>
                </a:lnTo>
              </a:path>
            </a:pathLst>
          </a:custGeom>
          <a:noFill/>
          <a:ln w="7930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662" name="lumia-token-stream-curve">
            <a:extLst>
              <a:ext uri="{FF2B5EF4-FFF2-40B4-BE49-F238E27FC236}">
                <a16:creationId xmlns:a16="http://schemas.microsoft.com/office/drawing/2014/main" id="{46BB326B-E126-4D2D-83FC-5B5D4DDE97EA}"/>
              </a:ext>
            </a:extLst>
          </p:cNvPr>
          <p:cNvSpPr>
            <a:spLocks noGrp="1"/>
          </p:cNvSpPr>
          <p:nvPr/>
        </p:nvSpPr>
        <p:spPr>
          <a:xfrm>
            <a:off x="3766494" y="6551231"/>
            <a:ext cx="257581" cy="39424"/>
          </a:xfrm>
          <a:custGeom>
            <a:avLst/>
            <a:gdLst/>
            <a:ahLst/>
            <a:cxnLst/>
            <a:rect l="0" t="0" r="0" b="0"/>
            <a:pathLst>
              <a:path w="257581" h="39424">
                <a:moveTo>
                  <a:pt x="0" y="0"/>
                </a:moveTo>
                <a:lnTo>
                  <a:pt x="257581" y="39424"/>
                </a:lnTo>
              </a:path>
            </a:pathLst>
          </a:custGeom>
          <a:noFill/>
          <a:ln w="7931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663" name="lumia-token-stream-curve">
            <a:extLst>
              <a:ext uri="{FF2B5EF4-FFF2-40B4-BE49-F238E27FC236}">
                <a16:creationId xmlns:a16="http://schemas.microsoft.com/office/drawing/2014/main" id="{96DC5E30-1B37-4326-9B5F-C480B9CFDED8}"/>
              </a:ext>
            </a:extLst>
          </p:cNvPr>
          <p:cNvSpPr>
            <a:spLocks noGrp="1"/>
          </p:cNvSpPr>
          <p:nvPr/>
        </p:nvSpPr>
        <p:spPr>
          <a:xfrm>
            <a:off x="4024075" y="6590655"/>
            <a:ext cx="259985" cy="34717"/>
          </a:xfrm>
          <a:custGeom>
            <a:avLst/>
            <a:gdLst/>
            <a:ahLst/>
            <a:cxnLst/>
            <a:rect l="0" t="0" r="0" b="0"/>
            <a:pathLst>
              <a:path w="259985" h="34717">
                <a:moveTo>
                  <a:pt x="0" y="0"/>
                </a:moveTo>
                <a:lnTo>
                  <a:pt x="259985" y="34717"/>
                </a:lnTo>
              </a:path>
            </a:pathLst>
          </a:custGeom>
          <a:noFill/>
          <a:ln w="7955">
            <a:solidFill>
              <a:srgbClr val="A33F64">
                <a:alpha val="7000"/>
              </a:srgbClr>
            </a:solidFill>
            <a:prstDash val="solid"/>
          </a:ln>
        </p:spPr>
      </p:sp>
      <p:sp>
        <p:nvSpPr>
          <p:cNvPr id="664" name="lumia-token-stream-curve">
            <a:extLst>
              <a:ext uri="{FF2B5EF4-FFF2-40B4-BE49-F238E27FC236}">
                <a16:creationId xmlns:a16="http://schemas.microsoft.com/office/drawing/2014/main" id="{B432018F-7D57-439E-8252-6D84BD02BD6A}"/>
              </a:ext>
            </a:extLst>
          </p:cNvPr>
          <p:cNvSpPr>
            <a:spLocks noGrp="1"/>
          </p:cNvSpPr>
          <p:nvPr/>
        </p:nvSpPr>
        <p:spPr>
          <a:xfrm>
            <a:off x="4284060" y="6625373"/>
            <a:ext cx="262303" cy="25333"/>
          </a:xfrm>
          <a:custGeom>
            <a:avLst/>
            <a:gdLst/>
            <a:ahLst/>
            <a:cxnLst/>
            <a:rect l="0" t="0" r="0" b="0"/>
            <a:pathLst>
              <a:path w="262303" h="25333">
                <a:moveTo>
                  <a:pt x="0" y="0"/>
                </a:moveTo>
                <a:lnTo>
                  <a:pt x="262303" y="25333"/>
                </a:lnTo>
              </a:path>
            </a:pathLst>
          </a:custGeom>
          <a:noFill/>
          <a:ln w="8010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665" name="lumia-token-stream-curve">
            <a:extLst>
              <a:ext uri="{FF2B5EF4-FFF2-40B4-BE49-F238E27FC236}">
                <a16:creationId xmlns:a16="http://schemas.microsoft.com/office/drawing/2014/main" id="{1A4507CA-287A-48FA-88CF-D9E51B6DC69A}"/>
              </a:ext>
            </a:extLst>
          </p:cNvPr>
          <p:cNvSpPr>
            <a:spLocks noGrp="1"/>
          </p:cNvSpPr>
          <p:nvPr/>
        </p:nvSpPr>
        <p:spPr>
          <a:xfrm>
            <a:off x="4546362" y="6650705"/>
            <a:ext cx="264535" cy="11905"/>
          </a:xfrm>
          <a:custGeom>
            <a:avLst/>
            <a:gdLst/>
            <a:ahLst/>
            <a:cxnLst/>
            <a:rect l="0" t="0" r="0" b="0"/>
            <a:pathLst>
              <a:path w="264535" h="11905">
                <a:moveTo>
                  <a:pt x="0" y="0"/>
                </a:moveTo>
                <a:lnTo>
                  <a:pt x="264535" y="11905"/>
                </a:lnTo>
              </a:path>
            </a:pathLst>
          </a:custGeom>
          <a:noFill/>
          <a:ln w="8093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666" name="lumia-token-stream-curve">
            <a:extLst>
              <a:ext uri="{FF2B5EF4-FFF2-40B4-BE49-F238E27FC236}">
                <a16:creationId xmlns:a16="http://schemas.microsoft.com/office/drawing/2014/main" id="{33DD8C1C-EDD2-4A20-8496-8B84422346D1}"/>
              </a:ext>
            </a:extLst>
          </p:cNvPr>
          <p:cNvSpPr>
            <a:spLocks noGrp="1"/>
          </p:cNvSpPr>
          <p:nvPr/>
        </p:nvSpPr>
        <p:spPr>
          <a:xfrm>
            <a:off x="4810898" y="6658183"/>
            <a:ext cx="266682" cy="9525"/>
          </a:xfrm>
          <a:custGeom>
            <a:avLst/>
            <a:gdLst/>
            <a:ahLst/>
            <a:cxnLst/>
            <a:rect l="0" t="0" r="0" b="0"/>
            <a:pathLst>
              <a:path w="266682" h="9525">
                <a:moveTo>
                  <a:pt x="0" y="4427"/>
                </a:moveTo>
                <a:lnTo>
                  <a:pt x="266682" y="0"/>
                </a:lnTo>
              </a:path>
            </a:pathLst>
          </a:custGeom>
          <a:noFill/>
          <a:ln w="8202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667" name="lumia-token-stream-curve">
            <a:extLst>
              <a:ext uri="{FF2B5EF4-FFF2-40B4-BE49-F238E27FC236}">
                <a16:creationId xmlns:a16="http://schemas.microsoft.com/office/drawing/2014/main" id="{BF2297EC-62B2-45A2-9194-4D2490F52B0E}"/>
              </a:ext>
            </a:extLst>
          </p:cNvPr>
          <p:cNvSpPr>
            <a:spLocks noGrp="1"/>
          </p:cNvSpPr>
          <p:nvPr/>
        </p:nvSpPr>
        <p:spPr>
          <a:xfrm>
            <a:off x="5077580" y="6636070"/>
            <a:ext cx="268744" cy="22113"/>
          </a:xfrm>
          <a:custGeom>
            <a:avLst/>
            <a:gdLst/>
            <a:ahLst/>
            <a:cxnLst/>
            <a:rect l="0" t="0" r="0" b="0"/>
            <a:pathLst>
              <a:path w="268744" h="22113">
                <a:moveTo>
                  <a:pt x="0" y="22113"/>
                </a:moveTo>
                <a:lnTo>
                  <a:pt x="268744" y="0"/>
                </a:lnTo>
              </a:path>
            </a:pathLst>
          </a:custGeom>
          <a:noFill/>
          <a:ln w="8334">
            <a:solidFill>
              <a:srgbClr val="D74242">
                <a:alpha val="8000"/>
              </a:srgbClr>
            </a:solidFill>
            <a:prstDash val="solid"/>
          </a:ln>
        </p:spPr>
      </p:sp>
      <p:sp>
        <p:nvSpPr>
          <p:cNvPr id="668" name="lumia-token-stream-curve">
            <a:extLst>
              <a:ext uri="{FF2B5EF4-FFF2-40B4-BE49-F238E27FC236}">
                <a16:creationId xmlns:a16="http://schemas.microsoft.com/office/drawing/2014/main" id="{DE154CDE-70C1-48E4-AFA9-75D582ED9E71}"/>
              </a:ext>
            </a:extLst>
          </p:cNvPr>
          <p:cNvSpPr>
            <a:spLocks noGrp="1"/>
          </p:cNvSpPr>
          <p:nvPr/>
        </p:nvSpPr>
        <p:spPr>
          <a:xfrm>
            <a:off x="5346324" y="6596711"/>
            <a:ext cx="270719" cy="39360"/>
          </a:xfrm>
          <a:custGeom>
            <a:avLst/>
            <a:gdLst/>
            <a:ahLst/>
            <a:cxnLst/>
            <a:rect l="0" t="0" r="0" b="0"/>
            <a:pathLst>
              <a:path w="270719" h="39360">
                <a:moveTo>
                  <a:pt x="0" y="39360"/>
                </a:moveTo>
                <a:lnTo>
                  <a:pt x="270719" y="0"/>
                </a:lnTo>
              </a:path>
            </a:pathLst>
          </a:custGeom>
          <a:noFill/>
          <a:ln w="8488">
            <a:solidFill>
              <a:srgbClr val="E44339">
                <a:alpha val="8000"/>
              </a:srgbClr>
            </a:solidFill>
            <a:prstDash val="solid"/>
          </a:ln>
        </p:spPr>
      </p:sp>
      <p:sp>
        <p:nvSpPr>
          <p:cNvPr id="669" name="lumia-token-stream-curve">
            <a:extLst>
              <a:ext uri="{FF2B5EF4-FFF2-40B4-BE49-F238E27FC236}">
                <a16:creationId xmlns:a16="http://schemas.microsoft.com/office/drawing/2014/main" id="{A2FCECD2-883A-4CAA-A3EE-4E2DB7DB04D0}"/>
              </a:ext>
            </a:extLst>
          </p:cNvPr>
          <p:cNvSpPr>
            <a:spLocks noGrp="1"/>
          </p:cNvSpPr>
          <p:nvPr/>
        </p:nvSpPr>
        <p:spPr>
          <a:xfrm>
            <a:off x="5617043" y="6542380"/>
            <a:ext cx="272610" cy="54331"/>
          </a:xfrm>
          <a:custGeom>
            <a:avLst/>
            <a:gdLst/>
            <a:ahLst/>
            <a:cxnLst/>
            <a:rect l="0" t="0" r="0" b="0"/>
            <a:pathLst>
              <a:path w="272610" h="54331">
                <a:moveTo>
                  <a:pt x="0" y="54331"/>
                </a:moveTo>
                <a:lnTo>
                  <a:pt x="272610" y="0"/>
                </a:lnTo>
              </a:path>
            </a:pathLst>
          </a:custGeom>
          <a:noFill/>
          <a:ln w="8662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670" name="lumia-token-stream-curve">
            <a:extLst>
              <a:ext uri="{FF2B5EF4-FFF2-40B4-BE49-F238E27FC236}">
                <a16:creationId xmlns:a16="http://schemas.microsoft.com/office/drawing/2014/main" id="{AF0C7FA6-5C7D-481E-BC7D-8DA0385FE143}"/>
              </a:ext>
            </a:extLst>
          </p:cNvPr>
          <p:cNvSpPr>
            <a:spLocks noGrp="1"/>
          </p:cNvSpPr>
          <p:nvPr/>
        </p:nvSpPr>
        <p:spPr>
          <a:xfrm>
            <a:off x="5889653" y="6477000"/>
            <a:ext cx="274414" cy="65380"/>
          </a:xfrm>
          <a:custGeom>
            <a:avLst/>
            <a:gdLst/>
            <a:ahLst/>
            <a:cxnLst/>
            <a:rect l="0" t="0" r="0" b="0"/>
            <a:pathLst>
              <a:path w="274414" h="65380">
                <a:moveTo>
                  <a:pt x="0" y="65380"/>
                </a:moveTo>
                <a:lnTo>
                  <a:pt x="274414" y="0"/>
                </a:lnTo>
              </a:path>
            </a:pathLst>
          </a:custGeom>
          <a:noFill/>
          <a:ln w="8852">
            <a:solidFill>
              <a:srgbClr val="EC532F">
                <a:alpha val="9000"/>
              </a:srgbClr>
            </a:solidFill>
            <a:prstDash val="solid"/>
          </a:ln>
        </p:spPr>
      </p:sp>
      <p:sp>
        <p:nvSpPr>
          <p:cNvPr id="671" name="lumia-token-stream-curve">
            <a:extLst>
              <a:ext uri="{FF2B5EF4-FFF2-40B4-BE49-F238E27FC236}">
                <a16:creationId xmlns:a16="http://schemas.microsoft.com/office/drawing/2014/main" id="{1033FA9D-1F6B-4943-A290-12EB8B0A818A}"/>
              </a:ext>
            </a:extLst>
          </p:cNvPr>
          <p:cNvSpPr>
            <a:spLocks noGrp="1"/>
          </p:cNvSpPr>
          <p:nvPr/>
        </p:nvSpPr>
        <p:spPr>
          <a:xfrm>
            <a:off x="6164067" y="6405736"/>
            <a:ext cx="276133" cy="71264"/>
          </a:xfrm>
          <a:custGeom>
            <a:avLst/>
            <a:gdLst/>
            <a:ahLst/>
            <a:cxnLst/>
            <a:rect l="0" t="0" r="0" b="0"/>
            <a:pathLst>
              <a:path w="276133" h="71264">
                <a:moveTo>
                  <a:pt x="0" y="71264"/>
                </a:moveTo>
                <a:lnTo>
                  <a:pt x="276133" y="0"/>
                </a:lnTo>
              </a:path>
            </a:pathLst>
          </a:custGeom>
          <a:noFill/>
          <a:ln w="9056">
            <a:solidFill>
              <a:srgbClr val="EE5E2A">
                <a:alpha val="9000"/>
              </a:srgbClr>
            </a:solidFill>
            <a:prstDash val="solid"/>
          </a:ln>
        </p:spPr>
      </p:sp>
      <p:sp>
        <p:nvSpPr>
          <p:cNvPr id="672" name="lumia-token-stream-curve">
            <a:extLst>
              <a:ext uri="{FF2B5EF4-FFF2-40B4-BE49-F238E27FC236}">
                <a16:creationId xmlns:a16="http://schemas.microsoft.com/office/drawing/2014/main" id="{1582C9AE-A48C-414A-A401-6CA6BFBA63B0}"/>
              </a:ext>
            </a:extLst>
          </p:cNvPr>
          <p:cNvSpPr>
            <a:spLocks noGrp="1"/>
          </p:cNvSpPr>
          <p:nvPr/>
        </p:nvSpPr>
        <p:spPr>
          <a:xfrm>
            <a:off x="6440200" y="6334404"/>
            <a:ext cx="277766" cy="71332"/>
          </a:xfrm>
          <a:custGeom>
            <a:avLst/>
            <a:gdLst/>
            <a:ahLst/>
            <a:cxnLst/>
            <a:rect l="0" t="0" r="0" b="0"/>
            <a:pathLst>
              <a:path w="277766" h="71332">
                <a:moveTo>
                  <a:pt x="0" y="71332"/>
                </a:moveTo>
                <a:lnTo>
                  <a:pt x="277766" y="0"/>
                </a:lnTo>
              </a:path>
            </a:pathLst>
          </a:custGeom>
          <a:noFill/>
          <a:ln w="9273">
            <a:solidFill>
              <a:srgbClr val="EF6926">
                <a:alpha val="9000"/>
              </a:srgbClr>
            </a:solidFill>
            <a:prstDash val="solid"/>
          </a:ln>
        </p:spPr>
      </p:sp>
      <p:sp>
        <p:nvSpPr>
          <p:cNvPr id="673" name="lumia-token-stream-curve">
            <a:extLst>
              <a:ext uri="{FF2B5EF4-FFF2-40B4-BE49-F238E27FC236}">
                <a16:creationId xmlns:a16="http://schemas.microsoft.com/office/drawing/2014/main" id="{A0A1C2B8-C6FD-4BA6-B3E5-6AC15667BBBA}"/>
              </a:ext>
            </a:extLst>
          </p:cNvPr>
          <p:cNvSpPr>
            <a:spLocks noGrp="1"/>
          </p:cNvSpPr>
          <p:nvPr/>
        </p:nvSpPr>
        <p:spPr>
          <a:xfrm>
            <a:off x="6717966" y="6268769"/>
            <a:ext cx="279314" cy="65635"/>
          </a:xfrm>
          <a:custGeom>
            <a:avLst/>
            <a:gdLst/>
            <a:ahLst/>
            <a:cxnLst/>
            <a:rect l="0" t="0" r="0" b="0"/>
            <a:pathLst>
              <a:path w="279314" h="65635">
                <a:moveTo>
                  <a:pt x="0" y="65635"/>
                </a:moveTo>
                <a:lnTo>
                  <a:pt x="279314" y="0"/>
                </a:lnTo>
              </a:path>
            </a:pathLst>
          </a:custGeom>
          <a:noFill/>
          <a:ln w="9500">
            <a:solidFill>
              <a:srgbClr val="F17322">
                <a:alpha val="10000"/>
              </a:srgbClr>
            </a:solidFill>
            <a:prstDash val="solid"/>
          </a:ln>
        </p:spPr>
      </p:sp>
      <p:sp>
        <p:nvSpPr>
          <p:cNvPr id="674" name="lumia-token-stream-curve">
            <a:extLst>
              <a:ext uri="{FF2B5EF4-FFF2-40B4-BE49-F238E27FC236}">
                <a16:creationId xmlns:a16="http://schemas.microsoft.com/office/drawing/2014/main" id="{4D381653-8F84-4886-B7D4-C3E7CFDE0E49}"/>
              </a:ext>
            </a:extLst>
          </p:cNvPr>
          <p:cNvSpPr>
            <a:spLocks noGrp="1"/>
          </p:cNvSpPr>
          <p:nvPr/>
        </p:nvSpPr>
        <p:spPr>
          <a:xfrm>
            <a:off x="6997280" y="6213809"/>
            <a:ext cx="280776" cy="54960"/>
          </a:xfrm>
          <a:custGeom>
            <a:avLst/>
            <a:gdLst/>
            <a:ahLst/>
            <a:cxnLst/>
            <a:rect l="0" t="0" r="0" b="0"/>
            <a:pathLst>
              <a:path w="280776" h="54960">
                <a:moveTo>
                  <a:pt x="0" y="54960"/>
                </a:moveTo>
                <a:lnTo>
                  <a:pt x="280776" y="0"/>
                </a:lnTo>
              </a:path>
            </a:pathLst>
          </a:custGeom>
          <a:noFill/>
          <a:ln w="9734">
            <a:solidFill>
              <a:srgbClr val="F27E1E">
                <a:alpha val="10000"/>
              </a:srgbClr>
            </a:solidFill>
            <a:prstDash val="solid"/>
          </a:ln>
        </p:spPr>
      </p:sp>
      <p:sp>
        <p:nvSpPr>
          <p:cNvPr id="675" name="lumia-token-stream-curve">
            <a:extLst>
              <a:ext uri="{FF2B5EF4-FFF2-40B4-BE49-F238E27FC236}">
                <a16:creationId xmlns:a16="http://schemas.microsoft.com/office/drawing/2014/main" id="{1F45D598-061B-489D-B05F-59144346CA8F}"/>
              </a:ext>
            </a:extLst>
          </p:cNvPr>
          <p:cNvSpPr>
            <a:spLocks noGrp="1"/>
          </p:cNvSpPr>
          <p:nvPr/>
        </p:nvSpPr>
        <p:spPr>
          <a:xfrm>
            <a:off x="7278056" y="6173046"/>
            <a:ext cx="282153" cy="40763"/>
          </a:xfrm>
          <a:custGeom>
            <a:avLst/>
            <a:gdLst/>
            <a:ahLst/>
            <a:cxnLst/>
            <a:rect l="0" t="0" r="0" b="0"/>
            <a:pathLst>
              <a:path w="282153" h="40763">
                <a:moveTo>
                  <a:pt x="0" y="40763"/>
                </a:moveTo>
                <a:lnTo>
                  <a:pt x="282153" y="0"/>
                </a:lnTo>
              </a:path>
            </a:pathLst>
          </a:custGeom>
          <a:noFill/>
          <a:ln w="9974">
            <a:solidFill>
              <a:srgbClr val="F48919">
                <a:alpha val="10000"/>
              </a:srgbClr>
            </a:solidFill>
            <a:prstDash val="solid"/>
          </a:ln>
        </p:spPr>
      </p:sp>
      <p:sp>
        <p:nvSpPr>
          <p:cNvPr id="676" name="lumia-token-stream-curve">
            <a:extLst>
              <a:ext uri="{FF2B5EF4-FFF2-40B4-BE49-F238E27FC236}">
                <a16:creationId xmlns:a16="http://schemas.microsoft.com/office/drawing/2014/main" id="{6771FFBC-A307-47D1-8473-F8A7DD59795D}"/>
              </a:ext>
            </a:extLst>
          </p:cNvPr>
          <p:cNvSpPr>
            <a:spLocks noGrp="1"/>
          </p:cNvSpPr>
          <p:nvPr/>
        </p:nvSpPr>
        <p:spPr>
          <a:xfrm>
            <a:off x="7560209" y="6148043"/>
            <a:ext cx="283443" cy="25003"/>
          </a:xfrm>
          <a:custGeom>
            <a:avLst/>
            <a:gdLst/>
            <a:ahLst/>
            <a:cxnLst/>
            <a:rect l="0" t="0" r="0" b="0"/>
            <a:pathLst>
              <a:path w="283443" h="25003">
                <a:moveTo>
                  <a:pt x="0" y="25003"/>
                </a:moveTo>
                <a:lnTo>
                  <a:pt x="283443" y="0"/>
                </a:lnTo>
              </a:path>
            </a:pathLst>
          </a:custGeom>
          <a:noFill/>
          <a:ln w="10217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677" name="lumia-token-stream-curve">
            <a:extLst>
              <a:ext uri="{FF2B5EF4-FFF2-40B4-BE49-F238E27FC236}">
                <a16:creationId xmlns:a16="http://schemas.microsoft.com/office/drawing/2014/main" id="{7543DBF2-1FB3-4CD2-BF54-ACACFB375710}"/>
              </a:ext>
            </a:extLst>
          </p:cNvPr>
          <p:cNvSpPr>
            <a:spLocks noGrp="1"/>
          </p:cNvSpPr>
          <p:nvPr/>
        </p:nvSpPr>
        <p:spPr>
          <a:xfrm>
            <a:off x="7843652" y="6138135"/>
            <a:ext cx="284649" cy="9908"/>
          </a:xfrm>
          <a:custGeom>
            <a:avLst/>
            <a:gdLst/>
            <a:ahLst/>
            <a:cxnLst/>
            <a:rect l="0" t="0" r="0" b="0"/>
            <a:pathLst>
              <a:path w="284649" h="9908">
                <a:moveTo>
                  <a:pt x="0" y="9908"/>
                </a:moveTo>
                <a:lnTo>
                  <a:pt x="284649" y="0"/>
                </a:lnTo>
              </a:path>
            </a:pathLst>
          </a:custGeom>
          <a:noFill/>
          <a:ln w="10461">
            <a:solidFill>
              <a:srgbClr val="F79E11">
                <a:alpha val="11000"/>
              </a:srgbClr>
            </a:solidFill>
            <a:prstDash val="solid"/>
          </a:ln>
        </p:spPr>
      </p:sp>
      <p:sp>
        <p:nvSpPr>
          <p:cNvPr id="678" name="lumia-token-stream-curve">
            <a:extLst>
              <a:ext uri="{FF2B5EF4-FFF2-40B4-BE49-F238E27FC236}">
                <a16:creationId xmlns:a16="http://schemas.microsoft.com/office/drawing/2014/main" id="{5C1139B6-895D-4792-A2DE-A87FEAE1B52A}"/>
              </a:ext>
            </a:extLst>
          </p:cNvPr>
          <p:cNvSpPr>
            <a:spLocks noGrp="1"/>
          </p:cNvSpPr>
          <p:nvPr/>
        </p:nvSpPr>
        <p:spPr>
          <a:xfrm>
            <a:off x="8128301" y="6138135"/>
            <a:ext cx="285768" cy="9525"/>
          </a:xfrm>
          <a:custGeom>
            <a:avLst/>
            <a:gdLst/>
            <a:ahLst/>
            <a:cxnLst/>
            <a:rect l="0" t="0" r="0" b="0"/>
            <a:pathLst>
              <a:path w="285768" h="9525">
                <a:moveTo>
                  <a:pt x="0" y="0"/>
                </a:moveTo>
                <a:lnTo>
                  <a:pt x="285768" y="2314"/>
                </a:lnTo>
              </a:path>
            </a:pathLst>
          </a:custGeom>
          <a:noFill/>
          <a:ln w="10703">
            <a:solidFill>
              <a:srgbClr val="F8A90C">
                <a:alpha val="11000"/>
              </a:srgbClr>
            </a:solidFill>
            <a:prstDash val="solid"/>
          </a:ln>
        </p:spPr>
      </p:sp>
      <p:sp>
        <p:nvSpPr>
          <p:cNvPr id="679" name="lumia-token-stream-curve">
            <a:extLst>
              <a:ext uri="{FF2B5EF4-FFF2-40B4-BE49-F238E27FC236}">
                <a16:creationId xmlns:a16="http://schemas.microsoft.com/office/drawing/2014/main" id="{C1303282-4102-4AB0-B8D9-AC82DA264CC1}"/>
              </a:ext>
            </a:extLst>
          </p:cNvPr>
          <p:cNvSpPr>
            <a:spLocks noGrp="1"/>
          </p:cNvSpPr>
          <p:nvPr/>
        </p:nvSpPr>
        <p:spPr>
          <a:xfrm>
            <a:off x="8414069" y="6140449"/>
            <a:ext cx="286802" cy="9773"/>
          </a:xfrm>
          <a:custGeom>
            <a:avLst/>
            <a:gdLst/>
            <a:ahLst/>
            <a:cxnLst/>
            <a:rect l="0" t="0" r="0" b="0"/>
            <a:pathLst>
              <a:path w="286802" h="9773">
                <a:moveTo>
                  <a:pt x="0" y="0"/>
                </a:moveTo>
                <a:lnTo>
                  <a:pt x="286802" y="9773"/>
                </a:lnTo>
              </a:path>
            </a:pathLst>
          </a:custGeom>
          <a:noFill/>
          <a:ln w="10942">
            <a:solidFill>
              <a:srgbClr val="FAB408">
                <a:alpha val="11000"/>
              </a:srgbClr>
            </a:solidFill>
            <a:prstDash val="solid"/>
          </a:ln>
        </p:spPr>
      </p:sp>
      <p:sp>
        <p:nvSpPr>
          <p:cNvPr id="680" name="lumia-token-stream-curve">
            <a:extLst>
              <a:ext uri="{FF2B5EF4-FFF2-40B4-BE49-F238E27FC236}">
                <a16:creationId xmlns:a16="http://schemas.microsoft.com/office/drawing/2014/main" id="{ED1FE183-4D54-4093-996B-EE33E2BE37F5}"/>
              </a:ext>
            </a:extLst>
          </p:cNvPr>
          <p:cNvSpPr>
            <a:spLocks noGrp="1"/>
          </p:cNvSpPr>
          <p:nvPr/>
        </p:nvSpPr>
        <p:spPr>
          <a:xfrm>
            <a:off x="8700872" y="6150222"/>
            <a:ext cx="287751" cy="11160"/>
          </a:xfrm>
          <a:custGeom>
            <a:avLst/>
            <a:gdLst/>
            <a:ahLst/>
            <a:cxnLst/>
            <a:rect l="0" t="0" r="0" b="0"/>
            <a:pathLst>
              <a:path w="287751" h="11160">
                <a:moveTo>
                  <a:pt x="0" y="0"/>
                </a:moveTo>
                <a:lnTo>
                  <a:pt x="287751" y="11160"/>
                </a:lnTo>
              </a:path>
            </a:pathLst>
          </a:custGeom>
          <a:noFill/>
          <a:ln w="11175">
            <a:solidFill>
              <a:srgbClr val="F7BC07">
                <a:alpha val="12000"/>
              </a:srgbClr>
            </a:solidFill>
            <a:prstDash val="solid"/>
          </a:ln>
        </p:spPr>
      </p:sp>
      <p:sp>
        <p:nvSpPr>
          <p:cNvPr id="681" name="lumia-token-stream-curve">
            <a:extLst>
              <a:ext uri="{FF2B5EF4-FFF2-40B4-BE49-F238E27FC236}">
                <a16:creationId xmlns:a16="http://schemas.microsoft.com/office/drawing/2014/main" id="{6986E8B9-3BD5-47BB-B099-0210D27BDD22}"/>
              </a:ext>
            </a:extLst>
          </p:cNvPr>
          <p:cNvSpPr>
            <a:spLocks noGrp="1"/>
          </p:cNvSpPr>
          <p:nvPr/>
        </p:nvSpPr>
        <p:spPr>
          <a:xfrm>
            <a:off x="8988623" y="6161382"/>
            <a:ext cx="288614" cy="9525"/>
          </a:xfrm>
          <a:custGeom>
            <a:avLst/>
            <a:gdLst/>
            <a:ahLst/>
            <a:cxnLst/>
            <a:rect l="0" t="0" r="0" b="0"/>
            <a:pathLst>
              <a:path w="288614" h="9525">
                <a:moveTo>
                  <a:pt x="0" y="0"/>
                </a:moveTo>
                <a:lnTo>
                  <a:pt x="288614" y="5949"/>
                </a:lnTo>
              </a:path>
            </a:pathLst>
          </a:custGeom>
          <a:noFill/>
          <a:ln w="11399">
            <a:solidFill>
              <a:srgbClr val="E5BA0E">
                <a:alpha val="12000"/>
              </a:srgbClr>
            </a:solidFill>
            <a:prstDash val="solid"/>
          </a:ln>
        </p:spPr>
      </p:sp>
      <p:sp>
        <p:nvSpPr>
          <p:cNvPr id="682" name="lumia-token-stream-curve">
            <a:extLst>
              <a:ext uri="{FF2B5EF4-FFF2-40B4-BE49-F238E27FC236}">
                <a16:creationId xmlns:a16="http://schemas.microsoft.com/office/drawing/2014/main" id="{ACFC967B-0751-4BBE-A65F-691B16150BBB}"/>
              </a:ext>
            </a:extLst>
          </p:cNvPr>
          <p:cNvSpPr>
            <a:spLocks noGrp="1"/>
          </p:cNvSpPr>
          <p:nvPr/>
        </p:nvSpPr>
        <p:spPr>
          <a:xfrm>
            <a:off x="9277236" y="6161817"/>
            <a:ext cx="289391" cy="9525"/>
          </a:xfrm>
          <a:custGeom>
            <a:avLst/>
            <a:gdLst/>
            <a:ahLst/>
            <a:cxnLst/>
            <a:rect l="0" t="0" r="0" b="0"/>
            <a:pathLst>
              <a:path w="289391" h="9525">
                <a:moveTo>
                  <a:pt x="0" y="5514"/>
                </a:moveTo>
                <a:lnTo>
                  <a:pt x="289391" y="0"/>
                </a:lnTo>
              </a:path>
            </a:pathLst>
          </a:custGeom>
          <a:noFill/>
          <a:ln w="11613">
            <a:solidFill>
              <a:srgbClr val="D3B815">
                <a:alpha val="12000"/>
              </a:srgbClr>
            </a:solidFill>
            <a:prstDash val="solid"/>
          </a:ln>
        </p:spPr>
      </p:sp>
      <p:sp>
        <p:nvSpPr>
          <p:cNvPr id="683" name="lumia-token-stream-curve">
            <a:extLst>
              <a:ext uri="{FF2B5EF4-FFF2-40B4-BE49-F238E27FC236}">
                <a16:creationId xmlns:a16="http://schemas.microsoft.com/office/drawing/2014/main" id="{B84A8600-51C0-4189-BE53-38D069EEB292}"/>
              </a:ext>
            </a:extLst>
          </p:cNvPr>
          <p:cNvSpPr>
            <a:spLocks noGrp="1"/>
          </p:cNvSpPr>
          <p:nvPr/>
        </p:nvSpPr>
        <p:spPr>
          <a:xfrm>
            <a:off x="9566628" y="6139782"/>
            <a:ext cx="290083" cy="22035"/>
          </a:xfrm>
          <a:custGeom>
            <a:avLst/>
            <a:gdLst/>
            <a:ahLst/>
            <a:cxnLst/>
            <a:rect l="0" t="0" r="0" b="0"/>
            <a:pathLst>
              <a:path w="290083" h="22035">
                <a:moveTo>
                  <a:pt x="0" y="22035"/>
                </a:moveTo>
                <a:lnTo>
                  <a:pt x="290083" y="0"/>
                </a:lnTo>
              </a:path>
            </a:pathLst>
          </a:custGeom>
          <a:noFill/>
          <a:ln w="11814">
            <a:solidFill>
              <a:srgbClr val="C2B61C">
                <a:alpha val="12000"/>
              </a:srgbClr>
            </a:solidFill>
            <a:prstDash val="solid"/>
          </a:ln>
        </p:spPr>
      </p:sp>
      <p:sp>
        <p:nvSpPr>
          <p:cNvPr id="684" name="lumia-token-stream-curve">
            <a:extLst>
              <a:ext uri="{FF2B5EF4-FFF2-40B4-BE49-F238E27FC236}">
                <a16:creationId xmlns:a16="http://schemas.microsoft.com/office/drawing/2014/main" id="{52898510-EDD6-4054-AEB2-6BE504F7F44C}"/>
              </a:ext>
            </a:extLst>
          </p:cNvPr>
          <p:cNvSpPr>
            <a:spLocks noGrp="1"/>
          </p:cNvSpPr>
          <p:nvPr/>
        </p:nvSpPr>
        <p:spPr>
          <a:xfrm>
            <a:off x="9856710" y="6098070"/>
            <a:ext cx="290689" cy="41712"/>
          </a:xfrm>
          <a:custGeom>
            <a:avLst/>
            <a:gdLst/>
            <a:ahLst/>
            <a:cxnLst/>
            <a:rect l="0" t="0" r="0" b="0"/>
            <a:pathLst>
              <a:path w="290689" h="41712">
                <a:moveTo>
                  <a:pt x="0" y="41712"/>
                </a:moveTo>
                <a:lnTo>
                  <a:pt x="290689" y="0"/>
                </a:lnTo>
              </a:path>
            </a:pathLst>
          </a:custGeom>
          <a:noFill/>
          <a:ln w="12000">
            <a:solidFill>
              <a:srgbClr val="B0B422">
                <a:alpha val="12000"/>
              </a:srgbClr>
            </a:solidFill>
            <a:prstDash val="solid"/>
          </a:ln>
        </p:spPr>
      </p:sp>
      <p:sp>
        <p:nvSpPr>
          <p:cNvPr id="685" name="lumia-token-stream-curve">
            <a:extLst>
              <a:ext uri="{FF2B5EF4-FFF2-40B4-BE49-F238E27FC236}">
                <a16:creationId xmlns:a16="http://schemas.microsoft.com/office/drawing/2014/main" id="{47535469-C951-4CD3-B497-BADD1AED2211}"/>
              </a:ext>
            </a:extLst>
          </p:cNvPr>
          <p:cNvSpPr>
            <a:spLocks noGrp="1"/>
          </p:cNvSpPr>
          <p:nvPr/>
        </p:nvSpPr>
        <p:spPr>
          <a:xfrm>
            <a:off x="10147399" y="6035882"/>
            <a:ext cx="291209" cy="62188"/>
          </a:xfrm>
          <a:custGeom>
            <a:avLst/>
            <a:gdLst/>
            <a:ahLst/>
            <a:cxnLst/>
            <a:rect l="0" t="0" r="0" b="0"/>
            <a:pathLst>
              <a:path w="291209" h="62188">
                <a:moveTo>
                  <a:pt x="0" y="62188"/>
                </a:moveTo>
                <a:lnTo>
                  <a:pt x="291209" y="0"/>
                </a:lnTo>
              </a:path>
            </a:pathLst>
          </a:custGeom>
          <a:noFill/>
          <a:ln w="12169">
            <a:solidFill>
              <a:srgbClr val="9EB329">
                <a:alpha val="13000"/>
              </a:srgbClr>
            </a:solidFill>
            <a:prstDash val="solid"/>
          </a:ln>
        </p:spPr>
      </p:sp>
      <p:sp>
        <p:nvSpPr>
          <p:cNvPr id="686" name="lumia-token-stream-curve">
            <a:extLst>
              <a:ext uri="{FF2B5EF4-FFF2-40B4-BE49-F238E27FC236}">
                <a16:creationId xmlns:a16="http://schemas.microsoft.com/office/drawing/2014/main" id="{76B4C35D-2D44-4210-9456-C70DE2C4F93A}"/>
              </a:ext>
            </a:extLst>
          </p:cNvPr>
          <p:cNvSpPr>
            <a:spLocks noGrp="1"/>
          </p:cNvSpPr>
          <p:nvPr/>
        </p:nvSpPr>
        <p:spPr>
          <a:xfrm>
            <a:off x="10438608" y="5954915"/>
            <a:ext cx="291644" cy="80966"/>
          </a:xfrm>
          <a:custGeom>
            <a:avLst/>
            <a:gdLst/>
            <a:ahLst/>
            <a:cxnLst/>
            <a:rect l="0" t="0" r="0" b="0"/>
            <a:pathLst>
              <a:path w="291644" h="80966">
                <a:moveTo>
                  <a:pt x="0" y="80966"/>
                </a:moveTo>
                <a:lnTo>
                  <a:pt x="291644" y="0"/>
                </a:lnTo>
              </a:path>
            </a:pathLst>
          </a:custGeom>
          <a:noFill/>
          <a:ln w="12318">
            <a:solidFill>
              <a:srgbClr val="8CB130">
                <a:alpha val="13000"/>
              </a:srgbClr>
            </a:solidFill>
            <a:prstDash val="solid"/>
          </a:ln>
        </p:spPr>
      </p:sp>
      <p:sp>
        <p:nvSpPr>
          <p:cNvPr id="687" name="lumia-token-stream-curve">
            <a:extLst>
              <a:ext uri="{FF2B5EF4-FFF2-40B4-BE49-F238E27FC236}">
                <a16:creationId xmlns:a16="http://schemas.microsoft.com/office/drawing/2014/main" id="{14B98592-8B44-44E7-AEAB-5C7A06D5C754}"/>
              </a:ext>
            </a:extLst>
          </p:cNvPr>
          <p:cNvSpPr>
            <a:spLocks noGrp="1"/>
          </p:cNvSpPr>
          <p:nvPr/>
        </p:nvSpPr>
        <p:spPr>
          <a:xfrm>
            <a:off x="10730253" y="5859164"/>
            <a:ext cx="291993" cy="95752"/>
          </a:xfrm>
          <a:custGeom>
            <a:avLst/>
            <a:gdLst/>
            <a:ahLst/>
            <a:cxnLst/>
            <a:rect l="0" t="0" r="0" b="0"/>
            <a:pathLst>
              <a:path w="291993" h="95752">
                <a:moveTo>
                  <a:pt x="0" y="95752"/>
                </a:moveTo>
                <a:lnTo>
                  <a:pt x="291993" y="0"/>
                </a:lnTo>
              </a:path>
            </a:pathLst>
          </a:custGeom>
          <a:noFill/>
          <a:ln w="12445">
            <a:solidFill>
              <a:srgbClr val="7BAF37">
                <a:alpha val="13000"/>
              </a:srgbClr>
            </a:solidFill>
            <a:prstDash val="solid"/>
          </a:ln>
        </p:spPr>
      </p:sp>
      <p:sp>
        <p:nvSpPr>
          <p:cNvPr id="688" name="lumia-token-stream-curve">
            <a:extLst>
              <a:ext uri="{FF2B5EF4-FFF2-40B4-BE49-F238E27FC236}">
                <a16:creationId xmlns:a16="http://schemas.microsoft.com/office/drawing/2014/main" id="{16E9F40E-E4E5-49B5-AD32-599998F94305}"/>
              </a:ext>
            </a:extLst>
          </p:cNvPr>
          <p:cNvSpPr>
            <a:spLocks noGrp="1"/>
          </p:cNvSpPr>
          <p:nvPr/>
        </p:nvSpPr>
        <p:spPr>
          <a:xfrm>
            <a:off x="11022246" y="5754389"/>
            <a:ext cx="292257" cy="104775"/>
          </a:xfrm>
          <a:custGeom>
            <a:avLst/>
            <a:gdLst/>
            <a:ahLst/>
            <a:cxnLst/>
            <a:rect l="0" t="0" r="0" b="0"/>
            <a:pathLst>
              <a:path w="292257" h="104775">
                <a:moveTo>
                  <a:pt x="0" y="104775"/>
                </a:moveTo>
                <a:lnTo>
                  <a:pt x="292257" y="0"/>
                </a:lnTo>
              </a:path>
            </a:pathLst>
          </a:custGeom>
          <a:noFill/>
          <a:ln w="12547">
            <a:solidFill>
              <a:srgbClr val="69AD3E">
                <a:alpha val="13000"/>
              </a:srgbClr>
            </a:solidFill>
            <a:prstDash val="solid"/>
          </a:ln>
        </p:spPr>
      </p:sp>
      <p:sp>
        <p:nvSpPr>
          <p:cNvPr id="689" name="lumia-token-stream-curve">
            <a:extLst>
              <a:ext uri="{FF2B5EF4-FFF2-40B4-BE49-F238E27FC236}">
                <a16:creationId xmlns:a16="http://schemas.microsoft.com/office/drawing/2014/main" id="{F4AC75FE-F26B-4830-B016-D4199652F764}"/>
              </a:ext>
            </a:extLst>
          </p:cNvPr>
          <p:cNvSpPr>
            <a:spLocks noGrp="1"/>
          </p:cNvSpPr>
          <p:nvPr/>
        </p:nvSpPr>
        <p:spPr>
          <a:xfrm>
            <a:off x="11314503" y="5647348"/>
            <a:ext cx="292435" cy="107041"/>
          </a:xfrm>
          <a:custGeom>
            <a:avLst/>
            <a:gdLst/>
            <a:ahLst/>
            <a:cxnLst/>
            <a:rect l="0" t="0" r="0" b="0"/>
            <a:pathLst>
              <a:path w="292435" h="107041">
                <a:moveTo>
                  <a:pt x="0" y="107041"/>
                </a:moveTo>
                <a:lnTo>
                  <a:pt x="292435" y="0"/>
                </a:lnTo>
              </a:path>
            </a:pathLst>
          </a:custGeom>
          <a:noFill/>
          <a:ln w="12624">
            <a:solidFill>
              <a:srgbClr val="57AC45">
                <a:alpha val="13000"/>
              </a:srgbClr>
            </a:solidFill>
            <a:prstDash val="solid"/>
          </a:ln>
        </p:spPr>
      </p:sp>
      <p:sp>
        <p:nvSpPr>
          <p:cNvPr id="690" name="lumia-token-stream-curve">
            <a:extLst>
              <a:ext uri="{FF2B5EF4-FFF2-40B4-BE49-F238E27FC236}">
                <a16:creationId xmlns:a16="http://schemas.microsoft.com/office/drawing/2014/main" id="{43AE279B-66E7-42E2-BF90-5A046DAE9AAD}"/>
              </a:ext>
            </a:extLst>
          </p:cNvPr>
          <p:cNvSpPr>
            <a:spLocks noGrp="1"/>
          </p:cNvSpPr>
          <p:nvPr/>
        </p:nvSpPr>
        <p:spPr>
          <a:xfrm>
            <a:off x="11606938" y="5544871"/>
            <a:ext cx="292528" cy="102476"/>
          </a:xfrm>
          <a:custGeom>
            <a:avLst/>
            <a:gdLst/>
            <a:ahLst/>
            <a:cxnLst/>
            <a:rect l="0" t="0" r="0" b="0"/>
            <a:pathLst>
              <a:path w="292528" h="102476">
                <a:moveTo>
                  <a:pt x="0" y="102476"/>
                </a:moveTo>
                <a:lnTo>
                  <a:pt x="292528" y="0"/>
                </a:lnTo>
              </a:path>
            </a:pathLst>
          </a:custGeom>
          <a:noFill/>
          <a:ln w="12671">
            <a:solidFill>
              <a:srgbClr val="46AA4C">
                <a:alpha val="13000"/>
              </a:srgbClr>
            </a:solidFill>
            <a:prstDash val="solid"/>
          </a:ln>
        </p:spPr>
      </p:sp>
      <p:sp>
        <p:nvSpPr>
          <p:cNvPr id="691" name="lumia-token-stream-curve">
            <a:extLst>
              <a:ext uri="{FF2B5EF4-FFF2-40B4-BE49-F238E27FC236}">
                <a16:creationId xmlns:a16="http://schemas.microsoft.com/office/drawing/2014/main" id="{9BDBAE5A-7C7E-4358-85C6-A07A6FFC91CD}"/>
              </a:ext>
            </a:extLst>
          </p:cNvPr>
          <p:cNvSpPr>
            <a:spLocks noGrp="1"/>
          </p:cNvSpPr>
          <p:nvPr/>
        </p:nvSpPr>
        <p:spPr>
          <a:xfrm>
            <a:off x="11899466" y="5452931"/>
            <a:ext cx="292534" cy="91940"/>
          </a:xfrm>
          <a:custGeom>
            <a:avLst/>
            <a:gdLst/>
            <a:ahLst/>
            <a:cxnLst/>
            <a:rect l="0" t="0" r="0" b="0"/>
            <a:pathLst>
              <a:path w="292534" h="91940">
                <a:moveTo>
                  <a:pt x="0" y="91940"/>
                </a:moveTo>
                <a:lnTo>
                  <a:pt x="292534" y="0"/>
                </a:lnTo>
              </a:path>
            </a:pathLst>
          </a:custGeom>
          <a:noFill/>
          <a:ln w="12687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692" name="lumia-token-stream-curve">
            <a:extLst>
              <a:ext uri="{FF2B5EF4-FFF2-40B4-BE49-F238E27FC236}">
                <a16:creationId xmlns:a16="http://schemas.microsoft.com/office/drawing/2014/main" id="{2030012E-FC16-430F-89CB-807781C81AEB}"/>
              </a:ext>
            </a:extLst>
          </p:cNvPr>
          <p:cNvSpPr>
            <a:spLocks noGrp="1"/>
          </p:cNvSpPr>
          <p:nvPr/>
        </p:nvSpPr>
        <p:spPr>
          <a:xfrm>
            <a:off x="0" y="6623158"/>
            <a:ext cx="87432" cy="15206"/>
          </a:xfrm>
          <a:custGeom>
            <a:avLst/>
            <a:gdLst/>
            <a:ahLst/>
            <a:cxnLst/>
            <a:rect l="0" t="0" r="0" b="0"/>
            <a:pathLst>
              <a:path w="87432" h="15206">
                <a:moveTo>
                  <a:pt x="0" y="15206"/>
                </a:moveTo>
                <a:lnTo>
                  <a:pt x="87432" y="0"/>
                </a:lnTo>
              </a:path>
            </a:pathLst>
          </a:custGeom>
          <a:noFill/>
          <a:ln w="8251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693" name="lumia-token-stream-curve">
            <a:extLst>
              <a:ext uri="{FF2B5EF4-FFF2-40B4-BE49-F238E27FC236}">
                <a16:creationId xmlns:a16="http://schemas.microsoft.com/office/drawing/2014/main" id="{A32FB340-8C00-4FD6-B2B3-9A7011CA4C0E}"/>
              </a:ext>
            </a:extLst>
          </p:cNvPr>
          <p:cNvSpPr>
            <a:spLocks noGrp="1"/>
          </p:cNvSpPr>
          <p:nvPr/>
        </p:nvSpPr>
        <p:spPr>
          <a:xfrm>
            <a:off x="87432" y="6600109"/>
            <a:ext cx="218849" cy="23049"/>
          </a:xfrm>
          <a:custGeom>
            <a:avLst/>
            <a:gdLst/>
            <a:ahLst/>
            <a:cxnLst/>
            <a:rect l="0" t="0" r="0" b="0"/>
            <a:pathLst>
              <a:path w="218849" h="23049">
                <a:moveTo>
                  <a:pt x="0" y="23049"/>
                </a:moveTo>
                <a:lnTo>
                  <a:pt x="218849" y="0"/>
                </a:lnTo>
              </a:path>
            </a:pathLst>
          </a:custGeom>
          <a:noFill/>
          <a:ln w="8251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694" name="lumia-token-stream-curve">
            <a:extLst>
              <a:ext uri="{FF2B5EF4-FFF2-40B4-BE49-F238E27FC236}">
                <a16:creationId xmlns:a16="http://schemas.microsoft.com/office/drawing/2014/main" id="{EA6EBF3D-4667-4691-8CA1-3F7C01E8F44B}"/>
              </a:ext>
            </a:extLst>
          </p:cNvPr>
          <p:cNvSpPr>
            <a:spLocks noGrp="1"/>
          </p:cNvSpPr>
          <p:nvPr/>
        </p:nvSpPr>
        <p:spPr>
          <a:xfrm>
            <a:off x="306281" y="6571700"/>
            <a:ext cx="222430" cy="28409"/>
          </a:xfrm>
          <a:custGeom>
            <a:avLst/>
            <a:gdLst/>
            <a:ahLst/>
            <a:cxnLst/>
            <a:rect l="0" t="0" r="0" b="0"/>
            <a:pathLst>
              <a:path w="222430" h="28409">
                <a:moveTo>
                  <a:pt x="0" y="28409"/>
                </a:moveTo>
                <a:lnTo>
                  <a:pt x="222430" y="0"/>
                </a:lnTo>
              </a:path>
            </a:pathLst>
          </a:custGeom>
          <a:noFill/>
          <a:ln w="8251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695" name="lumia-token-stream-curve">
            <a:extLst>
              <a:ext uri="{FF2B5EF4-FFF2-40B4-BE49-F238E27FC236}">
                <a16:creationId xmlns:a16="http://schemas.microsoft.com/office/drawing/2014/main" id="{84938E52-8D46-4CCF-A4FB-3C9E0241B883}"/>
              </a:ext>
            </a:extLst>
          </p:cNvPr>
          <p:cNvSpPr>
            <a:spLocks noGrp="1"/>
          </p:cNvSpPr>
          <p:nvPr/>
        </p:nvSpPr>
        <p:spPr>
          <a:xfrm>
            <a:off x="528712" y="6540973"/>
            <a:ext cx="225921" cy="30727"/>
          </a:xfrm>
          <a:custGeom>
            <a:avLst/>
            <a:gdLst/>
            <a:ahLst/>
            <a:cxnLst/>
            <a:rect l="0" t="0" r="0" b="0"/>
            <a:pathLst>
              <a:path w="225921" h="30727">
                <a:moveTo>
                  <a:pt x="0" y="30727"/>
                </a:moveTo>
                <a:lnTo>
                  <a:pt x="225921" y="0"/>
                </a:lnTo>
              </a:path>
            </a:pathLst>
          </a:custGeom>
          <a:noFill/>
          <a:ln w="8251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696" name="lumia-token-stream-curve">
            <a:extLst>
              <a:ext uri="{FF2B5EF4-FFF2-40B4-BE49-F238E27FC236}">
                <a16:creationId xmlns:a16="http://schemas.microsoft.com/office/drawing/2014/main" id="{91BF3BB6-D2BA-4E4D-B432-14F61728EC73}"/>
              </a:ext>
            </a:extLst>
          </p:cNvPr>
          <p:cNvSpPr>
            <a:spLocks noGrp="1"/>
          </p:cNvSpPr>
          <p:nvPr/>
        </p:nvSpPr>
        <p:spPr>
          <a:xfrm>
            <a:off x="754632" y="6511305"/>
            <a:ext cx="229320" cy="29668"/>
          </a:xfrm>
          <a:custGeom>
            <a:avLst/>
            <a:gdLst/>
            <a:ahLst/>
            <a:cxnLst/>
            <a:rect l="0" t="0" r="0" b="0"/>
            <a:pathLst>
              <a:path w="229320" h="29668">
                <a:moveTo>
                  <a:pt x="0" y="29668"/>
                </a:moveTo>
                <a:lnTo>
                  <a:pt x="229320" y="0"/>
                </a:lnTo>
              </a:path>
            </a:pathLst>
          </a:custGeom>
          <a:noFill/>
          <a:ln w="8251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697" name="lumia-token-stream-curve">
            <a:extLst>
              <a:ext uri="{FF2B5EF4-FFF2-40B4-BE49-F238E27FC236}">
                <a16:creationId xmlns:a16="http://schemas.microsoft.com/office/drawing/2014/main" id="{ADE67A71-1485-41EB-9C82-700558F98756}"/>
              </a:ext>
            </a:extLst>
          </p:cNvPr>
          <p:cNvSpPr>
            <a:spLocks noGrp="1"/>
          </p:cNvSpPr>
          <p:nvPr/>
        </p:nvSpPr>
        <p:spPr>
          <a:xfrm>
            <a:off x="983952" y="6486126"/>
            <a:ext cx="232629" cy="25178"/>
          </a:xfrm>
          <a:custGeom>
            <a:avLst/>
            <a:gdLst/>
            <a:ahLst/>
            <a:cxnLst/>
            <a:rect l="0" t="0" r="0" b="0"/>
            <a:pathLst>
              <a:path w="232629" h="25178">
                <a:moveTo>
                  <a:pt x="0" y="25178"/>
                </a:moveTo>
                <a:lnTo>
                  <a:pt x="232629" y="0"/>
                </a:lnTo>
              </a:path>
            </a:pathLst>
          </a:custGeom>
          <a:noFill/>
          <a:ln w="8251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698" name="lumia-token-stream-curve">
            <a:extLst>
              <a:ext uri="{FF2B5EF4-FFF2-40B4-BE49-F238E27FC236}">
                <a16:creationId xmlns:a16="http://schemas.microsoft.com/office/drawing/2014/main" id="{BD8E2D6A-0C20-4C2E-966C-C0F1E7471F0A}"/>
              </a:ext>
            </a:extLst>
          </p:cNvPr>
          <p:cNvSpPr>
            <a:spLocks noGrp="1"/>
          </p:cNvSpPr>
          <p:nvPr/>
        </p:nvSpPr>
        <p:spPr>
          <a:xfrm>
            <a:off x="1216581" y="6468595"/>
            <a:ext cx="235847" cy="17532"/>
          </a:xfrm>
          <a:custGeom>
            <a:avLst/>
            <a:gdLst/>
            <a:ahLst/>
            <a:cxnLst/>
            <a:rect l="0" t="0" r="0" b="0"/>
            <a:pathLst>
              <a:path w="235847" h="17532">
                <a:moveTo>
                  <a:pt x="0" y="17532"/>
                </a:moveTo>
                <a:lnTo>
                  <a:pt x="235847" y="0"/>
                </a:lnTo>
              </a:path>
            </a:pathLst>
          </a:custGeom>
          <a:noFill/>
          <a:ln w="8251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699" name="lumia-token-stream-curve">
            <a:extLst>
              <a:ext uri="{FF2B5EF4-FFF2-40B4-BE49-F238E27FC236}">
                <a16:creationId xmlns:a16="http://schemas.microsoft.com/office/drawing/2014/main" id="{4BEA2102-7F47-448B-9D2B-F6DB4812F945}"/>
              </a:ext>
            </a:extLst>
          </p:cNvPr>
          <p:cNvSpPr>
            <a:spLocks noGrp="1"/>
          </p:cNvSpPr>
          <p:nvPr/>
        </p:nvSpPr>
        <p:spPr>
          <a:xfrm>
            <a:off x="1452428" y="6461256"/>
            <a:ext cx="238973" cy="9525"/>
          </a:xfrm>
          <a:custGeom>
            <a:avLst/>
            <a:gdLst/>
            <a:ahLst/>
            <a:cxnLst/>
            <a:rect l="0" t="0" r="0" b="0"/>
            <a:pathLst>
              <a:path w="238973" h="9525">
                <a:moveTo>
                  <a:pt x="0" y="7338"/>
                </a:moveTo>
                <a:lnTo>
                  <a:pt x="238973" y="0"/>
                </a:lnTo>
              </a:path>
            </a:pathLst>
          </a:custGeom>
          <a:noFill/>
          <a:ln w="8251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700" name="lumia-token-stream-curve">
            <a:extLst>
              <a:ext uri="{FF2B5EF4-FFF2-40B4-BE49-F238E27FC236}">
                <a16:creationId xmlns:a16="http://schemas.microsoft.com/office/drawing/2014/main" id="{308B2134-A753-4930-AEF4-5536D36BE7E2}"/>
              </a:ext>
            </a:extLst>
          </p:cNvPr>
          <p:cNvSpPr>
            <a:spLocks noGrp="1"/>
          </p:cNvSpPr>
          <p:nvPr/>
        </p:nvSpPr>
        <p:spPr>
          <a:xfrm>
            <a:off x="1691401" y="6461256"/>
            <a:ext cx="242010" cy="9525"/>
          </a:xfrm>
          <a:custGeom>
            <a:avLst/>
            <a:gdLst/>
            <a:ahLst/>
            <a:cxnLst/>
            <a:rect l="0" t="0" r="0" b="0"/>
            <a:pathLst>
              <a:path w="242010" h="9525">
                <a:moveTo>
                  <a:pt x="0" y="0"/>
                </a:moveTo>
                <a:lnTo>
                  <a:pt x="242010" y="4478"/>
                </a:lnTo>
              </a:path>
            </a:pathLst>
          </a:custGeom>
          <a:noFill/>
          <a:ln w="8251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701" name="lumia-token-stream-curve">
            <a:extLst>
              <a:ext uri="{FF2B5EF4-FFF2-40B4-BE49-F238E27FC236}">
                <a16:creationId xmlns:a16="http://schemas.microsoft.com/office/drawing/2014/main" id="{6D66A210-4DC1-4FDF-8DAD-6D3D0787C062}"/>
              </a:ext>
            </a:extLst>
          </p:cNvPr>
          <p:cNvSpPr>
            <a:spLocks noGrp="1"/>
          </p:cNvSpPr>
          <p:nvPr/>
        </p:nvSpPr>
        <p:spPr>
          <a:xfrm>
            <a:off x="1933411" y="6465735"/>
            <a:ext cx="244955" cy="16746"/>
          </a:xfrm>
          <a:custGeom>
            <a:avLst/>
            <a:gdLst/>
            <a:ahLst/>
            <a:cxnLst/>
            <a:rect l="0" t="0" r="0" b="0"/>
            <a:pathLst>
              <a:path w="244955" h="16746">
                <a:moveTo>
                  <a:pt x="0" y="0"/>
                </a:moveTo>
                <a:lnTo>
                  <a:pt x="244955" y="16746"/>
                </a:lnTo>
              </a:path>
            </a:pathLst>
          </a:custGeom>
          <a:noFill/>
          <a:ln w="8251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702" name="lumia-token-stream-curve">
            <a:extLst>
              <a:ext uri="{FF2B5EF4-FFF2-40B4-BE49-F238E27FC236}">
                <a16:creationId xmlns:a16="http://schemas.microsoft.com/office/drawing/2014/main" id="{0BDC6417-55D0-4CCC-BA8F-64F43CA37D74}"/>
              </a:ext>
            </a:extLst>
          </p:cNvPr>
          <p:cNvSpPr>
            <a:spLocks noGrp="1"/>
          </p:cNvSpPr>
          <p:nvPr/>
        </p:nvSpPr>
        <p:spPr>
          <a:xfrm>
            <a:off x="2178365" y="6482481"/>
            <a:ext cx="247809" cy="28144"/>
          </a:xfrm>
          <a:custGeom>
            <a:avLst/>
            <a:gdLst/>
            <a:ahLst/>
            <a:cxnLst/>
            <a:rect l="0" t="0" r="0" b="0"/>
            <a:pathLst>
              <a:path w="247809" h="28144">
                <a:moveTo>
                  <a:pt x="0" y="0"/>
                </a:moveTo>
                <a:lnTo>
                  <a:pt x="247809" y="28144"/>
                </a:lnTo>
              </a:path>
            </a:pathLst>
          </a:custGeom>
          <a:noFill/>
          <a:ln w="8251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703" name="lumia-token-stream-curve">
            <a:extLst>
              <a:ext uri="{FF2B5EF4-FFF2-40B4-BE49-F238E27FC236}">
                <a16:creationId xmlns:a16="http://schemas.microsoft.com/office/drawing/2014/main" id="{5803E9AA-D8B5-428C-A0FF-7B10A35FFFF2}"/>
              </a:ext>
            </a:extLst>
          </p:cNvPr>
          <p:cNvSpPr>
            <a:spLocks noGrp="1"/>
          </p:cNvSpPr>
          <p:nvPr/>
        </p:nvSpPr>
        <p:spPr>
          <a:xfrm>
            <a:off x="2426175" y="6510625"/>
            <a:ext cx="250573" cy="37332"/>
          </a:xfrm>
          <a:custGeom>
            <a:avLst/>
            <a:gdLst/>
            <a:ahLst/>
            <a:cxnLst/>
            <a:rect l="0" t="0" r="0" b="0"/>
            <a:pathLst>
              <a:path w="250573" h="37332">
                <a:moveTo>
                  <a:pt x="0" y="0"/>
                </a:moveTo>
                <a:lnTo>
                  <a:pt x="250573" y="37332"/>
                </a:lnTo>
              </a:path>
            </a:pathLst>
          </a:custGeom>
          <a:noFill/>
          <a:ln w="8251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704" name="lumia-token-stream-curve">
            <a:extLst>
              <a:ext uri="{FF2B5EF4-FFF2-40B4-BE49-F238E27FC236}">
                <a16:creationId xmlns:a16="http://schemas.microsoft.com/office/drawing/2014/main" id="{AC279E8C-13AA-4EB3-A6CE-36652CC79359}"/>
              </a:ext>
            </a:extLst>
          </p:cNvPr>
          <p:cNvSpPr>
            <a:spLocks noGrp="1"/>
          </p:cNvSpPr>
          <p:nvPr/>
        </p:nvSpPr>
        <p:spPr>
          <a:xfrm>
            <a:off x="2676747" y="6547957"/>
            <a:ext cx="253246" cy="43098"/>
          </a:xfrm>
          <a:custGeom>
            <a:avLst/>
            <a:gdLst/>
            <a:ahLst/>
            <a:cxnLst/>
            <a:rect l="0" t="0" r="0" b="0"/>
            <a:pathLst>
              <a:path w="253246" h="43098">
                <a:moveTo>
                  <a:pt x="0" y="0"/>
                </a:moveTo>
                <a:lnTo>
                  <a:pt x="253246" y="43098"/>
                </a:lnTo>
              </a:path>
            </a:pathLst>
          </a:custGeom>
          <a:noFill/>
          <a:ln w="8251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705" name="lumia-token-stream-curve">
            <a:extLst>
              <a:ext uri="{FF2B5EF4-FFF2-40B4-BE49-F238E27FC236}">
                <a16:creationId xmlns:a16="http://schemas.microsoft.com/office/drawing/2014/main" id="{B2401C37-FA74-48CB-9A8E-F4E0E12B335E}"/>
              </a:ext>
            </a:extLst>
          </p:cNvPr>
          <p:cNvSpPr>
            <a:spLocks noGrp="1"/>
          </p:cNvSpPr>
          <p:nvPr/>
        </p:nvSpPr>
        <p:spPr>
          <a:xfrm>
            <a:off x="2929993" y="6591056"/>
            <a:ext cx="255827" cy="44512"/>
          </a:xfrm>
          <a:custGeom>
            <a:avLst/>
            <a:gdLst/>
            <a:ahLst/>
            <a:cxnLst/>
            <a:rect l="0" t="0" r="0" b="0"/>
            <a:pathLst>
              <a:path w="255827" h="44512">
                <a:moveTo>
                  <a:pt x="0" y="0"/>
                </a:moveTo>
                <a:lnTo>
                  <a:pt x="255827" y="44512"/>
                </a:lnTo>
              </a:path>
            </a:pathLst>
          </a:custGeom>
          <a:noFill/>
          <a:ln w="8251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706" name="lumia-token-stream-curve">
            <a:extLst>
              <a:ext uri="{FF2B5EF4-FFF2-40B4-BE49-F238E27FC236}">
                <a16:creationId xmlns:a16="http://schemas.microsoft.com/office/drawing/2014/main" id="{D26F4573-B1AE-41E6-B710-776488F379C3}"/>
              </a:ext>
            </a:extLst>
          </p:cNvPr>
          <p:cNvSpPr>
            <a:spLocks noGrp="1"/>
          </p:cNvSpPr>
          <p:nvPr/>
        </p:nvSpPr>
        <p:spPr>
          <a:xfrm>
            <a:off x="3185820" y="6635567"/>
            <a:ext cx="258319" cy="41051"/>
          </a:xfrm>
          <a:custGeom>
            <a:avLst/>
            <a:gdLst/>
            <a:ahLst/>
            <a:cxnLst/>
            <a:rect l="0" t="0" r="0" b="0"/>
            <a:pathLst>
              <a:path w="258319" h="41051">
                <a:moveTo>
                  <a:pt x="0" y="0"/>
                </a:moveTo>
                <a:lnTo>
                  <a:pt x="258319" y="41051"/>
                </a:lnTo>
              </a:path>
            </a:pathLst>
          </a:custGeom>
          <a:noFill/>
          <a:ln w="8251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707" name="lumia-token-stream-curve">
            <a:extLst>
              <a:ext uri="{FF2B5EF4-FFF2-40B4-BE49-F238E27FC236}">
                <a16:creationId xmlns:a16="http://schemas.microsoft.com/office/drawing/2014/main" id="{28027F47-D679-4ED8-ACB2-677412241C08}"/>
              </a:ext>
            </a:extLst>
          </p:cNvPr>
          <p:cNvSpPr>
            <a:spLocks noGrp="1"/>
          </p:cNvSpPr>
          <p:nvPr/>
        </p:nvSpPr>
        <p:spPr>
          <a:xfrm>
            <a:off x="3444139" y="6676618"/>
            <a:ext cx="260719" cy="28982"/>
          </a:xfrm>
          <a:custGeom>
            <a:avLst/>
            <a:gdLst/>
            <a:ahLst/>
            <a:cxnLst/>
            <a:rect l="0" t="0" r="0" b="0"/>
            <a:pathLst>
              <a:path w="260719" h="28982">
                <a:moveTo>
                  <a:pt x="0" y="0"/>
                </a:moveTo>
                <a:lnTo>
                  <a:pt x="260719" y="28982"/>
                </a:lnTo>
              </a:path>
            </a:pathLst>
          </a:custGeom>
          <a:noFill/>
          <a:ln w="8251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708" name="lumia-token-stream-curve">
            <a:extLst>
              <a:ext uri="{FF2B5EF4-FFF2-40B4-BE49-F238E27FC236}">
                <a16:creationId xmlns:a16="http://schemas.microsoft.com/office/drawing/2014/main" id="{504981C5-695C-489D-ADB1-7D700FFE15D5}"/>
              </a:ext>
            </a:extLst>
          </p:cNvPr>
          <p:cNvSpPr>
            <a:spLocks noGrp="1"/>
          </p:cNvSpPr>
          <p:nvPr/>
        </p:nvSpPr>
        <p:spPr>
          <a:xfrm>
            <a:off x="3704858" y="6705600"/>
            <a:ext cx="263028" cy="9525"/>
          </a:xfrm>
          <a:custGeom>
            <a:avLst/>
            <a:gdLst/>
            <a:ahLst/>
            <a:cxnLst/>
            <a:rect l="0" t="0" r="0" b="0"/>
            <a:pathLst>
              <a:path w="263028" h="9525">
                <a:moveTo>
                  <a:pt x="0" y="0"/>
                </a:moveTo>
                <a:lnTo>
                  <a:pt x="263028" y="0"/>
                </a:lnTo>
              </a:path>
            </a:pathLst>
          </a:custGeom>
          <a:noFill/>
          <a:ln w="8252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709" name="lumia-token-stream-curve">
            <a:extLst>
              <a:ext uri="{FF2B5EF4-FFF2-40B4-BE49-F238E27FC236}">
                <a16:creationId xmlns:a16="http://schemas.microsoft.com/office/drawing/2014/main" id="{E99F6767-2E96-469C-8B0D-3DF561E3826F}"/>
              </a:ext>
            </a:extLst>
          </p:cNvPr>
          <p:cNvSpPr>
            <a:spLocks noGrp="1"/>
          </p:cNvSpPr>
          <p:nvPr/>
        </p:nvSpPr>
        <p:spPr>
          <a:xfrm>
            <a:off x="3967886" y="6705600"/>
            <a:ext cx="265247" cy="9525"/>
          </a:xfrm>
          <a:custGeom>
            <a:avLst/>
            <a:gdLst/>
            <a:ahLst/>
            <a:cxnLst/>
            <a:rect l="0" t="0" r="0" b="0"/>
            <a:pathLst>
              <a:path w="265247" h="9525">
                <a:moveTo>
                  <a:pt x="0" y="0"/>
                </a:moveTo>
                <a:lnTo>
                  <a:pt x="265247" y="0"/>
                </a:lnTo>
              </a:path>
            </a:pathLst>
          </a:custGeom>
          <a:noFill/>
          <a:ln w="8277">
            <a:solidFill>
              <a:srgbClr val="A33F64">
                <a:alpha val="7000"/>
              </a:srgbClr>
            </a:solidFill>
            <a:prstDash val="solid"/>
          </a:ln>
        </p:spPr>
      </p:sp>
      <p:sp>
        <p:nvSpPr>
          <p:cNvPr id="710" name="lumia-token-stream-curve">
            <a:extLst>
              <a:ext uri="{FF2B5EF4-FFF2-40B4-BE49-F238E27FC236}">
                <a16:creationId xmlns:a16="http://schemas.microsoft.com/office/drawing/2014/main" id="{CE865C06-F52C-43FD-ADD4-5B385BCC3B7F}"/>
              </a:ext>
            </a:extLst>
          </p:cNvPr>
          <p:cNvSpPr>
            <a:spLocks noGrp="1"/>
          </p:cNvSpPr>
          <p:nvPr/>
        </p:nvSpPr>
        <p:spPr>
          <a:xfrm>
            <a:off x="4233133" y="6705600"/>
            <a:ext cx="267375" cy="9525"/>
          </a:xfrm>
          <a:custGeom>
            <a:avLst/>
            <a:gdLst/>
            <a:ahLst/>
            <a:cxnLst/>
            <a:rect l="0" t="0" r="0" b="0"/>
            <a:pathLst>
              <a:path w="267375" h="9525">
                <a:moveTo>
                  <a:pt x="0" y="0"/>
                </a:moveTo>
                <a:lnTo>
                  <a:pt x="267375" y="0"/>
                </a:lnTo>
              </a:path>
            </a:pathLst>
          </a:custGeom>
          <a:noFill/>
          <a:ln w="8334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711" name="lumia-token-stream-curve">
            <a:extLst>
              <a:ext uri="{FF2B5EF4-FFF2-40B4-BE49-F238E27FC236}">
                <a16:creationId xmlns:a16="http://schemas.microsoft.com/office/drawing/2014/main" id="{71E0C2E1-8C81-406B-BDC8-FB0B217A1729}"/>
              </a:ext>
            </a:extLst>
          </p:cNvPr>
          <p:cNvSpPr>
            <a:spLocks noGrp="1"/>
          </p:cNvSpPr>
          <p:nvPr/>
        </p:nvSpPr>
        <p:spPr>
          <a:xfrm>
            <a:off x="4500507" y="6688445"/>
            <a:ext cx="269411" cy="17155"/>
          </a:xfrm>
          <a:custGeom>
            <a:avLst/>
            <a:gdLst/>
            <a:ahLst/>
            <a:cxnLst/>
            <a:rect l="0" t="0" r="0" b="0"/>
            <a:pathLst>
              <a:path w="269411" h="17155">
                <a:moveTo>
                  <a:pt x="0" y="17155"/>
                </a:moveTo>
                <a:lnTo>
                  <a:pt x="269411" y="0"/>
                </a:lnTo>
              </a:path>
            </a:pathLst>
          </a:custGeom>
          <a:noFill/>
          <a:ln w="8421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712" name="lumia-token-stream-curve">
            <a:extLst>
              <a:ext uri="{FF2B5EF4-FFF2-40B4-BE49-F238E27FC236}">
                <a16:creationId xmlns:a16="http://schemas.microsoft.com/office/drawing/2014/main" id="{B72BE181-EE85-469E-9672-D6920C968774}"/>
              </a:ext>
            </a:extLst>
          </p:cNvPr>
          <p:cNvSpPr>
            <a:spLocks noGrp="1"/>
          </p:cNvSpPr>
          <p:nvPr/>
        </p:nvSpPr>
        <p:spPr>
          <a:xfrm>
            <a:off x="4769919" y="6641458"/>
            <a:ext cx="271358" cy="46987"/>
          </a:xfrm>
          <a:custGeom>
            <a:avLst/>
            <a:gdLst/>
            <a:ahLst/>
            <a:cxnLst/>
            <a:rect l="0" t="0" r="0" b="0"/>
            <a:pathLst>
              <a:path w="271358" h="46987">
                <a:moveTo>
                  <a:pt x="0" y="46987"/>
                </a:moveTo>
                <a:lnTo>
                  <a:pt x="271358" y="0"/>
                </a:lnTo>
              </a:path>
            </a:pathLst>
          </a:custGeom>
          <a:noFill/>
          <a:ln w="8534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713" name="lumia-token-stream-curve">
            <a:extLst>
              <a:ext uri="{FF2B5EF4-FFF2-40B4-BE49-F238E27FC236}">
                <a16:creationId xmlns:a16="http://schemas.microsoft.com/office/drawing/2014/main" id="{48FC3868-B23A-4A55-BAB3-F2670D89FE55}"/>
              </a:ext>
            </a:extLst>
          </p:cNvPr>
          <p:cNvSpPr>
            <a:spLocks noGrp="1"/>
          </p:cNvSpPr>
          <p:nvPr/>
        </p:nvSpPr>
        <p:spPr>
          <a:xfrm>
            <a:off x="5041276" y="6582500"/>
            <a:ext cx="273213" cy="58959"/>
          </a:xfrm>
          <a:custGeom>
            <a:avLst/>
            <a:gdLst/>
            <a:ahLst/>
            <a:cxnLst/>
            <a:rect l="0" t="0" r="0" b="0"/>
            <a:pathLst>
              <a:path w="273213" h="58959">
                <a:moveTo>
                  <a:pt x="0" y="58959"/>
                </a:moveTo>
                <a:lnTo>
                  <a:pt x="273213" y="0"/>
                </a:lnTo>
              </a:path>
            </a:pathLst>
          </a:custGeom>
          <a:noFill/>
          <a:ln w="8672">
            <a:solidFill>
              <a:srgbClr val="D74242">
                <a:alpha val="8000"/>
              </a:srgbClr>
            </a:solidFill>
            <a:prstDash val="solid"/>
          </a:ln>
        </p:spPr>
      </p:sp>
      <p:sp>
        <p:nvSpPr>
          <p:cNvPr id="714" name="lumia-token-stream-curve">
            <a:extLst>
              <a:ext uri="{FF2B5EF4-FFF2-40B4-BE49-F238E27FC236}">
                <a16:creationId xmlns:a16="http://schemas.microsoft.com/office/drawing/2014/main" id="{6ADC99A3-726A-4AD6-A4A8-09E8EC641596}"/>
              </a:ext>
            </a:extLst>
          </p:cNvPr>
          <p:cNvSpPr>
            <a:spLocks noGrp="1"/>
          </p:cNvSpPr>
          <p:nvPr/>
        </p:nvSpPr>
        <p:spPr>
          <a:xfrm>
            <a:off x="5314489" y="6516669"/>
            <a:ext cx="274977" cy="65831"/>
          </a:xfrm>
          <a:custGeom>
            <a:avLst/>
            <a:gdLst/>
            <a:ahLst/>
            <a:cxnLst/>
            <a:rect l="0" t="0" r="0" b="0"/>
            <a:pathLst>
              <a:path w="274977" h="65831">
                <a:moveTo>
                  <a:pt x="0" y="65831"/>
                </a:moveTo>
                <a:lnTo>
                  <a:pt x="274977" y="0"/>
                </a:lnTo>
              </a:path>
            </a:pathLst>
          </a:custGeom>
          <a:noFill/>
          <a:ln w="8833">
            <a:solidFill>
              <a:srgbClr val="E44339">
                <a:alpha val="8000"/>
              </a:srgbClr>
            </a:solidFill>
            <a:prstDash val="solid"/>
          </a:ln>
        </p:spPr>
      </p:sp>
      <p:sp>
        <p:nvSpPr>
          <p:cNvPr id="715" name="lumia-token-stream-curve">
            <a:extLst>
              <a:ext uri="{FF2B5EF4-FFF2-40B4-BE49-F238E27FC236}">
                <a16:creationId xmlns:a16="http://schemas.microsoft.com/office/drawing/2014/main" id="{26176958-8061-4787-BDCB-28A5D25BADF7}"/>
              </a:ext>
            </a:extLst>
          </p:cNvPr>
          <p:cNvSpPr>
            <a:spLocks noGrp="1"/>
          </p:cNvSpPr>
          <p:nvPr/>
        </p:nvSpPr>
        <p:spPr>
          <a:xfrm>
            <a:off x="5589466" y="6449878"/>
            <a:ext cx="276651" cy="66791"/>
          </a:xfrm>
          <a:custGeom>
            <a:avLst/>
            <a:gdLst/>
            <a:ahLst/>
            <a:cxnLst/>
            <a:rect l="0" t="0" r="0" b="0"/>
            <a:pathLst>
              <a:path w="276651" h="66791">
                <a:moveTo>
                  <a:pt x="0" y="66791"/>
                </a:moveTo>
                <a:lnTo>
                  <a:pt x="276651" y="0"/>
                </a:lnTo>
              </a:path>
            </a:pathLst>
          </a:custGeom>
          <a:noFill/>
          <a:ln w="9013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716" name="lumia-token-stream-curve">
            <a:extLst>
              <a:ext uri="{FF2B5EF4-FFF2-40B4-BE49-F238E27FC236}">
                <a16:creationId xmlns:a16="http://schemas.microsoft.com/office/drawing/2014/main" id="{E5271223-D3EA-4B29-8AE8-2D392B3DAFF4}"/>
              </a:ext>
            </a:extLst>
          </p:cNvPr>
          <p:cNvSpPr>
            <a:spLocks noGrp="1"/>
          </p:cNvSpPr>
          <p:nvPr/>
        </p:nvSpPr>
        <p:spPr>
          <a:xfrm>
            <a:off x="5866117" y="6388145"/>
            <a:ext cx="278233" cy="61734"/>
          </a:xfrm>
          <a:custGeom>
            <a:avLst/>
            <a:gdLst/>
            <a:ahLst/>
            <a:cxnLst/>
            <a:rect l="0" t="0" r="0" b="0"/>
            <a:pathLst>
              <a:path w="278233" h="61734">
                <a:moveTo>
                  <a:pt x="0" y="61734"/>
                </a:moveTo>
                <a:lnTo>
                  <a:pt x="278233" y="0"/>
                </a:lnTo>
              </a:path>
            </a:pathLst>
          </a:custGeom>
          <a:noFill/>
          <a:ln w="9210">
            <a:solidFill>
              <a:srgbClr val="EC532F">
                <a:alpha val="9000"/>
              </a:srgbClr>
            </a:solidFill>
            <a:prstDash val="solid"/>
          </a:ln>
        </p:spPr>
      </p:sp>
      <p:sp>
        <p:nvSpPr>
          <p:cNvPr id="717" name="lumia-token-stream-curve">
            <a:extLst>
              <a:ext uri="{FF2B5EF4-FFF2-40B4-BE49-F238E27FC236}">
                <a16:creationId xmlns:a16="http://schemas.microsoft.com/office/drawing/2014/main" id="{46022D35-2932-4245-BF74-C801961D7E58}"/>
              </a:ext>
            </a:extLst>
          </p:cNvPr>
          <p:cNvSpPr>
            <a:spLocks noGrp="1"/>
          </p:cNvSpPr>
          <p:nvPr/>
        </p:nvSpPr>
        <p:spPr>
          <a:xfrm>
            <a:off x="6144351" y="6336832"/>
            <a:ext cx="279725" cy="51312"/>
          </a:xfrm>
          <a:custGeom>
            <a:avLst/>
            <a:gdLst/>
            <a:ahLst/>
            <a:cxnLst/>
            <a:rect l="0" t="0" r="0" b="0"/>
            <a:pathLst>
              <a:path w="279725" h="51312">
                <a:moveTo>
                  <a:pt x="0" y="51312"/>
                </a:moveTo>
                <a:lnTo>
                  <a:pt x="279725" y="0"/>
                </a:lnTo>
              </a:path>
            </a:pathLst>
          </a:custGeom>
          <a:noFill/>
          <a:ln w="9423">
            <a:solidFill>
              <a:srgbClr val="EE5E2A">
                <a:alpha val="9000"/>
              </a:srgbClr>
            </a:solidFill>
            <a:prstDash val="solid"/>
          </a:ln>
        </p:spPr>
      </p:sp>
      <p:sp>
        <p:nvSpPr>
          <p:cNvPr id="718" name="lumia-token-stream-curve">
            <a:extLst>
              <a:ext uri="{FF2B5EF4-FFF2-40B4-BE49-F238E27FC236}">
                <a16:creationId xmlns:a16="http://schemas.microsoft.com/office/drawing/2014/main" id="{12F22C61-3329-458E-91A1-457D59C0D45A}"/>
              </a:ext>
            </a:extLst>
          </p:cNvPr>
          <p:cNvSpPr>
            <a:spLocks noGrp="1"/>
          </p:cNvSpPr>
          <p:nvPr/>
        </p:nvSpPr>
        <p:spPr>
          <a:xfrm>
            <a:off x="6424076" y="6299942"/>
            <a:ext cx="281126" cy="36891"/>
          </a:xfrm>
          <a:custGeom>
            <a:avLst/>
            <a:gdLst/>
            <a:ahLst/>
            <a:cxnLst/>
            <a:rect l="0" t="0" r="0" b="0"/>
            <a:pathLst>
              <a:path w="281126" h="36891">
                <a:moveTo>
                  <a:pt x="0" y="36891"/>
                </a:moveTo>
                <a:lnTo>
                  <a:pt x="281126" y="0"/>
                </a:lnTo>
              </a:path>
            </a:pathLst>
          </a:custGeom>
          <a:noFill/>
          <a:ln w="9649">
            <a:solidFill>
              <a:srgbClr val="EF6926">
                <a:alpha val="9000"/>
              </a:srgbClr>
            </a:solidFill>
            <a:prstDash val="solid"/>
          </a:ln>
        </p:spPr>
      </p:sp>
      <p:sp>
        <p:nvSpPr>
          <p:cNvPr id="719" name="lumia-token-stream-curve">
            <a:extLst>
              <a:ext uri="{FF2B5EF4-FFF2-40B4-BE49-F238E27FC236}">
                <a16:creationId xmlns:a16="http://schemas.microsoft.com/office/drawing/2014/main" id="{1ED6B20A-8D5A-4ACB-9256-4435806A52DA}"/>
              </a:ext>
            </a:extLst>
          </p:cNvPr>
          <p:cNvSpPr>
            <a:spLocks noGrp="1"/>
          </p:cNvSpPr>
          <p:nvPr/>
        </p:nvSpPr>
        <p:spPr>
          <a:xfrm>
            <a:off x="6705202" y="6279543"/>
            <a:ext cx="282437" cy="20399"/>
          </a:xfrm>
          <a:custGeom>
            <a:avLst/>
            <a:gdLst/>
            <a:ahLst/>
            <a:cxnLst/>
            <a:rect l="0" t="0" r="0" b="0"/>
            <a:pathLst>
              <a:path w="282437" h="20399">
                <a:moveTo>
                  <a:pt x="0" y="20399"/>
                </a:moveTo>
                <a:lnTo>
                  <a:pt x="282437" y="0"/>
                </a:lnTo>
              </a:path>
            </a:pathLst>
          </a:custGeom>
          <a:noFill/>
          <a:ln w="9885">
            <a:solidFill>
              <a:srgbClr val="F17322">
                <a:alpha val="10000"/>
              </a:srgbClr>
            </a:solidFill>
            <a:prstDash val="solid"/>
          </a:ln>
        </p:spPr>
      </p:sp>
      <p:sp>
        <p:nvSpPr>
          <p:cNvPr id="720" name="lumia-token-stream-curve">
            <a:extLst>
              <a:ext uri="{FF2B5EF4-FFF2-40B4-BE49-F238E27FC236}">
                <a16:creationId xmlns:a16="http://schemas.microsoft.com/office/drawing/2014/main" id="{54DD3BBF-4471-4D67-92C1-5FB15022C4B6}"/>
              </a:ext>
            </a:extLst>
          </p:cNvPr>
          <p:cNvSpPr>
            <a:spLocks noGrp="1"/>
          </p:cNvSpPr>
          <p:nvPr/>
        </p:nvSpPr>
        <p:spPr>
          <a:xfrm>
            <a:off x="6987639" y="6275443"/>
            <a:ext cx="283656" cy="9525"/>
          </a:xfrm>
          <a:custGeom>
            <a:avLst/>
            <a:gdLst/>
            <a:ahLst/>
            <a:cxnLst/>
            <a:rect l="0" t="0" r="0" b="0"/>
            <a:pathLst>
              <a:path w="283656" h="9525">
                <a:moveTo>
                  <a:pt x="0" y="4100"/>
                </a:moveTo>
                <a:lnTo>
                  <a:pt x="283656" y="0"/>
                </a:lnTo>
              </a:path>
            </a:pathLst>
          </a:custGeom>
          <a:noFill/>
          <a:ln w="10129">
            <a:solidFill>
              <a:srgbClr val="F27E1E">
                <a:alpha val="10000"/>
              </a:srgbClr>
            </a:solidFill>
            <a:prstDash val="solid"/>
          </a:ln>
        </p:spPr>
      </p:sp>
      <p:sp>
        <p:nvSpPr>
          <p:cNvPr id="721" name="lumia-token-stream-curve">
            <a:extLst>
              <a:ext uri="{FF2B5EF4-FFF2-40B4-BE49-F238E27FC236}">
                <a16:creationId xmlns:a16="http://schemas.microsoft.com/office/drawing/2014/main" id="{50D009AC-51A6-49E1-AEB4-933E8CD3CA38}"/>
              </a:ext>
            </a:extLst>
          </p:cNvPr>
          <p:cNvSpPr>
            <a:spLocks noGrp="1"/>
          </p:cNvSpPr>
          <p:nvPr/>
        </p:nvSpPr>
        <p:spPr>
          <a:xfrm>
            <a:off x="7271295" y="6275443"/>
            <a:ext cx="284785" cy="9695"/>
          </a:xfrm>
          <a:custGeom>
            <a:avLst/>
            <a:gdLst/>
            <a:ahLst/>
            <a:cxnLst/>
            <a:rect l="0" t="0" r="0" b="0"/>
            <a:pathLst>
              <a:path w="284785" h="9695">
                <a:moveTo>
                  <a:pt x="0" y="0"/>
                </a:moveTo>
                <a:lnTo>
                  <a:pt x="284785" y="9695"/>
                </a:lnTo>
              </a:path>
            </a:pathLst>
          </a:custGeom>
          <a:noFill/>
          <a:ln w="10378">
            <a:solidFill>
              <a:srgbClr val="F48919">
                <a:alpha val="10000"/>
              </a:srgbClr>
            </a:solidFill>
            <a:prstDash val="solid"/>
          </a:ln>
        </p:spPr>
      </p:sp>
      <p:sp>
        <p:nvSpPr>
          <p:cNvPr id="722" name="lumia-token-stream-curve">
            <a:extLst>
              <a:ext uri="{FF2B5EF4-FFF2-40B4-BE49-F238E27FC236}">
                <a16:creationId xmlns:a16="http://schemas.microsoft.com/office/drawing/2014/main" id="{D357F5FF-7B07-4E40-8FFE-7B65E4A9F13B}"/>
              </a:ext>
            </a:extLst>
          </p:cNvPr>
          <p:cNvSpPr>
            <a:spLocks noGrp="1"/>
          </p:cNvSpPr>
          <p:nvPr/>
        </p:nvSpPr>
        <p:spPr>
          <a:xfrm>
            <a:off x="7556080" y="6285138"/>
            <a:ext cx="285822" cy="18938"/>
          </a:xfrm>
          <a:custGeom>
            <a:avLst/>
            <a:gdLst/>
            <a:ahLst/>
            <a:cxnLst/>
            <a:rect l="0" t="0" r="0" b="0"/>
            <a:pathLst>
              <a:path w="285822" h="18938">
                <a:moveTo>
                  <a:pt x="0" y="0"/>
                </a:moveTo>
                <a:lnTo>
                  <a:pt x="285822" y="18938"/>
                </a:lnTo>
              </a:path>
            </a:pathLst>
          </a:custGeom>
          <a:noFill/>
          <a:ln w="10631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723" name="lumia-token-stream-curve">
            <a:extLst>
              <a:ext uri="{FF2B5EF4-FFF2-40B4-BE49-F238E27FC236}">
                <a16:creationId xmlns:a16="http://schemas.microsoft.com/office/drawing/2014/main" id="{5715419A-4437-4F49-89D7-F79BBCBC2710}"/>
              </a:ext>
            </a:extLst>
          </p:cNvPr>
          <p:cNvSpPr>
            <a:spLocks noGrp="1"/>
          </p:cNvSpPr>
          <p:nvPr/>
        </p:nvSpPr>
        <p:spPr>
          <a:xfrm>
            <a:off x="7841902" y="6304076"/>
            <a:ext cx="286769" cy="22122"/>
          </a:xfrm>
          <a:custGeom>
            <a:avLst/>
            <a:gdLst/>
            <a:ahLst/>
            <a:cxnLst/>
            <a:rect l="0" t="0" r="0" b="0"/>
            <a:pathLst>
              <a:path w="286769" h="22122">
                <a:moveTo>
                  <a:pt x="0" y="0"/>
                </a:moveTo>
                <a:lnTo>
                  <a:pt x="286769" y="22122"/>
                </a:lnTo>
              </a:path>
            </a:pathLst>
          </a:custGeom>
          <a:noFill/>
          <a:ln w="10885">
            <a:solidFill>
              <a:srgbClr val="F79E11">
                <a:alpha val="11000"/>
              </a:srgbClr>
            </a:solidFill>
            <a:prstDash val="solid"/>
          </a:ln>
        </p:spPr>
      </p:sp>
      <p:sp>
        <p:nvSpPr>
          <p:cNvPr id="724" name="lumia-token-stream-curve">
            <a:extLst>
              <a:ext uri="{FF2B5EF4-FFF2-40B4-BE49-F238E27FC236}">
                <a16:creationId xmlns:a16="http://schemas.microsoft.com/office/drawing/2014/main" id="{26DDECC4-9D48-4AB8-BB76-9641567BC4F6}"/>
              </a:ext>
            </a:extLst>
          </p:cNvPr>
          <p:cNvSpPr>
            <a:spLocks noGrp="1"/>
          </p:cNvSpPr>
          <p:nvPr/>
        </p:nvSpPr>
        <p:spPr>
          <a:xfrm>
            <a:off x="8128672" y="6326198"/>
            <a:ext cx="287625" cy="18512"/>
          </a:xfrm>
          <a:custGeom>
            <a:avLst/>
            <a:gdLst/>
            <a:ahLst/>
            <a:cxnLst/>
            <a:rect l="0" t="0" r="0" b="0"/>
            <a:pathLst>
              <a:path w="287625" h="18512">
                <a:moveTo>
                  <a:pt x="0" y="0"/>
                </a:moveTo>
                <a:lnTo>
                  <a:pt x="287625" y="18512"/>
                </a:lnTo>
              </a:path>
            </a:pathLst>
          </a:custGeom>
          <a:noFill/>
          <a:ln w="11137">
            <a:solidFill>
              <a:srgbClr val="F8A90C">
                <a:alpha val="11000"/>
              </a:srgbClr>
            </a:solidFill>
            <a:prstDash val="solid"/>
          </a:ln>
        </p:spPr>
      </p:sp>
      <p:sp>
        <p:nvSpPr>
          <p:cNvPr id="725" name="lumia-token-stream-curve">
            <a:extLst>
              <a:ext uri="{FF2B5EF4-FFF2-40B4-BE49-F238E27FC236}">
                <a16:creationId xmlns:a16="http://schemas.microsoft.com/office/drawing/2014/main" id="{A1FDE3F2-21F6-4829-934C-5BC13F850608}"/>
              </a:ext>
            </a:extLst>
          </p:cNvPr>
          <p:cNvSpPr>
            <a:spLocks noGrp="1"/>
          </p:cNvSpPr>
          <p:nvPr/>
        </p:nvSpPr>
        <p:spPr>
          <a:xfrm>
            <a:off x="8416297" y="6344710"/>
            <a:ext cx="288391" cy="9525"/>
          </a:xfrm>
          <a:custGeom>
            <a:avLst/>
            <a:gdLst/>
            <a:ahLst/>
            <a:cxnLst/>
            <a:rect l="0" t="0" r="0" b="0"/>
            <a:pathLst>
              <a:path w="288391" h="9525">
                <a:moveTo>
                  <a:pt x="0" y="0"/>
                </a:moveTo>
                <a:lnTo>
                  <a:pt x="288391" y="8256"/>
                </a:lnTo>
              </a:path>
            </a:pathLst>
          </a:custGeom>
          <a:noFill/>
          <a:ln w="11386">
            <a:solidFill>
              <a:srgbClr val="FAB408">
                <a:alpha val="11000"/>
              </a:srgbClr>
            </a:solidFill>
            <a:prstDash val="solid"/>
          </a:ln>
        </p:spPr>
      </p:sp>
      <p:sp>
        <p:nvSpPr>
          <p:cNvPr id="726" name="lumia-token-stream-curve">
            <a:extLst>
              <a:ext uri="{FF2B5EF4-FFF2-40B4-BE49-F238E27FC236}">
                <a16:creationId xmlns:a16="http://schemas.microsoft.com/office/drawing/2014/main" id="{26D0E6D0-5769-48CA-964C-CE3B99A5F9B1}"/>
              </a:ext>
            </a:extLst>
          </p:cNvPr>
          <p:cNvSpPr>
            <a:spLocks noGrp="1"/>
          </p:cNvSpPr>
          <p:nvPr/>
        </p:nvSpPr>
        <p:spPr>
          <a:xfrm>
            <a:off x="8704688" y="6345364"/>
            <a:ext cx="289065" cy="9525"/>
          </a:xfrm>
          <a:custGeom>
            <a:avLst/>
            <a:gdLst/>
            <a:ahLst/>
            <a:cxnLst/>
            <a:rect l="0" t="0" r="0" b="0"/>
            <a:pathLst>
              <a:path w="289065" h="9525">
                <a:moveTo>
                  <a:pt x="0" y="7602"/>
                </a:moveTo>
                <a:lnTo>
                  <a:pt x="289065" y="0"/>
                </a:lnTo>
              </a:path>
            </a:pathLst>
          </a:custGeom>
          <a:noFill/>
          <a:ln w="11628">
            <a:solidFill>
              <a:srgbClr val="F7BC07">
                <a:alpha val="12000"/>
              </a:srgbClr>
            </a:solidFill>
            <a:prstDash val="solid"/>
          </a:ln>
        </p:spPr>
      </p:sp>
      <p:sp>
        <p:nvSpPr>
          <p:cNvPr id="727" name="lumia-token-stream-curve">
            <a:extLst>
              <a:ext uri="{FF2B5EF4-FFF2-40B4-BE49-F238E27FC236}">
                <a16:creationId xmlns:a16="http://schemas.microsoft.com/office/drawing/2014/main" id="{0C7696BD-20E0-437F-91A0-FAAA3153A529}"/>
              </a:ext>
            </a:extLst>
          </p:cNvPr>
          <p:cNvSpPr>
            <a:spLocks noGrp="1"/>
          </p:cNvSpPr>
          <p:nvPr/>
        </p:nvSpPr>
        <p:spPr>
          <a:xfrm>
            <a:off x="8993753" y="6318111"/>
            <a:ext cx="289649" cy="27253"/>
          </a:xfrm>
          <a:custGeom>
            <a:avLst/>
            <a:gdLst/>
            <a:ahLst/>
            <a:cxnLst/>
            <a:rect l="0" t="0" r="0" b="0"/>
            <a:pathLst>
              <a:path w="289649" h="27253">
                <a:moveTo>
                  <a:pt x="0" y="27253"/>
                </a:moveTo>
                <a:lnTo>
                  <a:pt x="289649" y="0"/>
                </a:lnTo>
              </a:path>
            </a:pathLst>
          </a:custGeom>
          <a:noFill/>
          <a:ln w="11861">
            <a:solidFill>
              <a:srgbClr val="E5BA0E">
                <a:alpha val="12000"/>
              </a:srgbClr>
            </a:solidFill>
            <a:prstDash val="solid"/>
          </a:ln>
        </p:spPr>
      </p:sp>
      <p:sp>
        <p:nvSpPr>
          <p:cNvPr id="728" name="lumia-token-stream-curve">
            <a:extLst>
              <a:ext uri="{FF2B5EF4-FFF2-40B4-BE49-F238E27FC236}">
                <a16:creationId xmlns:a16="http://schemas.microsoft.com/office/drawing/2014/main" id="{288B2468-C41C-499E-A968-93FA1802CDD0}"/>
              </a:ext>
            </a:extLst>
          </p:cNvPr>
          <p:cNvSpPr>
            <a:spLocks noGrp="1"/>
          </p:cNvSpPr>
          <p:nvPr/>
        </p:nvSpPr>
        <p:spPr>
          <a:xfrm>
            <a:off x="9283401" y="6269762"/>
            <a:ext cx="290141" cy="48350"/>
          </a:xfrm>
          <a:custGeom>
            <a:avLst/>
            <a:gdLst/>
            <a:ahLst/>
            <a:cxnLst/>
            <a:rect l="0" t="0" r="0" b="0"/>
            <a:pathLst>
              <a:path w="290141" h="48350">
                <a:moveTo>
                  <a:pt x="0" y="48350"/>
                </a:moveTo>
                <a:lnTo>
                  <a:pt x="290141" y="0"/>
                </a:lnTo>
              </a:path>
            </a:pathLst>
          </a:custGeom>
          <a:noFill/>
          <a:ln w="12084">
            <a:solidFill>
              <a:srgbClr val="D3B815">
                <a:alpha val="12000"/>
              </a:srgbClr>
            </a:solidFill>
            <a:prstDash val="solid"/>
          </a:ln>
        </p:spPr>
      </p:sp>
      <p:sp>
        <p:nvSpPr>
          <p:cNvPr id="729" name="lumia-token-stream-curve">
            <a:extLst>
              <a:ext uri="{FF2B5EF4-FFF2-40B4-BE49-F238E27FC236}">
                <a16:creationId xmlns:a16="http://schemas.microsoft.com/office/drawing/2014/main" id="{35783FDF-0EDF-4AE5-8E35-D8B29CCA0FD6}"/>
              </a:ext>
            </a:extLst>
          </p:cNvPr>
          <p:cNvSpPr>
            <a:spLocks noGrp="1"/>
          </p:cNvSpPr>
          <p:nvPr/>
        </p:nvSpPr>
        <p:spPr>
          <a:xfrm>
            <a:off x="9573543" y="6201440"/>
            <a:ext cx="290543" cy="68322"/>
          </a:xfrm>
          <a:custGeom>
            <a:avLst/>
            <a:gdLst/>
            <a:ahLst/>
            <a:cxnLst/>
            <a:rect l="0" t="0" r="0" b="0"/>
            <a:pathLst>
              <a:path w="290543" h="68322">
                <a:moveTo>
                  <a:pt x="0" y="68322"/>
                </a:moveTo>
                <a:lnTo>
                  <a:pt x="290543" y="0"/>
                </a:lnTo>
              </a:path>
            </a:pathLst>
          </a:custGeom>
          <a:noFill/>
          <a:ln w="12293">
            <a:solidFill>
              <a:srgbClr val="C2B61C">
                <a:alpha val="12000"/>
              </a:srgbClr>
            </a:solidFill>
            <a:prstDash val="solid"/>
          </a:ln>
        </p:spPr>
      </p:sp>
      <p:sp>
        <p:nvSpPr>
          <p:cNvPr id="730" name="lumia-token-stream-curve">
            <a:extLst>
              <a:ext uri="{FF2B5EF4-FFF2-40B4-BE49-F238E27FC236}">
                <a16:creationId xmlns:a16="http://schemas.microsoft.com/office/drawing/2014/main" id="{E30F3B4F-C2F8-463A-96CF-2BEDE809AD1D}"/>
              </a:ext>
            </a:extLst>
          </p:cNvPr>
          <p:cNvSpPr>
            <a:spLocks noGrp="1"/>
          </p:cNvSpPr>
          <p:nvPr/>
        </p:nvSpPr>
        <p:spPr>
          <a:xfrm>
            <a:off x="9864086" y="6116712"/>
            <a:ext cx="290854" cy="84728"/>
          </a:xfrm>
          <a:custGeom>
            <a:avLst/>
            <a:gdLst/>
            <a:ahLst/>
            <a:cxnLst/>
            <a:rect l="0" t="0" r="0" b="0"/>
            <a:pathLst>
              <a:path w="290854" h="84728">
                <a:moveTo>
                  <a:pt x="0" y="84728"/>
                </a:moveTo>
                <a:lnTo>
                  <a:pt x="290854" y="0"/>
                </a:lnTo>
              </a:path>
            </a:pathLst>
          </a:custGeom>
          <a:noFill/>
          <a:ln w="12487">
            <a:solidFill>
              <a:srgbClr val="B0B422">
                <a:alpha val="12000"/>
              </a:srgbClr>
            </a:solidFill>
            <a:prstDash val="solid"/>
          </a:ln>
        </p:spPr>
      </p:sp>
      <p:sp>
        <p:nvSpPr>
          <p:cNvPr id="731" name="lumia-token-stream-curve">
            <a:extLst>
              <a:ext uri="{FF2B5EF4-FFF2-40B4-BE49-F238E27FC236}">
                <a16:creationId xmlns:a16="http://schemas.microsoft.com/office/drawing/2014/main" id="{EE990FA6-9522-45BF-93EF-9C5965018EC2}"/>
              </a:ext>
            </a:extLst>
          </p:cNvPr>
          <p:cNvSpPr>
            <a:spLocks noGrp="1"/>
          </p:cNvSpPr>
          <p:nvPr/>
        </p:nvSpPr>
        <p:spPr>
          <a:xfrm>
            <a:off x="10154940" y="6021121"/>
            <a:ext cx="291075" cy="95591"/>
          </a:xfrm>
          <a:custGeom>
            <a:avLst/>
            <a:gdLst/>
            <a:ahLst/>
            <a:cxnLst/>
            <a:rect l="0" t="0" r="0" b="0"/>
            <a:pathLst>
              <a:path w="291075" h="95591">
                <a:moveTo>
                  <a:pt x="0" y="95591"/>
                </a:moveTo>
                <a:lnTo>
                  <a:pt x="291075" y="0"/>
                </a:lnTo>
              </a:path>
            </a:pathLst>
          </a:custGeom>
          <a:noFill/>
          <a:ln w="12662">
            <a:solidFill>
              <a:srgbClr val="9EB329">
                <a:alpha val="13000"/>
              </a:srgbClr>
            </a:solidFill>
            <a:prstDash val="solid"/>
          </a:ln>
        </p:spPr>
      </p:sp>
      <p:sp>
        <p:nvSpPr>
          <p:cNvPr id="732" name="lumia-token-stream-curve">
            <a:extLst>
              <a:ext uri="{FF2B5EF4-FFF2-40B4-BE49-F238E27FC236}">
                <a16:creationId xmlns:a16="http://schemas.microsoft.com/office/drawing/2014/main" id="{957AAF21-00CF-4564-AAF5-1B8384F2EF1A}"/>
              </a:ext>
            </a:extLst>
          </p:cNvPr>
          <p:cNvSpPr>
            <a:spLocks noGrp="1"/>
          </p:cNvSpPr>
          <p:nvPr/>
        </p:nvSpPr>
        <p:spPr>
          <a:xfrm>
            <a:off x="10446015" y="5921444"/>
            <a:ext cx="291204" cy="99677"/>
          </a:xfrm>
          <a:custGeom>
            <a:avLst/>
            <a:gdLst/>
            <a:ahLst/>
            <a:cxnLst/>
            <a:rect l="0" t="0" r="0" b="0"/>
            <a:pathLst>
              <a:path w="291204" h="99677">
                <a:moveTo>
                  <a:pt x="0" y="99677"/>
                </a:moveTo>
                <a:lnTo>
                  <a:pt x="291204" y="0"/>
                </a:lnTo>
              </a:path>
            </a:pathLst>
          </a:custGeom>
          <a:noFill/>
          <a:ln w="12817">
            <a:solidFill>
              <a:srgbClr val="8CB130">
                <a:alpha val="13000"/>
              </a:srgbClr>
            </a:solidFill>
            <a:prstDash val="solid"/>
          </a:ln>
        </p:spPr>
      </p:sp>
      <p:sp>
        <p:nvSpPr>
          <p:cNvPr id="733" name="lumia-token-stream-curve">
            <a:extLst>
              <a:ext uri="{FF2B5EF4-FFF2-40B4-BE49-F238E27FC236}">
                <a16:creationId xmlns:a16="http://schemas.microsoft.com/office/drawing/2014/main" id="{48BAF4E3-F4FB-42E5-96B3-862C9D061AE9}"/>
              </a:ext>
            </a:extLst>
          </p:cNvPr>
          <p:cNvSpPr>
            <a:spLocks noGrp="1"/>
          </p:cNvSpPr>
          <p:nvPr/>
        </p:nvSpPr>
        <p:spPr>
          <a:xfrm>
            <a:off x="10737219" y="5824772"/>
            <a:ext cx="291242" cy="96672"/>
          </a:xfrm>
          <a:custGeom>
            <a:avLst/>
            <a:gdLst/>
            <a:ahLst/>
            <a:cxnLst/>
            <a:rect l="0" t="0" r="0" b="0"/>
            <a:pathLst>
              <a:path w="291242" h="96672">
                <a:moveTo>
                  <a:pt x="0" y="96672"/>
                </a:moveTo>
                <a:lnTo>
                  <a:pt x="291242" y="0"/>
                </a:lnTo>
              </a:path>
            </a:pathLst>
          </a:custGeom>
          <a:noFill/>
          <a:ln w="12949">
            <a:solidFill>
              <a:srgbClr val="7BAF37">
                <a:alpha val="13000"/>
              </a:srgbClr>
            </a:solidFill>
            <a:prstDash val="solid"/>
          </a:ln>
        </p:spPr>
      </p:sp>
      <p:sp>
        <p:nvSpPr>
          <p:cNvPr id="734" name="lumia-token-stream-curve">
            <a:extLst>
              <a:ext uri="{FF2B5EF4-FFF2-40B4-BE49-F238E27FC236}">
                <a16:creationId xmlns:a16="http://schemas.microsoft.com/office/drawing/2014/main" id="{BB2F23FB-F135-4A17-878D-F2DA82F698BE}"/>
              </a:ext>
            </a:extLst>
          </p:cNvPr>
          <p:cNvSpPr>
            <a:spLocks noGrp="1"/>
          </p:cNvSpPr>
          <p:nvPr/>
        </p:nvSpPr>
        <p:spPr>
          <a:xfrm>
            <a:off x="11028461" y="5737547"/>
            <a:ext cx="291190" cy="87225"/>
          </a:xfrm>
          <a:custGeom>
            <a:avLst/>
            <a:gdLst/>
            <a:ahLst/>
            <a:cxnLst/>
            <a:rect l="0" t="0" r="0" b="0"/>
            <a:pathLst>
              <a:path w="291190" h="87225">
                <a:moveTo>
                  <a:pt x="0" y="87225"/>
                </a:moveTo>
                <a:lnTo>
                  <a:pt x="291190" y="0"/>
                </a:lnTo>
              </a:path>
            </a:pathLst>
          </a:custGeom>
          <a:noFill/>
          <a:ln w="13056">
            <a:solidFill>
              <a:srgbClr val="69AD3E">
                <a:alpha val="13000"/>
              </a:srgbClr>
            </a:solidFill>
            <a:prstDash val="solid"/>
          </a:ln>
        </p:spPr>
      </p:sp>
      <p:sp>
        <p:nvSpPr>
          <p:cNvPr id="735" name="lumia-token-stream-curve">
            <a:extLst>
              <a:ext uri="{FF2B5EF4-FFF2-40B4-BE49-F238E27FC236}">
                <a16:creationId xmlns:a16="http://schemas.microsoft.com/office/drawing/2014/main" id="{92F19924-F6F6-4D75-B641-4E726F840B00}"/>
              </a:ext>
            </a:extLst>
          </p:cNvPr>
          <p:cNvSpPr>
            <a:spLocks noGrp="1"/>
          </p:cNvSpPr>
          <p:nvPr/>
        </p:nvSpPr>
        <p:spPr>
          <a:xfrm>
            <a:off x="11319651" y="5664685"/>
            <a:ext cx="291047" cy="72862"/>
          </a:xfrm>
          <a:custGeom>
            <a:avLst/>
            <a:gdLst/>
            <a:ahLst/>
            <a:cxnLst/>
            <a:rect l="0" t="0" r="0" b="0"/>
            <a:pathLst>
              <a:path w="291047" h="72862">
                <a:moveTo>
                  <a:pt x="0" y="72862"/>
                </a:moveTo>
                <a:lnTo>
                  <a:pt x="291047" y="0"/>
                </a:lnTo>
              </a:path>
            </a:pathLst>
          </a:custGeom>
          <a:noFill/>
          <a:ln w="13135">
            <a:solidFill>
              <a:srgbClr val="57AC45">
                <a:alpha val="13000"/>
              </a:srgbClr>
            </a:solidFill>
            <a:prstDash val="solid"/>
          </a:ln>
        </p:spPr>
      </p:sp>
      <p:sp>
        <p:nvSpPr>
          <p:cNvPr id="736" name="lumia-token-stream-curve">
            <a:extLst>
              <a:ext uri="{FF2B5EF4-FFF2-40B4-BE49-F238E27FC236}">
                <a16:creationId xmlns:a16="http://schemas.microsoft.com/office/drawing/2014/main" id="{1083B313-BFA4-4D54-BCC3-33B58020082E}"/>
              </a:ext>
            </a:extLst>
          </p:cNvPr>
          <p:cNvSpPr>
            <a:spLocks noGrp="1"/>
          </p:cNvSpPr>
          <p:nvPr/>
        </p:nvSpPr>
        <p:spPr>
          <a:xfrm>
            <a:off x="11610698" y="5608912"/>
            <a:ext cx="290813" cy="55774"/>
          </a:xfrm>
          <a:custGeom>
            <a:avLst/>
            <a:gdLst/>
            <a:ahLst/>
            <a:cxnLst/>
            <a:rect l="0" t="0" r="0" b="0"/>
            <a:pathLst>
              <a:path w="290813" h="55774">
                <a:moveTo>
                  <a:pt x="0" y="55774"/>
                </a:moveTo>
                <a:lnTo>
                  <a:pt x="290813" y="0"/>
                </a:lnTo>
              </a:path>
            </a:pathLst>
          </a:custGeom>
          <a:noFill/>
          <a:ln w="13185">
            <a:solidFill>
              <a:srgbClr val="46AA4C">
                <a:alpha val="13000"/>
              </a:srgbClr>
            </a:solidFill>
            <a:prstDash val="solid"/>
          </a:ln>
        </p:spPr>
      </p:sp>
      <p:sp>
        <p:nvSpPr>
          <p:cNvPr id="737" name="lumia-token-stream-curve">
            <a:extLst>
              <a:ext uri="{FF2B5EF4-FFF2-40B4-BE49-F238E27FC236}">
                <a16:creationId xmlns:a16="http://schemas.microsoft.com/office/drawing/2014/main" id="{7D12779D-C407-4667-A740-E15754B5DDFB}"/>
              </a:ext>
            </a:extLst>
          </p:cNvPr>
          <p:cNvSpPr>
            <a:spLocks noGrp="1"/>
          </p:cNvSpPr>
          <p:nvPr/>
        </p:nvSpPr>
        <p:spPr>
          <a:xfrm>
            <a:off x="11901512" y="5570399"/>
            <a:ext cx="290488" cy="38513"/>
          </a:xfrm>
          <a:custGeom>
            <a:avLst/>
            <a:gdLst/>
            <a:ahLst/>
            <a:cxnLst/>
            <a:rect l="0" t="0" r="0" b="0"/>
            <a:pathLst>
              <a:path w="290488" h="38513">
                <a:moveTo>
                  <a:pt x="0" y="38513"/>
                </a:moveTo>
                <a:lnTo>
                  <a:pt x="290488" y="0"/>
                </a:lnTo>
              </a:path>
            </a:pathLst>
          </a:custGeom>
          <a:noFill/>
          <a:ln w="13202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738" name="lumia-token-stream-curve">
            <a:extLst>
              <a:ext uri="{FF2B5EF4-FFF2-40B4-BE49-F238E27FC236}">
                <a16:creationId xmlns:a16="http://schemas.microsoft.com/office/drawing/2014/main" id="{DB5E0C23-D8E1-4739-803E-D42CCD7D1E64}"/>
              </a:ext>
            </a:extLst>
          </p:cNvPr>
          <p:cNvSpPr>
            <a:spLocks noGrp="1"/>
          </p:cNvSpPr>
          <p:nvPr/>
        </p:nvSpPr>
        <p:spPr>
          <a:xfrm>
            <a:off x="45177" y="6475247"/>
            <a:ext cx="207333" cy="20256"/>
          </a:xfrm>
          <a:custGeom>
            <a:avLst/>
            <a:gdLst/>
            <a:ahLst/>
            <a:cxnLst/>
            <a:rect l="0" t="0" r="0" b="0"/>
            <a:pathLst>
              <a:path w="207333" h="20256">
                <a:moveTo>
                  <a:pt x="0" y="20256"/>
                </a:moveTo>
                <a:lnTo>
                  <a:pt x="207333" y="0"/>
                </a:lnTo>
              </a:path>
            </a:pathLst>
          </a:custGeom>
          <a:noFill/>
          <a:ln w="8573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739" name="lumia-token-stream-curve">
            <a:extLst>
              <a:ext uri="{FF2B5EF4-FFF2-40B4-BE49-F238E27FC236}">
                <a16:creationId xmlns:a16="http://schemas.microsoft.com/office/drawing/2014/main" id="{8482DD59-34B5-4310-92EF-84075C7E0D2D}"/>
              </a:ext>
            </a:extLst>
          </p:cNvPr>
          <p:cNvSpPr>
            <a:spLocks noGrp="1"/>
          </p:cNvSpPr>
          <p:nvPr/>
        </p:nvSpPr>
        <p:spPr>
          <a:xfrm>
            <a:off x="252510" y="6459216"/>
            <a:ext cx="211108" cy="16031"/>
          </a:xfrm>
          <a:custGeom>
            <a:avLst/>
            <a:gdLst/>
            <a:ahLst/>
            <a:cxnLst/>
            <a:rect l="0" t="0" r="0" b="0"/>
            <a:pathLst>
              <a:path w="211108" h="16031">
                <a:moveTo>
                  <a:pt x="0" y="16031"/>
                </a:moveTo>
                <a:lnTo>
                  <a:pt x="211108" y="0"/>
                </a:lnTo>
              </a:path>
            </a:pathLst>
          </a:custGeom>
          <a:noFill/>
          <a:ln w="8573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740" name="lumia-token-stream-curve">
            <a:extLst>
              <a:ext uri="{FF2B5EF4-FFF2-40B4-BE49-F238E27FC236}">
                <a16:creationId xmlns:a16="http://schemas.microsoft.com/office/drawing/2014/main" id="{8C3A2DE7-F704-422E-B05F-905B433459E8}"/>
              </a:ext>
            </a:extLst>
          </p:cNvPr>
          <p:cNvSpPr>
            <a:spLocks noGrp="1"/>
          </p:cNvSpPr>
          <p:nvPr/>
        </p:nvSpPr>
        <p:spPr>
          <a:xfrm>
            <a:off x="463618" y="6449875"/>
            <a:ext cx="214798" cy="9525"/>
          </a:xfrm>
          <a:custGeom>
            <a:avLst/>
            <a:gdLst/>
            <a:ahLst/>
            <a:cxnLst/>
            <a:rect l="0" t="0" r="0" b="0"/>
            <a:pathLst>
              <a:path w="214798" h="9525">
                <a:moveTo>
                  <a:pt x="0" y="9341"/>
                </a:moveTo>
                <a:lnTo>
                  <a:pt x="214798" y="0"/>
                </a:lnTo>
              </a:path>
            </a:pathLst>
          </a:custGeom>
          <a:noFill/>
          <a:ln w="8573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741" name="lumia-token-stream-curve">
            <a:extLst>
              <a:ext uri="{FF2B5EF4-FFF2-40B4-BE49-F238E27FC236}">
                <a16:creationId xmlns:a16="http://schemas.microsoft.com/office/drawing/2014/main" id="{DD7FCF04-9634-4ABF-939D-311306934AEA}"/>
              </a:ext>
            </a:extLst>
          </p:cNvPr>
          <p:cNvSpPr>
            <a:spLocks noGrp="1"/>
          </p:cNvSpPr>
          <p:nvPr/>
        </p:nvSpPr>
        <p:spPr>
          <a:xfrm>
            <a:off x="678416" y="6449274"/>
            <a:ext cx="218403" cy="9525"/>
          </a:xfrm>
          <a:custGeom>
            <a:avLst/>
            <a:gdLst/>
            <a:ahLst/>
            <a:cxnLst/>
            <a:rect l="0" t="0" r="0" b="0"/>
            <a:pathLst>
              <a:path w="218403" h="9525">
                <a:moveTo>
                  <a:pt x="0" y="601"/>
                </a:moveTo>
                <a:lnTo>
                  <a:pt x="218403" y="0"/>
                </a:lnTo>
              </a:path>
            </a:pathLst>
          </a:custGeom>
          <a:noFill/>
          <a:ln w="8573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742" name="lumia-token-stream-curve">
            <a:extLst>
              <a:ext uri="{FF2B5EF4-FFF2-40B4-BE49-F238E27FC236}">
                <a16:creationId xmlns:a16="http://schemas.microsoft.com/office/drawing/2014/main" id="{9C73EDC7-A355-4C57-AD92-C84B3CE70A19}"/>
              </a:ext>
            </a:extLst>
          </p:cNvPr>
          <p:cNvSpPr>
            <a:spLocks noGrp="1"/>
          </p:cNvSpPr>
          <p:nvPr/>
        </p:nvSpPr>
        <p:spPr>
          <a:xfrm>
            <a:off x="896819" y="6449274"/>
            <a:ext cx="221921" cy="9543"/>
          </a:xfrm>
          <a:custGeom>
            <a:avLst/>
            <a:gdLst/>
            <a:ahLst/>
            <a:cxnLst/>
            <a:rect l="0" t="0" r="0" b="0"/>
            <a:pathLst>
              <a:path w="221921" h="9543">
                <a:moveTo>
                  <a:pt x="0" y="0"/>
                </a:moveTo>
                <a:lnTo>
                  <a:pt x="221921" y="9543"/>
                </a:lnTo>
              </a:path>
            </a:pathLst>
          </a:custGeom>
          <a:noFill/>
          <a:ln w="8573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743" name="lumia-token-stream-curve">
            <a:extLst>
              <a:ext uri="{FF2B5EF4-FFF2-40B4-BE49-F238E27FC236}">
                <a16:creationId xmlns:a16="http://schemas.microsoft.com/office/drawing/2014/main" id="{8A6BFAFB-0875-48E3-91A2-7349DCD9822B}"/>
              </a:ext>
            </a:extLst>
          </p:cNvPr>
          <p:cNvSpPr>
            <a:spLocks noGrp="1"/>
          </p:cNvSpPr>
          <p:nvPr/>
        </p:nvSpPr>
        <p:spPr>
          <a:xfrm>
            <a:off x="1118740" y="6458817"/>
            <a:ext cx="225355" cy="20244"/>
          </a:xfrm>
          <a:custGeom>
            <a:avLst/>
            <a:gdLst/>
            <a:ahLst/>
            <a:cxnLst/>
            <a:rect l="0" t="0" r="0" b="0"/>
            <a:pathLst>
              <a:path w="225355" h="20244">
                <a:moveTo>
                  <a:pt x="0" y="0"/>
                </a:moveTo>
                <a:lnTo>
                  <a:pt x="225355" y="20244"/>
                </a:lnTo>
              </a:path>
            </a:pathLst>
          </a:custGeom>
          <a:noFill/>
          <a:ln w="8573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744" name="lumia-token-stream-curve">
            <a:extLst>
              <a:ext uri="{FF2B5EF4-FFF2-40B4-BE49-F238E27FC236}">
                <a16:creationId xmlns:a16="http://schemas.microsoft.com/office/drawing/2014/main" id="{F1397578-547E-48E3-A996-31C15C92FE4D}"/>
              </a:ext>
            </a:extLst>
          </p:cNvPr>
          <p:cNvSpPr>
            <a:spLocks noGrp="1"/>
          </p:cNvSpPr>
          <p:nvPr/>
        </p:nvSpPr>
        <p:spPr>
          <a:xfrm>
            <a:off x="1344095" y="6479062"/>
            <a:ext cx="228702" cy="30514"/>
          </a:xfrm>
          <a:custGeom>
            <a:avLst/>
            <a:gdLst/>
            <a:ahLst/>
            <a:cxnLst/>
            <a:rect l="0" t="0" r="0" b="0"/>
            <a:pathLst>
              <a:path w="228702" h="30514">
                <a:moveTo>
                  <a:pt x="0" y="0"/>
                </a:moveTo>
                <a:lnTo>
                  <a:pt x="228702" y="30514"/>
                </a:lnTo>
              </a:path>
            </a:pathLst>
          </a:custGeom>
          <a:noFill/>
          <a:ln w="8573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745" name="lumia-token-stream-curve">
            <a:extLst>
              <a:ext uri="{FF2B5EF4-FFF2-40B4-BE49-F238E27FC236}">
                <a16:creationId xmlns:a16="http://schemas.microsoft.com/office/drawing/2014/main" id="{76E48AD7-1CA9-4186-AD20-8B0831933457}"/>
              </a:ext>
            </a:extLst>
          </p:cNvPr>
          <p:cNvSpPr>
            <a:spLocks noGrp="1"/>
          </p:cNvSpPr>
          <p:nvPr/>
        </p:nvSpPr>
        <p:spPr>
          <a:xfrm>
            <a:off x="1572797" y="6509576"/>
            <a:ext cx="231965" cy="39298"/>
          </a:xfrm>
          <a:custGeom>
            <a:avLst/>
            <a:gdLst/>
            <a:ahLst/>
            <a:cxnLst/>
            <a:rect l="0" t="0" r="0" b="0"/>
            <a:pathLst>
              <a:path w="231965" h="39298">
                <a:moveTo>
                  <a:pt x="0" y="0"/>
                </a:moveTo>
                <a:lnTo>
                  <a:pt x="231965" y="39298"/>
                </a:lnTo>
              </a:path>
            </a:pathLst>
          </a:custGeom>
          <a:noFill/>
          <a:ln w="8573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746" name="lumia-token-stream-curve">
            <a:extLst>
              <a:ext uri="{FF2B5EF4-FFF2-40B4-BE49-F238E27FC236}">
                <a16:creationId xmlns:a16="http://schemas.microsoft.com/office/drawing/2014/main" id="{9EEEC153-6087-4DB5-A25D-F21F967456C1}"/>
              </a:ext>
            </a:extLst>
          </p:cNvPr>
          <p:cNvSpPr>
            <a:spLocks noGrp="1"/>
          </p:cNvSpPr>
          <p:nvPr/>
        </p:nvSpPr>
        <p:spPr>
          <a:xfrm>
            <a:off x="1804762" y="6548874"/>
            <a:ext cx="235142" cy="45576"/>
          </a:xfrm>
          <a:custGeom>
            <a:avLst/>
            <a:gdLst/>
            <a:ahLst/>
            <a:cxnLst/>
            <a:rect l="0" t="0" r="0" b="0"/>
            <a:pathLst>
              <a:path w="235142" h="45576">
                <a:moveTo>
                  <a:pt x="0" y="0"/>
                </a:moveTo>
                <a:lnTo>
                  <a:pt x="235142" y="45576"/>
                </a:lnTo>
              </a:path>
            </a:pathLst>
          </a:custGeom>
          <a:noFill/>
          <a:ln w="8573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747" name="lumia-token-stream-curve">
            <a:extLst>
              <a:ext uri="{FF2B5EF4-FFF2-40B4-BE49-F238E27FC236}">
                <a16:creationId xmlns:a16="http://schemas.microsoft.com/office/drawing/2014/main" id="{B8FEEE53-3B2A-412F-A467-82209691BAD5}"/>
              </a:ext>
            </a:extLst>
          </p:cNvPr>
          <p:cNvSpPr>
            <a:spLocks noGrp="1"/>
          </p:cNvSpPr>
          <p:nvPr/>
        </p:nvSpPr>
        <p:spPr>
          <a:xfrm>
            <a:off x="2039904" y="6594450"/>
            <a:ext cx="238233" cy="48473"/>
          </a:xfrm>
          <a:custGeom>
            <a:avLst/>
            <a:gdLst/>
            <a:ahLst/>
            <a:cxnLst/>
            <a:rect l="0" t="0" r="0" b="0"/>
            <a:pathLst>
              <a:path w="238233" h="48473">
                <a:moveTo>
                  <a:pt x="0" y="0"/>
                </a:moveTo>
                <a:lnTo>
                  <a:pt x="238233" y="48473"/>
                </a:lnTo>
              </a:path>
            </a:pathLst>
          </a:custGeom>
          <a:noFill/>
          <a:ln w="8573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748" name="lumia-token-stream-curve">
            <a:extLst>
              <a:ext uri="{FF2B5EF4-FFF2-40B4-BE49-F238E27FC236}">
                <a16:creationId xmlns:a16="http://schemas.microsoft.com/office/drawing/2014/main" id="{DB553F05-5A99-4886-B2D5-08D82B9849F1}"/>
              </a:ext>
            </a:extLst>
          </p:cNvPr>
          <p:cNvSpPr>
            <a:spLocks noGrp="1"/>
          </p:cNvSpPr>
          <p:nvPr/>
        </p:nvSpPr>
        <p:spPr>
          <a:xfrm>
            <a:off x="2278137" y="6642923"/>
            <a:ext cx="241239" cy="47365"/>
          </a:xfrm>
          <a:custGeom>
            <a:avLst/>
            <a:gdLst/>
            <a:ahLst/>
            <a:cxnLst/>
            <a:rect l="0" t="0" r="0" b="0"/>
            <a:pathLst>
              <a:path w="241239" h="47365">
                <a:moveTo>
                  <a:pt x="0" y="0"/>
                </a:moveTo>
                <a:lnTo>
                  <a:pt x="241239" y="47365"/>
                </a:lnTo>
              </a:path>
            </a:pathLst>
          </a:custGeom>
          <a:noFill/>
          <a:ln w="8573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749" name="lumia-token-stream-curve">
            <a:extLst>
              <a:ext uri="{FF2B5EF4-FFF2-40B4-BE49-F238E27FC236}">
                <a16:creationId xmlns:a16="http://schemas.microsoft.com/office/drawing/2014/main" id="{72755B74-3525-43BD-83F3-FF335AF8AE88}"/>
              </a:ext>
            </a:extLst>
          </p:cNvPr>
          <p:cNvSpPr>
            <a:spLocks noGrp="1"/>
          </p:cNvSpPr>
          <p:nvPr/>
        </p:nvSpPr>
        <p:spPr>
          <a:xfrm>
            <a:off x="2519375" y="6690288"/>
            <a:ext cx="244159" cy="15312"/>
          </a:xfrm>
          <a:custGeom>
            <a:avLst/>
            <a:gdLst/>
            <a:ahLst/>
            <a:cxnLst/>
            <a:rect l="0" t="0" r="0" b="0"/>
            <a:pathLst>
              <a:path w="244159" h="15312">
                <a:moveTo>
                  <a:pt x="0" y="0"/>
                </a:moveTo>
                <a:lnTo>
                  <a:pt x="244159" y="15312"/>
                </a:lnTo>
              </a:path>
            </a:pathLst>
          </a:custGeom>
          <a:noFill/>
          <a:ln w="8573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750" name="lumia-token-stream-curve">
            <a:extLst>
              <a:ext uri="{FF2B5EF4-FFF2-40B4-BE49-F238E27FC236}">
                <a16:creationId xmlns:a16="http://schemas.microsoft.com/office/drawing/2014/main" id="{2572ED48-DFBB-4ED0-83AC-AC61A6C53D53}"/>
              </a:ext>
            </a:extLst>
          </p:cNvPr>
          <p:cNvSpPr>
            <a:spLocks noGrp="1"/>
          </p:cNvSpPr>
          <p:nvPr/>
        </p:nvSpPr>
        <p:spPr>
          <a:xfrm>
            <a:off x="2763534" y="6705600"/>
            <a:ext cx="246994" cy="9525"/>
          </a:xfrm>
          <a:custGeom>
            <a:avLst/>
            <a:gdLst/>
            <a:ahLst/>
            <a:cxnLst/>
            <a:rect l="0" t="0" r="0" b="0"/>
            <a:pathLst>
              <a:path w="246994" h="9525">
                <a:moveTo>
                  <a:pt x="0" y="0"/>
                </a:moveTo>
                <a:lnTo>
                  <a:pt x="246994" y="0"/>
                </a:lnTo>
              </a:path>
            </a:pathLst>
          </a:custGeom>
          <a:noFill/>
          <a:ln w="8573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751" name="lumia-token-stream-curve">
            <a:extLst>
              <a:ext uri="{FF2B5EF4-FFF2-40B4-BE49-F238E27FC236}">
                <a16:creationId xmlns:a16="http://schemas.microsoft.com/office/drawing/2014/main" id="{6554836B-F58E-4D59-8A3D-99B032785361}"/>
              </a:ext>
            </a:extLst>
          </p:cNvPr>
          <p:cNvSpPr>
            <a:spLocks noGrp="1"/>
          </p:cNvSpPr>
          <p:nvPr/>
        </p:nvSpPr>
        <p:spPr>
          <a:xfrm>
            <a:off x="3010528" y="6705600"/>
            <a:ext cx="249743" cy="9525"/>
          </a:xfrm>
          <a:custGeom>
            <a:avLst/>
            <a:gdLst/>
            <a:ahLst/>
            <a:cxnLst/>
            <a:rect l="0" t="0" r="0" b="0"/>
            <a:pathLst>
              <a:path w="249743" h="9525">
                <a:moveTo>
                  <a:pt x="0" y="0"/>
                </a:moveTo>
                <a:lnTo>
                  <a:pt x="249743" y="0"/>
                </a:lnTo>
              </a:path>
            </a:pathLst>
          </a:custGeom>
          <a:noFill/>
          <a:ln w="8573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752" name="lumia-token-stream-curve">
            <a:extLst>
              <a:ext uri="{FF2B5EF4-FFF2-40B4-BE49-F238E27FC236}">
                <a16:creationId xmlns:a16="http://schemas.microsoft.com/office/drawing/2014/main" id="{5180BBF6-D817-4C94-AB39-111418081749}"/>
              </a:ext>
            </a:extLst>
          </p:cNvPr>
          <p:cNvSpPr>
            <a:spLocks noGrp="1"/>
          </p:cNvSpPr>
          <p:nvPr/>
        </p:nvSpPr>
        <p:spPr>
          <a:xfrm>
            <a:off x="3260271" y="6705600"/>
            <a:ext cx="252407" cy="9525"/>
          </a:xfrm>
          <a:custGeom>
            <a:avLst/>
            <a:gdLst/>
            <a:ahLst/>
            <a:cxnLst/>
            <a:rect l="0" t="0" r="0" b="0"/>
            <a:pathLst>
              <a:path w="252407" h="9525">
                <a:moveTo>
                  <a:pt x="0" y="0"/>
                </a:moveTo>
                <a:lnTo>
                  <a:pt x="252407" y="0"/>
                </a:lnTo>
              </a:path>
            </a:pathLst>
          </a:custGeom>
          <a:noFill/>
          <a:ln w="8573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753" name="lumia-token-stream-curve">
            <a:extLst>
              <a:ext uri="{FF2B5EF4-FFF2-40B4-BE49-F238E27FC236}">
                <a16:creationId xmlns:a16="http://schemas.microsoft.com/office/drawing/2014/main" id="{7A337F37-90D6-45AD-8FB8-AC59F94DC363}"/>
              </a:ext>
            </a:extLst>
          </p:cNvPr>
          <p:cNvSpPr>
            <a:spLocks noGrp="1"/>
          </p:cNvSpPr>
          <p:nvPr/>
        </p:nvSpPr>
        <p:spPr>
          <a:xfrm>
            <a:off x="3512678" y="6705600"/>
            <a:ext cx="254985" cy="9525"/>
          </a:xfrm>
          <a:custGeom>
            <a:avLst/>
            <a:gdLst/>
            <a:ahLst/>
            <a:cxnLst/>
            <a:rect l="0" t="0" r="0" b="0"/>
            <a:pathLst>
              <a:path w="254985" h="9525">
                <a:moveTo>
                  <a:pt x="0" y="0"/>
                </a:moveTo>
                <a:lnTo>
                  <a:pt x="254985" y="0"/>
                </a:lnTo>
              </a:path>
            </a:pathLst>
          </a:custGeom>
          <a:noFill/>
          <a:ln w="8573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754" name="lumia-token-stream-curve">
            <a:extLst>
              <a:ext uri="{FF2B5EF4-FFF2-40B4-BE49-F238E27FC236}">
                <a16:creationId xmlns:a16="http://schemas.microsoft.com/office/drawing/2014/main" id="{1B01D5B3-FF10-4C7C-84D0-47BC8D4D78F8}"/>
              </a:ext>
            </a:extLst>
          </p:cNvPr>
          <p:cNvSpPr>
            <a:spLocks noGrp="1"/>
          </p:cNvSpPr>
          <p:nvPr/>
        </p:nvSpPr>
        <p:spPr>
          <a:xfrm>
            <a:off x="3767662" y="6705600"/>
            <a:ext cx="257478" cy="9525"/>
          </a:xfrm>
          <a:custGeom>
            <a:avLst/>
            <a:gdLst/>
            <a:ahLst/>
            <a:cxnLst/>
            <a:rect l="0" t="0" r="0" b="0"/>
            <a:pathLst>
              <a:path w="257478" h="9525">
                <a:moveTo>
                  <a:pt x="0" y="0"/>
                </a:moveTo>
                <a:lnTo>
                  <a:pt x="257478" y="0"/>
                </a:lnTo>
              </a:path>
            </a:pathLst>
          </a:custGeom>
          <a:noFill/>
          <a:ln w="8574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755" name="lumia-token-stream-curve">
            <a:extLst>
              <a:ext uri="{FF2B5EF4-FFF2-40B4-BE49-F238E27FC236}">
                <a16:creationId xmlns:a16="http://schemas.microsoft.com/office/drawing/2014/main" id="{8265A150-F94F-449D-8D66-1B6331AF285A}"/>
              </a:ext>
            </a:extLst>
          </p:cNvPr>
          <p:cNvSpPr>
            <a:spLocks noGrp="1"/>
          </p:cNvSpPr>
          <p:nvPr/>
        </p:nvSpPr>
        <p:spPr>
          <a:xfrm>
            <a:off x="4025140" y="6700341"/>
            <a:ext cx="259885" cy="9525"/>
          </a:xfrm>
          <a:custGeom>
            <a:avLst/>
            <a:gdLst/>
            <a:ahLst/>
            <a:cxnLst/>
            <a:rect l="0" t="0" r="0" b="0"/>
            <a:pathLst>
              <a:path w="259885" h="9525">
                <a:moveTo>
                  <a:pt x="0" y="5259"/>
                </a:moveTo>
                <a:lnTo>
                  <a:pt x="259885" y="0"/>
                </a:lnTo>
              </a:path>
            </a:pathLst>
          </a:custGeom>
          <a:noFill/>
          <a:ln w="8600">
            <a:solidFill>
              <a:srgbClr val="A33F64">
                <a:alpha val="7000"/>
              </a:srgbClr>
            </a:solidFill>
            <a:prstDash val="solid"/>
          </a:ln>
        </p:spPr>
      </p:sp>
      <p:sp>
        <p:nvSpPr>
          <p:cNvPr id="756" name="lumia-token-stream-curve">
            <a:extLst>
              <a:ext uri="{FF2B5EF4-FFF2-40B4-BE49-F238E27FC236}">
                <a16:creationId xmlns:a16="http://schemas.microsoft.com/office/drawing/2014/main" id="{4BD09E60-052B-4D4F-ABE6-5AB22E0BC913}"/>
              </a:ext>
            </a:extLst>
          </p:cNvPr>
          <p:cNvSpPr>
            <a:spLocks noGrp="1"/>
          </p:cNvSpPr>
          <p:nvPr/>
        </p:nvSpPr>
        <p:spPr>
          <a:xfrm>
            <a:off x="4285025" y="6645069"/>
            <a:ext cx="262207" cy="55273"/>
          </a:xfrm>
          <a:custGeom>
            <a:avLst/>
            <a:gdLst/>
            <a:ahLst/>
            <a:cxnLst/>
            <a:rect l="0" t="0" r="0" b="0"/>
            <a:pathLst>
              <a:path w="262207" h="55273">
                <a:moveTo>
                  <a:pt x="0" y="55273"/>
                </a:moveTo>
                <a:lnTo>
                  <a:pt x="262207" y="0"/>
                </a:lnTo>
              </a:path>
            </a:pathLst>
          </a:custGeom>
          <a:noFill/>
          <a:ln w="8659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757" name="lumia-token-stream-curve">
            <a:extLst>
              <a:ext uri="{FF2B5EF4-FFF2-40B4-BE49-F238E27FC236}">
                <a16:creationId xmlns:a16="http://schemas.microsoft.com/office/drawing/2014/main" id="{560685F9-2765-4D46-88F9-FCC7362FB901}"/>
              </a:ext>
            </a:extLst>
          </p:cNvPr>
          <p:cNvSpPr>
            <a:spLocks noGrp="1"/>
          </p:cNvSpPr>
          <p:nvPr/>
        </p:nvSpPr>
        <p:spPr>
          <a:xfrm>
            <a:off x="4547232" y="6583576"/>
            <a:ext cx="264443" cy="61493"/>
          </a:xfrm>
          <a:custGeom>
            <a:avLst/>
            <a:gdLst/>
            <a:ahLst/>
            <a:cxnLst/>
            <a:rect l="0" t="0" r="0" b="0"/>
            <a:pathLst>
              <a:path w="264443" h="61493">
                <a:moveTo>
                  <a:pt x="0" y="61493"/>
                </a:moveTo>
                <a:lnTo>
                  <a:pt x="264443" y="0"/>
                </a:lnTo>
              </a:path>
            </a:pathLst>
          </a:custGeom>
          <a:noFill/>
          <a:ln w="8749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758" name="lumia-token-stream-curve">
            <a:extLst>
              <a:ext uri="{FF2B5EF4-FFF2-40B4-BE49-F238E27FC236}">
                <a16:creationId xmlns:a16="http://schemas.microsoft.com/office/drawing/2014/main" id="{4B470473-1559-479B-A2BC-0DD0768637C1}"/>
              </a:ext>
            </a:extLst>
          </p:cNvPr>
          <p:cNvSpPr>
            <a:spLocks noGrp="1"/>
          </p:cNvSpPr>
          <p:nvPr/>
        </p:nvSpPr>
        <p:spPr>
          <a:xfrm>
            <a:off x="4811675" y="6521355"/>
            <a:ext cx="266594" cy="62221"/>
          </a:xfrm>
          <a:custGeom>
            <a:avLst/>
            <a:gdLst/>
            <a:ahLst/>
            <a:cxnLst/>
            <a:rect l="0" t="0" r="0" b="0"/>
            <a:pathLst>
              <a:path w="266594" h="62221">
                <a:moveTo>
                  <a:pt x="0" y="62221"/>
                </a:moveTo>
                <a:lnTo>
                  <a:pt x="266594" y="0"/>
                </a:lnTo>
              </a:path>
            </a:pathLst>
          </a:custGeom>
          <a:noFill/>
          <a:ln w="8867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759" name="lumia-token-stream-curve">
            <a:extLst>
              <a:ext uri="{FF2B5EF4-FFF2-40B4-BE49-F238E27FC236}">
                <a16:creationId xmlns:a16="http://schemas.microsoft.com/office/drawing/2014/main" id="{96537ACA-E314-4F21-8E6F-7D51AC02F9EC}"/>
              </a:ext>
            </a:extLst>
          </p:cNvPr>
          <p:cNvSpPr>
            <a:spLocks noGrp="1"/>
          </p:cNvSpPr>
          <p:nvPr/>
        </p:nvSpPr>
        <p:spPr>
          <a:xfrm>
            <a:off x="5078269" y="6464029"/>
            <a:ext cx="268659" cy="57326"/>
          </a:xfrm>
          <a:custGeom>
            <a:avLst/>
            <a:gdLst/>
            <a:ahLst/>
            <a:cxnLst/>
            <a:rect l="0" t="0" r="0" b="0"/>
            <a:pathLst>
              <a:path w="268659" h="57326">
                <a:moveTo>
                  <a:pt x="0" y="57326"/>
                </a:moveTo>
                <a:lnTo>
                  <a:pt x="268659" y="0"/>
                </a:lnTo>
              </a:path>
            </a:pathLst>
          </a:custGeom>
          <a:noFill/>
          <a:ln w="9010">
            <a:solidFill>
              <a:srgbClr val="D74242">
                <a:alpha val="8000"/>
              </a:srgbClr>
            </a:solidFill>
            <a:prstDash val="solid"/>
          </a:ln>
        </p:spPr>
      </p:sp>
      <p:sp>
        <p:nvSpPr>
          <p:cNvPr id="760" name="lumia-token-stream-curve">
            <a:extLst>
              <a:ext uri="{FF2B5EF4-FFF2-40B4-BE49-F238E27FC236}">
                <a16:creationId xmlns:a16="http://schemas.microsoft.com/office/drawing/2014/main" id="{23B49CF9-1D79-4C37-B252-AF2835C488F3}"/>
              </a:ext>
            </a:extLst>
          </p:cNvPr>
          <p:cNvSpPr>
            <a:spLocks noGrp="1"/>
          </p:cNvSpPr>
          <p:nvPr/>
        </p:nvSpPr>
        <p:spPr>
          <a:xfrm>
            <a:off x="5346928" y="6416686"/>
            <a:ext cx="270639" cy="47343"/>
          </a:xfrm>
          <a:custGeom>
            <a:avLst/>
            <a:gdLst/>
            <a:ahLst/>
            <a:cxnLst/>
            <a:rect l="0" t="0" r="0" b="0"/>
            <a:pathLst>
              <a:path w="270639" h="47343">
                <a:moveTo>
                  <a:pt x="0" y="47343"/>
                </a:moveTo>
                <a:lnTo>
                  <a:pt x="270639" y="0"/>
                </a:lnTo>
              </a:path>
            </a:pathLst>
          </a:custGeom>
          <a:noFill/>
          <a:ln w="9177">
            <a:solidFill>
              <a:srgbClr val="E44339">
                <a:alpha val="8000"/>
              </a:srgbClr>
            </a:solidFill>
            <a:prstDash val="solid"/>
          </a:ln>
        </p:spPr>
      </p:sp>
      <p:sp>
        <p:nvSpPr>
          <p:cNvPr id="761" name="lumia-token-stream-curve">
            <a:extLst>
              <a:ext uri="{FF2B5EF4-FFF2-40B4-BE49-F238E27FC236}">
                <a16:creationId xmlns:a16="http://schemas.microsoft.com/office/drawing/2014/main" id="{F52C743C-D06C-4465-8589-9FD2EC9EBBA7}"/>
              </a:ext>
            </a:extLst>
          </p:cNvPr>
          <p:cNvSpPr>
            <a:spLocks noGrp="1"/>
          </p:cNvSpPr>
          <p:nvPr/>
        </p:nvSpPr>
        <p:spPr>
          <a:xfrm>
            <a:off x="5617566" y="6383235"/>
            <a:ext cx="272533" cy="33451"/>
          </a:xfrm>
          <a:custGeom>
            <a:avLst/>
            <a:gdLst/>
            <a:ahLst/>
            <a:cxnLst/>
            <a:rect l="0" t="0" r="0" b="0"/>
            <a:pathLst>
              <a:path w="272533" h="33451">
                <a:moveTo>
                  <a:pt x="0" y="33451"/>
                </a:moveTo>
                <a:lnTo>
                  <a:pt x="272533" y="0"/>
                </a:lnTo>
              </a:path>
            </a:pathLst>
          </a:custGeom>
          <a:noFill/>
          <a:ln w="9364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762" name="lumia-token-stream-curve">
            <a:extLst>
              <a:ext uri="{FF2B5EF4-FFF2-40B4-BE49-F238E27FC236}">
                <a16:creationId xmlns:a16="http://schemas.microsoft.com/office/drawing/2014/main" id="{EEC0E402-4F22-41AC-9E20-062AA9D2DC0B}"/>
              </a:ext>
            </a:extLst>
          </p:cNvPr>
          <p:cNvSpPr>
            <a:spLocks noGrp="1"/>
          </p:cNvSpPr>
          <p:nvPr/>
        </p:nvSpPr>
        <p:spPr>
          <a:xfrm>
            <a:off x="5890099" y="6365870"/>
            <a:ext cx="274342" cy="17365"/>
          </a:xfrm>
          <a:custGeom>
            <a:avLst/>
            <a:gdLst/>
            <a:ahLst/>
            <a:cxnLst/>
            <a:rect l="0" t="0" r="0" b="0"/>
            <a:pathLst>
              <a:path w="274342" h="17365">
                <a:moveTo>
                  <a:pt x="0" y="17365"/>
                </a:moveTo>
                <a:lnTo>
                  <a:pt x="274342" y="0"/>
                </a:lnTo>
              </a:path>
            </a:pathLst>
          </a:custGeom>
          <a:noFill/>
          <a:ln w="9569">
            <a:solidFill>
              <a:srgbClr val="EC532F">
                <a:alpha val="9000"/>
              </a:srgbClr>
            </a:solidFill>
            <a:prstDash val="solid"/>
          </a:ln>
        </p:spPr>
      </p:sp>
      <p:sp>
        <p:nvSpPr>
          <p:cNvPr id="763" name="lumia-token-stream-curve">
            <a:extLst>
              <a:ext uri="{FF2B5EF4-FFF2-40B4-BE49-F238E27FC236}">
                <a16:creationId xmlns:a16="http://schemas.microsoft.com/office/drawing/2014/main" id="{80292A8D-922D-42FE-9313-A053B5839494}"/>
              </a:ext>
            </a:extLst>
          </p:cNvPr>
          <p:cNvSpPr>
            <a:spLocks noGrp="1"/>
          </p:cNvSpPr>
          <p:nvPr/>
        </p:nvSpPr>
        <p:spPr>
          <a:xfrm>
            <a:off x="6164441" y="6364715"/>
            <a:ext cx="276065" cy="9525"/>
          </a:xfrm>
          <a:custGeom>
            <a:avLst/>
            <a:gdLst/>
            <a:ahLst/>
            <a:cxnLst/>
            <a:rect l="0" t="0" r="0" b="0"/>
            <a:pathLst>
              <a:path w="276065" h="9525">
                <a:moveTo>
                  <a:pt x="0" y="1155"/>
                </a:moveTo>
                <a:lnTo>
                  <a:pt x="276065" y="0"/>
                </a:lnTo>
              </a:path>
            </a:pathLst>
          </a:custGeom>
          <a:noFill/>
          <a:ln w="9790">
            <a:solidFill>
              <a:srgbClr val="EE5E2A">
                <a:alpha val="9000"/>
              </a:srgbClr>
            </a:solidFill>
            <a:prstDash val="solid"/>
          </a:ln>
        </p:spPr>
      </p:sp>
      <p:sp>
        <p:nvSpPr>
          <p:cNvPr id="764" name="lumia-token-stream-curve">
            <a:extLst>
              <a:ext uri="{FF2B5EF4-FFF2-40B4-BE49-F238E27FC236}">
                <a16:creationId xmlns:a16="http://schemas.microsoft.com/office/drawing/2014/main" id="{7FA5A014-9FB2-4D19-ADC6-4DBAB7422015}"/>
              </a:ext>
            </a:extLst>
          </p:cNvPr>
          <p:cNvSpPr>
            <a:spLocks noGrp="1"/>
          </p:cNvSpPr>
          <p:nvPr/>
        </p:nvSpPr>
        <p:spPr>
          <a:xfrm>
            <a:off x="6440506" y="6364715"/>
            <a:ext cx="277703" cy="13002"/>
          </a:xfrm>
          <a:custGeom>
            <a:avLst/>
            <a:gdLst/>
            <a:ahLst/>
            <a:cxnLst/>
            <a:rect l="0" t="0" r="0" b="0"/>
            <a:pathLst>
              <a:path w="277703" h="13002">
                <a:moveTo>
                  <a:pt x="0" y="0"/>
                </a:moveTo>
                <a:lnTo>
                  <a:pt x="277703" y="13002"/>
                </a:lnTo>
              </a:path>
            </a:pathLst>
          </a:custGeom>
          <a:noFill/>
          <a:ln w="10025">
            <a:solidFill>
              <a:srgbClr val="EF6926">
                <a:alpha val="9000"/>
              </a:srgbClr>
            </a:solidFill>
            <a:prstDash val="solid"/>
          </a:ln>
        </p:spPr>
      </p:sp>
      <p:sp>
        <p:nvSpPr>
          <p:cNvPr id="765" name="lumia-token-stream-curve">
            <a:extLst>
              <a:ext uri="{FF2B5EF4-FFF2-40B4-BE49-F238E27FC236}">
                <a16:creationId xmlns:a16="http://schemas.microsoft.com/office/drawing/2014/main" id="{58CF9A34-4638-4DEE-99FB-D7469C8916B1}"/>
              </a:ext>
            </a:extLst>
          </p:cNvPr>
          <p:cNvSpPr>
            <a:spLocks noGrp="1"/>
          </p:cNvSpPr>
          <p:nvPr/>
        </p:nvSpPr>
        <p:spPr>
          <a:xfrm>
            <a:off x="6718208" y="6377717"/>
            <a:ext cx="279255" cy="23090"/>
          </a:xfrm>
          <a:custGeom>
            <a:avLst/>
            <a:gdLst/>
            <a:ahLst/>
            <a:cxnLst/>
            <a:rect l="0" t="0" r="0" b="0"/>
            <a:pathLst>
              <a:path w="279255" h="23090">
                <a:moveTo>
                  <a:pt x="0" y="0"/>
                </a:moveTo>
                <a:lnTo>
                  <a:pt x="279255" y="23090"/>
                </a:lnTo>
              </a:path>
            </a:pathLst>
          </a:custGeom>
          <a:noFill/>
          <a:ln w="10270">
            <a:solidFill>
              <a:srgbClr val="F17322">
                <a:alpha val="10000"/>
              </a:srgbClr>
            </a:solidFill>
            <a:prstDash val="solid"/>
          </a:ln>
        </p:spPr>
      </p:sp>
      <p:sp>
        <p:nvSpPr>
          <p:cNvPr id="766" name="lumia-token-stream-curve">
            <a:extLst>
              <a:ext uri="{FF2B5EF4-FFF2-40B4-BE49-F238E27FC236}">
                <a16:creationId xmlns:a16="http://schemas.microsoft.com/office/drawing/2014/main" id="{4F027108-048F-49DB-BAD3-6552F48E3FAB}"/>
              </a:ext>
            </a:extLst>
          </p:cNvPr>
          <p:cNvSpPr>
            <a:spLocks noGrp="1"/>
          </p:cNvSpPr>
          <p:nvPr/>
        </p:nvSpPr>
        <p:spPr>
          <a:xfrm>
            <a:off x="6997463" y="6400807"/>
            <a:ext cx="280721" cy="27532"/>
          </a:xfrm>
          <a:custGeom>
            <a:avLst/>
            <a:gdLst/>
            <a:ahLst/>
            <a:cxnLst/>
            <a:rect l="0" t="0" r="0" b="0"/>
            <a:pathLst>
              <a:path w="280721" h="27532">
                <a:moveTo>
                  <a:pt x="0" y="0"/>
                </a:moveTo>
                <a:lnTo>
                  <a:pt x="280721" y="27532"/>
                </a:lnTo>
              </a:path>
            </a:pathLst>
          </a:custGeom>
          <a:noFill/>
          <a:ln w="10523">
            <a:solidFill>
              <a:srgbClr val="F27E1E">
                <a:alpha val="10000"/>
              </a:srgbClr>
            </a:solidFill>
            <a:prstDash val="solid"/>
          </a:ln>
        </p:spPr>
      </p:sp>
      <p:sp>
        <p:nvSpPr>
          <p:cNvPr id="767" name="lumia-token-stream-curve">
            <a:extLst>
              <a:ext uri="{FF2B5EF4-FFF2-40B4-BE49-F238E27FC236}">
                <a16:creationId xmlns:a16="http://schemas.microsoft.com/office/drawing/2014/main" id="{F51FA82D-92D8-4463-99FE-BE702827A690}"/>
              </a:ext>
            </a:extLst>
          </p:cNvPr>
          <p:cNvSpPr>
            <a:spLocks noGrp="1"/>
          </p:cNvSpPr>
          <p:nvPr/>
        </p:nvSpPr>
        <p:spPr>
          <a:xfrm>
            <a:off x="7278184" y="6428339"/>
            <a:ext cx="282103" cy="25410"/>
          </a:xfrm>
          <a:custGeom>
            <a:avLst/>
            <a:gdLst/>
            <a:ahLst/>
            <a:cxnLst/>
            <a:rect l="0" t="0" r="0" b="0"/>
            <a:pathLst>
              <a:path w="282103" h="25410">
                <a:moveTo>
                  <a:pt x="0" y="0"/>
                </a:moveTo>
                <a:lnTo>
                  <a:pt x="282103" y="25410"/>
                </a:lnTo>
              </a:path>
            </a:pathLst>
          </a:custGeom>
          <a:noFill/>
          <a:ln w="10783">
            <a:solidFill>
              <a:srgbClr val="F48919">
                <a:alpha val="10000"/>
              </a:srgbClr>
            </a:solidFill>
            <a:prstDash val="solid"/>
          </a:ln>
        </p:spPr>
      </p:sp>
      <p:sp>
        <p:nvSpPr>
          <p:cNvPr id="768" name="lumia-token-stream-curve">
            <a:extLst>
              <a:ext uri="{FF2B5EF4-FFF2-40B4-BE49-F238E27FC236}">
                <a16:creationId xmlns:a16="http://schemas.microsoft.com/office/drawing/2014/main" id="{FDA1A26C-1AD6-47AC-82AA-C007BA2032FB}"/>
              </a:ext>
            </a:extLst>
          </p:cNvPr>
          <p:cNvSpPr>
            <a:spLocks noGrp="1"/>
          </p:cNvSpPr>
          <p:nvPr/>
        </p:nvSpPr>
        <p:spPr>
          <a:xfrm>
            <a:off x="7560287" y="6453749"/>
            <a:ext cx="283398" cy="16623"/>
          </a:xfrm>
          <a:custGeom>
            <a:avLst/>
            <a:gdLst/>
            <a:ahLst/>
            <a:cxnLst/>
            <a:rect l="0" t="0" r="0" b="0"/>
            <a:pathLst>
              <a:path w="283398" h="16623">
                <a:moveTo>
                  <a:pt x="0" y="0"/>
                </a:moveTo>
                <a:lnTo>
                  <a:pt x="283398" y="16623"/>
                </a:lnTo>
              </a:path>
            </a:pathLst>
          </a:custGeom>
          <a:noFill/>
          <a:ln w="11045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769" name="lumia-token-stream-curve">
            <a:extLst>
              <a:ext uri="{FF2B5EF4-FFF2-40B4-BE49-F238E27FC236}">
                <a16:creationId xmlns:a16="http://schemas.microsoft.com/office/drawing/2014/main" id="{BACFE010-8941-4CA1-A8AB-A7CF11100134}"/>
              </a:ext>
            </a:extLst>
          </p:cNvPr>
          <p:cNvSpPr>
            <a:spLocks noGrp="1"/>
          </p:cNvSpPr>
          <p:nvPr/>
        </p:nvSpPr>
        <p:spPr>
          <a:xfrm>
            <a:off x="7843685" y="6470373"/>
            <a:ext cx="284609" cy="9525"/>
          </a:xfrm>
          <a:custGeom>
            <a:avLst/>
            <a:gdLst/>
            <a:ahLst/>
            <a:cxnLst/>
            <a:rect l="0" t="0" r="0" b="0"/>
            <a:pathLst>
              <a:path w="284609" h="9525">
                <a:moveTo>
                  <a:pt x="0" y="0"/>
                </a:moveTo>
                <a:lnTo>
                  <a:pt x="284609" y="1930"/>
                </a:lnTo>
              </a:path>
            </a:pathLst>
          </a:custGeom>
          <a:noFill/>
          <a:ln w="11309">
            <a:solidFill>
              <a:srgbClr val="F79E11">
                <a:alpha val="11000"/>
              </a:srgbClr>
            </a:solidFill>
            <a:prstDash val="solid"/>
          </a:ln>
        </p:spPr>
      </p:sp>
      <p:sp>
        <p:nvSpPr>
          <p:cNvPr id="770" name="lumia-token-stream-curve">
            <a:extLst>
              <a:ext uri="{FF2B5EF4-FFF2-40B4-BE49-F238E27FC236}">
                <a16:creationId xmlns:a16="http://schemas.microsoft.com/office/drawing/2014/main" id="{87CA6365-266B-4C53-A870-098F395403CB}"/>
              </a:ext>
            </a:extLst>
          </p:cNvPr>
          <p:cNvSpPr>
            <a:spLocks noGrp="1"/>
          </p:cNvSpPr>
          <p:nvPr/>
        </p:nvSpPr>
        <p:spPr>
          <a:xfrm>
            <a:off x="8128294" y="6455190"/>
            <a:ext cx="285733" cy="17113"/>
          </a:xfrm>
          <a:custGeom>
            <a:avLst/>
            <a:gdLst/>
            <a:ahLst/>
            <a:cxnLst/>
            <a:rect l="0" t="0" r="0" b="0"/>
            <a:pathLst>
              <a:path w="285733" h="17113">
                <a:moveTo>
                  <a:pt x="0" y="17113"/>
                </a:moveTo>
                <a:lnTo>
                  <a:pt x="285733" y="0"/>
                </a:lnTo>
              </a:path>
            </a:pathLst>
          </a:custGeom>
          <a:noFill/>
          <a:ln w="11571">
            <a:solidFill>
              <a:srgbClr val="F8A90C">
                <a:alpha val="11000"/>
              </a:srgbClr>
            </a:solidFill>
            <a:prstDash val="solid"/>
          </a:ln>
        </p:spPr>
      </p:sp>
      <p:sp>
        <p:nvSpPr>
          <p:cNvPr id="771" name="lumia-token-stream-curve">
            <a:extLst>
              <a:ext uri="{FF2B5EF4-FFF2-40B4-BE49-F238E27FC236}">
                <a16:creationId xmlns:a16="http://schemas.microsoft.com/office/drawing/2014/main" id="{A65C1CBE-8FE7-45E2-9D43-0D3C58E09CA6}"/>
              </a:ext>
            </a:extLst>
          </p:cNvPr>
          <p:cNvSpPr>
            <a:spLocks noGrp="1"/>
          </p:cNvSpPr>
          <p:nvPr/>
        </p:nvSpPr>
        <p:spPr>
          <a:xfrm>
            <a:off x="8414027" y="6416855"/>
            <a:ext cx="286772" cy="38335"/>
          </a:xfrm>
          <a:custGeom>
            <a:avLst/>
            <a:gdLst/>
            <a:ahLst/>
            <a:cxnLst/>
            <a:rect l="0" t="0" r="0" b="0"/>
            <a:pathLst>
              <a:path w="286772" h="38335">
                <a:moveTo>
                  <a:pt x="0" y="38335"/>
                </a:moveTo>
                <a:lnTo>
                  <a:pt x="286772" y="0"/>
                </a:lnTo>
              </a:path>
            </a:pathLst>
          </a:custGeom>
          <a:noFill/>
          <a:ln w="11829">
            <a:solidFill>
              <a:srgbClr val="FAB408">
                <a:alpha val="11000"/>
              </a:srgbClr>
            </a:solidFill>
            <a:prstDash val="solid"/>
          </a:ln>
        </p:spPr>
      </p:sp>
      <p:sp>
        <p:nvSpPr>
          <p:cNvPr id="772" name="lumia-token-stream-curve">
            <a:extLst>
              <a:ext uri="{FF2B5EF4-FFF2-40B4-BE49-F238E27FC236}">
                <a16:creationId xmlns:a16="http://schemas.microsoft.com/office/drawing/2014/main" id="{CBDE41C8-D87B-4BC9-8AF2-3B559E2304C6}"/>
              </a:ext>
            </a:extLst>
          </p:cNvPr>
          <p:cNvSpPr>
            <a:spLocks noGrp="1"/>
          </p:cNvSpPr>
          <p:nvPr/>
        </p:nvSpPr>
        <p:spPr>
          <a:xfrm>
            <a:off x="8700799" y="6357633"/>
            <a:ext cx="287726" cy="59222"/>
          </a:xfrm>
          <a:custGeom>
            <a:avLst/>
            <a:gdLst/>
            <a:ahLst/>
            <a:cxnLst/>
            <a:rect l="0" t="0" r="0" b="0"/>
            <a:pathLst>
              <a:path w="287726" h="59222">
                <a:moveTo>
                  <a:pt x="0" y="59222"/>
                </a:moveTo>
                <a:lnTo>
                  <a:pt x="287726" y="0"/>
                </a:lnTo>
              </a:path>
            </a:pathLst>
          </a:custGeom>
          <a:noFill/>
          <a:ln w="12081">
            <a:solidFill>
              <a:srgbClr val="F7BC07">
                <a:alpha val="12000"/>
              </a:srgbClr>
            </a:solidFill>
            <a:prstDash val="solid"/>
          </a:ln>
        </p:spPr>
      </p:sp>
      <p:sp>
        <p:nvSpPr>
          <p:cNvPr id="773" name="lumia-token-stream-curve">
            <a:extLst>
              <a:ext uri="{FF2B5EF4-FFF2-40B4-BE49-F238E27FC236}">
                <a16:creationId xmlns:a16="http://schemas.microsoft.com/office/drawing/2014/main" id="{BFA544E4-E552-47D9-B4F2-5F17D04B42CB}"/>
              </a:ext>
            </a:extLst>
          </p:cNvPr>
          <p:cNvSpPr>
            <a:spLocks noGrp="1"/>
          </p:cNvSpPr>
          <p:nvPr/>
        </p:nvSpPr>
        <p:spPr>
          <a:xfrm>
            <a:off x="8988525" y="6280388"/>
            <a:ext cx="288594" cy="77245"/>
          </a:xfrm>
          <a:custGeom>
            <a:avLst/>
            <a:gdLst/>
            <a:ahLst/>
            <a:cxnLst/>
            <a:rect l="0" t="0" r="0" b="0"/>
            <a:pathLst>
              <a:path w="288594" h="77245">
                <a:moveTo>
                  <a:pt x="0" y="77245"/>
                </a:moveTo>
                <a:lnTo>
                  <a:pt x="288594" y="0"/>
                </a:lnTo>
              </a:path>
            </a:pathLst>
          </a:custGeom>
          <a:noFill/>
          <a:ln w="12324">
            <a:solidFill>
              <a:srgbClr val="E5BA0E">
                <a:alpha val="12000"/>
              </a:srgbClr>
            </a:solidFill>
            <a:prstDash val="solid"/>
          </a:ln>
        </p:spPr>
      </p:sp>
      <p:sp>
        <p:nvSpPr>
          <p:cNvPr id="774" name="lumia-token-stream-curve">
            <a:extLst>
              <a:ext uri="{FF2B5EF4-FFF2-40B4-BE49-F238E27FC236}">
                <a16:creationId xmlns:a16="http://schemas.microsoft.com/office/drawing/2014/main" id="{8AED713A-F6AD-425A-AC2B-C59605BEA90F}"/>
              </a:ext>
            </a:extLst>
          </p:cNvPr>
          <p:cNvSpPr>
            <a:spLocks noGrp="1"/>
          </p:cNvSpPr>
          <p:nvPr/>
        </p:nvSpPr>
        <p:spPr>
          <a:xfrm>
            <a:off x="9277120" y="6190181"/>
            <a:ext cx="289377" cy="90208"/>
          </a:xfrm>
          <a:custGeom>
            <a:avLst/>
            <a:gdLst/>
            <a:ahLst/>
            <a:cxnLst/>
            <a:rect l="0" t="0" r="0" b="0"/>
            <a:pathLst>
              <a:path w="289377" h="90208">
                <a:moveTo>
                  <a:pt x="0" y="90208"/>
                </a:moveTo>
                <a:lnTo>
                  <a:pt x="289377" y="0"/>
                </a:lnTo>
              </a:path>
            </a:pathLst>
          </a:custGeom>
          <a:noFill/>
          <a:ln w="12555">
            <a:solidFill>
              <a:srgbClr val="D3B815">
                <a:alpha val="12000"/>
              </a:srgbClr>
            </a:solidFill>
            <a:prstDash val="solid"/>
          </a:ln>
        </p:spPr>
      </p:sp>
      <p:sp>
        <p:nvSpPr>
          <p:cNvPr id="775" name="lumia-token-stream-curve">
            <a:extLst>
              <a:ext uri="{FF2B5EF4-FFF2-40B4-BE49-F238E27FC236}">
                <a16:creationId xmlns:a16="http://schemas.microsoft.com/office/drawing/2014/main" id="{E3E1D7D2-EF16-4F62-8551-E3F31B201485}"/>
              </a:ext>
            </a:extLst>
          </p:cNvPr>
          <p:cNvSpPr>
            <a:spLocks noGrp="1"/>
          </p:cNvSpPr>
          <p:nvPr/>
        </p:nvSpPr>
        <p:spPr>
          <a:xfrm>
            <a:off x="9566496" y="6093627"/>
            <a:ext cx="290074" cy="96554"/>
          </a:xfrm>
          <a:custGeom>
            <a:avLst/>
            <a:gdLst/>
            <a:ahLst/>
            <a:cxnLst/>
            <a:rect l="0" t="0" r="0" b="0"/>
            <a:pathLst>
              <a:path w="290074" h="96554">
                <a:moveTo>
                  <a:pt x="0" y="96554"/>
                </a:moveTo>
                <a:lnTo>
                  <a:pt x="290074" y="0"/>
                </a:lnTo>
              </a:path>
            </a:pathLst>
          </a:custGeom>
          <a:noFill/>
          <a:ln w="12772">
            <a:solidFill>
              <a:srgbClr val="C2B61C">
                <a:alpha val="12000"/>
              </a:srgbClr>
            </a:solidFill>
            <a:prstDash val="solid"/>
          </a:ln>
        </p:spPr>
      </p:sp>
      <p:sp>
        <p:nvSpPr>
          <p:cNvPr id="776" name="lumia-token-stream-curve">
            <a:extLst>
              <a:ext uri="{FF2B5EF4-FFF2-40B4-BE49-F238E27FC236}">
                <a16:creationId xmlns:a16="http://schemas.microsoft.com/office/drawing/2014/main" id="{9601BBB5-1E3D-476A-8B02-3E760CD1942B}"/>
              </a:ext>
            </a:extLst>
          </p:cNvPr>
          <p:cNvSpPr>
            <a:spLocks noGrp="1"/>
          </p:cNvSpPr>
          <p:nvPr/>
        </p:nvSpPr>
        <p:spPr>
          <a:xfrm>
            <a:off x="9856570" y="5998029"/>
            <a:ext cx="290686" cy="95598"/>
          </a:xfrm>
          <a:custGeom>
            <a:avLst/>
            <a:gdLst/>
            <a:ahLst/>
            <a:cxnLst/>
            <a:rect l="0" t="0" r="0" b="0"/>
            <a:pathLst>
              <a:path w="290686" h="95598">
                <a:moveTo>
                  <a:pt x="0" y="95598"/>
                </a:moveTo>
                <a:lnTo>
                  <a:pt x="290686" y="0"/>
                </a:lnTo>
              </a:path>
            </a:pathLst>
          </a:custGeom>
          <a:noFill/>
          <a:ln w="12973">
            <a:solidFill>
              <a:srgbClr val="B0B422">
                <a:alpha val="12000"/>
              </a:srgbClr>
            </a:solidFill>
            <a:prstDash val="solid"/>
          </a:ln>
        </p:spPr>
      </p:sp>
      <p:sp>
        <p:nvSpPr>
          <p:cNvPr id="777" name="lumia-token-stream-curve">
            <a:extLst>
              <a:ext uri="{FF2B5EF4-FFF2-40B4-BE49-F238E27FC236}">
                <a16:creationId xmlns:a16="http://schemas.microsoft.com/office/drawing/2014/main" id="{0F7E655A-B0E3-4173-9345-D4AE964C4B0D}"/>
              </a:ext>
            </a:extLst>
          </p:cNvPr>
          <p:cNvSpPr>
            <a:spLocks noGrp="1"/>
          </p:cNvSpPr>
          <p:nvPr/>
        </p:nvSpPr>
        <p:spPr>
          <a:xfrm>
            <a:off x="10147256" y="5910392"/>
            <a:ext cx="291212" cy="87637"/>
          </a:xfrm>
          <a:custGeom>
            <a:avLst/>
            <a:gdLst/>
            <a:ahLst/>
            <a:cxnLst/>
            <a:rect l="0" t="0" r="0" b="0"/>
            <a:pathLst>
              <a:path w="291212" h="87637">
                <a:moveTo>
                  <a:pt x="0" y="87637"/>
                </a:moveTo>
                <a:lnTo>
                  <a:pt x="291212" y="0"/>
                </a:lnTo>
              </a:path>
            </a:pathLst>
          </a:custGeom>
          <a:noFill/>
          <a:ln w="13156">
            <a:solidFill>
              <a:srgbClr val="9EB329">
                <a:alpha val="13000"/>
              </a:srgbClr>
            </a:solidFill>
            <a:prstDash val="solid"/>
          </a:ln>
        </p:spPr>
      </p:sp>
      <p:sp>
        <p:nvSpPr>
          <p:cNvPr id="778" name="lumia-token-stream-curve">
            <a:extLst>
              <a:ext uri="{FF2B5EF4-FFF2-40B4-BE49-F238E27FC236}">
                <a16:creationId xmlns:a16="http://schemas.microsoft.com/office/drawing/2014/main" id="{F56DE04E-4BFE-451E-92E5-24AF398F2647}"/>
              </a:ext>
            </a:extLst>
          </p:cNvPr>
          <p:cNvSpPr>
            <a:spLocks noGrp="1"/>
          </p:cNvSpPr>
          <p:nvPr/>
        </p:nvSpPr>
        <p:spPr>
          <a:xfrm>
            <a:off x="10438468" y="5836467"/>
            <a:ext cx="291652" cy="73925"/>
          </a:xfrm>
          <a:custGeom>
            <a:avLst/>
            <a:gdLst/>
            <a:ahLst/>
            <a:cxnLst/>
            <a:rect l="0" t="0" r="0" b="0"/>
            <a:pathLst>
              <a:path w="291652" h="73925">
                <a:moveTo>
                  <a:pt x="0" y="73925"/>
                </a:moveTo>
                <a:lnTo>
                  <a:pt x="291652" y="0"/>
                </a:lnTo>
              </a:path>
            </a:pathLst>
          </a:custGeom>
          <a:noFill/>
          <a:ln w="13316">
            <a:solidFill>
              <a:srgbClr val="8CB130">
                <a:alpha val="13000"/>
              </a:srgbClr>
            </a:solidFill>
            <a:prstDash val="solid"/>
          </a:ln>
        </p:spPr>
      </p:sp>
      <p:sp>
        <p:nvSpPr>
          <p:cNvPr id="779" name="lumia-token-stream-curve">
            <a:extLst>
              <a:ext uri="{FF2B5EF4-FFF2-40B4-BE49-F238E27FC236}">
                <a16:creationId xmlns:a16="http://schemas.microsoft.com/office/drawing/2014/main" id="{5A563254-21EF-4B97-8971-C031AF6A2AE5}"/>
              </a:ext>
            </a:extLst>
          </p:cNvPr>
          <p:cNvSpPr>
            <a:spLocks noGrp="1"/>
          </p:cNvSpPr>
          <p:nvPr/>
        </p:nvSpPr>
        <p:spPr>
          <a:xfrm>
            <a:off x="10730120" y="5779947"/>
            <a:ext cx="292008" cy="56520"/>
          </a:xfrm>
          <a:custGeom>
            <a:avLst/>
            <a:gdLst/>
            <a:ahLst/>
            <a:cxnLst/>
            <a:rect l="0" t="0" r="0" b="0"/>
            <a:pathLst>
              <a:path w="292008" h="56520">
                <a:moveTo>
                  <a:pt x="0" y="56520"/>
                </a:moveTo>
                <a:lnTo>
                  <a:pt x="292008" y="0"/>
                </a:lnTo>
              </a:path>
            </a:pathLst>
          </a:custGeom>
          <a:noFill/>
          <a:ln w="13454">
            <a:solidFill>
              <a:srgbClr val="7BAF37">
                <a:alpha val="13000"/>
              </a:srgbClr>
            </a:solidFill>
            <a:prstDash val="solid"/>
          </a:ln>
        </p:spPr>
      </p:sp>
      <p:sp>
        <p:nvSpPr>
          <p:cNvPr id="780" name="lumia-token-stream-curve">
            <a:extLst>
              <a:ext uri="{FF2B5EF4-FFF2-40B4-BE49-F238E27FC236}">
                <a16:creationId xmlns:a16="http://schemas.microsoft.com/office/drawing/2014/main" id="{9385C795-9E50-4958-BDD4-857C228CB695}"/>
              </a:ext>
            </a:extLst>
          </p:cNvPr>
          <p:cNvSpPr>
            <a:spLocks noGrp="1"/>
          </p:cNvSpPr>
          <p:nvPr/>
        </p:nvSpPr>
        <p:spPr>
          <a:xfrm>
            <a:off x="11022128" y="5741944"/>
            <a:ext cx="292277" cy="38003"/>
          </a:xfrm>
          <a:custGeom>
            <a:avLst/>
            <a:gdLst/>
            <a:ahLst/>
            <a:cxnLst/>
            <a:rect l="0" t="0" r="0" b="0"/>
            <a:pathLst>
              <a:path w="292277" h="38003">
                <a:moveTo>
                  <a:pt x="0" y="38003"/>
                </a:moveTo>
                <a:lnTo>
                  <a:pt x="292277" y="0"/>
                </a:lnTo>
              </a:path>
            </a:pathLst>
          </a:custGeom>
          <a:noFill/>
          <a:ln w="13565">
            <a:solidFill>
              <a:srgbClr val="69AD3E">
                <a:alpha val="13000"/>
              </a:srgbClr>
            </a:solidFill>
            <a:prstDash val="solid"/>
          </a:ln>
        </p:spPr>
      </p:sp>
      <p:sp>
        <p:nvSpPr>
          <p:cNvPr id="781" name="lumia-token-stream-curve">
            <a:extLst>
              <a:ext uri="{FF2B5EF4-FFF2-40B4-BE49-F238E27FC236}">
                <a16:creationId xmlns:a16="http://schemas.microsoft.com/office/drawing/2014/main" id="{E7B8741F-6DB7-438F-82A9-DD11EF12B1E0}"/>
              </a:ext>
            </a:extLst>
          </p:cNvPr>
          <p:cNvSpPr>
            <a:spLocks noGrp="1"/>
          </p:cNvSpPr>
          <p:nvPr/>
        </p:nvSpPr>
        <p:spPr>
          <a:xfrm>
            <a:off x="11314405" y="5720812"/>
            <a:ext cx="292461" cy="21131"/>
          </a:xfrm>
          <a:custGeom>
            <a:avLst/>
            <a:gdLst/>
            <a:ahLst/>
            <a:cxnLst/>
            <a:rect l="0" t="0" r="0" b="0"/>
            <a:pathLst>
              <a:path w="292461" h="21131">
                <a:moveTo>
                  <a:pt x="0" y="21131"/>
                </a:moveTo>
                <a:lnTo>
                  <a:pt x="292461" y="0"/>
                </a:lnTo>
              </a:path>
            </a:pathLst>
          </a:custGeom>
          <a:noFill/>
          <a:ln w="13647">
            <a:solidFill>
              <a:srgbClr val="57AC45">
                <a:alpha val="13000"/>
              </a:srgbClr>
            </a:solidFill>
            <a:prstDash val="solid"/>
          </a:ln>
        </p:spPr>
      </p:sp>
      <p:sp>
        <p:nvSpPr>
          <p:cNvPr id="782" name="lumia-token-stream-curve">
            <a:extLst>
              <a:ext uri="{FF2B5EF4-FFF2-40B4-BE49-F238E27FC236}">
                <a16:creationId xmlns:a16="http://schemas.microsoft.com/office/drawing/2014/main" id="{959E1B29-82A0-4E37-9EAC-F1D8D29C8C5E}"/>
              </a:ext>
            </a:extLst>
          </p:cNvPr>
          <p:cNvSpPr>
            <a:spLocks noGrp="1"/>
          </p:cNvSpPr>
          <p:nvPr/>
        </p:nvSpPr>
        <p:spPr>
          <a:xfrm>
            <a:off x="11606867" y="5712362"/>
            <a:ext cx="292560" cy="9525"/>
          </a:xfrm>
          <a:custGeom>
            <a:avLst/>
            <a:gdLst/>
            <a:ahLst/>
            <a:cxnLst/>
            <a:rect l="0" t="0" r="0" b="0"/>
            <a:pathLst>
              <a:path w="292560" h="9525">
                <a:moveTo>
                  <a:pt x="0" y="8451"/>
                </a:moveTo>
                <a:lnTo>
                  <a:pt x="292560" y="0"/>
                </a:lnTo>
              </a:path>
            </a:pathLst>
          </a:custGeom>
          <a:noFill/>
          <a:ln w="13698">
            <a:solidFill>
              <a:srgbClr val="46AA4C">
                <a:alpha val="13000"/>
              </a:srgbClr>
            </a:solidFill>
            <a:prstDash val="solid"/>
          </a:ln>
        </p:spPr>
      </p:sp>
      <p:sp>
        <p:nvSpPr>
          <p:cNvPr id="783" name="lumia-token-stream-curve">
            <a:extLst>
              <a:ext uri="{FF2B5EF4-FFF2-40B4-BE49-F238E27FC236}">
                <a16:creationId xmlns:a16="http://schemas.microsoft.com/office/drawing/2014/main" id="{6E64BB17-DB4B-4C6A-943E-AF3766198678}"/>
              </a:ext>
            </a:extLst>
          </p:cNvPr>
          <p:cNvSpPr>
            <a:spLocks noGrp="1"/>
          </p:cNvSpPr>
          <p:nvPr/>
        </p:nvSpPr>
        <p:spPr>
          <a:xfrm>
            <a:off x="11899427" y="5710416"/>
            <a:ext cx="292573" cy="9525"/>
          </a:xfrm>
          <a:custGeom>
            <a:avLst/>
            <a:gdLst/>
            <a:ahLst/>
            <a:cxnLst/>
            <a:rect l="0" t="0" r="0" b="0"/>
            <a:pathLst>
              <a:path w="292573" h="9525">
                <a:moveTo>
                  <a:pt x="0" y="1945"/>
                </a:moveTo>
                <a:lnTo>
                  <a:pt x="292573" y="0"/>
                </a:lnTo>
              </a:path>
            </a:pathLst>
          </a:custGeom>
          <a:noFill/>
          <a:ln w="13716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784" name="lumia-token-particle-soft-glow">
            <a:extLst>
              <a:ext uri="{FF2B5EF4-FFF2-40B4-BE49-F238E27FC236}">
                <a16:creationId xmlns:a16="http://schemas.microsoft.com/office/drawing/2014/main" id="{37A5487C-BDCD-4882-9E48-B3E423D3FDB2}"/>
              </a:ext>
            </a:extLst>
          </p:cNvPr>
          <p:cNvSpPr>
            <a:spLocks noGrp="1"/>
          </p:cNvSpPr>
          <p:nvPr/>
        </p:nvSpPr>
        <p:spPr>
          <a:xfrm rot="1156143">
            <a:off x="6892431" y="5933729"/>
            <a:ext cx="132159" cy="132159"/>
          </a:xfrm>
          <a:prstGeom prst="roundRect">
            <a:avLst>
              <a:gd name="adj" fmla="val 18000"/>
            </a:avLst>
          </a:prstGeom>
          <a:solidFill>
            <a:srgbClr val="F27C1E">
              <a:alpha val="7000"/>
            </a:srgbClr>
          </a:solidFill>
          <a:ln w="0">
            <a:noFill/>
            <a:prstDash val="solid"/>
          </a:ln>
        </p:spPr>
      </p:sp>
      <p:sp>
        <p:nvSpPr>
          <p:cNvPr id="785" name="lumia-token-particle">
            <a:extLst>
              <a:ext uri="{FF2B5EF4-FFF2-40B4-BE49-F238E27FC236}">
                <a16:creationId xmlns:a16="http://schemas.microsoft.com/office/drawing/2014/main" id="{D921F184-BCA2-404F-A55B-5BD7A3414680}"/>
              </a:ext>
            </a:extLst>
          </p:cNvPr>
          <p:cNvSpPr>
            <a:spLocks noGrp="1"/>
          </p:cNvSpPr>
          <p:nvPr/>
        </p:nvSpPr>
        <p:spPr>
          <a:xfrm rot="994474">
            <a:off x="6930977" y="5972275"/>
            <a:ext cx="55066" cy="55066"/>
          </a:xfrm>
          <a:prstGeom prst="roundRect">
            <a:avLst>
              <a:gd name="adj" fmla="val 18000"/>
            </a:avLst>
          </a:prstGeom>
          <a:solidFill>
            <a:srgbClr val="F27C1E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786" name="lumia-token-particle">
            <a:extLst>
              <a:ext uri="{FF2B5EF4-FFF2-40B4-BE49-F238E27FC236}">
                <a16:creationId xmlns:a16="http://schemas.microsoft.com/office/drawing/2014/main" id="{8F1C3E76-A73C-425E-870F-BD4974E44D09}"/>
              </a:ext>
            </a:extLst>
          </p:cNvPr>
          <p:cNvSpPr>
            <a:spLocks noGrp="1"/>
          </p:cNvSpPr>
          <p:nvPr/>
        </p:nvSpPr>
        <p:spPr>
          <a:xfrm rot="190793">
            <a:off x="9218556" y="5888080"/>
            <a:ext cx="27482" cy="27482"/>
          </a:xfrm>
          <a:prstGeom prst="roundRect">
            <a:avLst>
              <a:gd name="adj" fmla="val 18000"/>
            </a:avLst>
          </a:prstGeom>
          <a:solidFill>
            <a:srgbClr val="E1B90F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787" name="lumia-token-particle">
            <a:extLst>
              <a:ext uri="{FF2B5EF4-FFF2-40B4-BE49-F238E27FC236}">
                <a16:creationId xmlns:a16="http://schemas.microsoft.com/office/drawing/2014/main" id="{829B5871-84E5-4B5D-B845-12776384C0C1}"/>
              </a:ext>
            </a:extLst>
          </p:cNvPr>
          <p:cNvSpPr>
            <a:spLocks noGrp="1"/>
          </p:cNvSpPr>
          <p:nvPr/>
        </p:nvSpPr>
        <p:spPr>
          <a:xfrm rot="2236724">
            <a:off x="11835564" y="5264105"/>
            <a:ext cx="23968" cy="23968"/>
          </a:xfrm>
          <a:prstGeom prst="ellipse">
            <a:avLst/>
          </a:prstGeom>
          <a:solidFill>
            <a:srgbClr val="39A851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8" name="lumia-token-particle">
            <a:extLst>
              <a:ext uri="{FF2B5EF4-FFF2-40B4-BE49-F238E27FC236}">
                <a16:creationId xmlns:a16="http://schemas.microsoft.com/office/drawing/2014/main" id="{0DAA684C-BE36-4994-9650-6024F4D1990D}"/>
              </a:ext>
            </a:extLst>
          </p:cNvPr>
          <p:cNvSpPr>
            <a:spLocks noGrp="1"/>
          </p:cNvSpPr>
          <p:nvPr/>
        </p:nvSpPr>
        <p:spPr>
          <a:xfrm rot="272211">
            <a:off x="8936869" y="5908264"/>
            <a:ext cx="25572" cy="25572"/>
          </a:xfrm>
          <a:prstGeom prst="roundRect">
            <a:avLst>
              <a:gd name="adj" fmla="val 18000"/>
            </a:avLst>
          </a:prstGeom>
          <a:solidFill>
            <a:srgbClr val="FBB806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789" name="lumia-token-particle">
            <a:extLst>
              <a:ext uri="{FF2B5EF4-FFF2-40B4-BE49-F238E27FC236}">
                <a16:creationId xmlns:a16="http://schemas.microsoft.com/office/drawing/2014/main" id="{CEE99FED-F555-4CA5-96AC-BF85AD111C50}"/>
              </a:ext>
            </a:extLst>
          </p:cNvPr>
          <p:cNvSpPr>
            <a:spLocks noGrp="1"/>
          </p:cNvSpPr>
          <p:nvPr/>
        </p:nvSpPr>
        <p:spPr>
          <a:xfrm rot="389953">
            <a:off x="7041450" y="6350150"/>
            <a:ext cx="17993" cy="17993"/>
          </a:xfrm>
          <a:prstGeom prst="ellipse">
            <a:avLst/>
          </a:prstGeom>
          <a:solidFill>
            <a:srgbClr val="F17422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790" name="lumia-token-particle-soft-glow">
            <a:extLst>
              <a:ext uri="{FF2B5EF4-FFF2-40B4-BE49-F238E27FC236}">
                <a16:creationId xmlns:a16="http://schemas.microsoft.com/office/drawing/2014/main" id="{D90865C1-F7C9-47DD-8B6E-DC2363934532}"/>
              </a:ext>
            </a:extLst>
          </p:cNvPr>
          <p:cNvSpPr>
            <a:spLocks noGrp="1"/>
          </p:cNvSpPr>
          <p:nvPr/>
        </p:nvSpPr>
        <p:spPr>
          <a:xfrm rot="2033006">
            <a:off x="9487660" y="5447636"/>
            <a:ext cx="211696" cy="211696"/>
          </a:xfrm>
          <a:prstGeom prst="roundRect">
            <a:avLst>
              <a:gd name="adj" fmla="val 18000"/>
            </a:avLst>
          </a:prstGeom>
          <a:solidFill>
            <a:srgbClr val="C5B71A">
              <a:alpha val="8000"/>
            </a:srgbClr>
          </a:solidFill>
          <a:ln w="0">
            <a:noFill/>
            <a:prstDash val="solid"/>
          </a:ln>
        </p:spPr>
      </p:sp>
      <p:sp>
        <p:nvSpPr>
          <p:cNvPr id="791" name="lumia-token-particle">
            <a:extLst>
              <a:ext uri="{FF2B5EF4-FFF2-40B4-BE49-F238E27FC236}">
                <a16:creationId xmlns:a16="http://schemas.microsoft.com/office/drawing/2014/main" id="{9DCF6A49-77E1-4D1A-B09E-0BF5AD52A7DD}"/>
              </a:ext>
            </a:extLst>
          </p:cNvPr>
          <p:cNvSpPr>
            <a:spLocks noGrp="1"/>
          </p:cNvSpPr>
          <p:nvPr/>
        </p:nvSpPr>
        <p:spPr>
          <a:xfrm rot="2300649">
            <a:off x="9549405" y="5509380"/>
            <a:ext cx="88207" cy="88207"/>
          </a:xfrm>
          <a:prstGeom prst="roundRect">
            <a:avLst>
              <a:gd name="adj" fmla="val 18000"/>
            </a:avLst>
          </a:prstGeom>
          <a:solidFill>
            <a:srgbClr val="C5B71A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792" name="lumia-token-particle">
            <a:extLst>
              <a:ext uri="{FF2B5EF4-FFF2-40B4-BE49-F238E27FC236}">
                <a16:creationId xmlns:a16="http://schemas.microsoft.com/office/drawing/2014/main" id="{64D1AE5D-ECA9-41BE-921F-468F6698E794}"/>
              </a:ext>
            </a:extLst>
          </p:cNvPr>
          <p:cNvSpPr>
            <a:spLocks noGrp="1"/>
          </p:cNvSpPr>
          <p:nvPr/>
        </p:nvSpPr>
        <p:spPr>
          <a:xfrm rot="1412635">
            <a:off x="5916314" y="6378982"/>
            <a:ext cx="14220" cy="14220"/>
          </a:xfrm>
          <a:prstGeom prst="roundRect">
            <a:avLst>
              <a:gd name="adj" fmla="val 26793"/>
            </a:avLst>
          </a:prstGeom>
          <a:solidFill>
            <a:srgbClr val="EC522F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793" name="lumia-token-particle-soft-glow">
            <a:extLst>
              <a:ext uri="{FF2B5EF4-FFF2-40B4-BE49-F238E27FC236}">
                <a16:creationId xmlns:a16="http://schemas.microsoft.com/office/drawing/2014/main" id="{2D7923A2-25FF-4526-8C03-1EAF11823162}"/>
              </a:ext>
            </a:extLst>
          </p:cNvPr>
          <p:cNvSpPr>
            <a:spLocks noGrp="1"/>
          </p:cNvSpPr>
          <p:nvPr/>
        </p:nvSpPr>
        <p:spPr>
          <a:xfrm rot="1763005">
            <a:off x="5353692" y="6179960"/>
            <a:ext cx="89323" cy="89323"/>
          </a:xfrm>
          <a:prstGeom prst="roundRect">
            <a:avLst>
              <a:gd name="adj" fmla="val 18000"/>
            </a:avLst>
          </a:prstGeom>
          <a:solidFill>
            <a:srgbClr val="E34339">
              <a:alpha val="7000"/>
            </a:srgbClr>
          </a:solidFill>
          <a:ln w="0">
            <a:noFill/>
            <a:prstDash val="solid"/>
          </a:ln>
        </p:spPr>
      </p:sp>
      <p:sp>
        <p:nvSpPr>
          <p:cNvPr id="794" name="lumia-token-particle">
            <a:extLst>
              <a:ext uri="{FF2B5EF4-FFF2-40B4-BE49-F238E27FC236}">
                <a16:creationId xmlns:a16="http://schemas.microsoft.com/office/drawing/2014/main" id="{E05CF2C3-8F4F-47AB-B233-C4FBA7D54A15}"/>
              </a:ext>
            </a:extLst>
          </p:cNvPr>
          <p:cNvSpPr>
            <a:spLocks noGrp="1"/>
          </p:cNvSpPr>
          <p:nvPr/>
        </p:nvSpPr>
        <p:spPr>
          <a:xfrm rot="2082095">
            <a:off x="5379745" y="6206013"/>
            <a:ext cx="37218" cy="37218"/>
          </a:xfrm>
          <a:prstGeom prst="roundRect">
            <a:avLst>
              <a:gd name="adj" fmla="val 18000"/>
            </a:avLst>
          </a:prstGeom>
          <a:solidFill>
            <a:srgbClr val="E34339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795" name="lumia-token-particle-soft-glow">
            <a:extLst>
              <a:ext uri="{FF2B5EF4-FFF2-40B4-BE49-F238E27FC236}">
                <a16:creationId xmlns:a16="http://schemas.microsoft.com/office/drawing/2014/main" id="{FD514E8B-4BDC-4BCB-BC0F-D5939B6EE04D}"/>
              </a:ext>
            </a:extLst>
          </p:cNvPr>
          <p:cNvSpPr>
            <a:spLocks noGrp="1"/>
          </p:cNvSpPr>
          <p:nvPr/>
        </p:nvSpPr>
        <p:spPr>
          <a:xfrm rot="1327065">
            <a:off x="3588997" y="6107370"/>
            <a:ext cx="112282" cy="112282"/>
          </a:xfrm>
          <a:prstGeom prst="ellipse">
            <a:avLst/>
          </a:prstGeom>
          <a:solidFill>
            <a:srgbClr val="923E6F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96" name="lumia-token-particle">
            <a:extLst>
              <a:ext uri="{FF2B5EF4-FFF2-40B4-BE49-F238E27FC236}">
                <a16:creationId xmlns:a16="http://schemas.microsoft.com/office/drawing/2014/main" id="{489F5063-6CC0-4E32-85A4-F39D97496FA4}"/>
              </a:ext>
            </a:extLst>
          </p:cNvPr>
          <p:cNvSpPr>
            <a:spLocks noGrp="1"/>
          </p:cNvSpPr>
          <p:nvPr/>
        </p:nvSpPr>
        <p:spPr>
          <a:xfrm rot="315515">
            <a:off x="3621745" y="6140119"/>
            <a:ext cx="46784" cy="46784"/>
          </a:xfrm>
          <a:prstGeom prst="ellipse">
            <a:avLst/>
          </a:prstGeom>
          <a:solidFill>
            <a:srgbClr val="923E6F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797" name="lumia-token-particle-soft-glow">
            <a:extLst>
              <a:ext uri="{FF2B5EF4-FFF2-40B4-BE49-F238E27FC236}">
                <a16:creationId xmlns:a16="http://schemas.microsoft.com/office/drawing/2014/main" id="{1EC2E591-313A-490C-B335-44C3978C75A6}"/>
              </a:ext>
            </a:extLst>
          </p:cNvPr>
          <p:cNvSpPr>
            <a:spLocks noGrp="1"/>
          </p:cNvSpPr>
          <p:nvPr/>
        </p:nvSpPr>
        <p:spPr>
          <a:xfrm rot="1094305">
            <a:off x="11796937" y="5055483"/>
            <a:ext cx="174534" cy="174534"/>
          </a:xfrm>
          <a:prstGeom prst="roundRect">
            <a:avLst>
              <a:gd name="adj" fmla="val 18000"/>
            </a:avLst>
          </a:prstGeom>
          <a:solidFill>
            <a:srgbClr val="4FAB48">
              <a:alpha val="8000"/>
            </a:srgbClr>
          </a:solidFill>
          <a:ln w="0">
            <a:noFill/>
            <a:prstDash val="solid"/>
          </a:ln>
        </p:spPr>
      </p:sp>
      <p:sp>
        <p:nvSpPr>
          <p:cNvPr id="798" name="lumia-token-particle">
            <a:extLst>
              <a:ext uri="{FF2B5EF4-FFF2-40B4-BE49-F238E27FC236}">
                <a16:creationId xmlns:a16="http://schemas.microsoft.com/office/drawing/2014/main" id="{F968716C-BE92-4353-8EE6-E6DA55DF3057}"/>
              </a:ext>
            </a:extLst>
          </p:cNvPr>
          <p:cNvSpPr>
            <a:spLocks noGrp="1"/>
          </p:cNvSpPr>
          <p:nvPr/>
        </p:nvSpPr>
        <p:spPr>
          <a:xfrm rot="2660825">
            <a:off x="11847843" y="5106388"/>
            <a:ext cx="72723" cy="72723"/>
          </a:xfrm>
          <a:prstGeom prst="roundRect">
            <a:avLst>
              <a:gd name="adj" fmla="val 18000"/>
            </a:avLst>
          </a:prstGeom>
          <a:solidFill>
            <a:srgbClr val="4FAB48">
              <a:alpha val="60000"/>
            </a:srgbClr>
          </a:solidFill>
          <a:ln w="0">
            <a:noFill/>
            <a:prstDash val="solid"/>
          </a:ln>
        </p:spPr>
      </p:sp>
      <p:sp>
        <p:nvSpPr>
          <p:cNvPr id="799" name="lumia-token-particle">
            <a:extLst>
              <a:ext uri="{FF2B5EF4-FFF2-40B4-BE49-F238E27FC236}">
                <a16:creationId xmlns:a16="http://schemas.microsoft.com/office/drawing/2014/main" id="{328DDEB0-045C-481E-AA44-6118FACFD4F3}"/>
              </a:ext>
            </a:extLst>
          </p:cNvPr>
          <p:cNvSpPr>
            <a:spLocks noGrp="1"/>
          </p:cNvSpPr>
          <p:nvPr/>
        </p:nvSpPr>
        <p:spPr>
          <a:xfrm rot="2011746">
            <a:off x="4944219" y="6458841"/>
            <a:ext cx="9398" cy="9398"/>
          </a:xfrm>
          <a:prstGeom prst="roundRect">
            <a:avLst>
              <a:gd name="adj" fmla="val 40538"/>
            </a:avLst>
          </a:prstGeom>
          <a:solidFill>
            <a:srgbClr val="D14245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00" name="lumia-token-particle">
            <a:extLst>
              <a:ext uri="{FF2B5EF4-FFF2-40B4-BE49-F238E27FC236}">
                <a16:creationId xmlns:a16="http://schemas.microsoft.com/office/drawing/2014/main" id="{00EE569A-9B31-4034-A93D-754296134C3F}"/>
              </a:ext>
            </a:extLst>
          </p:cNvPr>
          <p:cNvSpPr>
            <a:spLocks noGrp="1"/>
          </p:cNvSpPr>
          <p:nvPr/>
        </p:nvSpPr>
        <p:spPr>
          <a:xfrm rot="1451628">
            <a:off x="2740032" y="6249908"/>
            <a:ext cx="8790" cy="8790"/>
          </a:xfrm>
          <a:prstGeom prst="ellipse">
            <a:avLst/>
          </a:prstGeom>
          <a:solidFill>
            <a:srgbClr val="633C8E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801" name="lumia-token-particle">
            <a:extLst>
              <a:ext uri="{FF2B5EF4-FFF2-40B4-BE49-F238E27FC236}">
                <a16:creationId xmlns:a16="http://schemas.microsoft.com/office/drawing/2014/main" id="{15434A5F-8906-43FD-8448-E7D5A447409C}"/>
              </a:ext>
            </a:extLst>
          </p:cNvPr>
          <p:cNvSpPr>
            <a:spLocks noGrp="1"/>
          </p:cNvSpPr>
          <p:nvPr/>
        </p:nvSpPr>
        <p:spPr>
          <a:xfrm rot="2657361">
            <a:off x="2191123" y="6130569"/>
            <a:ext cx="14201" cy="14201"/>
          </a:xfrm>
          <a:prstGeom prst="ellipse">
            <a:avLst/>
          </a:prstGeom>
          <a:solidFill>
            <a:srgbClr val="5546A3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802" name="lumia-token-particle">
            <a:extLst>
              <a:ext uri="{FF2B5EF4-FFF2-40B4-BE49-F238E27FC236}">
                <a16:creationId xmlns:a16="http://schemas.microsoft.com/office/drawing/2014/main" id="{05DA034B-5414-4A07-B7C0-FE633CE9BC09}"/>
              </a:ext>
            </a:extLst>
          </p:cNvPr>
          <p:cNvSpPr>
            <a:spLocks noGrp="1"/>
          </p:cNvSpPr>
          <p:nvPr/>
        </p:nvSpPr>
        <p:spPr>
          <a:xfrm rot="755949">
            <a:off x="11958401" y="5524660"/>
            <a:ext cx="23127" cy="23127"/>
          </a:xfrm>
          <a:prstGeom prst="roundRect">
            <a:avLst>
              <a:gd name="adj" fmla="val 18000"/>
            </a:avLst>
          </a:prstGeom>
          <a:solidFill>
            <a:srgbClr val="4BAA4A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03" name="lumia-token-particle">
            <a:extLst>
              <a:ext uri="{FF2B5EF4-FFF2-40B4-BE49-F238E27FC236}">
                <a16:creationId xmlns:a16="http://schemas.microsoft.com/office/drawing/2014/main" id="{3948BBF1-35F9-4262-AD03-AD870B684300}"/>
              </a:ext>
            </a:extLst>
          </p:cNvPr>
          <p:cNvSpPr>
            <a:spLocks noGrp="1"/>
          </p:cNvSpPr>
          <p:nvPr/>
        </p:nvSpPr>
        <p:spPr>
          <a:xfrm rot="1684446">
            <a:off x="9540454" y="6185848"/>
            <a:ext cx="14375" cy="14375"/>
          </a:xfrm>
          <a:prstGeom prst="ellipse">
            <a:avLst/>
          </a:prstGeom>
          <a:solidFill>
            <a:srgbClr val="C3B61B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804" name="lumia-token-particle-soft-glow">
            <a:extLst>
              <a:ext uri="{FF2B5EF4-FFF2-40B4-BE49-F238E27FC236}">
                <a16:creationId xmlns:a16="http://schemas.microsoft.com/office/drawing/2014/main" id="{38D7ADA6-4446-4713-B5E7-946CF6877C05}"/>
              </a:ext>
            </a:extLst>
          </p:cNvPr>
          <p:cNvSpPr>
            <a:spLocks noGrp="1"/>
          </p:cNvSpPr>
          <p:nvPr/>
        </p:nvSpPr>
        <p:spPr>
          <a:xfrm rot="1971151">
            <a:off x="7704033" y="5627854"/>
            <a:ext cx="185980" cy="185980"/>
          </a:xfrm>
          <a:prstGeom prst="roundRect">
            <a:avLst>
              <a:gd name="adj" fmla="val 18000"/>
            </a:avLst>
          </a:prstGeom>
          <a:solidFill>
            <a:srgbClr val="F58E17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05" name="lumia-token-particle">
            <a:extLst>
              <a:ext uri="{FF2B5EF4-FFF2-40B4-BE49-F238E27FC236}">
                <a16:creationId xmlns:a16="http://schemas.microsoft.com/office/drawing/2014/main" id="{4FAD4B40-0F31-4281-BD96-327AC13B5D71}"/>
              </a:ext>
            </a:extLst>
          </p:cNvPr>
          <p:cNvSpPr>
            <a:spLocks noGrp="1"/>
          </p:cNvSpPr>
          <p:nvPr/>
        </p:nvSpPr>
        <p:spPr>
          <a:xfrm rot="545450">
            <a:off x="7758277" y="5682098"/>
            <a:ext cx="77491" cy="77491"/>
          </a:xfrm>
          <a:prstGeom prst="roundRect">
            <a:avLst>
              <a:gd name="adj" fmla="val 18000"/>
            </a:avLst>
          </a:prstGeom>
          <a:solidFill>
            <a:srgbClr val="F58E17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806" name="lumia-token-particle">
            <a:extLst>
              <a:ext uri="{FF2B5EF4-FFF2-40B4-BE49-F238E27FC236}">
                <a16:creationId xmlns:a16="http://schemas.microsoft.com/office/drawing/2014/main" id="{54CF8108-F187-40E9-BF6F-E5BE8B095CF3}"/>
              </a:ext>
            </a:extLst>
          </p:cNvPr>
          <p:cNvSpPr>
            <a:spLocks noGrp="1"/>
          </p:cNvSpPr>
          <p:nvPr/>
        </p:nvSpPr>
        <p:spPr>
          <a:xfrm rot="1340639">
            <a:off x="7688833" y="6235470"/>
            <a:ext cx="11338" cy="11338"/>
          </a:xfrm>
          <a:prstGeom prst="roundRect">
            <a:avLst>
              <a:gd name="adj" fmla="val 33604"/>
            </a:avLst>
          </a:prstGeom>
          <a:solidFill>
            <a:srgbClr val="F59415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807" name="lumia-token-particle">
            <a:extLst>
              <a:ext uri="{FF2B5EF4-FFF2-40B4-BE49-F238E27FC236}">
                <a16:creationId xmlns:a16="http://schemas.microsoft.com/office/drawing/2014/main" id="{181D859E-3313-4C82-B99D-6653FD5F1F34}"/>
              </a:ext>
            </a:extLst>
          </p:cNvPr>
          <p:cNvSpPr>
            <a:spLocks noGrp="1"/>
          </p:cNvSpPr>
          <p:nvPr/>
        </p:nvSpPr>
        <p:spPr>
          <a:xfrm rot="1056199">
            <a:off x="10231914" y="5285732"/>
            <a:ext cx="31491" cy="31491"/>
          </a:xfrm>
          <a:prstGeom prst="roundRect">
            <a:avLst>
              <a:gd name="adj" fmla="val 18000"/>
            </a:avLst>
          </a:prstGeom>
          <a:solidFill>
            <a:srgbClr val="B1B522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808" name="lumia-token-particle">
            <a:extLst>
              <a:ext uri="{FF2B5EF4-FFF2-40B4-BE49-F238E27FC236}">
                <a16:creationId xmlns:a16="http://schemas.microsoft.com/office/drawing/2014/main" id="{29168075-F211-4BBB-ABDD-957B65620F26}"/>
              </a:ext>
            </a:extLst>
          </p:cNvPr>
          <p:cNvSpPr>
            <a:spLocks noGrp="1"/>
          </p:cNvSpPr>
          <p:nvPr/>
        </p:nvSpPr>
        <p:spPr>
          <a:xfrm rot="1747259">
            <a:off x="9232325" y="6136521"/>
            <a:ext cx="51918" cy="51918"/>
          </a:xfrm>
          <a:prstGeom prst="ellipse">
            <a:avLst/>
          </a:prstGeom>
          <a:solidFill>
            <a:srgbClr val="D3B815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809" name="lumia-token-particle-soft-glow">
            <a:extLst>
              <a:ext uri="{FF2B5EF4-FFF2-40B4-BE49-F238E27FC236}">
                <a16:creationId xmlns:a16="http://schemas.microsoft.com/office/drawing/2014/main" id="{013160B1-58B0-47FC-8BCF-E0371AB1EB40}"/>
              </a:ext>
            </a:extLst>
          </p:cNvPr>
          <p:cNvSpPr>
            <a:spLocks noGrp="1"/>
          </p:cNvSpPr>
          <p:nvPr/>
        </p:nvSpPr>
        <p:spPr>
          <a:xfrm rot="2230701">
            <a:off x="10615520" y="5638580"/>
            <a:ext cx="163581" cy="163581"/>
          </a:xfrm>
          <a:prstGeom prst="roundRect">
            <a:avLst>
              <a:gd name="adj" fmla="val 18000"/>
            </a:avLst>
          </a:prstGeom>
          <a:solidFill>
            <a:srgbClr val="93B22E">
              <a:alpha val="8000"/>
            </a:srgbClr>
          </a:solidFill>
          <a:ln w="0">
            <a:noFill/>
            <a:prstDash val="solid"/>
          </a:ln>
        </p:spPr>
      </p:sp>
      <p:sp>
        <p:nvSpPr>
          <p:cNvPr id="810" name="lumia-token-particle">
            <a:extLst>
              <a:ext uri="{FF2B5EF4-FFF2-40B4-BE49-F238E27FC236}">
                <a16:creationId xmlns:a16="http://schemas.microsoft.com/office/drawing/2014/main" id="{21220C4B-2A5E-42E2-91AB-7CD080B15EED}"/>
              </a:ext>
            </a:extLst>
          </p:cNvPr>
          <p:cNvSpPr>
            <a:spLocks noGrp="1"/>
          </p:cNvSpPr>
          <p:nvPr/>
        </p:nvSpPr>
        <p:spPr>
          <a:xfrm rot="790004">
            <a:off x="10663231" y="5686291"/>
            <a:ext cx="68159" cy="68159"/>
          </a:xfrm>
          <a:prstGeom prst="roundRect">
            <a:avLst>
              <a:gd name="adj" fmla="val 18000"/>
            </a:avLst>
          </a:prstGeom>
          <a:solidFill>
            <a:srgbClr val="93B22E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811" name="lumia-token-particle">
            <a:extLst>
              <a:ext uri="{FF2B5EF4-FFF2-40B4-BE49-F238E27FC236}">
                <a16:creationId xmlns:a16="http://schemas.microsoft.com/office/drawing/2014/main" id="{B3215F51-8416-402B-BC81-9BECDE745CDD}"/>
              </a:ext>
            </a:extLst>
          </p:cNvPr>
          <p:cNvSpPr>
            <a:spLocks noGrp="1"/>
          </p:cNvSpPr>
          <p:nvPr/>
        </p:nvSpPr>
        <p:spPr>
          <a:xfrm rot="2358388">
            <a:off x="4144753" y="6066457"/>
            <a:ext cx="21425" cy="21425"/>
          </a:xfrm>
          <a:prstGeom prst="ellipse">
            <a:avLst/>
          </a:prstGeom>
          <a:solidFill>
            <a:srgbClr val="A63F62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812" name="lumia-token-particle">
            <a:extLst>
              <a:ext uri="{FF2B5EF4-FFF2-40B4-BE49-F238E27FC236}">
                <a16:creationId xmlns:a16="http://schemas.microsoft.com/office/drawing/2014/main" id="{286BCB4D-E614-4F2A-9F34-33D9178BAABD}"/>
              </a:ext>
            </a:extLst>
          </p:cNvPr>
          <p:cNvSpPr>
            <a:spLocks noGrp="1"/>
          </p:cNvSpPr>
          <p:nvPr/>
        </p:nvSpPr>
        <p:spPr>
          <a:xfrm rot="1108244">
            <a:off x="9907088" y="5741615"/>
            <a:ext cx="29187" cy="29187"/>
          </a:xfrm>
          <a:prstGeom prst="ellipse">
            <a:avLst/>
          </a:prstGeom>
          <a:solidFill>
            <a:srgbClr val="B9B51F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813" name="lumia-token-particle">
            <a:extLst>
              <a:ext uri="{FF2B5EF4-FFF2-40B4-BE49-F238E27FC236}">
                <a16:creationId xmlns:a16="http://schemas.microsoft.com/office/drawing/2014/main" id="{06013B21-41E6-4464-93CC-03B29DECFB32}"/>
              </a:ext>
            </a:extLst>
          </p:cNvPr>
          <p:cNvSpPr>
            <a:spLocks noGrp="1"/>
          </p:cNvSpPr>
          <p:nvPr/>
        </p:nvSpPr>
        <p:spPr>
          <a:xfrm rot="365880">
            <a:off x="7210162" y="5781408"/>
            <a:ext cx="33460" cy="33460"/>
          </a:xfrm>
          <a:prstGeom prst="roundRect">
            <a:avLst>
              <a:gd name="adj" fmla="val 18000"/>
            </a:avLst>
          </a:prstGeom>
          <a:solidFill>
            <a:srgbClr val="F27F1D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814" name="lumia-token-particle-soft-glow">
            <a:extLst>
              <a:ext uri="{FF2B5EF4-FFF2-40B4-BE49-F238E27FC236}">
                <a16:creationId xmlns:a16="http://schemas.microsoft.com/office/drawing/2014/main" id="{ED4D9273-408D-4A98-9DDD-3FDFC59FB64A}"/>
              </a:ext>
            </a:extLst>
          </p:cNvPr>
          <p:cNvSpPr>
            <a:spLocks noGrp="1"/>
          </p:cNvSpPr>
          <p:nvPr/>
        </p:nvSpPr>
        <p:spPr>
          <a:xfrm rot="2322165">
            <a:off x="5401128" y="6111319"/>
            <a:ext cx="105242" cy="105242"/>
          </a:xfrm>
          <a:prstGeom prst="ellipse">
            <a:avLst/>
          </a:prstGeom>
          <a:solidFill>
            <a:srgbClr val="E0423C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15" name="lumia-token-particle">
            <a:extLst>
              <a:ext uri="{FF2B5EF4-FFF2-40B4-BE49-F238E27FC236}">
                <a16:creationId xmlns:a16="http://schemas.microsoft.com/office/drawing/2014/main" id="{5E4CA9F4-B21B-4DB6-B647-34BB63C8CAD9}"/>
              </a:ext>
            </a:extLst>
          </p:cNvPr>
          <p:cNvSpPr>
            <a:spLocks noGrp="1"/>
          </p:cNvSpPr>
          <p:nvPr/>
        </p:nvSpPr>
        <p:spPr>
          <a:xfrm rot="611379">
            <a:off x="5431824" y="6142015"/>
            <a:ext cx="43851" cy="43851"/>
          </a:xfrm>
          <a:prstGeom prst="ellipse">
            <a:avLst/>
          </a:prstGeom>
          <a:solidFill>
            <a:srgbClr val="E0423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6" name="lumia-token-particle">
            <a:extLst>
              <a:ext uri="{FF2B5EF4-FFF2-40B4-BE49-F238E27FC236}">
                <a16:creationId xmlns:a16="http://schemas.microsoft.com/office/drawing/2014/main" id="{7447F06D-3032-4AB7-85B2-0AC53FFE8DCB}"/>
              </a:ext>
            </a:extLst>
          </p:cNvPr>
          <p:cNvSpPr>
            <a:spLocks noGrp="1"/>
          </p:cNvSpPr>
          <p:nvPr/>
        </p:nvSpPr>
        <p:spPr>
          <a:xfrm rot="2172189">
            <a:off x="6896938" y="5800212"/>
            <a:ext cx="21565" cy="21565"/>
          </a:xfrm>
          <a:prstGeom prst="ellipse">
            <a:avLst/>
          </a:prstGeom>
          <a:solidFill>
            <a:srgbClr val="F17222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817" name="lumia-token-particle">
            <a:extLst>
              <a:ext uri="{FF2B5EF4-FFF2-40B4-BE49-F238E27FC236}">
                <a16:creationId xmlns:a16="http://schemas.microsoft.com/office/drawing/2014/main" id="{3C26CBEC-2534-4125-AE89-F63A495389B8}"/>
              </a:ext>
            </a:extLst>
          </p:cNvPr>
          <p:cNvSpPr>
            <a:spLocks noGrp="1"/>
          </p:cNvSpPr>
          <p:nvPr/>
        </p:nvSpPr>
        <p:spPr>
          <a:xfrm rot="890891">
            <a:off x="8428648" y="5841298"/>
            <a:ext cx="11867" cy="11867"/>
          </a:xfrm>
          <a:prstGeom prst="ellipse">
            <a:avLst/>
          </a:prstGeom>
          <a:solidFill>
            <a:srgbClr val="F8A50E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818" name="lumia-token-particle">
            <a:extLst>
              <a:ext uri="{FF2B5EF4-FFF2-40B4-BE49-F238E27FC236}">
                <a16:creationId xmlns:a16="http://schemas.microsoft.com/office/drawing/2014/main" id="{8B3200BA-7B80-4111-B36E-8EF86F6A8212}"/>
              </a:ext>
            </a:extLst>
          </p:cNvPr>
          <p:cNvSpPr>
            <a:spLocks noGrp="1"/>
          </p:cNvSpPr>
          <p:nvPr/>
        </p:nvSpPr>
        <p:spPr>
          <a:xfrm rot="1506264">
            <a:off x="7850289" y="5695703"/>
            <a:ext cx="15316" cy="15316"/>
          </a:xfrm>
          <a:prstGeom prst="ellipse">
            <a:avLst/>
          </a:prstGeom>
          <a:solidFill>
            <a:srgbClr val="F7A010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819" name="lumia-token-particle">
            <a:extLst>
              <a:ext uri="{FF2B5EF4-FFF2-40B4-BE49-F238E27FC236}">
                <a16:creationId xmlns:a16="http://schemas.microsoft.com/office/drawing/2014/main" id="{887FD156-85FA-4D79-9048-ACF2E67B5D16}"/>
              </a:ext>
            </a:extLst>
          </p:cNvPr>
          <p:cNvSpPr>
            <a:spLocks noGrp="1"/>
          </p:cNvSpPr>
          <p:nvPr/>
        </p:nvSpPr>
        <p:spPr>
          <a:xfrm rot="2047210">
            <a:off x="10274858" y="5406503"/>
            <a:ext cx="57977" cy="57977"/>
          </a:xfrm>
          <a:prstGeom prst="ellipse">
            <a:avLst/>
          </a:prstGeom>
          <a:solidFill>
            <a:srgbClr val="A9B425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820" name="lumia-token-particle">
            <a:extLst>
              <a:ext uri="{FF2B5EF4-FFF2-40B4-BE49-F238E27FC236}">
                <a16:creationId xmlns:a16="http://schemas.microsoft.com/office/drawing/2014/main" id="{8ACE2D66-6998-4207-99F8-6043BB21E219}"/>
              </a:ext>
            </a:extLst>
          </p:cNvPr>
          <p:cNvSpPr>
            <a:spLocks noGrp="1"/>
          </p:cNvSpPr>
          <p:nvPr/>
        </p:nvSpPr>
        <p:spPr>
          <a:xfrm rot="2392547">
            <a:off x="4909696" y="5883801"/>
            <a:ext cx="13335" cy="13335"/>
          </a:xfrm>
          <a:prstGeom prst="ellipse">
            <a:avLst/>
          </a:prstGeom>
          <a:solidFill>
            <a:srgbClr val="C8414B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21" name="lumia-token-particle-soft-glow">
            <a:extLst>
              <a:ext uri="{FF2B5EF4-FFF2-40B4-BE49-F238E27FC236}">
                <a16:creationId xmlns:a16="http://schemas.microsoft.com/office/drawing/2014/main" id="{EE662DC4-14F0-4A0E-B815-2E01736295D2}"/>
              </a:ext>
            </a:extLst>
          </p:cNvPr>
          <p:cNvSpPr>
            <a:spLocks noGrp="1"/>
          </p:cNvSpPr>
          <p:nvPr/>
        </p:nvSpPr>
        <p:spPr>
          <a:xfrm rot="1103591">
            <a:off x="8531231" y="5871935"/>
            <a:ext cx="174455" cy="174455"/>
          </a:xfrm>
          <a:prstGeom prst="roundRect">
            <a:avLst>
              <a:gd name="adj" fmla="val 18000"/>
            </a:avLst>
          </a:prstGeom>
          <a:solidFill>
            <a:srgbClr val="FBBA06">
              <a:alpha val="8000"/>
            </a:srgbClr>
          </a:solidFill>
          <a:ln w="0">
            <a:noFill/>
            <a:prstDash val="solid"/>
          </a:ln>
        </p:spPr>
      </p:sp>
      <p:sp>
        <p:nvSpPr>
          <p:cNvPr id="822" name="lumia-token-particle">
            <a:extLst>
              <a:ext uri="{FF2B5EF4-FFF2-40B4-BE49-F238E27FC236}">
                <a16:creationId xmlns:a16="http://schemas.microsoft.com/office/drawing/2014/main" id="{29C2A875-8C7F-4949-986A-F87EA679A42C}"/>
              </a:ext>
            </a:extLst>
          </p:cNvPr>
          <p:cNvSpPr>
            <a:spLocks noGrp="1"/>
          </p:cNvSpPr>
          <p:nvPr/>
        </p:nvSpPr>
        <p:spPr>
          <a:xfrm rot="2517436">
            <a:off x="8582113" y="5922818"/>
            <a:ext cx="72689" cy="72689"/>
          </a:xfrm>
          <a:prstGeom prst="roundRect">
            <a:avLst>
              <a:gd name="adj" fmla="val 18000"/>
            </a:avLst>
          </a:prstGeom>
          <a:solidFill>
            <a:srgbClr val="FBBA06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823" name="lumia-token-particle">
            <a:extLst>
              <a:ext uri="{FF2B5EF4-FFF2-40B4-BE49-F238E27FC236}">
                <a16:creationId xmlns:a16="http://schemas.microsoft.com/office/drawing/2014/main" id="{34DD065C-B791-46AA-B9C5-6825FF1D97F2}"/>
              </a:ext>
            </a:extLst>
          </p:cNvPr>
          <p:cNvSpPr>
            <a:spLocks noGrp="1"/>
          </p:cNvSpPr>
          <p:nvPr/>
        </p:nvSpPr>
        <p:spPr>
          <a:xfrm rot="1920542">
            <a:off x="1055195" y="6430039"/>
            <a:ext cx="14490" cy="14490"/>
          </a:xfrm>
          <a:prstGeom prst="roundRect">
            <a:avLst>
              <a:gd name="adj" fmla="val 26293"/>
            </a:avLst>
          </a:prstGeom>
          <a:solidFill>
            <a:srgbClr val="4B66CC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824" name="lumia-token-particle">
            <a:extLst>
              <a:ext uri="{FF2B5EF4-FFF2-40B4-BE49-F238E27FC236}">
                <a16:creationId xmlns:a16="http://schemas.microsoft.com/office/drawing/2014/main" id="{B4AF25F7-7E54-47A5-A4E7-CB2F06501646}"/>
              </a:ext>
            </a:extLst>
          </p:cNvPr>
          <p:cNvSpPr>
            <a:spLocks noGrp="1"/>
          </p:cNvSpPr>
          <p:nvPr/>
        </p:nvSpPr>
        <p:spPr>
          <a:xfrm rot="2296657">
            <a:off x="5013026" y="5965709"/>
            <a:ext cx="10346" cy="10346"/>
          </a:xfrm>
          <a:prstGeom prst="roundRect">
            <a:avLst>
              <a:gd name="adj" fmla="val 36826"/>
            </a:avLst>
          </a:prstGeom>
          <a:solidFill>
            <a:srgbClr val="D14246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25" name="lumia-token-particle">
            <a:extLst>
              <a:ext uri="{FF2B5EF4-FFF2-40B4-BE49-F238E27FC236}">
                <a16:creationId xmlns:a16="http://schemas.microsoft.com/office/drawing/2014/main" id="{E37AE4D0-E6C6-4669-9B47-699150C63D23}"/>
              </a:ext>
            </a:extLst>
          </p:cNvPr>
          <p:cNvSpPr>
            <a:spLocks noGrp="1"/>
          </p:cNvSpPr>
          <p:nvPr/>
        </p:nvSpPr>
        <p:spPr>
          <a:xfrm rot="1434874">
            <a:off x="9239211" y="5937298"/>
            <a:ext cx="12514" cy="12514"/>
          </a:xfrm>
          <a:prstGeom prst="ellipse">
            <a:avLst/>
          </a:prstGeom>
          <a:solidFill>
            <a:srgbClr val="E3BA0E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826" name="lumia-token-particle">
            <a:extLst>
              <a:ext uri="{FF2B5EF4-FFF2-40B4-BE49-F238E27FC236}">
                <a16:creationId xmlns:a16="http://schemas.microsoft.com/office/drawing/2014/main" id="{7C18A674-0533-4E01-BB83-2A27ECF64E3A}"/>
              </a:ext>
            </a:extLst>
          </p:cNvPr>
          <p:cNvSpPr>
            <a:spLocks noGrp="1"/>
          </p:cNvSpPr>
          <p:nvPr/>
        </p:nvSpPr>
        <p:spPr>
          <a:xfrm rot="2232663">
            <a:off x="4641813" y="5780633"/>
            <a:ext cx="15090" cy="15090"/>
          </a:xfrm>
          <a:prstGeom prst="ellipse">
            <a:avLst/>
          </a:prstGeom>
          <a:solidFill>
            <a:srgbClr val="BE4152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27" name="lumia-token-particle">
            <a:extLst>
              <a:ext uri="{FF2B5EF4-FFF2-40B4-BE49-F238E27FC236}">
                <a16:creationId xmlns:a16="http://schemas.microsoft.com/office/drawing/2014/main" id="{FAC76971-7D6D-4915-A0E9-354A02ADCEAF}"/>
              </a:ext>
            </a:extLst>
          </p:cNvPr>
          <p:cNvSpPr>
            <a:spLocks noGrp="1"/>
          </p:cNvSpPr>
          <p:nvPr/>
        </p:nvSpPr>
        <p:spPr>
          <a:xfrm rot="1531970">
            <a:off x="11235931" y="5306198"/>
            <a:ext cx="16329" cy="16329"/>
          </a:xfrm>
          <a:prstGeom prst="ellipse">
            <a:avLst/>
          </a:prstGeom>
          <a:solidFill>
            <a:srgbClr val="74AE3A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828" name="lumia-token-particle">
            <a:extLst>
              <a:ext uri="{FF2B5EF4-FFF2-40B4-BE49-F238E27FC236}">
                <a16:creationId xmlns:a16="http://schemas.microsoft.com/office/drawing/2014/main" id="{6DF8746C-2641-4411-BC83-C3E80880AE74}"/>
              </a:ext>
            </a:extLst>
          </p:cNvPr>
          <p:cNvSpPr>
            <a:spLocks noGrp="1"/>
          </p:cNvSpPr>
          <p:nvPr/>
        </p:nvSpPr>
        <p:spPr>
          <a:xfrm rot="1734622">
            <a:off x="6196119" y="5945698"/>
            <a:ext cx="7642" cy="7642"/>
          </a:xfrm>
          <a:prstGeom prst="ellipse">
            <a:avLst/>
          </a:prstGeom>
          <a:solidFill>
            <a:srgbClr val="EC542E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829" name="lumia-token-particle-soft-glow">
            <a:extLst>
              <a:ext uri="{FF2B5EF4-FFF2-40B4-BE49-F238E27FC236}">
                <a16:creationId xmlns:a16="http://schemas.microsoft.com/office/drawing/2014/main" id="{55F87EDF-684E-4EFD-A9DB-377AAA39A8FE}"/>
              </a:ext>
            </a:extLst>
          </p:cNvPr>
          <p:cNvSpPr>
            <a:spLocks noGrp="1"/>
          </p:cNvSpPr>
          <p:nvPr/>
        </p:nvSpPr>
        <p:spPr>
          <a:xfrm rot="942290">
            <a:off x="9078571" y="5999535"/>
            <a:ext cx="161667" cy="161667"/>
          </a:xfrm>
          <a:prstGeom prst="ellipse">
            <a:avLst/>
          </a:prstGeom>
          <a:solidFill>
            <a:srgbClr val="DEB911">
              <a:alpha val="8000"/>
            </a:srgbClr>
          </a:solidFill>
          <a:ln w="0">
            <a:noFill/>
            <a:prstDash val="solid"/>
          </a:ln>
        </p:spPr>
      </p:sp>
      <p:sp>
        <p:nvSpPr>
          <p:cNvPr id="830" name="lumia-token-particle">
            <a:extLst>
              <a:ext uri="{FF2B5EF4-FFF2-40B4-BE49-F238E27FC236}">
                <a16:creationId xmlns:a16="http://schemas.microsoft.com/office/drawing/2014/main" id="{EA6CA98E-D1E1-4108-8BFE-FB083B7FB574}"/>
              </a:ext>
            </a:extLst>
          </p:cNvPr>
          <p:cNvSpPr>
            <a:spLocks noGrp="1"/>
          </p:cNvSpPr>
          <p:nvPr/>
        </p:nvSpPr>
        <p:spPr>
          <a:xfrm rot="2542821">
            <a:off x="9125724" y="6046688"/>
            <a:ext cx="67361" cy="67361"/>
          </a:xfrm>
          <a:prstGeom prst="ellipse">
            <a:avLst/>
          </a:prstGeom>
          <a:solidFill>
            <a:srgbClr val="DEB911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831" name="lumia-token-particle">
            <a:extLst>
              <a:ext uri="{FF2B5EF4-FFF2-40B4-BE49-F238E27FC236}">
                <a16:creationId xmlns:a16="http://schemas.microsoft.com/office/drawing/2014/main" id="{65E5DBC4-B1A7-4E16-8676-7CB4198D337C}"/>
              </a:ext>
            </a:extLst>
          </p:cNvPr>
          <p:cNvSpPr>
            <a:spLocks noGrp="1"/>
          </p:cNvSpPr>
          <p:nvPr/>
        </p:nvSpPr>
        <p:spPr>
          <a:xfrm rot="409745">
            <a:off x="11246418" y="5090266"/>
            <a:ext cx="47235" cy="47235"/>
          </a:xfrm>
          <a:prstGeom prst="ellipse">
            <a:avLst/>
          </a:prstGeom>
          <a:solidFill>
            <a:srgbClr val="7BAF37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832" name="lumia-token-particle">
            <a:extLst>
              <a:ext uri="{FF2B5EF4-FFF2-40B4-BE49-F238E27FC236}">
                <a16:creationId xmlns:a16="http://schemas.microsoft.com/office/drawing/2014/main" id="{4E9E8FC0-DCEE-4825-AFA6-B20AB61902DB}"/>
              </a:ext>
            </a:extLst>
          </p:cNvPr>
          <p:cNvSpPr>
            <a:spLocks noGrp="1"/>
          </p:cNvSpPr>
          <p:nvPr/>
        </p:nvSpPr>
        <p:spPr>
          <a:xfrm rot="398492">
            <a:off x="5270710" y="5984581"/>
            <a:ext cx="11671" cy="11671"/>
          </a:xfrm>
          <a:prstGeom prst="ellipse">
            <a:avLst/>
          </a:prstGeom>
          <a:solidFill>
            <a:srgbClr val="D4424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33" name="lumia-token-particle">
            <a:extLst>
              <a:ext uri="{FF2B5EF4-FFF2-40B4-BE49-F238E27FC236}">
                <a16:creationId xmlns:a16="http://schemas.microsoft.com/office/drawing/2014/main" id="{F7F024B4-C8D8-4E6B-9074-E6755329DDD9}"/>
              </a:ext>
            </a:extLst>
          </p:cNvPr>
          <p:cNvSpPr>
            <a:spLocks noGrp="1"/>
          </p:cNvSpPr>
          <p:nvPr/>
        </p:nvSpPr>
        <p:spPr>
          <a:xfrm rot="883821">
            <a:off x="8296483" y="5868587"/>
            <a:ext cx="21463" cy="21463"/>
          </a:xfrm>
          <a:prstGeom prst="roundRect">
            <a:avLst>
              <a:gd name="adj" fmla="val 18000"/>
            </a:avLst>
          </a:prstGeom>
          <a:solidFill>
            <a:srgbClr val="F9B00A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834" name="lumia-token-particle">
            <a:extLst>
              <a:ext uri="{FF2B5EF4-FFF2-40B4-BE49-F238E27FC236}">
                <a16:creationId xmlns:a16="http://schemas.microsoft.com/office/drawing/2014/main" id="{24F87FF8-455F-40A1-B021-0064292C191B}"/>
              </a:ext>
            </a:extLst>
          </p:cNvPr>
          <p:cNvSpPr>
            <a:spLocks noGrp="1"/>
          </p:cNvSpPr>
          <p:nvPr/>
        </p:nvSpPr>
        <p:spPr>
          <a:xfrm rot="328016">
            <a:off x="12037951" y="4991785"/>
            <a:ext cx="33289" cy="33289"/>
          </a:xfrm>
          <a:prstGeom prst="ellipse">
            <a:avLst/>
          </a:prstGeom>
          <a:solidFill>
            <a:srgbClr val="3AA951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35" name="lumia-token-particle">
            <a:extLst>
              <a:ext uri="{FF2B5EF4-FFF2-40B4-BE49-F238E27FC236}">
                <a16:creationId xmlns:a16="http://schemas.microsoft.com/office/drawing/2014/main" id="{01445DDF-A40B-418D-A95B-D3A39186AB0F}"/>
              </a:ext>
            </a:extLst>
          </p:cNvPr>
          <p:cNvSpPr>
            <a:spLocks noGrp="1"/>
          </p:cNvSpPr>
          <p:nvPr/>
        </p:nvSpPr>
        <p:spPr>
          <a:xfrm rot="1050288">
            <a:off x="7619802" y="6175625"/>
            <a:ext cx="38625" cy="38625"/>
          </a:xfrm>
          <a:prstGeom prst="roundRect">
            <a:avLst>
              <a:gd name="adj" fmla="val 18000"/>
            </a:avLst>
          </a:prstGeom>
          <a:solidFill>
            <a:srgbClr val="F59315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836" name="lumia-token-particle-soft-glow">
            <a:extLst>
              <a:ext uri="{FF2B5EF4-FFF2-40B4-BE49-F238E27FC236}">
                <a16:creationId xmlns:a16="http://schemas.microsoft.com/office/drawing/2014/main" id="{C6420079-C2F2-4065-AAB7-EE7C5FA490E7}"/>
              </a:ext>
            </a:extLst>
          </p:cNvPr>
          <p:cNvSpPr>
            <a:spLocks noGrp="1"/>
          </p:cNvSpPr>
          <p:nvPr/>
        </p:nvSpPr>
        <p:spPr>
          <a:xfrm rot="1672655">
            <a:off x="5325709" y="6079328"/>
            <a:ext cx="82452" cy="82452"/>
          </a:xfrm>
          <a:prstGeom prst="roundRect">
            <a:avLst>
              <a:gd name="adj" fmla="val 18000"/>
            </a:avLst>
          </a:prstGeom>
          <a:solidFill>
            <a:srgbClr val="DB423F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37" name="lumia-token-particle">
            <a:extLst>
              <a:ext uri="{FF2B5EF4-FFF2-40B4-BE49-F238E27FC236}">
                <a16:creationId xmlns:a16="http://schemas.microsoft.com/office/drawing/2014/main" id="{2A13E2A0-C9F8-4F10-AD3D-CF4A66747F25}"/>
              </a:ext>
            </a:extLst>
          </p:cNvPr>
          <p:cNvSpPr>
            <a:spLocks noGrp="1"/>
          </p:cNvSpPr>
          <p:nvPr/>
        </p:nvSpPr>
        <p:spPr>
          <a:xfrm rot="2646536">
            <a:off x="5349757" y="6103376"/>
            <a:ext cx="34355" cy="34355"/>
          </a:xfrm>
          <a:prstGeom prst="roundRect">
            <a:avLst>
              <a:gd name="adj" fmla="val 18000"/>
            </a:avLst>
          </a:prstGeom>
          <a:solidFill>
            <a:srgbClr val="DB423F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8" name="lumia-token-particle-soft-glow">
            <a:extLst>
              <a:ext uri="{FF2B5EF4-FFF2-40B4-BE49-F238E27FC236}">
                <a16:creationId xmlns:a16="http://schemas.microsoft.com/office/drawing/2014/main" id="{024088EA-1D38-469C-B673-33A5EF437C0F}"/>
              </a:ext>
            </a:extLst>
          </p:cNvPr>
          <p:cNvSpPr>
            <a:spLocks noGrp="1"/>
          </p:cNvSpPr>
          <p:nvPr/>
        </p:nvSpPr>
        <p:spPr>
          <a:xfrm rot="471898">
            <a:off x="4948134" y="6212799"/>
            <a:ext cx="108102" cy="108102"/>
          </a:xfrm>
          <a:prstGeom prst="roundRect">
            <a:avLst>
              <a:gd name="adj" fmla="val 18000"/>
            </a:avLst>
          </a:prstGeom>
          <a:solidFill>
            <a:srgbClr val="CE4148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39" name="lumia-token-particle">
            <a:extLst>
              <a:ext uri="{FF2B5EF4-FFF2-40B4-BE49-F238E27FC236}">
                <a16:creationId xmlns:a16="http://schemas.microsoft.com/office/drawing/2014/main" id="{8A16246B-68AC-45BF-BCC0-8EC8DCC6D739}"/>
              </a:ext>
            </a:extLst>
          </p:cNvPr>
          <p:cNvSpPr>
            <a:spLocks noGrp="1"/>
          </p:cNvSpPr>
          <p:nvPr/>
        </p:nvSpPr>
        <p:spPr>
          <a:xfrm rot="2444894">
            <a:off x="4979664" y="6244329"/>
            <a:ext cx="45043" cy="45043"/>
          </a:xfrm>
          <a:prstGeom prst="roundRect">
            <a:avLst>
              <a:gd name="adj" fmla="val 18000"/>
            </a:avLst>
          </a:prstGeom>
          <a:solidFill>
            <a:srgbClr val="CE414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0" name="lumia-token-particle">
            <a:extLst>
              <a:ext uri="{FF2B5EF4-FFF2-40B4-BE49-F238E27FC236}">
                <a16:creationId xmlns:a16="http://schemas.microsoft.com/office/drawing/2014/main" id="{EBC1C991-4F22-4DD7-AE36-386EB4845126}"/>
              </a:ext>
            </a:extLst>
          </p:cNvPr>
          <p:cNvSpPr>
            <a:spLocks noGrp="1"/>
          </p:cNvSpPr>
          <p:nvPr/>
        </p:nvSpPr>
        <p:spPr>
          <a:xfrm rot="1714320">
            <a:off x="11708991" y="5556502"/>
            <a:ext cx="58736" cy="58736"/>
          </a:xfrm>
          <a:prstGeom prst="ellipse">
            <a:avLst/>
          </a:prstGeom>
          <a:solidFill>
            <a:srgbClr val="3DA94F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841" name="lumia-token-particle-soft-glow">
            <a:extLst>
              <a:ext uri="{FF2B5EF4-FFF2-40B4-BE49-F238E27FC236}">
                <a16:creationId xmlns:a16="http://schemas.microsoft.com/office/drawing/2014/main" id="{852470AF-6B9B-4EE2-BB21-F0113145F3CE}"/>
              </a:ext>
            </a:extLst>
          </p:cNvPr>
          <p:cNvSpPr>
            <a:spLocks noGrp="1"/>
          </p:cNvSpPr>
          <p:nvPr/>
        </p:nvSpPr>
        <p:spPr>
          <a:xfrm rot="1345116">
            <a:off x="4716478" y="6020969"/>
            <a:ext cx="128123" cy="128123"/>
          </a:xfrm>
          <a:prstGeom prst="ellipse">
            <a:avLst/>
          </a:prstGeom>
          <a:solidFill>
            <a:srgbClr val="C4414E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42" name="lumia-token-particle">
            <a:extLst>
              <a:ext uri="{FF2B5EF4-FFF2-40B4-BE49-F238E27FC236}">
                <a16:creationId xmlns:a16="http://schemas.microsoft.com/office/drawing/2014/main" id="{633C5180-0A49-42E4-87F2-CC685EF5FEA7}"/>
              </a:ext>
            </a:extLst>
          </p:cNvPr>
          <p:cNvSpPr>
            <a:spLocks noGrp="1"/>
          </p:cNvSpPr>
          <p:nvPr/>
        </p:nvSpPr>
        <p:spPr>
          <a:xfrm rot="796030">
            <a:off x="4753847" y="6058338"/>
            <a:ext cx="53384" cy="53384"/>
          </a:xfrm>
          <a:prstGeom prst="ellipse">
            <a:avLst/>
          </a:prstGeom>
          <a:solidFill>
            <a:srgbClr val="C4414E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843" name="lumia-token-particle">
            <a:extLst>
              <a:ext uri="{FF2B5EF4-FFF2-40B4-BE49-F238E27FC236}">
                <a16:creationId xmlns:a16="http://schemas.microsoft.com/office/drawing/2014/main" id="{84A0B568-6EF5-46BF-95A9-61AD37888185}"/>
              </a:ext>
            </a:extLst>
          </p:cNvPr>
          <p:cNvSpPr>
            <a:spLocks noGrp="1"/>
          </p:cNvSpPr>
          <p:nvPr/>
        </p:nvSpPr>
        <p:spPr>
          <a:xfrm rot="1455962">
            <a:off x="6841069" y="5794020"/>
            <a:ext cx="13215" cy="13215"/>
          </a:xfrm>
          <a:prstGeom prst="ellipse">
            <a:avLst/>
          </a:prstGeom>
          <a:solidFill>
            <a:srgbClr val="F07023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844" name="lumia-token-particle-soft-glow">
            <a:extLst>
              <a:ext uri="{FF2B5EF4-FFF2-40B4-BE49-F238E27FC236}">
                <a16:creationId xmlns:a16="http://schemas.microsoft.com/office/drawing/2014/main" id="{533B19CB-0A51-4EA9-9828-A68A74DD6AAE}"/>
              </a:ext>
            </a:extLst>
          </p:cNvPr>
          <p:cNvSpPr>
            <a:spLocks noGrp="1"/>
          </p:cNvSpPr>
          <p:nvPr/>
        </p:nvSpPr>
        <p:spPr>
          <a:xfrm rot="2363867">
            <a:off x="9515325" y="5765238"/>
            <a:ext cx="230380" cy="230380"/>
          </a:xfrm>
          <a:prstGeom prst="ellipse">
            <a:avLst/>
          </a:prstGeom>
          <a:solidFill>
            <a:srgbClr val="C5B71A">
              <a:alpha val="8000"/>
            </a:srgbClr>
          </a:solidFill>
          <a:ln w="0">
            <a:noFill/>
            <a:prstDash val="solid"/>
          </a:ln>
        </p:spPr>
      </p:sp>
      <p:sp>
        <p:nvSpPr>
          <p:cNvPr id="845" name="lumia-token-particle">
            <a:extLst>
              <a:ext uri="{FF2B5EF4-FFF2-40B4-BE49-F238E27FC236}">
                <a16:creationId xmlns:a16="http://schemas.microsoft.com/office/drawing/2014/main" id="{807CC215-52E4-49BE-8859-E329E745AEF6}"/>
              </a:ext>
            </a:extLst>
          </p:cNvPr>
          <p:cNvSpPr>
            <a:spLocks noGrp="1"/>
          </p:cNvSpPr>
          <p:nvPr/>
        </p:nvSpPr>
        <p:spPr>
          <a:xfrm rot="1202676">
            <a:off x="9582519" y="5832432"/>
            <a:ext cx="95992" cy="95992"/>
          </a:xfrm>
          <a:prstGeom prst="ellipse">
            <a:avLst/>
          </a:prstGeom>
          <a:solidFill>
            <a:srgbClr val="C5B71A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846" name="lumia-token-particle">
            <a:extLst>
              <a:ext uri="{FF2B5EF4-FFF2-40B4-BE49-F238E27FC236}">
                <a16:creationId xmlns:a16="http://schemas.microsoft.com/office/drawing/2014/main" id="{9A9208C5-4AE8-460C-AA6F-A20814C66ACA}"/>
              </a:ext>
            </a:extLst>
          </p:cNvPr>
          <p:cNvSpPr>
            <a:spLocks noGrp="1"/>
          </p:cNvSpPr>
          <p:nvPr/>
        </p:nvSpPr>
        <p:spPr>
          <a:xfrm rot="1085361">
            <a:off x="7277714" y="6356268"/>
            <a:ext cx="34648" cy="34648"/>
          </a:xfrm>
          <a:prstGeom prst="ellipse">
            <a:avLst/>
          </a:prstGeom>
          <a:solidFill>
            <a:srgbClr val="F3831B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847" name="lumia-token-particle">
            <a:extLst>
              <a:ext uri="{FF2B5EF4-FFF2-40B4-BE49-F238E27FC236}">
                <a16:creationId xmlns:a16="http://schemas.microsoft.com/office/drawing/2014/main" id="{BAEC4728-2623-4E6C-917F-944458016C9A}"/>
              </a:ext>
            </a:extLst>
          </p:cNvPr>
          <p:cNvSpPr>
            <a:spLocks noGrp="1"/>
          </p:cNvSpPr>
          <p:nvPr/>
        </p:nvSpPr>
        <p:spPr>
          <a:xfrm rot="2279240">
            <a:off x="10863347" y="5132273"/>
            <a:ext cx="18727" cy="18727"/>
          </a:xfrm>
          <a:prstGeom prst="roundRect">
            <a:avLst>
              <a:gd name="adj" fmla="val 20345"/>
            </a:avLst>
          </a:prstGeom>
          <a:solidFill>
            <a:srgbClr val="72AE3B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848" name="lumia-token-particle">
            <a:extLst>
              <a:ext uri="{FF2B5EF4-FFF2-40B4-BE49-F238E27FC236}">
                <a16:creationId xmlns:a16="http://schemas.microsoft.com/office/drawing/2014/main" id="{F5E3F6F3-5D79-40CD-B191-DE9AD2383BE3}"/>
              </a:ext>
            </a:extLst>
          </p:cNvPr>
          <p:cNvSpPr>
            <a:spLocks noGrp="1"/>
          </p:cNvSpPr>
          <p:nvPr/>
        </p:nvSpPr>
        <p:spPr>
          <a:xfrm rot="2194107">
            <a:off x="8711856" y="6007294"/>
            <a:ext cx="25549" cy="25549"/>
          </a:xfrm>
          <a:prstGeom prst="ellipse">
            <a:avLst/>
          </a:prstGeom>
          <a:solidFill>
            <a:srgbClr val="FBB906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849" name="lumia-token-particle">
            <a:extLst>
              <a:ext uri="{FF2B5EF4-FFF2-40B4-BE49-F238E27FC236}">
                <a16:creationId xmlns:a16="http://schemas.microsoft.com/office/drawing/2014/main" id="{9B38D7DA-642D-4EFB-8000-1B5A3A35342C}"/>
              </a:ext>
            </a:extLst>
          </p:cNvPr>
          <p:cNvSpPr>
            <a:spLocks noGrp="1"/>
          </p:cNvSpPr>
          <p:nvPr/>
        </p:nvSpPr>
        <p:spPr>
          <a:xfrm rot="716304">
            <a:off x="4848622" y="6049126"/>
            <a:ext cx="14409" cy="14409"/>
          </a:xfrm>
          <a:prstGeom prst="roundRect">
            <a:avLst>
              <a:gd name="adj" fmla="val 26442"/>
            </a:avLst>
          </a:prstGeom>
          <a:solidFill>
            <a:srgbClr val="BF4151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50" name="lumia-token-particle">
            <a:extLst>
              <a:ext uri="{FF2B5EF4-FFF2-40B4-BE49-F238E27FC236}">
                <a16:creationId xmlns:a16="http://schemas.microsoft.com/office/drawing/2014/main" id="{C09BF66D-4800-44BD-B539-DE343D877E8E}"/>
              </a:ext>
            </a:extLst>
          </p:cNvPr>
          <p:cNvSpPr>
            <a:spLocks noGrp="1"/>
          </p:cNvSpPr>
          <p:nvPr/>
        </p:nvSpPr>
        <p:spPr>
          <a:xfrm rot="2142281">
            <a:off x="5321856" y="5894501"/>
            <a:ext cx="28330" cy="28330"/>
          </a:xfrm>
          <a:prstGeom prst="ellipse">
            <a:avLst/>
          </a:prstGeom>
          <a:solidFill>
            <a:srgbClr val="DC423E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851" name="lumia-token-particle">
            <a:extLst>
              <a:ext uri="{FF2B5EF4-FFF2-40B4-BE49-F238E27FC236}">
                <a16:creationId xmlns:a16="http://schemas.microsoft.com/office/drawing/2014/main" id="{94426C47-6DD7-4040-AD4D-1E605EB7D57A}"/>
              </a:ext>
            </a:extLst>
          </p:cNvPr>
          <p:cNvSpPr>
            <a:spLocks noGrp="1"/>
          </p:cNvSpPr>
          <p:nvPr/>
        </p:nvSpPr>
        <p:spPr>
          <a:xfrm rot="2071660">
            <a:off x="3852612" y="6106231"/>
            <a:ext cx="12222" cy="12222"/>
          </a:xfrm>
          <a:prstGeom prst="ellipse">
            <a:avLst/>
          </a:prstGeom>
          <a:solidFill>
            <a:srgbClr val="933E6F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852" name="lumia-token-particle">
            <a:extLst>
              <a:ext uri="{FF2B5EF4-FFF2-40B4-BE49-F238E27FC236}">
                <a16:creationId xmlns:a16="http://schemas.microsoft.com/office/drawing/2014/main" id="{B7E43E21-1407-4183-BB3C-385407E16B44}"/>
              </a:ext>
            </a:extLst>
          </p:cNvPr>
          <p:cNvSpPr>
            <a:spLocks noGrp="1"/>
          </p:cNvSpPr>
          <p:nvPr/>
        </p:nvSpPr>
        <p:spPr>
          <a:xfrm rot="995738">
            <a:off x="7034249" y="6443538"/>
            <a:ext cx="12469" cy="12469"/>
          </a:xfrm>
          <a:prstGeom prst="ellipse">
            <a:avLst/>
          </a:prstGeom>
          <a:solidFill>
            <a:srgbClr val="F17521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853" name="lumia-token-particle">
            <a:extLst>
              <a:ext uri="{FF2B5EF4-FFF2-40B4-BE49-F238E27FC236}">
                <a16:creationId xmlns:a16="http://schemas.microsoft.com/office/drawing/2014/main" id="{2D4059FE-198D-4C9F-8488-5B1B0D529684}"/>
              </a:ext>
            </a:extLst>
          </p:cNvPr>
          <p:cNvSpPr>
            <a:spLocks noGrp="1"/>
          </p:cNvSpPr>
          <p:nvPr/>
        </p:nvSpPr>
        <p:spPr>
          <a:xfrm rot="567399">
            <a:off x="7175916" y="5962839"/>
            <a:ext cx="35642" cy="35642"/>
          </a:xfrm>
          <a:prstGeom prst="ellipse">
            <a:avLst/>
          </a:prstGeom>
          <a:solidFill>
            <a:srgbClr val="F3851B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854" name="lumia-token-particle">
            <a:extLst>
              <a:ext uri="{FF2B5EF4-FFF2-40B4-BE49-F238E27FC236}">
                <a16:creationId xmlns:a16="http://schemas.microsoft.com/office/drawing/2014/main" id="{F614EBF8-D7AB-41E0-BB98-E25744044647}"/>
              </a:ext>
            </a:extLst>
          </p:cNvPr>
          <p:cNvSpPr>
            <a:spLocks noGrp="1"/>
          </p:cNvSpPr>
          <p:nvPr/>
        </p:nvSpPr>
        <p:spPr>
          <a:xfrm rot="1533216">
            <a:off x="9330229" y="5549917"/>
            <a:ext cx="56846" cy="56846"/>
          </a:xfrm>
          <a:prstGeom prst="roundRect">
            <a:avLst>
              <a:gd name="adj" fmla="val 18000"/>
            </a:avLst>
          </a:prstGeom>
          <a:solidFill>
            <a:srgbClr val="D9B912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855" name="lumia-token-particle">
            <a:extLst>
              <a:ext uri="{FF2B5EF4-FFF2-40B4-BE49-F238E27FC236}">
                <a16:creationId xmlns:a16="http://schemas.microsoft.com/office/drawing/2014/main" id="{F9A1CC53-1210-4021-95CD-7177A1C5630A}"/>
              </a:ext>
            </a:extLst>
          </p:cNvPr>
          <p:cNvSpPr>
            <a:spLocks noGrp="1"/>
          </p:cNvSpPr>
          <p:nvPr/>
        </p:nvSpPr>
        <p:spPr>
          <a:xfrm rot="482241">
            <a:off x="9887217" y="5919975"/>
            <a:ext cx="27584" cy="27584"/>
          </a:xfrm>
          <a:prstGeom prst="roundRect">
            <a:avLst>
              <a:gd name="adj" fmla="val 18000"/>
            </a:avLst>
          </a:prstGeom>
          <a:solidFill>
            <a:srgbClr val="ADB424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856" name="lumia-token-particle-soft-glow">
            <a:extLst>
              <a:ext uri="{FF2B5EF4-FFF2-40B4-BE49-F238E27FC236}">
                <a16:creationId xmlns:a16="http://schemas.microsoft.com/office/drawing/2014/main" id="{CA2F786F-9D30-4083-A8AB-17D515E95398}"/>
              </a:ext>
            </a:extLst>
          </p:cNvPr>
          <p:cNvSpPr>
            <a:spLocks noGrp="1"/>
          </p:cNvSpPr>
          <p:nvPr/>
        </p:nvSpPr>
        <p:spPr>
          <a:xfrm rot="1343294">
            <a:off x="10309527" y="5154722"/>
            <a:ext cx="280906" cy="280906"/>
          </a:xfrm>
          <a:prstGeom prst="roundRect">
            <a:avLst>
              <a:gd name="adj" fmla="val 18000"/>
            </a:avLst>
          </a:prstGeom>
          <a:solidFill>
            <a:srgbClr val="9AB22B">
              <a:alpha val="8000"/>
            </a:srgbClr>
          </a:solidFill>
          <a:ln w="0">
            <a:noFill/>
            <a:prstDash val="solid"/>
          </a:ln>
        </p:spPr>
      </p:sp>
      <p:sp>
        <p:nvSpPr>
          <p:cNvPr id="857" name="lumia-token-particle">
            <a:extLst>
              <a:ext uri="{FF2B5EF4-FFF2-40B4-BE49-F238E27FC236}">
                <a16:creationId xmlns:a16="http://schemas.microsoft.com/office/drawing/2014/main" id="{2B96A5CB-5022-470C-8734-45D120F5FA75}"/>
              </a:ext>
            </a:extLst>
          </p:cNvPr>
          <p:cNvSpPr>
            <a:spLocks noGrp="1"/>
          </p:cNvSpPr>
          <p:nvPr/>
        </p:nvSpPr>
        <p:spPr>
          <a:xfrm rot="2678620">
            <a:off x="10391458" y="5236653"/>
            <a:ext cx="117044" cy="117044"/>
          </a:xfrm>
          <a:prstGeom prst="roundRect">
            <a:avLst>
              <a:gd name="adj" fmla="val 18000"/>
            </a:avLst>
          </a:prstGeom>
          <a:solidFill>
            <a:srgbClr val="9AB22B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858" name="lumia-token-particle">
            <a:extLst>
              <a:ext uri="{FF2B5EF4-FFF2-40B4-BE49-F238E27FC236}">
                <a16:creationId xmlns:a16="http://schemas.microsoft.com/office/drawing/2014/main" id="{5C73D86B-755B-4ED6-A91C-41A572163325}"/>
              </a:ext>
            </a:extLst>
          </p:cNvPr>
          <p:cNvSpPr>
            <a:spLocks noGrp="1"/>
          </p:cNvSpPr>
          <p:nvPr/>
        </p:nvSpPr>
        <p:spPr>
          <a:xfrm rot="2685585">
            <a:off x="11616440" y="5086131"/>
            <a:ext cx="29458" cy="29458"/>
          </a:xfrm>
          <a:prstGeom prst="ellipse">
            <a:avLst/>
          </a:prstGeom>
          <a:solidFill>
            <a:srgbClr val="44AA4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59" name="lumia-token-particle">
            <a:extLst>
              <a:ext uri="{FF2B5EF4-FFF2-40B4-BE49-F238E27FC236}">
                <a16:creationId xmlns:a16="http://schemas.microsoft.com/office/drawing/2014/main" id="{01657587-B50E-484D-A0A8-0C57C98E4E83}"/>
              </a:ext>
            </a:extLst>
          </p:cNvPr>
          <p:cNvSpPr>
            <a:spLocks noGrp="1"/>
          </p:cNvSpPr>
          <p:nvPr/>
        </p:nvSpPr>
        <p:spPr>
          <a:xfrm rot="2021818">
            <a:off x="5599390" y="6381091"/>
            <a:ext cx="22531" cy="22531"/>
          </a:xfrm>
          <a:prstGeom prst="ellipse">
            <a:avLst/>
          </a:prstGeom>
          <a:solidFill>
            <a:srgbClr val="EB4733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860" name="lumia-token-particle">
            <a:extLst>
              <a:ext uri="{FF2B5EF4-FFF2-40B4-BE49-F238E27FC236}">
                <a16:creationId xmlns:a16="http://schemas.microsoft.com/office/drawing/2014/main" id="{4D0C9A15-0055-4647-AFBE-40958B53CB0F}"/>
              </a:ext>
            </a:extLst>
          </p:cNvPr>
          <p:cNvSpPr>
            <a:spLocks noGrp="1"/>
          </p:cNvSpPr>
          <p:nvPr/>
        </p:nvSpPr>
        <p:spPr>
          <a:xfrm rot="755422">
            <a:off x="10319918" y="5204853"/>
            <a:ext cx="18998" cy="18998"/>
          </a:xfrm>
          <a:prstGeom prst="ellipse">
            <a:avLst/>
          </a:prstGeom>
          <a:solidFill>
            <a:srgbClr val="97B22C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861" name="lumia-token-particle">
            <a:extLst>
              <a:ext uri="{FF2B5EF4-FFF2-40B4-BE49-F238E27FC236}">
                <a16:creationId xmlns:a16="http://schemas.microsoft.com/office/drawing/2014/main" id="{4947A05A-897F-4105-8900-07D7443DB0AF}"/>
              </a:ext>
            </a:extLst>
          </p:cNvPr>
          <p:cNvSpPr>
            <a:spLocks noGrp="1"/>
          </p:cNvSpPr>
          <p:nvPr/>
        </p:nvSpPr>
        <p:spPr>
          <a:xfrm rot="449220">
            <a:off x="5545868" y="5846306"/>
            <a:ext cx="15140" cy="15140"/>
          </a:xfrm>
          <a:prstGeom prst="ellipse">
            <a:avLst/>
          </a:prstGeom>
          <a:solidFill>
            <a:srgbClr val="EA443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62" name="lumia-token-particle-soft-glow">
            <a:extLst>
              <a:ext uri="{FF2B5EF4-FFF2-40B4-BE49-F238E27FC236}">
                <a16:creationId xmlns:a16="http://schemas.microsoft.com/office/drawing/2014/main" id="{BA45B0D4-C428-4D02-8B50-AF8E2E9CC76D}"/>
              </a:ext>
            </a:extLst>
          </p:cNvPr>
          <p:cNvSpPr>
            <a:spLocks noGrp="1"/>
          </p:cNvSpPr>
          <p:nvPr/>
        </p:nvSpPr>
        <p:spPr>
          <a:xfrm rot="2400092">
            <a:off x="11266932" y="5191214"/>
            <a:ext cx="200990" cy="200990"/>
          </a:xfrm>
          <a:prstGeom prst="roundRect">
            <a:avLst>
              <a:gd name="adj" fmla="val 18000"/>
            </a:avLst>
          </a:prstGeom>
          <a:solidFill>
            <a:srgbClr val="71AE3B">
              <a:alpha val="8000"/>
            </a:srgbClr>
          </a:solidFill>
          <a:ln w="0">
            <a:noFill/>
            <a:prstDash val="solid"/>
          </a:ln>
        </p:spPr>
      </p:sp>
      <p:sp>
        <p:nvSpPr>
          <p:cNvPr id="863" name="lumia-token-particle">
            <a:extLst>
              <a:ext uri="{FF2B5EF4-FFF2-40B4-BE49-F238E27FC236}">
                <a16:creationId xmlns:a16="http://schemas.microsoft.com/office/drawing/2014/main" id="{85326D80-691F-4B38-9A65-F351380E792D}"/>
              </a:ext>
            </a:extLst>
          </p:cNvPr>
          <p:cNvSpPr>
            <a:spLocks noGrp="1"/>
          </p:cNvSpPr>
          <p:nvPr/>
        </p:nvSpPr>
        <p:spPr>
          <a:xfrm rot="2031110">
            <a:off x="11325554" y="5249836"/>
            <a:ext cx="83746" cy="83746"/>
          </a:xfrm>
          <a:prstGeom prst="roundRect">
            <a:avLst>
              <a:gd name="adj" fmla="val 18000"/>
            </a:avLst>
          </a:prstGeom>
          <a:solidFill>
            <a:srgbClr val="71AE3B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864" name="lumia-token-particle">
            <a:extLst>
              <a:ext uri="{FF2B5EF4-FFF2-40B4-BE49-F238E27FC236}">
                <a16:creationId xmlns:a16="http://schemas.microsoft.com/office/drawing/2014/main" id="{BBDEC7D9-8978-4904-8FFA-0CBC4F52DE97}"/>
              </a:ext>
            </a:extLst>
          </p:cNvPr>
          <p:cNvSpPr>
            <a:spLocks noGrp="1"/>
          </p:cNvSpPr>
          <p:nvPr/>
        </p:nvSpPr>
        <p:spPr>
          <a:xfrm rot="77301">
            <a:off x="6639375" y="6272237"/>
            <a:ext cx="15656" cy="15656"/>
          </a:xfrm>
          <a:prstGeom prst="ellipse">
            <a:avLst/>
          </a:prstGeom>
          <a:solidFill>
            <a:srgbClr val="EF6727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865" name="lumia-token-particle-soft-glow">
            <a:extLst>
              <a:ext uri="{FF2B5EF4-FFF2-40B4-BE49-F238E27FC236}">
                <a16:creationId xmlns:a16="http://schemas.microsoft.com/office/drawing/2014/main" id="{201FD56E-7B25-48B1-8238-D4EE7A77CAB1}"/>
              </a:ext>
            </a:extLst>
          </p:cNvPr>
          <p:cNvSpPr>
            <a:spLocks noGrp="1"/>
          </p:cNvSpPr>
          <p:nvPr/>
        </p:nvSpPr>
        <p:spPr>
          <a:xfrm rot="2575281">
            <a:off x="6960674" y="6076241"/>
            <a:ext cx="109575" cy="109575"/>
          </a:xfrm>
          <a:prstGeom prst="roundRect">
            <a:avLst>
              <a:gd name="adj" fmla="val 18000"/>
            </a:avLst>
          </a:prstGeom>
          <a:solidFill>
            <a:srgbClr val="F07123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66" name="lumia-token-particle">
            <a:extLst>
              <a:ext uri="{FF2B5EF4-FFF2-40B4-BE49-F238E27FC236}">
                <a16:creationId xmlns:a16="http://schemas.microsoft.com/office/drawing/2014/main" id="{BD13A9B5-ABEA-4102-8F20-BDE9C017B15C}"/>
              </a:ext>
            </a:extLst>
          </p:cNvPr>
          <p:cNvSpPr>
            <a:spLocks noGrp="1"/>
          </p:cNvSpPr>
          <p:nvPr/>
        </p:nvSpPr>
        <p:spPr>
          <a:xfrm rot="2142362">
            <a:off x="6992633" y="6108200"/>
            <a:ext cx="45656" cy="45656"/>
          </a:xfrm>
          <a:prstGeom prst="roundRect">
            <a:avLst>
              <a:gd name="adj" fmla="val 18000"/>
            </a:avLst>
          </a:prstGeom>
          <a:solidFill>
            <a:srgbClr val="F07123">
              <a:alpha val="51000"/>
            </a:srgbClr>
          </a:solidFill>
          <a:ln w="0">
            <a:noFill/>
            <a:prstDash val="solid"/>
          </a:ln>
        </p:spPr>
      </p:sp>
      <p:sp>
        <p:nvSpPr>
          <p:cNvPr id="867" name="lumia-token-particle-soft-glow">
            <a:extLst>
              <a:ext uri="{FF2B5EF4-FFF2-40B4-BE49-F238E27FC236}">
                <a16:creationId xmlns:a16="http://schemas.microsoft.com/office/drawing/2014/main" id="{0151CC34-A60A-452C-9350-F9DA405A900B}"/>
              </a:ext>
            </a:extLst>
          </p:cNvPr>
          <p:cNvSpPr>
            <a:spLocks noGrp="1"/>
          </p:cNvSpPr>
          <p:nvPr/>
        </p:nvSpPr>
        <p:spPr>
          <a:xfrm rot="118750">
            <a:off x="6350499" y="6237102"/>
            <a:ext cx="112748" cy="112748"/>
          </a:xfrm>
          <a:prstGeom prst="roundRect">
            <a:avLst>
              <a:gd name="adj" fmla="val 18000"/>
            </a:avLst>
          </a:prstGeom>
          <a:solidFill>
            <a:srgbClr val="EF6926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68" name="lumia-token-particle">
            <a:extLst>
              <a:ext uri="{FF2B5EF4-FFF2-40B4-BE49-F238E27FC236}">
                <a16:creationId xmlns:a16="http://schemas.microsoft.com/office/drawing/2014/main" id="{E0319D56-5F25-44A3-AFD1-F2D6F461FFBF}"/>
              </a:ext>
            </a:extLst>
          </p:cNvPr>
          <p:cNvSpPr>
            <a:spLocks noGrp="1"/>
          </p:cNvSpPr>
          <p:nvPr/>
        </p:nvSpPr>
        <p:spPr>
          <a:xfrm rot="2389129">
            <a:off x="6383384" y="6269987"/>
            <a:ext cx="46978" cy="46978"/>
          </a:xfrm>
          <a:prstGeom prst="roundRect">
            <a:avLst>
              <a:gd name="adj" fmla="val 18000"/>
            </a:avLst>
          </a:prstGeom>
          <a:solidFill>
            <a:srgbClr val="EF6926">
              <a:alpha val="51000"/>
            </a:srgbClr>
          </a:solidFill>
          <a:ln w="0">
            <a:noFill/>
            <a:prstDash val="solid"/>
          </a:ln>
        </p:spPr>
      </p:sp>
      <p:sp>
        <p:nvSpPr>
          <p:cNvPr id="869" name="lumia-token-particle">
            <a:extLst>
              <a:ext uri="{FF2B5EF4-FFF2-40B4-BE49-F238E27FC236}">
                <a16:creationId xmlns:a16="http://schemas.microsoft.com/office/drawing/2014/main" id="{708F6068-9F15-42FB-9E70-8C5100D57E09}"/>
              </a:ext>
            </a:extLst>
          </p:cNvPr>
          <p:cNvSpPr>
            <a:spLocks noGrp="1"/>
          </p:cNvSpPr>
          <p:nvPr/>
        </p:nvSpPr>
        <p:spPr>
          <a:xfrm rot="729939">
            <a:off x="8244167" y="5787362"/>
            <a:ext cx="16611" cy="16611"/>
          </a:xfrm>
          <a:prstGeom prst="roundRect">
            <a:avLst>
              <a:gd name="adj" fmla="val 22937"/>
            </a:avLst>
          </a:prstGeom>
          <a:solidFill>
            <a:srgbClr val="F8A90D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870" name="lumia-token-particle-soft-glow">
            <a:extLst>
              <a:ext uri="{FF2B5EF4-FFF2-40B4-BE49-F238E27FC236}">
                <a16:creationId xmlns:a16="http://schemas.microsoft.com/office/drawing/2014/main" id="{EE2E4F50-3C53-4E4F-B385-10C923672C2F}"/>
              </a:ext>
            </a:extLst>
          </p:cNvPr>
          <p:cNvSpPr>
            <a:spLocks noGrp="1"/>
          </p:cNvSpPr>
          <p:nvPr/>
        </p:nvSpPr>
        <p:spPr>
          <a:xfrm rot="692498">
            <a:off x="8125474" y="5726968"/>
            <a:ext cx="168444" cy="168444"/>
          </a:xfrm>
          <a:prstGeom prst="ellipse">
            <a:avLst/>
          </a:prstGeom>
          <a:solidFill>
            <a:srgbClr val="F8A90D">
              <a:alpha val="8000"/>
            </a:srgbClr>
          </a:solidFill>
          <a:ln w="0">
            <a:noFill/>
            <a:prstDash val="solid"/>
          </a:ln>
        </p:spPr>
      </p:sp>
      <p:sp>
        <p:nvSpPr>
          <p:cNvPr id="871" name="lumia-token-particle">
            <a:extLst>
              <a:ext uri="{FF2B5EF4-FFF2-40B4-BE49-F238E27FC236}">
                <a16:creationId xmlns:a16="http://schemas.microsoft.com/office/drawing/2014/main" id="{DFBF213B-1E7D-450F-B9FC-66C0834ACC04}"/>
              </a:ext>
            </a:extLst>
          </p:cNvPr>
          <p:cNvSpPr>
            <a:spLocks noGrp="1"/>
          </p:cNvSpPr>
          <p:nvPr/>
        </p:nvSpPr>
        <p:spPr>
          <a:xfrm rot="1457138">
            <a:off x="8174603" y="5776098"/>
            <a:ext cx="70185" cy="70185"/>
          </a:xfrm>
          <a:prstGeom prst="ellipse">
            <a:avLst/>
          </a:prstGeom>
          <a:solidFill>
            <a:srgbClr val="F8A90D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872" name="lumia-token-particle-soft-glow">
            <a:extLst>
              <a:ext uri="{FF2B5EF4-FFF2-40B4-BE49-F238E27FC236}">
                <a16:creationId xmlns:a16="http://schemas.microsoft.com/office/drawing/2014/main" id="{68E9B51B-35D7-4AF3-BFDB-A4060ABFCA76}"/>
              </a:ext>
            </a:extLst>
          </p:cNvPr>
          <p:cNvSpPr>
            <a:spLocks noGrp="1"/>
          </p:cNvSpPr>
          <p:nvPr/>
        </p:nvSpPr>
        <p:spPr>
          <a:xfrm rot="591923">
            <a:off x="6990932" y="5707206"/>
            <a:ext cx="159649" cy="159649"/>
          </a:xfrm>
          <a:prstGeom prst="ellipse">
            <a:avLst/>
          </a:prstGeom>
          <a:solidFill>
            <a:srgbClr val="F27D1E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73" name="lumia-token-particle">
            <a:extLst>
              <a:ext uri="{FF2B5EF4-FFF2-40B4-BE49-F238E27FC236}">
                <a16:creationId xmlns:a16="http://schemas.microsoft.com/office/drawing/2014/main" id="{13764FA4-5A6E-4670-B009-9F4D2CB84DE6}"/>
              </a:ext>
            </a:extLst>
          </p:cNvPr>
          <p:cNvSpPr>
            <a:spLocks noGrp="1"/>
          </p:cNvSpPr>
          <p:nvPr/>
        </p:nvSpPr>
        <p:spPr>
          <a:xfrm rot="2359234">
            <a:off x="7037497" y="5753771"/>
            <a:ext cx="66520" cy="66520"/>
          </a:xfrm>
          <a:prstGeom prst="ellipse">
            <a:avLst/>
          </a:prstGeom>
          <a:solidFill>
            <a:srgbClr val="F27D1E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874" name="lumia-token-particle-soft-glow">
            <a:extLst>
              <a:ext uri="{FF2B5EF4-FFF2-40B4-BE49-F238E27FC236}">
                <a16:creationId xmlns:a16="http://schemas.microsoft.com/office/drawing/2014/main" id="{57D92FE0-69DE-4033-B4ED-F77284089234}"/>
              </a:ext>
            </a:extLst>
          </p:cNvPr>
          <p:cNvSpPr>
            <a:spLocks noGrp="1"/>
          </p:cNvSpPr>
          <p:nvPr/>
        </p:nvSpPr>
        <p:spPr>
          <a:xfrm rot="2390577">
            <a:off x="4675236" y="6018235"/>
            <a:ext cx="128677" cy="128677"/>
          </a:xfrm>
          <a:prstGeom prst="roundRect">
            <a:avLst>
              <a:gd name="adj" fmla="val 18000"/>
            </a:avLst>
          </a:prstGeom>
          <a:solidFill>
            <a:srgbClr val="BB4054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75" name="lumia-token-particle">
            <a:extLst>
              <a:ext uri="{FF2B5EF4-FFF2-40B4-BE49-F238E27FC236}">
                <a16:creationId xmlns:a16="http://schemas.microsoft.com/office/drawing/2014/main" id="{6E186217-944E-4462-9886-C3AD954DDAA4}"/>
              </a:ext>
            </a:extLst>
          </p:cNvPr>
          <p:cNvSpPr>
            <a:spLocks noGrp="1"/>
          </p:cNvSpPr>
          <p:nvPr/>
        </p:nvSpPr>
        <p:spPr>
          <a:xfrm rot="317168">
            <a:off x="4712767" y="6055766"/>
            <a:ext cx="53615" cy="53615"/>
          </a:xfrm>
          <a:prstGeom prst="roundRect">
            <a:avLst>
              <a:gd name="adj" fmla="val 18000"/>
            </a:avLst>
          </a:prstGeom>
          <a:solidFill>
            <a:srgbClr val="BB4054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876" name="lumia-token-particle">
            <a:extLst>
              <a:ext uri="{FF2B5EF4-FFF2-40B4-BE49-F238E27FC236}">
                <a16:creationId xmlns:a16="http://schemas.microsoft.com/office/drawing/2014/main" id="{EB13C4C0-86F0-4007-9ED6-72B509D2BE80}"/>
              </a:ext>
            </a:extLst>
          </p:cNvPr>
          <p:cNvSpPr>
            <a:spLocks noGrp="1"/>
          </p:cNvSpPr>
          <p:nvPr/>
        </p:nvSpPr>
        <p:spPr>
          <a:xfrm rot="1707615">
            <a:off x="5920646" y="5983963"/>
            <a:ext cx="11602" cy="11602"/>
          </a:xfrm>
          <a:prstGeom prst="roundRect">
            <a:avLst>
              <a:gd name="adj" fmla="val 32838"/>
            </a:avLst>
          </a:prstGeom>
          <a:solidFill>
            <a:srgbClr val="ED562E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877" name="lumia-token-particle">
            <a:extLst>
              <a:ext uri="{FF2B5EF4-FFF2-40B4-BE49-F238E27FC236}">
                <a16:creationId xmlns:a16="http://schemas.microsoft.com/office/drawing/2014/main" id="{2CF4D73C-2118-41D2-8436-B4AA3203367A}"/>
              </a:ext>
            </a:extLst>
          </p:cNvPr>
          <p:cNvSpPr>
            <a:spLocks noGrp="1"/>
          </p:cNvSpPr>
          <p:nvPr/>
        </p:nvSpPr>
        <p:spPr>
          <a:xfrm rot="1898393">
            <a:off x="7362122" y="6214313"/>
            <a:ext cx="12654" cy="12654"/>
          </a:xfrm>
          <a:prstGeom prst="roundRect">
            <a:avLst>
              <a:gd name="adj" fmla="val 30109"/>
            </a:avLst>
          </a:prstGeom>
          <a:solidFill>
            <a:srgbClr val="F4881A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878" name="lumia-token-particle">
            <a:extLst>
              <a:ext uri="{FF2B5EF4-FFF2-40B4-BE49-F238E27FC236}">
                <a16:creationId xmlns:a16="http://schemas.microsoft.com/office/drawing/2014/main" id="{88486A08-A5D1-4A28-A0E1-ACDDC903BFAB}"/>
              </a:ext>
            </a:extLst>
          </p:cNvPr>
          <p:cNvSpPr>
            <a:spLocks noGrp="1"/>
          </p:cNvSpPr>
          <p:nvPr/>
        </p:nvSpPr>
        <p:spPr>
          <a:xfrm rot="402214">
            <a:off x="4055208" y="6012041"/>
            <a:ext cx="12577" cy="12577"/>
          </a:xfrm>
          <a:prstGeom prst="ellipse">
            <a:avLst/>
          </a:prstGeom>
          <a:solidFill>
            <a:srgbClr val="9E3F67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879" name="lumia-token-particle">
            <a:extLst>
              <a:ext uri="{FF2B5EF4-FFF2-40B4-BE49-F238E27FC236}">
                <a16:creationId xmlns:a16="http://schemas.microsoft.com/office/drawing/2014/main" id="{43A75974-03E0-4C36-9AA3-ECC1C166F2A8}"/>
              </a:ext>
            </a:extLst>
          </p:cNvPr>
          <p:cNvSpPr>
            <a:spLocks noGrp="1"/>
          </p:cNvSpPr>
          <p:nvPr/>
        </p:nvSpPr>
        <p:spPr>
          <a:xfrm rot="1669207">
            <a:off x="1283952" y="6121296"/>
            <a:ext cx="24258" cy="24258"/>
          </a:xfrm>
          <a:prstGeom prst="roundRect">
            <a:avLst>
              <a:gd name="adj" fmla="val 18000"/>
            </a:avLst>
          </a:prstGeom>
          <a:solidFill>
            <a:srgbClr val="4D5FC4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880" name="lumia-token-particle">
            <a:extLst>
              <a:ext uri="{FF2B5EF4-FFF2-40B4-BE49-F238E27FC236}">
                <a16:creationId xmlns:a16="http://schemas.microsoft.com/office/drawing/2014/main" id="{D8DEE578-C674-458A-84E4-C7F3B1F5F1DB}"/>
              </a:ext>
            </a:extLst>
          </p:cNvPr>
          <p:cNvSpPr>
            <a:spLocks noGrp="1"/>
          </p:cNvSpPr>
          <p:nvPr/>
        </p:nvSpPr>
        <p:spPr>
          <a:xfrm rot="2238558">
            <a:off x="1998279" y="6104023"/>
            <a:ext cx="29064" cy="29064"/>
          </a:xfrm>
          <a:prstGeom prst="ellipse">
            <a:avLst/>
          </a:prstGeom>
          <a:solidFill>
            <a:srgbClr val="534BA9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881" name="lumia-token-particle">
            <a:extLst>
              <a:ext uri="{FF2B5EF4-FFF2-40B4-BE49-F238E27FC236}">
                <a16:creationId xmlns:a16="http://schemas.microsoft.com/office/drawing/2014/main" id="{80793F08-8D4F-4040-AF12-C2C874645F0E}"/>
              </a:ext>
            </a:extLst>
          </p:cNvPr>
          <p:cNvSpPr>
            <a:spLocks noGrp="1"/>
          </p:cNvSpPr>
          <p:nvPr/>
        </p:nvSpPr>
        <p:spPr>
          <a:xfrm rot="375901">
            <a:off x="3649776" y="6183473"/>
            <a:ext cx="15335" cy="15335"/>
          </a:xfrm>
          <a:prstGeom prst="roundRect">
            <a:avLst>
              <a:gd name="adj" fmla="val 24845"/>
            </a:avLst>
          </a:prstGeom>
          <a:solidFill>
            <a:srgbClr val="863E77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882" name="lumia-token-particle">
            <a:extLst>
              <a:ext uri="{FF2B5EF4-FFF2-40B4-BE49-F238E27FC236}">
                <a16:creationId xmlns:a16="http://schemas.microsoft.com/office/drawing/2014/main" id="{A8F206AA-5680-44A1-9A1A-53905265E741}"/>
              </a:ext>
            </a:extLst>
          </p:cNvPr>
          <p:cNvSpPr>
            <a:spLocks noGrp="1"/>
          </p:cNvSpPr>
          <p:nvPr/>
        </p:nvSpPr>
        <p:spPr>
          <a:xfrm rot="1660987">
            <a:off x="7238070" y="5960368"/>
            <a:ext cx="12736" cy="12736"/>
          </a:xfrm>
          <a:prstGeom prst="ellipse">
            <a:avLst/>
          </a:prstGeom>
          <a:solidFill>
            <a:srgbClr val="F3851B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883" name="lumia-token-particle">
            <a:extLst>
              <a:ext uri="{FF2B5EF4-FFF2-40B4-BE49-F238E27FC236}">
                <a16:creationId xmlns:a16="http://schemas.microsoft.com/office/drawing/2014/main" id="{2FE12264-4D0A-4403-A14E-8F96150D3862}"/>
              </a:ext>
            </a:extLst>
          </p:cNvPr>
          <p:cNvSpPr>
            <a:spLocks noGrp="1"/>
          </p:cNvSpPr>
          <p:nvPr/>
        </p:nvSpPr>
        <p:spPr>
          <a:xfrm rot="1697140">
            <a:off x="10078863" y="5952140"/>
            <a:ext cx="29845" cy="29845"/>
          </a:xfrm>
          <a:prstGeom prst="ellipse">
            <a:avLst/>
          </a:prstGeom>
          <a:solidFill>
            <a:srgbClr val="B2B522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884" name="lumia-token-particle-soft-glow">
            <a:extLst>
              <a:ext uri="{FF2B5EF4-FFF2-40B4-BE49-F238E27FC236}">
                <a16:creationId xmlns:a16="http://schemas.microsoft.com/office/drawing/2014/main" id="{2D181CCE-6261-4964-99E8-A9D588FFAC74}"/>
              </a:ext>
            </a:extLst>
          </p:cNvPr>
          <p:cNvSpPr>
            <a:spLocks noGrp="1"/>
          </p:cNvSpPr>
          <p:nvPr/>
        </p:nvSpPr>
        <p:spPr>
          <a:xfrm rot="991384">
            <a:off x="5154895" y="6039672"/>
            <a:ext cx="119556" cy="119556"/>
          </a:xfrm>
          <a:prstGeom prst="roundRect">
            <a:avLst>
              <a:gd name="adj" fmla="val 18000"/>
            </a:avLst>
          </a:prstGeom>
          <a:solidFill>
            <a:srgbClr val="DF423C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85" name="lumia-token-particle">
            <a:extLst>
              <a:ext uri="{FF2B5EF4-FFF2-40B4-BE49-F238E27FC236}">
                <a16:creationId xmlns:a16="http://schemas.microsoft.com/office/drawing/2014/main" id="{7C33F95F-CC74-4337-9FEC-F2043334F293}"/>
              </a:ext>
            </a:extLst>
          </p:cNvPr>
          <p:cNvSpPr>
            <a:spLocks noGrp="1"/>
          </p:cNvSpPr>
          <p:nvPr/>
        </p:nvSpPr>
        <p:spPr>
          <a:xfrm rot="995755">
            <a:off x="5189766" y="6074542"/>
            <a:ext cx="49815" cy="49815"/>
          </a:xfrm>
          <a:prstGeom prst="roundRect">
            <a:avLst>
              <a:gd name="adj" fmla="val 18000"/>
            </a:avLst>
          </a:prstGeom>
          <a:solidFill>
            <a:srgbClr val="DF423C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6" name="lumia-token-particle">
            <a:extLst>
              <a:ext uri="{FF2B5EF4-FFF2-40B4-BE49-F238E27FC236}">
                <a16:creationId xmlns:a16="http://schemas.microsoft.com/office/drawing/2014/main" id="{E36705F3-B632-40C2-9A92-6CB9AF883EA1}"/>
              </a:ext>
            </a:extLst>
          </p:cNvPr>
          <p:cNvSpPr>
            <a:spLocks noGrp="1"/>
          </p:cNvSpPr>
          <p:nvPr/>
        </p:nvSpPr>
        <p:spPr>
          <a:xfrm rot="226719">
            <a:off x="12173160" y="5582333"/>
            <a:ext cx="37681" cy="37681"/>
          </a:xfrm>
          <a:prstGeom prst="ellipse">
            <a:avLst/>
          </a:prstGeom>
          <a:solidFill>
            <a:srgbClr val="36A852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887" name="lumia-token-particle">
            <a:extLst>
              <a:ext uri="{FF2B5EF4-FFF2-40B4-BE49-F238E27FC236}">
                <a16:creationId xmlns:a16="http://schemas.microsoft.com/office/drawing/2014/main" id="{BA49DA0E-0774-40B3-A583-4EA89D1E087F}"/>
              </a:ext>
            </a:extLst>
          </p:cNvPr>
          <p:cNvSpPr>
            <a:spLocks noGrp="1"/>
          </p:cNvSpPr>
          <p:nvPr/>
        </p:nvSpPr>
        <p:spPr>
          <a:xfrm rot="650913">
            <a:off x="4438561" y="6341085"/>
            <a:ext cx="8556" cy="8556"/>
          </a:xfrm>
          <a:prstGeom prst="roundRect">
            <a:avLst>
              <a:gd name="adj" fmla="val 44532"/>
            </a:avLst>
          </a:prstGeom>
          <a:solidFill>
            <a:srgbClr val="B74056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888" name="lumia-token-particle">
            <a:extLst>
              <a:ext uri="{FF2B5EF4-FFF2-40B4-BE49-F238E27FC236}">
                <a16:creationId xmlns:a16="http://schemas.microsoft.com/office/drawing/2014/main" id="{C927C2B4-CBA0-4B0E-9BD9-88AFE69E2195}"/>
              </a:ext>
            </a:extLst>
          </p:cNvPr>
          <p:cNvSpPr>
            <a:spLocks noGrp="1"/>
          </p:cNvSpPr>
          <p:nvPr/>
        </p:nvSpPr>
        <p:spPr>
          <a:xfrm rot="2609608">
            <a:off x="12147114" y="5323736"/>
            <a:ext cx="29597" cy="29597"/>
          </a:xfrm>
          <a:prstGeom prst="ellipse">
            <a:avLst/>
          </a:prstGeom>
          <a:solidFill>
            <a:srgbClr val="3AA951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89" name="lumia-token-particle-soft-glow">
            <a:extLst>
              <a:ext uri="{FF2B5EF4-FFF2-40B4-BE49-F238E27FC236}">
                <a16:creationId xmlns:a16="http://schemas.microsoft.com/office/drawing/2014/main" id="{33E060DA-FF43-4B6E-B989-8AD52ABEFC80}"/>
              </a:ext>
            </a:extLst>
          </p:cNvPr>
          <p:cNvSpPr>
            <a:spLocks noGrp="1"/>
          </p:cNvSpPr>
          <p:nvPr/>
        </p:nvSpPr>
        <p:spPr>
          <a:xfrm rot="653813">
            <a:off x="7556268" y="5977428"/>
            <a:ext cx="121957" cy="121957"/>
          </a:xfrm>
          <a:prstGeom prst="roundRect">
            <a:avLst>
              <a:gd name="adj" fmla="val 18000"/>
            </a:avLst>
          </a:prstGeom>
          <a:solidFill>
            <a:srgbClr val="F59315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90" name="lumia-token-particle">
            <a:extLst>
              <a:ext uri="{FF2B5EF4-FFF2-40B4-BE49-F238E27FC236}">
                <a16:creationId xmlns:a16="http://schemas.microsoft.com/office/drawing/2014/main" id="{65A4F6D0-BC6B-43FB-B68E-2F555DAF56C1}"/>
              </a:ext>
            </a:extLst>
          </p:cNvPr>
          <p:cNvSpPr>
            <a:spLocks noGrp="1"/>
          </p:cNvSpPr>
          <p:nvPr/>
        </p:nvSpPr>
        <p:spPr>
          <a:xfrm rot="2617422">
            <a:off x="7591839" y="6012999"/>
            <a:ext cx="50816" cy="50816"/>
          </a:xfrm>
          <a:prstGeom prst="roundRect">
            <a:avLst>
              <a:gd name="adj" fmla="val 18000"/>
            </a:avLst>
          </a:prstGeom>
          <a:solidFill>
            <a:srgbClr val="F59315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891" name="lumia-token-particle">
            <a:extLst>
              <a:ext uri="{FF2B5EF4-FFF2-40B4-BE49-F238E27FC236}">
                <a16:creationId xmlns:a16="http://schemas.microsoft.com/office/drawing/2014/main" id="{9C918DD6-1D99-4247-8A33-1E7C5669FBB6}"/>
              </a:ext>
            </a:extLst>
          </p:cNvPr>
          <p:cNvSpPr>
            <a:spLocks noGrp="1"/>
          </p:cNvSpPr>
          <p:nvPr/>
        </p:nvSpPr>
        <p:spPr>
          <a:xfrm rot="515443">
            <a:off x="10902195" y="5596022"/>
            <a:ext cx="27019" cy="27019"/>
          </a:xfrm>
          <a:prstGeom prst="roundRect">
            <a:avLst>
              <a:gd name="adj" fmla="val 18000"/>
            </a:avLst>
          </a:prstGeom>
          <a:solidFill>
            <a:srgbClr val="78AF38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892" name="lumia-token-particle">
            <a:extLst>
              <a:ext uri="{FF2B5EF4-FFF2-40B4-BE49-F238E27FC236}">
                <a16:creationId xmlns:a16="http://schemas.microsoft.com/office/drawing/2014/main" id="{BEE6596D-5279-4A63-948C-1215F0DFE044}"/>
              </a:ext>
            </a:extLst>
          </p:cNvPr>
          <p:cNvSpPr>
            <a:spLocks noGrp="1"/>
          </p:cNvSpPr>
          <p:nvPr/>
        </p:nvSpPr>
        <p:spPr>
          <a:xfrm rot="913513">
            <a:off x="10589768" y="5652453"/>
            <a:ext cx="35154" cy="35154"/>
          </a:xfrm>
          <a:prstGeom prst="ellipse">
            <a:avLst/>
          </a:prstGeom>
          <a:solidFill>
            <a:srgbClr val="8AB131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893" name="lumia-token-particle">
            <a:extLst>
              <a:ext uri="{FF2B5EF4-FFF2-40B4-BE49-F238E27FC236}">
                <a16:creationId xmlns:a16="http://schemas.microsoft.com/office/drawing/2014/main" id="{A39156EE-99BA-4219-B96A-03E57BFC48B6}"/>
              </a:ext>
            </a:extLst>
          </p:cNvPr>
          <p:cNvSpPr>
            <a:spLocks noGrp="1"/>
          </p:cNvSpPr>
          <p:nvPr/>
        </p:nvSpPr>
        <p:spPr>
          <a:xfrm rot="1221389">
            <a:off x="12183568" y="5216663"/>
            <a:ext cx="16863" cy="16863"/>
          </a:xfrm>
          <a:prstGeom prst="roundRect">
            <a:avLst>
              <a:gd name="adj" fmla="val 22593"/>
            </a:avLst>
          </a:prstGeom>
          <a:solidFill>
            <a:srgbClr val="35A85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94" name="lumia-token-particle-soft-glow">
            <a:extLst>
              <a:ext uri="{FF2B5EF4-FFF2-40B4-BE49-F238E27FC236}">
                <a16:creationId xmlns:a16="http://schemas.microsoft.com/office/drawing/2014/main" id="{7DEB9F1A-3A0D-41FD-B682-EF94CA66B29F}"/>
              </a:ext>
            </a:extLst>
          </p:cNvPr>
          <p:cNvSpPr>
            <a:spLocks noGrp="1"/>
          </p:cNvSpPr>
          <p:nvPr/>
        </p:nvSpPr>
        <p:spPr>
          <a:xfrm rot="664615">
            <a:off x="8078313" y="5793582"/>
            <a:ext cx="121162" cy="121162"/>
          </a:xfrm>
          <a:prstGeom prst="ellipse">
            <a:avLst/>
          </a:prstGeom>
          <a:solidFill>
            <a:srgbClr val="F8A40F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95" name="lumia-token-particle">
            <a:extLst>
              <a:ext uri="{FF2B5EF4-FFF2-40B4-BE49-F238E27FC236}">
                <a16:creationId xmlns:a16="http://schemas.microsoft.com/office/drawing/2014/main" id="{3AE31CD9-1542-4EE8-AA6F-E68EF10EF0D8}"/>
              </a:ext>
            </a:extLst>
          </p:cNvPr>
          <p:cNvSpPr>
            <a:spLocks noGrp="1"/>
          </p:cNvSpPr>
          <p:nvPr/>
        </p:nvSpPr>
        <p:spPr>
          <a:xfrm rot="2225840">
            <a:off x="8113652" y="5828920"/>
            <a:ext cx="50484" cy="50484"/>
          </a:xfrm>
          <a:prstGeom prst="ellipse">
            <a:avLst/>
          </a:prstGeom>
          <a:solidFill>
            <a:srgbClr val="F8A40F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896" name="lumia-token-particle">
            <a:extLst>
              <a:ext uri="{FF2B5EF4-FFF2-40B4-BE49-F238E27FC236}">
                <a16:creationId xmlns:a16="http://schemas.microsoft.com/office/drawing/2014/main" id="{36AFB01C-018F-44AA-9A02-95369C691ED9}"/>
              </a:ext>
            </a:extLst>
          </p:cNvPr>
          <p:cNvSpPr>
            <a:spLocks noGrp="1"/>
          </p:cNvSpPr>
          <p:nvPr/>
        </p:nvSpPr>
        <p:spPr>
          <a:xfrm rot="1806941">
            <a:off x="7134397" y="6105948"/>
            <a:ext cx="9515" cy="9515"/>
          </a:xfrm>
          <a:prstGeom prst="ellipse">
            <a:avLst/>
          </a:prstGeom>
          <a:solidFill>
            <a:srgbClr val="F3811C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897" name="lumia-token-particle-soft-glow">
            <a:extLst>
              <a:ext uri="{FF2B5EF4-FFF2-40B4-BE49-F238E27FC236}">
                <a16:creationId xmlns:a16="http://schemas.microsoft.com/office/drawing/2014/main" id="{3B93B065-4EE3-4216-9AA1-5B0478B6D7B0}"/>
              </a:ext>
            </a:extLst>
          </p:cNvPr>
          <p:cNvSpPr>
            <a:spLocks noGrp="1"/>
          </p:cNvSpPr>
          <p:nvPr/>
        </p:nvSpPr>
        <p:spPr>
          <a:xfrm rot="994507">
            <a:off x="7671763" y="5718888"/>
            <a:ext cx="132646" cy="132646"/>
          </a:xfrm>
          <a:prstGeom prst="ellipse">
            <a:avLst/>
          </a:prstGeom>
          <a:solidFill>
            <a:srgbClr val="F69614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98" name="lumia-token-particle">
            <a:extLst>
              <a:ext uri="{FF2B5EF4-FFF2-40B4-BE49-F238E27FC236}">
                <a16:creationId xmlns:a16="http://schemas.microsoft.com/office/drawing/2014/main" id="{C5E1512A-748D-4D1C-A770-6DF02AD5FEEB}"/>
              </a:ext>
            </a:extLst>
          </p:cNvPr>
          <p:cNvSpPr>
            <a:spLocks noGrp="1"/>
          </p:cNvSpPr>
          <p:nvPr/>
        </p:nvSpPr>
        <p:spPr>
          <a:xfrm rot="1091199">
            <a:off x="7710452" y="5757576"/>
            <a:ext cx="55269" cy="55269"/>
          </a:xfrm>
          <a:prstGeom prst="ellipse">
            <a:avLst/>
          </a:prstGeom>
          <a:solidFill>
            <a:srgbClr val="F69614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899" name="lumia-token-particle-soft-glow">
            <a:extLst>
              <a:ext uri="{FF2B5EF4-FFF2-40B4-BE49-F238E27FC236}">
                <a16:creationId xmlns:a16="http://schemas.microsoft.com/office/drawing/2014/main" id="{5383CD96-8E7F-423F-ABAB-7A1B6C64E25F}"/>
              </a:ext>
            </a:extLst>
          </p:cNvPr>
          <p:cNvSpPr>
            <a:spLocks noGrp="1"/>
          </p:cNvSpPr>
          <p:nvPr/>
        </p:nvSpPr>
        <p:spPr>
          <a:xfrm rot="1373508">
            <a:off x="4339474" y="5790256"/>
            <a:ext cx="82400" cy="82400"/>
          </a:xfrm>
          <a:prstGeom prst="ellipse">
            <a:avLst/>
          </a:prstGeom>
          <a:solidFill>
            <a:srgbClr val="B44059">
              <a:alpha val="7000"/>
            </a:srgbClr>
          </a:solidFill>
          <a:ln w="0">
            <a:noFill/>
            <a:prstDash val="solid"/>
          </a:ln>
        </p:spPr>
      </p:sp>
      <p:sp>
        <p:nvSpPr>
          <p:cNvPr id="900" name="lumia-token-particle">
            <a:extLst>
              <a:ext uri="{FF2B5EF4-FFF2-40B4-BE49-F238E27FC236}">
                <a16:creationId xmlns:a16="http://schemas.microsoft.com/office/drawing/2014/main" id="{E705BE00-97BC-47B0-83CE-5CAD52AB9CF5}"/>
              </a:ext>
            </a:extLst>
          </p:cNvPr>
          <p:cNvSpPr>
            <a:spLocks noGrp="1"/>
          </p:cNvSpPr>
          <p:nvPr/>
        </p:nvSpPr>
        <p:spPr>
          <a:xfrm rot="996739">
            <a:off x="4363507" y="5814289"/>
            <a:ext cx="34333" cy="34333"/>
          </a:xfrm>
          <a:prstGeom prst="ellipse">
            <a:avLst/>
          </a:prstGeom>
          <a:solidFill>
            <a:srgbClr val="B44059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901" name="lumia-token-particle">
            <a:extLst>
              <a:ext uri="{FF2B5EF4-FFF2-40B4-BE49-F238E27FC236}">
                <a16:creationId xmlns:a16="http://schemas.microsoft.com/office/drawing/2014/main" id="{A989D6AC-01C8-4FCA-884A-59DD1D4D0DCF}"/>
              </a:ext>
            </a:extLst>
          </p:cNvPr>
          <p:cNvSpPr>
            <a:spLocks noGrp="1"/>
          </p:cNvSpPr>
          <p:nvPr/>
        </p:nvSpPr>
        <p:spPr>
          <a:xfrm rot="2332755">
            <a:off x="6171891" y="6083083"/>
            <a:ext cx="16141" cy="16141"/>
          </a:xfrm>
          <a:prstGeom prst="ellipse">
            <a:avLst/>
          </a:prstGeom>
          <a:solidFill>
            <a:srgbClr val="ED572D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902" name="lumia-token-particle-soft-glow">
            <a:extLst>
              <a:ext uri="{FF2B5EF4-FFF2-40B4-BE49-F238E27FC236}">
                <a16:creationId xmlns:a16="http://schemas.microsoft.com/office/drawing/2014/main" id="{D84E0533-5C99-4D1A-9D5B-5A18671354A8}"/>
              </a:ext>
            </a:extLst>
          </p:cNvPr>
          <p:cNvSpPr>
            <a:spLocks noGrp="1"/>
          </p:cNvSpPr>
          <p:nvPr/>
        </p:nvSpPr>
        <p:spPr>
          <a:xfrm rot="2218778">
            <a:off x="8400302" y="5716633"/>
            <a:ext cx="194197" cy="194197"/>
          </a:xfrm>
          <a:prstGeom prst="roundRect">
            <a:avLst>
              <a:gd name="adj" fmla="val 18000"/>
            </a:avLst>
          </a:prstGeom>
          <a:solidFill>
            <a:srgbClr val="F9AC0B">
              <a:alpha val="8000"/>
            </a:srgbClr>
          </a:solidFill>
          <a:ln w="0">
            <a:noFill/>
            <a:prstDash val="solid"/>
          </a:ln>
        </p:spPr>
      </p:sp>
      <p:sp>
        <p:nvSpPr>
          <p:cNvPr id="903" name="lumia-token-particle">
            <a:extLst>
              <a:ext uri="{FF2B5EF4-FFF2-40B4-BE49-F238E27FC236}">
                <a16:creationId xmlns:a16="http://schemas.microsoft.com/office/drawing/2014/main" id="{D0252AC9-289D-43AF-B6A5-4D5F57C6FDCF}"/>
              </a:ext>
            </a:extLst>
          </p:cNvPr>
          <p:cNvSpPr>
            <a:spLocks noGrp="1"/>
          </p:cNvSpPr>
          <p:nvPr/>
        </p:nvSpPr>
        <p:spPr>
          <a:xfrm rot="2674771">
            <a:off x="8456942" y="5773273"/>
            <a:ext cx="80916" cy="80916"/>
          </a:xfrm>
          <a:prstGeom prst="roundRect">
            <a:avLst>
              <a:gd name="adj" fmla="val 18000"/>
            </a:avLst>
          </a:prstGeom>
          <a:solidFill>
            <a:srgbClr val="F9AC0B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904" name="lumia-token-particle">
            <a:extLst>
              <a:ext uri="{FF2B5EF4-FFF2-40B4-BE49-F238E27FC236}">
                <a16:creationId xmlns:a16="http://schemas.microsoft.com/office/drawing/2014/main" id="{FF8D3395-9944-4C03-BFB4-56A208063F00}"/>
              </a:ext>
            </a:extLst>
          </p:cNvPr>
          <p:cNvSpPr>
            <a:spLocks noGrp="1"/>
          </p:cNvSpPr>
          <p:nvPr/>
        </p:nvSpPr>
        <p:spPr>
          <a:xfrm rot="324766">
            <a:off x="9545435" y="5237536"/>
            <a:ext cx="39303" cy="39303"/>
          </a:xfrm>
          <a:prstGeom prst="ellipse">
            <a:avLst/>
          </a:prstGeom>
          <a:solidFill>
            <a:srgbClr val="C7B719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905" name="lumia-token-particle-soft-glow">
            <a:extLst>
              <a:ext uri="{FF2B5EF4-FFF2-40B4-BE49-F238E27FC236}">
                <a16:creationId xmlns:a16="http://schemas.microsoft.com/office/drawing/2014/main" id="{F26DF55C-21DB-4A1C-BCC7-4098EE7CB850}"/>
              </a:ext>
            </a:extLst>
          </p:cNvPr>
          <p:cNvSpPr>
            <a:spLocks noGrp="1"/>
          </p:cNvSpPr>
          <p:nvPr/>
        </p:nvSpPr>
        <p:spPr>
          <a:xfrm rot="2613137">
            <a:off x="9384200" y="5800874"/>
            <a:ext cx="186919" cy="186919"/>
          </a:xfrm>
          <a:prstGeom prst="roundRect">
            <a:avLst>
              <a:gd name="adj" fmla="val 18000"/>
            </a:avLst>
          </a:prstGeom>
          <a:solidFill>
            <a:srgbClr val="DEB911">
              <a:alpha val="8000"/>
            </a:srgbClr>
          </a:solidFill>
          <a:ln w="0">
            <a:noFill/>
            <a:prstDash val="solid"/>
          </a:ln>
        </p:spPr>
      </p:sp>
      <p:sp>
        <p:nvSpPr>
          <p:cNvPr id="906" name="lumia-token-particle">
            <a:extLst>
              <a:ext uri="{FF2B5EF4-FFF2-40B4-BE49-F238E27FC236}">
                <a16:creationId xmlns:a16="http://schemas.microsoft.com/office/drawing/2014/main" id="{94B19ECB-B252-42D3-87F9-33EF64D61F47}"/>
              </a:ext>
            </a:extLst>
          </p:cNvPr>
          <p:cNvSpPr>
            <a:spLocks noGrp="1"/>
          </p:cNvSpPr>
          <p:nvPr/>
        </p:nvSpPr>
        <p:spPr>
          <a:xfrm rot="288082">
            <a:off x="9438718" y="5855392"/>
            <a:ext cx="77883" cy="77883"/>
          </a:xfrm>
          <a:prstGeom prst="roundRect">
            <a:avLst>
              <a:gd name="adj" fmla="val 18000"/>
            </a:avLst>
          </a:prstGeom>
          <a:solidFill>
            <a:srgbClr val="DEB911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907" name="lumia-token-particle-soft-glow">
            <a:extLst>
              <a:ext uri="{FF2B5EF4-FFF2-40B4-BE49-F238E27FC236}">
                <a16:creationId xmlns:a16="http://schemas.microsoft.com/office/drawing/2014/main" id="{4B91A7CB-A339-468D-87B4-C0C39F0E5D94}"/>
              </a:ext>
            </a:extLst>
          </p:cNvPr>
          <p:cNvSpPr>
            <a:spLocks noGrp="1"/>
          </p:cNvSpPr>
          <p:nvPr/>
        </p:nvSpPr>
        <p:spPr>
          <a:xfrm rot="1706944">
            <a:off x="7090301" y="6065574"/>
            <a:ext cx="104860" cy="104860"/>
          </a:xfrm>
          <a:prstGeom prst="ellipse">
            <a:avLst/>
          </a:prstGeom>
          <a:solidFill>
            <a:srgbClr val="F27E1E">
              <a:alpha val="7000"/>
            </a:srgbClr>
          </a:solidFill>
          <a:ln w="0">
            <a:noFill/>
            <a:prstDash val="solid"/>
          </a:ln>
        </p:spPr>
      </p:sp>
      <p:sp>
        <p:nvSpPr>
          <p:cNvPr id="908" name="lumia-token-particle">
            <a:extLst>
              <a:ext uri="{FF2B5EF4-FFF2-40B4-BE49-F238E27FC236}">
                <a16:creationId xmlns:a16="http://schemas.microsoft.com/office/drawing/2014/main" id="{1F5CD5B3-B64E-456C-BEC3-FE547AD1A10E}"/>
              </a:ext>
            </a:extLst>
          </p:cNvPr>
          <p:cNvSpPr>
            <a:spLocks noGrp="1"/>
          </p:cNvSpPr>
          <p:nvPr/>
        </p:nvSpPr>
        <p:spPr>
          <a:xfrm rot="2455269">
            <a:off x="7120885" y="6096158"/>
            <a:ext cx="43692" cy="43692"/>
          </a:xfrm>
          <a:prstGeom prst="ellipse">
            <a:avLst/>
          </a:prstGeom>
          <a:solidFill>
            <a:srgbClr val="F27E1E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909" name="lumia-token-particle-soft-glow">
            <a:extLst>
              <a:ext uri="{FF2B5EF4-FFF2-40B4-BE49-F238E27FC236}">
                <a16:creationId xmlns:a16="http://schemas.microsoft.com/office/drawing/2014/main" id="{19C497A0-0E5F-4D0F-9E3A-1A8B67046891}"/>
              </a:ext>
            </a:extLst>
          </p:cNvPr>
          <p:cNvSpPr>
            <a:spLocks noGrp="1"/>
          </p:cNvSpPr>
          <p:nvPr/>
        </p:nvSpPr>
        <p:spPr>
          <a:xfrm rot="43360">
            <a:off x="344041" y="6021719"/>
            <a:ext cx="104081" cy="104081"/>
          </a:xfrm>
          <a:prstGeom prst="roundRect">
            <a:avLst>
              <a:gd name="adj" fmla="val 18000"/>
            </a:avLst>
          </a:prstGeom>
          <a:solidFill>
            <a:srgbClr val="4677E2">
              <a:alpha val="5000"/>
            </a:srgbClr>
          </a:solidFill>
          <a:ln w="0">
            <a:noFill/>
            <a:prstDash val="solid"/>
          </a:ln>
        </p:spPr>
      </p:sp>
      <p:sp>
        <p:nvSpPr>
          <p:cNvPr id="910" name="lumia-token-particle">
            <a:extLst>
              <a:ext uri="{FF2B5EF4-FFF2-40B4-BE49-F238E27FC236}">
                <a16:creationId xmlns:a16="http://schemas.microsoft.com/office/drawing/2014/main" id="{84FEA4D3-2360-4F4A-A0A9-956AC57BBCDC}"/>
              </a:ext>
            </a:extLst>
          </p:cNvPr>
          <p:cNvSpPr>
            <a:spLocks noGrp="1"/>
          </p:cNvSpPr>
          <p:nvPr/>
        </p:nvSpPr>
        <p:spPr>
          <a:xfrm rot="867300">
            <a:off x="374398" y="6052076"/>
            <a:ext cx="43367" cy="43367"/>
          </a:xfrm>
          <a:prstGeom prst="roundRect">
            <a:avLst>
              <a:gd name="adj" fmla="val 18000"/>
            </a:avLst>
          </a:prstGeom>
          <a:solidFill>
            <a:srgbClr val="4677E2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911" name="lumia-token-particle-soft-glow">
            <a:extLst>
              <a:ext uri="{FF2B5EF4-FFF2-40B4-BE49-F238E27FC236}">
                <a16:creationId xmlns:a16="http://schemas.microsoft.com/office/drawing/2014/main" id="{4D197077-EA03-4E68-AACB-E63EDCA0A3A6}"/>
              </a:ext>
            </a:extLst>
          </p:cNvPr>
          <p:cNvSpPr>
            <a:spLocks noGrp="1"/>
          </p:cNvSpPr>
          <p:nvPr/>
        </p:nvSpPr>
        <p:spPr>
          <a:xfrm rot="385196">
            <a:off x="2350164" y="6069282"/>
            <a:ext cx="112286" cy="112286"/>
          </a:xfrm>
          <a:prstGeom prst="roundRect">
            <a:avLst>
              <a:gd name="adj" fmla="val 18000"/>
            </a:avLst>
          </a:prstGeom>
          <a:solidFill>
            <a:srgbClr val="56429E">
              <a:alpha val="6000"/>
            </a:srgbClr>
          </a:solidFill>
          <a:ln w="0">
            <a:noFill/>
            <a:prstDash val="solid"/>
          </a:ln>
        </p:spPr>
      </p:sp>
      <p:sp>
        <p:nvSpPr>
          <p:cNvPr id="912" name="lumia-token-particle">
            <a:extLst>
              <a:ext uri="{FF2B5EF4-FFF2-40B4-BE49-F238E27FC236}">
                <a16:creationId xmlns:a16="http://schemas.microsoft.com/office/drawing/2014/main" id="{1546AC18-60B6-4595-ABAC-80F8E60960EA}"/>
              </a:ext>
            </a:extLst>
          </p:cNvPr>
          <p:cNvSpPr>
            <a:spLocks noGrp="1"/>
          </p:cNvSpPr>
          <p:nvPr/>
        </p:nvSpPr>
        <p:spPr>
          <a:xfrm rot="927115">
            <a:off x="2382914" y="6102032"/>
            <a:ext cx="46786" cy="46786"/>
          </a:xfrm>
          <a:prstGeom prst="roundRect">
            <a:avLst>
              <a:gd name="adj" fmla="val 18000"/>
            </a:avLst>
          </a:prstGeom>
          <a:solidFill>
            <a:srgbClr val="56429E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913" name="lumia-token-particle-soft-glow">
            <a:extLst>
              <a:ext uri="{FF2B5EF4-FFF2-40B4-BE49-F238E27FC236}">
                <a16:creationId xmlns:a16="http://schemas.microsoft.com/office/drawing/2014/main" id="{7894E7C8-6258-4015-9107-B60B451CB6BA}"/>
              </a:ext>
            </a:extLst>
          </p:cNvPr>
          <p:cNvSpPr>
            <a:spLocks noGrp="1"/>
          </p:cNvSpPr>
          <p:nvPr/>
        </p:nvSpPr>
        <p:spPr>
          <a:xfrm rot="1276389">
            <a:off x="7234651" y="5888955"/>
            <a:ext cx="169868" cy="169868"/>
          </a:xfrm>
          <a:prstGeom prst="roundRect">
            <a:avLst>
              <a:gd name="adj" fmla="val 18000"/>
            </a:avLst>
          </a:prstGeom>
          <a:solidFill>
            <a:srgbClr val="F48B19">
              <a:alpha val="7000"/>
            </a:srgbClr>
          </a:solidFill>
          <a:ln w="0">
            <a:noFill/>
            <a:prstDash val="solid"/>
          </a:ln>
        </p:spPr>
      </p:sp>
      <p:sp>
        <p:nvSpPr>
          <p:cNvPr id="914" name="lumia-token-particle">
            <a:extLst>
              <a:ext uri="{FF2B5EF4-FFF2-40B4-BE49-F238E27FC236}">
                <a16:creationId xmlns:a16="http://schemas.microsoft.com/office/drawing/2014/main" id="{04203B7C-4CDB-49B9-BB7E-66CF1B4FEF46}"/>
              </a:ext>
            </a:extLst>
          </p:cNvPr>
          <p:cNvSpPr>
            <a:spLocks noGrp="1"/>
          </p:cNvSpPr>
          <p:nvPr/>
        </p:nvSpPr>
        <p:spPr>
          <a:xfrm rot="1414144">
            <a:off x="7284196" y="5938500"/>
            <a:ext cx="70778" cy="70778"/>
          </a:xfrm>
          <a:prstGeom prst="roundRect">
            <a:avLst>
              <a:gd name="adj" fmla="val 18000"/>
            </a:avLst>
          </a:prstGeom>
          <a:solidFill>
            <a:srgbClr val="F48B19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915" name="lumia-token-particle-soft-glow">
            <a:extLst>
              <a:ext uri="{FF2B5EF4-FFF2-40B4-BE49-F238E27FC236}">
                <a16:creationId xmlns:a16="http://schemas.microsoft.com/office/drawing/2014/main" id="{2BB011B1-8746-43D9-84F6-316A2DF666C3}"/>
              </a:ext>
            </a:extLst>
          </p:cNvPr>
          <p:cNvSpPr>
            <a:spLocks noGrp="1"/>
          </p:cNvSpPr>
          <p:nvPr/>
        </p:nvSpPr>
        <p:spPr>
          <a:xfrm rot="2239904">
            <a:off x="4277449" y="5884634"/>
            <a:ext cx="87073" cy="87073"/>
          </a:xfrm>
          <a:prstGeom prst="roundRect">
            <a:avLst>
              <a:gd name="adj" fmla="val 18000"/>
            </a:avLst>
          </a:prstGeom>
          <a:solidFill>
            <a:srgbClr val="B0405B">
              <a:alpha val="7000"/>
            </a:srgbClr>
          </a:solidFill>
          <a:ln w="0">
            <a:noFill/>
            <a:prstDash val="solid"/>
          </a:ln>
        </p:spPr>
      </p:sp>
      <p:sp>
        <p:nvSpPr>
          <p:cNvPr id="916" name="lumia-token-particle">
            <a:extLst>
              <a:ext uri="{FF2B5EF4-FFF2-40B4-BE49-F238E27FC236}">
                <a16:creationId xmlns:a16="http://schemas.microsoft.com/office/drawing/2014/main" id="{D751C679-0AD6-48E5-831B-E68FFA738812}"/>
              </a:ext>
            </a:extLst>
          </p:cNvPr>
          <p:cNvSpPr>
            <a:spLocks noGrp="1"/>
          </p:cNvSpPr>
          <p:nvPr/>
        </p:nvSpPr>
        <p:spPr>
          <a:xfrm rot="1495071">
            <a:off x="4302845" y="5910030"/>
            <a:ext cx="36280" cy="36280"/>
          </a:xfrm>
          <a:prstGeom prst="roundRect">
            <a:avLst>
              <a:gd name="adj" fmla="val 18000"/>
            </a:avLst>
          </a:prstGeom>
          <a:solidFill>
            <a:srgbClr val="B0405B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917" name="lumia-token-particle">
            <a:extLst>
              <a:ext uri="{FF2B5EF4-FFF2-40B4-BE49-F238E27FC236}">
                <a16:creationId xmlns:a16="http://schemas.microsoft.com/office/drawing/2014/main" id="{FF2F1D23-F86A-471C-87B0-F200AC35656A}"/>
              </a:ext>
            </a:extLst>
          </p:cNvPr>
          <p:cNvSpPr>
            <a:spLocks noGrp="1"/>
          </p:cNvSpPr>
          <p:nvPr/>
        </p:nvSpPr>
        <p:spPr>
          <a:xfrm rot="334635">
            <a:off x="12164654" y="5370023"/>
            <a:ext cx="54691" cy="54691"/>
          </a:xfrm>
          <a:prstGeom prst="roundRect">
            <a:avLst>
              <a:gd name="adj" fmla="val 18000"/>
            </a:avLst>
          </a:prstGeom>
          <a:solidFill>
            <a:srgbClr val="35A852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918" name="lumia-token-particle">
            <a:extLst>
              <a:ext uri="{FF2B5EF4-FFF2-40B4-BE49-F238E27FC236}">
                <a16:creationId xmlns:a16="http://schemas.microsoft.com/office/drawing/2014/main" id="{55465CEB-76D7-40CB-BC7C-1788878A1154}"/>
              </a:ext>
            </a:extLst>
          </p:cNvPr>
          <p:cNvSpPr>
            <a:spLocks noGrp="1"/>
          </p:cNvSpPr>
          <p:nvPr/>
        </p:nvSpPr>
        <p:spPr>
          <a:xfrm rot="2389278">
            <a:off x="8584840" y="6236232"/>
            <a:ext cx="11847" cy="11847"/>
          </a:xfrm>
          <a:prstGeom prst="ellipse">
            <a:avLst/>
          </a:prstGeom>
          <a:solidFill>
            <a:srgbClr val="F9AB0C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919" name="lumia-token-particle">
            <a:extLst>
              <a:ext uri="{FF2B5EF4-FFF2-40B4-BE49-F238E27FC236}">
                <a16:creationId xmlns:a16="http://schemas.microsoft.com/office/drawing/2014/main" id="{CA4169D6-17AD-405F-8187-AE803CF88E81}"/>
              </a:ext>
            </a:extLst>
          </p:cNvPr>
          <p:cNvSpPr>
            <a:spLocks noGrp="1"/>
          </p:cNvSpPr>
          <p:nvPr/>
        </p:nvSpPr>
        <p:spPr>
          <a:xfrm rot="2275209">
            <a:off x="9635446" y="5424002"/>
            <a:ext cx="55447" cy="55447"/>
          </a:xfrm>
          <a:prstGeom prst="ellipse">
            <a:avLst/>
          </a:prstGeom>
          <a:solidFill>
            <a:srgbClr val="CBB718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920" name="lumia-token-particle-soft-glow">
            <a:extLst>
              <a:ext uri="{FF2B5EF4-FFF2-40B4-BE49-F238E27FC236}">
                <a16:creationId xmlns:a16="http://schemas.microsoft.com/office/drawing/2014/main" id="{6ADB45BA-A976-4A48-8596-31945057E31E}"/>
              </a:ext>
            </a:extLst>
          </p:cNvPr>
          <p:cNvSpPr>
            <a:spLocks noGrp="1"/>
          </p:cNvSpPr>
          <p:nvPr/>
        </p:nvSpPr>
        <p:spPr>
          <a:xfrm rot="246154">
            <a:off x="10842318" y="5104390"/>
            <a:ext cx="274903" cy="274903"/>
          </a:xfrm>
          <a:prstGeom prst="roundRect">
            <a:avLst>
              <a:gd name="adj" fmla="val 18000"/>
            </a:avLst>
          </a:prstGeom>
          <a:solidFill>
            <a:srgbClr val="7EAF36">
              <a:alpha val="8000"/>
            </a:srgbClr>
          </a:solidFill>
          <a:ln w="0">
            <a:noFill/>
            <a:prstDash val="solid"/>
          </a:ln>
        </p:spPr>
      </p:sp>
      <p:sp>
        <p:nvSpPr>
          <p:cNvPr id="921" name="lumia-token-particle">
            <a:extLst>
              <a:ext uri="{FF2B5EF4-FFF2-40B4-BE49-F238E27FC236}">
                <a16:creationId xmlns:a16="http://schemas.microsoft.com/office/drawing/2014/main" id="{D3E469CA-4CAA-4BC8-957D-369947D02099}"/>
              </a:ext>
            </a:extLst>
          </p:cNvPr>
          <p:cNvSpPr>
            <a:spLocks noGrp="1"/>
          </p:cNvSpPr>
          <p:nvPr/>
        </p:nvSpPr>
        <p:spPr>
          <a:xfrm rot="744003">
            <a:off x="10922498" y="5184570"/>
            <a:ext cx="114543" cy="114543"/>
          </a:xfrm>
          <a:prstGeom prst="roundRect">
            <a:avLst>
              <a:gd name="adj" fmla="val 18000"/>
            </a:avLst>
          </a:prstGeom>
          <a:solidFill>
            <a:srgbClr val="7EAF36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922" name="lumia-token-particle">
            <a:extLst>
              <a:ext uri="{FF2B5EF4-FFF2-40B4-BE49-F238E27FC236}">
                <a16:creationId xmlns:a16="http://schemas.microsoft.com/office/drawing/2014/main" id="{9ABEA587-BF9F-4553-83EF-1894984C1D55}"/>
              </a:ext>
            </a:extLst>
          </p:cNvPr>
          <p:cNvSpPr>
            <a:spLocks noGrp="1"/>
          </p:cNvSpPr>
          <p:nvPr/>
        </p:nvSpPr>
        <p:spPr>
          <a:xfrm rot="381242">
            <a:off x="2435628" y="6306183"/>
            <a:ext cx="10169" cy="10169"/>
          </a:xfrm>
          <a:prstGeom prst="roundRect">
            <a:avLst>
              <a:gd name="adj" fmla="val 37466"/>
            </a:avLst>
          </a:prstGeom>
          <a:solidFill>
            <a:srgbClr val="573F9B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923" name="lumia-token-particle">
            <a:extLst>
              <a:ext uri="{FF2B5EF4-FFF2-40B4-BE49-F238E27FC236}">
                <a16:creationId xmlns:a16="http://schemas.microsoft.com/office/drawing/2014/main" id="{950A8621-6C1D-40C0-850D-1394D3E83AC7}"/>
              </a:ext>
            </a:extLst>
          </p:cNvPr>
          <p:cNvSpPr>
            <a:spLocks noGrp="1"/>
          </p:cNvSpPr>
          <p:nvPr/>
        </p:nvSpPr>
        <p:spPr>
          <a:xfrm rot="848701">
            <a:off x="6851437" y="6210932"/>
            <a:ext cx="11826" cy="11826"/>
          </a:xfrm>
          <a:prstGeom prst="ellipse">
            <a:avLst/>
          </a:prstGeom>
          <a:solidFill>
            <a:srgbClr val="F27820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924" name="lumia-token-particle">
            <a:extLst>
              <a:ext uri="{FF2B5EF4-FFF2-40B4-BE49-F238E27FC236}">
                <a16:creationId xmlns:a16="http://schemas.microsoft.com/office/drawing/2014/main" id="{362D8663-F0F3-4019-B049-C8D628D1D0E9}"/>
              </a:ext>
            </a:extLst>
          </p:cNvPr>
          <p:cNvSpPr>
            <a:spLocks noGrp="1"/>
          </p:cNvSpPr>
          <p:nvPr/>
        </p:nvSpPr>
        <p:spPr>
          <a:xfrm rot="2091635">
            <a:off x="10683881" y="5351707"/>
            <a:ext cx="30174" cy="30174"/>
          </a:xfrm>
          <a:prstGeom prst="ellipse">
            <a:avLst/>
          </a:prstGeom>
          <a:solidFill>
            <a:srgbClr val="9CB22A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925" name="lumia-token-particle">
            <a:extLst>
              <a:ext uri="{FF2B5EF4-FFF2-40B4-BE49-F238E27FC236}">
                <a16:creationId xmlns:a16="http://schemas.microsoft.com/office/drawing/2014/main" id="{035CA8F9-F90C-4DAD-8555-50EAB1213C37}"/>
              </a:ext>
            </a:extLst>
          </p:cNvPr>
          <p:cNvSpPr>
            <a:spLocks noGrp="1"/>
          </p:cNvSpPr>
          <p:nvPr/>
        </p:nvSpPr>
        <p:spPr>
          <a:xfrm rot="2578259">
            <a:off x="3949248" y="6063589"/>
            <a:ext cx="10911" cy="10911"/>
          </a:xfrm>
          <a:prstGeom prst="roundRect">
            <a:avLst>
              <a:gd name="adj" fmla="val 34917"/>
            </a:avLst>
          </a:prstGeom>
          <a:solidFill>
            <a:srgbClr val="953E6D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926" name="lumia-token-particle">
            <a:extLst>
              <a:ext uri="{FF2B5EF4-FFF2-40B4-BE49-F238E27FC236}">
                <a16:creationId xmlns:a16="http://schemas.microsoft.com/office/drawing/2014/main" id="{61F0E4EF-D225-46A1-9F50-4AFD3B96C24F}"/>
              </a:ext>
            </a:extLst>
          </p:cNvPr>
          <p:cNvSpPr>
            <a:spLocks noGrp="1"/>
          </p:cNvSpPr>
          <p:nvPr/>
        </p:nvSpPr>
        <p:spPr>
          <a:xfrm rot="2265367">
            <a:off x="11255275" y="5316130"/>
            <a:ext cx="61614" cy="61614"/>
          </a:xfrm>
          <a:prstGeom prst="roundRect">
            <a:avLst>
              <a:gd name="adj" fmla="val 18000"/>
            </a:avLst>
          </a:prstGeom>
          <a:solidFill>
            <a:srgbClr val="76AF39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927" name="lumia-token-particle">
            <a:extLst>
              <a:ext uri="{FF2B5EF4-FFF2-40B4-BE49-F238E27FC236}">
                <a16:creationId xmlns:a16="http://schemas.microsoft.com/office/drawing/2014/main" id="{C7E046FB-0D8F-41B8-AD8C-54EFF46C2776}"/>
              </a:ext>
            </a:extLst>
          </p:cNvPr>
          <p:cNvSpPr>
            <a:spLocks noGrp="1"/>
          </p:cNvSpPr>
          <p:nvPr/>
        </p:nvSpPr>
        <p:spPr>
          <a:xfrm rot="2379837">
            <a:off x="9888530" y="5338547"/>
            <a:ext cx="42219" cy="42219"/>
          </a:xfrm>
          <a:prstGeom prst="ellipse">
            <a:avLst/>
          </a:prstGeom>
          <a:solidFill>
            <a:srgbClr val="B9B51F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928" name="lumia-token-particle-soft-glow">
            <a:extLst>
              <a:ext uri="{FF2B5EF4-FFF2-40B4-BE49-F238E27FC236}">
                <a16:creationId xmlns:a16="http://schemas.microsoft.com/office/drawing/2014/main" id="{D2B9B7CA-A968-4650-B3F1-400463C283A2}"/>
              </a:ext>
            </a:extLst>
          </p:cNvPr>
          <p:cNvSpPr>
            <a:spLocks noGrp="1"/>
          </p:cNvSpPr>
          <p:nvPr/>
        </p:nvSpPr>
        <p:spPr>
          <a:xfrm rot="2471513">
            <a:off x="2062250" y="6190315"/>
            <a:ext cx="81913" cy="81913"/>
          </a:xfrm>
          <a:prstGeom prst="roundRect">
            <a:avLst>
              <a:gd name="adj" fmla="val 18000"/>
            </a:avLst>
          </a:prstGeom>
          <a:solidFill>
            <a:srgbClr val="534BA9">
              <a:alpha val="6000"/>
            </a:srgbClr>
          </a:solidFill>
          <a:ln w="0">
            <a:noFill/>
            <a:prstDash val="solid"/>
          </a:ln>
        </p:spPr>
      </p:sp>
      <p:sp>
        <p:nvSpPr>
          <p:cNvPr id="929" name="lumia-token-particle">
            <a:extLst>
              <a:ext uri="{FF2B5EF4-FFF2-40B4-BE49-F238E27FC236}">
                <a16:creationId xmlns:a16="http://schemas.microsoft.com/office/drawing/2014/main" id="{ADC5990E-FF88-4991-B68E-95DE6B49B90B}"/>
              </a:ext>
            </a:extLst>
          </p:cNvPr>
          <p:cNvSpPr>
            <a:spLocks noGrp="1"/>
          </p:cNvSpPr>
          <p:nvPr/>
        </p:nvSpPr>
        <p:spPr>
          <a:xfrm rot="399335">
            <a:off x="2086142" y="6214206"/>
            <a:ext cx="34130" cy="34130"/>
          </a:xfrm>
          <a:prstGeom prst="roundRect">
            <a:avLst>
              <a:gd name="adj" fmla="val 18000"/>
            </a:avLst>
          </a:prstGeom>
          <a:solidFill>
            <a:srgbClr val="534BA9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930" name="lumia-token-particle-soft-glow">
            <a:extLst>
              <a:ext uri="{FF2B5EF4-FFF2-40B4-BE49-F238E27FC236}">
                <a16:creationId xmlns:a16="http://schemas.microsoft.com/office/drawing/2014/main" id="{056A1C24-E421-42C2-9FF6-E42F799C1B3F}"/>
              </a:ext>
            </a:extLst>
          </p:cNvPr>
          <p:cNvSpPr>
            <a:spLocks noGrp="1"/>
          </p:cNvSpPr>
          <p:nvPr/>
        </p:nvSpPr>
        <p:spPr>
          <a:xfrm rot="2301226">
            <a:off x="11227659" y="5373365"/>
            <a:ext cx="283579" cy="283579"/>
          </a:xfrm>
          <a:prstGeom prst="ellipse">
            <a:avLst/>
          </a:prstGeom>
          <a:solidFill>
            <a:srgbClr val="65AD40">
              <a:alpha val="8000"/>
            </a:srgbClr>
          </a:solidFill>
          <a:ln w="0">
            <a:noFill/>
            <a:prstDash val="solid"/>
          </a:ln>
        </p:spPr>
      </p:sp>
      <p:sp>
        <p:nvSpPr>
          <p:cNvPr id="931" name="lumia-token-particle">
            <a:extLst>
              <a:ext uri="{FF2B5EF4-FFF2-40B4-BE49-F238E27FC236}">
                <a16:creationId xmlns:a16="http://schemas.microsoft.com/office/drawing/2014/main" id="{F88C67FC-6F18-488E-85E3-2E2FCE728095}"/>
              </a:ext>
            </a:extLst>
          </p:cNvPr>
          <p:cNvSpPr>
            <a:spLocks noGrp="1"/>
          </p:cNvSpPr>
          <p:nvPr/>
        </p:nvSpPr>
        <p:spPr>
          <a:xfrm rot="1021177">
            <a:off x="11310369" y="5456076"/>
            <a:ext cx="118158" cy="118158"/>
          </a:xfrm>
          <a:prstGeom prst="ellipse">
            <a:avLst/>
          </a:prstGeom>
          <a:solidFill>
            <a:srgbClr val="65AD40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932" name="lumia-token-particle">
            <a:extLst>
              <a:ext uri="{FF2B5EF4-FFF2-40B4-BE49-F238E27FC236}">
                <a16:creationId xmlns:a16="http://schemas.microsoft.com/office/drawing/2014/main" id="{FC65FD7B-9EE1-4F97-85E0-681726C8663B}"/>
              </a:ext>
            </a:extLst>
          </p:cNvPr>
          <p:cNvSpPr>
            <a:spLocks noGrp="1"/>
          </p:cNvSpPr>
          <p:nvPr/>
        </p:nvSpPr>
        <p:spPr>
          <a:xfrm rot="758004">
            <a:off x="6064790" y="5849437"/>
            <a:ext cx="18425" cy="18425"/>
          </a:xfrm>
          <a:prstGeom prst="ellipse">
            <a:avLst/>
          </a:prstGeom>
          <a:solidFill>
            <a:srgbClr val="EC5030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933" name="lumia-token-particle">
            <a:extLst>
              <a:ext uri="{FF2B5EF4-FFF2-40B4-BE49-F238E27FC236}">
                <a16:creationId xmlns:a16="http://schemas.microsoft.com/office/drawing/2014/main" id="{4BF23AE8-6F95-4ACE-850F-B40F58E64936}"/>
              </a:ext>
            </a:extLst>
          </p:cNvPr>
          <p:cNvSpPr>
            <a:spLocks noGrp="1"/>
          </p:cNvSpPr>
          <p:nvPr/>
        </p:nvSpPr>
        <p:spPr>
          <a:xfrm rot="945606">
            <a:off x="732836" y="5943308"/>
            <a:ext cx="6923" cy="6923"/>
          </a:xfrm>
          <a:prstGeom prst="ellipse">
            <a:avLst/>
          </a:prstGeom>
          <a:solidFill>
            <a:srgbClr val="486FD8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934" name="lumia-token-particle">
            <a:extLst>
              <a:ext uri="{FF2B5EF4-FFF2-40B4-BE49-F238E27FC236}">
                <a16:creationId xmlns:a16="http://schemas.microsoft.com/office/drawing/2014/main" id="{06FB11BD-98CE-4DD8-99BF-C2C31EE0CA98}"/>
              </a:ext>
            </a:extLst>
          </p:cNvPr>
          <p:cNvSpPr>
            <a:spLocks noGrp="1"/>
          </p:cNvSpPr>
          <p:nvPr/>
        </p:nvSpPr>
        <p:spPr>
          <a:xfrm rot="1078981">
            <a:off x="5497422" y="6041091"/>
            <a:ext cx="11027" cy="11027"/>
          </a:xfrm>
          <a:prstGeom prst="roundRect">
            <a:avLst>
              <a:gd name="adj" fmla="val 34553"/>
            </a:avLst>
          </a:prstGeom>
          <a:solidFill>
            <a:srgbClr val="EA4534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935" name="lumia-token-particle">
            <a:extLst>
              <a:ext uri="{FF2B5EF4-FFF2-40B4-BE49-F238E27FC236}">
                <a16:creationId xmlns:a16="http://schemas.microsoft.com/office/drawing/2014/main" id="{5EC67E25-7EEB-4D6E-862F-1CDA39189CB5}"/>
              </a:ext>
            </a:extLst>
          </p:cNvPr>
          <p:cNvSpPr>
            <a:spLocks noGrp="1"/>
          </p:cNvSpPr>
          <p:nvPr/>
        </p:nvSpPr>
        <p:spPr>
          <a:xfrm rot="1843699">
            <a:off x="6905422" y="6429420"/>
            <a:ext cx="18124" cy="18124"/>
          </a:xfrm>
          <a:prstGeom prst="ellipse">
            <a:avLst/>
          </a:prstGeom>
          <a:solidFill>
            <a:srgbClr val="F27A1F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936" name="lumia-token-particle">
            <a:extLst>
              <a:ext uri="{FF2B5EF4-FFF2-40B4-BE49-F238E27FC236}">
                <a16:creationId xmlns:a16="http://schemas.microsoft.com/office/drawing/2014/main" id="{41CD0BB6-52F9-47CD-AD86-F55B7DBB7194}"/>
              </a:ext>
            </a:extLst>
          </p:cNvPr>
          <p:cNvSpPr>
            <a:spLocks noGrp="1"/>
          </p:cNvSpPr>
          <p:nvPr/>
        </p:nvSpPr>
        <p:spPr>
          <a:xfrm rot="2510139">
            <a:off x="10293068" y="4999412"/>
            <a:ext cx="19630" cy="19630"/>
          </a:xfrm>
          <a:prstGeom prst="ellipse">
            <a:avLst/>
          </a:prstGeom>
          <a:solidFill>
            <a:srgbClr val="9CB22A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937" name="lumia-token-particle">
            <a:extLst>
              <a:ext uri="{FF2B5EF4-FFF2-40B4-BE49-F238E27FC236}">
                <a16:creationId xmlns:a16="http://schemas.microsoft.com/office/drawing/2014/main" id="{FD3013B1-7CFE-4C10-A2F4-A0D3899A763B}"/>
              </a:ext>
            </a:extLst>
          </p:cNvPr>
          <p:cNvSpPr>
            <a:spLocks noGrp="1"/>
          </p:cNvSpPr>
          <p:nvPr/>
        </p:nvSpPr>
        <p:spPr>
          <a:xfrm rot="1491333">
            <a:off x="7345505" y="6163874"/>
            <a:ext cx="14583" cy="14583"/>
          </a:xfrm>
          <a:prstGeom prst="roundRect">
            <a:avLst>
              <a:gd name="adj" fmla="val 26127"/>
            </a:avLst>
          </a:prstGeom>
          <a:solidFill>
            <a:srgbClr val="F48919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938" name="lumia-token-particle">
            <a:extLst>
              <a:ext uri="{FF2B5EF4-FFF2-40B4-BE49-F238E27FC236}">
                <a16:creationId xmlns:a16="http://schemas.microsoft.com/office/drawing/2014/main" id="{5399EAAB-B7E4-4922-90B5-306D48A5115A}"/>
              </a:ext>
            </a:extLst>
          </p:cNvPr>
          <p:cNvSpPr>
            <a:spLocks noGrp="1"/>
          </p:cNvSpPr>
          <p:nvPr/>
        </p:nvSpPr>
        <p:spPr>
          <a:xfrm rot="1294990">
            <a:off x="6025267" y="5896931"/>
            <a:ext cx="23576" cy="23576"/>
          </a:xfrm>
          <a:prstGeom prst="ellipse">
            <a:avLst/>
          </a:prstGeom>
          <a:solidFill>
            <a:srgbClr val="ED5B2C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939" name="lumia-token-particle">
            <a:extLst>
              <a:ext uri="{FF2B5EF4-FFF2-40B4-BE49-F238E27FC236}">
                <a16:creationId xmlns:a16="http://schemas.microsoft.com/office/drawing/2014/main" id="{A88B020D-4F9E-48D5-99AA-C55891B47EFE}"/>
              </a:ext>
            </a:extLst>
          </p:cNvPr>
          <p:cNvSpPr>
            <a:spLocks noGrp="1"/>
          </p:cNvSpPr>
          <p:nvPr/>
        </p:nvSpPr>
        <p:spPr>
          <a:xfrm rot="2249308">
            <a:off x="10669706" y="5505065"/>
            <a:ext cx="55751" cy="55751"/>
          </a:xfrm>
          <a:prstGeom prst="roundRect">
            <a:avLst>
              <a:gd name="adj" fmla="val 18000"/>
            </a:avLst>
          </a:prstGeom>
          <a:solidFill>
            <a:srgbClr val="9AB22B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940" name="lumia-token-particle-soft-glow">
            <a:extLst>
              <a:ext uri="{FF2B5EF4-FFF2-40B4-BE49-F238E27FC236}">
                <a16:creationId xmlns:a16="http://schemas.microsoft.com/office/drawing/2014/main" id="{933529E8-37A8-4327-8E17-CF384DD53169}"/>
              </a:ext>
            </a:extLst>
          </p:cNvPr>
          <p:cNvSpPr>
            <a:spLocks noGrp="1"/>
          </p:cNvSpPr>
          <p:nvPr/>
        </p:nvSpPr>
        <p:spPr>
          <a:xfrm rot="415312">
            <a:off x="10145525" y="5429630"/>
            <a:ext cx="185834" cy="185834"/>
          </a:xfrm>
          <a:prstGeom prst="roundRect">
            <a:avLst>
              <a:gd name="adj" fmla="val 18000"/>
            </a:avLst>
          </a:prstGeom>
          <a:solidFill>
            <a:srgbClr val="A8B426">
              <a:alpha val="8000"/>
            </a:srgbClr>
          </a:solidFill>
          <a:ln w="0">
            <a:noFill/>
            <a:prstDash val="solid"/>
          </a:ln>
        </p:spPr>
      </p:sp>
      <p:sp>
        <p:nvSpPr>
          <p:cNvPr id="941" name="lumia-token-particle">
            <a:extLst>
              <a:ext uri="{FF2B5EF4-FFF2-40B4-BE49-F238E27FC236}">
                <a16:creationId xmlns:a16="http://schemas.microsoft.com/office/drawing/2014/main" id="{B5E1C61C-D555-478D-914F-82E9EDDEA973}"/>
              </a:ext>
            </a:extLst>
          </p:cNvPr>
          <p:cNvSpPr>
            <a:spLocks noGrp="1"/>
          </p:cNvSpPr>
          <p:nvPr/>
        </p:nvSpPr>
        <p:spPr>
          <a:xfrm rot="2071588">
            <a:off x="10199727" y="5483832"/>
            <a:ext cx="77431" cy="77431"/>
          </a:xfrm>
          <a:prstGeom prst="roundRect">
            <a:avLst>
              <a:gd name="adj" fmla="val 18000"/>
            </a:avLst>
          </a:prstGeom>
          <a:solidFill>
            <a:srgbClr val="A8B426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942" name="lumia-token-particle">
            <a:extLst>
              <a:ext uri="{FF2B5EF4-FFF2-40B4-BE49-F238E27FC236}">
                <a16:creationId xmlns:a16="http://schemas.microsoft.com/office/drawing/2014/main" id="{DC33704F-B9BD-4304-A978-EC0E07B7574F}"/>
              </a:ext>
            </a:extLst>
          </p:cNvPr>
          <p:cNvSpPr>
            <a:spLocks noGrp="1"/>
          </p:cNvSpPr>
          <p:nvPr/>
        </p:nvSpPr>
        <p:spPr>
          <a:xfrm rot="122415">
            <a:off x="8144602" y="5983043"/>
            <a:ext cx="45684" cy="45684"/>
          </a:xfrm>
          <a:prstGeom prst="ellipse">
            <a:avLst/>
          </a:prstGeom>
          <a:solidFill>
            <a:srgbClr val="F79D11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943" name="lumia-token-particle">
            <a:extLst>
              <a:ext uri="{FF2B5EF4-FFF2-40B4-BE49-F238E27FC236}">
                <a16:creationId xmlns:a16="http://schemas.microsoft.com/office/drawing/2014/main" id="{1993E7D3-1551-4108-B432-FB45D70CF17E}"/>
              </a:ext>
            </a:extLst>
          </p:cNvPr>
          <p:cNvSpPr>
            <a:spLocks noGrp="1"/>
          </p:cNvSpPr>
          <p:nvPr/>
        </p:nvSpPr>
        <p:spPr>
          <a:xfrm rot="2134460">
            <a:off x="9977732" y="5092548"/>
            <a:ext cx="26623" cy="26623"/>
          </a:xfrm>
          <a:prstGeom prst="ellipse">
            <a:avLst/>
          </a:prstGeom>
          <a:solidFill>
            <a:srgbClr val="A8B425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944" name="lumia-token-particle">
            <a:extLst>
              <a:ext uri="{FF2B5EF4-FFF2-40B4-BE49-F238E27FC236}">
                <a16:creationId xmlns:a16="http://schemas.microsoft.com/office/drawing/2014/main" id="{B40BAC1E-60B3-4B8A-8A88-8715EC445249}"/>
              </a:ext>
            </a:extLst>
          </p:cNvPr>
          <p:cNvSpPr>
            <a:spLocks noGrp="1"/>
          </p:cNvSpPr>
          <p:nvPr/>
        </p:nvSpPr>
        <p:spPr>
          <a:xfrm rot="2215510">
            <a:off x="6348952" y="5798320"/>
            <a:ext cx="9695" cy="9695"/>
          </a:xfrm>
          <a:prstGeom prst="roundRect">
            <a:avLst>
              <a:gd name="adj" fmla="val 39300"/>
            </a:avLst>
          </a:prstGeom>
          <a:solidFill>
            <a:srgbClr val="EE6328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945" name="lumia-token-particle">
            <a:extLst>
              <a:ext uri="{FF2B5EF4-FFF2-40B4-BE49-F238E27FC236}">
                <a16:creationId xmlns:a16="http://schemas.microsoft.com/office/drawing/2014/main" id="{AEDE5F64-D278-4B36-8F55-40C897A29B3B}"/>
              </a:ext>
            </a:extLst>
          </p:cNvPr>
          <p:cNvSpPr>
            <a:spLocks noGrp="1"/>
          </p:cNvSpPr>
          <p:nvPr/>
        </p:nvSpPr>
        <p:spPr>
          <a:xfrm rot="2250215">
            <a:off x="7060018" y="5659742"/>
            <a:ext cx="36920" cy="36920"/>
          </a:xfrm>
          <a:prstGeom prst="ellipse">
            <a:avLst/>
          </a:prstGeom>
          <a:solidFill>
            <a:srgbClr val="F3811C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946" name="lumia-token-particle">
            <a:extLst>
              <a:ext uri="{FF2B5EF4-FFF2-40B4-BE49-F238E27FC236}">
                <a16:creationId xmlns:a16="http://schemas.microsoft.com/office/drawing/2014/main" id="{B6804F66-B179-46D4-9568-DD945F498B93}"/>
              </a:ext>
            </a:extLst>
          </p:cNvPr>
          <p:cNvSpPr>
            <a:spLocks noGrp="1"/>
          </p:cNvSpPr>
          <p:nvPr/>
        </p:nvSpPr>
        <p:spPr>
          <a:xfrm rot="1048468">
            <a:off x="10117074" y="5950666"/>
            <a:ext cx="49335" cy="49335"/>
          </a:xfrm>
          <a:prstGeom prst="ellipse">
            <a:avLst/>
          </a:prstGeom>
          <a:solidFill>
            <a:srgbClr val="B9B51F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947" name="lumia-token-particle">
            <a:extLst>
              <a:ext uri="{FF2B5EF4-FFF2-40B4-BE49-F238E27FC236}">
                <a16:creationId xmlns:a16="http://schemas.microsoft.com/office/drawing/2014/main" id="{093BF42E-17DA-435C-AECE-FCDE1991D33B}"/>
              </a:ext>
            </a:extLst>
          </p:cNvPr>
          <p:cNvSpPr>
            <a:spLocks noGrp="1"/>
          </p:cNvSpPr>
          <p:nvPr/>
        </p:nvSpPr>
        <p:spPr>
          <a:xfrm rot="310966">
            <a:off x="10542132" y="5919879"/>
            <a:ext cx="14744" cy="14744"/>
          </a:xfrm>
          <a:prstGeom prst="ellipse">
            <a:avLst/>
          </a:prstGeom>
          <a:solidFill>
            <a:srgbClr val="8CB131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948" name="lumia-token-particle">
            <a:extLst>
              <a:ext uri="{FF2B5EF4-FFF2-40B4-BE49-F238E27FC236}">
                <a16:creationId xmlns:a16="http://schemas.microsoft.com/office/drawing/2014/main" id="{A21404BA-DD0F-429B-BD46-015D0D0761BA}"/>
              </a:ext>
            </a:extLst>
          </p:cNvPr>
          <p:cNvSpPr>
            <a:spLocks noGrp="1"/>
          </p:cNvSpPr>
          <p:nvPr/>
        </p:nvSpPr>
        <p:spPr>
          <a:xfrm rot="1765146">
            <a:off x="3810934" y="5829191"/>
            <a:ext cx="29573" cy="29573"/>
          </a:xfrm>
          <a:prstGeom prst="roundRect">
            <a:avLst>
              <a:gd name="adj" fmla="val 18000"/>
            </a:avLst>
          </a:prstGeom>
          <a:solidFill>
            <a:srgbClr val="913E70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949" name="lumia-token-particle">
            <a:extLst>
              <a:ext uri="{FF2B5EF4-FFF2-40B4-BE49-F238E27FC236}">
                <a16:creationId xmlns:a16="http://schemas.microsoft.com/office/drawing/2014/main" id="{5450EC8A-0D29-4ED2-BC97-F3E3DF1635B3}"/>
              </a:ext>
            </a:extLst>
          </p:cNvPr>
          <p:cNvSpPr>
            <a:spLocks noGrp="1"/>
          </p:cNvSpPr>
          <p:nvPr/>
        </p:nvSpPr>
        <p:spPr>
          <a:xfrm rot="2381158">
            <a:off x="9994167" y="5376775"/>
            <a:ext cx="49761" cy="49761"/>
          </a:xfrm>
          <a:prstGeom prst="ellipse">
            <a:avLst/>
          </a:prstGeom>
          <a:solidFill>
            <a:srgbClr val="ADB423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950" name="lumia-token-particle-soft-glow">
            <a:extLst>
              <a:ext uri="{FF2B5EF4-FFF2-40B4-BE49-F238E27FC236}">
                <a16:creationId xmlns:a16="http://schemas.microsoft.com/office/drawing/2014/main" id="{F38629F6-A00B-4465-A0BF-1F859F94351E}"/>
              </a:ext>
            </a:extLst>
          </p:cNvPr>
          <p:cNvSpPr>
            <a:spLocks noGrp="1"/>
          </p:cNvSpPr>
          <p:nvPr/>
        </p:nvSpPr>
        <p:spPr>
          <a:xfrm rot="1169864">
            <a:off x="4778986" y="6003943"/>
            <a:ext cx="120150" cy="120150"/>
          </a:xfrm>
          <a:prstGeom prst="ellipse">
            <a:avLst/>
          </a:prstGeom>
          <a:solidFill>
            <a:srgbClr val="C7414C">
              <a:alpha val="7000"/>
            </a:srgbClr>
          </a:solidFill>
          <a:ln w="0">
            <a:noFill/>
            <a:prstDash val="solid"/>
          </a:ln>
        </p:spPr>
      </p:sp>
      <p:sp>
        <p:nvSpPr>
          <p:cNvPr id="951" name="lumia-token-particle">
            <a:extLst>
              <a:ext uri="{FF2B5EF4-FFF2-40B4-BE49-F238E27FC236}">
                <a16:creationId xmlns:a16="http://schemas.microsoft.com/office/drawing/2014/main" id="{70B2C727-B891-4B5F-9BCE-61976140F8F6}"/>
              </a:ext>
            </a:extLst>
          </p:cNvPr>
          <p:cNvSpPr>
            <a:spLocks noGrp="1"/>
          </p:cNvSpPr>
          <p:nvPr/>
        </p:nvSpPr>
        <p:spPr>
          <a:xfrm rot="1376316">
            <a:off x="4814030" y="6038987"/>
            <a:ext cx="50062" cy="50062"/>
          </a:xfrm>
          <a:prstGeom prst="ellipse">
            <a:avLst/>
          </a:prstGeom>
          <a:solidFill>
            <a:srgbClr val="C7414C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952" name="lumia-token-particle">
            <a:extLst>
              <a:ext uri="{FF2B5EF4-FFF2-40B4-BE49-F238E27FC236}">
                <a16:creationId xmlns:a16="http://schemas.microsoft.com/office/drawing/2014/main" id="{ADEDFF15-531A-4ED9-A67D-BD6CFD0E49ED}"/>
              </a:ext>
            </a:extLst>
          </p:cNvPr>
          <p:cNvSpPr>
            <a:spLocks noGrp="1"/>
          </p:cNvSpPr>
          <p:nvPr/>
        </p:nvSpPr>
        <p:spPr>
          <a:xfrm rot="2367698">
            <a:off x="8857852" y="5720063"/>
            <a:ext cx="25060" cy="25060"/>
          </a:xfrm>
          <a:prstGeom prst="ellipse">
            <a:avLst/>
          </a:prstGeom>
          <a:solidFill>
            <a:srgbClr val="F4BB08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953" name="lumia-token-particle">
            <a:extLst>
              <a:ext uri="{FF2B5EF4-FFF2-40B4-BE49-F238E27FC236}">
                <a16:creationId xmlns:a16="http://schemas.microsoft.com/office/drawing/2014/main" id="{74845E89-E7FD-4E5E-8350-E34E8BA5D7FE}"/>
              </a:ext>
            </a:extLst>
          </p:cNvPr>
          <p:cNvSpPr>
            <a:spLocks noGrp="1"/>
          </p:cNvSpPr>
          <p:nvPr/>
        </p:nvSpPr>
        <p:spPr>
          <a:xfrm rot="1873762">
            <a:off x="4090904" y="6117365"/>
            <a:ext cx="12652" cy="12652"/>
          </a:xfrm>
          <a:prstGeom prst="roundRect">
            <a:avLst>
              <a:gd name="adj" fmla="val 30113"/>
            </a:avLst>
          </a:prstGeom>
          <a:solidFill>
            <a:srgbClr val="A73F61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954" name="lumia-token-particle-soft-glow">
            <a:extLst>
              <a:ext uri="{FF2B5EF4-FFF2-40B4-BE49-F238E27FC236}">
                <a16:creationId xmlns:a16="http://schemas.microsoft.com/office/drawing/2014/main" id="{2D4F9274-9AFF-4767-94AE-C8C859773BFF}"/>
              </a:ext>
            </a:extLst>
          </p:cNvPr>
          <p:cNvSpPr>
            <a:spLocks noGrp="1"/>
          </p:cNvSpPr>
          <p:nvPr/>
        </p:nvSpPr>
        <p:spPr>
          <a:xfrm rot="875">
            <a:off x="1739919" y="6068410"/>
            <a:ext cx="76822" cy="76822"/>
          </a:xfrm>
          <a:prstGeom prst="roundRect">
            <a:avLst>
              <a:gd name="adj" fmla="val 18000"/>
            </a:avLst>
          </a:prstGeom>
          <a:solidFill>
            <a:srgbClr val="5152B2">
              <a:alpha val="6000"/>
            </a:srgbClr>
          </a:solidFill>
          <a:ln w="0">
            <a:noFill/>
            <a:prstDash val="solid"/>
          </a:ln>
        </p:spPr>
      </p:sp>
      <p:sp>
        <p:nvSpPr>
          <p:cNvPr id="955" name="lumia-token-particle">
            <a:extLst>
              <a:ext uri="{FF2B5EF4-FFF2-40B4-BE49-F238E27FC236}">
                <a16:creationId xmlns:a16="http://schemas.microsoft.com/office/drawing/2014/main" id="{6811A4B3-9A10-4AA4-B1A9-DE7931E7B21A}"/>
              </a:ext>
            </a:extLst>
          </p:cNvPr>
          <p:cNvSpPr>
            <a:spLocks noGrp="1"/>
          </p:cNvSpPr>
          <p:nvPr/>
        </p:nvSpPr>
        <p:spPr>
          <a:xfrm rot="1095999">
            <a:off x="1762326" y="6090817"/>
            <a:ext cx="32009" cy="32009"/>
          </a:xfrm>
          <a:prstGeom prst="roundRect">
            <a:avLst>
              <a:gd name="adj" fmla="val 18000"/>
            </a:avLst>
          </a:prstGeom>
          <a:solidFill>
            <a:srgbClr val="5152B2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956" name="lumia-token-particle">
            <a:extLst>
              <a:ext uri="{FF2B5EF4-FFF2-40B4-BE49-F238E27FC236}">
                <a16:creationId xmlns:a16="http://schemas.microsoft.com/office/drawing/2014/main" id="{9AB0A7BB-1F6A-42BA-8E75-6A5E2F50670B}"/>
              </a:ext>
            </a:extLst>
          </p:cNvPr>
          <p:cNvSpPr>
            <a:spLocks noGrp="1"/>
          </p:cNvSpPr>
          <p:nvPr/>
        </p:nvSpPr>
        <p:spPr>
          <a:xfrm rot="565261">
            <a:off x="4369877" y="5793183"/>
            <a:ext cx="22721" cy="22721"/>
          </a:xfrm>
          <a:prstGeom prst="ellipse">
            <a:avLst/>
          </a:prstGeom>
          <a:solidFill>
            <a:srgbClr val="AE405D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957" name="lumia-token-particle">
            <a:extLst>
              <a:ext uri="{FF2B5EF4-FFF2-40B4-BE49-F238E27FC236}">
                <a16:creationId xmlns:a16="http://schemas.microsoft.com/office/drawing/2014/main" id="{32A0B123-CABC-4255-B65C-8D4A8B925169}"/>
              </a:ext>
            </a:extLst>
          </p:cNvPr>
          <p:cNvSpPr>
            <a:spLocks noGrp="1"/>
          </p:cNvSpPr>
          <p:nvPr/>
        </p:nvSpPr>
        <p:spPr>
          <a:xfrm rot="59886">
            <a:off x="10057453" y="5143192"/>
            <a:ext cx="24247" cy="24247"/>
          </a:xfrm>
          <a:prstGeom prst="roundRect">
            <a:avLst>
              <a:gd name="adj" fmla="val 18000"/>
            </a:avLst>
          </a:prstGeom>
          <a:solidFill>
            <a:srgbClr val="B4B521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958" name="lumia-token-particle">
            <a:extLst>
              <a:ext uri="{FF2B5EF4-FFF2-40B4-BE49-F238E27FC236}">
                <a16:creationId xmlns:a16="http://schemas.microsoft.com/office/drawing/2014/main" id="{A689292E-CB62-452D-A58C-0DE01CB75E38}"/>
              </a:ext>
            </a:extLst>
          </p:cNvPr>
          <p:cNvSpPr>
            <a:spLocks noGrp="1"/>
          </p:cNvSpPr>
          <p:nvPr/>
        </p:nvSpPr>
        <p:spPr>
          <a:xfrm rot="768848">
            <a:off x="10661070" y="4953719"/>
            <a:ext cx="35766" cy="35766"/>
          </a:xfrm>
          <a:prstGeom prst="ellipse">
            <a:avLst/>
          </a:prstGeom>
          <a:solidFill>
            <a:srgbClr val="84B034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959" name="lumia-token-particle">
            <a:extLst>
              <a:ext uri="{FF2B5EF4-FFF2-40B4-BE49-F238E27FC236}">
                <a16:creationId xmlns:a16="http://schemas.microsoft.com/office/drawing/2014/main" id="{E2BF6782-2845-4A2C-A9FA-2B02635C27F5}"/>
              </a:ext>
            </a:extLst>
          </p:cNvPr>
          <p:cNvSpPr>
            <a:spLocks noGrp="1"/>
          </p:cNvSpPr>
          <p:nvPr/>
        </p:nvSpPr>
        <p:spPr>
          <a:xfrm rot="370397">
            <a:off x="7451009" y="6009226"/>
            <a:ext cx="16489" cy="16489"/>
          </a:xfrm>
          <a:prstGeom prst="ellipse">
            <a:avLst/>
          </a:prstGeom>
          <a:solidFill>
            <a:srgbClr val="F48B18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960" name="lumia-token-particle">
            <a:extLst>
              <a:ext uri="{FF2B5EF4-FFF2-40B4-BE49-F238E27FC236}">
                <a16:creationId xmlns:a16="http://schemas.microsoft.com/office/drawing/2014/main" id="{431645F1-AA56-4832-AAAF-36F45E263C88}"/>
              </a:ext>
            </a:extLst>
          </p:cNvPr>
          <p:cNvSpPr>
            <a:spLocks noGrp="1"/>
          </p:cNvSpPr>
          <p:nvPr/>
        </p:nvSpPr>
        <p:spPr>
          <a:xfrm rot="207271">
            <a:off x="2081415" y="5870262"/>
            <a:ext cx="17809" cy="17809"/>
          </a:xfrm>
          <a:prstGeom prst="ellipse">
            <a:avLst/>
          </a:prstGeom>
          <a:solidFill>
            <a:srgbClr val="5448A6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961" name="lumia-token-particle-soft-glow">
            <a:extLst>
              <a:ext uri="{FF2B5EF4-FFF2-40B4-BE49-F238E27FC236}">
                <a16:creationId xmlns:a16="http://schemas.microsoft.com/office/drawing/2014/main" id="{F6CBDDAD-8808-4CC5-B598-A3FBC2F917C5}"/>
              </a:ext>
            </a:extLst>
          </p:cNvPr>
          <p:cNvSpPr>
            <a:spLocks noGrp="1"/>
          </p:cNvSpPr>
          <p:nvPr/>
        </p:nvSpPr>
        <p:spPr>
          <a:xfrm rot="105620">
            <a:off x="4858907" y="5771347"/>
            <a:ext cx="112709" cy="112709"/>
          </a:xfrm>
          <a:prstGeom prst="roundRect">
            <a:avLst>
              <a:gd name="adj" fmla="val 18000"/>
            </a:avLst>
          </a:prstGeom>
          <a:solidFill>
            <a:srgbClr val="D04246">
              <a:alpha val="7000"/>
            </a:srgbClr>
          </a:solidFill>
          <a:ln w="0">
            <a:noFill/>
            <a:prstDash val="solid"/>
          </a:ln>
        </p:spPr>
      </p:sp>
      <p:sp>
        <p:nvSpPr>
          <p:cNvPr id="962" name="lumia-token-particle">
            <a:extLst>
              <a:ext uri="{FF2B5EF4-FFF2-40B4-BE49-F238E27FC236}">
                <a16:creationId xmlns:a16="http://schemas.microsoft.com/office/drawing/2014/main" id="{418B55D7-DBEB-4C24-892D-76C58C0DE59D}"/>
              </a:ext>
            </a:extLst>
          </p:cNvPr>
          <p:cNvSpPr>
            <a:spLocks noGrp="1"/>
          </p:cNvSpPr>
          <p:nvPr/>
        </p:nvSpPr>
        <p:spPr>
          <a:xfrm rot="2436176">
            <a:off x="4891780" y="5804220"/>
            <a:ext cx="46962" cy="46962"/>
          </a:xfrm>
          <a:prstGeom prst="roundRect">
            <a:avLst>
              <a:gd name="adj" fmla="val 18000"/>
            </a:avLst>
          </a:prstGeom>
          <a:solidFill>
            <a:srgbClr val="D04246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3" name="lumia-token-particle">
            <a:extLst>
              <a:ext uri="{FF2B5EF4-FFF2-40B4-BE49-F238E27FC236}">
                <a16:creationId xmlns:a16="http://schemas.microsoft.com/office/drawing/2014/main" id="{FD8A4D56-322E-4497-9F01-E2C47E979CBB}"/>
              </a:ext>
            </a:extLst>
          </p:cNvPr>
          <p:cNvSpPr>
            <a:spLocks noGrp="1"/>
          </p:cNvSpPr>
          <p:nvPr/>
        </p:nvSpPr>
        <p:spPr>
          <a:xfrm rot="2152147">
            <a:off x="9657620" y="5611779"/>
            <a:ext cx="40496" cy="40496"/>
          </a:xfrm>
          <a:prstGeom prst="roundRect">
            <a:avLst>
              <a:gd name="adj" fmla="val 18000"/>
            </a:avLst>
          </a:prstGeom>
          <a:solidFill>
            <a:srgbClr val="C9B719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964" name="lumia-token-particle">
            <a:extLst>
              <a:ext uri="{FF2B5EF4-FFF2-40B4-BE49-F238E27FC236}">
                <a16:creationId xmlns:a16="http://schemas.microsoft.com/office/drawing/2014/main" id="{2A10BB3E-2366-45F7-AD30-0FDB4F51ACDF}"/>
              </a:ext>
            </a:extLst>
          </p:cNvPr>
          <p:cNvSpPr>
            <a:spLocks noGrp="1"/>
          </p:cNvSpPr>
          <p:nvPr/>
        </p:nvSpPr>
        <p:spPr>
          <a:xfrm rot="2219032">
            <a:off x="4607826" y="5910254"/>
            <a:ext cx="8564" cy="8564"/>
          </a:xfrm>
          <a:prstGeom prst="roundRect">
            <a:avLst>
              <a:gd name="adj" fmla="val 44487"/>
            </a:avLst>
          </a:prstGeom>
          <a:solidFill>
            <a:srgbClr val="BB4054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965" name="lumia-token-particle">
            <a:extLst>
              <a:ext uri="{FF2B5EF4-FFF2-40B4-BE49-F238E27FC236}">
                <a16:creationId xmlns:a16="http://schemas.microsoft.com/office/drawing/2014/main" id="{C6E18FCC-2424-47FC-89D1-8B22E8ECF86C}"/>
              </a:ext>
            </a:extLst>
          </p:cNvPr>
          <p:cNvSpPr>
            <a:spLocks noGrp="1"/>
          </p:cNvSpPr>
          <p:nvPr/>
        </p:nvSpPr>
        <p:spPr>
          <a:xfrm rot="592365">
            <a:off x="12103101" y="5232973"/>
            <a:ext cx="30885" cy="30885"/>
          </a:xfrm>
          <a:prstGeom prst="ellipse">
            <a:avLst/>
          </a:prstGeom>
          <a:solidFill>
            <a:srgbClr val="3AA951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966" name="lumia-token-particle">
            <a:extLst>
              <a:ext uri="{FF2B5EF4-FFF2-40B4-BE49-F238E27FC236}">
                <a16:creationId xmlns:a16="http://schemas.microsoft.com/office/drawing/2014/main" id="{7A3AB7C2-6195-4DA4-A55C-859DAD818547}"/>
              </a:ext>
            </a:extLst>
          </p:cNvPr>
          <p:cNvSpPr>
            <a:spLocks noGrp="1"/>
          </p:cNvSpPr>
          <p:nvPr/>
        </p:nvSpPr>
        <p:spPr>
          <a:xfrm rot="2287418">
            <a:off x="11106670" y="5790134"/>
            <a:ext cx="34557" cy="34557"/>
          </a:xfrm>
          <a:prstGeom prst="ellipse">
            <a:avLst/>
          </a:prstGeom>
          <a:solidFill>
            <a:srgbClr val="75AF3A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967" name="lumia-token-particle">
            <a:extLst>
              <a:ext uri="{FF2B5EF4-FFF2-40B4-BE49-F238E27FC236}">
                <a16:creationId xmlns:a16="http://schemas.microsoft.com/office/drawing/2014/main" id="{9D01C696-C9E6-49DF-B980-D4C873E3C1F7}"/>
              </a:ext>
            </a:extLst>
          </p:cNvPr>
          <p:cNvSpPr>
            <a:spLocks noGrp="1"/>
          </p:cNvSpPr>
          <p:nvPr/>
        </p:nvSpPr>
        <p:spPr>
          <a:xfrm rot="864935">
            <a:off x="7499337" y="5777763"/>
            <a:ext cx="30452" cy="30452"/>
          </a:xfrm>
          <a:prstGeom prst="ellipse">
            <a:avLst/>
          </a:prstGeom>
          <a:solidFill>
            <a:srgbClr val="F3841B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968" name="lumia-token-particle">
            <a:extLst>
              <a:ext uri="{FF2B5EF4-FFF2-40B4-BE49-F238E27FC236}">
                <a16:creationId xmlns:a16="http://schemas.microsoft.com/office/drawing/2014/main" id="{79D5A09E-9929-4665-A957-09DD007AEFB4}"/>
              </a:ext>
            </a:extLst>
          </p:cNvPr>
          <p:cNvSpPr>
            <a:spLocks noGrp="1"/>
          </p:cNvSpPr>
          <p:nvPr/>
        </p:nvSpPr>
        <p:spPr>
          <a:xfrm rot="2388782">
            <a:off x="6401230" y="6227781"/>
            <a:ext cx="14226" cy="14226"/>
          </a:xfrm>
          <a:prstGeom prst="ellipse">
            <a:avLst/>
          </a:prstGeom>
          <a:solidFill>
            <a:srgbClr val="EF6428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969" name="lumia-token-particle">
            <a:extLst>
              <a:ext uri="{FF2B5EF4-FFF2-40B4-BE49-F238E27FC236}">
                <a16:creationId xmlns:a16="http://schemas.microsoft.com/office/drawing/2014/main" id="{A28CAA88-57A5-4EA6-88A1-2DFBA670BD05}"/>
              </a:ext>
            </a:extLst>
          </p:cNvPr>
          <p:cNvSpPr>
            <a:spLocks noGrp="1"/>
          </p:cNvSpPr>
          <p:nvPr/>
        </p:nvSpPr>
        <p:spPr>
          <a:xfrm rot="239346">
            <a:off x="8282619" y="5931732"/>
            <a:ext cx="43614" cy="43614"/>
          </a:xfrm>
          <a:prstGeom prst="roundRect">
            <a:avLst>
              <a:gd name="adj" fmla="val 18000"/>
            </a:avLst>
          </a:prstGeom>
          <a:solidFill>
            <a:srgbClr val="F8A40E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970" name="lumia-token-particle">
            <a:extLst>
              <a:ext uri="{FF2B5EF4-FFF2-40B4-BE49-F238E27FC236}">
                <a16:creationId xmlns:a16="http://schemas.microsoft.com/office/drawing/2014/main" id="{62A74D30-8435-4679-9FDF-AA4628C7C63E}"/>
              </a:ext>
            </a:extLst>
          </p:cNvPr>
          <p:cNvSpPr>
            <a:spLocks noGrp="1"/>
          </p:cNvSpPr>
          <p:nvPr/>
        </p:nvSpPr>
        <p:spPr>
          <a:xfrm rot="1936958">
            <a:off x="6167264" y="6037225"/>
            <a:ext cx="33135" cy="33135"/>
          </a:xfrm>
          <a:prstGeom prst="ellipse">
            <a:avLst/>
          </a:prstGeom>
          <a:solidFill>
            <a:srgbClr val="ED592C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971" name="lumia-token-particle">
            <a:extLst>
              <a:ext uri="{FF2B5EF4-FFF2-40B4-BE49-F238E27FC236}">
                <a16:creationId xmlns:a16="http://schemas.microsoft.com/office/drawing/2014/main" id="{7C61A285-394C-4F39-815D-41A3DBD1AE44}"/>
              </a:ext>
            </a:extLst>
          </p:cNvPr>
          <p:cNvSpPr>
            <a:spLocks noGrp="1"/>
          </p:cNvSpPr>
          <p:nvPr/>
        </p:nvSpPr>
        <p:spPr>
          <a:xfrm rot="968165">
            <a:off x="3684270" y="5850550"/>
            <a:ext cx="10286" cy="10286"/>
          </a:xfrm>
          <a:prstGeom prst="roundRect">
            <a:avLst>
              <a:gd name="adj" fmla="val 37042"/>
            </a:avLst>
          </a:prstGeom>
          <a:solidFill>
            <a:srgbClr val="883E76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972" name="lumia-token-particle">
            <a:extLst>
              <a:ext uri="{FF2B5EF4-FFF2-40B4-BE49-F238E27FC236}">
                <a16:creationId xmlns:a16="http://schemas.microsoft.com/office/drawing/2014/main" id="{C209EA6A-8D2C-4066-B85A-CF6D19F2E495}"/>
              </a:ext>
            </a:extLst>
          </p:cNvPr>
          <p:cNvSpPr>
            <a:spLocks noGrp="1"/>
          </p:cNvSpPr>
          <p:nvPr/>
        </p:nvSpPr>
        <p:spPr>
          <a:xfrm rot="12457">
            <a:off x="5382747" y="5996262"/>
            <a:ext cx="18114" cy="18114"/>
          </a:xfrm>
          <a:prstGeom prst="roundRect">
            <a:avLst>
              <a:gd name="adj" fmla="val 21034"/>
            </a:avLst>
          </a:prstGeom>
          <a:solidFill>
            <a:srgbClr val="E34339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973" name="lumia-token-particle-soft-glow">
            <a:extLst>
              <a:ext uri="{FF2B5EF4-FFF2-40B4-BE49-F238E27FC236}">
                <a16:creationId xmlns:a16="http://schemas.microsoft.com/office/drawing/2014/main" id="{41263153-D3FC-4BC7-BC06-24967A372152}"/>
              </a:ext>
            </a:extLst>
          </p:cNvPr>
          <p:cNvSpPr>
            <a:spLocks noGrp="1"/>
          </p:cNvSpPr>
          <p:nvPr/>
        </p:nvSpPr>
        <p:spPr>
          <a:xfrm rot="645685">
            <a:off x="12026174" y="5044544"/>
            <a:ext cx="289588" cy="289588"/>
          </a:xfrm>
          <a:prstGeom prst="roundRect">
            <a:avLst>
              <a:gd name="adj" fmla="val 18000"/>
            </a:avLst>
          </a:prstGeom>
          <a:solidFill>
            <a:srgbClr val="43AA4D">
              <a:alpha val="8000"/>
            </a:srgbClr>
          </a:solidFill>
          <a:ln w="0">
            <a:noFill/>
            <a:prstDash val="solid"/>
          </a:ln>
        </p:spPr>
      </p:sp>
      <p:sp>
        <p:nvSpPr>
          <p:cNvPr id="974" name="lumia-token-particle">
            <a:extLst>
              <a:ext uri="{FF2B5EF4-FFF2-40B4-BE49-F238E27FC236}">
                <a16:creationId xmlns:a16="http://schemas.microsoft.com/office/drawing/2014/main" id="{63DF9CF3-C061-41C3-9AC9-3BA05A972FAB}"/>
              </a:ext>
            </a:extLst>
          </p:cNvPr>
          <p:cNvSpPr>
            <a:spLocks noGrp="1"/>
          </p:cNvSpPr>
          <p:nvPr/>
        </p:nvSpPr>
        <p:spPr>
          <a:xfrm rot="1782273">
            <a:off x="12110637" y="5129007"/>
            <a:ext cx="120662" cy="120662"/>
          </a:xfrm>
          <a:prstGeom prst="roundRect">
            <a:avLst>
              <a:gd name="adj" fmla="val 18000"/>
            </a:avLst>
          </a:prstGeom>
          <a:solidFill>
            <a:srgbClr val="43AA4D">
              <a:alpha val="60000"/>
            </a:srgbClr>
          </a:solidFill>
          <a:ln w="0">
            <a:noFill/>
            <a:prstDash val="solid"/>
          </a:ln>
        </p:spPr>
      </p:sp>
      <p:sp>
        <p:nvSpPr>
          <p:cNvPr id="975" name="lumia-token-particle">
            <a:extLst>
              <a:ext uri="{FF2B5EF4-FFF2-40B4-BE49-F238E27FC236}">
                <a16:creationId xmlns:a16="http://schemas.microsoft.com/office/drawing/2014/main" id="{8D989FC7-231C-4078-B13C-EDE6C6155E2B}"/>
              </a:ext>
            </a:extLst>
          </p:cNvPr>
          <p:cNvSpPr>
            <a:spLocks noGrp="1"/>
          </p:cNvSpPr>
          <p:nvPr/>
        </p:nvSpPr>
        <p:spPr>
          <a:xfrm rot="1514707">
            <a:off x="8337140" y="6225718"/>
            <a:ext cx="23765" cy="23765"/>
          </a:xfrm>
          <a:prstGeom prst="ellipse">
            <a:avLst/>
          </a:prstGeom>
          <a:solidFill>
            <a:srgbClr val="F9AF0A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976" name="lumia-token-particle">
            <a:extLst>
              <a:ext uri="{FF2B5EF4-FFF2-40B4-BE49-F238E27FC236}">
                <a16:creationId xmlns:a16="http://schemas.microsoft.com/office/drawing/2014/main" id="{E2C837B0-CD65-469A-93C9-955F5F358B9A}"/>
              </a:ext>
            </a:extLst>
          </p:cNvPr>
          <p:cNvSpPr>
            <a:spLocks noGrp="1"/>
          </p:cNvSpPr>
          <p:nvPr/>
        </p:nvSpPr>
        <p:spPr>
          <a:xfrm rot="2247712">
            <a:off x="10878060" y="5282258"/>
            <a:ext cx="25518" cy="25518"/>
          </a:xfrm>
          <a:prstGeom prst="ellipse">
            <a:avLst/>
          </a:prstGeom>
          <a:solidFill>
            <a:srgbClr val="7BAF37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977" name="lumia-token-particle-soft-glow">
            <a:extLst>
              <a:ext uri="{FF2B5EF4-FFF2-40B4-BE49-F238E27FC236}">
                <a16:creationId xmlns:a16="http://schemas.microsoft.com/office/drawing/2014/main" id="{0DC9DF29-C545-4065-AEEE-52BE61626B17}"/>
              </a:ext>
            </a:extLst>
          </p:cNvPr>
          <p:cNvSpPr>
            <a:spLocks noGrp="1"/>
          </p:cNvSpPr>
          <p:nvPr/>
        </p:nvSpPr>
        <p:spPr>
          <a:xfrm rot="1325851">
            <a:off x="10344905" y="5208826"/>
            <a:ext cx="259754" cy="259754"/>
          </a:xfrm>
          <a:prstGeom prst="roundRect">
            <a:avLst>
              <a:gd name="adj" fmla="val 18000"/>
            </a:avLst>
          </a:prstGeom>
          <a:solidFill>
            <a:srgbClr val="A9B425">
              <a:alpha val="8000"/>
            </a:srgbClr>
          </a:solidFill>
          <a:ln w="0">
            <a:noFill/>
            <a:prstDash val="solid"/>
          </a:ln>
        </p:spPr>
      </p:sp>
      <p:sp>
        <p:nvSpPr>
          <p:cNvPr id="978" name="lumia-token-particle">
            <a:extLst>
              <a:ext uri="{FF2B5EF4-FFF2-40B4-BE49-F238E27FC236}">
                <a16:creationId xmlns:a16="http://schemas.microsoft.com/office/drawing/2014/main" id="{1371F7F1-38B1-4E39-AFB7-84B262DF4D16}"/>
              </a:ext>
            </a:extLst>
          </p:cNvPr>
          <p:cNvSpPr>
            <a:spLocks noGrp="1"/>
          </p:cNvSpPr>
          <p:nvPr/>
        </p:nvSpPr>
        <p:spPr>
          <a:xfrm rot="1730169">
            <a:off x="10420667" y="5284588"/>
            <a:ext cx="108231" cy="108231"/>
          </a:xfrm>
          <a:prstGeom prst="roundRect">
            <a:avLst>
              <a:gd name="adj" fmla="val 18000"/>
            </a:avLst>
          </a:prstGeom>
          <a:solidFill>
            <a:srgbClr val="A9B425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979" name="lumia-token-particle-soft-glow">
            <a:extLst>
              <a:ext uri="{FF2B5EF4-FFF2-40B4-BE49-F238E27FC236}">
                <a16:creationId xmlns:a16="http://schemas.microsoft.com/office/drawing/2014/main" id="{A63C4BD9-E210-480D-9BB8-3C577BFBC4CD}"/>
              </a:ext>
            </a:extLst>
          </p:cNvPr>
          <p:cNvSpPr>
            <a:spLocks noGrp="1"/>
          </p:cNvSpPr>
          <p:nvPr/>
        </p:nvSpPr>
        <p:spPr>
          <a:xfrm rot="1822281">
            <a:off x="7870708" y="5638500"/>
            <a:ext cx="135427" cy="135427"/>
          </a:xfrm>
          <a:prstGeom prst="roundRect">
            <a:avLst>
              <a:gd name="adj" fmla="val 18000"/>
            </a:avLst>
          </a:prstGeom>
          <a:solidFill>
            <a:srgbClr val="F59515">
              <a:alpha val="7000"/>
            </a:srgbClr>
          </a:solidFill>
          <a:ln w="0">
            <a:noFill/>
            <a:prstDash val="solid"/>
          </a:ln>
        </p:spPr>
      </p:sp>
      <p:sp>
        <p:nvSpPr>
          <p:cNvPr id="980" name="lumia-token-particle">
            <a:extLst>
              <a:ext uri="{FF2B5EF4-FFF2-40B4-BE49-F238E27FC236}">
                <a16:creationId xmlns:a16="http://schemas.microsoft.com/office/drawing/2014/main" id="{BB62A7CE-72A6-47E2-BD2B-86D91012DD9F}"/>
              </a:ext>
            </a:extLst>
          </p:cNvPr>
          <p:cNvSpPr>
            <a:spLocks noGrp="1"/>
          </p:cNvSpPr>
          <p:nvPr/>
        </p:nvSpPr>
        <p:spPr>
          <a:xfrm rot="252173">
            <a:off x="7910207" y="5678000"/>
            <a:ext cx="56428" cy="56428"/>
          </a:xfrm>
          <a:prstGeom prst="roundRect">
            <a:avLst>
              <a:gd name="adj" fmla="val 18000"/>
            </a:avLst>
          </a:prstGeom>
          <a:solidFill>
            <a:srgbClr val="F59515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981" name="lumia-token-particle">
            <a:extLst>
              <a:ext uri="{FF2B5EF4-FFF2-40B4-BE49-F238E27FC236}">
                <a16:creationId xmlns:a16="http://schemas.microsoft.com/office/drawing/2014/main" id="{0A2B3595-F8AF-443C-AA0C-889C74EBE6A7}"/>
              </a:ext>
            </a:extLst>
          </p:cNvPr>
          <p:cNvSpPr>
            <a:spLocks noGrp="1"/>
          </p:cNvSpPr>
          <p:nvPr/>
        </p:nvSpPr>
        <p:spPr>
          <a:xfrm rot="1566503">
            <a:off x="6537296" y="6449296"/>
            <a:ext cx="9709" cy="9709"/>
          </a:xfrm>
          <a:prstGeom prst="ellipse">
            <a:avLst/>
          </a:prstGeom>
          <a:solidFill>
            <a:srgbClr val="EE6029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982" name="lumia-token-particle">
            <a:extLst>
              <a:ext uri="{FF2B5EF4-FFF2-40B4-BE49-F238E27FC236}">
                <a16:creationId xmlns:a16="http://schemas.microsoft.com/office/drawing/2014/main" id="{7D3C2690-0C7E-4D14-AF8F-0918E6E7AC67}"/>
              </a:ext>
            </a:extLst>
          </p:cNvPr>
          <p:cNvSpPr>
            <a:spLocks noGrp="1"/>
          </p:cNvSpPr>
          <p:nvPr/>
        </p:nvSpPr>
        <p:spPr>
          <a:xfrm rot="2654623">
            <a:off x="7807660" y="6134194"/>
            <a:ext cx="31140" cy="31140"/>
          </a:xfrm>
          <a:prstGeom prst="roundRect">
            <a:avLst>
              <a:gd name="adj" fmla="val 18000"/>
            </a:avLst>
          </a:prstGeom>
          <a:solidFill>
            <a:srgbClr val="F69714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983" name="lumia-token-particle-soft-glow">
            <a:extLst>
              <a:ext uri="{FF2B5EF4-FFF2-40B4-BE49-F238E27FC236}">
                <a16:creationId xmlns:a16="http://schemas.microsoft.com/office/drawing/2014/main" id="{3E918DCD-B773-427D-8DAA-03243FBC8B80}"/>
              </a:ext>
            </a:extLst>
          </p:cNvPr>
          <p:cNvSpPr>
            <a:spLocks noGrp="1"/>
          </p:cNvSpPr>
          <p:nvPr/>
        </p:nvSpPr>
        <p:spPr>
          <a:xfrm rot="1303377">
            <a:off x="1336243" y="6160503"/>
            <a:ext cx="93584" cy="93584"/>
          </a:xfrm>
          <a:prstGeom prst="roundRect">
            <a:avLst>
              <a:gd name="adj" fmla="val 18000"/>
            </a:avLst>
          </a:prstGeom>
          <a:solidFill>
            <a:srgbClr val="4E5CBF">
              <a:alpha val="6000"/>
            </a:srgbClr>
          </a:solidFill>
          <a:ln w="0">
            <a:noFill/>
            <a:prstDash val="solid"/>
          </a:ln>
        </p:spPr>
      </p:sp>
      <p:sp>
        <p:nvSpPr>
          <p:cNvPr id="984" name="lumia-token-particle">
            <a:extLst>
              <a:ext uri="{FF2B5EF4-FFF2-40B4-BE49-F238E27FC236}">
                <a16:creationId xmlns:a16="http://schemas.microsoft.com/office/drawing/2014/main" id="{89FD9915-ECF4-400A-AECF-6FE3CA42663E}"/>
              </a:ext>
            </a:extLst>
          </p:cNvPr>
          <p:cNvSpPr>
            <a:spLocks noGrp="1"/>
          </p:cNvSpPr>
          <p:nvPr/>
        </p:nvSpPr>
        <p:spPr>
          <a:xfrm rot="64843">
            <a:off x="1363539" y="6187798"/>
            <a:ext cx="38993" cy="38993"/>
          </a:xfrm>
          <a:prstGeom prst="roundRect">
            <a:avLst>
              <a:gd name="adj" fmla="val 18000"/>
            </a:avLst>
          </a:prstGeom>
          <a:solidFill>
            <a:srgbClr val="4E5CBF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985" name="lumia-token-particle">
            <a:extLst>
              <a:ext uri="{FF2B5EF4-FFF2-40B4-BE49-F238E27FC236}">
                <a16:creationId xmlns:a16="http://schemas.microsoft.com/office/drawing/2014/main" id="{B4679599-2C6B-4811-B63A-6CA0ECFF6EA3}"/>
              </a:ext>
            </a:extLst>
          </p:cNvPr>
          <p:cNvSpPr>
            <a:spLocks noGrp="1"/>
          </p:cNvSpPr>
          <p:nvPr/>
        </p:nvSpPr>
        <p:spPr>
          <a:xfrm rot="908618">
            <a:off x="7101215" y="6023741"/>
            <a:ext cx="20603" cy="20603"/>
          </a:xfrm>
          <a:prstGeom prst="ellipse">
            <a:avLst/>
          </a:prstGeom>
          <a:solidFill>
            <a:srgbClr val="F17820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986" name="lumia-token-particle">
            <a:extLst>
              <a:ext uri="{FF2B5EF4-FFF2-40B4-BE49-F238E27FC236}">
                <a16:creationId xmlns:a16="http://schemas.microsoft.com/office/drawing/2014/main" id="{83CC2AF8-C354-48BF-BD37-F80ABB599F04}"/>
              </a:ext>
            </a:extLst>
          </p:cNvPr>
          <p:cNvSpPr>
            <a:spLocks noGrp="1"/>
          </p:cNvSpPr>
          <p:nvPr/>
        </p:nvSpPr>
        <p:spPr>
          <a:xfrm rot="809919">
            <a:off x="10552137" y="5232327"/>
            <a:ext cx="23198" cy="23198"/>
          </a:xfrm>
          <a:prstGeom prst="ellipse">
            <a:avLst/>
          </a:prstGeom>
          <a:solidFill>
            <a:srgbClr val="85B033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987" name="lumia-token-particle">
            <a:extLst>
              <a:ext uri="{FF2B5EF4-FFF2-40B4-BE49-F238E27FC236}">
                <a16:creationId xmlns:a16="http://schemas.microsoft.com/office/drawing/2014/main" id="{18076C9A-05AA-4852-B66C-E52F8A927BAE}"/>
              </a:ext>
            </a:extLst>
          </p:cNvPr>
          <p:cNvSpPr>
            <a:spLocks noGrp="1"/>
          </p:cNvSpPr>
          <p:nvPr/>
        </p:nvSpPr>
        <p:spPr>
          <a:xfrm rot="1449674">
            <a:off x="11564331" y="5035942"/>
            <a:ext cx="62847" cy="62847"/>
          </a:xfrm>
          <a:prstGeom prst="roundRect">
            <a:avLst>
              <a:gd name="adj" fmla="val 18000"/>
            </a:avLst>
          </a:prstGeom>
          <a:solidFill>
            <a:srgbClr val="4BAA4A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988" name="lumia-token-particle">
            <a:extLst>
              <a:ext uri="{FF2B5EF4-FFF2-40B4-BE49-F238E27FC236}">
                <a16:creationId xmlns:a16="http://schemas.microsoft.com/office/drawing/2014/main" id="{8CED4ACA-5B73-4BFB-A442-9520184C446E}"/>
              </a:ext>
            </a:extLst>
          </p:cNvPr>
          <p:cNvSpPr>
            <a:spLocks noGrp="1"/>
          </p:cNvSpPr>
          <p:nvPr/>
        </p:nvSpPr>
        <p:spPr>
          <a:xfrm rot="1470984">
            <a:off x="5616773" y="6199868"/>
            <a:ext cx="10990" cy="10990"/>
          </a:xfrm>
          <a:prstGeom prst="ellipse">
            <a:avLst/>
          </a:prstGeom>
          <a:solidFill>
            <a:srgbClr val="EB4A32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989" name="lumia-token-particle">
            <a:extLst>
              <a:ext uri="{FF2B5EF4-FFF2-40B4-BE49-F238E27FC236}">
                <a16:creationId xmlns:a16="http://schemas.microsoft.com/office/drawing/2014/main" id="{8F690020-6408-47EA-92A2-2C77891D0CC7}"/>
              </a:ext>
            </a:extLst>
          </p:cNvPr>
          <p:cNvSpPr>
            <a:spLocks noGrp="1"/>
          </p:cNvSpPr>
          <p:nvPr/>
        </p:nvSpPr>
        <p:spPr>
          <a:xfrm rot="2300897">
            <a:off x="8334877" y="5914572"/>
            <a:ext cx="22543" cy="22543"/>
          </a:xfrm>
          <a:prstGeom prst="ellipse">
            <a:avLst/>
          </a:prstGeom>
          <a:solidFill>
            <a:srgbClr val="F8A90D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990" name="lumia-token-particle">
            <a:extLst>
              <a:ext uri="{FF2B5EF4-FFF2-40B4-BE49-F238E27FC236}">
                <a16:creationId xmlns:a16="http://schemas.microsoft.com/office/drawing/2014/main" id="{869E1DF7-BAFD-4A1A-89FA-B88BCFF9A130}"/>
              </a:ext>
            </a:extLst>
          </p:cNvPr>
          <p:cNvSpPr>
            <a:spLocks noGrp="1"/>
          </p:cNvSpPr>
          <p:nvPr/>
        </p:nvSpPr>
        <p:spPr>
          <a:xfrm rot="28090">
            <a:off x="11147367" y="5527058"/>
            <a:ext cx="16922" cy="16922"/>
          </a:xfrm>
          <a:prstGeom prst="ellipse">
            <a:avLst/>
          </a:prstGeom>
          <a:solidFill>
            <a:srgbClr val="7CAF37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991" name="lumia-token-particle">
            <a:extLst>
              <a:ext uri="{FF2B5EF4-FFF2-40B4-BE49-F238E27FC236}">
                <a16:creationId xmlns:a16="http://schemas.microsoft.com/office/drawing/2014/main" id="{86428ECD-B8EE-4C18-8823-778A2A07A420}"/>
              </a:ext>
            </a:extLst>
          </p:cNvPr>
          <p:cNvSpPr>
            <a:spLocks noGrp="1"/>
          </p:cNvSpPr>
          <p:nvPr/>
        </p:nvSpPr>
        <p:spPr>
          <a:xfrm rot="1079475">
            <a:off x="3991481" y="5970737"/>
            <a:ext cx="13278" cy="13278"/>
          </a:xfrm>
          <a:prstGeom prst="ellipse">
            <a:avLst/>
          </a:prstGeom>
          <a:solidFill>
            <a:srgbClr val="A23F64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992" name="lumia-token-particle">
            <a:extLst>
              <a:ext uri="{FF2B5EF4-FFF2-40B4-BE49-F238E27FC236}">
                <a16:creationId xmlns:a16="http://schemas.microsoft.com/office/drawing/2014/main" id="{F0656F06-81C2-4CB8-98E2-B009CCE11D6C}"/>
              </a:ext>
            </a:extLst>
          </p:cNvPr>
          <p:cNvSpPr>
            <a:spLocks noGrp="1"/>
          </p:cNvSpPr>
          <p:nvPr/>
        </p:nvSpPr>
        <p:spPr>
          <a:xfrm rot="1890786">
            <a:off x="6559107" y="5602470"/>
            <a:ext cx="15294" cy="15294"/>
          </a:xfrm>
          <a:prstGeom prst="roundRect">
            <a:avLst>
              <a:gd name="adj" fmla="val 24911"/>
            </a:avLst>
          </a:prstGeom>
          <a:solidFill>
            <a:srgbClr val="F06B25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993" name="lumia-token-particle-soft-glow">
            <a:extLst>
              <a:ext uri="{FF2B5EF4-FFF2-40B4-BE49-F238E27FC236}">
                <a16:creationId xmlns:a16="http://schemas.microsoft.com/office/drawing/2014/main" id="{305711D1-3567-4DAA-9216-9AFD01265F9B}"/>
              </a:ext>
            </a:extLst>
          </p:cNvPr>
          <p:cNvSpPr>
            <a:spLocks noGrp="1"/>
          </p:cNvSpPr>
          <p:nvPr/>
        </p:nvSpPr>
        <p:spPr>
          <a:xfrm rot="45816">
            <a:off x="2513677" y="6216880"/>
            <a:ext cx="76118" cy="76118"/>
          </a:xfrm>
          <a:prstGeom prst="roundRect">
            <a:avLst>
              <a:gd name="adj" fmla="val 18000"/>
            </a:avLst>
          </a:prstGeom>
          <a:solidFill>
            <a:srgbClr val="573D98">
              <a:alpha val="6000"/>
            </a:srgbClr>
          </a:solidFill>
          <a:ln w="0">
            <a:noFill/>
            <a:prstDash val="solid"/>
          </a:ln>
        </p:spPr>
      </p:sp>
      <p:sp>
        <p:nvSpPr>
          <p:cNvPr id="994" name="lumia-token-particle">
            <a:extLst>
              <a:ext uri="{FF2B5EF4-FFF2-40B4-BE49-F238E27FC236}">
                <a16:creationId xmlns:a16="http://schemas.microsoft.com/office/drawing/2014/main" id="{B998AA41-9BA6-40DF-8A5B-FA84F3A86B2A}"/>
              </a:ext>
            </a:extLst>
          </p:cNvPr>
          <p:cNvSpPr>
            <a:spLocks noGrp="1"/>
          </p:cNvSpPr>
          <p:nvPr/>
        </p:nvSpPr>
        <p:spPr>
          <a:xfrm rot="1918152">
            <a:off x="2535878" y="6239081"/>
            <a:ext cx="31716" cy="31716"/>
          </a:xfrm>
          <a:prstGeom prst="roundRect">
            <a:avLst>
              <a:gd name="adj" fmla="val 18000"/>
            </a:avLst>
          </a:prstGeom>
          <a:solidFill>
            <a:srgbClr val="573D98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995" name="lumia-token-particle">
            <a:extLst>
              <a:ext uri="{FF2B5EF4-FFF2-40B4-BE49-F238E27FC236}">
                <a16:creationId xmlns:a16="http://schemas.microsoft.com/office/drawing/2014/main" id="{D32451F6-0751-4AD6-A98A-F1F0EBF69438}"/>
              </a:ext>
            </a:extLst>
          </p:cNvPr>
          <p:cNvSpPr>
            <a:spLocks noGrp="1"/>
          </p:cNvSpPr>
          <p:nvPr/>
        </p:nvSpPr>
        <p:spPr>
          <a:xfrm rot="2020510">
            <a:off x="2661993" y="5937846"/>
            <a:ext cx="27222" cy="27222"/>
          </a:xfrm>
          <a:prstGeom prst="roundRect">
            <a:avLst>
              <a:gd name="adj" fmla="val 18000"/>
            </a:avLst>
          </a:prstGeom>
          <a:solidFill>
            <a:srgbClr val="583C96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996" name="lumia-token-particle">
            <a:extLst>
              <a:ext uri="{FF2B5EF4-FFF2-40B4-BE49-F238E27FC236}">
                <a16:creationId xmlns:a16="http://schemas.microsoft.com/office/drawing/2014/main" id="{0112468A-42A2-4A44-BC1C-CB5ADC4E203A}"/>
              </a:ext>
            </a:extLst>
          </p:cNvPr>
          <p:cNvSpPr>
            <a:spLocks noGrp="1"/>
          </p:cNvSpPr>
          <p:nvPr/>
        </p:nvSpPr>
        <p:spPr>
          <a:xfrm rot="1255325">
            <a:off x="6887460" y="5687269"/>
            <a:ext cx="11115" cy="11115"/>
          </a:xfrm>
          <a:prstGeom prst="ellipse">
            <a:avLst/>
          </a:prstGeom>
          <a:solidFill>
            <a:srgbClr val="F17422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997" name="lumia-token-particle-soft-glow">
            <a:extLst>
              <a:ext uri="{FF2B5EF4-FFF2-40B4-BE49-F238E27FC236}">
                <a16:creationId xmlns:a16="http://schemas.microsoft.com/office/drawing/2014/main" id="{262DECB4-CA89-41B2-9648-DF7F67E82F58}"/>
              </a:ext>
            </a:extLst>
          </p:cNvPr>
          <p:cNvSpPr>
            <a:spLocks noGrp="1"/>
          </p:cNvSpPr>
          <p:nvPr/>
        </p:nvSpPr>
        <p:spPr>
          <a:xfrm rot="166738">
            <a:off x="8496505" y="5590156"/>
            <a:ext cx="200272" cy="200272"/>
          </a:xfrm>
          <a:prstGeom prst="roundRect">
            <a:avLst>
              <a:gd name="adj" fmla="val 18000"/>
            </a:avLst>
          </a:prstGeom>
          <a:solidFill>
            <a:srgbClr val="F9AD0B">
              <a:alpha val="8000"/>
            </a:srgbClr>
          </a:solidFill>
          <a:ln w="0">
            <a:noFill/>
            <a:prstDash val="solid"/>
          </a:ln>
        </p:spPr>
      </p:sp>
      <p:sp>
        <p:nvSpPr>
          <p:cNvPr id="998" name="lumia-token-particle">
            <a:extLst>
              <a:ext uri="{FF2B5EF4-FFF2-40B4-BE49-F238E27FC236}">
                <a16:creationId xmlns:a16="http://schemas.microsoft.com/office/drawing/2014/main" id="{30619FB2-744E-49E0-86F4-A281CB56E649}"/>
              </a:ext>
            </a:extLst>
          </p:cNvPr>
          <p:cNvSpPr>
            <a:spLocks noGrp="1"/>
          </p:cNvSpPr>
          <p:nvPr/>
        </p:nvSpPr>
        <p:spPr>
          <a:xfrm rot="1212101">
            <a:off x="8554917" y="5648569"/>
            <a:ext cx="83447" cy="83447"/>
          </a:xfrm>
          <a:prstGeom prst="roundRect">
            <a:avLst>
              <a:gd name="adj" fmla="val 18000"/>
            </a:avLst>
          </a:prstGeom>
          <a:solidFill>
            <a:srgbClr val="F9AD0B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999" name="lumia-token-particle">
            <a:extLst>
              <a:ext uri="{FF2B5EF4-FFF2-40B4-BE49-F238E27FC236}">
                <a16:creationId xmlns:a16="http://schemas.microsoft.com/office/drawing/2014/main" id="{1DE64D6A-32C4-4212-BE8C-CCC5271D0B75}"/>
              </a:ext>
            </a:extLst>
          </p:cNvPr>
          <p:cNvSpPr>
            <a:spLocks noGrp="1"/>
          </p:cNvSpPr>
          <p:nvPr/>
        </p:nvSpPr>
        <p:spPr>
          <a:xfrm rot="1184145">
            <a:off x="7230907" y="6269897"/>
            <a:ext cx="27618" cy="27618"/>
          </a:xfrm>
          <a:prstGeom prst="roundRect">
            <a:avLst>
              <a:gd name="adj" fmla="val 18000"/>
            </a:avLst>
          </a:prstGeom>
          <a:solidFill>
            <a:srgbClr val="F3821C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000" name="lumia-token-particle">
            <a:extLst>
              <a:ext uri="{FF2B5EF4-FFF2-40B4-BE49-F238E27FC236}">
                <a16:creationId xmlns:a16="http://schemas.microsoft.com/office/drawing/2014/main" id="{32A4C9E2-F24C-400F-8DD1-78EB25731FE9}"/>
              </a:ext>
            </a:extLst>
          </p:cNvPr>
          <p:cNvSpPr>
            <a:spLocks noGrp="1"/>
          </p:cNvSpPr>
          <p:nvPr/>
        </p:nvSpPr>
        <p:spPr>
          <a:xfrm rot="1013288">
            <a:off x="2466621" y="6122533"/>
            <a:ext cx="8945" cy="8945"/>
          </a:xfrm>
          <a:prstGeom prst="roundRect">
            <a:avLst>
              <a:gd name="adj" fmla="val 42595"/>
            </a:avLst>
          </a:prstGeom>
          <a:solidFill>
            <a:srgbClr val="573E99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1001" name="lumia-token-particle">
            <a:extLst>
              <a:ext uri="{FF2B5EF4-FFF2-40B4-BE49-F238E27FC236}">
                <a16:creationId xmlns:a16="http://schemas.microsoft.com/office/drawing/2014/main" id="{C9572F23-D16D-4D2E-A18F-FC3A348087FD}"/>
              </a:ext>
            </a:extLst>
          </p:cNvPr>
          <p:cNvSpPr>
            <a:spLocks noGrp="1"/>
          </p:cNvSpPr>
          <p:nvPr/>
        </p:nvSpPr>
        <p:spPr>
          <a:xfrm rot="1037048">
            <a:off x="12009588" y="5361118"/>
            <a:ext cx="32779" cy="32779"/>
          </a:xfrm>
          <a:prstGeom prst="ellipse">
            <a:avLst/>
          </a:prstGeom>
          <a:solidFill>
            <a:srgbClr val="48AA4B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02" name="矩形 1001">
            <a:extLst>
              <a:ext uri="{FF2B5EF4-FFF2-40B4-BE49-F238E27FC236}">
                <a16:creationId xmlns:a16="http://schemas.microsoft.com/office/drawing/2014/main" id="{B0F0041C-7B5F-4F4E-A544-E3F3E5977B8B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63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63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02</a:t>
            </a:r>
          </a:p>
        </p:txBody>
      </p:sp>
      <p:sp>
        <p:nvSpPr>
          <p:cNvPr id="1003" name="矩形 1002">
            <a:extLst>
              <a:ext uri="{FF2B5EF4-FFF2-40B4-BE49-F238E27FC236}">
                <a16:creationId xmlns:a16="http://schemas.microsoft.com/office/drawing/2014/main" id="{D59140F2-4707-4934-9B49-A3C4FFC79B9F}"/>
              </a:ext>
            </a:extLst>
          </p:cNvPr>
          <p:cNvSpPr>
            <a:spLocks noGrp="1"/>
          </p:cNvSpPr>
          <p:nvPr/>
        </p:nvSpPr>
        <p:spPr>
          <a:xfrm>
            <a:off x="723900" y="238125"/>
            <a:ext cx="1828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1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863" b="1" dirty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CONTENTS</a:t>
            </a:r>
          </a:p>
        </p:txBody>
      </p:sp>
      <p:sp>
        <p:nvSpPr>
          <p:cNvPr id="1004" name="矩形 1003">
            <a:extLst>
              <a:ext uri="{FF2B5EF4-FFF2-40B4-BE49-F238E27FC236}">
                <a16:creationId xmlns:a16="http://schemas.microsoft.com/office/drawing/2014/main" id="{918485E2-759A-4A54-8EC9-CD97049769CC}"/>
              </a:ext>
            </a:extLst>
          </p:cNvPr>
          <p:cNvSpPr>
            <a:spLocks noGrp="1"/>
          </p:cNvSpPr>
          <p:nvPr/>
        </p:nvSpPr>
        <p:spPr>
          <a:xfrm>
            <a:off x="3600450" y="628650"/>
            <a:ext cx="4991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5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4500" b="1" dirty="0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CONTENTS</a:t>
            </a:r>
          </a:p>
        </p:txBody>
      </p:sp>
      <p:sp>
        <p:nvSpPr>
          <p:cNvPr id="1005" name="lumia-stream-brand-bar-1">
            <a:extLst>
              <a:ext uri="{FF2B5EF4-FFF2-40B4-BE49-F238E27FC236}">
                <a16:creationId xmlns:a16="http://schemas.microsoft.com/office/drawing/2014/main" id="{121C9599-8D02-4C28-86A7-B8715A234818}"/>
              </a:ext>
            </a:extLst>
          </p:cNvPr>
          <p:cNvSpPr>
            <a:spLocks noGrp="1"/>
          </p:cNvSpPr>
          <p:nvPr/>
        </p:nvSpPr>
        <p:spPr>
          <a:xfrm>
            <a:off x="5476875" y="1466850"/>
            <a:ext cx="171450" cy="24765"/>
          </a:xfrm>
          <a:prstGeom prst="roundRect">
            <a:avLst>
              <a:gd name="adj" fmla="val 42308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1006" name="lumia-stream-brand-bar-2">
            <a:extLst>
              <a:ext uri="{FF2B5EF4-FFF2-40B4-BE49-F238E27FC236}">
                <a16:creationId xmlns:a16="http://schemas.microsoft.com/office/drawing/2014/main" id="{50C4D48C-841A-4257-939D-BC21CF3AF42A}"/>
              </a:ext>
            </a:extLst>
          </p:cNvPr>
          <p:cNvSpPr>
            <a:spLocks noGrp="1"/>
          </p:cNvSpPr>
          <p:nvPr/>
        </p:nvSpPr>
        <p:spPr>
          <a:xfrm>
            <a:off x="5743575" y="1466850"/>
            <a:ext cx="171450" cy="24765"/>
          </a:xfrm>
          <a:prstGeom prst="roundRect">
            <a:avLst>
              <a:gd name="adj" fmla="val 42308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007" name="lumia-stream-brand-bar-3">
            <a:extLst>
              <a:ext uri="{FF2B5EF4-FFF2-40B4-BE49-F238E27FC236}">
                <a16:creationId xmlns:a16="http://schemas.microsoft.com/office/drawing/2014/main" id="{BF5799DF-F862-4C62-927B-11CD43619026}"/>
              </a:ext>
            </a:extLst>
          </p:cNvPr>
          <p:cNvSpPr>
            <a:spLocks noGrp="1"/>
          </p:cNvSpPr>
          <p:nvPr/>
        </p:nvSpPr>
        <p:spPr>
          <a:xfrm>
            <a:off x="6010275" y="1466850"/>
            <a:ext cx="171450" cy="24765"/>
          </a:xfrm>
          <a:prstGeom prst="roundRect">
            <a:avLst>
              <a:gd name="adj" fmla="val 42308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1008" name="lumia-stream-brand-bar-4">
            <a:extLst>
              <a:ext uri="{FF2B5EF4-FFF2-40B4-BE49-F238E27FC236}">
                <a16:creationId xmlns:a16="http://schemas.microsoft.com/office/drawing/2014/main" id="{C3E65B7A-95A6-4953-8DE3-6D92ED56C496}"/>
              </a:ext>
            </a:extLst>
          </p:cNvPr>
          <p:cNvSpPr>
            <a:spLocks noGrp="1"/>
          </p:cNvSpPr>
          <p:nvPr/>
        </p:nvSpPr>
        <p:spPr>
          <a:xfrm>
            <a:off x="6276975" y="1466850"/>
            <a:ext cx="171450" cy="24765"/>
          </a:xfrm>
          <a:prstGeom prst="roundRect">
            <a:avLst>
              <a:gd name="adj" fmla="val 42308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1009" name="lumia-stream-brand-bar-5">
            <a:extLst>
              <a:ext uri="{FF2B5EF4-FFF2-40B4-BE49-F238E27FC236}">
                <a16:creationId xmlns:a16="http://schemas.microsoft.com/office/drawing/2014/main" id="{454515D7-C89E-432C-8AEB-82150EDFFFAA}"/>
              </a:ext>
            </a:extLst>
          </p:cNvPr>
          <p:cNvSpPr>
            <a:spLocks noGrp="1"/>
          </p:cNvSpPr>
          <p:nvPr/>
        </p:nvSpPr>
        <p:spPr>
          <a:xfrm>
            <a:off x="6543675" y="1466850"/>
            <a:ext cx="171450" cy="24765"/>
          </a:xfrm>
          <a:prstGeom prst="roundRect">
            <a:avLst>
              <a:gd name="adj" fmla="val 42308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010" name="矩形 1009">
            <a:extLst>
              <a:ext uri="{FF2B5EF4-FFF2-40B4-BE49-F238E27FC236}">
                <a16:creationId xmlns:a16="http://schemas.microsoft.com/office/drawing/2014/main" id="{5623C0F2-EABD-4199-AFD1-03D0DB4018D0}"/>
              </a:ext>
            </a:extLst>
          </p:cNvPr>
          <p:cNvSpPr>
            <a:spLocks noGrp="1"/>
          </p:cNvSpPr>
          <p:nvPr/>
        </p:nvSpPr>
        <p:spPr>
          <a:xfrm>
            <a:off x="1636668" y="2316113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350" b="1">
                <a:solidFill>
                  <a:srgbClr val="4285F4"/>
                </a:solidFill>
                <a:latin typeface="Space Grotesk"/>
                <a:ea typeface="Space Grotesk"/>
                <a:cs typeface="Space Grotesk"/>
              </a:defRPr>
            </a:pPr>
            <a:r>
              <a:rPr sz="4350" b="1" dirty="0">
                <a:solidFill>
                  <a:srgbClr val="4285F4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01</a:t>
            </a:r>
          </a:p>
        </p:txBody>
      </p:sp>
      <p:sp>
        <p:nvSpPr>
          <p:cNvPr id="1011" name="矩形 1010">
            <a:extLst>
              <a:ext uri="{FF2B5EF4-FFF2-40B4-BE49-F238E27FC236}">
                <a16:creationId xmlns:a16="http://schemas.microsoft.com/office/drawing/2014/main" id="{470711BE-61F3-41C5-BA45-DEBD1E982D7A}"/>
              </a:ext>
            </a:extLst>
          </p:cNvPr>
          <p:cNvSpPr>
            <a:spLocks noGrp="1"/>
          </p:cNvSpPr>
          <p:nvPr/>
        </p:nvSpPr>
        <p:spPr>
          <a:xfrm>
            <a:off x="1636668" y="3078113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012" name="矩形 1011">
            <a:extLst>
              <a:ext uri="{FF2B5EF4-FFF2-40B4-BE49-F238E27FC236}">
                <a16:creationId xmlns:a16="http://schemas.microsoft.com/office/drawing/2014/main" id="{24DB8FF3-BC28-42AA-B685-52DBD4982EF6}"/>
              </a:ext>
            </a:extLst>
          </p:cNvPr>
          <p:cNvSpPr>
            <a:spLocks noGrp="1"/>
          </p:cNvSpPr>
          <p:nvPr/>
        </p:nvSpPr>
        <p:spPr>
          <a:xfrm>
            <a:off x="1770018" y="3573413"/>
            <a:ext cx="120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Background and</a:t>
            </a:r>
          </a:p>
          <a:p>
            <a:pPr algn="ctr">
              <a:lnSpc>
                <a:spcPct val="125000"/>
              </a:lnSpc>
              <a:buNone/>
              <a:defRPr sz="120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Motivation</a:t>
            </a:r>
          </a:p>
        </p:txBody>
      </p:sp>
      <p:sp>
        <p:nvSpPr>
          <p:cNvPr id="1013" name="vertical-divider">
            <a:extLst>
              <a:ext uri="{FF2B5EF4-FFF2-40B4-BE49-F238E27FC236}">
                <a16:creationId xmlns:a16="http://schemas.microsoft.com/office/drawing/2014/main" id="{C156E0B2-DE5E-4A8E-BFE0-7D0FC5E217D5}"/>
              </a:ext>
            </a:extLst>
          </p:cNvPr>
          <p:cNvSpPr>
            <a:spLocks noGrp="1"/>
          </p:cNvSpPr>
          <p:nvPr/>
        </p:nvSpPr>
        <p:spPr>
          <a:xfrm>
            <a:off x="3303543" y="2535188"/>
            <a:ext cx="9525" cy="1514475"/>
          </a:xfrm>
          <a:custGeom>
            <a:avLst/>
            <a:gdLst/>
            <a:ahLst/>
            <a:cxnLst/>
            <a:rect l="0" t="0" r="0" b="0"/>
            <a:pathLst>
              <a:path w="9525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10478">
            <a:solidFill>
              <a:srgbClr val="D5D9E3">
                <a:alpha val="23000"/>
              </a:srgbClr>
            </a:solidFill>
            <a:prstDash val="solid"/>
          </a:ln>
        </p:spPr>
      </p:sp>
      <p:sp>
        <p:nvSpPr>
          <p:cNvPr id="1014" name="矩形 1013">
            <a:extLst>
              <a:ext uri="{FF2B5EF4-FFF2-40B4-BE49-F238E27FC236}">
                <a16:creationId xmlns:a16="http://schemas.microsoft.com/office/drawing/2014/main" id="{CDE18D0E-5DF8-4CCB-ABF9-F82503DD93A8}"/>
              </a:ext>
            </a:extLst>
          </p:cNvPr>
          <p:cNvSpPr>
            <a:spLocks noGrp="1"/>
          </p:cNvSpPr>
          <p:nvPr/>
        </p:nvSpPr>
        <p:spPr>
          <a:xfrm>
            <a:off x="3503568" y="2316113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350" b="1">
                <a:solidFill>
                  <a:srgbClr val="EA4335"/>
                </a:solidFill>
                <a:latin typeface="Space Grotesk"/>
                <a:ea typeface="Space Grotesk"/>
                <a:cs typeface="Space Grotesk"/>
              </a:defRPr>
            </a:pPr>
            <a:r>
              <a:rPr sz="4350" b="1">
                <a:solidFill>
                  <a:srgbClr val="EA4335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02</a:t>
            </a:r>
          </a:p>
        </p:txBody>
      </p:sp>
      <p:sp>
        <p:nvSpPr>
          <p:cNvPr id="1015" name="矩形 1014">
            <a:extLst>
              <a:ext uri="{FF2B5EF4-FFF2-40B4-BE49-F238E27FC236}">
                <a16:creationId xmlns:a16="http://schemas.microsoft.com/office/drawing/2014/main" id="{98E93331-0999-464A-801F-127E38103126}"/>
              </a:ext>
            </a:extLst>
          </p:cNvPr>
          <p:cNvSpPr>
            <a:spLocks noGrp="1"/>
          </p:cNvSpPr>
          <p:nvPr/>
        </p:nvSpPr>
        <p:spPr>
          <a:xfrm>
            <a:off x="3503568" y="3078113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Method</a:t>
            </a:r>
          </a:p>
        </p:txBody>
      </p:sp>
      <p:sp>
        <p:nvSpPr>
          <p:cNvPr id="1016" name="矩形 1015">
            <a:extLst>
              <a:ext uri="{FF2B5EF4-FFF2-40B4-BE49-F238E27FC236}">
                <a16:creationId xmlns:a16="http://schemas.microsoft.com/office/drawing/2014/main" id="{FB120C7A-7823-459E-AEEA-3256681213BD}"/>
              </a:ext>
            </a:extLst>
          </p:cNvPr>
          <p:cNvSpPr>
            <a:spLocks noGrp="1"/>
          </p:cNvSpPr>
          <p:nvPr/>
        </p:nvSpPr>
        <p:spPr>
          <a:xfrm>
            <a:off x="3636918" y="3573413"/>
            <a:ext cx="120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Approach and</a:t>
            </a:r>
          </a:p>
          <a:p>
            <a:pPr algn="ctr">
              <a:lnSpc>
                <a:spcPct val="125000"/>
              </a:lnSpc>
              <a:buNone/>
              <a:defRPr sz="120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Methods</a:t>
            </a:r>
          </a:p>
        </p:txBody>
      </p:sp>
      <p:sp>
        <p:nvSpPr>
          <p:cNvPr id="1017" name="vertical-divider">
            <a:extLst>
              <a:ext uri="{FF2B5EF4-FFF2-40B4-BE49-F238E27FC236}">
                <a16:creationId xmlns:a16="http://schemas.microsoft.com/office/drawing/2014/main" id="{B9F30455-C082-47EA-88B4-B3705C942560}"/>
              </a:ext>
            </a:extLst>
          </p:cNvPr>
          <p:cNvSpPr>
            <a:spLocks noGrp="1"/>
          </p:cNvSpPr>
          <p:nvPr/>
        </p:nvSpPr>
        <p:spPr>
          <a:xfrm>
            <a:off x="5170443" y="2535188"/>
            <a:ext cx="9525" cy="1514475"/>
          </a:xfrm>
          <a:custGeom>
            <a:avLst/>
            <a:gdLst/>
            <a:ahLst/>
            <a:cxnLst/>
            <a:rect l="0" t="0" r="0" b="0"/>
            <a:pathLst>
              <a:path w="9525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10478">
            <a:solidFill>
              <a:srgbClr val="D5D9E3">
                <a:alpha val="23000"/>
              </a:srgbClr>
            </a:solidFill>
            <a:prstDash val="solid"/>
          </a:ln>
        </p:spPr>
      </p:sp>
      <p:sp>
        <p:nvSpPr>
          <p:cNvPr id="1018" name="矩形 1017">
            <a:extLst>
              <a:ext uri="{FF2B5EF4-FFF2-40B4-BE49-F238E27FC236}">
                <a16:creationId xmlns:a16="http://schemas.microsoft.com/office/drawing/2014/main" id="{FBAC5763-D594-43FA-AC48-AEFFCB837DE6}"/>
              </a:ext>
            </a:extLst>
          </p:cNvPr>
          <p:cNvSpPr>
            <a:spLocks noGrp="1"/>
          </p:cNvSpPr>
          <p:nvPr/>
        </p:nvSpPr>
        <p:spPr>
          <a:xfrm>
            <a:off x="5370468" y="2316113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350" b="1">
                <a:solidFill>
                  <a:srgbClr val="FBBC05"/>
                </a:solidFill>
                <a:latin typeface="Space Grotesk"/>
                <a:ea typeface="Space Grotesk"/>
                <a:cs typeface="Space Grotesk"/>
              </a:defRPr>
            </a:pPr>
            <a:r>
              <a:rPr sz="4350" b="1">
                <a:solidFill>
                  <a:srgbClr val="FBBC05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03</a:t>
            </a:r>
          </a:p>
        </p:txBody>
      </p:sp>
      <p:sp>
        <p:nvSpPr>
          <p:cNvPr id="1019" name="矩形 1018">
            <a:extLst>
              <a:ext uri="{FF2B5EF4-FFF2-40B4-BE49-F238E27FC236}">
                <a16:creationId xmlns:a16="http://schemas.microsoft.com/office/drawing/2014/main" id="{ED1D9E2B-4FC7-4E61-A877-21D1A698D9BC}"/>
              </a:ext>
            </a:extLst>
          </p:cNvPr>
          <p:cNvSpPr>
            <a:spLocks noGrp="1"/>
          </p:cNvSpPr>
          <p:nvPr/>
        </p:nvSpPr>
        <p:spPr>
          <a:xfrm>
            <a:off x="5370468" y="3078113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Experiments</a:t>
            </a:r>
          </a:p>
        </p:txBody>
      </p:sp>
      <p:sp>
        <p:nvSpPr>
          <p:cNvPr id="1020" name="矩形 1019">
            <a:extLst>
              <a:ext uri="{FF2B5EF4-FFF2-40B4-BE49-F238E27FC236}">
                <a16:creationId xmlns:a16="http://schemas.microsoft.com/office/drawing/2014/main" id="{1AC46754-9072-47E9-87FD-FCAF08FF0960}"/>
              </a:ext>
            </a:extLst>
          </p:cNvPr>
          <p:cNvSpPr>
            <a:spLocks noGrp="1"/>
          </p:cNvSpPr>
          <p:nvPr/>
        </p:nvSpPr>
        <p:spPr>
          <a:xfrm>
            <a:off x="5503818" y="3573413"/>
            <a:ext cx="120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Results and</a:t>
            </a:r>
          </a:p>
          <a:p>
            <a:pPr algn="ctr">
              <a:lnSpc>
                <a:spcPct val="125000"/>
              </a:lnSpc>
              <a:buNone/>
              <a:defRPr sz="120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Analysis</a:t>
            </a:r>
          </a:p>
        </p:txBody>
      </p:sp>
      <p:sp>
        <p:nvSpPr>
          <p:cNvPr id="1021" name="vertical-divider">
            <a:extLst>
              <a:ext uri="{FF2B5EF4-FFF2-40B4-BE49-F238E27FC236}">
                <a16:creationId xmlns:a16="http://schemas.microsoft.com/office/drawing/2014/main" id="{294E4121-198F-489F-AC5E-A16AA096FD0E}"/>
              </a:ext>
            </a:extLst>
          </p:cNvPr>
          <p:cNvSpPr>
            <a:spLocks noGrp="1"/>
          </p:cNvSpPr>
          <p:nvPr/>
        </p:nvSpPr>
        <p:spPr>
          <a:xfrm>
            <a:off x="7037343" y="2535188"/>
            <a:ext cx="9525" cy="1514475"/>
          </a:xfrm>
          <a:custGeom>
            <a:avLst/>
            <a:gdLst/>
            <a:ahLst/>
            <a:cxnLst/>
            <a:rect l="0" t="0" r="0" b="0"/>
            <a:pathLst>
              <a:path w="9525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10478">
            <a:solidFill>
              <a:srgbClr val="D5D9E3">
                <a:alpha val="23000"/>
              </a:srgbClr>
            </a:solidFill>
            <a:prstDash val="solid"/>
          </a:ln>
        </p:spPr>
      </p:sp>
      <p:sp>
        <p:nvSpPr>
          <p:cNvPr id="1022" name="矩形 1021">
            <a:extLst>
              <a:ext uri="{FF2B5EF4-FFF2-40B4-BE49-F238E27FC236}">
                <a16:creationId xmlns:a16="http://schemas.microsoft.com/office/drawing/2014/main" id="{6B4619FF-87BF-4C60-A7E6-46464A1DC9E0}"/>
              </a:ext>
            </a:extLst>
          </p:cNvPr>
          <p:cNvSpPr>
            <a:spLocks noGrp="1"/>
          </p:cNvSpPr>
          <p:nvPr/>
        </p:nvSpPr>
        <p:spPr>
          <a:xfrm>
            <a:off x="7237368" y="2316113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350" b="1">
                <a:solidFill>
                  <a:srgbClr val="34A853"/>
                </a:solidFill>
                <a:latin typeface="Space Grotesk"/>
                <a:ea typeface="Space Grotesk"/>
                <a:cs typeface="Space Grotesk"/>
              </a:defRPr>
            </a:pPr>
            <a:r>
              <a:rPr sz="4350" b="1">
                <a:solidFill>
                  <a:srgbClr val="34A853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04</a:t>
            </a:r>
          </a:p>
        </p:txBody>
      </p:sp>
      <p:sp>
        <p:nvSpPr>
          <p:cNvPr id="1023" name="矩形 1022">
            <a:extLst>
              <a:ext uri="{FF2B5EF4-FFF2-40B4-BE49-F238E27FC236}">
                <a16:creationId xmlns:a16="http://schemas.microsoft.com/office/drawing/2014/main" id="{7E63898A-85B8-458F-91F3-D8861403CD5C}"/>
              </a:ext>
            </a:extLst>
          </p:cNvPr>
          <p:cNvSpPr>
            <a:spLocks noGrp="1"/>
          </p:cNvSpPr>
          <p:nvPr/>
        </p:nvSpPr>
        <p:spPr>
          <a:xfrm>
            <a:off x="7237368" y="3078113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Results</a:t>
            </a:r>
          </a:p>
        </p:txBody>
      </p:sp>
      <p:sp>
        <p:nvSpPr>
          <p:cNvPr id="1024" name="矩形 1023">
            <a:extLst>
              <a:ext uri="{FF2B5EF4-FFF2-40B4-BE49-F238E27FC236}">
                <a16:creationId xmlns:a16="http://schemas.microsoft.com/office/drawing/2014/main" id="{EB172815-E68C-4213-8539-7B06421620A3}"/>
              </a:ext>
            </a:extLst>
          </p:cNvPr>
          <p:cNvSpPr>
            <a:spLocks noGrp="1"/>
          </p:cNvSpPr>
          <p:nvPr/>
        </p:nvSpPr>
        <p:spPr>
          <a:xfrm>
            <a:off x="7370718" y="3573413"/>
            <a:ext cx="120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Key Findings and</a:t>
            </a:r>
          </a:p>
          <a:p>
            <a:pPr algn="ctr">
              <a:lnSpc>
                <a:spcPct val="125000"/>
              </a:lnSpc>
              <a:buNone/>
              <a:defRPr sz="120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Discussion</a:t>
            </a:r>
          </a:p>
        </p:txBody>
      </p:sp>
      <p:sp>
        <p:nvSpPr>
          <p:cNvPr id="1025" name="vertical-divider">
            <a:extLst>
              <a:ext uri="{FF2B5EF4-FFF2-40B4-BE49-F238E27FC236}">
                <a16:creationId xmlns:a16="http://schemas.microsoft.com/office/drawing/2014/main" id="{F079E67C-2299-4948-8D83-6B17F2448F10}"/>
              </a:ext>
            </a:extLst>
          </p:cNvPr>
          <p:cNvSpPr>
            <a:spLocks noGrp="1"/>
          </p:cNvSpPr>
          <p:nvPr/>
        </p:nvSpPr>
        <p:spPr>
          <a:xfrm>
            <a:off x="8904243" y="2535188"/>
            <a:ext cx="9525" cy="1514475"/>
          </a:xfrm>
          <a:custGeom>
            <a:avLst/>
            <a:gdLst/>
            <a:ahLst/>
            <a:cxnLst/>
            <a:rect l="0" t="0" r="0" b="0"/>
            <a:pathLst>
              <a:path w="9525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10478">
            <a:solidFill>
              <a:srgbClr val="D5D9E3">
                <a:alpha val="23000"/>
              </a:srgbClr>
            </a:solidFill>
            <a:prstDash val="solid"/>
          </a:ln>
        </p:spPr>
      </p:sp>
      <p:sp>
        <p:nvSpPr>
          <p:cNvPr id="1026" name="矩形 1025">
            <a:extLst>
              <a:ext uri="{FF2B5EF4-FFF2-40B4-BE49-F238E27FC236}">
                <a16:creationId xmlns:a16="http://schemas.microsoft.com/office/drawing/2014/main" id="{32278232-1EBE-474B-95E9-4935905DA603}"/>
              </a:ext>
            </a:extLst>
          </p:cNvPr>
          <p:cNvSpPr>
            <a:spLocks noGrp="1"/>
          </p:cNvSpPr>
          <p:nvPr/>
        </p:nvSpPr>
        <p:spPr>
          <a:xfrm>
            <a:off x="9104268" y="2316113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350" b="1">
                <a:solidFill>
                  <a:srgbClr val="583B95"/>
                </a:solidFill>
                <a:latin typeface="Space Grotesk"/>
                <a:ea typeface="Space Grotesk"/>
                <a:cs typeface="Space Grotesk"/>
              </a:defRPr>
            </a:pPr>
            <a:r>
              <a:rPr sz="4350" b="1">
                <a:solidFill>
                  <a:srgbClr val="583B95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05</a:t>
            </a:r>
          </a:p>
        </p:txBody>
      </p:sp>
      <p:sp>
        <p:nvSpPr>
          <p:cNvPr id="1027" name="矩形 1026">
            <a:extLst>
              <a:ext uri="{FF2B5EF4-FFF2-40B4-BE49-F238E27FC236}">
                <a16:creationId xmlns:a16="http://schemas.microsoft.com/office/drawing/2014/main" id="{F33986BE-2AA2-4A5E-926F-84F1EE6FC6A7}"/>
              </a:ext>
            </a:extLst>
          </p:cNvPr>
          <p:cNvSpPr>
            <a:spLocks noGrp="1"/>
          </p:cNvSpPr>
          <p:nvPr/>
        </p:nvSpPr>
        <p:spPr>
          <a:xfrm>
            <a:off x="9104268" y="3078113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1028" name="矩形 1027">
            <a:extLst>
              <a:ext uri="{FF2B5EF4-FFF2-40B4-BE49-F238E27FC236}">
                <a16:creationId xmlns:a16="http://schemas.microsoft.com/office/drawing/2014/main" id="{66501418-108F-45BE-85D4-1B675410F7C5}"/>
              </a:ext>
            </a:extLst>
          </p:cNvPr>
          <p:cNvSpPr>
            <a:spLocks noGrp="1"/>
          </p:cNvSpPr>
          <p:nvPr/>
        </p:nvSpPr>
        <p:spPr>
          <a:xfrm>
            <a:off x="9237618" y="3573413"/>
            <a:ext cx="120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Summary and</a:t>
            </a:r>
          </a:p>
          <a:p>
            <a:pPr algn="ctr">
              <a:lnSpc>
                <a:spcPct val="125000"/>
              </a:lnSpc>
              <a:buNone/>
              <a:defRPr sz="120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Future Work</a:t>
            </a:r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1893FDE0-0D03-427C-BA2A-5AB2229B5AF6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02</a:t>
            </a:r>
          </a:p>
        </p:txBody>
      </p:sp>
      <p:sp>
        <p:nvSpPr>
          <p:cNvPr id="1030" name="矩形 1029">
            <a:extLst>
              <a:ext uri="{FF2B5EF4-FFF2-40B4-BE49-F238E27FC236}">
                <a16:creationId xmlns:a16="http://schemas.microsoft.com/office/drawing/2014/main" id="{57B02245-461A-4B06-8D36-E1715ACEFFB5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63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97355701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deep-navy-background">
            <a:extLst>
              <a:ext uri="{FF2B5EF4-FFF2-40B4-BE49-F238E27FC236}">
                <a16:creationId xmlns:a16="http://schemas.microsoft.com/office/drawing/2014/main" id="{1B47B088-0B19-4D37-8680-4080B0BC88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01F"/>
              </a:gs>
              <a:gs pos="72000">
                <a:srgbClr val="081426"/>
              </a:gs>
              <a:gs pos="100000">
                <a:srgbClr val="020812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2" name="lumia-token-stream-curve">
            <a:extLst>
              <a:ext uri="{FF2B5EF4-FFF2-40B4-BE49-F238E27FC236}">
                <a16:creationId xmlns:a16="http://schemas.microsoft.com/office/drawing/2014/main" id="{457F5027-5365-4731-8371-7F908159DF5D}"/>
              </a:ext>
            </a:extLst>
          </p:cNvPr>
          <p:cNvSpPr>
            <a:spLocks noGrp="1"/>
          </p:cNvSpPr>
          <p:nvPr/>
        </p:nvSpPr>
        <p:spPr>
          <a:xfrm>
            <a:off x="0" y="4965871"/>
            <a:ext cx="160893" cy="64519"/>
          </a:xfrm>
          <a:custGeom>
            <a:avLst/>
            <a:gdLst/>
            <a:ahLst/>
            <a:cxnLst/>
            <a:rect l="0" t="0" r="0" b="0"/>
            <a:pathLst>
              <a:path w="160893" h="64519">
                <a:moveTo>
                  <a:pt x="0" y="0"/>
                </a:moveTo>
                <a:lnTo>
                  <a:pt x="160893" y="64519"/>
                </a:lnTo>
              </a:path>
            </a:pathLst>
          </a:custGeom>
          <a:noFill/>
          <a:ln w="3429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3" name="lumia-token-stream-curve">
            <a:extLst>
              <a:ext uri="{FF2B5EF4-FFF2-40B4-BE49-F238E27FC236}">
                <a16:creationId xmlns:a16="http://schemas.microsoft.com/office/drawing/2014/main" id="{CACACACF-7422-4A6D-A00E-44281D552300}"/>
              </a:ext>
            </a:extLst>
          </p:cNvPr>
          <p:cNvSpPr>
            <a:spLocks noGrp="1"/>
          </p:cNvSpPr>
          <p:nvPr/>
        </p:nvSpPr>
        <p:spPr>
          <a:xfrm>
            <a:off x="160893" y="5030390"/>
            <a:ext cx="190288" cy="60393"/>
          </a:xfrm>
          <a:custGeom>
            <a:avLst/>
            <a:gdLst/>
            <a:ahLst/>
            <a:cxnLst/>
            <a:rect l="0" t="0" r="0" b="0"/>
            <a:pathLst>
              <a:path w="190288" h="60393">
                <a:moveTo>
                  <a:pt x="0" y="0"/>
                </a:moveTo>
                <a:lnTo>
                  <a:pt x="190288" y="60393"/>
                </a:lnTo>
              </a:path>
            </a:pathLst>
          </a:custGeom>
          <a:noFill/>
          <a:ln w="3429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4" name="lumia-token-stream-curve">
            <a:extLst>
              <a:ext uri="{FF2B5EF4-FFF2-40B4-BE49-F238E27FC236}">
                <a16:creationId xmlns:a16="http://schemas.microsoft.com/office/drawing/2014/main" id="{12822E66-6925-4ACA-BCDF-D33B6F41C0F7}"/>
              </a:ext>
            </a:extLst>
          </p:cNvPr>
          <p:cNvSpPr>
            <a:spLocks noGrp="1"/>
          </p:cNvSpPr>
          <p:nvPr/>
        </p:nvSpPr>
        <p:spPr>
          <a:xfrm>
            <a:off x="351181" y="5090782"/>
            <a:ext cx="195350" cy="55414"/>
          </a:xfrm>
          <a:custGeom>
            <a:avLst/>
            <a:gdLst/>
            <a:ahLst/>
            <a:cxnLst/>
            <a:rect l="0" t="0" r="0" b="0"/>
            <a:pathLst>
              <a:path w="195350" h="55414">
                <a:moveTo>
                  <a:pt x="0" y="0"/>
                </a:moveTo>
                <a:lnTo>
                  <a:pt x="195350" y="55414"/>
                </a:lnTo>
              </a:path>
            </a:pathLst>
          </a:custGeom>
          <a:noFill/>
          <a:ln w="3429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5" name="lumia-token-stream-curve">
            <a:extLst>
              <a:ext uri="{FF2B5EF4-FFF2-40B4-BE49-F238E27FC236}">
                <a16:creationId xmlns:a16="http://schemas.microsoft.com/office/drawing/2014/main" id="{79CD6AC5-E8AB-424C-838D-0EA6E67E2F21}"/>
              </a:ext>
            </a:extLst>
          </p:cNvPr>
          <p:cNvSpPr>
            <a:spLocks noGrp="1"/>
          </p:cNvSpPr>
          <p:nvPr/>
        </p:nvSpPr>
        <p:spPr>
          <a:xfrm>
            <a:off x="546532" y="5146196"/>
            <a:ext cx="200304" cy="49553"/>
          </a:xfrm>
          <a:custGeom>
            <a:avLst/>
            <a:gdLst/>
            <a:ahLst/>
            <a:cxnLst/>
            <a:rect l="0" t="0" r="0" b="0"/>
            <a:pathLst>
              <a:path w="200304" h="49553">
                <a:moveTo>
                  <a:pt x="0" y="0"/>
                </a:moveTo>
                <a:lnTo>
                  <a:pt x="200304" y="49553"/>
                </a:lnTo>
              </a:path>
            </a:pathLst>
          </a:custGeom>
          <a:noFill/>
          <a:ln w="3429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6" name="lumia-token-stream-curve">
            <a:extLst>
              <a:ext uri="{FF2B5EF4-FFF2-40B4-BE49-F238E27FC236}">
                <a16:creationId xmlns:a16="http://schemas.microsoft.com/office/drawing/2014/main" id="{DA367932-FF39-4AA2-94AC-5E57B234728C}"/>
              </a:ext>
            </a:extLst>
          </p:cNvPr>
          <p:cNvSpPr>
            <a:spLocks noGrp="1"/>
          </p:cNvSpPr>
          <p:nvPr/>
        </p:nvSpPr>
        <p:spPr>
          <a:xfrm>
            <a:off x="746836" y="5195749"/>
            <a:ext cx="205149" cy="42851"/>
          </a:xfrm>
          <a:custGeom>
            <a:avLst/>
            <a:gdLst/>
            <a:ahLst/>
            <a:cxnLst/>
            <a:rect l="0" t="0" r="0" b="0"/>
            <a:pathLst>
              <a:path w="205149" h="42851">
                <a:moveTo>
                  <a:pt x="0" y="0"/>
                </a:moveTo>
                <a:lnTo>
                  <a:pt x="205149" y="42851"/>
                </a:lnTo>
              </a:path>
            </a:pathLst>
          </a:custGeom>
          <a:noFill/>
          <a:ln w="3429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7" name="lumia-token-stream-curve">
            <a:extLst>
              <a:ext uri="{FF2B5EF4-FFF2-40B4-BE49-F238E27FC236}">
                <a16:creationId xmlns:a16="http://schemas.microsoft.com/office/drawing/2014/main" id="{DB5A03ED-9F51-4391-A4B3-88B71EFCBE2D}"/>
              </a:ext>
            </a:extLst>
          </p:cNvPr>
          <p:cNvSpPr>
            <a:spLocks noGrp="1"/>
          </p:cNvSpPr>
          <p:nvPr/>
        </p:nvSpPr>
        <p:spPr>
          <a:xfrm>
            <a:off x="951984" y="5238600"/>
            <a:ext cx="209885" cy="35425"/>
          </a:xfrm>
          <a:custGeom>
            <a:avLst/>
            <a:gdLst/>
            <a:ahLst/>
            <a:cxnLst/>
            <a:rect l="0" t="0" r="0" b="0"/>
            <a:pathLst>
              <a:path w="209885" h="35425">
                <a:moveTo>
                  <a:pt x="0" y="0"/>
                </a:moveTo>
                <a:lnTo>
                  <a:pt x="209885" y="35425"/>
                </a:lnTo>
              </a:path>
            </a:pathLst>
          </a:custGeom>
          <a:noFill/>
          <a:ln w="3429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8" name="lumia-token-stream-curve">
            <a:extLst>
              <a:ext uri="{FF2B5EF4-FFF2-40B4-BE49-F238E27FC236}">
                <a16:creationId xmlns:a16="http://schemas.microsoft.com/office/drawing/2014/main" id="{04850FAE-D73F-409B-B932-D3A10181AC04}"/>
              </a:ext>
            </a:extLst>
          </p:cNvPr>
          <p:cNvSpPr>
            <a:spLocks noGrp="1"/>
          </p:cNvSpPr>
          <p:nvPr/>
        </p:nvSpPr>
        <p:spPr>
          <a:xfrm>
            <a:off x="1161869" y="5274025"/>
            <a:ext cx="214512" cy="27474"/>
          </a:xfrm>
          <a:custGeom>
            <a:avLst/>
            <a:gdLst/>
            <a:ahLst/>
            <a:cxnLst/>
            <a:rect l="0" t="0" r="0" b="0"/>
            <a:pathLst>
              <a:path w="214512" h="27474">
                <a:moveTo>
                  <a:pt x="0" y="0"/>
                </a:moveTo>
                <a:lnTo>
                  <a:pt x="214512" y="27474"/>
                </a:lnTo>
              </a:path>
            </a:pathLst>
          </a:custGeom>
          <a:noFill/>
          <a:ln w="3429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9" name="lumia-token-stream-curve">
            <a:extLst>
              <a:ext uri="{FF2B5EF4-FFF2-40B4-BE49-F238E27FC236}">
                <a16:creationId xmlns:a16="http://schemas.microsoft.com/office/drawing/2014/main" id="{FBE77711-70C8-48CF-89F0-E9B75C2EE736}"/>
              </a:ext>
            </a:extLst>
          </p:cNvPr>
          <p:cNvSpPr>
            <a:spLocks noGrp="1"/>
          </p:cNvSpPr>
          <p:nvPr/>
        </p:nvSpPr>
        <p:spPr>
          <a:xfrm>
            <a:off x="1376381" y="5301498"/>
            <a:ext cx="219030" cy="19273"/>
          </a:xfrm>
          <a:custGeom>
            <a:avLst/>
            <a:gdLst/>
            <a:ahLst/>
            <a:cxnLst/>
            <a:rect l="0" t="0" r="0" b="0"/>
            <a:pathLst>
              <a:path w="219030" h="19273">
                <a:moveTo>
                  <a:pt x="0" y="0"/>
                </a:moveTo>
                <a:lnTo>
                  <a:pt x="219030" y="19273"/>
                </a:lnTo>
              </a:path>
            </a:pathLst>
          </a:custGeom>
          <a:noFill/>
          <a:ln w="3429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10" name="lumia-token-stream-curve">
            <a:extLst>
              <a:ext uri="{FF2B5EF4-FFF2-40B4-BE49-F238E27FC236}">
                <a16:creationId xmlns:a16="http://schemas.microsoft.com/office/drawing/2014/main" id="{E56FCD82-7DD4-4C70-AAB6-DB55ABB87B81}"/>
              </a:ext>
            </a:extLst>
          </p:cNvPr>
          <p:cNvSpPr>
            <a:spLocks noGrp="1"/>
          </p:cNvSpPr>
          <p:nvPr/>
        </p:nvSpPr>
        <p:spPr>
          <a:xfrm>
            <a:off x="1595412" y="5320772"/>
            <a:ext cx="223440" cy="11160"/>
          </a:xfrm>
          <a:custGeom>
            <a:avLst/>
            <a:gdLst/>
            <a:ahLst/>
            <a:cxnLst/>
            <a:rect l="0" t="0" r="0" b="0"/>
            <a:pathLst>
              <a:path w="223440" h="11160">
                <a:moveTo>
                  <a:pt x="0" y="0"/>
                </a:moveTo>
                <a:lnTo>
                  <a:pt x="223440" y="11160"/>
                </a:lnTo>
              </a:path>
            </a:pathLst>
          </a:custGeom>
          <a:noFill/>
          <a:ln w="3429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11" name="lumia-token-stream-curve">
            <a:extLst>
              <a:ext uri="{FF2B5EF4-FFF2-40B4-BE49-F238E27FC236}">
                <a16:creationId xmlns:a16="http://schemas.microsoft.com/office/drawing/2014/main" id="{41EFBFAC-08AD-4B34-AD92-CD8131D0D3A4}"/>
              </a:ext>
            </a:extLst>
          </p:cNvPr>
          <p:cNvSpPr>
            <a:spLocks noGrp="1"/>
          </p:cNvSpPr>
          <p:nvPr/>
        </p:nvSpPr>
        <p:spPr>
          <a:xfrm>
            <a:off x="1818852" y="5331932"/>
            <a:ext cx="227741" cy="9525"/>
          </a:xfrm>
          <a:custGeom>
            <a:avLst/>
            <a:gdLst/>
            <a:ahLst/>
            <a:cxnLst/>
            <a:rect l="0" t="0" r="0" b="0"/>
            <a:pathLst>
              <a:path w="227741" h="9525">
                <a:moveTo>
                  <a:pt x="0" y="0"/>
                </a:moveTo>
                <a:lnTo>
                  <a:pt x="227741" y="3506"/>
                </a:lnTo>
              </a:path>
            </a:pathLst>
          </a:custGeom>
          <a:noFill/>
          <a:ln w="3429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12" name="lumia-token-stream-curve">
            <a:extLst>
              <a:ext uri="{FF2B5EF4-FFF2-40B4-BE49-F238E27FC236}">
                <a16:creationId xmlns:a16="http://schemas.microsoft.com/office/drawing/2014/main" id="{A9EA0FFF-B5C1-4F99-84E7-ADADE1D8FBD1}"/>
              </a:ext>
            </a:extLst>
          </p:cNvPr>
          <p:cNvSpPr>
            <a:spLocks noGrp="1"/>
          </p:cNvSpPr>
          <p:nvPr/>
        </p:nvSpPr>
        <p:spPr>
          <a:xfrm>
            <a:off x="2046593" y="5332124"/>
            <a:ext cx="231933" cy="9525"/>
          </a:xfrm>
          <a:custGeom>
            <a:avLst/>
            <a:gdLst/>
            <a:ahLst/>
            <a:cxnLst/>
            <a:rect l="0" t="0" r="0" b="0"/>
            <a:pathLst>
              <a:path w="231933" h="9525">
                <a:moveTo>
                  <a:pt x="0" y="3313"/>
                </a:moveTo>
                <a:lnTo>
                  <a:pt x="231933" y="0"/>
                </a:lnTo>
              </a:path>
            </a:pathLst>
          </a:custGeom>
          <a:noFill/>
          <a:ln w="3429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13" name="lumia-token-stream-curve">
            <a:extLst>
              <a:ext uri="{FF2B5EF4-FFF2-40B4-BE49-F238E27FC236}">
                <a16:creationId xmlns:a16="http://schemas.microsoft.com/office/drawing/2014/main" id="{F8051198-9137-4873-9730-73A20489D037}"/>
              </a:ext>
            </a:extLst>
          </p:cNvPr>
          <p:cNvSpPr>
            <a:spLocks noGrp="1"/>
          </p:cNvSpPr>
          <p:nvPr/>
        </p:nvSpPr>
        <p:spPr>
          <a:xfrm>
            <a:off x="2278526" y="5323164"/>
            <a:ext cx="236017" cy="9525"/>
          </a:xfrm>
          <a:custGeom>
            <a:avLst/>
            <a:gdLst/>
            <a:ahLst/>
            <a:cxnLst/>
            <a:rect l="0" t="0" r="0" b="0"/>
            <a:pathLst>
              <a:path w="236017" h="9525">
                <a:moveTo>
                  <a:pt x="0" y="8960"/>
                </a:moveTo>
                <a:lnTo>
                  <a:pt x="236017" y="0"/>
                </a:lnTo>
              </a:path>
            </a:pathLst>
          </a:custGeom>
          <a:noFill/>
          <a:ln w="3429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14" name="lumia-token-stream-curve">
            <a:extLst>
              <a:ext uri="{FF2B5EF4-FFF2-40B4-BE49-F238E27FC236}">
                <a16:creationId xmlns:a16="http://schemas.microsoft.com/office/drawing/2014/main" id="{362BB1E1-1EAE-4674-8573-42F30DAB1920}"/>
              </a:ext>
            </a:extLst>
          </p:cNvPr>
          <p:cNvSpPr>
            <a:spLocks noGrp="1"/>
          </p:cNvSpPr>
          <p:nvPr/>
        </p:nvSpPr>
        <p:spPr>
          <a:xfrm>
            <a:off x="2514543" y="5309988"/>
            <a:ext cx="239991" cy="13176"/>
          </a:xfrm>
          <a:custGeom>
            <a:avLst/>
            <a:gdLst/>
            <a:ahLst/>
            <a:cxnLst/>
            <a:rect l="0" t="0" r="0" b="0"/>
            <a:pathLst>
              <a:path w="239991" h="13176">
                <a:moveTo>
                  <a:pt x="0" y="13176"/>
                </a:moveTo>
                <a:lnTo>
                  <a:pt x="239991" y="0"/>
                </a:lnTo>
              </a:path>
            </a:pathLst>
          </a:custGeom>
          <a:noFill/>
          <a:ln w="3429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15" name="lumia-token-stream-curve">
            <a:extLst>
              <a:ext uri="{FF2B5EF4-FFF2-40B4-BE49-F238E27FC236}">
                <a16:creationId xmlns:a16="http://schemas.microsoft.com/office/drawing/2014/main" id="{BB65C792-09B5-4A6A-A8DC-A9F73255D074}"/>
              </a:ext>
            </a:extLst>
          </p:cNvPr>
          <p:cNvSpPr>
            <a:spLocks noGrp="1"/>
          </p:cNvSpPr>
          <p:nvPr/>
        </p:nvSpPr>
        <p:spPr>
          <a:xfrm>
            <a:off x="2754534" y="5294163"/>
            <a:ext cx="243857" cy="15825"/>
          </a:xfrm>
          <a:custGeom>
            <a:avLst/>
            <a:gdLst/>
            <a:ahLst/>
            <a:cxnLst/>
            <a:rect l="0" t="0" r="0" b="0"/>
            <a:pathLst>
              <a:path w="243857" h="15825">
                <a:moveTo>
                  <a:pt x="0" y="15825"/>
                </a:moveTo>
                <a:lnTo>
                  <a:pt x="243857" y="0"/>
                </a:lnTo>
              </a:path>
            </a:pathLst>
          </a:custGeom>
          <a:noFill/>
          <a:ln w="3429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16" name="lumia-token-stream-curve">
            <a:extLst>
              <a:ext uri="{FF2B5EF4-FFF2-40B4-BE49-F238E27FC236}">
                <a16:creationId xmlns:a16="http://schemas.microsoft.com/office/drawing/2014/main" id="{51AE6FAB-31BB-4E51-B980-1492FB4C985F}"/>
              </a:ext>
            </a:extLst>
          </p:cNvPr>
          <p:cNvSpPr>
            <a:spLocks noGrp="1"/>
          </p:cNvSpPr>
          <p:nvPr/>
        </p:nvSpPr>
        <p:spPr>
          <a:xfrm>
            <a:off x="2998390" y="5277238"/>
            <a:ext cx="247614" cy="16925"/>
          </a:xfrm>
          <a:custGeom>
            <a:avLst/>
            <a:gdLst/>
            <a:ahLst/>
            <a:cxnLst/>
            <a:rect l="0" t="0" r="0" b="0"/>
            <a:pathLst>
              <a:path w="247614" h="16925">
                <a:moveTo>
                  <a:pt x="0" y="16925"/>
                </a:moveTo>
                <a:lnTo>
                  <a:pt x="247614" y="0"/>
                </a:lnTo>
              </a:path>
            </a:pathLst>
          </a:custGeom>
          <a:noFill/>
          <a:ln w="3429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17" name="lumia-token-stream-curve">
            <a:extLst>
              <a:ext uri="{FF2B5EF4-FFF2-40B4-BE49-F238E27FC236}">
                <a16:creationId xmlns:a16="http://schemas.microsoft.com/office/drawing/2014/main" id="{BA44CCA9-A4AC-49E4-A0C8-DAB4630899AC}"/>
              </a:ext>
            </a:extLst>
          </p:cNvPr>
          <p:cNvSpPr>
            <a:spLocks noGrp="1"/>
          </p:cNvSpPr>
          <p:nvPr/>
        </p:nvSpPr>
        <p:spPr>
          <a:xfrm>
            <a:off x="3246004" y="5260572"/>
            <a:ext cx="251262" cy="16666"/>
          </a:xfrm>
          <a:custGeom>
            <a:avLst/>
            <a:gdLst/>
            <a:ahLst/>
            <a:cxnLst/>
            <a:rect l="0" t="0" r="0" b="0"/>
            <a:pathLst>
              <a:path w="251262" h="16666">
                <a:moveTo>
                  <a:pt x="0" y="16666"/>
                </a:moveTo>
                <a:lnTo>
                  <a:pt x="251262" y="0"/>
                </a:lnTo>
              </a:path>
            </a:pathLst>
          </a:custGeom>
          <a:noFill/>
          <a:ln w="3429">
            <a:solidFill>
              <a:srgbClr val="893E75">
                <a:alpha val="6000"/>
              </a:srgbClr>
            </a:solidFill>
            <a:prstDash val="solid"/>
          </a:ln>
        </p:spPr>
      </p:sp>
      <p:sp>
        <p:nvSpPr>
          <p:cNvPr id="18" name="lumia-token-stream-curve">
            <a:extLst>
              <a:ext uri="{FF2B5EF4-FFF2-40B4-BE49-F238E27FC236}">
                <a16:creationId xmlns:a16="http://schemas.microsoft.com/office/drawing/2014/main" id="{0AC1D07E-88B1-4C57-9FF6-4E9E9D650575}"/>
              </a:ext>
            </a:extLst>
          </p:cNvPr>
          <p:cNvSpPr>
            <a:spLocks noGrp="1"/>
          </p:cNvSpPr>
          <p:nvPr/>
        </p:nvSpPr>
        <p:spPr>
          <a:xfrm>
            <a:off x="3497266" y="5245160"/>
            <a:ext cx="254802" cy="15412"/>
          </a:xfrm>
          <a:custGeom>
            <a:avLst/>
            <a:gdLst/>
            <a:ahLst/>
            <a:cxnLst/>
            <a:rect l="0" t="0" r="0" b="0"/>
            <a:pathLst>
              <a:path w="254802" h="15412">
                <a:moveTo>
                  <a:pt x="0" y="15412"/>
                </a:moveTo>
                <a:lnTo>
                  <a:pt x="254802" y="0"/>
                </a:lnTo>
              </a:path>
            </a:pathLst>
          </a:custGeom>
          <a:noFill/>
          <a:ln w="3429">
            <a:solidFill>
              <a:srgbClr val="963E6C">
                <a:alpha val="6000"/>
              </a:srgbClr>
            </a:solidFill>
            <a:prstDash val="solid"/>
          </a:ln>
        </p:spPr>
      </p:sp>
      <p:sp>
        <p:nvSpPr>
          <p:cNvPr id="19" name="lumia-token-stream-curve">
            <a:extLst>
              <a:ext uri="{FF2B5EF4-FFF2-40B4-BE49-F238E27FC236}">
                <a16:creationId xmlns:a16="http://schemas.microsoft.com/office/drawing/2014/main" id="{922AA62E-ACBD-48E6-9D2E-A5BE1CFF01B4}"/>
              </a:ext>
            </a:extLst>
          </p:cNvPr>
          <p:cNvSpPr>
            <a:spLocks noGrp="1"/>
          </p:cNvSpPr>
          <p:nvPr/>
        </p:nvSpPr>
        <p:spPr>
          <a:xfrm>
            <a:off x="3752068" y="5231483"/>
            <a:ext cx="258232" cy="13677"/>
          </a:xfrm>
          <a:custGeom>
            <a:avLst/>
            <a:gdLst/>
            <a:ahLst/>
            <a:cxnLst/>
            <a:rect l="0" t="0" r="0" b="0"/>
            <a:pathLst>
              <a:path w="258232" h="13677">
                <a:moveTo>
                  <a:pt x="0" y="13677"/>
                </a:moveTo>
                <a:lnTo>
                  <a:pt x="258232" y="0"/>
                </a:lnTo>
              </a:path>
            </a:pathLst>
          </a:custGeom>
          <a:noFill/>
          <a:ln w="3440">
            <a:solidFill>
              <a:srgbClr val="A33F64">
                <a:alpha val="6000"/>
              </a:srgbClr>
            </a:solidFill>
            <a:prstDash val="solid"/>
          </a:ln>
        </p:spPr>
      </p:sp>
      <p:sp>
        <p:nvSpPr>
          <p:cNvPr id="20" name="lumia-token-stream-curve">
            <a:extLst>
              <a:ext uri="{FF2B5EF4-FFF2-40B4-BE49-F238E27FC236}">
                <a16:creationId xmlns:a16="http://schemas.microsoft.com/office/drawing/2014/main" id="{3088A036-CBD5-4794-AB23-280C66DD4A20}"/>
              </a:ext>
            </a:extLst>
          </p:cNvPr>
          <p:cNvSpPr>
            <a:spLocks noGrp="1"/>
          </p:cNvSpPr>
          <p:nvPr/>
        </p:nvSpPr>
        <p:spPr>
          <a:xfrm>
            <a:off x="4010300" y="5219401"/>
            <a:ext cx="261554" cy="12082"/>
          </a:xfrm>
          <a:custGeom>
            <a:avLst/>
            <a:gdLst/>
            <a:ahLst/>
            <a:cxnLst/>
            <a:rect l="0" t="0" r="0" b="0"/>
            <a:pathLst>
              <a:path w="261554" h="12082">
                <a:moveTo>
                  <a:pt x="0" y="12082"/>
                </a:moveTo>
                <a:lnTo>
                  <a:pt x="261554" y="0"/>
                </a:lnTo>
              </a:path>
            </a:pathLst>
          </a:custGeom>
          <a:noFill/>
          <a:ln w="3464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21" name="lumia-token-stream-curve">
            <a:extLst>
              <a:ext uri="{FF2B5EF4-FFF2-40B4-BE49-F238E27FC236}">
                <a16:creationId xmlns:a16="http://schemas.microsoft.com/office/drawing/2014/main" id="{C0EADA64-5CA7-44F3-A430-ACD205188788}"/>
              </a:ext>
            </a:extLst>
          </p:cNvPr>
          <p:cNvSpPr>
            <a:spLocks noGrp="1"/>
          </p:cNvSpPr>
          <p:nvPr/>
        </p:nvSpPr>
        <p:spPr>
          <a:xfrm>
            <a:off x="4271854" y="5208108"/>
            <a:ext cx="264767" cy="11293"/>
          </a:xfrm>
          <a:custGeom>
            <a:avLst/>
            <a:gdLst/>
            <a:ahLst/>
            <a:cxnLst/>
            <a:rect l="0" t="0" r="0" b="0"/>
            <a:pathLst>
              <a:path w="264767" h="11293">
                <a:moveTo>
                  <a:pt x="0" y="11293"/>
                </a:moveTo>
                <a:lnTo>
                  <a:pt x="264767" y="0"/>
                </a:lnTo>
              </a:path>
            </a:pathLst>
          </a:custGeom>
          <a:noFill/>
          <a:ln w="3500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22" name="lumia-token-stream-curve">
            <a:extLst>
              <a:ext uri="{FF2B5EF4-FFF2-40B4-BE49-F238E27FC236}">
                <a16:creationId xmlns:a16="http://schemas.microsoft.com/office/drawing/2014/main" id="{1582D317-38A6-4AAB-A515-5D8A849C6A95}"/>
              </a:ext>
            </a:extLst>
          </p:cNvPr>
          <p:cNvSpPr>
            <a:spLocks noGrp="1"/>
          </p:cNvSpPr>
          <p:nvPr/>
        </p:nvSpPr>
        <p:spPr>
          <a:xfrm>
            <a:off x="4536621" y="5196171"/>
            <a:ext cx="267871" cy="11937"/>
          </a:xfrm>
          <a:custGeom>
            <a:avLst/>
            <a:gdLst/>
            <a:ahLst/>
            <a:cxnLst/>
            <a:rect l="0" t="0" r="0" b="0"/>
            <a:pathLst>
              <a:path w="267871" h="11937">
                <a:moveTo>
                  <a:pt x="0" y="11937"/>
                </a:moveTo>
                <a:lnTo>
                  <a:pt x="267871" y="0"/>
                </a:lnTo>
              </a:path>
            </a:pathLst>
          </a:custGeom>
          <a:noFill/>
          <a:ln w="3547">
            <a:solidFill>
              <a:srgbClr val="CA414A">
                <a:alpha val="7000"/>
              </a:srgbClr>
            </a:solidFill>
            <a:prstDash val="solid"/>
          </a:ln>
        </p:spPr>
      </p:sp>
      <p:sp>
        <p:nvSpPr>
          <p:cNvPr id="23" name="lumia-token-stream-curve">
            <a:extLst>
              <a:ext uri="{FF2B5EF4-FFF2-40B4-BE49-F238E27FC236}">
                <a16:creationId xmlns:a16="http://schemas.microsoft.com/office/drawing/2014/main" id="{68BF268D-29FB-43E3-9E45-61AA9161A10C}"/>
              </a:ext>
            </a:extLst>
          </p:cNvPr>
          <p:cNvSpPr>
            <a:spLocks noGrp="1"/>
          </p:cNvSpPr>
          <p:nvPr/>
        </p:nvSpPr>
        <p:spPr>
          <a:xfrm>
            <a:off x="4804493" y="5181648"/>
            <a:ext cx="270867" cy="14522"/>
          </a:xfrm>
          <a:custGeom>
            <a:avLst/>
            <a:gdLst/>
            <a:ahLst/>
            <a:cxnLst/>
            <a:rect l="0" t="0" r="0" b="0"/>
            <a:pathLst>
              <a:path w="270867" h="14522">
                <a:moveTo>
                  <a:pt x="0" y="14522"/>
                </a:moveTo>
                <a:lnTo>
                  <a:pt x="270867" y="0"/>
                </a:lnTo>
              </a:path>
            </a:pathLst>
          </a:custGeom>
          <a:noFill/>
          <a:ln w="3604">
            <a:solidFill>
              <a:srgbClr val="D74242">
                <a:alpha val="7000"/>
              </a:srgbClr>
            </a:solidFill>
            <a:prstDash val="solid"/>
          </a:ln>
        </p:spPr>
      </p:sp>
      <p:sp>
        <p:nvSpPr>
          <p:cNvPr id="24" name="lumia-token-stream-curve">
            <a:extLst>
              <a:ext uri="{FF2B5EF4-FFF2-40B4-BE49-F238E27FC236}">
                <a16:creationId xmlns:a16="http://schemas.microsoft.com/office/drawing/2014/main" id="{17C11AED-F410-41F2-A190-D0FAAEC696CE}"/>
              </a:ext>
            </a:extLst>
          </p:cNvPr>
          <p:cNvSpPr>
            <a:spLocks noGrp="1"/>
          </p:cNvSpPr>
          <p:nvPr/>
        </p:nvSpPr>
        <p:spPr>
          <a:xfrm>
            <a:off x="5075360" y="5162290"/>
            <a:ext cx="273754" cy="19358"/>
          </a:xfrm>
          <a:custGeom>
            <a:avLst/>
            <a:gdLst/>
            <a:ahLst/>
            <a:cxnLst/>
            <a:rect l="0" t="0" r="0" b="0"/>
            <a:pathLst>
              <a:path w="273754" h="19358">
                <a:moveTo>
                  <a:pt x="0" y="19358"/>
                </a:moveTo>
                <a:lnTo>
                  <a:pt x="273754" y="0"/>
                </a:lnTo>
              </a:path>
            </a:pathLst>
          </a:custGeom>
          <a:noFill/>
          <a:ln w="3671">
            <a:solidFill>
              <a:srgbClr val="E44339">
                <a:alpha val="7000"/>
              </a:srgbClr>
            </a:solidFill>
            <a:prstDash val="solid"/>
          </a:ln>
        </p:spPr>
      </p:sp>
      <p:sp>
        <p:nvSpPr>
          <p:cNvPr id="25" name="lumia-token-stream-curve">
            <a:extLst>
              <a:ext uri="{FF2B5EF4-FFF2-40B4-BE49-F238E27FC236}">
                <a16:creationId xmlns:a16="http://schemas.microsoft.com/office/drawing/2014/main" id="{82EB832C-0CE0-4711-8B0A-F6A859A0974F}"/>
              </a:ext>
            </a:extLst>
          </p:cNvPr>
          <p:cNvSpPr>
            <a:spLocks noGrp="1"/>
          </p:cNvSpPr>
          <p:nvPr/>
        </p:nvSpPr>
        <p:spPr>
          <a:xfrm>
            <a:off x="5349114" y="5135794"/>
            <a:ext cx="276532" cy="26496"/>
          </a:xfrm>
          <a:custGeom>
            <a:avLst/>
            <a:gdLst/>
            <a:ahLst/>
            <a:cxnLst/>
            <a:rect l="0" t="0" r="0" b="0"/>
            <a:pathLst>
              <a:path w="276532" h="26496">
                <a:moveTo>
                  <a:pt x="0" y="26496"/>
                </a:moveTo>
                <a:lnTo>
                  <a:pt x="276532" y="0"/>
                </a:lnTo>
              </a:path>
            </a:pathLst>
          </a:custGeom>
          <a:noFill/>
          <a:ln w="3746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26" name="lumia-token-stream-curve">
            <a:extLst>
              <a:ext uri="{FF2B5EF4-FFF2-40B4-BE49-F238E27FC236}">
                <a16:creationId xmlns:a16="http://schemas.microsoft.com/office/drawing/2014/main" id="{3C3FB43D-CD2C-4065-B7C9-327FB8B320AE}"/>
              </a:ext>
            </a:extLst>
          </p:cNvPr>
          <p:cNvSpPr>
            <a:spLocks noGrp="1"/>
          </p:cNvSpPr>
          <p:nvPr/>
        </p:nvSpPr>
        <p:spPr>
          <a:xfrm>
            <a:off x="5625645" y="5100094"/>
            <a:ext cx="279201" cy="35700"/>
          </a:xfrm>
          <a:custGeom>
            <a:avLst/>
            <a:gdLst/>
            <a:ahLst/>
            <a:cxnLst/>
            <a:rect l="0" t="0" r="0" b="0"/>
            <a:pathLst>
              <a:path w="279201" h="35700">
                <a:moveTo>
                  <a:pt x="0" y="35700"/>
                </a:moveTo>
                <a:lnTo>
                  <a:pt x="279201" y="0"/>
                </a:lnTo>
              </a:path>
            </a:pathLst>
          </a:custGeom>
          <a:noFill/>
          <a:ln w="3828">
            <a:solidFill>
              <a:srgbClr val="EC532F">
                <a:alpha val="8000"/>
              </a:srgbClr>
            </a:solidFill>
            <a:prstDash val="solid"/>
          </a:ln>
        </p:spPr>
      </p:sp>
      <p:sp>
        <p:nvSpPr>
          <p:cNvPr id="27" name="lumia-token-stream-curve">
            <a:extLst>
              <a:ext uri="{FF2B5EF4-FFF2-40B4-BE49-F238E27FC236}">
                <a16:creationId xmlns:a16="http://schemas.microsoft.com/office/drawing/2014/main" id="{EAF40E62-BC1B-4E04-AA31-3C966ABED106}"/>
              </a:ext>
            </a:extLst>
          </p:cNvPr>
          <p:cNvSpPr>
            <a:spLocks noGrp="1"/>
          </p:cNvSpPr>
          <p:nvPr/>
        </p:nvSpPr>
        <p:spPr>
          <a:xfrm>
            <a:off x="5904846" y="5053644"/>
            <a:ext cx="281761" cy="46451"/>
          </a:xfrm>
          <a:custGeom>
            <a:avLst/>
            <a:gdLst/>
            <a:ahLst/>
            <a:cxnLst/>
            <a:rect l="0" t="0" r="0" b="0"/>
            <a:pathLst>
              <a:path w="281761" h="46451">
                <a:moveTo>
                  <a:pt x="0" y="46451"/>
                </a:moveTo>
                <a:lnTo>
                  <a:pt x="281761" y="0"/>
                </a:lnTo>
              </a:path>
            </a:pathLst>
          </a:custGeom>
          <a:noFill/>
          <a:ln w="3916">
            <a:solidFill>
              <a:srgbClr val="EE5E2A">
                <a:alpha val="8000"/>
              </a:srgbClr>
            </a:solidFill>
            <a:prstDash val="solid"/>
          </a:ln>
        </p:spPr>
      </p:sp>
      <p:sp>
        <p:nvSpPr>
          <p:cNvPr id="28" name="lumia-token-stream-curve">
            <a:extLst>
              <a:ext uri="{FF2B5EF4-FFF2-40B4-BE49-F238E27FC236}">
                <a16:creationId xmlns:a16="http://schemas.microsoft.com/office/drawing/2014/main" id="{9E939406-72FE-4A46-95EC-9045F6A7C307}"/>
              </a:ext>
            </a:extLst>
          </p:cNvPr>
          <p:cNvSpPr>
            <a:spLocks noGrp="1"/>
          </p:cNvSpPr>
          <p:nvPr/>
        </p:nvSpPr>
        <p:spPr>
          <a:xfrm>
            <a:off x="6186608" y="4995649"/>
            <a:ext cx="284213" cy="57994"/>
          </a:xfrm>
          <a:custGeom>
            <a:avLst/>
            <a:gdLst/>
            <a:ahLst/>
            <a:cxnLst/>
            <a:rect l="0" t="0" r="0" b="0"/>
            <a:pathLst>
              <a:path w="284213" h="57994">
                <a:moveTo>
                  <a:pt x="0" y="57994"/>
                </a:moveTo>
                <a:lnTo>
                  <a:pt x="284213" y="0"/>
                </a:lnTo>
              </a:path>
            </a:pathLst>
          </a:custGeom>
          <a:noFill/>
          <a:ln w="4010">
            <a:solidFill>
              <a:srgbClr val="EF6926">
                <a:alpha val="8000"/>
              </a:srgbClr>
            </a:solidFill>
            <a:prstDash val="solid"/>
          </a:ln>
        </p:spPr>
      </p:sp>
      <p:sp>
        <p:nvSpPr>
          <p:cNvPr id="29" name="lumia-token-stream-curve">
            <a:extLst>
              <a:ext uri="{FF2B5EF4-FFF2-40B4-BE49-F238E27FC236}">
                <a16:creationId xmlns:a16="http://schemas.microsoft.com/office/drawing/2014/main" id="{CFEED4F1-DD89-4184-9A16-E633F8ACDECC}"/>
              </a:ext>
            </a:extLst>
          </p:cNvPr>
          <p:cNvSpPr>
            <a:spLocks noGrp="1"/>
          </p:cNvSpPr>
          <p:nvPr/>
        </p:nvSpPr>
        <p:spPr>
          <a:xfrm>
            <a:off x="6470821" y="4926222"/>
            <a:ext cx="286556" cy="69427"/>
          </a:xfrm>
          <a:custGeom>
            <a:avLst/>
            <a:gdLst/>
            <a:ahLst/>
            <a:cxnLst/>
            <a:rect l="0" t="0" r="0" b="0"/>
            <a:pathLst>
              <a:path w="286556" h="69427">
                <a:moveTo>
                  <a:pt x="0" y="69427"/>
                </a:moveTo>
                <a:lnTo>
                  <a:pt x="286556" y="0"/>
                </a:lnTo>
              </a:path>
            </a:pathLst>
          </a:custGeom>
          <a:noFill/>
          <a:ln w="4108">
            <a:solidFill>
              <a:srgbClr val="F17322">
                <a:alpha val="9000"/>
              </a:srgbClr>
            </a:solidFill>
            <a:prstDash val="solid"/>
          </a:ln>
        </p:spPr>
      </p:sp>
      <p:sp>
        <p:nvSpPr>
          <p:cNvPr id="30" name="lumia-token-stream-curve">
            <a:extLst>
              <a:ext uri="{FF2B5EF4-FFF2-40B4-BE49-F238E27FC236}">
                <a16:creationId xmlns:a16="http://schemas.microsoft.com/office/drawing/2014/main" id="{5DACB8C3-8F97-43DB-B593-B67F197C7EB0}"/>
              </a:ext>
            </a:extLst>
          </p:cNvPr>
          <p:cNvSpPr>
            <a:spLocks noGrp="1"/>
          </p:cNvSpPr>
          <p:nvPr/>
        </p:nvSpPr>
        <p:spPr>
          <a:xfrm>
            <a:off x="6757377" y="4846413"/>
            <a:ext cx="288790" cy="79810"/>
          </a:xfrm>
          <a:custGeom>
            <a:avLst/>
            <a:gdLst/>
            <a:ahLst/>
            <a:cxnLst/>
            <a:rect l="0" t="0" r="0" b="0"/>
            <a:pathLst>
              <a:path w="288790" h="79810">
                <a:moveTo>
                  <a:pt x="0" y="79810"/>
                </a:moveTo>
                <a:lnTo>
                  <a:pt x="288790" y="0"/>
                </a:lnTo>
              </a:path>
            </a:pathLst>
          </a:custGeom>
          <a:noFill/>
          <a:ln w="4209">
            <a:solidFill>
              <a:srgbClr val="F27E1E">
                <a:alpha val="9000"/>
              </a:srgbClr>
            </a:solidFill>
            <a:prstDash val="solid"/>
          </a:ln>
        </p:spPr>
      </p:sp>
      <p:sp>
        <p:nvSpPr>
          <p:cNvPr id="31" name="lumia-token-stream-curve">
            <a:extLst>
              <a:ext uri="{FF2B5EF4-FFF2-40B4-BE49-F238E27FC236}">
                <a16:creationId xmlns:a16="http://schemas.microsoft.com/office/drawing/2014/main" id="{CB59C90A-B6BE-41AA-A35B-31882BA3674E}"/>
              </a:ext>
            </a:extLst>
          </p:cNvPr>
          <p:cNvSpPr>
            <a:spLocks noGrp="1"/>
          </p:cNvSpPr>
          <p:nvPr/>
        </p:nvSpPr>
        <p:spPr>
          <a:xfrm>
            <a:off x="7046167" y="4758113"/>
            <a:ext cx="290915" cy="88300"/>
          </a:xfrm>
          <a:custGeom>
            <a:avLst/>
            <a:gdLst/>
            <a:ahLst/>
            <a:cxnLst/>
            <a:rect l="0" t="0" r="0" b="0"/>
            <a:pathLst>
              <a:path w="290915" h="88300">
                <a:moveTo>
                  <a:pt x="0" y="88300"/>
                </a:moveTo>
                <a:lnTo>
                  <a:pt x="290915" y="0"/>
                </a:lnTo>
              </a:path>
            </a:pathLst>
          </a:custGeom>
          <a:noFill/>
          <a:ln w="4313">
            <a:solidFill>
              <a:srgbClr val="F48919">
                <a:alpha val="9000"/>
              </a:srgbClr>
            </a:solidFill>
            <a:prstDash val="solid"/>
          </a:ln>
        </p:spPr>
      </p:sp>
      <p:sp>
        <p:nvSpPr>
          <p:cNvPr id="32" name="lumia-token-stream-curve">
            <a:extLst>
              <a:ext uri="{FF2B5EF4-FFF2-40B4-BE49-F238E27FC236}">
                <a16:creationId xmlns:a16="http://schemas.microsoft.com/office/drawing/2014/main" id="{46154ECA-1DB4-4C14-AC6C-F38713DDBE28}"/>
              </a:ext>
            </a:extLst>
          </p:cNvPr>
          <p:cNvSpPr>
            <a:spLocks noGrp="1"/>
          </p:cNvSpPr>
          <p:nvPr/>
        </p:nvSpPr>
        <p:spPr>
          <a:xfrm>
            <a:off x="7337082" y="4663837"/>
            <a:ext cx="292932" cy="94275"/>
          </a:xfrm>
          <a:custGeom>
            <a:avLst/>
            <a:gdLst/>
            <a:ahLst/>
            <a:cxnLst/>
            <a:rect l="0" t="0" r="0" b="0"/>
            <a:pathLst>
              <a:path w="292932" h="94275">
                <a:moveTo>
                  <a:pt x="0" y="94275"/>
                </a:moveTo>
                <a:lnTo>
                  <a:pt x="292932" y="0"/>
                </a:lnTo>
              </a:path>
            </a:pathLst>
          </a:custGeom>
          <a:noFill/>
          <a:ln w="4418">
            <a:solidFill>
              <a:srgbClr val="F59415">
                <a:alpha val="10000"/>
              </a:srgbClr>
            </a:solidFill>
            <a:prstDash val="solid"/>
          </a:ln>
        </p:spPr>
      </p:sp>
      <p:sp>
        <p:nvSpPr>
          <p:cNvPr id="33" name="lumia-token-stream-curve">
            <a:extLst>
              <a:ext uri="{FF2B5EF4-FFF2-40B4-BE49-F238E27FC236}">
                <a16:creationId xmlns:a16="http://schemas.microsoft.com/office/drawing/2014/main" id="{4E8DEC41-89B3-4064-9CF7-447AB43723D7}"/>
              </a:ext>
            </a:extLst>
          </p:cNvPr>
          <p:cNvSpPr>
            <a:spLocks noGrp="1"/>
          </p:cNvSpPr>
          <p:nvPr/>
        </p:nvSpPr>
        <p:spPr>
          <a:xfrm>
            <a:off x="7630013" y="4566396"/>
            <a:ext cx="294839" cy="97441"/>
          </a:xfrm>
          <a:custGeom>
            <a:avLst/>
            <a:gdLst/>
            <a:ahLst/>
            <a:cxnLst/>
            <a:rect l="0" t="0" r="0" b="0"/>
            <a:pathLst>
              <a:path w="294839" h="97441">
                <a:moveTo>
                  <a:pt x="0" y="97441"/>
                </a:moveTo>
                <a:lnTo>
                  <a:pt x="294839" y="0"/>
                </a:lnTo>
              </a:path>
            </a:pathLst>
          </a:custGeom>
          <a:noFill/>
          <a:ln w="4524">
            <a:solidFill>
              <a:srgbClr val="F79E11">
                <a:alpha val="10000"/>
              </a:srgbClr>
            </a:solidFill>
            <a:prstDash val="solid"/>
          </a:ln>
        </p:spPr>
      </p:sp>
      <p:sp>
        <p:nvSpPr>
          <p:cNvPr id="34" name="lumia-token-stream-curve">
            <a:extLst>
              <a:ext uri="{FF2B5EF4-FFF2-40B4-BE49-F238E27FC236}">
                <a16:creationId xmlns:a16="http://schemas.microsoft.com/office/drawing/2014/main" id="{23606641-970A-480D-ACD7-224A716FB1ED}"/>
              </a:ext>
            </a:extLst>
          </p:cNvPr>
          <p:cNvSpPr>
            <a:spLocks noGrp="1"/>
          </p:cNvSpPr>
          <p:nvPr/>
        </p:nvSpPr>
        <p:spPr>
          <a:xfrm>
            <a:off x="7924853" y="4468506"/>
            <a:ext cx="296638" cy="97891"/>
          </a:xfrm>
          <a:custGeom>
            <a:avLst/>
            <a:gdLst/>
            <a:ahLst/>
            <a:cxnLst/>
            <a:rect l="0" t="0" r="0" b="0"/>
            <a:pathLst>
              <a:path w="296638" h="97891">
                <a:moveTo>
                  <a:pt x="0" y="97891"/>
                </a:moveTo>
                <a:lnTo>
                  <a:pt x="296638" y="0"/>
                </a:lnTo>
              </a:path>
            </a:pathLst>
          </a:custGeom>
          <a:noFill/>
          <a:ln w="4628">
            <a:solidFill>
              <a:srgbClr val="F8A90C">
                <a:alpha val="10000"/>
              </a:srgbClr>
            </a:solidFill>
            <a:prstDash val="solid"/>
          </a:ln>
        </p:spPr>
      </p:sp>
      <p:sp>
        <p:nvSpPr>
          <p:cNvPr id="35" name="lumia-token-stream-curve">
            <a:extLst>
              <a:ext uri="{FF2B5EF4-FFF2-40B4-BE49-F238E27FC236}">
                <a16:creationId xmlns:a16="http://schemas.microsoft.com/office/drawing/2014/main" id="{8BB6CD89-67B7-4ADB-ABE9-207419DD257B}"/>
              </a:ext>
            </a:extLst>
          </p:cNvPr>
          <p:cNvSpPr>
            <a:spLocks noGrp="1"/>
          </p:cNvSpPr>
          <p:nvPr/>
        </p:nvSpPr>
        <p:spPr>
          <a:xfrm>
            <a:off x="8221491" y="4372392"/>
            <a:ext cx="298329" cy="96113"/>
          </a:xfrm>
          <a:custGeom>
            <a:avLst/>
            <a:gdLst/>
            <a:ahLst/>
            <a:cxnLst/>
            <a:rect l="0" t="0" r="0" b="0"/>
            <a:pathLst>
              <a:path w="298329" h="96113">
                <a:moveTo>
                  <a:pt x="0" y="96113"/>
                </a:moveTo>
                <a:lnTo>
                  <a:pt x="298329" y="0"/>
                </a:lnTo>
              </a:path>
            </a:pathLst>
          </a:custGeom>
          <a:noFill/>
          <a:ln w="4732">
            <a:solidFill>
              <a:srgbClr val="FAB408">
                <a:alpha val="10000"/>
              </a:srgbClr>
            </a:solidFill>
            <a:prstDash val="solid"/>
          </a:ln>
        </p:spPr>
      </p:sp>
      <p:sp>
        <p:nvSpPr>
          <p:cNvPr id="36" name="lumia-token-stream-curve">
            <a:extLst>
              <a:ext uri="{FF2B5EF4-FFF2-40B4-BE49-F238E27FC236}">
                <a16:creationId xmlns:a16="http://schemas.microsoft.com/office/drawing/2014/main" id="{0B104AF9-38BA-47B6-A057-4253823AAC08}"/>
              </a:ext>
            </a:extLst>
          </p:cNvPr>
          <p:cNvSpPr>
            <a:spLocks noGrp="1"/>
          </p:cNvSpPr>
          <p:nvPr/>
        </p:nvSpPr>
        <p:spPr>
          <a:xfrm>
            <a:off x="8519820" y="4279447"/>
            <a:ext cx="299910" cy="92945"/>
          </a:xfrm>
          <a:custGeom>
            <a:avLst/>
            <a:gdLst/>
            <a:ahLst/>
            <a:cxnLst/>
            <a:rect l="0" t="0" r="0" b="0"/>
            <a:pathLst>
              <a:path w="299910" h="92945">
                <a:moveTo>
                  <a:pt x="0" y="92945"/>
                </a:moveTo>
                <a:lnTo>
                  <a:pt x="299910" y="0"/>
                </a:lnTo>
              </a:path>
            </a:pathLst>
          </a:custGeom>
          <a:noFill/>
          <a:ln w="4832">
            <a:solidFill>
              <a:srgbClr val="F7BC07">
                <a:alpha val="11000"/>
              </a:srgbClr>
            </a:solidFill>
            <a:prstDash val="solid"/>
          </a:ln>
        </p:spPr>
      </p:sp>
      <p:sp>
        <p:nvSpPr>
          <p:cNvPr id="37" name="lumia-token-stream-curve">
            <a:extLst>
              <a:ext uri="{FF2B5EF4-FFF2-40B4-BE49-F238E27FC236}">
                <a16:creationId xmlns:a16="http://schemas.microsoft.com/office/drawing/2014/main" id="{D1D3A788-D803-41F8-8E97-92784B3FE9A9}"/>
              </a:ext>
            </a:extLst>
          </p:cNvPr>
          <p:cNvSpPr>
            <a:spLocks noGrp="1"/>
          </p:cNvSpPr>
          <p:nvPr/>
        </p:nvSpPr>
        <p:spPr>
          <a:xfrm>
            <a:off x="8819730" y="4189988"/>
            <a:ext cx="301383" cy="89459"/>
          </a:xfrm>
          <a:custGeom>
            <a:avLst/>
            <a:gdLst/>
            <a:ahLst/>
            <a:cxnLst/>
            <a:rect l="0" t="0" r="0" b="0"/>
            <a:pathLst>
              <a:path w="301383" h="89459">
                <a:moveTo>
                  <a:pt x="0" y="89459"/>
                </a:moveTo>
                <a:lnTo>
                  <a:pt x="301383" y="0"/>
                </a:lnTo>
              </a:path>
            </a:pathLst>
          </a:custGeom>
          <a:noFill/>
          <a:ln w="4929">
            <a:solidFill>
              <a:srgbClr val="E5BA0E">
                <a:alpha val="11000"/>
              </a:srgbClr>
            </a:solidFill>
            <a:prstDash val="solid"/>
          </a:ln>
        </p:spPr>
      </p:sp>
      <p:sp>
        <p:nvSpPr>
          <p:cNvPr id="38" name="lumia-token-stream-curve">
            <a:extLst>
              <a:ext uri="{FF2B5EF4-FFF2-40B4-BE49-F238E27FC236}">
                <a16:creationId xmlns:a16="http://schemas.microsoft.com/office/drawing/2014/main" id="{6F1DDB7E-26FE-4A2A-A58A-711352DA279C}"/>
              </a:ext>
            </a:extLst>
          </p:cNvPr>
          <p:cNvSpPr>
            <a:spLocks noGrp="1"/>
          </p:cNvSpPr>
          <p:nvPr/>
        </p:nvSpPr>
        <p:spPr>
          <a:xfrm>
            <a:off x="9121112" y="4103172"/>
            <a:ext cx="302746" cy="86816"/>
          </a:xfrm>
          <a:custGeom>
            <a:avLst/>
            <a:gdLst/>
            <a:ahLst/>
            <a:cxnLst/>
            <a:rect l="0" t="0" r="0" b="0"/>
            <a:pathLst>
              <a:path w="302746" h="86816">
                <a:moveTo>
                  <a:pt x="0" y="86816"/>
                </a:moveTo>
                <a:lnTo>
                  <a:pt x="302746" y="0"/>
                </a:lnTo>
              </a:path>
            </a:pathLst>
          </a:custGeom>
          <a:noFill/>
          <a:ln w="5022">
            <a:solidFill>
              <a:srgbClr val="D3B815">
                <a:alpha val="11000"/>
              </a:srgbClr>
            </a:solidFill>
            <a:prstDash val="solid"/>
          </a:ln>
        </p:spPr>
      </p:sp>
      <p:sp>
        <p:nvSpPr>
          <p:cNvPr id="39" name="lumia-token-stream-curve">
            <a:extLst>
              <a:ext uri="{FF2B5EF4-FFF2-40B4-BE49-F238E27FC236}">
                <a16:creationId xmlns:a16="http://schemas.microsoft.com/office/drawing/2014/main" id="{D622AAC0-1A1F-47AC-9121-A7BA0F3EF225}"/>
              </a:ext>
            </a:extLst>
          </p:cNvPr>
          <p:cNvSpPr>
            <a:spLocks noGrp="1"/>
          </p:cNvSpPr>
          <p:nvPr/>
        </p:nvSpPr>
        <p:spPr>
          <a:xfrm>
            <a:off x="9423859" y="4017078"/>
            <a:ext cx="304001" cy="86094"/>
          </a:xfrm>
          <a:custGeom>
            <a:avLst/>
            <a:gdLst/>
            <a:ahLst/>
            <a:cxnLst/>
            <a:rect l="0" t="0" r="0" b="0"/>
            <a:pathLst>
              <a:path w="304001" h="86094">
                <a:moveTo>
                  <a:pt x="0" y="86094"/>
                </a:moveTo>
                <a:lnTo>
                  <a:pt x="304001" y="0"/>
                </a:lnTo>
              </a:path>
            </a:pathLst>
          </a:custGeom>
          <a:noFill/>
          <a:ln w="5109">
            <a:solidFill>
              <a:srgbClr val="C2B61C">
                <a:alpha val="11000"/>
              </a:srgbClr>
            </a:solidFill>
            <a:prstDash val="solid"/>
          </a:ln>
        </p:spPr>
      </p:sp>
      <p:sp>
        <p:nvSpPr>
          <p:cNvPr id="40" name="lumia-token-stream-curve">
            <a:extLst>
              <a:ext uri="{FF2B5EF4-FFF2-40B4-BE49-F238E27FC236}">
                <a16:creationId xmlns:a16="http://schemas.microsoft.com/office/drawing/2014/main" id="{D46FD404-C123-42F0-B7DA-2DF782B43654}"/>
              </a:ext>
            </a:extLst>
          </p:cNvPr>
          <p:cNvSpPr>
            <a:spLocks noGrp="1"/>
          </p:cNvSpPr>
          <p:nvPr/>
        </p:nvSpPr>
        <p:spPr>
          <a:xfrm>
            <a:off x="9727860" y="3928962"/>
            <a:ext cx="305148" cy="88116"/>
          </a:xfrm>
          <a:custGeom>
            <a:avLst/>
            <a:gdLst/>
            <a:ahLst/>
            <a:cxnLst/>
            <a:rect l="0" t="0" r="0" b="0"/>
            <a:pathLst>
              <a:path w="305148" h="88116">
                <a:moveTo>
                  <a:pt x="0" y="88116"/>
                </a:moveTo>
                <a:lnTo>
                  <a:pt x="305148" y="0"/>
                </a:lnTo>
              </a:path>
            </a:pathLst>
          </a:custGeom>
          <a:noFill/>
          <a:ln w="5189">
            <a:solidFill>
              <a:srgbClr val="B0B422">
                <a:alpha val="11000"/>
              </a:srgbClr>
            </a:solidFill>
            <a:prstDash val="solid"/>
          </a:ln>
        </p:spPr>
      </p:sp>
      <p:sp>
        <p:nvSpPr>
          <p:cNvPr id="41" name="lumia-token-stream-curve">
            <a:extLst>
              <a:ext uri="{FF2B5EF4-FFF2-40B4-BE49-F238E27FC236}">
                <a16:creationId xmlns:a16="http://schemas.microsoft.com/office/drawing/2014/main" id="{D3716298-CAB9-494B-85EF-C9070DBD953F}"/>
              </a:ext>
            </a:extLst>
          </p:cNvPr>
          <p:cNvSpPr>
            <a:spLocks noGrp="1"/>
          </p:cNvSpPr>
          <p:nvPr/>
        </p:nvSpPr>
        <p:spPr>
          <a:xfrm>
            <a:off x="10033008" y="3835640"/>
            <a:ext cx="306185" cy="93322"/>
          </a:xfrm>
          <a:custGeom>
            <a:avLst/>
            <a:gdLst/>
            <a:ahLst/>
            <a:cxnLst/>
            <a:rect l="0" t="0" r="0" b="0"/>
            <a:pathLst>
              <a:path w="306185" h="93322">
                <a:moveTo>
                  <a:pt x="0" y="93322"/>
                </a:moveTo>
                <a:lnTo>
                  <a:pt x="306185" y="0"/>
                </a:lnTo>
              </a:path>
            </a:pathLst>
          </a:custGeom>
          <a:noFill/>
          <a:ln w="5262">
            <a:solidFill>
              <a:srgbClr val="9EB329">
                <a:alpha val="12000"/>
              </a:srgbClr>
            </a:solidFill>
            <a:prstDash val="solid"/>
          </a:ln>
        </p:spPr>
      </p:sp>
      <p:sp>
        <p:nvSpPr>
          <p:cNvPr id="42" name="lumia-token-stream-curve">
            <a:extLst>
              <a:ext uri="{FF2B5EF4-FFF2-40B4-BE49-F238E27FC236}">
                <a16:creationId xmlns:a16="http://schemas.microsoft.com/office/drawing/2014/main" id="{CEB3B406-A8B3-48A7-8669-6653E591079C}"/>
              </a:ext>
            </a:extLst>
          </p:cNvPr>
          <p:cNvSpPr>
            <a:spLocks noGrp="1"/>
          </p:cNvSpPr>
          <p:nvPr/>
        </p:nvSpPr>
        <p:spPr>
          <a:xfrm>
            <a:off x="10339193" y="3733958"/>
            <a:ext cx="307114" cy="101682"/>
          </a:xfrm>
          <a:custGeom>
            <a:avLst/>
            <a:gdLst/>
            <a:ahLst/>
            <a:cxnLst/>
            <a:rect l="0" t="0" r="0" b="0"/>
            <a:pathLst>
              <a:path w="307114" h="101682">
                <a:moveTo>
                  <a:pt x="0" y="101682"/>
                </a:moveTo>
                <a:lnTo>
                  <a:pt x="307114" y="0"/>
                </a:lnTo>
              </a:path>
            </a:pathLst>
          </a:custGeom>
          <a:noFill/>
          <a:ln w="5327">
            <a:solidFill>
              <a:srgbClr val="8CB130">
                <a:alpha val="12000"/>
              </a:srgbClr>
            </a:solidFill>
            <a:prstDash val="solid"/>
          </a:ln>
        </p:spPr>
      </p:sp>
      <p:sp>
        <p:nvSpPr>
          <p:cNvPr id="43" name="lumia-token-stream-curve">
            <a:extLst>
              <a:ext uri="{FF2B5EF4-FFF2-40B4-BE49-F238E27FC236}">
                <a16:creationId xmlns:a16="http://schemas.microsoft.com/office/drawing/2014/main" id="{2EFD8C5F-CC4D-40FD-9179-DE42CD3B669F}"/>
              </a:ext>
            </a:extLst>
          </p:cNvPr>
          <p:cNvSpPr>
            <a:spLocks noGrp="1"/>
          </p:cNvSpPr>
          <p:nvPr/>
        </p:nvSpPr>
        <p:spPr>
          <a:xfrm>
            <a:off x="10646307" y="3621266"/>
            <a:ext cx="307934" cy="112691"/>
          </a:xfrm>
          <a:custGeom>
            <a:avLst/>
            <a:gdLst/>
            <a:ahLst/>
            <a:cxnLst/>
            <a:rect l="0" t="0" r="0" b="0"/>
            <a:pathLst>
              <a:path w="307934" h="112691">
                <a:moveTo>
                  <a:pt x="0" y="112691"/>
                </a:moveTo>
                <a:lnTo>
                  <a:pt x="307934" y="0"/>
                </a:lnTo>
              </a:path>
            </a:pathLst>
          </a:custGeom>
          <a:noFill/>
          <a:ln w="5381">
            <a:solidFill>
              <a:srgbClr val="7BAF37">
                <a:alpha val="12000"/>
              </a:srgbClr>
            </a:solidFill>
            <a:prstDash val="solid"/>
          </a:ln>
        </p:spPr>
      </p:sp>
      <p:sp>
        <p:nvSpPr>
          <p:cNvPr id="44" name="lumia-token-stream-curve">
            <a:extLst>
              <a:ext uri="{FF2B5EF4-FFF2-40B4-BE49-F238E27FC236}">
                <a16:creationId xmlns:a16="http://schemas.microsoft.com/office/drawing/2014/main" id="{5FC7342D-0054-417F-8859-C5F460B919ED}"/>
              </a:ext>
            </a:extLst>
          </p:cNvPr>
          <p:cNvSpPr>
            <a:spLocks noGrp="1"/>
          </p:cNvSpPr>
          <p:nvPr/>
        </p:nvSpPr>
        <p:spPr>
          <a:xfrm>
            <a:off x="10954241" y="3495831"/>
            <a:ext cx="308645" cy="125435"/>
          </a:xfrm>
          <a:custGeom>
            <a:avLst/>
            <a:gdLst/>
            <a:ahLst/>
            <a:cxnLst/>
            <a:rect l="0" t="0" r="0" b="0"/>
            <a:pathLst>
              <a:path w="308645" h="125435">
                <a:moveTo>
                  <a:pt x="0" y="125435"/>
                </a:moveTo>
                <a:lnTo>
                  <a:pt x="308645" y="0"/>
                </a:lnTo>
              </a:path>
            </a:pathLst>
          </a:custGeom>
          <a:noFill/>
          <a:ln w="5426">
            <a:solidFill>
              <a:srgbClr val="69AD3E">
                <a:alpha val="12000"/>
              </a:srgbClr>
            </a:solidFill>
            <a:prstDash val="solid"/>
          </a:ln>
        </p:spPr>
      </p:sp>
      <p:sp>
        <p:nvSpPr>
          <p:cNvPr id="45" name="lumia-token-stream-curve">
            <a:extLst>
              <a:ext uri="{FF2B5EF4-FFF2-40B4-BE49-F238E27FC236}">
                <a16:creationId xmlns:a16="http://schemas.microsoft.com/office/drawing/2014/main" id="{FE44B71B-4FE4-4EED-A851-0846FFE2490B}"/>
              </a:ext>
            </a:extLst>
          </p:cNvPr>
          <p:cNvSpPr>
            <a:spLocks noGrp="1"/>
          </p:cNvSpPr>
          <p:nvPr/>
        </p:nvSpPr>
        <p:spPr>
          <a:xfrm>
            <a:off x="11262886" y="3357112"/>
            <a:ext cx="309247" cy="138720"/>
          </a:xfrm>
          <a:custGeom>
            <a:avLst/>
            <a:gdLst/>
            <a:ahLst/>
            <a:cxnLst/>
            <a:rect l="0" t="0" r="0" b="0"/>
            <a:pathLst>
              <a:path w="309247" h="138720">
                <a:moveTo>
                  <a:pt x="0" y="138720"/>
                </a:moveTo>
                <a:lnTo>
                  <a:pt x="309247" y="0"/>
                </a:lnTo>
              </a:path>
            </a:pathLst>
          </a:custGeom>
          <a:noFill/>
          <a:ln w="5459">
            <a:solidFill>
              <a:srgbClr val="57AC45">
                <a:alpha val="12000"/>
              </a:srgbClr>
            </a:solidFill>
            <a:prstDash val="solid"/>
          </a:ln>
        </p:spPr>
      </p:sp>
      <p:sp>
        <p:nvSpPr>
          <p:cNvPr id="46" name="lumia-token-stream-curve">
            <a:extLst>
              <a:ext uri="{FF2B5EF4-FFF2-40B4-BE49-F238E27FC236}">
                <a16:creationId xmlns:a16="http://schemas.microsoft.com/office/drawing/2014/main" id="{E6F584AB-F362-4323-9E5D-FBB0FEC49C46}"/>
              </a:ext>
            </a:extLst>
          </p:cNvPr>
          <p:cNvSpPr>
            <a:spLocks noGrp="1"/>
          </p:cNvSpPr>
          <p:nvPr/>
        </p:nvSpPr>
        <p:spPr>
          <a:xfrm>
            <a:off x="11572133" y="3205857"/>
            <a:ext cx="309741" cy="151255"/>
          </a:xfrm>
          <a:custGeom>
            <a:avLst/>
            <a:gdLst/>
            <a:ahLst/>
            <a:cxnLst/>
            <a:rect l="0" t="0" r="0" b="0"/>
            <a:pathLst>
              <a:path w="309741" h="151255">
                <a:moveTo>
                  <a:pt x="0" y="151255"/>
                </a:moveTo>
                <a:lnTo>
                  <a:pt x="309741" y="0"/>
                </a:lnTo>
              </a:path>
            </a:pathLst>
          </a:custGeom>
          <a:noFill/>
          <a:ln w="5479">
            <a:solidFill>
              <a:srgbClr val="46AA4C">
                <a:alpha val="12000"/>
              </a:srgbClr>
            </a:solidFill>
            <a:prstDash val="solid"/>
          </a:ln>
        </p:spPr>
      </p:sp>
      <p:sp>
        <p:nvSpPr>
          <p:cNvPr id="47" name="lumia-token-stream-curve">
            <a:extLst>
              <a:ext uri="{FF2B5EF4-FFF2-40B4-BE49-F238E27FC236}">
                <a16:creationId xmlns:a16="http://schemas.microsoft.com/office/drawing/2014/main" id="{36DE1DB7-6C50-41EE-8C46-7B151583AE33}"/>
              </a:ext>
            </a:extLst>
          </p:cNvPr>
          <p:cNvSpPr>
            <a:spLocks noGrp="1"/>
          </p:cNvSpPr>
          <p:nvPr/>
        </p:nvSpPr>
        <p:spPr>
          <a:xfrm>
            <a:off x="11881874" y="3044002"/>
            <a:ext cx="310126" cy="161855"/>
          </a:xfrm>
          <a:custGeom>
            <a:avLst/>
            <a:gdLst/>
            <a:ahLst/>
            <a:cxnLst/>
            <a:rect l="0" t="0" r="0" b="0"/>
            <a:pathLst>
              <a:path w="310126" h="161855">
                <a:moveTo>
                  <a:pt x="0" y="161855"/>
                </a:moveTo>
                <a:lnTo>
                  <a:pt x="310126" y="0"/>
                </a:lnTo>
              </a:path>
            </a:pathLst>
          </a:custGeom>
          <a:noFill/>
          <a:ln w="5486">
            <a:solidFill>
              <a:srgbClr val="34A853">
                <a:alpha val="12000"/>
              </a:srgbClr>
            </a:solidFill>
            <a:prstDash val="solid"/>
          </a:ln>
        </p:spPr>
      </p:sp>
      <p:sp>
        <p:nvSpPr>
          <p:cNvPr id="48" name="lumia-token-stream-curve">
            <a:extLst>
              <a:ext uri="{FF2B5EF4-FFF2-40B4-BE49-F238E27FC236}">
                <a16:creationId xmlns:a16="http://schemas.microsoft.com/office/drawing/2014/main" id="{1459C634-C39D-4169-8CCE-93CCA6A460D9}"/>
              </a:ext>
            </a:extLst>
          </p:cNvPr>
          <p:cNvSpPr>
            <a:spLocks noGrp="1"/>
          </p:cNvSpPr>
          <p:nvPr/>
        </p:nvSpPr>
        <p:spPr>
          <a:xfrm>
            <a:off x="0" y="4968473"/>
            <a:ext cx="181599" cy="62949"/>
          </a:xfrm>
          <a:custGeom>
            <a:avLst/>
            <a:gdLst/>
            <a:ahLst/>
            <a:cxnLst/>
            <a:rect l="0" t="0" r="0" b="0"/>
            <a:pathLst>
              <a:path w="181599" h="62949">
                <a:moveTo>
                  <a:pt x="0" y="0"/>
                </a:moveTo>
                <a:lnTo>
                  <a:pt x="181599" y="62949"/>
                </a:lnTo>
              </a:path>
            </a:pathLst>
          </a:custGeom>
          <a:noFill/>
          <a:ln w="3700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49" name="lumia-token-stream-curve">
            <a:extLst>
              <a:ext uri="{FF2B5EF4-FFF2-40B4-BE49-F238E27FC236}">
                <a16:creationId xmlns:a16="http://schemas.microsoft.com/office/drawing/2014/main" id="{90BC470C-CA48-478D-B5F1-81D3254318FB}"/>
              </a:ext>
            </a:extLst>
          </p:cNvPr>
          <p:cNvSpPr>
            <a:spLocks noGrp="1"/>
          </p:cNvSpPr>
          <p:nvPr/>
        </p:nvSpPr>
        <p:spPr>
          <a:xfrm>
            <a:off x="181599" y="5031422"/>
            <a:ext cx="189317" cy="55641"/>
          </a:xfrm>
          <a:custGeom>
            <a:avLst/>
            <a:gdLst/>
            <a:ahLst/>
            <a:cxnLst/>
            <a:rect l="0" t="0" r="0" b="0"/>
            <a:pathLst>
              <a:path w="189317" h="55641">
                <a:moveTo>
                  <a:pt x="0" y="0"/>
                </a:moveTo>
                <a:lnTo>
                  <a:pt x="189317" y="55641"/>
                </a:lnTo>
              </a:path>
            </a:pathLst>
          </a:custGeom>
          <a:noFill/>
          <a:ln w="3700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50" name="lumia-token-stream-curve">
            <a:extLst>
              <a:ext uri="{FF2B5EF4-FFF2-40B4-BE49-F238E27FC236}">
                <a16:creationId xmlns:a16="http://schemas.microsoft.com/office/drawing/2014/main" id="{212F0E06-CFCC-4D30-9B43-6F1D62FD1531}"/>
              </a:ext>
            </a:extLst>
          </p:cNvPr>
          <p:cNvSpPr>
            <a:spLocks noGrp="1"/>
          </p:cNvSpPr>
          <p:nvPr/>
        </p:nvSpPr>
        <p:spPr>
          <a:xfrm>
            <a:off x="370916" y="5087062"/>
            <a:ext cx="194393" cy="47859"/>
          </a:xfrm>
          <a:custGeom>
            <a:avLst/>
            <a:gdLst/>
            <a:ahLst/>
            <a:cxnLst/>
            <a:rect l="0" t="0" r="0" b="0"/>
            <a:pathLst>
              <a:path w="194393" h="47859">
                <a:moveTo>
                  <a:pt x="0" y="0"/>
                </a:moveTo>
                <a:lnTo>
                  <a:pt x="194393" y="47859"/>
                </a:lnTo>
              </a:path>
            </a:pathLst>
          </a:custGeom>
          <a:noFill/>
          <a:ln w="3700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51" name="lumia-token-stream-curve">
            <a:extLst>
              <a:ext uri="{FF2B5EF4-FFF2-40B4-BE49-F238E27FC236}">
                <a16:creationId xmlns:a16="http://schemas.microsoft.com/office/drawing/2014/main" id="{BA9057C1-9F06-441F-B9EF-A4327A1DFFA6}"/>
              </a:ext>
            </a:extLst>
          </p:cNvPr>
          <p:cNvSpPr>
            <a:spLocks noGrp="1"/>
          </p:cNvSpPr>
          <p:nvPr/>
        </p:nvSpPr>
        <p:spPr>
          <a:xfrm>
            <a:off x="565309" y="5134922"/>
            <a:ext cx="199361" cy="39801"/>
          </a:xfrm>
          <a:custGeom>
            <a:avLst/>
            <a:gdLst/>
            <a:ahLst/>
            <a:cxnLst/>
            <a:rect l="0" t="0" r="0" b="0"/>
            <a:pathLst>
              <a:path w="199361" h="39801">
                <a:moveTo>
                  <a:pt x="0" y="0"/>
                </a:moveTo>
                <a:lnTo>
                  <a:pt x="199361" y="39801"/>
                </a:lnTo>
              </a:path>
            </a:pathLst>
          </a:custGeom>
          <a:noFill/>
          <a:ln w="3700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52" name="lumia-token-stream-curve">
            <a:extLst>
              <a:ext uri="{FF2B5EF4-FFF2-40B4-BE49-F238E27FC236}">
                <a16:creationId xmlns:a16="http://schemas.microsoft.com/office/drawing/2014/main" id="{EEA1EB0F-67BB-461F-9A19-3588EF368A67}"/>
              </a:ext>
            </a:extLst>
          </p:cNvPr>
          <p:cNvSpPr>
            <a:spLocks noGrp="1"/>
          </p:cNvSpPr>
          <p:nvPr/>
        </p:nvSpPr>
        <p:spPr>
          <a:xfrm>
            <a:off x="764670" y="5174723"/>
            <a:ext cx="204221" cy="31717"/>
          </a:xfrm>
          <a:custGeom>
            <a:avLst/>
            <a:gdLst/>
            <a:ahLst/>
            <a:cxnLst/>
            <a:rect l="0" t="0" r="0" b="0"/>
            <a:pathLst>
              <a:path w="204221" h="31717">
                <a:moveTo>
                  <a:pt x="0" y="0"/>
                </a:moveTo>
                <a:lnTo>
                  <a:pt x="204221" y="31717"/>
                </a:lnTo>
              </a:path>
            </a:pathLst>
          </a:custGeom>
          <a:noFill/>
          <a:ln w="3700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53" name="lumia-token-stream-curve">
            <a:extLst>
              <a:ext uri="{FF2B5EF4-FFF2-40B4-BE49-F238E27FC236}">
                <a16:creationId xmlns:a16="http://schemas.microsoft.com/office/drawing/2014/main" id="{36C91F6A-BD3F-476B-8CC6-5D4152F0A440}"/>
              </a:ext>
            </a:extLst>
          </p:cNvPr>
          <p:cNvSpPr>
            <a:spLocks noGrp="1"/>
          </p:cNvSpPr>
          <p:nvPr/>
        </p:nvSpPr>
        <p:spPr>
          <a:xfrm>
            <a:off x="968891" y="5206440"/>
            <a:ext cx="208972" cy="23903"/>
          </a:xfrm>
          <a:custGeom>
            <a:avLst/>
            <a:gdLst/>
            <a:ahLst/>
            <a:cxnLst/>
            <a:rect l="0" t="0" r="0" b="0"/>
            <a:pathLst>
              <a:path w="208972" h="23903">
                <a:moveTo>
                  <a:pt x="0" y="0"/>
                </a:moveTo>
                <a:lnTo>
                  <a:pt x="208972" y="23903"/>
                </a:lnTo>
              </a:path>
            </a:pathLst>
          </a:custGeom>
          <a:noFill/>
          <a:ln w="3700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54" name="lumia-token-stream-curve">
            <a:extLst>
              <a:ext uri="{FF2B5EF4-FFF2-40B4-BE49-F238E27FC236}">
                <a16:creationId xmlns:a16="http://schemas.microsoft.com/office/drawing/2014/main" id="{56198887-88D8-449C-9D97-5FEF0A263EBB}"/>
              </a:ext>
            </a:extLst>
          </p:cNvPr>
          <p:cNvSpPr>
            <a:spLocks noGrp="1"/>
          </p:cNvSpPr>
          <p:nvPr/>
        </p:nvSpPr>
        <p:spPr>
          <a:xfrm>
            <a:off x="1177863" y="5230342"/>
            <a:ext cx="213616" cy="16673"/>
          </a:xfrm>
          <a:custGeom>
            <a:avLst/>
            <a:gdLst/>
            <a:ahLst/>
            <a:cxnLst/>
            <a:rect l="0" t="0" r="0" b="0"/>
            <a:pathLst>
              <a:path w="213616" h="16673">
                <a:moveTo>
                  <a:pt x="0" y="0"/>
                </a:moveTo>
                <a:lnTo>
                  <a:pt x="213616" y="16673"/>
                </a:lnTo>
              </a:path>
            </a:pathLst>
          </a:custGeom>
          <a:noFill/>
          <a:ln w="3700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55" name="lumia-token-stream-curve">
            <a:extLst>
              <a:ext uri="{FF2B5EF4-FFF2-40B4-BE49-F238E27FC236}">
                <a16:creationId xmlns:a16="http://schemas.microsoft.com/office/drawing/2014/main" id="{C3D8FDDE-2B87-41E0-9C47-F0CE9D3FE3B2}"/>
              </a:ext>
            </a:extLst>
          </p:cNvPr>
          <p:cNvSpPr>
            <a:spLocks noGrp="1"/>
          </p:cNvSpPr>
          <p:nvPr/>
        </p:nvSpPr>
        <p:spPr>
          <a:xfrm>
            <a:off x="1391479" y="5247015"/>
            <a:ext cx="218151" cy="10338"/>
          </a:xfrm>
          <a:custGeom>
            <a:avLst/>
            <a:gdLst/>
            <a:ahLst/>
            <a:cxnLst/>
            <a:rect l="0" t="0" r="0" b="0"/>
            <a:pathLst>
              <a:path w="218151" h="10338">
                <a:moveTo>
                  <a:pt x="0" y="0"/>
                </a:moveTo>
                <a:lnTo>
                  <a:pt x="218151" y="10338"/>
                </a:lnTo>
              </a:path>
            </a:pathLst>
          </a:custGeom>
          <a:noFill/>
          <a:ln w="3700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56" name="lumia-token-stream-curve">
            <a:extLst>
              <a:ext uri="{FF2B5EF4-FFF2-40B4-BE49-F238E27FC236}">
                <a16:creationId xmlns:a16="http://schemas.microsoft.com/office/drawing/2014/main" id="{53E0E32D-637C-474F-9B47-042E7969B6DB}"/>
              </a:ext>
            </a:extLst>
          </p:cNvPr>
          <p:cNvSpPr>
            <a:spLocks noGrp="1"/>
          </p:cNvSpPr>
          <p:nvPr/>
        </p:nvSpPr>
        <p:spPr>
          <a:xfrm>
            <a:off x="1609631" y="5257354"/>
            <a:ext cx="222579" cy="9525"/>
          </a:xfrm>
          <a:custGeom>
            <a:avLst/>
            <a:gdLst/>
            <a:ahLst/>
            <a:cxnLst/>
            <a:rect l="0" t="0" r="0" b="0"/>
            <a:pathLst>
              <a:path w="222579" h="9525">
                <a:moveTo>
                  <a:pt x="0" y="0"/>
                </a:moveTo>
                <a:lnTo>
                  <a:pt x="222579" y="5168"/>
                </a:lnTo>
              </a:path>
            </a:pathLst>
          </a:custGeom>
          <a:noFill/>
          <a:ln w="3700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57" name="lumia-token-stream-curve">
            <a:extLst>
              <a:ext uri="{FF2B5EF4-FFF2-40B4-BE49-F238E27FC236}">
                <a16:creationId xmlns:a16="http://schemas.microsoft.com/office/drawing/2014/main" id="{74D6F654-BAE3-4130-8AD8-40074C467B61}"/>
              </a:ext>
            </a:extLst>
          </p:cNvPr>
          <p:cNvSpPr>
            <a:spLocks noGrp="1"/>
          </p:cNvSpPr>
          <p:nvPr/>
        </p:nvSpPr>
        <p:spPr>
          <a:xfrm>
            <a:off x="1832209" y="5262521"/>
            <a:ext cx="226898" cy="9525"/>
          </a:xfrm>
          <a:custGeom>
            <a:avLst/>
            <a:gdLst/>
            <a:ahLst/>
            <a:cxnLst/>
            <a:rect l="0" t="0" r="0" b="0"/>
            <a:pathLst>
              <a:path w="226898" h="9525">
                <a:moveTo>
                  <a:pt x="0" y="0"/>
                </a:moveTo>
                <a:lnTo>
                  <a:pt x="226898" y="1358"/>
                </a:lnTo>
              </a:path>
            </a:pathLst>
          </a:custGeom>
          <a:noFill/>
          <a:ln w="3700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58" name="lumia-token-stream-curve">
            <a:extLst>
              <a:ext uri="{FF2B5EF4-FFF2-40B4-BE49-F238E27FC236}">
                <a16:creationId xmlns:a16="http://schemas.microsoft.com/office/drawing/2014/main" id="{ABC957A4-5966-4816-93B6-E9D4CC4C2B6E}"/>
              </a:ext>
            </a:extLst>
          </p:cNvPr>
          <p:cNvSpPr>
            <a:spLocks noGrp="1"/>
          </p:cNvSpPr>
          <p:nvPr/>
        </p:nvSpPr>
        <p:spPr>
          <a:xfrm>
            <a:off x="2059107" y="5262875"/>
            <a:ext cx="231109" cy="9525"/>
          </a:xfrm>
          <a:custGeom>
            <a:avLst/>
            <a:gdLst/>
            <a:ahLst/>
            <a:cxnLst/>
            <a:rect l="0" t="0" r="0" b="0"/>
            <a:pathLst>
              <a:path w="231109" h="9525">
                <a:moveTo>
                  <a:pt x="0" y="1003"/>
                </a:moveTo>
                <a:lnTo>
                  <a:pt x="231109" y="0"/>
                </a:lnTo>
              </a:path>
            </a:pathLst>
          </a:custGeom>
          <a:noFill/>
          <a:ln w="3700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59" name="lumia-token-stream-curve">
            <a:extLst>
              <a:ext uri="{FF2B5EF4-FFF2-40B4-BE49-F238E27FC236}">
                <a16:creationId xmlns:a16="http://schemas.microsoft.com/office/drawing/2014/main" id="{DC9DF1D5-476C-4A58-8CFD-929725BCFE7F}"/>
              </a:ext>
            </a:extLst>
          </p:cNvPr>
          <p:cNvSpPr>
            <a:spLocks noGrp="1"/>
          </p:cNvSpPr>
          <p:nvPr/>
        </p:nvSpPr>
        <p:spPr>
          <a:xfrm>
            <a:off x="2290216" y="5260916"/>
            <a:ext cx="235212" cy="9525"/>
          </a:xfrm>
          <a:custGeom>
            <a:avLst/>
            <a:gdLst/>
            <a:ahLst/>
            <a:cxnLst/>
            <a:rect l="0" t="0" r="0" b="0"/>
            <a:pathLst>
              <a:path w="235212" h="9525">
                <a:moveTo>
                  <a:pt x="0" y="1959"/>
                </a:moveTo>
                <a:lnTo>
                  <a:pt x="235212" y="0"/>
                </a:lnTo>
              </a:path>
            </a:pathLst>
          </a:custGeom>
          <a:noFill/>
          <a:ln w="3700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60" name="lumia-token-stream-curve">
            <a:extLst>
              <a:ext uri="{FF2B5EF4-FFF2-40B4-BE49-F238E27FC236}">
                <a16:creationId xmlns:a16="http://schemas.microsoft.com/office/drawing/2014/main" id="{3E44EF0A-3518-4371-BEAB-DAE94FC86AB3}"/>
              </a:ext>
            </a:extLst>
          </p:cNvPr>
          <p:cNvSpPr>
            <a:spLocks noGrp="1"/>
          </p:cNvSpPr>
          <p:nvPr/>
        </p:nvSpPr>
        <p:spPr>
          <a:xfrm>
            <a:off x="2525428" y="5259210"/>
            <a:ext cx="239207" cy="9525"/>
          </a:xfrm>
          <a:custGeom>
            <a:avLst/>
            <a:gdLst/>
            <a:ahLst/>
            <a:cxnLst/>
            <a:rect l="0" t="0" r="0" b="0"/>
            <a:pathLst>
              <a:path w="239207" h="9525">
                <a:moveTo>
                  <a:pt x="0" y="1706"/>
                </a:moveTo>
                <a:lnTo>
                  <a:pt x="239207" y="0"/>
                </a:lnTo>
              </a:path>
            </a:pathLst>
          </a:custGeom>
          <a:noFill/>
          <a:ln w="3700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61" name="lumia-token-stream-curve">
            <a:extLst>
              <a:ext uri="{FF2B5EF4-FFF2-40B4-BE49-F238E27FC236}">
                <a16:creationId xmlns:a16="http://schemas.microsoft.com/office/drawing/2014/main" id="{46CDFA28-4192-4C32-A6F5-EB90801C421E}"/>
              </a:ext>
            </a:extLst>
          </p:cNvPr>
          <p:cNvSpPr>
            <a:spLocks noGrp="1"/>
          </p:cNvSpPr>
          <p:nvPr/>
        </p:nvSpPr>
        <p:spPr>
          <a:xfrm>
            <a:off x="2764635" y="5258624"/>
            <a:ext cx="243094" cy="9525"/>
          </a:xfrm>
          <a:custGeom>
            <a:avLst/>
            <a:gdLst/>
            <a:ahLst/>
            <a:cxnLst/>
            <a:rect l="0" t="0" r="0" b="0"/>
            <a:pathLst>
              <a:path w="243094" h="9525">
                <a:moveTo>
                  <a:pt x="0" y="587"/>
                </a:moveTo>
                <a:lnTo>
                  <a:pt x="243094" y="0"/>
                </a:lnTo>
              </a:path>
            </a:pathLst>
          </a:custGeom>
          <a:noFill/>
          <a:ln w="3700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62" name="lumia-token-stream-curve">
            <a:extLst>
              <a:ext uri="{FF2B5EF4-FFF2-40B4-BE49-F238E27FC236}">
                <a16:creationId xmlns:a16="http://schemas.microsoft.com/office/drawing/2014/main" id="{E1EC36D0-B2E4-4DE1-B5CA-91E9647E61CC}"/>
              </a:ext>
            </a:extLst>
          </p:cNvPr>
          <p:cNvSpPr>
            <a:spLocks noGrp="1"/>
          </p:cNvSpPr>
          <p:nvPr/>
        </p:nvSpPr>
        <p:spPr>
          <a:xfrm>
            <a:off x="3007729" y="5258624"/>
            <a:ext cx="246872" cy="9525"/>
          </a:xfrm>
          <a:custGeom>
            <a:avLst/>
            <a:gdLst/>
            <a:ahLst/>
            <a:cxnLst/>
            <a:rect l="0" t="0" r="0" b="0"/>
            <a:pathLst>
              <a:path w="246872" h="9525">
                <a:moveTo>
                  <a:pt x="0" y="0"/>
                </a:moveTo>
                <a:lnTo>
                  <a:pt x="246872" y="921"/>
                </a:lnTo>
              </a:path>
            </a:pathLst>
          </a:custGeom>
          <a:noFill/>
          <a:ln w="3700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63" name="lumia-token-stream-curve">
            <a:extLst>
              <a:ext uri="{FF2B5EF4-FFF2-40B4-BE49-F238E27FC236}">
                <a16:creationId xmlns:a16="http://schemas.microsoft.com/office/drawing/2014/main" id="{85DAC887-A1CF-4B04-A7D0-4F40535F392D}"/>
              </a:ext>
            </a:extLst>
          </p:cNvPr>
          <p:cNvSpPr>
            <a:spLocks noGrp="1"/>
          </p:cNvSpPr>
          <p:nvPr/>
        </p:nvSpPr>
        <p:spPr>
          <a:xfrm>
            <a:off x="3254601" y="5259545"/>
            <a:ext cx="250543" cy="9525"/>
          </a:xfrm>
          <a:custGeom>
            <a:avLst/>
            <a:gdLst/>
            <a:ahLst/>
            <a:cxnLst/>
            <a:rect l="0" t="0" r="0" b="0"/>
            <a:pathLst>
              <a:path w="250543" h="9525">
                <a:moveTo>
                  <a:pt x="0" y="0"/>
                </a:moveTo>
                <a:lnTo>
                  <a:pt x="250543" y="2244"/>
                </a:lnTo>
              </a:path>
            </a:pathLst>
          </a:custGeom>
          <a:noFill/>
          <a:ln w="3700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64" name="lumia-token-stream-curve">
            <a:extLst>
              <a:ext uri="{FF2B5EF4-FFF2-40B4-BE49-F238E27FC236}">
                <a16:creationId xmlns:a16="http://schemas.microsoft.com/office/drawing/2014/main" id="{766BB094-4680-4F5A-8423-3F8A4B7166E3}"/>
              </a:ext>
            </a:extLst>
          </p:cNvPr>
          <p:cNvSpPr>
            <a:spLocks noGrp="1"/>
          </p:cNvSpPr>
          <p:nvPr/>
        </p:nvSpPr>
        <p:spPr>
          <a:xfrm>
            <a:off x="3505144" y="5261788"/>
            <a:ext cx="254105" cy="9525"/>
          </a:xfrm>
          <a:custGeom>
            <a:avLst/>
            <a:gdLst/>
            <a:ahLst/>
            <a:cxnLst/>
            <a:rect l="0" t="0" r="0" b="0"/>
            <a:pathLst>
              <a:path w="254105" h="9525">
                <a:moveTo>
                  <a:pt x="0" y="0"/>
                </a:moveTo>
                <a:lnTo>
                  <a:pt x="254105" y="2769"/>
                </a:lnTo>
              </a:path>
            </a:pathLst>
          </a:custGeom>
          <a:noFill/>
          <a:ln w="3700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65" name="lumia-token-stream-curve">
            <a:extLst>
              <a:ext uri="{FF2B5EF4-FFF2-40B4-BE49-F238E27FC236}">
                <a16:creationId xmlns:a16="http://schemas.microsoft.com/office/drawing/2014/main" id="{1ECEC2E0-2AAD-4EC1-86B8-9D524EBC0D05}"/>
              </a:ext>
            </a:extLst>
          </p:cNvPr>
          <p:cNvSpPr>
            <a:spLocks noGrp="1"/>
          </p:cNvSpPr>
          <p:nvPr/>
        </p:nvSpPr>
        <p:spPr>
          <a:xfrm>
            <a:off x="3759249" y="5264557"/>
            <a:ext cx="257560" cy="9525"/>
          </a:xfrm>
          <a:custGeom>
            <a:avLst/>
            <a:gdLst/>
            <a:ahLst/>
            <a:cxnLst/>
            <a:rect l="0" t="0" r="0" b="0"/>
            <a:pathLst>
              <a:path w="257560" h="9525">
                <a:moveTo>
                  <a:pt x="0" y="0"/>
                </a:moveTo>
                <a:lnTo>
                  <a:pt x="257560" y="1910"/>
                </a:lnTo>
              </a:path>
            </a:pathLst>
          </a:custGeom>
          <a:noFill/>
          <a:ln w="3712">
            <a:solidFill>
              <a:srgbClr val="A33F64">
                <a:alpha val="7000"/>
              </a:srgbClr>
            </a:solidFill>
            <a:prstDash val="solid"/>
          </a:ln>
        </p:spPr>
      </p:sp>
      <p:sp>
        <p:nvSpPr>
          <p:cNvPr id="66" name="lumia-token-stream-curve">
            <a:extLst>
              <a:ext uri="{FF2B5EF4-FFF2-40B4-BE49-F238E27FC236}">
                <a16:creationId xmlns:a16="http://schemas.microsoft.com/office/drawing/2014/main" id="{C86896AE-C5E4-4A14-874F-9CE151DD8EEF}"/>
              </a:ext>
            </a:extLst>
          </p:cNvPr>
          <p:cNvSpPr>
            <a:spLocks noGrp="1"/>
          </p:cNvSpPr>
          <p:nvPr/>
        </p:nvSpPr>
        <p:spPr>
          <a:xfrm>
            <a:off x="4016809" y="5265650"/>
            <a:ext cx="260906" cy="9525"/>
          </a:xfrm>
          <a:custGeom>
            <a:avLst/>
            <a:gdLst/>
            <a:ahLst/>
            <a:cxnLst/>
            <a:rect l="0" t="0" r="0" b="0"/>
            <a:pathLst>
              <a:path w="260906" h="9525">
                <a:moveTo>
                  <a:pt x="0" y="817"/>
                </a:moveTo>
                <a:lnTo>
                  <a:pt x="260906" y="0"/>
                </a:lnTo>
              </a:path>
            </a:pathLst>
          </a:custGeom>
          <a:noFill/>
          <a:ln w="3737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67" name="lumia-token-stream-curve">
            <a:extLst>
              <a:ext uri="{FF2B5EF4-FFF2-40B4-BE49-F238E27FC236}">
                <a16:creationId xmlns:a16="http://schemas.microsoft.com/office/drawing/2014/main" id="{6A6B4E8E-0051-4E49-92E6-F0F78A002DED}"/>
              </a:ext>
            </a:extLst>
          </p:cNvPr>
          <p:cNvSpPr>
            <a:spLocks noGrp="1"/>
          </p:cNvSpPr>
          <p:nvPr/>
        </p:nvSpPr>
        <p:spPr>
          <a:xfrm>
            <a:off x="4277715" y="5259925"/>
            <a:ext cx="264144" cy="9525"/>
          </a:xfrm>
          <a:custGeom>
            <a:avLst/>
            <a:gdLst/>
            <a:ahLst/>
            <a:cxnLst/>
            <a:rect l="0" t="0" r="0" b="0"/>
            <a:pathLst>
              <a:path w="264144" h="9525">
                <a:moveTo>
                  <a:pt x="0" y="5725"/>
                </a:moveTo>
                <a:lnTo>
                  <a:pt x="264144" y="0"/>
                </a:lnTo>
              </a:path>
            </a:pathLst>
          </a:custGeom>
          <a:noFill/>
          <a:ln w="3776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68" name="lumia-token-stream-curve">
            <a:extLst>
              <a:ext uri="{FF2B5EF4-FFF2-40B4-BE49-F238E27FC236}">
                <a16:creationId xmlns:a16="http://schemas.microsoft.com/office/drawing/2014/main" id="{821ED3C8-1E3B-4828-8E72-8C5E7BB7AF63}"/>
              </a:ext>
            </a:extLst>
          </p:cNvPr>
          <p:cNvSpPr>
            <a:spLocks noGrp="1"/>
          </p:cNvSpPr>
          <p:nvPr/>
        </p:nvSpPr>
        <p:spPr>
          <a:xfrm>
            <a:off x="4541859" y="5247031"/>
            <a:ext cx="267274" cy="12893"/>
          </a:xfrm>
          <a:custGeom>
            <a:avLst/>
            <a:gdLst/>
            <a:ahLst/>
            <a:cxnLst/>
            <a:rect l="0" t="0" r="0" b="0"/>
            <a:pathLst>
              <a:path w="267274" h="12893">
                <a:moveTo>
                  <a:pt x="0" y="12893"/>
                </a:moveTo>
                <a:lnTo>
                  <a:pt x="267274" y="0"/>
                </a:lnTo>
              </a:path>
            </a:pathLst>
          </a:custGeom>
          <a:noFill/>
          <a:ln w="3827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69" name="lumia-token-stream-curve">
            <a:extLst>
              <a:ext uri="{FF2B5EF4-FFF2-40B4-BE49-F238E27FC236}">
                <a16:creationId xmlns:a16="http://schemas.microsoft.com/office/drawing/2014/main" id="{EC219244-CC38-4E9A-80FE-149C31801732}"/>
              </a:ext>
            </a:extLst>
          </p:cNvPr>
          <p:cNvSpPr>
            <a:spLocks noGrp="1"/>
          </p:cNvSpPr>
          <p:nvPr/>
        </p:nvSpPr>
        <p:spPr>
          <a:xfrm>
            <a:off x="4809133" y="5224897"/>
            <a:ext cx="270296" cy="22134"/>
          </a:xfrm>
          <a:custGeom>
            <a:avLst/>
            <a:gdLst/>
            <a:ahLst/>
            <a:cxnLst/>
            <a:rect l="0" t="0" r="0" b="0"/>
            <a:pathLst>
              <a:path w="270296" h="22134">
                <a:moveTo>
                  <a:pt x="0" y="22134"/>
                </a:moveTo>
                <a:lnTo>
                  <a:pt x="270296" y="0"/>
                </a:lnTo>
              </a:path>
            </a:pathLst>
          </a:custGeom>
          <a:noFill/>
          <a:ln w="3889">
            <a:solidFill>
              <a:srgbClr val="D74242">
                <a:alpha val="8000"/>
              </a:srgbClr>
            </a:solidFill>
            <a:prstDash val="solid"/>
          </a:ln>
        </p:spPr>
      </p:sp>
      <p:sp>
        <p:nvSpPr>
          <p:cNvPr id="70" name="lumia-token-stream-curve">
            <a:extLst>
              <a:ext uri="{FF2B5EF4-FFF2-40B4-BE49-F238E27FC236}">
                <a16:creationId xmlns:a16="http://schemas.microsoft.com/office/drawing/2014/main" id="{5C81F64C-F10A-4BBF-B86D-4E044FB7D1DE}"/>
              </a:ext>
            </a:extLst>
          </p:cNvPr>
          <p:cNvSpPr>
            <a:spLocks noGrp="1"/>
          </p:cNvSpPr>
          <p:nvPr/>
        </p:nvSpPr>
        <p:spPr>
          <a:xfrm>
            <a:off x="5079429" y="5191905"/>
            <a:ext cx="273210" cy="32992"/>
          </a:xfrm>
          <a:custGeom>
            <a:avLst/>
            <a:gdLst/>
            <a:ahLst/>
            <a:cxnLst/>
            <a:rect l="0" t="0" r="0" b="0"/>
            <a:pathLst>
              <a:path w="273210" h="32992">
                <a:moveTo>
                  <a:pt x="0" y="32992"/>
                </a:moveTo>
                <a:lnTo>
                  <a:pt x="273210" y="0"/>
                </a:lnTo>
              </a:path>
            </a:pathLst>
          </a:custGeom>
          <a:noFill/>
          <a:ln w="3960">
            <a:solidFill>
              <a:srgbClr val="E44339">
                <a:alpha val="8000"/>
              </a:srgbClr>
            </a:solidFill>
            <a:prstDash val="solid"/>
          </a:ln>
        </p:spPr>
      </p:sp>
      <p:sp>
        <p:nvSpPr>
          <p:cNvPr id="71" name="lumia-token-stream-curve">
            <a:extLst>
              <a:ext uri="{FF2B5EF4-FFF2-40B4-BE49-F238E27FC236}">
                <a16:creationId xmlns:a16="http://schemas.microsoft.com/office/drawing/2014/main" id="{0C26F8BF-8439-4721-8E55-9AFC5A50758D}"/>
              </a:ext>
            </a:extLst>
          </p:cNvPr>
          <p:cNvSpPr>
            <a:spLocks noGrp="1"/>
          </p:cNvSpPr>
          <p:nvPr/>
        </p:nvSpPr>
        <p:spPr>
          <a:xfrm>
            <a:off x="5352638" y="5147133"/>
            <a:ext cx="276015" cy="44773"/>
          </a:xfrm>
          <a:custGeom>
            <a:avLst/>
            <a:gdLst/>
            <a:ahLst/>
            <a:cxnLst/>
            <a:rect l="0" t="0" r="0" b="0"/>
            <a:pathLst>
              <a:path w="276015" h="44773">
                <a:moveTo>
                  <a:pt x="0" y="44773"/>
                </a:moveTo>
                <a:lnTo>
                  <a:pt x="276015" y="0"/>
                </a:lnTo>
              </a:path>
            </a:pathLst>
          </a:custGeom>
          <a:noFill/>
          <a:ln w="4041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72" name="lumia-token-stream-curve">
            <a:extLst>
              <a:ext uri="{FF2B5EF4-FFF2-40B4-BE49-F238E27FC236}">
                <a16:creationId xmlns:a16="http://schemas.microsoft.com/office/drawing/2014/main" id="{EC549B83-555F-494B-AE2E-5F50058C9621}"/>
              </a:ext>
            </a:extLst>
          </p:cNvPr>
          <p:cNvSpPr>
            <a:spLocks noGrp="1"/>
          </p:cNvSpPr>
          <p:nvPr/>
        </p:nvSpPr>
        <p:spPr>
          <a:xfrm>
            <a:off x="5628654" y="5090517"/>
            <a:ext cx="278713" cy="56616"/>
          </a:xfrm>
          <a:custGeom>
            <a:avLst/>
            <a:gdLst/>
            <a:ahLst/>
            <a:cxnLst/>
            <a:rect l="0" t="0" r="0" b="0"/>
            <a:pathLst>
              <a:path w="278713" h="56616">
                <a:moveTo>
                  <a:pt x="0" y="56616"/>
                </a:moveTo>
                <a:lnTo>
                  <a:pt x="278713" y="0"/>
                </a:lnTo>
              </a:path>
            </a:pathLst>
          </a:custGeom>
          <a:noFill/>
          <a:ln w="4130">
            <a:solidFill>
              <a:srgbClr val="EC532F">
                <a:alpha val="9000"/>
              </a:srgbClr>
            </a:solidFill>
            <a:prstDash val="solid"/>
          </a:ln>
        </p:spPr>
      </p:sp>
      <p:sp>
        <p:nvSpPr>
          <p:cNvPr id="73" name="lumia-token-stream-curve">
            <a:extLst>
              <a:ext uri="{FF2B5EF4-FFF2-40B4-BE49-F238E27FC236}">
                <a16:creationId xmlns:a16="http://schemas.microsoft.com/office/drawing/2014/main" id="{2F31DD84-1486-4BC1-AAC5-180DBFFBBD84}"/>
              </a:ext>
            </a:extLst>
          </p:cNvPr>
          <p:cNvSpPr>
            <a:spLocks noGrp="1"/>
          </p:cNvSpPr>
          <p:nvPr/>
        </p:nvSpPr>
        <p:spPr>
          <a:xfrm>
            <a:off x="5907366" y="5022920"/>
            <a:ext cx="281302" cy="67597"/>
          </a:xfrm>
          <a:custGeom>
            <a:avLst/>
            <a:gdLst/>
            <a:ahLst/>
            <a:cxnLst/>
            <a:rect l="0" t="0" r="0" b="0"/>
            <a:pathLst>
              <a:path w="281302" h="67597">
                <a:moveTo>
                  <a:pt x="0" y="67597"/>
                </a:moveTo>
                <a:lnTo>
                  <a:pt x="281302" y="0"/>
                </a:lnTo>
              </a:path>
            </a:pathLst>
          </a:custGeom>
          <a:noFill/>
          <a:ln w="4225">
            <a:solidFill>
              <a:srgbClr val="EE5E2A">
                <a:alpha val="9000"/>
              </a:srgbClr>
            </a:solidFill>
            <a:prstDash val="solid"/>
          </a:ln>
        </p:spPr>
      </p:sp>
      <p:sp>
        <p:nvSpPr>
          <p:cNvPr id="74" name="lumia-token-stream-curve">
            <a:extLst>
              <a:ext uri="{FF2B5EF4-FFF2-40B4-BE49-F238E27FC236}">
                <a16:creationId xmlns:a16="http://schemas.microsoft.com/office/drawing/2014/main" id="{60E912B9-C312-43E4-B82A-2950B32DE569}"/>
              </a:ext>
            </a:extLst>
          </p:cNvPr>
          <p:cNvSpPr>
            <a:spLocks noGrp="1"/>
          </p:cNvSpPr>
          <p:nvPr/>
        </p:nvSpPr>
        <p:spPr>
          <a:xfrm>
            <a:off x="6188669" y="4946078"/>
            <a:ext cx="283784" cy="76841"/>
          </a:xfrm>
          <a:custGeom>
            <a:avLst/>
            <a:gdLst/>
            <a:ahLst/>
            <a:cxnLst/>
            <a:rect l="0" t="0" r="0" b="0"/>
            <a:pathLst>
              <a:path w="283784" h="76841">
                <a:moveTo>
                  <a:pt x="0" y="76841"/>
                </a:moveTo>
                <a:lnTo>
                  <a:pt x="283784" y="0"/>
                </a:lnTo>
              </a:path>
            </a:pathLst>
          </a:custGeom>
          <a:noFill/>
          <a:ln w="4326">
            <a:solidFill>
              <a:srgbClr val="EF6926">
                <a:alpha val="9000"/>
              </a:srgbClr>
            </a:solidFill>
            <a:prstDash val="solid"/>
          </a:ln>
        </p:spPr>
      </p:sp>
      <p:sp>
        <p:nvSpPr>
          <p:cNvPr id="75" name="lumia-token-stream-curve">
            <a:extLst>
              <a:ext uri="{FF2B5EF4-FFF2-40B4-BE49-F238E27FC236}">
                <a16:creationId xmlns:a16="http://schemas.microsoft.com/office/drawing/2014/main" id="{DF4F2D25-AC1A-4BC3-B656-1F69AA20B72E}"/>
              </a:ext>
            </a:extLst>
          </p:cNvPr>
          <p:cNvSpPr>
            <a:spLocks noGrp="1"/>
          </p:cNvSpPr>
          <p:nvPr/>
        </p:nvSpPr>
        <p:spPr>
          <a:xfrm>
            <a:off x="6472452" y="4862421"/>
            <a:ext cx="286157" cy="83658"/>
          </a:xfrm>
          <a:custGeom>
            <a:avLst/>
            <a:gdLst/>
            <a:ahLst/>
            <a:cxnLst/>
            <a:rect l="0" t="0" r="0" b="0"/>
            <a:pathLst>
              <a:path w="286157" h="83658">
                <a:moveTo>
                  <a:pt x="0" y="83658"/>
                </a:moveTo>
                <a:lnTo>
                  <a:pt x="286157" y="0"/>
                </a:lnTo>
              </a:path>
            </a:pathLst>
          </a:custGeom>
          <a:noFill/>
          <a:ln w="4432">
            <a:solidFill>
              <a:srgbClr val="F17322">
                <a:alpha val="10000"/>
              </a:srgbClr>
            </a:solidFill>
            <a:prstDash val="solid"/>
          </a:ln>
        </p:spPr>
      </p:sp>
      <p:sp>
        <p:nvSpPr>
          <p:cNvPr id="76" name="lumia-token-stream-curve">
            <a:extLst>
              <a:ext uri="{FF2B5EF4-FFF2-40B4-BE49-F238E27FC236}">
                <a16:creationId xmlns:a16="http://schemas.microsoft.com/office/drawing/2014/main" id="{09FF483F-3DCE-434B-999C-6524749CACE9}"/>
              </a:ext>
            </a:extLst>
          </p:cNvPr>
          <p:cNvSpPr>
            <a:spLocks noGrp="1"/>
          </p:cNvSpPr>
          <p:nvPr/>
        </p:nvSpPr>
        <p:spPr>
          <a:xfrm>
            <a:off x="6758609" y="4774779"/>
            <a:ext cx="288422" cy="87642"/>
          </a:xfrm>
          <a:custGeom>
            <a:avLst/>
            <a:gdLst/>
            <a:ahLst/>
            <a:cxnLst/>
            <a:rect l="0" t="0" r="0" b="0"/>
            <a:pathLst>
              <a:path w="288422" h="87642">
                <a:moveTo>
                  <a:pt x="0" y="87642"/>
                </a:moveTo>
                <a:lnTo>
                  <a:pt x="288422" y="0"/>
                </a:lnTo>
              </a:path>
            </a:pathLst>
          </a:custGeom>
          <a:noFill/>
          <a:ln w="4542">
            <a:solidFill>
              <a:srgbClr val="F27E1E">
                <a:alpha val="10000"/>
              </a:srgbClr>
            </a:solidFill>
            <a:prstDash val="solid"/>
          </a:ln>
        </p:spPr>
      </p:sp>
      <p:sp>
        <p:nvSpPr>
          <p:cNvPr id="77" name="lumia-token-stream-curve">
            <a:extLst>
              <a:ext uri="{FF2B5EF4-FFF2-40B4-BE49-F238E27FC236}">
                <a16:creationId xmlns:a16="http://schemas.microsoft.com/office/drawing/2014/main" id="{0934AE20-C4DF-4C19-804A-36F86519290C}"/>
              </a:ext>
            </a:extLst>
          </p:cNvPr>
          <p:cNvSpPr>
            <a:spLocks noGrp="1"/>
          </p:cNvSpPr>
          <p:nvPr/>
        </p:nvSpPr>
        <p:spPr>
          <a:xfrm>
            <a:off x="7047031" y="4686023"/>
            <a:ext cx="290579" cy="88756"/>
          </a:xfrm>
          <a:custGeom>
            <a:avLst/>
            <a:gdLst/>
            <a:ahLst/>
            <a:cxnLst/>
            <a:rect l="0" t="0" r="0" b="0"/>
            <a:pathLst>
              <a:path w="290579" h="88756">
                <a:moveTo>
                  <a:pt x="0" y="88756"/>
                </a:moveTo>
                <a:lnTo>
                  <a:pt x="290579" y="0"/>
                </a:lnTo>
              </a:path>
            </a:pathLst>
          </a:custGeom>
          <a:noFill/>
          <a:ln w="4654">
            <a:solidFill>
              <a:srgbClr val="F48919">
                <a:alpha val="10000"/>
              </a:srgbClr>
            </a:solidFill>
            <a:prstDash val="solid"/>
          </a:ln>
        </p:spPr>
      </p:sp>
      <p:sp>
        <p:nvSpPr>
          <p:cNvPr id="78" name="lumia-token-stream-curve">
            <a:extLst>
              <a:ext uri="{FF2B5EF4-FFF2-40B4-BE49-F238E27FC236}">
                <a16:creationId xmlns:a16="http://schemas.microsoft.com/office/drawing/2014/main" id="{0C9CCF77-606A-43D4-872C-BF3CD317793C}"/>
              </a:ext>
            </a:extLst>
          </p:cNvPr>
          <p:cNvSpPr>
            <a:spLocks noGrp="1"/>
          </p:cNvSpPr>
          <p:nvPr/>
        </p:nvSpPr>
        <p:spPr>
          <a:xfrm>
            <a:off x="7337609" y="4598660"/>
            <a:ext cx="292628" cy="87363"/>
          </a:xfrm>
          <a:custGeom>
            <a:avLst/>
            <a:gdLst/>
            <a:ahLst/>
            <a:cxnLst/>
            <a:rect l="0" t="0" r="0" b="0"/>
            <a:pathLst>
              <a:path w="292628" h="87363">
                <a:moveTo>
                  <a:pt x="0" y="87363"/>
                </a:moveTo>
                <a:lnTo>
                  <a:pt x="292628" y="0"/>
                </a:lnTo>
              </a:path>
            </a:pathLst>
          </a:custGeom>
          <a:noFill/>
          <a:ln w="4767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79" name="lumia-token-stream-curve">
            <a:extLst>
              <a:ext uri="{FF2B5EF4-FFF2-40B4-BE49-F238E27FC236}">
                <a16:creationId xmlns:a16="http://schemas.microsoft.com/office/drawing/2014/main" id="{1A6E401E-28A4-4057-8071-1E46DBC01BD3}"/>
              </a:ext>
            </a:extLst>
          </p:cNvPr>
          <p:cNvSpPr>
            <a:spLocks noGrp="1"/>
          </p:cNvSpPr>
          <p:nvPr/>
        </p:nvSpPr>
        <p:spPr>
          <a:xfrm>
            <a:off x="7630237" y="4514466"/>
            <a:ext cx="294568" cy="84194"/>
          </a:xfrm>
          <a:custGeom>
            <a:avLst/>
            <a:gdLst/>
            <a:ahLst/>
            <a:cxnLst/>
            <a:rect l="0" t="0" r="0" b="0"/>
            <a:pathLst>
              <a:path w="294568" h="84194">
                <a:moveTo>
                  <a:pt x="0" y="84194"/>
                </a:moveTo>
                <a:lnTo>
                  <a:pt x="294568" y="0"/>
                </a:lnTo>
              </a:path>
            </a:pathLst>
          </a:custGeom>
          <a:noFill/>
          <a:ln w="4881">
            <a:solidFill>
              <a:srgbClr val="F79E11">
                <a:alpha val="11000"/>
              </a:srgbClr>
            </a:solidFill>
            <a:prstDash val="solid"/>
          </a:ln>
        </p:spPr>
      </p:sp>
      <p:sp>
        <p:nvSpPr>
          <p:cNvPr id="80" name="lumia-token-stream-curve">
            <a:extLst>
              <a:ext uri="{FF2B5EF4-FFF2-40B4-BE49-F238E27FC236}">
                <a16:creationId xmlns:a16="http://schemas.microsoft.com/office/drawing/2014/main" id="{9646286D-F195-4B2E-B436-21BC823623DC}"/>
              </a:ext>
            </a:extLst>
          </p:cNvPr>
          <p:cNvSpPr>
            <a:spLocks noGrp="1"/>
          </p:cNvSpPr>
          <p:nvPr/>
        </p:nvSpPr>
        <p:spPr>
          <a:xfrm>
            <a:off x="7924806" y="4434194"/>
            <a:ext cx="296401" cy="80272"/>
          </a:xfrm>
          <a:custGeom>
            <a:avLst/>
            <a:gdLst/>
            <a:ahLst/>
            <a:cxnLst/>
            <a:rect l="0" t="0" r="0" b="0"/>
            <a:pathLst>
              <a:path w="296401" h="80272">
                <a:moveTo>
                  <a:pt x="0" y="80272"/>
                </a:moveTo>
                <a:lnTo>
                  <a:pt x="296401" y="0"/>
                </a:lnTo>
              </a:path>
            </a:pathLst>
          </a:custGeom>
          <a:noFill/>
          <a:ln w="4994">
            <a:solidFill>
              <a:srgbClr val="F8A90C">
                <a:alpha val="11000"/>
              </a:srgbClr>
            </a:solidFill>
            <a:prstDash val="solid"/>
          </a:ln>
        </p:spPr>
      </p:sp>
      <p:sp>
        <p:nvSpPr>
          <p:cNvPr id="81" name="lumia-token-stream-curve">
            <a:extLst>
              <a:ext uri="{FF2B5EF4-FFF2-40B4-BE49-F238E27FC236}">
                <a16:creationId xmlns:a16="http://schemas.microsoft.com/office/drawing/2014/main" id="{6FA63F3F-7CA7-48F0-904C-882F9FBA2E49}"/>
              </a:ext>
            </a:extLst>
          </p:cNvPr>
          <p:cNvSpPr>
            <a:spLocks noGrp="1"/>
          </p:cNvSpPr>
          <p:nvPr/>
        </p:nvSpPr>
        <p:spPr>
          <a:xfrm>
            <a:off x="8221207" y="4357422"/>
            <a:ext cx="298126" cy="76772"/>
          </a:xfrm>
          <a:custGeom>
            <a:avLst/>
            <a:gdLst/>
            <a:ahLst/>
            <a:cxnLst/>
            <a:rect l="0" t="0" r="0" b="0"/>
            <a:pathLst>
              <a:path w="298126" h="76772">
                <a:moveTo>
                  <a:pt x="0" y="76772"/>
                </a:moveTo>
                <a:lnTo>
                  <a:pt x="298126" y="0"/>
                </a:lnTo>
              </a:path>
            </a:pathLst>
          </a:custGeom>
          <a:noFill/>
          <a:ln w="5105">
            <a:solidFill>
              <a:srgbClr val="FAB408">
                <a:alpha val="11000"/>
              </a:srgbClr>
            </a:solidFill>
            <a:prstDash val="solid"/>
          </a:ln>
        </p:spPr>
      </p:sp>
      <p:sp>
        <p:nvSpPr>
          <p:cNvPr id="82" name="lumia-token-stream-curve">
            <a:extLst>
              <a:ext uri="{FF2B5EF4-FFF2-40B4-BE49-F238E27FC236}">
                <a16:creationId xmlns:a16="http://schemas.microsoft.com/office/drawing/2014/main" id="{66BF173F-ABA4-4D75-BB44-329888F6C45E}"/>
              </a:ext>
            </a:extLst>
          </p:cNvPr>
          <p:cNvSpPr>
            <a:spLocks noGrp="1"/>
          </p:cNvSpPr>
          <p:nvPr/>
        </p:nvSpPr>
        <p:spPr>
          <a:xfrm>
            <a:off x="8519332" y="4282563"/>
            <a:ext cx="299742" cy="74859"/>
          </a:xfrm>
          <a:custGeom>
            <a:avLst/>
            <a:gdLst/>
            <a:ahLst/>
            <a:cxnLst/>
            <a:rect l="0" t="0" r="0" b="0"/>
            <a:pathLst>
              <a:path w="299742" h="74859">
                <a:moveTo>
                  <a:pt x="0" y="74859"/>
                </a:moveTo>
                <a:lnTo>
                  <a:pt x="299742" y="0"/>
                </a:lnTo>
              </a:path>
            </a:pathLst>
          </a:custGeom>
          <a:noFill/>
          <a:ln w="5214">
            <a:solidFill>
              <a:srgbClr val="F7BC07">
                <a:alpha val="12000"/>
              </a:srgbClr>
            </a:solidFill>
            <a:prstDash val="solid"/>
          </a:ln>
        </p:spPr>
      </p:sp>
      <p:sp>
        <p:nvSpPr>
          <p:cNvPr id="83" name="lumia-token-stream-curve">
            <a:extLst>
              <a:ext uri="{FF2B5EF4-FFF2-40B4-BE49-F238E27FC236}">
                <a16:creationId xmlns:a16="http://schemas.microsoft.com/office/drawing/2014/main" id="{476253CD-9DC5-4794-A250-CED3D0A5432C}"/>
              </a:ext>
            </a:extLst>
          </p:cNvPr>
          <p:cNvSpPr>
            <a:spLocks noGrp="1"/>
          </p:cNvSpPr>
          <p:nvPr/>
        </p:nvSpPr>
        <p:spPr>
          <a:xfrm>
            <a:off x="8819074" y="4207049"/>
            <a:ext cx="301250" cy="75514"/>
          </a:xfrm>
          <a:custGeom>
            <a:avLst/>
            <a:gdLst/>
            <a:ahLst/>
            <a:cxnLst/>
            <a:rect l="0" t="0" r="0" b="0"/>
            <a:pathLst>
              <a:path w="301250" h="75514">
                <a:moveTo>
                  <a:pt x="0" y="75514"/>
                </a:moveTo>
                <a:lnTo>
                  <a:pt x="301250" y="0"/>
                </a:lnTo>
              </a:path>
            </a:pathLst>
          </a:custGeom>
          <a:noFill/>
          <a:ln w="5319">
            <a:solidFill>
              <a:srgbClr val="E5BA0E">
                <a:alpha val="12000"/>
              </a:srgbClr>
            </a:solidFill>
            <a:prstDash val="solid"/>
          </a:ln>
        </p:spPr>
      </p:sp>
      <p:sp>
        <p:nvSpPr>
          <p:cNvPr id="84" name="lumia-token-stream-curve">
            <a:extLst>
              <a:ext uri="{FF2B5EF4-FFF2-40B4-BE49-F238E27FC236}">
                <a16:creationId xmlns:a16="http://schemas.microsoft.com/office/drawing/2014/main" id="{11B05FEC-4888-4310-A7A8-7FC736ECE14C}"/>
              </a:ext>
            </a:extLst>
          </p:cNvPr>
          <p:cNvSpPr>
            <a:spLocks noGrp="1"/>
          </p:cNvSpPr>
          <p:nvPr/>
        </p:nvSpPr>
        <p:spPr>
          <a:xfrm>
            <a:off x="9120325" y="4127674"/>
            <a:ext cx="302651" cy="79375"/>
          </a:xfrm>
          <a:custGeom>
            <a:avLst/>
            <a:gdLst/>
            <a:ahLst/>
            <a:cxnLst/>
            <a:rect l="0" t="0" r="0" b="0"/>
            <a:pathLst>
              <a:path w="302651" h="79375">
                <a:moveTo>
                  <a:pt x="0" y="79375"/>
                </a:moveTo>
                <a:lnTo>
                  <a:pt x="302651" y="0"/>
                </a:lnTo>
              </a:path>
            </a:pathLst>
          </a:custGeom>
          <a:noFill/>
          <a:ln w="5418">
            <a:solidFill>
              <a:srgbClr val="D3B815">
                <a:alpha val="12000"/>
              </a:srgbClr>
            </a:solidFill>
            <a:prstDash val="solid"/>
          </a:ln>
        </p:spPr>
      </p:sp>
      <p:sp>
        <p:nvSpPr>
          <p:cNvPr id="85" name="lumia-token-stream-curve">
            <a:extLst>
              <a:ext uri="{FF2B5EF4-FFF2-40B4-BE49-F238E27FC236}">
                <a16:creationId xmlns:a16="http://schemas.microsoft.com/office/drawing/2014/main" id="{28938592-CAEE-4781-BC83-E96F672FEBB0}"/>
              </a:ext>
            </a:extLst>
          </p:cNvPr>
          <p:cNvSpPr>
            <a:spLocks noGrp="1"/>
          </p:cNvSpPr>
          <p:nvPr/>
        </p:nvSpPr>
        <p:spPr>
          <a:xfrm>
            <a:off x="9422975" y="4041043"/>
            <a:ext cx="303943" cy="86631"/>
          </a:xfrm>
          <a:custGeom>
            <a:avLst/>
            <a:gdLst/>
            <a:ahLst/>
            <a:cxnLst/>
            <a:rect l="0" t="0" r="0" b="0"/>
            <a:pathLst>
              <a:path w="303943" h="86631">
                <a:moveTo>
                  <a:pt x="0" y="86631"/>
                </a:moveTo>
                <a:lnTo>
                  <a:pt x="303943" y="0"/>
                </a:lnTo>
              </a:path>
            </a:pathLst>
          </a:custGeom>
          <a:noFill/>
          <a:ln w="5512">
            <a:solidFill>
              <a:srgbClr val="C2B61C">
                <a:alpha val="12000"/>
              </a:srgbClr>
            </a:solidFill>
            <a:prstDash val="solid"/>
          </a:ln>
        </p:spPr>
      </p:sp>
      <p:sp>
        <p:nvSpPr>
          <p:cNvPr id="86" name="lumia-token-stream-curve">
            <a:extLst>
              <a:ext uri="{FF2B5EF4-FFF2-40B4-BE49-F238E27FC236}">
                <a16:creationId xmlns:a16="http://schemas.microsoft.com/office/drawing/2014/main" id="{809F490A-BBF2-4827-A08A-59685AF9D8B4}"/>
              </a:ext>
            </a:extLst>
          </p:cNvPr>
          <p:cNvSpPr>
            <a:spLocks noGrp="1"/>
          </p:cNvSpPr>
          <p:nvPr/>
        </p:nvSpPr>
        <p:spPr>
          <a:xfrm>
            <a:off x="9726918" y="3944074"/>
            <a:ext cx="305127" cy="96969"/>
          </a:xfrm>
          <a:custGeom>
            <a:avLst/>
            <a:gdLst/>
            <a:ahLst/>
            <a:cxnLst/>
            <a:rect l="0" t="0" r="0" b="0"/>
            <a:pathLst>
              <a:path w="305127" h="96969">
                <a:moveTo>
                  <a:pt x="0" y="96969"/>
                </a:moveTo>
                <a:lnTo>
                  <a:pt x="305127" y="0"/>
                </a:lnTo>
              </a:path>
            </a:pathLst>
          </a:custGeom>
          <a:noFill/>
          <a:ln w="5599">
            <a:solidFill>
              <a:srgbClr val="B0B422">
                <a:alpha val="12000"/>
              </a:srgbClr>
            </a:solidFill>
            <a:prstDash val="solid"/>
          </a:ln>
        </p:spPr>
      </p:sp>
      <p:sp>
        <p:nvSpPr>
          <p:cNvPr id="87" name="lumia-token-stream-curve">
            <a:extLst>
              <a:ext uri="{FF2B5EF4-FFF2-40B4-BE49-F238E27FC236}">
                <a16:creationId xmlns:a16="http://schemas.microsoft.com/office/drawing/2014/main" id="{0819AA55-49D0-425C-96F3-9777E7F607E5}"/>
              </a:ext>
            </a:extLst>
          </p:cNvPr>
          <p:cNvSpPr>
            <a:spLocks noGrp="1"/>
          </p:cNvSpPr>
          <p:nvPr/>
        </p:nvSpPr>
        <p:spPr>
          <a:xfrm>
            <a:off x="10032044" y="3834468"/>
            <a:ext cx="306202" cy="109606"/>
          </a:xfrm>
          <a:custGeom>
            <a:avLst/>
            <a:gdLst/>
            <a:ahLst/>
            <a:cxnLst/>
            <a:rect l="0" t="0" r="0" b="0"/>
            <a:pathLst>
              <a:path w="306202" h="109606">
                <a:moveTo>
                  <a:pt x="0" y="109606"/>
                </a:moveTo>
                <a:lnTo>
                  <a:pt x="306202" y="0"/>
                </a:lnTo>
              </a:path>
            </a:pathLst>
          </a:custGeom>
          <a:noFill/>
          <a:ln w="5678">
            <a:solidFill>
              <a:srgbClr val="9EB329">
                <a:alpha val="13000"/>
              </a:srgbClr>
            </a:solidFill>
            <a:prstDash val="solid"/>
          </a:ln>
        </p:spPr>
      </p:sp>
      <p:sp>
        <p:nvSpPr>
          <p:cNvPr id="88" name="lumia-token-stream-curve">
            <a:extLst>
              <a:ext uri="{FF2B5EF4-FFF2-40B4-BE49-F238E27FC236}">
                <a16:creationId xmlns:a16="http://schemas.microsoft.com/office/drawing/2014/main" id="{687F0512-B2FD-4A9F-91E0-AA06C6515D08}"/>
              </a:ext>
            </a:extLst>
          </p:cNvPr>
          <p:cNvSpPr>
            <a:spLocks noGrp="1"/>
          </p:cNvSpPr>
          <p:nvPr/>
        </p:nvSpPr>
        <p:spPr>
          <a:xfrm>
            <a:off x="10338247" y="3711075"/>
            <a:ext cx="307170" cy="123394"/>
          </a:xfrm>
          <a:custGeom>
            <a:avLst/>
            <a:gdLst/>
            <a:ahLst/>
            <a:cxnLst/>
            <a:rect l="0" t="0" r="0" b="0"/>
            <a:pathLst>
              <a:path w="307170" h="123394">
                <a:moveTo>
                  <a:pt x="0" y="123394"/>
                </a:moveTo>
                <a:lnTo>
                  <a:pt x="307170" y="0"/>
                </a:lnTo>
              </a:path>
            </a:pathLst>
          </a:custGeom>
          <a:noFill/>
          <a:ln w="5747">
            <a:solidFill>
              <a:srgbClr val="8CB130">
                <a:alpha val="13000"/>
              </a:srgbClr>
            </a:solidFill>
            <a:prstDash val="solid"/>
          </a:ln>
        </p:spPr>
      </p:sp>
      <p:sp>
        <p:nvSpPr>
          <p:cNvPr id="89" name="lumia-token-stream-curve">
            <a:extLst>
              <a:ext uri="{FF2B5EF4-FFF2-40B4-BE49-F238E27FC236}">
                <a16:creationId xmlns:a16="http://schemas.microsoft.com/office/drawing/2014/main" id="{025BD410-BEF2-4CCA-9E06-EE3025811156}"/>
              </a:ext>
            </a:extLst>
          </p:cNvPr>
          <p:cNvSpPr>
            <a:spLocks noGrp="1"/>
          </p:cNvSpPr>
          <p:nvPr/>
        </p:nvSpPr>
        <p:spPr>
          <a:xfrm>
            <a:off x="10645417" y="3574089"/>
            <a:ext cx="308030" cy="136986"/>
          </a:xfrm>
          <a:custGeom>
            <a:avLst/>
            <a:gdLst/>
            <a:ahLst/>
            <a:cxnLst/>
            <a:rect l="0" t="0" r="0" b="0"/>
            <a:pathLst>
              <a:path w="308030" h="136986">
                <a:moveTo>
                  <a:pt x="0" y="136986"/>
                </a:moveTo>
                <a:lnTo>
                  <a:pt x="308030" y="0"/>
                </a:lnTo>
              </a:path>
            </a:pathLst>
          </a:custGeom>
          <a:noFill/>
          <a:ln w="5806">
            <a:solidFill>
              <a:srgbClr val="7BAF37">
                <a:alpha val="13000"/>
              </a:srgbClr>
            </a:solidFill>
            <a:prstDash val="solid"/>
          </a:ln>
        </p:spPr>
      </p:sp>
      <p:sp>
        <p:nvSpPr>
          <p:cNvPr id="90" name="lumia-token-stream-curve">
            <a:extLst>
              <a:ext uri="{FF2B5EF4-FFF2-40B4-BE49-F238E27FC236}">
                <a16:creationId xmlns:a16="http://schemas.microsoft.com/office/drawing/2014/main" id="{2F59574C-E27C-4458-9F7A-55758FF679FC}"/>
              </a:ext>
            </a:extLst>
          </p:cNvPr>
          <p:cNvSpPr>
            <a:spLocks noGrp="1"/>
          </p:cNvSpPr>
          <p:nvPr/>
        </p:nvSpPr>
        <p:spPr>
          <a:xfrm>
            <a:off x="10953447" y="3425050"/>
            <a:ext cx="308781" cy="149039"/>
          </a:xfrm>
          <a:custGeom>
            <a:avLst/>
            <a:gdLst/>
            <a:ahLst/>
            <a:cxnLst/>
            <a:rect l="0" t="0" r="0" b="0"/>
            <a:pathLst>
              <a:path w="308781" h="149039">
                <a:moveTo>
                  <a:pt x="0" y="149039"/>
                </a:moveTo>
                <a:lnTo>
                  <a:pt x="308781" y="0"/>
                </a:lnTo>
              </a:path>
            </a:pathLst>
          </a:custGeom>
          <a:noFill/>
          <a:ln w="5854">
            <a:solidFill>
              <a:srgbClr val="69AD3E">
                <a:alpha val="13000"/>
              </a:srgbClr>
            </a:solidFill>
            <a:prstDash val="solid"/>
          </a:ln>
        </p:spPr>
      </p:sp>
      <p:sp>
        <p:nvSpPr>
          <p:cNvPr id="91" name="lumia-token-stream-curve">
            <a:extLst>
              <a:ext uri="{FF2B5EF4-FFF2-40B4-BE49-F238E27FC236}">
                <a16:creationId xmlns:a16="http://schemas.microsoft.com/office/drawing/2014/main" id="{8EC80253-1550-4E23-812F-8018FE4ED8B4}"/>
              </a:ext>
            </a:extLst>
          </p:cNvPr>
          <p:cNvSpPr>
            <a:spLocks noGrp="1"/>
          </p:cNvSpPr>
          <p:nvPr/>
        </p:nvSpPr>
        <p:spPr>
          <a:xfrm>
            <a:off x="11262228" y="3266626"/>
            <a:ext cx="309425" cy="158424"/>
          </a:xfrm>
          <a:custGeom>
            <a:avLst/>
            <a:gdLst/>
            <a:ahLst/>
            <a:cxnLst/>
            <a:rect l="0" t="0" r="0" b="0"/>
            <a:pathLst>
              <a:path w="309425" h="158424">
                <a:moveTo>
                  <a:pt x="0" y="158424"/>
                </a:moveTo>
                <a:lnTo>
                  <a:pt x="309425" y="0"/>
                </a:lnTo>
              </a:path>
            </a:pathLst>
          </a:custGeom>
          <a:noFill/>
          <a:ln w="5890">
            <a:solidFill>
              <a:srgbClr val="57AC45">
                <a:alpha val="13000"/>
              </a:srgbClr>
            </a:solidFill>
            <a:prstDash val="solid"/>
          </a:ln>
        </p:spPr>
      </p:sp>
      <p:sp>
        <p:nvSpPr>
          <p:cNvPr id="92" name="lumia-token-stream-curve">
            <a:extLst>
              <a:ext uri="{FF2B5EF4-FFF2-40B4-BE49-F238E27FC236}">
                <a16:creationId xmlns:a16="http://schemas.microsoft.com/office/drawing/2014/main" id="{F35B6331-2122-4D85-9A17-5EEC43585D5A}"/>
              </a:ext>
            </a:extLst>
          </p:cNvPr>
          <p:cNvSpPr>
            <a:spLocks noGrp="1"/>
          </p:cNvSpPr>
          <p:nvPr/>
        </p:nvSpPr>
        <p:spPr>
          <a:xfrm>
            <a:off x="11571653" y="3102219"/>
            <a:ext cx="309960" cy="164407"/>
          </a:xfrm>
          <a:custGeom>
            <a:avLst/>
            <a:gdLst/>
            <a:ahLst/>
            <a:cxnLst/>
            <a:rect l="0" t="0" r="0" b="0"/>
            <a:pathLst>
              <a:path w="309960" h="164407">
                <a:moveTo>
                  <a:pt x="0" y="164407"/>
                </a:moveTo>
                <a:lnTo>
                  <a:pt x="309960" y="0"/>
                </a:lnTo>
              </a:path>
            </a:pathLst>
          </a:custGeom>
          <a:noFill/>
          <a:ln w="5912">
            <a:solidFill>
              <a:srgbClr val="46AA4C">
                <a:alpha val="13000"/>
              </a:srgbClr>
            </a:solidFill>
            <a:prstDash val="solid"/>
          </a:ln>
        </p:spPr>
      </p:sp>
      <p:sp>
        <p:nvSpPr>
          <p:cNvPr id="93" name="lumia-token-stream-curve">
            <a:extLst>
              <a:ext uri="{FF2B5EF4-FFF2-40B4-BE49-F238E27FC236}">
                <a16:creationId xmlns:a16="http://schemas.microsoft.com/office/drawing/2014/main" id="{0A01981B-5BDB-4B70-9531-769EDAB962D7}"/>
              </a:ext>
            </a:extLst>
          </p:cNvPr>
          <p:cNvSpPr>
            <a:spLocks noGrp="1"/>
          </p:cNvSpPr>
          <p:nvPr/>
        </p:nvSpPr>
        <p:spPr>
          <a:xfrm>
            <a:off x="11881613" y="2935451"/>
            <a:ext cx="310387" cy="166768"/>
          </a:xfrm>
          <a:custGeom>
            <a:avLst/>
            <a:gdLst/>
            <a:ahLst/>
            <a:cxnLst/>
            <a:rect l="0" t="0" r="0" b="0"/>
            <a:pathLst>
              <a:path w="310387" h="166768">
                <a:moveTo>
                  <a:pt x="0" y="166768"/>
                </a:moveTo>
                <a:lnTo>
                  <a:pt x="310387" y="0"/>
                </a:lnTo>
              </a:path>
            </a:pathLst>
          </a:custGeom>
          <a:noFill/>
          <a:ln w="5920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94" name="lumia-token-stream-curve">
            <a:extLst>
              <a:ext uri="{FF2B5EF4-FFF2-40B4-BE49-F238E27FC236}">
                <a16:creationId xmlns:a16="http://schemas.microsoft.com/office/drawing/2014/main" id="{9E26D338-0E0D-4A59-B442-503B6DD31AD7}"/>
              </a:ext>
            </a:extLst>
          </p:cNvPr>
          <p:cNvSpPr>
            <a:spLocks noGrp="1"/>
          </p:cNvSpPr>
          <p:nvPr/>
        </p:nvSpPr>
        <p:spPr>
          <a:xfrm>
            <a:off x="0" y="5149829"/>
            <a:ext cx="175592" cy="48178"/>
          </a:xfrm>
          <a:custGeom>
            <a:avLst/>
            <a:gdLst/>
            <a:ahLst/>
            <a:cxnLst/>
            <a:rect l="0" t="0" r="0" b="0"/>
            <a:pathLst>
              <a:path w="175592" h="48178">
                <a:moveTo>
                  <a:pt x="0" y="0"/>
                </a:moveTo>
                <a:lnTo>
                  <a:pt x="175592" y="48178"/>
                </a:lnTo>
              </a:path>
            </a:pathLst>
          </a:custGeom>
          <a:noFill/>
          <a:ln w="3970">
            <a:solidFill>
              <a:srgbClr val="4285F4">
                <a:alpha val="6000"/>
              </a:srgbClr>
            </a:solidFill>
            <a:prstDash val="solid"/>
          </a:ln>
        </p:spPr>
      </p:sp>
      <p:sp>
        <p:nvSpPr>
          <p:cNvPr id="95" name="lumia-token-stream-curve">
            <a:extLst>
              <a:ext uri="{FF2B5EF4-FFF2-40B4-BE49-F238E27FC236}">
                <a16:creationId xmlns:a16="http://schemas.microsoft.com/office/drawing/2014/main" id="{E07B1E4A-C93B-45F2-A0A4-45BB21D634CE}"/>
              </a:ext>
            </a:extLst>
          </p:cNvPr>
          <p:cNvSpPr>
            <a:spLocks noGrp="1"/>
          </p:cNvSpPr>
          <p:nvPr/>
        </p:nvSpPr>
        <p:spPr>
          <a:xfrm>
            <a:off x="175592" y="5198007"/>
            <a:ext cx="189599" cy="40785"/>
          </a:xfrm>
          <a:custGeom>
            <a:avLst/>
            <a:gdLst/>
            <a:ahLst/>
            <a:cxnLst/>
            <a:rect l="0" t="0" r="0" b="0"/>
            <a:pathLst>
              <a:path w="189599" h="40785">
                <a:moveTo>
                  <a:pt x="0" y="0"/>
                </a:moveTo>
                <a:lnTo>
                  <a:pt x="189599" y="40785"/>
                </a:lnTo>
              </a:path>
            </a:pathLst>
          </a:custGeom>
          <a:noFill/>
          <a:ln w="3970">
            <a:solidFill>
              <a:srgbClr val="447EEC">
                <a:alpha val="6000"/>
              </a:srgbClr>
            </a:solidFill>
            <a:prstDash val="solid"/>
          </a:ln>
        </p:spPr>
      </p:sp>
      <p:sp>
        <p:nvSpPr>
          <p:cNvPr id="96" name="lumia-token-stream-curve">
            <a:extLst>
              <a:ext uri="{FF2B5EF4-FFF2-40B4-BE49-F238E27FC236}">
                <a16:creationId xmlns:a16="http://schemas.microsoft.com/office/drawing/2014/main" id="{A295696A-0B42-4820-8AE9-667F2D0A66C7}"/>
              </a:ext>
            </a:extLst>
          </p:cNvPr>
          <p:cNvSpPr>
            <a:spLocks noGrp="1"/>
          </p:cNvSpPr>
          <p:nvPr/>
        </p:nvSpPr>
        <p:spPr>
          <a:xfrm>
            <a:off x="365191" y="5238792"/>
            <a:ext cx="194671" cy="33801"/>
          </a:xfrm>
          <a:custGeom>
            <a:avLst/>
            <a:gdLst/>
            <a:ahLst/>
            <a:cxnLst/>
            <a:rect l="0" t="0" r="0" b="0"/>
            <a:pathLst>
              <a:path w="194671" h="33801">
                <a:moveTo>
                  <a:pt x="0" y="0"/>
                </a:moveTo>
                <a:lnTo>
                  <a:pt x="194671" y="33801"/>
                </a:lnTo>
              </a:path>
            </a:pathLst>
          </a:custGeom>
          <a:noFill/>
          <a:ln w="3970">
            <a:solidFill>
              <a:srgbClr val="4678E3">
                <a:alpha val="6000"/>
              </a:srgbClr>
            </a:solidFill>
            <a:prstDash val="solid"/>
          </a:ln>
        </p:spPr>
      </p:sp>
      <p:sp>
        <p:nvSpPr>
          <p:cNvPr id="97" name="lumia-token-stream-curve">
            <a:extLst>
              <a:ext uri="{FF2B5EF4-FFF2-40B4-BE49-F238E27FC236}">
                <a16:creationId xmlns:a16="http://schemas.microsoft.com/office/drawing/2014/main" id="{5EB1AA38-2526-4B40-BDBE-F439C4C1407F}"/>
              </a:ext>
            </a:extLst>
          </p:cNvPr>
          <p:cNvSpPr>
            <a:spLocks noGrp="1"/>
          </p:cNvSpPr>
          <p:nvPr/>
        </p:nvSpPr>
        <p:spPr>
          <a:xfrm>
            <a:off x="559861" y="5272593"/>
            <a:ext cx="199635" cy="27483"/>
          </a:xfrm>
          <a:custGeom>
            <a:avLst/>
            <a:gdLst/>
            <a:ahLst/>
            <a:cxnLst/>
            <a:rect l="0" t="0" r="0" b="0"/>
            <a:pathLst>
              <a:path w="199635" h="27483">
                <a:moveTo>
                  <a:pt x="0" y="0"/>
                </a:moveTo>
                <a:lnTo>
                  <a:pt x="199635" y="27483"/>
                </a:lnTo>
              </a:path>
            </a:pathLst>
          </a:custGeom>
          <a:noFill/>
          <a:ln w="3970">
            <a:solidFill>
              <a:srgbClr val="4871DB">
                <a:alpha val="6000"/>
              </a:srgbClr>
            </a:solidFill>
            <a:prstDash val="solid"/>
          </a:ln>
        </p:spPr>
      </p:sp>
      <p:sp>
        <p:nvSpPr>
          <p:cNvPr id="98" name="lumia-token-stream-curve">
            <a:extLst>
              <a:ext uri="{FF2B5EF4-FFF2-40B4-BE49-F238E27FC236}">
                <a16:creationId xmlns:a16="http://schemas.microsoft.com/office/drawing/2014/main" id="{75F2E95F-14D9-48CA-9492-AB6238FE2DD2}"/>
              </a:ext>
            </a:extLst>
          </p:cNvPr>
          <p:cNvSpPr>
            <a:spLocks noGrp="1"/>
          </p:cNvSpPr>
          <p:nvPr/>
        </p:nvSpPr>
        <p:spPr>
          <a:xfrm>
            <a:off x="759496" y="5300076"/>
            <a:ext cx="204490" cy="22077"/>
          </a:xfrm>
          <a:custGeom>
            <a:avLst/>
            <a:gdLst/>
            <a:ahLst/>
            <a:cxnLst/>
            <a:rect l="0" t="0" r="0" b="0"/>
            <a:pathLst>
              <a:path w="204490" h="22077">
                <a:moveTo>
                  <a:pt x="0" y="0"/>
                </a:moveTo>
                <a:lnTo>
                  <a:pt x="204490" y="22077"/>
                </a:lnTo>
              </a:path>
            </a:pathLst>
          </a:custGeom>
          <a:noFill/>
          <a:ln w="3970">
            <a:solidFill>
              <a:srgbClr val="4A6BD2">
                <a:alpha val="6000"/>
              </a:srgbClr>
            </a:solidFill>
            <a:prstDash val="solid"/>
          </a:ln>
        </p:spPr>
      </p:sp>
      <p:sp>
        <p:nvSpPr>
          <p:cNvPr id="99" name="lumia-token-stream-curve">
            <a:extLst>
              <a:ext uri="{FF2B5EF4-FFF2-40B4-BE49-F238E27FC236}">
                <a16:creationId xmlns:a16="http://schemas.microsoft.com/office/drawing/2014/main" id="{1D967B67-C204-4DC2-B165-499B5F206CF7}"/>
              </a:ext>
            </a:extLst>
          </p:cNvPr>
          <p:cNvSpPr>
            <a:spLocks noGrp="1"/>
          </p:cNvSpPr>
          <p:nvPr/>
        </p:nvSpPr>
        <p:spPr>
          <a:xfrm>
            <a:off x="963986" y="5322153"/>
            <a:ext cx="209237" cy="17789"/>
          </a:xfrm>
          <a:custGeom>
            <a:avLst/>
            <a:gdLst/>
            <a:ahLst/>
            <a:cxnLst/>
            <a:rect l="0" t="0" r="0" b="0"/>
            <a:pathLst>
              <a:path w="209237" h="17789">
                <a:moveTo>
                  <a:pt x="0" y="0"/>
                </a:moveTo>
                <a:lnTo>
                  <a:pt x="209237" y="17789"/>
                </a:lnTo>
              </a:path>
            </a:pathLst>
          </a:custGeom>
          <a:noFill/>
          <a:ln w="3970">
            <a:solidFill>
              <a:srgbClr val="4C64CA">
                <a:alpha val="6000"/>
              </a:srgbClr>
            </a:solidFill>
            <a:prstDash val="solid"/>
          </a:ln>
        </p:spPr>
      </p:sp>
      <p:sp>
        <p:nvSpPr>
          <p:cNvPr id="100" name="lumia-token-stream-curve">
            <a:extLst>
              <a:ext uri="{FF2B5EF4-FFF2-40B4-BE49-F238E27FC236}">
                <a16:creationId xmlns:a16="http://schemas.microsoft.com/office/drawing/2014/main" id="{8AEFA682-09AB-48D1-BD5D-CD693904DCDD}"/>
              </a:ext>
            </a:extLst>
          </p:cNvPr>
          <p:cNvSpPr>
            <a:spLocks noGrp="1"/>
          </p:cNvSpPr>
          <p:nvPr/>
        </p:nvSpPr>
        <p:spPr>
          <a:xfrm>
            <a:off x="1173223" y="5339942"/>
            <a:ext cx="213876" cy="14752"/>
          </a:xfrm>
          <a:custGeom>
            <a:avLst/>
            <a:gdLst/>
            <a:ahLst/>
            <a:cxnLst/>
            <a:rect l="0" t="0" r="0" b="0"/>
            <a:pathLst>
              <a:path w="213876" h="14752">
                <a:moveTo>
                  <a:pt x="0" y="0"/>
                </a:moveTo>
                <a:lnTo>
                  <a:pt x="213876" y="14752"/>
                </a:lnTo>
              </a:path>
            </a:pathLst>
          </a:custGeom>
          <a:noFill/>
          <a:ln w="3970">
            <a:solidFill>
              <a:srgbClr val="4E5EC1">
                <a:alpha val="6000"/>
              </a:srgbClr>
            </a:solidFill>
            <a:prstDash val="solid"/>
          </a:ln>
        </p:spPr>
      </p:sp>
      <p:sp>
        <p:nvSpPr>
          <p:cNvPr id="101" name="lumia-token-stream-curve">
            <a:extLst>
              <a:ext uri="{FF2B5EF4-FFF2-40B4-BE49-F238E27FC236}">
                <a16:creationId xmlns:a16="http://schemas.microsoft.com/office/drawing/2014/main" id="{C4BA693B-928B-47B4-80BB-38C5C1BE2A28}"/>
              </a:ext>
            </a:extLst>
          </p:cNvPr>
          <p:cNvSpPr>
            <a:spLocks noGrp="1"/>
          </p:cNvSpPr>
          <p:nvPr/>
        </p:nvSpPr>
        <p:spPr>
          <a:xfrm>
            <a:off x="1387099" y="5354694"/>
            <a:ext cx="218406" cy="13010"/>
          </a:xfrm>
          <a:custGeom>
            <a:avLst/>
            <a:gdLst/>
            <a:ahLst/>
            <a:cxnLst/>
            <a:rect l="0" t="0" r="0" b="0"/>
            <a:pathLst>
              <a:path w="218406" h="13010">
                <a:moveTo>
                  <a:pt x="0" y="0"/>
                </a:moveTo>
                <a:lnTo>
                  <a:pt x="218406" y="13010"/>
                </a:lnTo>
              </a:path>
            </a:pathLst>
          </a:custGeom>
          <a:noFill/>
          <a:ln w="3970">
            <a:solidFill>
              <a:srgbClr val="5057B9">
                <a:alpha val="6000"/>
              </a:srgbClr>
            </a:solidFill>
            <a:prstDash val="solid"/>
          </a:ln>
        </p:spPr>
      </p:sp>
      <p:sp>
        <p:nvSpPr>
          <p:cNvPr id="102" name="lumia-token-stream-curve">
            <a:extLst>
              <a:ext uri="{FF2B5EF4-FFF2-40B4-BE49-F238E27FC236}">
                <a16:creationId xmlns:a16="http://schemas.microsoft.com/office/drawing/2014/main" id="{A61D8F1A-DA19-40F1-9614-164AEDA7634C}"/>
              </a:ext>
            </a:extLst>
          </p:cNvPr>
          <p:cNvSpPr>
            <a:spLocks noGrp="1"/>
          </p:cNvSpPr>
          <p:nvPr/>
        </p:nvSpPr>
        <p:spPr>
          <a:xfrm>
            <a:off x="1605505" y="5367704"/>
            <a:ext cx="222829" cy="12488"/>
          </a:xfrm>
          <a:custGeom>
            <a:avLst/>
            <a:gdLst/>
            <a:ahLst/>
            <a:cxnLst/>
            <a:rect l="0" t="0" r="0" b="0"/>
            <a:pathLst>
              <a:path w="222829" h="12488">
                <a:moveTo>
                  <a:pt x="0" y="0"/>
                </a:moveTo>
                <a:lnTo>
                  <a:pt x="222829" y="12488"/>
                </a:lnTo>
              </a:path>
            </a:pathLst>
          </a:custGeom>
          <a:noFill/>
          <a:ln w="3970">
            <a:solidFill>
              <a:srgbClr val="5250B0">
                <a:alpha val="6000"/>
              </a:srgbClr>
            </a:solidFill>
            <a:prstDash val="solid"/>
          </a:ln>
        </p:spPr>
      </p:sp>
      <p:sp>
        <p:nvSpPr>
          <p:cNvPr id="103" name="lumia-token-stream-curve">
            <a:extLst>
              <a:ext uri="{FF2B5EF4-FFF2-40B4-BE49-F238E27FC236}">
                <a16:creationId xmlns:a16="http://schemas.microsoft.com/office/drawing/2014/main" id="{C5F5EF38-727E-4AFD-AA50-14702AD73C1D}"/>
              </a:ext>
            </a:extLst>
          </p:cNvPr>
          <p:cNvSpPr>
            <a:spLocks noGrp="1"/>
          </p:cNvSpPr>
          <p:nvPr/>
        </p:nvSpPr>
        <p:spPr>
          <a:xfrm>
            <a:off x="1828334" y="5380192"/>
            <a:ext cx="227143" cy="12984"/>
          </a:xfrm>
          <a:custGeom>
            <a:avLst/>
            <a:gdLst/>
            <a:ahLst/>
            <a:cxnLst/>
            <a:rect l="0" t="0" r="0" b="0"/>
            <a:pathLst>
              <a:path w="227143" h="12984">
                <a:moveTo>
                  <a:pt x="0" y="0"/>
                </a:moveTo>
                <a:lnTo>
                  <a:pt x="227143" y="12984"/>
                </a:lnTo>
              </a:path>
            </a:pathLst>
          </a:custGeom>
          <a:noFill/>
          <a:ln w="3970">
            <a:solidFill>
              <a:srgbClr val="544AA8">
                <a:alpha val="6000"/>
              </a:srgbClr>
            </a:solidFill>
            <a:prstDash val="solid"/>
          </a:ln>
        </p:spPr>
      </p:sp>
      <p:sp>
        <p:nvSpPr>
          <p:cNvPr id="104" name="lumia-token-stream-curve">
            <a:extLst>
              <a:ext uri="{FF2B5EF4-FFF2-40B4-BE49-F238E27FC236}">
                <a16:creationId xmlns:a16="http://schemas.microsoft.com/office/drawing/2014/main" id="{8D9D6A76-05E4-4FC5-A646-EEEBF50DD4D2}"/>
              </a:ext>
            </a:extLst>
          </p:cNvPr>
          <p:cNvSpPr>
            <a:spLocks noGrp="1"/>
          </p:cNvSpPr>
          <p:nvPr/>
        </p:nvSpPr>
        <p:spPr>
          <a:xfrm>
            <a:off x="2055476" y="5393176"/>
            <a:ext cx="231348" cy="14168"/>
          </a:xfrm>
          <a:custGeom>
            <a:avLst/>
            <a:gdLst/>
            <a:ahLst/>
            <a:cxnLst/>
            <a:rect l="0" t="0" r="0" b="0"/>
            <a:pathLst>
              <a:path w="231348" h="14168">
                <a:moveTo>
                  <a:pt x="0" y="0"/>
                </a:moveTo>
                <a:lnTo>
                  <a:pt x="231348" y="14168"/>
                </a:lnTo>
              </a:path>
            </a:pathLst>
          </a:custGeom>
          <a:noFill/>
          <a:ln w="3970">
            <a:solidFill>
              <a:srgbClr val="5643A0">
                <a:alpha val="6000"/>
              </a:srgbClr>
            </a:solidFill>
            <a:prstDash val="solid"/>
          </a:ln>
        </p:spPr>
      </p:sp>
      <p:sp>
        <p:nvSpPr>
          <p:cNvPr id="105" name="lumia-token-stream-curve">
            <a:extLst>
              <a:ext uri="{FF2B5EF4-FFF2-40B4-BE49-F238E27FC236}">
                <a16:creationId xmlns:a16="http://schemas.microsoft.com/office/drawing/2014/main" id="{145F7470-F226-408C-9157-7428972DFA04}"/>
              </a:ext>
            </a:extLst>
          </p:cNvPr>
          <p:cNvSpPr>
            <a:spLocks noGrp="1"/>
          </p:cNvSpPr>
          <p:nvPr/>
        </p:nvSpPr>
        <p:spPr>
          <a:xfrm>
            <a:off x="2286825" y="5407344"/>
            <a:ext cx="235445" cy="15598"/>
          </a:xfrm>
          <a:custGeom>
            <a:avLst/>
            <a:gdLst/>
            <a:ahLst/>
            <a:cxnLst/>
            <a:rect l="0" t="0" r="0" b="0"/>
            <a:pathLst>
              <a:path w="235445" h="15598">
                <a:moveTo>
                  <a:pt x="0" y="0"/>
                </a:moveTo>
                <a:lnTo>
                  <a:pt x="235445" y="15598"/>
                </a:lnTo>
              </a:path>
            </a:pathLst>
          </a:custGeom>
          <a:noFill/>
          <a:ln w="3970">
            <a:solidFill>
              <a:srgbClr val="583D97">
                <a:alpha val="6000"/>
              </a:srgbClr>
            </a:solidFill>
            <a:prstDash val="solid"/>
          </a:ln>
        </p:spPr>
      </p:sp>
      <p:sp>
        <p:nvSpPr>
          <p:cNvPr id="106" name="lumia-token-stream-curve">
            <a:extLst>
              <a:ext uri="{FF2B5EF4-FFF2-40B4-BE49-F238E27FC236}">
                <a16:creationId xmlns:a16="http://schemas.microsoft.com/office/drawing/2014/main" id="{D5C392EC-49BA-42E3-9496-5CCDAD85AE28}"/>
              </a:ext>
            </a:extLst>
          </p:cNvPr>
          <p:cNvSpPr>
            <a:spLocks noGrp="1"/>
          </p:cNvSpPr>
          <p:nvPr/>
        </p:nvSpPr>
        <p:spPr>
          <a:xfrm>
            <a:off x="2522270" y="5422942"/>
            <a:ext cx="239434" cy="16752"/>
          </a:xfrm>
          <a:custGeom>
            <a:avLst/>
            <a:gdLst/>
            <a:ahLst/>
            <a:cxnLst/>
            <a:rect l="0" t="0" r="0" b="0"/>
            <a:pathLst>
              <a:path w="239434" h="16752">
                <a:moveTo>
                  <a:pt x="0" y="0"/>
                </a:moveTo>
                <a:lnTo>
                  <a:pt x="239434" y="16752"/>
                </a:lnTo>
              </a:path>
            </a:pathLst>
          </a:custGeom>
          <a:noFill/>
          <a:ln w="3970">
            <a:solidFill>
              <a:srgbClr val="623C8F">
                <a:alpha val="6000"/>
              </a:srgbClr>
            </a:solidFill>
            <a:prstDash val="solid"/>
          </a:ln>
        </p:spPr>
      </p:sp>
      <p:sp>
        <p:nvSpPr>
          <p:cNvPr id="107" name="lumia-token-stream-curve">
            <a:extLst>
              <a:ext uri="{FF2B5EF4-FFF2-40B4-BE49-F238E27FC236}">
                <a16:creationId xmlns:a16="http://schemas.microsoft.com/office/drawing/2014/main" id="{E8B7FE87-E52E-44F2-8405-C7FF84D0D00E}"/>
              </a:ext>
            </a:extLst>
          </p:cNvPr>
          <p:cNvSpPr>
            <a:spLocks noGrp="1"/>
          </p:cNvSpPr>
          <p:nvPr/>
        </p:nvSpPr>
        <p:spPr>
          <a:xfrm>
            <a:off x="2761704" y="5439694"/>
            <a:ext cx="243315" cy="17072"/>
          </a:xfrm>
          <a:custGeom>
            <a:avLst/>
            <a:gdLst/>
            <a:ahLst/>
            <a:cxnLst/>
            <a:rect l="0" t="0" r="0" b="0"/>
            <a:pathLst>
              <a:path w="243315" h="17072">
                <a:moveTo>
                  <a:pt x="0" y="0"/>
                </a:moveTo>
                <a:lnTo>
                  <a:pt x="243315" y="17072"/>
                </a:lnTo>
              </a:path>
            </a:pathLst>
          </a:custGeom>
          <a:noFill/>
          <a:ln w="3970">
            <a:solidFill>
              <a:srgbClr val="6F3C86">
                <a:alpha val="6000"/>
              </a:srgbClr>
            </a:solidFill>
            <a:prstDash val="solid"/>
          </a:ln>
        </p:spPr>
      </p:sp>
      <p:sp>
        <p:nvSpPr>
          <p:cNvPr id="108" name="lumia-token-stream-curve">
            <a:extLst>
              <a:ext uri="{FF2B5EF4-FFF2-40B4-BE49-F238E27FC236}">
                <a16:creationId xmlns:a16="http://schemas.microsoft.com/office/drawing/2014/main" id="{09FF0783-ECB9-4A60-87C1-989712E95792}"/>
              </a:ext>
            </a:extLst>
          </p:cNvPr>
          <p:cNvSpPr>
            <a:spLocks noGrp="1"/>
          </p:cNvSpPr>
          <p:nvPr/>
        </p:nvSpPr>
        <p:spPr>
          <a:xfrm>
            <a:off x="3005020" y="5456767"/>
            <a:ext cx="247087" cy="16024"/>
          </a:xfrm>
          <a:custGeom>
            <a:avLst/>
            <a:gdLst/>
            <a:ahLst/>
            <a:cxnLst/>
            <a:rect l="0" t="0" r="0" b="0"/>
            <a:pathLst>
              <a:path w="247087" h="16024">
                <a:moveTo>
                  <a:pt x="0" y="0"/>
                </a:moveTo>
                <a:lnTo>
                  <a:pt x="247087" y="16024"/>
                </a:lnTo>
              </a:path>
            </a:pathLst>
          </a:custGeom>
          <a:noFill/>
          <a:ln w="3970">
            <a:solidFill>
              <a:srgbClr val="7C3D7E">
                <a:alpha val="6000"/>
              </a:srgbClr>
            </a:solidFill>
            <a:prstDash val="solid"/>
          </a:ln>
        </p:spPr>
      </p:sp>
      <p:sp>
        <p:nvSpPr>
          <p:cNvPr id="109" name="lumia-token-stream-curve">
            <a:extLst>
              <a:ext uri="{FF2B5EF4-FFF2-40B4-BE49-F238E27FC236}">
                <a16:creationId xmlns:a16="http://schemas.microsoft.com/office/drawing/2014/main" id="{93CB1D3A-DADD-4921-8BA3-8D5554898FC3}"/>
              </a:ext>
            </a:extLst>
          </p:cNvPr>
          <p:cNvSpPr>
            <a:spLocks noGrp="1"/>
          </p:cNvSpPr>
          <p:nvPr/>
        </p:nvSpPr>
        <p:spPr>
          <a:xfrm>
            <a:off x="3252107" y="5472791"/>
            <a:ext cx="250752" cy="13164"/>
          </a:xfrm>
          <a:custGeom>
            <a:avLst/>
            <a:gdLst/>
            <a:ahLst/>
            <a:cxnLst/>
            <a:rect l="0" t="0" r="0" b="0"/>
            <a:pathLst>
              <a:path w="250752" h="13164">
                <a:moveTo>
                  <a:pt x="0" y="0"/>
                </a:moveTo>
                <a:lnTo>
                  <a:pt x="250752" y="13164"/>
                </a:lnTo>
              </a:path>
            </a:pathLst>
          </a:custGeom>
          <a:noFill/>
          <a:ln w="3970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110" name="lumia-token-stream-curve">
            <a:extLst>
              <a:ext uri="{FF2B5EF4-FFF2-40B4-BE49-F238E27FC236}">
                <a16:creationId xmlns:a16="http://schemas.microsoft.com/office/drawing/2014/main" id="{A04644A9-D393-4002-85D8-FCF6737041B4}"/>
              </a:ext>
            </a:extLst>
          </p:cNvPr>
          <p:cNvSpPr>
            <a:spLocks noGrp="1"/>
          </p:cNvSpPr>
          <p:nvPr/>
        </p:nvSpPr>
        <p:spPr>
          <a:xfrm>
            <a:off x="3502859" y="5485955"/>
            <a:ext cx="254307" cy="9525"/>
          </a:xfrm>
          <a:custGeom>
            <a:avLst/>
            <a:gdLst/>
            <a:ahLst/>
            <a:cxnLst/>
            <a:rect l="0" t="0" r="0" b="0"/>
            <a:pathLst>
              <a:path w="254307" h="9525">
                <a:moveTo>
                  <a:pt x="0" y="0"/>
                </a:moveTo>
                <a:lnTo>
                  <a:pt x="254307" y="8199"/>
                </a:lnTo>
              </a:path>
            </a:pathLst>
          </a:custGeom>
          <a:noFill/>
          <a:ln w="3971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111" name="lumia-token-stream-curve">
            <a:extLst>
              <a:ext uri="{FF2B5EF4-FFF2-40B4-BE49-F238E27FC236}">
                <a16:creationId xmlns:a16="http://schemas.microsoft.com/office/drawing/2014/main" id="{C87C6886-227B-4F76-AD0D-5063C5C78D48}"/>
              </a:ext>
            </a:extLst>
          </p:cNvPr>
          <p:cNvSpPr>
            <a:spLocks noGrp="1"/>
          </p:cNvSpPr>
          <p:nvPr/>
        </p:nvSpPr>
        <p:spPr>
          <a:xfrm>
            <a:off x="3757166" y="5494154"/>
            <a:ext cx="257755" cy="9525"/>
          </a:xfrm>
          <a:custGeom>
            <a:avLst/>
            <a:gdLst/>
            <a:ahLst/>
            <a:cxnLst/>
            <a:rect l="0" t="0" r="0" b="0"/>
            <a:pathLst>
              <a:path w="257755" h="9525">
                <a:moveTo>
                  <a:pt x="0" y="0"/>
                </a:moveTo>
                <a:lnTo>
                  <a:pt x="257755" y="1044"/>
                </a:lnTo>
              </a:path>
            </a:pathLst>
          </a:custGeom>
          <a:noFill/>
          <a:ln w="3983">
            <a:solidFill>
              <a:srgbClr val="A33F64">
                <a:alpha val="7000"/>
              </a:srgbClr>
            </a:solidFill>
            <a:prstDash val="solid"/>
          </a:ln>
        </p:spPr>
      </p:sp>
      <p:sp>
        <p:nvSpPr>
          <p:cNvPr id="112" name="lumia-token-stream-curve">
            <a:extLst>
              <a:ext uri="{FF2B5EF4-FFF2-40B4-BE49-F238E27FC236}">
                <a16:creationId xmlns:a16="http://schemas.microsoft.com/office/drawing/2014/main" id="{3327E129-7D51-450E-A72A-A020E95CF121}"/>
              </a:ext>
            </a:extLst>
          </p:cNvPr>
          <p:cNvSpPr>
            <a:spLocks noGrp="1"/>
          </p:cNvSpPr>
          <p:nvPr/>
        </p:nvSpPr>
        <p:spPr>
          <a:xfrm>
            <a:off x="4014921" y="5487056"/>
            <a:ext cx="261094" cy="9525"/>
          </a:xfrm>
          <a:custGeom>
            <a:avLst/>
            <a:gdLst/>
            <a:ahLst/>
            <a:cxnLst/>
            <a:rect l="0" t="0" r="0" b="0"/>
            <a:pathLst>
              <a:path w="261094" h="9525">
                <a:moveTo>
                  <a:pt x="0" y="8143"/>
                </a:moveTo>
                <a:lnTo>
                  <a:pt x="261094" y="0"/>
                </a:lnTo>
              </a:path>
            </a:pathLst>
          </a:custGeom>
          <a:noFill/>
          <a:ln w="4011">
            <a:solidFill>
              <a:srgbClr val="B0405B">
                <a:alpha val="7000"/>
              </a:srgbClr>
            </a:solidFill>
            <a:prstDash val="solid"/>
          </a:ln>
        </p:spPr>
      </p:sp>
      <p:sp>
        <p:nvSpPr>
          <p:cNvPr id="113" name="lumia-token-stream-curve">
            <a:extLst>
              <a:ext uri="{FF2B5EF4-FFF2-40B4-BE49-F238E27FC236}">
                <a16:creationId xmlns:a16="http://schemas.microsoft.com/office/drawing/2014/main" id="{149D9E39-0D03-4397-B0AE-48CD7820EB40}"/>
              </a:ext>
            </a:extLst>
          </p:cNvPr>
          <p:cNvSpPr>
            <a:spLocks noGrp="1"/>
          </p:cNvSpPr>
          <p:nvPr/>
        </p:nvSpPr>
        <p:spPr>
          <a:xfrm>
            <a:off x="4276015" y="5468103"/>
            <a:ext cx="264325" cy="18952"/>
          </a:xfrm>
          <a:custGeom>
            <a:avLst/>
            <a:gdLst/>
            <a:ahLst/>
            <a:cxnLst/>
            <a:rect l="0" t="0" r="0" b="0"/>
            <a:pathLst>
              <a:path w="264325" h="18952">
                <a:moveTo>
                  <a:pt x="0" y="18952"/>
                </a:moveTo>
                <a:lnTo>
                  <a:pt x="264325" y="0"/>
                </a:lnTo>
              </a:path>
            </a:pathLst>
          </a:custGeom>
          <a:noFill/>
          <a:ln w="4052">
            <a:solidFill>
              <a:srgbClr val="BD4153">
                <a:alpha val="7000"/>
              </a:srgbClr>
            </a:solidFill>
            <a:prstDash val="solid"/>
          </a:ln>
        </p:spPr>
      </p:sp>
      <p:sp>
        <p:nvSpPr>
          <p:cNvPr id="114" name="lumia-token-stream-curve">
            <a:extLst>
              <a:ext uri="{FF2B5EF4-FFF2-40B4-BE49-F238E27FC236}">
                <a16:creationId xmlns:a16="http://schemas.microsoft.com/office/drawing/2014/main" id="{6D8F96AB-3387-4855-8E8D-E08E841D4702}"/>
              </a:ext>
            </a:extLst>
          </p:cNvPr>
          <p:cNvSpPr>
            <a:spLocks noGrp="1"/>
          </p:cNvSpPr>
          <p:nvPr/>
        </p:nvSpPr>
        <p:spPr>
          <a:xfrm>
            <a:off x="4540339" y="5437356"/>
            <a:ext cx="267447" cy="30747"/>
          </a:xfrm>
          <a:custGeom>
            <a:avLst/>
            <a:gdLst/>
            <a:ahLst/>
            <a:cxnLst/>
            <a:rect l="0" t="0" r="0" b="0"/>
            <a:pathLst>
              <a:path w="267447" h="30747">
                <a:moveTo>
                  <a:pt x="0" y="30747"/>
                </a:moveTo>
                <a:lnTo>
                  <a:pt x="267447" y="0"/>
                </a:lnTo>
              </a:path>
            </a:pathLst>
          </a:custGeom>
          <a:noFill/>
          <a:ln w="4107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115" name="lumia-token-stream-curve">
            <a:extLst>
              <a:ext uri="{FF2B5EF4-FFF2-40B4-BE49-F238E27FC236}">
                <a16:creationId xmlns:a16="http://schemas.microsoft.com/office/drawing/2014/main" id="{4C90ECF0-6DB4-4463-AFF7-8BE317FB3E8A}"/>
              </a:ext>
            </a:extLst>
          </p:cNvPr>
          <p:cNvSpPr>
            <a:spLocks noGrp="1"/>
          </p:cNvSpPr>
          <p:nvPr/>
        </p:nvSpPr>
        <p:spPr>
          <a:xfrm>
            <a:off x="4807787" y="5394637"/>
            <a:ext cx="270462" cy="42719"/>
          </a:xfrm>
          <a:custGeom>
            <a:avLst/>
            <a:gdLst/>
            <a:ahLst/>
            <a:cxnLst/>
            <a:rect l="0" t="0" r="0" b="0"/>
            <a:pathLst>
              <a:path w="270462" h="42719">
                <a:moveTo>
                  <a:pt x="0" y="42719"/>
                </a:moveTo>
                <a:lnTo>
                  <a:pt x="270462" y="0"/>
                </a:lnTo>
              </a:path>
            </a:pathLst>
          </a:custGeom>
          <a:noFill/>
          <a:ln w="4173">
            <a:solidFill>
              <a:srgbClr val="D74242">
                <a:alpha val="8000"/>
              </a:srgbClr>
            </a:solidFill>
            <a:prstDash val="solid"/>
          </a:ln>
        </p:spPr>
      </p:sp>
      <p:sp>
        <p:nvSpPr>
          <p:cNvPr id="116" name="lumia-token-stream-curve">
            <a:extLst>
              <a:ext uri="{FF2B5EF4-FFF2-40B4-BE49-F238E27FC236}">
                <a16:creationId xmlns:a16="http://schemas.microsoft.com/office/drawing/2014/main" id="{F1CEAA89-D3F6-4B93-B43D-21EBC0365BAF}"/>
              </a:ext>
            </a:extLst>
          </p:cNvPr>
          <p:cNvSpPr>
            <a:spLocks noGrp="1"/>
          </p:cNvSpPr>
          <p:nvPr/>
        </p:nvSpPr>
        <p:spPr>
          <a:xfrm>
            <a:off x="5078248" y="5340664"/>
            <a:ext cx="273367" cy="53973"/>
          </a:xfrm>
          <a:custGeom>
            <a:avLst/>
            <a:gdLst/>
            <a:ahLst/>
            <a:cxnLst/>
            <a:rect l="0" t="0" r="0" b="0"/>
            <a:pathLst>
              <a:path w="273367" h="53973">
                <a:moveTo>
                  <a:pt x="0" y="53973"/>
                </a:moveTo>
                <a:lnTo>
                  <a:pt x="273367" y="0"/>
                </a:lnTo>
              </a:path>
            </a:pathLst>
          </a:custGeom>
          <a:noFill/>
          <a:ln w="4250">
            <a:solidFill>
              <a:srgbClr val="E44339">
                <a:alpha val="8000"/>
              </a:srgbClr>
            </a:solidFill>
            <a:prstDash val="solid"/>
          </a:ln>
        </p:spPr>
      </p:sp>
      <p:sp>
        <p:nvSpPr>
          <p:cNvPr id="117" name="lumia-token-stream-curve">
            <a:extLst>
              <a:ext uri="{FF2B5EF4-FFF2-40B4-BE49-F238E27FC236}">
                <a16:creationId xmlns:a16="http://schemas.microsoft.com/office/drawing/2014/main" id="{98E859D8-4670-436F-BA27-8F60953BEC3E}"/>
              </a:ext>
            </a:extLst>
          </p:cNvPr>
          <p:cNvSpPr>
            <a:spLocks noGrp="1"/>
          </p:cNvSpPr>
          <p:nvPr/>
        </p:nvSpPr>
        <p:spPr>
          <a:xfrm>
            <a:off x="5351616" y="5277024"/>
            <a:ext cx="276165" cy="63640"/>
          </a:xfrm>
          <a:custGeom>
            <a:avLst/>
            <a:gdLst/>
            <a:ahLst/>
            <a:cxnLst/>
            <a:rect l="0" t="0" r="0" b="0"/>
            <a:pathLst>
              <a:path w="276165" h="63640">
                <a:moveTo>
                  <a:pt x="0" y="63640"/>
                </a:moveTo>
                <a:lnTo>
                  <a:pt x="276165" y="0"/>
                </a:lnTo>
              </a:path>
            </a:pathLst>
          </a:custGeom>
          <a:noFill/>
          <a:ln w="4337">
            <a:solidFill>
              <a:srgbClr val="EB4833">
                <a:alpha val="8000"/>
              </a:srgbClr>
            </a:solidFill>
            <a:prstDash val="solid"/>
          </a:ln>
        </p:spPr>
      </p:sp>
      <p:sp>
        <p:nvSpPr>
          <p:cNvPr id="118" name="lumia-token-stream-curve">
            <a:extLst>
              <a:ext uri="{FF2B5EF4-FFF2-40B4-BE49-F238E27FC236}">
                <a16:creationId xmlns:a16="http://schemas.microsoft.com/office/drawing/2014/main" id="{6E7C8934-6BB9-49CF-82ED-E774DE6F00CA}"/>
              </a:ext>
            </a:extLst>
          </p:cNvPr>
          <p:cNvSpPr>
            <a:spLocks noGrp="1"/>
          </p:cNvSpPr>
          <p:nvPr/>
        </p:nvSpPr>
        <p:spPr>
          <a:xfrm>
            <a:off x="5627781" y="5206033"/>
            <a:ext cx="278854" cy="70991"/>
          </a:xfrm>
          <a:custGeom>
            <a:avLst/>
            <a:gdLst/>
            <a:ahLst/>
            <a:cxnLst/>
            <a:rect l="0" t="0" r="0" b="0"/>
            <a:pathLst>
              <a:path w="278854" h="70991">
                <a:moveTo>
                  <a:pt x="0" y="70991"/>
                </a:moveTo>
                <a:lnTo>
                  <a:pt x="278854" y="0"/>
                </a:lnTo>
              </a:path>
            </a:pathLst>
          </a:custGeom>
          <a:noFill/>
          <a:ln w="4432">
            <a:solidFill>
              <a:srgbClr val="EC532F">
                <a:alpha val="9000"/>
              </a:srgbClr>
            </a:solidFill>
            <a:prstDash val="solid"/>
          </a:ln>
        </p:spPr>
      </p:sp>
      <p:sp>
        <p:nvSpPr>
          <p:cNvPr id="119" name="lumia-token-stream-curve">
            <a:extLst>
              <a:ext uri="{FF2B5EF4-FFF2-40B4-BE49-F238E27FC236}">
                <a16:creationId xmlns:a16="http://schemas.microsoft.com/office/drawing/2014/main" id="{7A81A216-D081-41D7-A73A-036B353DBA89}"/>
              </a:ext>
            </a:extLst>
          </p:cNvPr>
          <p:cNvSpPr>
            <a:spLocks noGrp="1"/>
          </p:cNvSpPr>
          <p:nvPr/>
        </p:nvSpPr>
        <p:spPr>
          <a:xfrm>
            <a:off x="5906635" y="5130483"/>
            <a:ext cx="281435" cy="75550"/>
          </a:xfrm>
          <a:custGeom>
            <a:avLst/>
            <a:gdLst/>
            <a:ahLst/>
            <a:cxnLst/>
            <a:rect l="0" t="0" r="0" b="0"/>
            <a:pathLst>
              <a:path w="281435" h="75550">
                <a:moveTo>
                  <a:pt x="0" y="75550"/>
                </a:moveTo>
                <a:lnTo>
                  <a:pt x="281435" y="0"/>
                </a:lnTo>
              </a:path>
            </a:pathLst>
          </a:custGeom>
          <a:noFill/>
          <a:ln w="4534">
            <a:solidFill>
              <a:srgbClr val="EE5E2A">
                <a:alpha val="9000"/>
              </a:srgbClr>
            </a:solidFill>
            <a:prstDash val="solid"/>
          </a:ln>
        </p:spPr>
      </p:sp>
      <p:sp>
        <p:nvSpPr>
          <p:cNvPr id="120" name="lumia-token-stream-curve">
            <a:extLst>
              <a:ext uri="{FF2B5EF4-FFF2-40B4-BE49-F238E27FC236}">
                <a16:creationId xmlns:a16="http://schemas.microsoft.com/office/drawing/2014/main" id="{B1BF2770-F218-4BDD-BEE2-F8F6467F2EC9}"/>
              </a:ext>
            </a:extLst>
          </p:cNvPr>
          <p:cNvSpPr>
            <a:spLocks noGrp="1"/>
          </p:cNvSpPr>
          <p:nvPr/>
        </p:nvSpPr>
        <p:spPr>
          <a:xfrm>
            <a:off x="6188071" y="5053302"/>
            <a:ext cx="283908" cy="77181"/>
          </a:xfrm>
          <a:custGeom>
            <a:avLst/>
            <a:gdLst/>
            <a:ahLst/>
            <a:cxnLst/>
            <a:rect l="0" t="0" r="0" b="0"/>
            <a:pathLst>
              <a:path w="283908" h="77181">
                <a:moveTo>
                  <a:pt x="0" y="77181"/>
                </a:moveTo>
                <a:lnTo>
                  <a:pt x="283908" y="0"/>
                </a:lnTo>
              </a:path>
            </a:pathLst>
          </a:custGeom>
          <a:noFill/>
          <a:ln w="4643">
            <a:solidFill>
              <a:srgbClr val="EF6926">
                <a:alpha val="9000"/>
              </a:srgbClr>
            </a:solidFill>
            <a:prstDash val="solid"/>
          </a:ln>
        </p:spPr>
      </p:sp>
      <p:sp>
        <p:nvSpPr>
          <p:cNvPr id="121" name="lumia-token-stream-curve">
            <a:extLst>
              <a:ext uri="{FF2B5EF4-FFF2-40B4-BE49-F238E27FC236}">
                <a16:creationId xmlns:a16="http://schemas.microsoft.com/office/drawing/2014/main" id="{2D34ACFB-E0A1-449A-81AF-61BA10A0E933}"/>
              </a:ext>
            </a:extLst>
          </p:cNvPr>
          <p:cNvSpPr>
            <a:spLocks noGrp="1"/>
          </p:cNvSpPr>
          <p:nvPr/>
        </p:nvSpPr>
        <p:spPr>
          <a:xfrm>
            <a:off x="6471979" y="4977173"/>
            <a:ext cx="286273" cy="76129"/>
          </a:xfrm>
          <a:custGeom>
            <a:avLst/>
            <a:gdLst/>
            <a:ahLst/>
            <a:cxnLst/>
            <a:rect l="0" t="0" r="0" b="0"/>
            <a:pathLst>
              <a:path w="286273" h="76129">
                <a:moveTo>
                  <a:pt x="0" y="76129"/>
                </a:moveTo>
                <a:lnTo>
                  <a:pt x="286273" y="0"/>
                </a:lnTo>
              </a:path>
            </a:pathLst>
          </a:custGeom>
          <a:noFill/>
          <a:ln w="4757">
            <a:solidFill>
              <a:srgbClr val="F17322">
                <a:alpha val="10000"/>
              </a:srgbClr>
            </a:solidFill>
            <a:prstDash val="solid"/>
          </a:ln>
        </p:spPr>
      </p:sp>
      <p:sp>
        <p:nvSpPr>
          <p:cNvPr id="122" name="lumia-token-stream-curve">
            <a:extLst>
              <a:ext uri="{FF2B5EF4-FFF2-40B4-BE49-F238E27FC236}">
                <a16:creationId xmlns:a16="http://schemas.microsoft.com/office/drawing/2014/main" id="{24CA83E5-4B8F-4CC4-85D3-B9064D0DE356}"/>
              </a:ext>
            </a:extLst>
          </p:cNvPr>
          <p:cNvSpPr>
            <a:spLocks noGrp="1"/>
          </p:cNvSpPr>
          <p:nvPr/>
        </p:nvSpPr>
        <p:spPr>
          <a:xfrm>
            <a:off x="6758251" y="4904152"/>
            <a:ext cx="288529" cy="73021"/>
          </a:xfrm>
          <a:custGeom>
            <a:avLst/>
            <a:gdLst/>
            <a:ahLst/>
            <a:cxnLst/>
            <a:rect l="0" t="0" r="0" b="0"/>
            <a:pathLst>
              <a:path w="288529" h="73021">
                <a:moveTo>
                  <a:pt x="0" y="73021"/>
                </a:moveTo>
                <a:lnTo>
                  <a:pt x="288529" y="0"/>
                </a:lnTo>
              </a:path>
            </a:pathLst>
          </a:custGeom>
          <a:noFill/>
          <a:ln w="4874">
            <a:solidFill>
              <a:srgbClr val="F27E1E">
                <a:alpha val="10000"/>
              </a:srgbClr>
            </a:solidFill>
            <a:prstDash val="solid"/>
          </a:ln>
        </p:spPr>
      </p:sp>
      <p:sp>
        <p:nvSpPr>
          <p:cNvPr id="123" name="lumia-token-stream-curve">
            <a:extLst>
              <a:ext uri="{FF2B5EF4-FFF2-40B4-BE49-F238E27FC236}">
                <a16:creationId xmlns:a16="http://schemas.microsoft.com/office/drawing/2014/main" id="{7B00D73E-0260-44F9-95D4-F73FCCB6C24B}"/>
              </a:ext>
            </a:extLst>
          </p:cNvPr>
          <p:cNvSpPr>
            <a:spLocks noGrp="1"/>
          </p:cNvSpPr>
          <p:nvPr/>
        </p:nvSpPr>
        <p:spPr>
          <a:xfrm>
            <a:off x="7046780" y="4835348"/>
            <a:ext cx="290676" cy="68804"/>
          </a:xfrm>
          <a:custGeom>
            <a:avLst/>
            <a:gdLst/>
            <a:ahLst/>
            <a:cxnLst/>
            <a:rect l="0" t="0" r="0" b="0"/>
            <a:pathLst>
              <a:path w="290676" h="68804">
                <a:moveTo>
                  <a:pt x="0" y="68804"/>
                </a:moveTo>
                <a:lnTo>
                  <a:pt x="290676" y="0"/>
                </a:lnTo>
              </a:path>
            </a:pathLst>
          </a:custGeom>
          <a:noFill/>
          <a:ln w="4994">
            <a:solidFill>
              <a:srgbClr val="F48919">
                <a:alpha val="10000"/>
              </a:srgbClr>
            </a:solidFill>
            <a:prstDash val="solid"/>
          </a:ln>
        </p:spPr>
      </p:sp>
      <p:sp>
        <p:nvSpPr>
          <p:cNvPr id="124" name="lumia-token-stream-curve">
            <a:extLst>
              <a:ext uri="{FF2B5EF4-FFF2-40B4-BE49-F238E27FC236}">
                <a16:creationId xmlns:a16="http://schemas.microsoft.com/office/drawing/2014/main" id="{994ECFA6-1DC0-452D-801E-D0CD4BCE4296}"/>
              </a:ext>
            </a:extLst>
          </p:cNvPr>
          <p:cNvSpPr>
            <a:spLocks noGrp="1"/>
          </p:cNvSpPr>
          <p:nvPr/>
        </p:nvSpPr>
        <p:spPr>
          <a:xfrm>
            <a:off x="7337456" y="4770722"/>
            <a:ext cx="292716" cy="64627"/>
          </a:xfrm>
          <a:custGeom>
            <a:avLst/>
            <a:gdLst/>
            <a:ahLst/>
            <a:cxnLst/>
            <a:rect l="0" t="0" r="0" b="0"/>
            <a:pathLst>
              <a:path w="292716" h="64627">
                <a:moveTo>
                  <a:pt x="0" y="64627"/>
                </a:moveTo>
                <a:lnTo>
                  <a:pt x="292716" y="0"/>
                </a:lnTo>
              </a:path>
            </a:pathLst>
          </a:custGeom>
          <a:noFill/>
          <a:ln w="5116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125" name="lumia-token-stream-curve">
            <a:extLst>
              <a:ext uri="{FF2B5EF4-FFF2-40B4-BE49-F238E27FC236}">
                <a16:creationId xmlns:a16="http://schemas.microsoft.com/office/drawing/2014/main" id="{509AB37D-3FA2-407C-A436-2C6039226686}"/>
              </a:ext>
            </a:extLst>
          </p:cNvPr>
          <p:cNvSpPr>
            <a:spLocks noGrp="1"/>
          </p:cNvSpPr>
          <p:nvPr/>
        </p:nvSpPr>
        <p:spPr>
          <a:xfrm>
            <a:off x="7630172" y="4709027"/>
            <a:ext cx="294647" cy="61695"/>
          </a:xfrm>
          <a:custGeom>
            <a:avLst/>
            <a:gdLst/>
            <a:ahLst/>
            <a:cxnLst/>
            <a:rect l="0" t="0" r="0" b="0"/>
            <a:pathLst>
              <a:path w="294647" h="61695">
                <a:moveTo>
                  <a:pt x="0" y="61695"/>
                </a:moveTo>
                <a:lnTo>
                  <a:pt x="294647" y="0"/>
                </a:lnTo>
              </a:path>
            </a:pathLst>
          </a:custGeom>
          <a:noFill/>
          <a:ln w="5238">
            <a:solidFill>
              <a:srgbClr val="F79E11">
                <a:alpha val="11000"/>
              </a:srgbClr>
            </a:solidFill>
            <a:prstDash val="solid"/>
          </a:ln>
        </p:spPr>
      </p:sp>
      <p:sp>
        <p:nvSpPr>
          <p:cNvPr id="126" name="lumia-token-stream-curve">
            <a:extLst>
              <a:ext uri="{FF2B5EF4-FFF2-40B4-BE49-F238E27FC236}">
                <a16:creationId xmlns:a16="http://schemas.microsoft.com/office/drawing/2014/main" id="{9BF33855-A653-46F5-BFC8-55F22DC7177B}"/>
              </a:ext>
            </a:extLst>
          </p:cNvPr>
          <p:cNvSpPr>
            <a:spLocks noGrp="1"/>
          </p:cNvSpPr>
          <p:nvPr/>
        </p:nvSpPr>
        <p:spPr>
          <a:xfrm>
            <a:off x="7924819" y="4647932"/>
            <a:ext cx="296470" cy="61095"/>
          </a:xfrm>
          <a:custGeom>
            <a:avLst/>
            <a:gdLst/>
            <a:ahLst/>
            <a:cxnLst/>
            <a:rect l="0" t="0" r="0" b="0"/>
            <a:pathLst>
              <a:path w="296470" h="61095">
                <a:moveTo>
                  <a:pt x="0" y="61095"/>
                </a:moveTo>
                <a:lnTo>
                  <a:pt x="296470" y="0"/>
                </a:lnTo>
              </a:path>
            </a:pathLst>
          </a:custGeom>
          <a:noFill/>
          <a:ln w="5359">
            <a:solidFill>
              <a:srgbClr val="F8A90C">
                <a:alpha val="11000"/>
              </a:srgbClr>
            </a:solidFill>
            <a:prstDash val="solid"/>
          </a:ln>
        </p:spPr>
      </p:sp>
      <p:sp>
        <p:nvSpPr>
          <p:cNvPr id="127" name="lumia-token-stream-curve">
            <a:extLst>
              <a:ext uri="{FF2B5EF4-FFF2-40B4-BE49-F238E27FC236}">
                <a16:creationId xmlns:a16="http://schemas.microsoft.com/office/drawing/2014/main" id="{0012A3B9-11D1-482F-B144-1BA7CD4E1C66}"/>
              </a:ext>
            </a:extLst>
          </p:cNvPr>
          <p:cNvSpPr>
            <a:spLocks noGrp="1"/>
          </p:cNvSpPr>
          <p:nvPr/>
        </p:nvSpPr>
        <p:spPr>
          <a:xfrm>
            <a:off x="8221289" y="4584304"/>
            <a:ext cx="298184" cy="63628"/>
          </a:xfrm>
          <a:custGeom>
            <a:avLst/>
            <a:gdLst/>
            <a:ahLst/>
            <a:cxnLst/>
            <a:rect l="0" t="0" r="0" b="0"/>
            <a:pathLst>
              <a:path w="298184" h="63628">
                <a:moveTo>
                  <a:pt x="0" y="63628"/>
                </a:moveTo>
                <a:lnTo>
                  <a:pt x="298184" y="0"/>
                </a:lnTo>
              </a:path>
            </a:pathLst>
          </a:custGeom>
          <a:noFill/>
          <a:ln w="5479">
            <a:solidFill>
              <a:srgbClr val="FAB408">
                <a:alpha val="11000"/>
              </a:srgbClr>
            </a:solidFill>
            <a:prstDash val="solid"/>
          </a:ln>
        </p:spPr>
      </p:sp>
      <p:sp>
        <p:nvSpPr>
          <p:cNvPr id="128" name="lumia-token-stream-curve">
            <a:extLst>
              <a:ext uri="{FF2B5EF4-FFF2-40B4-BE49-F238E27FC236}">
                <a16:creationId xmlns:a16="http://schemas.microsoft.com/office/drawing/2014/main" id="{21F1C533-78DF-412D-97EF-E2C7F6C387E1}"/>
              </a:ext>
            </a:extLst>
          </p:cNvPr>
          <p:cNvSpPr>
            <a:spLocks noGrp="1"/>
          </p:cNvSpPr>
          <p:nvPr/>
        </p:nvSpPr>
        <p:spPr>
          <a:xfrm>
            <a:off x="8519474" y="4514626"/>
            <a:ext cx="299791" cy="69677"/>
          </a:xfrm>
          <a:custGeom>
            <a:avLst/>
            <a:gdLst/>
            <a:ahLst/>
            <a:cxnLst/>
            <a:rect l="0" t="0" r="0" b="0"/>
            <a:pathLst>
              <a:path w="299791" h="69677">
                <a:moveTo>
                  <a:pt x="0" y="69677"/>
                </a:moveTo>
                <a:lnTo>
                  <a:pt x="299791" y="0"/>
                </a:lnTo>
              </a:path>
            </a:pathLst>
          </a:custGeom>
          <a:noFill/>
          <a:ln w="5595">
            <a:solidFill>
              <a:srgbClr val="F7BC07">
                <a:alpha val="12000"/>
              </a:srgbClr>
            </a:solidFill>
            <a:prstDash val="solid"/>
          </a:ln>
        </p:spPr>
      </p:sp>
      <p:sp>
        <p:nvSpPr>
          <p:cNvPr id="129" name="lumia-token-stream-curve">
            <a:extLst>
              <a:ext uri="{FF2B5EF4-FFF2-40B4-BE49-F238E27FC236}">
                <a16:creationId xmlns:a16="http://schemas.microsoft.com/office/drawing/2014/main" id="{906E9D40-02F0-4BFD-A1F4-C4CC8C1E5C3C}"/>
              </a:ext>
            </a:extLst>
          </p:cNvPr>
          <p:cNvSpPr>
            <a:spLocks noGrp="1"/>
          </p:cNvSpPr>
          <p:nvPr/>
        </p:nvSpPr>
        <p:spPr>
          <a:xfrm>
            <a:off x="8819264" y="4435497"/>
            <a:ext cx="301289" cy="79129"/>
          </a:xfrm>
          <a:custGeom>
            <a:avLst/>
            <a:gdLst/>
            <a:ahLst/>
            <a:cxnLst/>
            <a:rect l="0" t="0" r="0" b="0"/>
            <a:pathLst>
              <a:path w="301289" h="79129">
                <a:moveTo>
                  <a:pt x="0" y="79129"/>
                </a:moveTo>
                <a:lnTo>
                  <a:pt x="301289" y="0"/>
                </a:lnTo>
              </a:path>
            </a:pathLst>
          </a:custGeom>
          <a:noFill/>
          <a:ln w="5708">
            <a:solidFill>
              <a:srgbClr val="E5BA0E">
                <a:alpha val="12000"/>
              </a:srgbClr>
            </a:solidFill>
            <a:prstDash val="solid"/>
          </a:ln>
        </p:spPr>
      </p:sp>
      <p:sp>
        <p:nvSpPr>
          <p:cNvPr id="130" name="lumia-token-stream-curve">
            <a:extLst>
              <a:ext uri="{FF2B5EF4-FFF2-40B4-BE49-F238E27FC236}">
                <a16:creationId xmlns:a16="http://schemas.microsoft.com/office/drawing/2014/main" id="{C656B952-F990-4244-8BF4-E4AB26D73CE3}"/>
              </a:ext>
            </a:extLst>
          </p:cNvPr>
          <p:cNvSpPr>
            <a:spLocks noGrp="1"/>
          </p:cNvSpPr>
          <p:nvPr/>
        </p:nvSpPr>
        <p:spPr>
          <a:xfrm>
            <a:off x="9120553" y="4344132"/>
            <a:ext cx="302678" cy="91366"/>
          </a:xfrm>
          <a:custGeom>
            <a:avLst/>
            <a:gdLst/>
            <a:ahLst/>
            <a:cxnLst/>
            <a:rect l="0" t="0" r="0" b="0"/>
            <a:pathLst>
              <a:path w="302678" h="91366">
                <a:moveTo>
                  <a:pt x="0" y="91366"/>
                </a:moveTo>
                <a:lnTo>
                  <a:pt x="302678" y="0"/>
                </a:lnTo>
              </a:path>
            </a:pathLst>
          </a:custGeom>
          <a:noFill/>
          <a:ln w="5815">
            <a:solidFill>
              <a:srgbClr val="D3B815">
                <a:alpha val="12000"/>
              </a:srgbClr>
            </a:solidFill>
            <a:prstDash val="solid"/>
          </a:ln>
        </p:spPr>
      </p:sp>
      <p:sp>
        <p:nvSpPr>
          <p:cNvPr id="131" name="lumia-token-stream-curve">
            <a:extLst>
              <a:ext uri="{FF2B5EF4-FFF2-40B4-BE49-F238E27FC236}">
                <a16:creationId xmlns:a16="http://schemas.microsoft.com/office/drawing/2014/main" id="{1744CC20-AF4B-4274-8AE2-89CDC14F7021}"/>
              </a:ext>
            </a:extLst>
          </p:cNvPr>
          <p:cNvSpPr>
            <a:spLocks noGrp="1"/>
          </p:cNvSpPr>
          <p:nvPr/>
        </p:nvSpPr>
        <p:spPr>
          <a:xfrm>
            <a:off x="9423231" y="4238792"/>
            <a:ext cx="303960" cy="105340"/>
          </a:xfrm>
          <a:custGeom>
            <a:avLst/>
            <a:gdLst/>
            <a:ahLst/>
            <a:cxnLst/>
            <a:rect l="0" t="0" r="0" b="0"/>
            <a:pathLst>
              <a:path w="303960" h="105340">
                <a:moveTo>
                  <a:pt x="0" y="105340"/>
                </a:moveTo>
                <a:lnTo>
                  <a:pt x="303960" y="0"/>
                </a:lnTo>
              </a:path>
            </a:pathLst>
          </a:custGeom>
          <a:noFill/>
          <a:ln w="5916">
            <a:solidFill>
              <a:srgbClr val="C2B61C">
                <a:alpha val="12000"/>
              </a:srgbClr>
            </a:solidFill>
            <a:prstDash val="solid"/>
          </a:ln>
        </p:spPr>
      </p:sp>
      <p:sp>
        <p:nvSpPr>
          <p:cNvPr id="132" name="lumia-token-stream-curve">
            <a:extLst>
              <a:ext uri="{FF2B5EF4-FFF2-40B4-BE49-F238E27FC236}">
                <a16:creationId xmlns:a16="http://schemas.microsoft.com/office/drawing/2014/main" id="{56BCD59C-B5DF-4C25-8555-EB395D4E25C4}"/>
              </a:ext>
            </a:extLst>
          </p:cNvPr>
          <p:cNvSpPr>
            <a:spLocks noGrp="1"/>
          </p:cNvSpPr>
          <p:nvPr/>
        </p:nvSpPr>
        <p:spPr>
          <a:xfrm>
            <a:off x="9727191" y="4119079"/>
            <a:ext cx="305133" cy="119713"/>
          </a:xfrm>
          <a:custGeom>
            <a:avLst/>
            <a:gdLst/>
            <a:ahLst/>
            <a:cxnLst/>
            <a:rect l="0" t="0" r="0" b="0"/>
            <a:pathLst>
              <a:path w="305133" h="119713">
                <a:moveTo>
                  <a:pt x="0" y="119713"/>
                </a:moveTo>
                <a:lnTo>
                  <a:pt x="305133" y="0"/>
                </a:lnTo>
              </a:path>
            </a:pathLst>
          </a:custGeom>
          <a:noFill/>
          <a:ln w="6009">
            <a:solidFill>
              <a:srgbClr val="B0B422">
                <a:alpha val="12000"/>
              </a:srgbClr>
            </a:solidFill>
            <a:prstDash val="solid"/>
          </a:ln>
        </p:spPr>
      </p:sp>
      <p:sp>
        <p:nvSpPr>
          <p:cNvPr id="133" name="lumia-token-stream-curve">
            <a:extLst>
              <a:ext uri="{FF2B5EF4-FFF2-40B4-BE49-F238E27FC236}">
                <a16:creationId xmlns:a16="http://schemas.microsoft.com/office/drawing/2014/main" id="{72666DA1-6194-471B-8175-D0BBDB8D0794}"/>
              </a:ext>
            </a:extLst>
          </p:cNvPr>
          <p:cNvSpPr>
            <a:spLocks noGrp="1"/>
          </p:cNvSpPr>
          <p:nvPr/>
        </p:nvSpPr>
        <p:spPr>
          <a:xfrm>
            <a:off x="10032324" y="3986025"/>
            <a:ext cx="306197" cy="133054"/>
          </a:xfrm>
          <a:custGeom>
            <a:avLst/>
            <a:gdLst/>
            <a:ahLst/>
            <a:cxnLst/>
            <a:rect l="0" t="0" r="0" b="0"/>
            <a:pathLst>
              <a:path w="306197" h="133054">
                <a:moveTo>
                  <a:pt x="0" y="133054"/>
                </a:moveTo>
                <a:lnTo>
                  <a:pt x="306197" y="0"/>
                </a:lnTo>
              </a:path>
            </a:pathLst>
          </a:custGeom>
          <a:noFill/>
          <a:ln w="6093">
            <a:solidFill>
              <a:srgbClr val="9EB329">
                <a:alpha val="13000"/>
              </a:srgbClr>
            </a:solidFill>
            <a:prstDash val="solid"/>
          </a:ln>
        </p:spPr>
      </p:sp>
      <p:sp>
        <p:nvSpPr>
          <p:cNvPr id="134" name="lumia-token-stream-curve">
            <a:extLst>
              <a:ext uri="{FF2B5EF4-FFF2-40B4-BE49-F238E27FC236}">
                <a16:creationId xmlns:a16="http://schemas.microsoft.com/office/drawing/2014/main" id="{90EBD0F0-75FB-4A0C-8137-0A541F5575AA}"/>
              </a:ext>
            </a:extLst>
          </p:cNvPr>
          <p:cNvSpPr>
            <a:spLocks noGrp="1"/>
          </p:cNvSpPr>
          <p:nvPr/>
        </p:nvSpPr>
        <p:spPr>
          <a:xfrm>
            <a:off x="10338521" y="3841974"/>
            <a:ext cx="307154" cy="144051"/>
          </a:xfrm>
          <a:custGeom>
            <a:avLst/>
            <a:gdLst/>
            <a:ahLst/>
            <a:cxnLst/>
            <a:rect l="0" t="0" r="0" b="0"/>
            <a:pathLst>
              <a:path w="307154" h="144051">
                <a:moveTo>
                  <a:pt x="0" y="144051"/>
                </a:moveTo>
                <a:lnTo>
                  <a:pt x="307154" y="0"/>
                </a:lnTo>
              </a:path>
            </a:pathLst>
          </a:custGeom>
          <a:noFill/>
          <a:ln w="6168">
            <a:solidFill>
              <a:srgbClr val="8CB130">
                <a:alpha val="13000"/>
              </a:srgbClr>
            </a:solidFill>
            <a:prstDash val="solid"/>
          </a:ln>
        </p:spPr>
      </p:sp>
      <p:sp>
        <p:nvSpPr>
          <p:cNvPr id="135" name="lumia-token-stream-curve">
            <a:extLst>
              <a:ext uri="{FF2B5EF4-FFF2-40B4-BE49-F238E27FC236}">
                <a16:creationId xmlns:a16="http://schemas.microsoft.com/office/drawing/2014/main" id="{38C4BB48-427F-47FF-9F5D-990F6AF4F965}"/>
              </a:ext>
            </a:extLst>
          </p:cNvPr>
          <p:cNvSpPr>
            <a:spLocks noGrp="1"/>
          </p:cNvSpPr>
          <p:nvPr/>
        </p:nvSpPr>
        <p:spPr>
          <a:xfrm>
            <a:off x="10645675" y="3690253"/>
            <a:ext cx="308002" cy="151722"/>
          </a:xfrm>
          <a:custGeom>
            <a:avLst/>
            <a:gdLst/>
            <a:ahLst/>
            <a:cxnLst/>
            <a:rect l="0" t="0" r="0" b="0"/>
            <a:pathLst>
              <a:path w="308002" h="151722">
                <a:moveTo>
                  <a:pt x="0" y="151722"/>
                </a:moveTo>
                <a:lnTo>
                  <a:pt x="308002" y="0"/>
                </a:lnTo>
              </a:path>
            </a:pathLst>
          </a:custGeom>
          <a:noFill/>
          <a:ln w="6231">
            <a:solidFill>
              <a:srgbClr val="7BAF37">
                <a:alpha val="13000"/>
              </a:srgbClr>
            </a:solidFill>
            <a:prstDash val="solid"/>
          </a:ln>
        </p:spPr>
      </p:sp>
      <p:sp>
        <p:nvSpPr>
          <p:cNvPr id="136" name="lumia-token-stream-curve">
            <a:extLst>
              <a:ext uri="{FF2B5EF4-FFF2-40B4-BE49-F238E27FC236}">
                <a16:creationId xmlns:a16="http://schemas.microsoft.com/office/drawing/2014/main" id="{2423A29C-73FE-448E-9FA0-AA3E12F3FB2F}"/>
              </a:ext>
            </a:extLst>
          </p:cNvPr>
          <p:cNvSpPr>
            <a:spLocks noGrp="1"/>
          </p:cNvSpPr>
          <p:nvPr/>
        </p:nvSpPr>
        <p:spPr>
          <a:xfrm>
            <a:off x="10953677" y="3534679"/>
            <a:ext cx="308742" cy="155574"/>
          </a:xfrm>
          <a:custGeom>
            <a:avLst/>
            <a:gdLst/>
            <a:ahLst/>
            <a:cxnLst/>
            <a:rect l="0" t="0" r="0" b="0"/>
            <a:pathLst>
              <a:path w="308742" h="155574">
                <a:moveTo>
                  <a:pt x="0" y="155574"/>
                </a:moveTo>
                <a:lnTo>
                  <a:pt x="308742" y="0"/>
                </a:lnTo>
              </a:path>
            </a:pathLst>
          </a:custGeom>
          <a:noFill/>
          <a:ln w="6283">
            <a:solidFill>
              <a:srgbClr val="69AD3E">
                <a:alpha val="13000"/>
              </a:srgbClr>
            </a:solidFill>
            <a:prstDash val="solid"/>
          </a:ln>
        </p:spPr>
      </p:sp>
      <p:sp>
        <p:nvSpPr>
          <p:cNvPr id="137" name="lumia-token-stream-curve">
            <a:extLst>
              <a:ext uri="{FF2B5EF4-FFF2-40B4-BE49-F238E27FC236}">
                <a16:creationId xmlns:a16="http://schemas.microsoft.com/office/drawing/2014/main" id="{A8DB0B26-6AA9-4831-AC0D-C386288016E5}"/>
              </a:ext>
            </a:extLst>
          </p:cNvPr>
          <p:cNvSpPr>
            <a:spLocks noGrp="1"/>
          </p:cNvSpPr>
          <p:nvPr/>
        </p:nvSpPr>
        <p:spPr>
          <a:xfrm>
            <a:off x="11262419" y="3378986"/>
            <a:ext cx="309373" cy="155693"/>
          </a:xfrm>
          <a:custGeom>
            <a:avLst/>
            <a:gdLst/>
            <a:ahLst/>
            <a:cxnLst/>
            <a:rect l="0" t="0" r="0" b="0"/>
            <a:pathLst>
              <a:path w="309373" h="155693">
                <a:moveTo>
                  <a:pt x="0" y="155693"/>
                </a:moveTo>
                <a:lnTo>
                  <a:pt x="309373" y="0"/>
                </a:lnTo>
              </a:path>
            </a:pathLst>
          </a:custGeom>
          <a:noFill/>
          <a:ln w="6321">
            <a:solidFill>
              <a:srgbClr val="57AC45">
                <a:alpha val="13000"/>
              </a:srgbClr>
            </a:solidFill>
            <a:prstDash val="solid"/>
          </a:ln>
        </p:spPr>
      </p:sp>
      <p:sp>
        <p:nvSpPr>
          <p:cNvPr id="138" name="lumia-token-stream-curve">
            <a:extLst>
              <a:ext uri="{FF2B5EF4-FFF2-40B4-BE49-F238E27FC236}">
                <a16:creationId xmlns:a16="http://schemas.microsoft.com/office/drawing/2014/main" id="{71061750-DE6B-4899-95F0-ED34AD34A5F3}"/>
              </a:ext>
            </a:extLst>
          </p:cNvPr>
          <p:cNvSpPr>
            <a:spLocks noGrp="1"/>
          </p:cNvSpPr>
          <p:nvPr/>
        </p:nvSpPr>
        <p:spPr>
          <a:xfrm>
            <a:off x="11571792" y="3226245"/>
            <a:ext cx="309896" cy="152740"/>
          </a:xfrm>
          <a:custGeom>
            <a:avLst/>
            <a:gdLst/>
            <a:ahLst/>
            <a:cxnLst/>
            <a:rect l="0" t="0" r="0" b="0"/>
            <a:pathLst>
              <a:path w="309896" h="152740">
                <a:moveTo>
                  <a:pt x="0" y="152740"/>
                </a:moveTo>
                <a:lnTo>
                  <a:pt x="309896" y="0"/>
                </a:lnTo>
              </a:path>
            </a:pathLst>
          </a:custGeom>
          <a:noFill/>
          <a:ln w="6345">
            <a:solidFill>
              <a:srgbClr val="46AA4C">
                <a:alpha val="13000"/>
              </a:srgbClr>
            </a:solidFill>
            <a:prstDash val="solid"/>
          </a:ln>
        </p:spPr>
      </p:sp>
      <p:sp>
        <p:nvSpPr>
          <p:cNvPr id="139" name="lumia-token-stream-curve">
            <a:extLst>
              <a:ext uri="{FF2B5EF4-FFF2-40B4-BE49-F238E27FC236}">
                <a16:creationId xmlns:a16="http://schemas.microsoft.com/office/drawing/2014/main" id="{3F384BC9-36A1-4E9A-A5B7-F4C1AB88F9E3}"/>
              </a:ext>
            </a:extLst>
          </p:cNvPr>
          <p:cNvSpPr>
            <a:spLocks noGrp="1"/>
          </p:cNvSpPr>
          <p:nvPr/>
        </p:nvSpPr>
        <p:spPr>
          <a:xfrm>
            <a:off x="11881689" y="3078384"/>
            <a:ext cx="310311" cy="147861"/>
          </a:xfrm>
          <a:custGeom>
            <a:avLst/>
            <a:gdLst/>
            <a:ahLst/>
            <a:cxnLst/>
            <a:rect l="0" t="0" r="0" b="0"/>
            <a:pathLst>
              <a:path w="310311" h="147861">
                <a:moveTo>
                  <a:pt x="0" y="147861"/>
                </a:moveTo>
                <a:lnTo>
                  <a:pt x="310311" y="0"/>
                </a:lnTo>
              </a:path>
            </a:pathLst>
          </a:custGeom>
          <a:noFill/>
          <a:ln w="6353">
            <a:solidFill>
              <a:srgbClr val="34A853">
                <a:alpha val="13000"/>
              </a:srgbClr>
            </a:solidFill>
            <a:prstDash val="solid"/>
          </a:ln>
        </p:spPr>
      </p:sp>
      <p:sp>
        <p:nvSpPr>
          <p:cNvPr id="140" name="lumia-token-stream-curve">
            <a:extLst>
              <a:ext uri="{FF2B5EF4-FFF2-40B4-BE49-F238E27FC236}">
                <a16:creationId xmlns:a16="http://schemas.microsoft.com/office/drawing/2014/main" id="{6666BC0D-5647-4D36-8467-B00F6BA608A8}"/>
              </a:ext>
            </a:extLst>
          </p:cNvPr>
          <p:cNvSpPr>
            <a:spLocks noGrp="1"/>
          </p:cNvSpPr>
          <p:nvPr/>
        </p:nvSpPr>
        <p:spPr>
          <a:xfrm>
            <a:off x="0" y="5207901"/>
            <a:ext cx="77751" cy="30568"/>
          </a:xfrm>
          <a:custGeom>
            <a:avLst/>
            <a:gdLst/>
            <a:ahLst/>
            <a:cxnLst/>
            <a:rect l="0" t="0" r="0" b="0"/>
            <a:pathLst>
              <a:path w="77751" h="30568">
                <a:moveTo>
                  <a:pt x="0" y="0"/>
                </a:moveTo>
                <a:lnTo>
                  <a:pt x="77751" y="30568"/>
                </a:lnTo>
              </a:path>
            </a:pathLst>
          </a:custGeom>
          <a:noFill/>
          <a:ln w="4241">
            <a:solidFill>
              <a:srgbClr val="4285F4">
                <a:alpha val="7000"/>
              </a:srgbClr>
            </a:solidFill>
            <a:prstDash val="solid"/>
          </a:ln>
        </p:spPr>
      </p:sp>
      <p:sp>
        <p:nvSpPr>
          <p:cNvPr id="141" name="lumia-token-stream-curve">
            <a:extLst>
              <a:ext uri="{FF2B5EF4-FFF2-40B4-BE49-F238E27FC236}">
                <a16:creationId xmlns:a16="http://schemas.microsoft.com/office/drawing/2014/main" id="{F816AADA-6621-46C0-8C5D-6557F7A57C3F}"/>
              </a:ext>
            </a:extLst>
          </p:cNvPr>
          <p:cNvSpPr>
            <a:spLocks noGrp="1"/>
          </p:cNvSpPr>
          <p:nvPr/>
        </p:nvSpPr>
        <p:spPr>
          <a:xfrm>
            <a:off x="77751" y="5238470"/>
            <a:ext cx="194187" cy="26359"/>
          </a:xfrm>
          <a:custGeom>
            <a:avLst/>
            <a:gdLst/>
            <a:ahLst/>
            <a:cxnLst/>
            <a:rect l="0" t="0" r="0" b="0"/>
            <a:pathLst>
              <a:path w="194187" h="26359">
                <a:moveTo>
                  <a:pt x="0" y="0"/>
                </a:moveTo>
                <a:lnTo>
                  <a:pt x="194187" y="26359"/>
                </a:lnTo>
              </a:path>
            </a:pathLst>
          </a:custGeom>
          <a:noFill/>
          <a:ln w="4241">
            <a:solidFill>
              <a:srgbClr val="447EEC">
                <a:alpha val="7000"/>
              </a:srgbClr>
            </a:solidFill>
            <a:prstDash val="solid"/>
          </a:ln>
        </p:spPr>
      </p:sp>
      <p:sp>
        <p:nvSpPr>
          <p:cNvPr id="142" name="lumia-token-stream-curve">
            <a:extLst>
              <a:ext uri="{FF2B5EF4-FFF2-40B4-BE49-F238E27FC236}">
                <a16:creationId xmlns:a16="http://schemas.microsoft.com/office/drawing/2014/main" id="{B7E903D8-1478-4348-BCE5-79D3D11503B4}"/>
              </a:ext>
            </a:extLst>
          </p:cNvPr>
          <p:cNvSpPr>
            <a:spLocks noGrp="1"/>
          </p:cNvSpPr>
          <p:nvPr/>
        </p:nvSpPr>
        <p:spPr>
          <a:xfrm>
            <a:off x="271938" y="5264829"/>
            <a:ext cx="199194" cy="23204"/>
          </a:xfrm>
          <a:custGeom>
            <a:avLst/>
            <a:gdLst/>
            <a:ahLst/>
            <a:cxnLst/>
            <a:rect l="0" t="0" r="0" b="0"/>
            <a:pathLst>
              <a:path w="199194" h="23204">
                <a:moveTo>
                  <a:pt x="0" y="0"/>
                </a:moveTo>
                <a:lnTo>
                  <a:pt x="199194" y="23204"/>
                </a:lnTo>
              </a:path>
            </a:pathLst>
          </a:custGeom>
          <a:noFill/>
          <a:ln w="4241">
            <a:solidFill>
              <a:srgbClr val="4678E3">
                <a:alpha val="7000"/>
              </a:srgbClr>
            </a:solidFill>
            <a:prstDash val="solid"/>
          </a:ln>
        </p:spPr>
      </p:sp>
      <p:sp>
        <p:nvSpPr>
          <p:cNvPr id="143" name="lumia-token-stream-curve">
            <a:extLst>
              <a:ext uri="{FF2B5EF4-FFF2-40B4-BE49-F238E27FC236}">
                <a16:creationId xmlns:a16="http://schemas.microsoft.com/office/drawing/2014/main" id="{3453245D-C0D0-4F73-AFA3-DE08E682F490}"/>
              </a:ext>
            </a:extLst>
          </p:cNvPr>
          <p:cNvSpPr>
            <a:spLocks noGrp="1"/>
          </p:cNvSpPr>
          <p:nvPr/>
        </p:nvSpPr>
        <p:spPr>
          <a:xfrm>
            <a:off x="471132" y="5288033"/>
            <a:ext cx="204090" cy="21209"/>
          </a:xfrm>
          <a:custGeom>
            <a:avLst/>
            <a:gdLst/>
            <a:ahLst/>
            <a:cxnLst/>
            <a:rect l="0" t="0" r="0" b="0"/>
            <a:pathLst>
              <a:path w="204090" h="21209">
                <a:moveTo>
                  <a:pt x="0" y="0"/>
                </a:moveTo>
                <a:lnTo>
                  <a:pt x="204090" y="21209"/>
                </a:lnTo>
              </a:path>
            </a:pathLst>
          </a:custGeom>
          <a:noFill/>
          <a:ln w="4241">
            <a:solidFill>
              <a:srgbClr val="4871DB">
                <a:alpha val="7000"/>
              </a:srgbClr>
            </a:solidFill>
            <a:prstDash val="solid"/>
          </a:ln>
        </p:spPr>
      </p:sp>
      <p:sp>
        <p:nvSpPr>
          <p:cNvPr id="144" name="lumia-token-stream-curve">
            <a:extLst>
              <a:ext uri="{FF2B5EF4-FFF2-40B4-BE49-F238E27FC236}">
                <a16:creationId xmlns:a16="http://schemas.microsoft.com/office/drawing/2014/main" id="{D58B0190-A0B5-4411-A9CE-C845FF229E96}"/>
              </a:ext>
            </a:extLst>
          </p:cNvPr>
          <p:cNvSpPr>
            <a:spLocks noGrp="1"/>
          </p:cNvSpPr>
          <p:nvPr/>
        </p:nvSpPr>
        <p:spPr>
          <a:xfrm>
            <a:off x="675223" y="5309242"/>
            <a:ext cx="208875" cy="20394"/>
          </a:xfrm>
          <a:custGeom>
            <a:avLst/>
            <a:gdLst/>
            <a:ahLst/>
            <a:cxnLst/>
            <a:rect l="0" t="0" r="0" b="0"/>
            <a:pathLst>
              <a:path w="208875" h="20394">
                <a:moveTo>
                  <a:pt x="0" y="0"/>
                </a:moveTo>
                <a:lnTo>
                  <a:pt x="208875" y="20394"/>
                </a:lnTo>
              </a:path>
            </a:pathLst>
          </a:custGeom>
          <a:noFill/>
          <a:ln w="4241">
            <a:solidFill>
              <a:srgbClr val="4A6BD2">
                <a:alpha val="7000"/>
              </a:srgbClr>
            </a:solidFill>
            <a:prstDash val="solid"/>
          </a:ln>
        </p:spPr>
      </p:sp>
      <p:sp>
        <p:nvSpPr>
          <p:cNvPr id="145" name="lumia-token-stream-curve">
            <a:extLst>
              <a:ext uri="{FF2B5EF4-FFF2-40B4-BE49-F238E27FC236}">
                <a16:creationId xmlns:a16="http://schemas.microsoft.com/office/drawing/2014/main" id="{6D28A7CB-4D48-4C78-80E2-852A0033F99C}"/>
              </a:ext>
            </a:extLst>
          </p:cNvPr>
          <p:cNvSpPr>
            <a:spLocks noGrp="1"/>
          </p:cNvSpPr>
          <p:nvPr/>
        </p:nvSpPr>
        <p:spPr>
          <a:xfrm>
            <a:off x="884098" y="5329636"/>
            <a:ext cx="213548" cy="20674"/>
          </a:xfrm>
          <a:custGeom>
            <a:avLst/>
            <a:gdLst/>
            <a:ahLst/>
            <a:cxnLst/>
            <a:rect l="0" t="0" r="0" b="0"/>
            <a:pathLst>
              <a:path w="213548" h="20674">
                <a:moveTo>
                  <a:pt x="0" y="0"/>
                </a:moveTo>
                <a:lnTo>
                  <a:pt x="213548" y="20674"/>
                </a:lnTo>
              </a:path>
            </a:pathLst>
          </a:custGeom>
          <a:noFill/>
          <a:ln w="4241">
            <a:solidFill>
              <a:srgbClr val="4C64CA">
                <a:alpha val="7000"/>
              </a:srgbClr>
            </a:solidFill>
            <a:prstDash val="solid"/>
          </a:ln>
        </p:spPr>
      </p:sp>
      <p:sp>
        <p:nvSpPr>
          <p:cNvPr id="146" name="lumia-token-stream-curve">
            <a:extLst>
              <a:ext uri="{FF2B5EF4-FFF2-40B4-BE49-F238E27FC236}">
                <a16:creationId xmlns:a16="http://schemas.microsoft.com/office/drawing/2014/main" id="{6C9B444C-2F71-45E0-BA19-CA66C7CC9BB3}"/>
              </a:ext>
            </a:extLst>
          </p:cNvPr>
          <p:cNvSpPr>
            <a:spLocks noGrp="1"/>
          </p:cNvSpPr>
          <p:nvPr/>
        </p:nvSpPr>
        <p:spPr>
          <a:xfrm>
            <a:off x="1097646" y="5350310"/>
            <a:ext cx="218110" cy="21848"/>
          </a:xfrm>
          <a:custGeom>
            <a:avLst/>
            <a:gdLst/>
            <a:ahLst/>
            <a:cxnLst/>
            <a:rect l="0" t="0" r="0" b="0"/>
            <a:pathLst>
              <a:path w="218110" h="21848">
                <a:moveTo>
                  <a:pt x="0" y="0"/>
                </a:moveTo>
                <a:lnTo>
                  <a:pt x="218110" y="21848"/>
                </a:lnTo>
              </a:path>
            </a:pathLst>
          </a:custGeom>
          <a:noFill/>
          <a:ln w="4241">
            <a:solidFill>
              <a:srgbClr val="4E5EC1">
                <a:alpha val="7000"/>
              </a:srgbClr>
            </a:solidFill>
            <a:prstDash val="solid"/>
          </a:ln>
        </p:spPr>
      </p:sp>
      <p:sp>
        <p:nvSpPr>
          <p:cNvPr id="147" name="lumia-token-stream-curve">
            <a:extLst>
              <a:ext uri="{FF2B5EF4-FFF2-40B4-BE49-F238E27FC236}">
                <a16:creationId xmlns:a16="http://schemas.microsoft.com/office/drawing/2014/main" id="{70F032A8-A5FC-48A9-9FAA-D8DAE064BD55}"/>
              </a:ext>
            </a:extLst>
          </p:cNvPr>
          <p:cNvSpPr>
            <a:spLocks noGrp="1"/>
          </p:cNvSpPr>
          <p:nvPr/>
        </p:nvSpPr>
        <p:spPr>
          <a:xfrm>
            <a:off x="1315757" y="5372158"/>
            <a:ext cx="222560" cy="23602"/>
          </a:xfrm>
          <a:custGeom>
            <a:avLst/>
            <a:gdLst/>
            <a:ahLst/>
            <a:cxnLst/>
            <a:rect l="0" t="0" r="0" b="0"/>
            <a:pathLst>
              <a:path w="222560" h="23602">
                <a:moveTo>
                  <a:pt x="0" y="0"/>
                </a:moveTo>
                <a:lnTo>
                  <a:pt x="222560" y="23602"/>
                </a:lnTo>
              </a:path>
            </a:pathLst>
          </a:custGeom>
          <a:noFill/>
          <a:ln w="4241">
            <a:solidFill>
              <a:srgbClr val="5057B9">
                <a:alpha val="7000"/>
              </a:srgbClr>
            </a:solidFill>
            <a:prstDash val="solid"/>
          </a:ln>
        </p:spPr>
      </p:sp>
      <p:sp>
        <p:nvSpPr>
          <p:cNvPr id="148" name="lumia-token-stream-curve">
            <a:extLst>
              <a:ext uri="{FF2B5EF4-FFF2-40B4-BE49-F238E27FC236}">
                <a16:creationId xmlns:a16="http://schemas.microsoft.com/office/drawing/2014/main" id="{0BD93F0A-559A-4B4D-8AA5-CCBD7A8CB587}"/>
              </a:ext>
            </a:extLst>
          </p:cNvPr>
          <p:cNvSpPr>
            <a:spLocks noGrp="1"/>
          </p:cNvSpPr>
          <p:nvPr/>
        </p:nvSpPr>
        <p:spPr>
          <a:xfrm>
            <a:off x="1538317" y="5395760"/>
            <a:ext cx="226899" cy="25518"/>
          </a:xfrm>
          <a:custGeom>
            <a:avLst/>
            <a:gdLst/>
            <a:ahLst/>
            <a:cxnLst/>
            <a:rect l="0" t="0" r="0" b="0"/>
            <a:pathLst>
              <a:path w="226899" h="25518">
                <a:moveTo>
                  <a:pt x="0" y="0"/>
                </a:moveTo>
                <a:lnTo>
                  <a:pt x="226899" y="25518"/>
                </a:lnTo>
              </a:path>
            </a:pathLst>
          </a:custGeom>
          <a:noFill/>
          <a:ln w="4241">
            <a:solidFill>
              <a:srgbClr val="5250B0">
                <a:alpha val="7000"/>
              </a:srgbClr>
            </a:solidFill>
            <a:prstDash val="solid"/>
          </a:ln>
        </p:spPr>
      </p:sp>
      <p:sp>
        <p:nvSpPr>
          <p:cNvPr id="149" name="lumia-token-stream-curve">
            <a:extLst>
              <a:ext uri="{FF2B5EF4-FFF2-40B4-BE49-F238E27FC236}">
                <a16:creationId xmlns:a16="http://schemas.microsoft.com/office/drawing/2014/main" id="{CA5750E4-440B-4F14-AB02-70A3181DA229}"/>
              </a:ext>
            </a:extLst>
          </p:cNvPr>
          <p:cNvSpPr>
            <a:spLocks noGrp="1"/>
          </p:cNvSpPr>
          <p:nvPr/>
        </p:nvSpPr>
        <p:spPr>
          <a:xfrm>
            <a:off x="1765216" y="5421278"/>
            <a:ext cx="231127" cy="27102"/>
          </a:xfrm>
          <a:custGeom>
            <a:avLst/>
            <a:gdLst/>
            <a:ahLst/>
            <a:cxnLst/>
            <a:rect l="0" t="0" r="0" b="0"/>
            <a:pathLst>
              <a:path w="231127" h="27102">
                <a:moveTo>
                  <a:pt x="0" y="0"/>
                </a:moveTo>
                <a:lnTo>
                  <a:pt x="231127" y="27102"/>
                </a:lnTo>
              </a:path>
            </a:pathLst>
          </a:custGeom>
          <a:noFill/>
          <a:ln w="4241">
            <a:solidFill>
              <a:srgbClr val="544AA8">
                <a:alpha val="7000"/>
              </a:srgbClr>
            </a:solidFill>
            <a:prstDash val="solid"/>
          </a:ln>
        </p:spPr>
      </p:sp>
      <p:sp>
        <p:nvSpPr>
          <p:cNvPr id="150" name="lumia-token-stream-curve">
            <a:extLst>
              <a:ext uri="{FF2B5EF4-FFF2-40B4-BE49-F238E27FC236}">
                <a16:creationId xmlns:a16="http://schemas.microsoft.com/office/drawing/2014/main" id="{12A87F9E-CA2C-41F4-8A43-04726890CFAC}"/>
              </a:ext>
            </a:extLst>
          </p:cNvPr>
          <p:cNvSpPr>
            <a:spLocks noGrp="1"/>
          </p:cNvSpPr>
          <p:nvPr/>
        </p:nvSpPr>
        <p:spPr>
          <a:xfrm>
            <a:off x="1996343" y="5448380"/>
            <a:ext cx="235242" cy="27829"/>
          </a:xfrm>
          <a:custGeom>
            <a:avLst/>
            <a:gdLst/>
            <a:ahLst/>
            <a:cxnLst/>
            <a:rect l="0" t="0" r="0" b="0"/>
            <a:pathLst>
              <a:path w="235242" h="27829">
                <a:moveTo>
                  <a:pt x="0" y="0"/>
                </a:moveTo>
                <a:lnTo>
                  <a:pt x="235242" y="27829"/>
                </a:lnTo>
              </a:path>
            </a:pathLst>
          </a:custGeom>
          <a:noFill/>
          <a:ln w="4241">
            <a:solidFill>
              <a:srgbClr val="5643A0">
                <a:alpha val="7000"/>
              </a:srgbClr>
            </a:solidFill>
            <a:prstDash val="solid"/>
          </a:ln>
        </p:spPr>
      </p:sp>
      <p:sp>
        <p:nvSpPr>
          <p:cNvPr id="151" name="lumia-token-stream-curve">
            <a:extLst>
              <a:ext uri="{FF2B5EF4-FFF2-40B4-BE49-F238E27FC236}">
                <a16:creationId xmlns:a16="http://schemas.microsoft.com/office/drawing/2014/main" id="{9AA7FF89-6C86-4313-AC1D-AD1C2F0F0056}"/>
              </a:ext>
            </a:extLst>
          </p:cNvPr>
          <p:cNvSpPr>
            <a:spLocks noGrp="1"/>
          </p:cNvSpPr>
          <p:nvPr/>
        </p:nvSpPr>
        <p:spPr>
          <a:xfrm>
            <a:off x="2231585" y="5476210"/>
            <a:ext cx="239247" cy="27192"/>
          </a:xfrm>
          <a:custGeom>
            <a:avLst/>
            <a:gdLst/>
            <a:ahLst/>
            <a:cxnLst/>
            <a:rect l="0" t="0" r="0" b="0"/>
            <a:pathLst>
              <a:path w="239247" h="27192">
                <a:moveTo>
                  <a:pt x="0" y="0"/>
                </a:moveTo>
                <a:lnTo>
                  <a:pt x="239247" y="27192"/>
                </a:lnTo>
              </a:path>
            </a:pathLst>
          </a:custGeom>
          <a:noFill/>
          <a:ln w="4241">
            <a:solidFill>
              <a:srgbClr val="583D97">
                <a:alpha val="7000"/>
              </a:srgbClr>
            </a:solidFill>
            <a:prstDash val="solid"/>
          </a:ln>
        </p:spPr>
      </p:sp>
      <p:sp>
        <p:nvSpPr>
          <p:cNvPr id="152" name="lumia-token-stream-curve">
            <a:extLst>
              <a:ext uri="{FF2B5EF4-FFF2-40B4-BE49-F238E27FC236}">
                <a16:creationId xmlns:a16="http://schemas.microsoft.com/office/drawing/2014/main" id="{04A6F4D3-111D-4BE4-80C6-B9C8944A1537}"/>
              </a:ext>
            </a:extLst>
          </p:cNvPr>
          <p:cNvSpPr>
            <a:spLocks noGrp="1"/>
          </p:cNvSpPr>
          <p:nvPr/>
        </p:nvSpPr>
        <p:spPr>
          <a:xfrm>
            <a:off x="2470832" y="5503401"/>
            <a:ext cx="243140" cy="24761"/>
          </a:xfrm>
          <a:custGeom>
            <a:avLst/>
            <a:gdLst/>
            <a:ahLst/>
            <a:cxnLst/>
            <a:rect l="0" t="0" r="0" b="0"/>
            <a:pathLst>
              <a:path w="243140" h="24761">
                <a:moveTo>
                  <a:pt x="0" y="0"/>
                </a:moveTo>
                <a:lnTo>
                  <a:pt x="243140" y="24761"/>
                </a:lnTo>
              </a:path>
            </a:pathLst>
          </a:custGeom>
          <a:noFill/>
          <a:ln w="4241">
            <a:solidFill>
              <a:srgbClr val="623C8F">
                <a:alpha val="7000"/>
              </a:srgbClr>
            </a:solidFill>
            <a:prstDash val="solid"/>
          </a:ln>
        </p:spPr>
      </p:sp>
      <p:sp>
        <p:nvSpPr>
          <p:cNvPr id="153" name="lumia-token-stream-curve">
            <a:extLst>
              <a:ext uri="{FF2B5EF4-FFF2-40B4-BE49-F238E27FC236}">
                <a16:creationId xmlns:a16="http://schemas.microsoft.com/office/drawing/2014/main" id="{58F4E433-8D0C-498B-9CE0-3C2B489E486C}"/>
              </a:ext>
            </a:extLst>
          </p:cNvPr>
          <p:cNvSpPr>
            <a:spLocks noGrp="1"/>
          </p:cNvSpPr>
          <p:nvPr/>
        </p:nvSpPr>
        <p:spPr>
          <a:xfrm>
            <a:off x="2713972" y="5528162"/>
            <a:ext cx="246921" cy="20247"/>
          </a:xfrm>
          <a:custGeom>
            <a:avLst/>
            <a:gdLst/>
            <a:ahLst/>
            <a:cxnLst/>
            <a:rect l="0" t="0" r="0" b="0"/>
            <a:pathLst>
              <a:path w="246921" h="20247">
                <a:moveTo>
                  <a:pt x="0" y="0"/>
                </a:moveTo>
                <a:lnTo>
                  <a:pt x="246921" y="20247"/>
                </a:lnTo>
              </a:path>
            </a:pathLst>
          </a:custGeom>
          <a:noFill/>
          <a:ln w="4241">
            <a:solidFill>
              <a:srgbClr val="6F3C86">
                <a:alpha val="7000"/>
              </a:srgbClr>
            </a:solidFill>
            <a:prstDash val="solid"/>
          </a:ln>
        </p:spPr>
      </p:sp>
      <p:sp>
        <p:nvSpPr>
          <p:cNvPr id="154" name="lumia-token-stream-curve">
            <a:extLst>
              <a:ext uri="{FF2B5EF4-FFF2-40B4-BE49-F238E27FC236}">
                <a16:creationId xmlns:a16="http://schemas.microsoft.com/office/drawing/2014/main" id="{2B649F15-D6C2-41CB-9C44-B2AAF8679518}"/>
              </a:ext>
            </a:extLst>
          </p:cNvPr>
          <p:cNvSpPr>
            <a:spLocks noGrp="1"/>
          </p:cNvSpPr>
          <p:nvPr/>
        </p:nvSpPr>
        <p:spPr>
          <a:xfrm>
            <a:off x="2960893" y="5548410"/>
            <a:ext cx="250591" cy="13552"/>
          </a:xfrm>
          <a:custGeom>
            <a:avLst/>
            <a:gdLst/>
            <a:ahLst/>
            <a:cxnLst/>
            <a:rect l="0" t="0" r="0" b="0"/>
            <a:pathLst>
              <a:path w="250591" h="13552">
                <a:moveTo>
                  <a:pt x="0" y="0"/>
                </a:moveTo>
                <a:lnTo>
                  <a:pt x="250591" y="13552"/>
                </a:lnTo>
              </a:path>
            </a:pathLst>
          </a:custGeom>
          <a:noFill/>
          <a:ln w="4241">
            <a:solidFill>
              <a:srgbClr val="7C3D7E">
                <a:alpha val="7000"/>
              </a:srgbClr>
            </a:solidFill>
            <a:prstDash val="solid"/>
          </a:ln>
        </p:spPr>
      </p:sp>
      <p:sp>
        <p:nvSpPr>
          <p:cNvPr id="155" name="lumia-token-stream-curve">
            <a:extLst>
              <a:ext uri="{FF2B5EF4-FFF2-40B4-BE49-F238E27FC236}">
                <a16:creationId xmlns:a16="http://schemas.microsoft.com/office/drawing/2014/main" id="{FA354B3D-6B53-4936-BB4F-9D28DE3175EE}"/>
              </a:ext>
            </a:extLst>
          </p:cNvPr>
          <p:cNvSpPr>
            <a:spLocks noGrp="1"/>
          </p:cNvSpPr>
          <p:nvPr/>
        </p:nvSpPr>
        <p:spPr>
          <a:xfrm>
            <a:off x="3211485" y="5561961"/>
            <a:ext cx="254150" cy="9525"/>
          </a:xfrm>
          <a:custGeom>
            <a:avLst/>
            <a:gdLst/>
            <a:ahLst/>
            <a:cxnLst/>
            <a:rect l="0" t="0" r="0" b="0"/>
            <a:pathLst>
              <a:path w="254150" h="9525">
                <a:moveTo>
                  <a:pt x="0" y="0"/>
                </a:moveTo>
                <a:lnTo>
                  <a:pt x="254150" y="4804"/>
                </a:lnTo>
              </a:path>
            </a:pathLst>
          </a:custGeom>
          <a:noFill/>
          <a:ln w="4241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156" name="lumia-token-stream-curve">
            <a:extLst>
              <a:ext uri="{FF2B5EF4-FFF2-40B4-BE49-F238E27FC236}">
                <a16:creationId xmlns:a16="http://schemas.microsoft.com/office/drawing/2014/main" id="{38E7579C-061A-4103-9A74-800E41525D8C}"/>
              </a:ext>
            </a:extLst>
          </p:cNvPr>
          <p:cNvSpPr>
            <a:spLocks noGrp="1"/>
          </p:cNvSpPr>
          <p:nvPr/>
        </p:nvSpPr>
        <p:spPr>
          <a:xfrm>
            <a:off x="3465635" y="5561142"/>
            <a:ext cx="257597" cy="9525"/>
          </a:xfrm>
          <a:custGeom>
            <a:avLst/>
            <a:gdLst/>
            <a:ahLst/>
            <a:cxnLst/>
            <a:rect l="0" t="0" r="0" b="0"/>
            <a:pathLst>
              <a:path w="257597" h="9525">
                <a:moveTo>
                  <a:pt x="0" y="5624"/>
                </a:moveTo>
                <a:lnTo>
                  <a:pt x="257597" y="0"/>
                </a:lnTo>
              </a:path>
            </a:pathLst>
          </a:custGeom>
          <a:noFill/>
          <a:ln w="4242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157" name="lumia-token-stream-curve">
            <a:extLst>
              <a:ext uri="{FF2B5EF4-FFF2-40B4-BE49-F238E27FC236}">
                <a16:creationId xmlns:a16="http://schemas.microsoft.com/office/drawing/2014/main" id="{7DB717AA-A8A5-4072-85CB-228F254D5036}"/>
              </a:ext>
            </a:extLst>
          </p:cNvPr>
          <p:cNvSpPr>
            <a:spLocks noGrp="1"/>
          </p:cNvSpPr>
          <p:nvPr/>
        </p:nvSpPr>
        <p:spPr>
          <a:xfrm>
            <a:off x="3723232" y="5544006"/>
            <a:ext cx="260933" cy="17135"/>
          </a:xfrm>
          <a:custGeom>
            <a:avLst/>
            <a:gdLst/>
            <a:ahLst/>
            <a:cxnLst/>
            <a:rect l="0" t="0" r="0" b="0"/>
            <a:pathLst>
              <a:path w="260933" h="17135">
                <a:moveTo>
                  <a:pt x="0" y="17135"/>
                </a:moveTo>
                <a:lnTo>
                  <a:pt x="260933" y="0"/>
                </a:lnTo>
              </a:path>
            </a:pathLst>
          </a:custGeom>
          <a:noFill/>
          <a:ln w="4255">
            <a:solidFill>
              <a:srgbClr val="A33F64">
                <a:alpha val="8000"/>
              </a:srgbClr>
            </a:solidFill>
            <a:prstDash val="solid"/>
          </a:ln>
        </p:spPr>
      </p:sp>
      <p:sp>
        <p:nvSpPr>
          <p:cNvPr id="158" name="lumia-token-stream-curve">
            <a:extLst>
              <a:ext uri="{FF2B5EF4-FFF2-40B4-BE49-F238E27FC236}">
                <a16:creationId xmlns:a16="http://schemas.microsoft.com/office/drawing/2014/main" id="{A02768BE-3B83-4B0E-B1F0-70F78718D402}"/>
              </a:ext>
            </a:extLst>
          </p:cNvPr>
          <p:cNvSpPr>
            <a:spLocks noGrp="1"/>
          </p:cNvSpPr>
          <p:nvPr/>
        </p:nvSpPr>
        <p:spPr>
          <a:xfrm>
            <a:off x="3984164" y="5515052"/>
            <a:ext cx="264157" cy="28955"/>
          </a:xfrm>
          <a:custGeom>
            <a:avLst/>
            <a:gdLst/>
            <a:ahLst/>
            <a:cxnLst/>
            <a:rect l="0" t="0" r="0" b="0"/>
            <a:pathLst>
              <a:path w="264157" h="28955">
                <a:moveTo>
                  <a:pt x="0" y="28955"/>
                </a:moveTo>
                <a:lnTo>
                  <a:pt x="264157" y="0"/>
                </a:lnTo>
              </a:path>
            </a:pathLst>
          </a:custGeom>
          <a:noFill/>
          <a:ln w="4284">
            <a:solidFill>
              <a:srgbClr val="B0405B">
                <a:alpha val="8000"/>
              </a:srgbClr>
            </a:solidFill>
            <a:prstDash val="solid"/>
          </a:ln>
        </p:spPr>
      </p:sp>
      <p:sp>
        <p:nvSpPr>
          <p:cNvPr id="159" name="lumia-token-stream-curve">
            <a:extLst>
              <a:ext uri="{FF2B5EF4-FFF2-40B4-BE49-F238E27FC236}">
                <a16:creationId xmlns:a16="http://schemas.microsoft.com/office/drawing/2014/main" id="{9EB1C588-5A09-4962-BDA9-2E55238401D9}"/>
              </a:ext>
            </a:extLst>
          </p:cNvPr>
          <p:cNvSpPr>
            <a:spLocks noGrp="1"/>
          </p:cNvSpPr>
          <p:nvPr/>
        </p:nvSpPr>
        <p:spPr>
          <a:xfrm>
            <a:off x="4248321" y="5474847"/>
            <a:ext cx="267270" cy="40205"/>
          </a:xfrm>
          <a:custGeom>
            <a:avLst/>
            <a:gdLst/>
            <a:ahLst/>
            <a:cxnLst/>
            <a:rect l="0" t="0" r="0" b="0"/>
            <a:pathLst>
              <a:path w="267270" h="40205">
                <a:moveTo>
                  <a:pt x="0" y="40205"/>
                </a:moveTo>
                <a:lnTo>
                  <a:pt x="267270" y="0"/>
                </a:lnTo>
              </a:path>
            </a:pathLst>
          </a:custGeom>
          <a:noFill/>
          <a:ln w="4328">
            <a:solidFill>
              <a:srgbClr val="BD4153">
                <a:alpha val="8000"/>
              </a:srgbClr>
            </a:solidFill>
            <a:prstDash val="solid"/>
          </a:ln>
        </p:spPr>
      </p:sp>
      <p:sp>
        <p:nvSpPr>
          <p:cNvPr id="160" name="lumia-token-stream-curve">
            <a:extLst>
              <a:ext uri="{FF2B5EF4-FFF2-40B4-BE49-F238E27FC236}">
                <a16:creationId xmlns:a16="http://schemas.microsoft.com/office/drawing/2014/main" id="{661A46EF-1B3F-463C-B564-599F5D3ACCF7}"/>
              </a:ext>
            </a:extLst>
          </p:cNvPr>
          <p:cNvSpPr>
            <a:spLocks noGrp="1"/>
          </p:cNvSpPr>
          <p:nvPr/>
        </p:nvSpPr>
        <p:spPr>
          <a:xfrm>
            <a:off x="4515591" y="5424837"/>
            <a:ext cx="270271" cy="50009"/>
          </a:xfrm>
          <a:custGeom>
            <a:avLst/>
            <a:gdLst/>
            <a:ahLst/>
            <a:cxnLst/>
            <a:rect l="0" t="0" r="0" b="0"/>
            <a:pathLst>
              <a:path w="270271" h="50009">
                <a:moveTo>
                  <a:pt x="0" y="50009"/>
                </a:moveTo>
                <a:lnTo>
                  <a:pt x="270271" y="0"/>
                </a:lnTo>
              </a:path>
            </a:pathLst>
          </a:custGeom>
          <a:noFill/>
          <a:ln w="4387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161" name="lumia-token-stream-curve">
            <a:extLst>
              <a:ext uri="{FF2B5EF4-FFF2-40B4-BE49-F238E27FC236}">
                <a16:creationId xmlns:a16="http://schemas.microsoft.com/office/drawing/2014/main" id="{B62DDF06-2243-4749-B581-9B5947D79743}"/>
              </a:ext>
            </a:extLst>
          </p:cNvPr>
          <p:cNvSpPr>
            <a:spLocks noGrp="1"/>
          </p:cNvSpPr>
          <p:nvPr/>
        </p:nvSpPr>
        <p:spPr>
          <a:xfrm>
            <a:off x="4785862" y="5367234"/>
            <a:ext cx="273161" cy="57603"/>
          </a:xfrm>
          <a:custGeom>
            <a:avLst/>
            <a:gdLst/>
            <a:ahLst/>
            <a:cxnLst/>
            <a:rect l="0" t="0" r="0" b="0"/>
            <a:pathLst>
              <a:path w="273161" h="57603">
                <a:moveTo>
                  <a:pt x="0" y="57603"/>
                </a:moveTo>
                <a:lnTo>
                  <a:pt x="273161" y="0"/>
                </a:lnTo>
              </a:path>
            </a:pathLst>
          </a:custGeom>
          <a:noFill/>
          <a:ln w="4458">
            <a:solidFill>
              <a:srgbClr val="D74242">
                <a:alpha val="9000"/>
              </a:srgbClr>
            </a:solidFill>
            <a:prstDash val="solid"/>
          </a:ln>
        </p:spPr>
      </p:sp>
      <p:sp>
        <p:nvSpPr>
          <p:cNvPr id="162" name="lumia-token-stream-curve">
            <a:extLst>
              <a:ext uri="{FF2B5EF4-FFF2-40B4-BE49-F238E27FC236}">
                <a16:creationId xmlns:a16="http://schemas.microsoft.com/office/drawing/2014/main" id="{35E08E86-793B-49DF-8E0D-A4AFC135D577}"/>
              </a:ext>
            </a:extLst>
          </p:cNvPr>
          <p:cNvSpPr>
            <a:spLocks noGrp="1"/>
          </p:cNvSpPr>
          <p:nvPr/>
        </p:nvSpPr>
        <p:spPr>
          <a:xfrm>
            <a:off x="5059022" y="5304790"/>
            <a:ext cx="275939" cy="62445"/>
          </a:xfrm>
          <a:custGeom>
            <a:avLst/>
            <a:gdLst/>
            <a:ahLst/>
            <a:cxnLst/>
            <a:rect l="0" t="0" r="0" b="0"/>
            <a:pathLst>
              <a:path w="275939" h="62445">
                <a:moveTo>
                  <a:pt x="0" y="62445"/>
                </a:moveTo>
                <a:lnTo>
                  <a:pt x="275939" y="0"/>
                </a:lnTo>
              </a:path>
            </a:pathLst>
          </a:custGeom>
          <a:noFill/>
          <a:ln w="4540">
            <a:solidFill>
              <a:srgbClr val="E44339">
                <a:alpha val="9000"/>
              </a:srgbClr>
            </a:solidFill>
            <a:prstDash val="solid"/>
          </a:ln>
        </p:spPr>
      </p:sp>
      <p:sp>
        <p:nvSpPr>
          <p:cNvPr id="163" name="lumia-token-stream-curve">
            <a:extLst>
              <a:ext uri="{FF2B5EF4-FFF2-40B4-BE49-F238E27FC236}">
                <a16:creationId xmlns:a16="http://schemas.microsoft.com/office/drawing/2014/main" id="{BB9F803D-8D28-4A85-8965-60687A75D92B}"/>
              </a:ext>
            </a:extLst>
          </p:cNvPr>
          <p:cNvSpPr>
            <a:spLocks noGrp="1"/>
          </p:cNvSpPr>
          <p:nvPr/>
        </p:nvSpPr>
        <p:spPr>
          <a:xfrm>
            <a:off x="5334961" y="5240479"/>
            <a:ext cx="278606" cy="64311"/>
          </a:xfrm>
          <a:custGeom>
            <a:avLst/>
            <a:gdLst/>
            <a:ahLst/>
            <a:cxnLst/>
            <a:rect l="0" t="0" r="0" b="0"/>
            <a:pathLst>
              <a:path w="278606" h="64311">
                <a:moveTo>
                  <a:pt x="0" y="64311"/>
                </a:moveTo>
                <a:lnTo>
                  <a:pt x="278606" y="0"/>
                </a:lnTo>
              </a:path>
            </a:pathLst>
          </a:custGeom>
          <a:noFill/>
          <a:ln w="4633">
            <a:solidFill>
              <a:srgbClr val="EB4833">
                <a:alpha val="9000"/>
              </a:srgbClr>
            </a:solidFill>
            <a:prstDash val="solid"/>
          </a:ln>
        </p:spPr>
      </p:sp>
      <p:sp>
        <p:nvSpPr>
          <p:cNvPr id="164" name="lumia-token-stream-curve">
            <a:extLst>
              <a:ext uri="{FF2B5EF4-FFF2-40B4-BE49-F238E27FC236}">
                <a16:creationId xmlns:a16="http://schemas.microsoft.com/office/drawing/2014/main" id="{FD27449C-4C92-4689-94BC-4F3C6035E47D}"/>
              </a:ext>
            </a:extLst>
          </p:cNvPr>
          <p:cNvSpPr>
            <a:spLocks noGrp="1"/>
          </p:cNvSpPr>
          <p:nvPr/>
        </p:nvSpPr>
        <p:spPr>
          <a:xfrm>
            <a:off x="5613567" y="5177129"/>
            <a:ext cx="281161" cy="63350"/>
          </a:xfrm>
          <a:custGeom>
            <a:avLst/>
            <a:gdLst/>
            <a:ahLst/>
            <a:cxnLst/>
            <a:rect l="0" t="0" r="0" b="0"/>
            <a:pathLst>
              <a:path w="281161" h="63350">
                <a:moveTo>
                  <a:pt x="0" y="63350"/>
                </a:moveTo>
                <a:lnTo>
                  <a:pt x="281161" y="0"/>
                </a:lnTo>
              </a:path>
            </a:pathLst>
          </a:custGeom>
          <a:noFill/>
          <a:ln w="4734">
            <a:solidFill>
              <a:srgbClr val="EC532F">
                <a:alpha val="10000"/>
              </a:srgbClr>
            </a:solidFill>
            <a:prstDash val="solid"/>
          </a:ln>
        </p:spPr>
      </p:sp>
      <p:sp>
        <p:nvSpPr>
          <p:cNvPr id="165" name="lumia-token-stream-curve">
            <a:extLst>
              <a:ext uri="{FF2B5EF4-FFF2-40B4-BE49-F238E27FC236}">
                <a16:creationId xmlns:a16="http://schemas.microsoft.com/office/drawing/2014/main" id="{BECFEB25-59B6-495C-8F93-C1927D018A78}"/>
              </a:ext>
            </a:extLst>
          </p:cNvPr>
          <p:cNvSpPr>
            <a:spLocks noGrp="1"/>
          </p:cNvSpPr>
          <p:nvPr/>
        </p:nvSpPr>
        <p:spPr>
          <a:xfrm>
            <a:off x="5894728" y="5117030"/>
            <a:ext cx="283605" cy="60098"/>
          </a:xfrm>
          <a:custGeom>
            <a:avLst/>
            <a:gdLst/>
            <a:ahLst/>
            <a:cxnLst/>
            <a:rect l="0" t="0" r="0" b="0"/>
            <a:pathLst>
              <a:path w="283605" h="60098">
                <a:moveTo>
                  <a:pt x="0" y="60098"/>
                </a:moveTo>
                <a:lnTo>
                  <a:pt x="283605" y="0"/>
                </a:lnTo>
              </a:path>
            </a:pathLst>
          </a:custGeom>
          <a:noFill/>
          <a:ln w="4844">
            <a:solidFill>
              <a:srgbClr val="EE5E2A">
                <a:alpha val="10000"/>
              </a:srgbClr>
            </a:solidFill>
            <a:prstDash val="solid"/>
          </a:ln>
        </p:spPr>
      </p:sp>
      <p:sp>
        <p:nvSpPr>
          <p:cNvPr id="166" name="lumia-token-stream-curve">
            <a:extLst>
              <a:ext uri="{FF2B5EF4-FFF2-40B4-BE49-F238E27FC236}">
                <a16:creationId xmlns:a16="http://schemas.microsoft.com/office/drawing/2014/main" id="{B3D346ED-549B-4BEB-BC1C-1903DA359334}"/>
              </a:ext>
            </a:extLst>
          </p:cNvPr>
          <p:cNvSpPr>
            <a:spLocks noGrp="1"/>
          </p:cNvSpPr>
          <p:nvPr/>
        </p:nvSpPr>
        <p:spPr>
          <a:xfrm>
            <a:off x="6178333" y="5061598"/>
            <a:ext cx="285937" cy="55433"/>
          </a:xfrm>
          <a:custGeom>
            <a:avLst/>
            <a:gdLst/>
            <a:ahLst/>
            <a:cxnLst/>
            <a:rect l="0" t="0" r="0" b="0"/>
            <a:pathLst>
              <a:path w="285937" h="55433">
                <a:moveTo>
                  <a:pt x="0" y="55433"/>
                </a:moveTo>
                <a:lnTo>
                  <a:pt x="285937" y="0"/>
                </a:lnTo>
              </a:path>
            </a:pathLst>
          </a:custGeom>
          <a:noFill/>
          <a:ln w="4960">
            <a:solidFill>
              <a:srgbClr val="EF6926">
                <a:alpha val="10000"/>
              </a:srgbClr>
            </a:solidFill>
            <a:prstDash val="solid"/>
          </a:ln>
        </p:spPr>
      </p:sp>
      <p:sp>
        <p:nvSpPr>
          <p:cNvPr id="167" name="lumia-token-stream-curve">
            <a:extLst>
              <a:ext uri="{FF2B5EF4-FFF2-40B4-BE49-F238E27FC236}">
                <a16:creationId xmlns:a16="http://schemas.microsoft.com/office/drawing/2014/main" id="{EC6ECA45-C74A-4C8B-B1A1-062957C03BA5}"/>
              </a:ext>
            </a:extLst>
          </p:cNvPr>
          <p:cNvSpPr>
            <a:spLocks noGrp="1"/>
          </p:cNvSpPr>
          <p:nvPr/>
        </p:nvSpPr>
        <p:spPr>
          <a:xfrm>
            <a:off x="6464270" y="5011121"/>
            <a:ext cx="288158" cy="50477"/>
          </a:xfrm>
          <a:custGeom>
            <a:avLst/>
            <a:gdLst/>
            <a:ahLst/>
            <a:cxnLst/>
            <a:rect l="0" t="0" r="0" b="0"/>
            <a:pathLst>
              <a:path w="288158" h="50477">
                <a:moveTo>
                  <a:pt x="0" y="50477"/>
                </a:moveTo>
                <a:lnTo>
                  <a:pt x="288158" y="0"/>
                </a:lnTo>
              </a:path>
            </a:pathLst>
          </a:custGeom>
          <a:noFill/>
          <a:ln w="5081">
            <a:solidFill>
              <a:srgbClr val="F17322">
                <a:alpha val="11000"/>
              </a:srgbClr>
            </a:solidFill>
            <a:prstDash val="solid"/>
          </a:ln>
        </p:spPr>
      </p:sp>
      <p:sp>
        <p:nvSpPr>
          <p:cNvPr id="168" name="lumia-token-stream-curve">
            <a:extLst>
              <a:ext uri="{FF2B5EF4-FFF2-40B4-BE49-F238E27FC236}">
                <a16:creationId xmlns:a16="http://schemas.microsoft.com/office/drawing/2014/main" id="{D9658EE9-B2EF-4202-9145-4090612CF3AE}"/>
              </a:ext>
            </a:extLst>
          </p:cNvPr>
          <p:cNvSpPr>
            <a:spLocks noGrp="1"/>
          </p:cNvSpPr>
          <p:nvPr/>
        </p:nvSpPr>
        <p:spPr>
          <a:xfrm>
            <a:off x="6752429" y="4964662"/>
            <a:ext cx="290268" cy="46459"/>
          </a:xfrm>
          <a:custGeom>
            <a:avLst/>
            <a:gdLst/>
            <a:ahLst/>
            <a:cxnLst/>
            <a:rect l="0" t="0" r="0" b="0"/>
            <a:pathLst>
              <a:path w="290268" h="46459">
                <a:moveTo>
                  <a:pt x="0" y="46459"/>
                </a:moveTo>
                <a:lnTo>
                  <a:pt x="290268" y="0"/>
                </a:lnTo>
              </a:path>
            </a:pathLst>
          </a:custGeom>
          <a:noFill/>
          <a:ln w="5206">
            <a:solidFill>
              <a:srgbClr val="F27E1E">
                <a:alpha val="11000"/>
              </a:srgbClr>
            </a:solidFill>
            <a:prstDash val="solid"/>
          </a:ln>
        </p:spPr>
      </p:sp>
      <p:sp>
        <p:nvSpPr>
          <p:cNvPr id="169" name="lumia-token-stream-curve">
            <a:extLst>
              <a:ext uri="{FF2B5EF4-FFF2-40B4-BE49-F238E27FC236}">
                <a16:creationId xmlns:a16="http://schemas.microsoft.com/office/drawing/2014/main" id="{535B7C17-2170-48AB-9B42-13BA5D556D5F}"/>
              </a:ext>
            </a:extLst>
          </p:cNvPr>
          <p:cNvSpPr>
            <a:spLocks noGrp="1"/>
          </p:cNvSpPr>
          <p:nvPr/>
        </p:nvSpPr>
        <p:spPr>
          <a:xfrm>
            <a:off x="7042697" y="4920114"/>
            <a:ext cx="292266" cy="44547"/>
          </a:xfrm>
          <a:custGeom>
            <a:avLst/>
            <a:gdLst/>
            <a:ahLst/>
            <a:cxnLst/>
            <a:rect l="0" t="0" r="0" b="0"/>
            <a:pathLst>
              <a:path w="292266" h="44547">
                <a:moveTo>
                  <a:pt x="0" y="44547"/>
                </a:moveTo>
                <a:lnTo>
                  <a:pt x="292266" y="0"/>
                </a:lnTo>
              </a:path>
            </a:pathLst>
          </a:custGeom>
          <a:noFill/>
          <a:ln w="5335">
            <a:solidFill>
              <a:srgbClr val="F48919">
                <a:alpha val="11000"/>
              </a:srgbClr>
            </a:solidFill>
            <a:prstDash val="solid"/>
          </a:ln>
        </p:spPr>
      </p:sp>
      <p:sp>
        <p:nvSpPr>
          <p:cNvPr id="170" name="lumia-token-stream-curve">
            <a:extLst>
              <a:ext uri="{FF2B5EF4-FFF2-40B4-BE49-F238E27FC236}">
                <a16:creationId xmlns:a16="http://schemas.microsoft.com/office/drawing/2014/main" id="{70837A31-F595-4985-83E5-5E37DB5B7969}"/>
              </a:ext>
            </a:extLst>
          </p:cNvPr>
          <p:cNvSpPr>
            <a:spLocks noGrp="1"/>
          </p:cNvSpPr>
          <p:nvPr/>
        </p:nvSpPr>
        <p:spPr>
          <a:xfrm>
            <a:off x="7334963" y="4874440"/>
            <a:ext cx="294153" cy="45674"/>
          </a:xfrm>
          <a:custGeom>
            <a:avLst/>
            <a:gdLst/>
            <a:ahLst/>
            <a:cxnLst/>
            <a:rect l="0" t="0" r="0" b="0"/>
            <a:pathLst>
              <a:path w="294153" h="45674">
                <a:moveTo>
                  <a:pt x="0" y="45674"/>
                </a:moveTo>
                <a:lnTo>
                  <a:pt x="294153" y="0"/>
                </a:lnTo>
              </a:path>
            </a:pathLst>
          </a:custGeom>
          <a:noFill/>
          <a:ln w="5465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171" name="lumia-token-stream-curve">
            <a:extLst>
              <a:ext uri="{FF2B5EF4-FFF2-40B4-BE49-F238E27FC236}">
                <a16:creationId xmlns:a16="http://schemas.microsoft.com/office/drawing/2014/main" id="{1BE6DF73-6473-4B33-AEBE-B3BC800F268E}"/>
              </a:ext>
            </a:extLst>
          </p:cNvPr>
          <p:cNvSpPr>
            <a:spLocks noGrp="1"/>
          </p:cNvSpPr>
          <p:nvPr/>
        </p:nvSpPr>
        <p:spPr>
          <a:xfrm>
            <a:off x="7629116" y="4824051"/>
            <a:ext cx="295928" cy="50389"/>
          </a:xfrm>
          <a:custGeom>
            <a:avLst/>
            <a:gdLst/>
            <a:ahLst/>
            <a:cxnLst/>
            <a:rect l="0" t="0" r="0" b="0"/>
            <a:pathLst>
              <a:path w="295928" h="50389">
                <a:moveTo>
                  <a:pt x="0" y="50389"/>
                </a:moveTo>
                <a:lnTo>
                  <a:pt x="295928" y="0"/>
                </a:lnTo>
              </a:path>
            </a:pathLst>
          </a:custGeom>
          <a:noFill/>
          <a:ln w="5595">
            <a:solidFill>
              <a:srgbClr val="F79E11">
                <a:alpha val="12000"/>
              </a:srgbClr>
            </a:solidFill>
            <a:prstDash val="solid"/>
          </a:ln>
        </p:spPr>
      </p:sp>
      <p:sp>
        <p:nvSpPr>
          <p:cNvPr id="172" name="lumia-token-stream-curve">
            <a:extLst>
              <a:ext uri="{FF2B5EF4-FFF2-40B4-BE49-F238E27FC236}">
                <a16:creationId xmlns:a16="http://schemas.microsoft.com/office/drawing/2014/main" id="{1C94AEE5-BE91-4E96-B907-2E11435BF270}"/>
              </a:ext>
            </a:extLst>
          </p:cNvPr>
          <p:cNvSpPr>
            <a:spLocks noGrp="1"/>
          </p:cNvSpPr>
          <p:nvPr/>
        </p:nvSpPr>
        <p:spPr>
          <a:xfrm>
            <a:off x="7925043" y="4765294"/>
            <a:ext cx="297591" cy="58757"/>
          </a:xfrm>
          <a:custGeom>
            <a:avLst/>
            <a:gdLst/>
            <a:ahLst/>
            <a:cxnLst/>
            <a:rect l="0" t="0" r="0" b="0"/>
            <a:pathLst>
              <a:path w="297591" h="58757">
                <a:moveTo>
                  <a:pt x="0" y="58757"/>
                </a:moveTo>
                <a:lnTo>
                  <a:pt x="297591" y="0"/>
                </a:lnTo>
              </a:path>
            </a:pathLst>
          </a:custGeom>
          <a:noFill/>
          <a:ln w="5725">
            <a:solidFill>
              <a:srgbClr val="F8A90C">
                <a:alpha val="12000"/>
              </a:srgbClr>
            </a:solidFill>
            <a:prstDash val="solid"/>
          </a:ln>
        </p:spPr>
      </p:sp>
      <p:sp>
        <p:nvSpPr>
          <p:cNvPr id="173" name="lumia-token-stream-curve">
            <a:extLst>
              <a:ext uri="{FF2B5EF4-FFF2-40B4-BE49-F238E27FC236}">
                <a16:creationId xmlns:a16="http://schemas.microsoft.com/office/drawing/2014/main" id="{F3B6E289-B136-4A17-92C6-A8726064EBB2}"/>
              </a:ext>
            </a:extLst>
          </p:cNvPr>
          <p:cNvSpPr>
            <a:spLocks noGrp="1"/>
          </p:cNvSpPr>
          <p:nvPr/>
        </p:nvSpPr>
        <p:spPr>
          <a:xfrm>
            <a:off x="8222635" y="4694970"/>
            <a:ext cx="299144" cy="70323"/>
          </a:xfrm>
          <a:custGeom>
            <a:avLst/>
            <a:gdLst/>
            <a:ahLst/>
            <a:cxnLst/>
            <a:rect l="0" t="0" r="0" b="0"/>
            <a:pathLst>
              <a:path w="299144" h="70323">
                <a:moveTo>
                  <a:pt x="0" y="70323"/>
                </a:moveTo>
                <a:lnTo>
                  <a:pt x="299144" y="0"/>
                </a:lnTo>
              </a:path>
            </a:pathLst>
          </a:custGeom>
          <a:noFill/>
          <a:ln w="5852">
            <a:solidFill>
              <a:srgbClr val="FAB408">
                <a:alpha val="12000"/>
              </a:srgbClr>
            </a:solidFill>
            <a:prstDash val="solid"/>
          </a:ln>
        </p:spPr>
      </p:sp>
      <p:sp>
        <p:nvSpPr>
          <p:cNvPr id="174" name="lumia-token-stream-curve">
            <a:extLst>
              <a:ext uri="{FF2B5EF4-FFF2-40B4-BE49-F238E27FC236}">
                <a16:creationId xmlns:a16="http://schemas.microsoft.com/office/drawing/2014/main" id="{A6D7E241-F5CA-4BCE-ADC7-449C16EAA29C}"/>
              </a:ext>
            </a:extLst>
          </p:cNvPr>
          <p:cNvSpPr>
            <a:spLocks noGrp="1"/>
          </p:cNvSpPr>
          <p:nvPr/>
        </p:nvSpPr>
        <p:spPr>
          <a:xfrm>
            <a:off x="8521778" y="4610816"/>
            <a:ext cx="300584" cy="84154"/>
          </a:xfrm>
          <a:custGeom>
            <a:avLst/>
            <a:gdLst/>
            <a:ahLst/>
            <a:cxnLst/>
            <a:rect l="0" t="0" r="0" b="0"/>
            <a:pathLst>
              <a:path w="300584" h="84154">
                <a:moveTo>
                  <a:pt x="0" y="84154"/>
                </a:moveTo>
                <a:lnTo>
                  <a:pt x="300584" y="0"/>
                </a:lnTo>
              </a:path>
            </a:pathLst>
          </a:custGeom>
          <a:noFill/>
          <a:ln w="5977">
            <a:solidFill>
              <a:srgbClr val="F7BC07">
                <a:alpha val="13000"/>
              </a:srgbClr>
            </a:solidFill>
            <a:prstDash val="solid"/>
          </a:ln>
        </p:spPr>
      </p:sp>
      <p:sp>
        <p:nvSpPr>
          <p:cNvPr id="175" name="lumia-token-stream-curve">
            <a:extLst>
              <a:ext uri="{FF2B5EF4-FFF2-40B4-BE49-F238E27FC236}">
                <a16:creationId xmlns:a16="http://schemas.microsoft.com/office/drawing/2014/main" id="{9E709869-A033-4231-BF59-CB17032C6856}"/>
              </a:ext>
            </a:extLst>
          </p:cNvPr>
          <p:cNvSpPr>
            <a:spLocks noGrp="1"/>
          </p:cNvSpPr>
          <p:nvPr/>
        </p:nvSpPr>
        <p:spPr>
          <a:xfrm>
            <a:off x="8822363" y="4511860"/>
            <a:ext cx="301914" cy="98956"/>
          </a:xfrm>
          <a:custGeom>
            <a:avLst/>
            <a:gdLst/>
            <a:ahLst/>
            <a:cxnLst/>
            <a:rect l="0" t="0" r="0" b="0"/>
            <a:pathLst>
              <a:path w="301914" h="98956">
                <a:moveTo>
                  <a:pt x="0" y="98956"/>
                </a:moveTo>
                <a:lnTo>
                  <a:pt x="301914" y="0"/>
                </a:lnTo>
              </a:path>
            </a:pathLst>
          </a:custGeom>
          <a:noFill/>
          <a:ln w="6097">
            <a:solidFill>
              <a:srgbClr val="E5BA0E">
                <a:alpha val="13000"/>
              </a:srgbClr>
            </a:solidFill>
            <a:prstDash val="solid"/>
          </a:ln>
        </p:spPr>
      </p:sp>
      <p:sp>
        <p:nvSpPr>
          <p:cNvPr id="176" name="lumia-token-stream-curve">
            <a:extLst>
              <a:ext uri="{FF2B5EF4-FFF2-40B4-BE49-F238E27FC236}">
                <a16:creationId xmlns:a16="http://schemas.microsoft.com/office/drawing/2014/main" id="{A3AF3712-BC7D-49D9-9754-17EA6D4A8E09}"/>
              </a:ext>
            </a:extLst>
          </p:cNvPr>
          <p:cNvSpPr>
            <a:spLocks noGrp="1"/>
          </p:cNvSpPr>
          <p:nvPr/>
        </p:nvSpPr>
        <p:spPr>
          <a:xfrm>
            <a:off x="9124276" y="4398603"/>
            <a:ext cx="303131" cy="113257"/>
          </a:xfrm>
          <a:custGeom>
            <a:avLst/>
            <a:gdLst/>
            <a:ahLst/>
            <a:cxnLst/>
            <a:rect l="0" t="0" r="0" b="0"/>
            <a:pathLst>
              <a:path w="303131" h="113257">
                <a:moveTo>
                  <a:pt x="0" y="113257"/>
                </a:moveTo>
                <a:lnTo>
                  <a:pt x="303131" y="0"/>
                </a:lnTo>
              </a:path>
            </a:pathLst>
          </a:custGeom>
          <a:noFill/>
          <a:ln w="6211">
            <a:solidFill>
              <a:srgbClr val="D3B815">
                <a:alpha val="13000"/>
              </a:srgbClr>
            </a:solidFill>
            <a:prstDash val="solid"/>
          </a:ln>
        </p:spPr>
      </p:sp>
      <p:sp>
        <p:nvSpPr>
          <p:cNvPr id="177" name="lumia-token-stream-curve">
            <a:extLst>
              <a:ext uri="{FF2B5EF4-FFF2-40B4-BE49-F238E27FC236}">
                <a16:creationId xmlns:a16="http://schemas.microsoft.com/office/drawing/2014/main" id="{23D5C8EA-509F-42E3-BF7C-45AB92291403}"/>
              </a:ext>
            </a:extLst>
          </p:cNvPr>
          <p:cNvSpPr>
            <a:spLocks noGrp="1"/>
          </p:cNvSpPr>
          <p:nvPr/>
        </p:nvSpPr>
        <p:spPr>
          <a:xfrm>
            <a:off x="9427408" y="4272983"/>
            <a:ext cx="304238" cy="125620"/>
          </a:xfrm>
          <a:custGeom>
            <a:avLst/>
            <a:gdLst/>
            <a:ahLst/>
            <a:cxnLst/>
            <a:rect l="0" t="0" r="0" b="0"/>
            <a:pathLst>
              <a:path w="304238" h="125620">
                <a:moveTo>
                  <a:pt x="0" y="125620"/>
                </a:moveTo>
                <a:lnTo>
                  <a:pt x="304238" y="0"/>
                </a:lnTo>
              </a:path>
            </a:pathLst>
          </a:custGeom>
          <a:noFill/>
          <a:ln w="6319">
            <a:solidFill>
              <a:srgbClr val="C2B61C">
                <a:alpha val="13000"/>
              </a:srgbClr>
            </a:solidFill>
            <a:prstDash val="solid"/>
          </a:ln>
        </p:spPr>
      </p:sp>
      <p:sp>
        <p:nvSpPr>
          <p:cNvPr id="178" name="lumia-token-stream-curve">
            <a:extLst>
              <a:ext uri="{FF2B5EF4-FFF2-40B4-BE49-F238E27FC236}">
                <a16:creationId xmlns:a16="http://schemas.microsoft.com/office/drawing/2014/main" id="{8BBB96A3-BC0F-42D9-AFB0-345D1B9628CD}"/>
              </a:ext>
            </a:extLst>
          </p:cNvPr>
          <p:cNvSpPr>
            <a:spLocks noGrp="1"/>
          </p:cNvSpPr>
          <p:nvPr/>
        </p:nvSpPr>
        <p:spPr>
          <a:xfrm>
            <a:off x="9731646" y="4138121"/>
            <a:ext cx="305233" cy="134862"/>
          </a:xfrm>
          <a:custGeom>
            <a:avLst/>
            <a:gdLst/>
            <a:ahLst/>
            <a:cxnLst/>
            <a:rect l="0" t="0" r="0" b="0"/>
            <a:pathLst>
              <a:path w="305233" h="134862">
                <a:moveTo>
                  <a:pt x="0" y="134862"/>
                </a:moveTo>
                <a:lnTo>
                  <a:pt x="305233" y="0"/>
                </a:lnTo>
              </a:path>
            </a:pathLst>
          </a:custGeom>
          <a:noFill/>
          <a:ln w="6418">
            <a:solidFill>
              <a:srgbClr val="B0B422">
                <a:alpha val="14000"/>
              </a:srgbClr>
            </a:solidFill>
            <a:prstDash val="solid"/>
          </a:ln>
        </p:spPr>
      </p:sp>
      <p:sp>
        <p:nvSpPr>
          <p:cNvPr id="179" name="lumia-token-stream-curve">
            <a:extLst>
              <a:ext uri="{FF2B5EF4-FFF2-40B4-BE49-F238E27FC236}">
                <a16:creationId xmlns:a16="http://schemas.microsoft.com/office/drawing/2014/main" id="{309E1B7D-35EB-4D62-AC2E-625059FF7F93}"/>
              </a:ext>
            </a:extLst>
          </p:cNvPr>
          <p:cNvSpPr>
            <a:spLocks noGrp="1"/>
          </p:cNvSpPr>
          <p:nvPr/>
        </p:nvSpPr>
        <p:spPr>
          <a:xfrm>
            <a:off x="10036878" y="3997871"/>
            <a:ext cx="306116" cy="140249"/>
          </a:xfrm>
          <a:custGeom>
            <a:avLst/>
            <a:gdLst/>
            <a:ahLst/>
            <a:cxnLst/>
            <a:rect l="0" t="0" r="0" b="0"/>
            <a:pathLst>
              <a:path w="306116" h="140249">
                <a:moveTo>
                  <a:pt x="0" y="140249"/>
                </a:moveTo>
                <a:lnTo>
                  <a:pt x="306116" y="0"/>
                </a:lnTo>
              </a:path>
            </a:pathLst>
          </a:custGeom>
          <a:noFill/>
          <a:ln w="6509">
            <a:solidFill>
              <a:srgbClr val="9EB329">
                <a:alpha val="14000"/>
              </a:srgbClr>
            </a:solidFill>
            <a:prstDash val="solid"/>
          </a:ln>
        </p:spPr>
      </p:sp>
      <p:sp>
        <p:nvSpPr>
          <p:cNvPr id="180" name="lumia-token-stream-curve">
            <a:extLst>
              <a:ext uri="{FF2B5EF4-FFF2-40B4-BE49-F238E27FC236}">
                <a16:creationId xmlns:a16="http://schemas.microsoft.com/office/drawing/2014/main" id="{A37D4C0D-7413-47B2-964A-1F2F57F251F6}"/>
              </a:ext>
            </a:extLst>
          </p:cNvPr>
          <p:cNvSpPr>
            <a:spLocks noGrp="1"/>
          </p:cNvSpPr>
          <p:nvPr/>
        </p:nvSpPr>
        <p:spPr>
          <a:xfrm>
            <a:off x="10342994" y="3856256"/>
            <a:ext cx="306888" cy="141615"/>
          </a:xfrm>
          <a:custGeom>
            <a:avLst/>
            <a:gdLst/>
            <a:ahLst/>
            <a:cxnLst/>
            <a:rect l="0" t="0" r="0" b="0"/>
            <a:pathLst>
              <a:path w="306888" h="141615">
                <a:moveTo>
                  <a:pt x="0" y="141615"/>
                </a:moveTo>
                <a:lnTo>
                  <a:pt x="306888" y="0"/>
                </a:lnTo>
              </a:path>
            </a:pathLst>
          </a:custGeom>
          <a:noFill/>
          <a:ln w="6588">
            <a:solidFill>
              <a:srgbClr val="8CB130">
                <a:alpha val="14000"/>
              </a:srgbClr>
            </a:solidFill>
            <a:prstDash val="solid"/>
          </a:ln>
        </p:spPr>
      </p:sp>
      <p:sp>
        <p:nvSpPr>
          <p:cNvPr id="181" name="lumia-token-stream-curve">
            <a:extLst>
              <a:ext uri="{FF2B5EF4-FFF2-40B4-BE49-F238E27FC236}">
                <a16:creationId xmlns:a16="http://schemas.microsoft.com/office/drawing/2014/main" id="{1788D436-D055-4535-8CA8-70D3212CCA85}"/>
              </a:ext>
            </a:extLst>
          </p:cNvPr>
          <p:cNvSpPr>
            <a:spLocks noGrp="1"/>
          </p:cNvSpPr>
          <p:nvPr/>
        </p:nvSpPr>
        <p:spPr>
          <a:xfrm>
            <a:off x="10649882" y="3716851"/>
            <a:ext cx="307548" cy="139405"/>
          </a:xfrm>
          <a:custGeom>
            <a:avLst/>
            <a:gdLst/>
            <a:ahLst/>
            <a:cxnLst/>
            <a:rect l="0" t="0" r="0" b="0"/>
            <a:pathLst>
              <a:path w="307548" h="139405">
                <a:moveTo>
                  <a:pt x="0" y="139405"/>
                </a:moveTo>
                <a:lnTo>
                  <a:pt x="307548" y="0"/>
                </a:lnTo>
              </a:path>
            </a:pathLst>
          </a:custGeom>
          <a:noFill/>
          <a:ln w="6656">
            <a:solidFill>
              <a:srgbClr val="7BAF37">
                <a:alpha val="14000"/>
              </a:srgbClr>
            </a:solidFill>
            <a:prstDash val="solid"/>
          </a:ln>
        </p:spPr>
      </p:sp>
      <p:sp>
        <p:nvSpPr>
          <p:cNvPr id="182" name="lumia-token-stream-curve">
            <a:extLst>
              <a:ext uri="{FF2B5EF4-FFF2-40B4-BE49-F238E27FC236}">
                <a16:creationId xmlns:a16="http://schemas.microsoft.com/office/drawing/2014/main" id="{786B9BF9-C527-4BCC-A0F5-69049ECCD602}"/>
              </a:ext>
            </a:extLst>
          </p:cNvPr>
          <p:cNvSpPr>
            <a:spLocks noGrp="1"/>
          </p:cNvSpPr>
          <p:nvPr/>
        </p:nvSpPr>
        <p:spPr>
          <a:xfrm>
            <a:off x="10957431" y="3582233"/>
            <a:ext cx="308097" cy="134618"/>
          </a:xfrm>
          <a:custGeom>
            <a:avLst/>
            <a:gdLst/>
            <a:ahLst/>
            <a:cxnLst/>
            <a:rect l="0" t="0" r="0" b="0"/>
            <a:pathLst>
              <a:path w="308097" h="134618">
                <a:moveTo>
                  <a:pt x="0" y="134618"/>
                </a:moveTo>
                <a:lnTo>
                  <a:pt x="308097" y="0"/>
                </a:lnTo>
              </a:path>
            </a:pathLst>
          </a:custGeom>
          <a:noFill/>
          <a:ln w="6711">
            <a:solidFill>
              <a:srgbClr val="69AD3E">
                <a:alpha val="14000"/>
              </a:srgbClr>
            </a:solidFill>
            <a:prstDash val="solid"/>
          </a:ln>
        </p:spPr>
      </p:sp>
      <p:sp>
        <p:nvSpPr>
          <p:cNvPr id="183" name="lumia-token-stream-curve">
            <a:extLst>
              <a:ext uri="{FF2B5EF4-FFF2-40B4-BE49-F238E27FC236}">
                <a16:creationId xmlns:a16="http://schemas.microsoft.com/office/drawing/2014/main" id="{5D325887-B63D-4BE4-8DDF-1030111A6FF6}"/>
              </a:ext>
            </a:extLst>
          </p:cNvPr>
          <p:cNvSpPr>
            <a:spLocks noGrp="1"/>
          </p:cNvSpPr>
          <p:nvPr/>
        </p:nvSpPr>
        <p:spPr>
          <a:xfrm>
            <a:off x="11265528" y="3453569"/>
            <a:ext cx="308535" cy="128664"/>
          </a:xfrm>
          <a:custGeom>
            <a:avLst/>
            <a:gdLst/>
            <a:ahLst/>
            <a:cxnLst/>
            <a:rect l="0" t="0" r="0" b="0"/>
            <a:pathLst>
              <a:path w="308535" h="128664">
                <a:moveTo>
                  <a:pt x="0" y="128664"/>
                </a:moveTo>
                <a:lnTo>
                  <a:pt x="308535" y="0"/>
                </a:lnTo>
              </a:path>
            </a:pathLst>
          </a:custGeom>
          <a:noFill/>
          <a:ln w="6752">
            <a:solidFill>
              <a:srgbClr val="57AC45">
                <a:alpha val="14000"/>
              </a:srgbClr>
            </a:solidFill>
            <a:prstDash val="solid"/>
          </a:ln>
        </p:spPr>
      </p:sp>
      <p:sp>
        <p:nvSpPr>
          <p:cNvPr id="184" name="lumia-token-stream-curve">
            <a:extLst>
              <a:ext uri="{FF2B5EF4-FFF2-40B4-BE49-F238E27FC236}">
                <a16:creationId xmlns:a16="http://schemas.microsoft.com/office/drawing/2014/main" id="{A5844B61-9F03-41DA-AF82-4DF585EBC1AB}"/>
              </a:ext>
            </a:extLst>
          </p:cNvPr>
          <p:cNvSpPr>
            <a:spLocks noGrp="1"/>
          </p:cNvSpPr>
          <p:nvPr/>
        </p:nvSpPr>
        <p:spPr>
          <a:xfrm>
            <a:off x="11574063" y="3330417"/>
            <a:ext cx="308861" cy="123152"/>
          </a:xfrm>
          <a:custGeom>
            <a:avLst/>
            <a:gdLst/>
            <a:ahLst/>
            <a:cxnLst/>
            <a:rect l="0" t="0" r="0" b="0"/>
            <a:pathLst>
              <a:path w="308861" h="123152">
                <a:moveTo>
                  <a:pt x="0" y="123152"/>
                </a:moveTo>
                <a:lnTo>
                  <a:pt x="308861" y="0"/>
                </a:lnTo>
              </a:path>
            </a:pathLst>
          </a:custGeom>
          <a:noFill/>
          <a:ln w="6777">
            <a:solidFill>
              <a:srgbClr val="46AA4C">
                <a:alpha val="14000"/>
              </a:srgbClr>
            </a:solidFill>
            <a:prstDash val="solid"/>
          </a:ln>
        </p:spPr>
      </p:sp>
      <p:sp>
        <p:nvSpPr>
          <p:cNvPr id="185" name="lumia-token-stream-curve">
            <a:extLst>
              <a:ext uri="{FF2B5EF4-FFF2-40B4-BE49-F238E27FC236}">
                <a16:creationId xmlns:a16="http://schemas.microsoft.com/office/drawing/2014/main" id="{B2187636-360C-407B-867E-BE829283E7FB}"/>
              </a:ext>
            </a:extLst>
          </p:cNvPr>
          <p:cNvSpPr>
            <a:spLocks noGrp="1"/>
          </p:cNvSpPr>
          <p:nvPr/>
        </p:nvSpPr>
        <p:spPr>
          <a:xfrm>
            <a:off x="11882924" y="3210778"/>
            <a:ext cx="309076" cy="119639"/>
          </a:xfrm>
          <a:custGeom>
            <a:avLst/>
            <a:gdLst/>
            <a:ahLst/>
            <a:cxnLst/>
            <a:rect l="0" t="0" r="0" b="0"/>
            <a:pathLst>
              <a:path w="309076" h="119639">
                <a:moveTo>
                  <a:pt x="0" y="119639"/>
                </a:moveTo>
                <a:lnTo>
                  <a:pt x="309076" y="0"/>
                </a:lnTo>
              </a:path>
            </a:pathLst>
          </a:custGeom>
          <a:noFill/>
          <a:ln w="6786">
            <a:solidFill>
              <a:srgbClr val="34A853">
                <a:alpha val="14000"/>
              </a:srgbClr>
            </a:solidFill>
            <a:prstDash val="solid"/>
          </a:ln>
        </p:spPr>
      </p:sp>
      <p:sp>
        <p:nvSpPr>
          <p:cNvPr id="186" name="lumia-token-stream-curve">
            <a:extLst>
              <a:ext uri="{FF2B5EF4-FFF2-40B4-BE49-F238E27FC236}">
                <a16:creationId xmlns:a16="http://schemas.microsoft.com/office/drawing/2014/main" id="{2F520C87-BB40-4380-80F4-A49A5AF1C150}"/>
              </a:ext>
            </a:extLst>
          </p:cNvPr>
          <p:cNvSpPr>
            <a:spLocks noGrp="1"/>
          </p:cNvSpPr>
          <p:nvPr/>
        </p:nvSpPr>
        <p:spPr>
          <a:xfrm>
            <a:off x="121787" y="5136943"/>
            <a:ext cx="178493" cy="52929"/>
          </a:xfrm>
          <a:custGeom>
            <a:avLst/>
            <a:gdLst/>
            <a:ahLst/>
            <a:cxnLst/>
            <a:rect l="0" t="0" r="0" b="0"/>
            <a:pathLst>
              <a:path w="178493" h="52929">
                <a:moveTo>
                  <a:pt x="0" y="0"/>
                </a:moveTo>
                <a:lnTo>
                  <a:pt x="178493" y="52929"/>
                </a:lnTo>
              </a:path>
            </a:pathLst>
          </a:custGeom>
          <a:noFill/>
          <a:ln w="4512">
            <a:solidFill>
              <a:srgbClr val="4285F4">
                <a:alpha val="7000"/>
              </a:srgbClr>
            </a:solidFill>
            <a:prstDash val="solid"/>
          </a:ln>
        </p:spPr>
      </p:sp>
      <p:sp>
        <p:nvSpPr>
          <p:cNvPr id="187" name="lumia-token-stream-curve">
            <a:extLst>
              <a:ext uri="{FF2B5EF4-FFF2-40B4-BE49-F238E27FC236}">
                <a16:creationId xmlns:a16="http://schemas.microsoft.com/office/drawing/2014/main" id="{A3115947-1246-4BC4-951C-47151084B77D}"/>
              </a:ext>
            </a:extLst>
          </p:cNvPr>
          <p:cNvSpPr>
            <a:spLocks noGrp="1"/>
          </p:cNvSpPr>
          <p:nvPr/>
        </p:nvSpPr>
        <p:spPr>
          <a:xfrm>
            <a:off x="300280" y="5189872"/>
            <a:ext cx="183752" cy="52065"/>
          </a:xfrm>
          <a:custGeom>
            <a:avLst/>
            <a:gdLst/>
            <a:ahLst/>
            <a:cxnLst/>
            <a:rect l="0" t="0" r="0" b="0"/>
            <a:pathLst>
              <a:path w="183752" h="52065">
                <a:moveTo>
                  <a:pt x="0" y="0"/>
                </a:moveTo>
                <a:lnTo>
                  <a:pt x="183752" y="52065"/>
                </a:lnTo>
              </a:path>
            </a:pathLst>
          </a:custGeom>
          <a:noFill/>
          <a:ln w="4512">
            <a:solidFill>
              <a:srgbClr val="447EEC">
                <a:alpha val="7000"/>
              </a:srgbClr>
            </a:solidFill>
            <a:prstDash val="solid"/>
          </a:ln>
        </p:spPr>
      </p:sp>
      <p:sp>
        <p:nvSpPr>
          <p:cNvPr id="188" name="lumia-token-stream-curve">
            <a:extLst>
              <a:ext uri="{FF2B5EF4-FFF2-40B4-BE49-F238E27FC236}">
                <a16:creationId xmlns:a16="http://schemas.microsoft.com/office/drawing/2014/main" id="{4F4513BE-BB44-4BC1-9DAE-815D956B37B7}"/>
              </a:ext>
            </a:extLst>
          </p:cNvPr>
          <p:cNvSpPr>
            <a:spLocks noGrp="1"/>
          </p:cNvSpPr>
          <p:nvPr/>
        </p:nvSpPr>
        <p:spPr>
          <a:xfrm>
            <a:off x="484032" y="5241937"/>
            <a:ext cx="188906" cy="51740"/>
          </a:xfrm>
          <a:custGeom>
            <a:avLst/>
            <a:gdLst/>
            <a:ahLst/>
            <a:cxnLst/>
            <a:rect l="0" t="0" r="0" b="0"/>
            <a:pathLst>
              <a:path w="188906" h="51740">
                <a:moveTo>
                  <a:pt x="0" y="0"/>
                </a:moveTo>
                <a:lnTo>
                  <a:pt x="188906" y="51740"/>
                </a:lnTo>
              </a:path>
            </a:pathLst>
          </a:custGeom>
          <a:noFill/>
          <a:ln w="4512">
            <a:solidFill>
              <a:srgbClr val="4678E3">
                <a:alpha val="7000"/>
              </a:srgbClr>
            </a:solidFill>
            <a:prstDash val="solid"/>
          </a:ln>
        </p:spPr>
      </p:sp>
      <p:sp>
        <p:nvSpPr>
          <p:cNvPr id="189" name="lumia-token-stream-curve">
            <a:extLst>
              <a:ext uri="{FF2B5EF4-FFF2-40B4-BE49-F238E27FC236}">
                <a16:creationId xmlns:a16="http://schemas.microsoft.com/office/drawing/2014/main" id="{37E79E66-4ED3-4F24-A274-7F2DE31B9923}"/>
              </a:ext>
            </a:extLst>
          </p:cNvPr>
          <p:cNvSpPr>
            <a:spLocks noGrp="1"/>
          </p:cNvSpPr>
          <p:nvPr/>
        </p:nvSpPr>
        <p:spPr>
          <a:xfrm>
            <a:off x="672938" y="5293677"/>
            <a:ext cx="193956" cy="51740"/>
          </a:xfrm>
          <a:custGeom>
            <a:avLst/>
            <a:gdLst/>
            <a:ahLst/>
            <a:cxnLst/>
            <a:rect l="0" t="0" r="0" b="0"/>
            <a:pathLst>
              <a:path w="193956" h="51740">
                <a:moveTo>
                  <a:pt x="0" y="0"/>
                </a:moveTo>
                <a:lnTo>
                  <a:pt x="193956" y="51740"/>
                </a:lnTo>
              </a:path>
            </a:pathLst>
          </a:custGeom>
          <a:noFill/>
          <a:ln w="4512">
            <a:solidFill>
              <a:srgbClr val="4871DB">
                <a:alpha val="7000"/>
              </a:srgbClr>
            </a:solidFill>
            <a:prstDash val="solid"/>
          </a:ln>
        </p:spPr>
      </p:sp>
      <p:sp>
        <p:nvSpPr>
          <p:cNvPr id="190" name="lumia-token-stream-curve">
            <a:extLst>
              <a:ext uri="{FF2B5EF4-FFF2-40B4-BE49-F238E27FC236}">
                <a16:creationId xmlns:a16="http://schemas.microsoft.com/office/drawing/2014/main" id="{19DACAF9-0831-4C87-8ABB-04CF7D1BA008}"/>
              </a:ext>
            </a:extLst>
          </p:cNvPr>
          <p:cNvSpPr>
            <a:spLocks noGrp="1"/>
          </p:cNvSpPr>
          <p:nvPr/>
        </p:nvSpPr>
        <p:spPr>
          <a:xfrm>
            <a:off x="866894" y="5345417"/>
            <a:ext cx="198901" cy="51783"/>
          </a:xfrm>
          <a:custGeom>
            <a:avLst/>
            <a:gdLst/>
            <a:ahLst/>
            <a:cxnLst/>
            <a:rect l="0" t="0" r="0" b="0"/>
            <a:pathLst>
              <a:path w="198901" h="51783">
                <a:moveTo>
                  <a:pt x="0" y="0"/>
                </a:moveTo>
                <a:lnTo>
                  <a:pt x="198901" y="51783"/>
                </a:lnTo>
              </a:path>
            </a:pathLst>
          </a:custGeom>
          <a:noFill/>
          <a:ln w="4512">
            <a:solidFill>
              <a:srgbClr val="4A6BD2">
                <a:alpha val="7000"/>
              </a:srgbClr>
            </a:solidFill>
            <a:prstDash val="solid"/>
          </a:ln>
        </p:spPr>
      </p:sp>
      <p:sp>
        <p:nvSpPr>
          <p:cNvPr id="191" name="lumia-token-stream-curve">
            <a:extLst>
              <a:ext uri="{FF2B5EF4-FFF2-40B4-BE49-F238E27FC236}">
                <a16:creationId xmlns:a16="http://schemas.microsoft.com/office/drawing/2014/main" id="{05EE1BEC-AC91-4BF5-8586-52527DC47FCA}"/>
              </a:ext>
            </a:extLst>
          </p:cNvPr>
          <p:cNvSpPr>
            <a:spLocks noGrp="1"/>
          </p:cNvSpPr>
          <p:nvPr/>
        </p:nvSpPr>
        <p:spPr>
          <a:xfrm>
            <a:off x="1065795" y="5397200"/>
            <a:ext cx="203743" cy="51539"/>
          </a:xfrm>
          <a:custGeom>
            <a:avLst/>
            <a:gdLst/>
            <a:ahLst/>
            <a:cxnLst/>
            <a:rect l="0" t="0" r="0" b="0"/>
            <a:pathLst>
              <a:path w="203743" h="51539">
                <a:moveTo>
                  <a:pt x="0" y="0"/>
                </a:moveTo>
                <a:lnTo>
                  <a:pt x="203743" y="51539"/>
                </a:lnTo>
              </a:path>
            </a:pathLst>
          </a:custGeom>
          <a:noFill/>
          <a:ln w="4512">
            <a:solidFill>
              <a:srgbClr val="4C64CA">
                <a:alpha val="7000"/>
              </a:srgbClr>
            </a:solidFill>
            <a:prstDash val="solid"/>
          </a:ln>
        </p:spPr>
      </p:sp>
      <p:sp>
        <p:nvSpPr>
          <p:cNvPr id="192" name="lumia-token-stream-curve">
            <a:extLst>
              <a:ext uri="{FF2B5EF4-FFF2-40B4-BE49-F238E27FC236}">
                <a16:creationId xmlns:a16="http://schemas.microsoft.com/office/drawing/2014/main" id="{FAB3A37F-AD72-4FDA-BE5B-2EE85A710CC0}"/>
              </a:ext>
            </a:extLst>
          </p:cNvPr>
          <p:cNvSpPr>
            <a:spLocks noGrp="1"/>
          </p:cNvSpPr>
          <p:nvPr/>
        </p:nvSpPr>
        <p:spPr>
          <a:xfrm>
            <a:off x="1269538" y="5448739"/>
            <a:ext cx="208480" cy="50645"/>
          </a:xfrm>
          <a:custGeom>
            <a:avLst/>
            <a:gdLst/>
            <a:ahLst/>
            <a:cxnLst/>
            <a:rect l="0" t="0" r="0" b="0"/>
            <a:pathLst>
              <a:path w="208480" h="50645">
                <a:moveTo>
                  <a:pt x="0" y="0"/>
                </a:moveTo>
                <a:lnTo>
                  <a:pt x="208480" y="50645"/>
                </a:lnTo>
              </a:path>
            </a:pathLst>
          </a:custGeom>
          <a:noFill/>
          <a:ln w="4512">
            <a:solidFill>
              <a:srgbClr val="4E5EC1">
                <a:alpha val="7000"/>
              </a:srgbClr>
            </a:solidFill>
            <a:prstDash val="solid"/>
          </a:ln>
        </p:spPr>
      </p:sp>
      <p:sp>
        <p:nvSpPr>
          <p:cNvPr id="193" name="lumia-token-stream-curve">
            <a:extLst>
              <a:ext uri="{FF2B5EF4-FFF2-40B4-BE49-F238E27FC236}">
                <a16:creationId xmlns:a16="http://schemas.microsoft.com/office/drawing/2014/main" id="{A26117EB-5FF7-449B-8204-4F7FAF287A0F}"/>
              </a:ext>
            </a:extLst>
          </p:cNvPr>
          <p:cNvSpPr>
            <a:spLocks noGrp="1"/>
          </p:cNvSpPr>
          <p:nvPr/>
        </p:nvSpPr>
        <p:spPr>
          <a:xfrm>
            <a:off x="1478018" y="5499384"/>
            <a:ext cx="213113" cy="48740"/>
          </a:xfrm>
          <a:custGeom>
            <a:avLst/>
            <a:gdLst/>
            <a:ahLst/>
            <a:cxnLst/>
            <a:rect l="0" t="0" r="0" b="0"/>
            <a:pathLst>
              <a:path w="213113" h="48740">
                <a:moveTo>
                  <a:pt x="0" y="0"/>
                </a:moveTo>
                <a:lnTo>
                  <a:pt x="213113" y="48740"/>
                </a:lnTo>
              </a:path>
            </a:pathLst>
          </a:custGeom>
          <a:noFill/>
          <a:ln w="4512">
            <a:solidFill>
              <a:srgbClr val="5057B9">
                <a:alpha val="7000"/>
              </a:srgbClr>
            </a:solidFill>
            <a:prstDash val="solid"/>
          </a:ln>
        </p:spPr>
      </p:sp>
      <p:sp>
        <p:nvSpPr>
          <p:cNvPr id="194" name="lumia-token-stream-curve">
            <a:extLst>
              <a:ext uri="{FF2B5EF4-FFF2-40B4-BE49-F238E27FC236}">
                <a16:creationId xmlns:a16="http://schemas.microsoft.com/office/drawing/2014/main" id="{193C1734-0C04-49AF-93A4-12CB631BC57B}"/>
              </a:ext>
            </a:extLst>
          </p:cNvPr>
          <p:cNvSpPr>
            <a:spLocks noGrp="1"/>
          </p:cNvSpPr>
          <p:nvPr/>
        </p:nvSpPr>
        <p:spPr>
          <a:xfrm>
            <a:off x="1691130" y="5548124"/>
            <a:ext cx="217641" cy="45497"/>
          </a:xfrm>
          <a:custGeom>
            <a:avLst/>
            <a:gdLst/>
            <a:ahLst/>
            <a:cxnLst/>
            <a:rect l="0" t="0" r="0" b="0"/>
            <a:pathLst>
              <a:path w="217641" h="45497">
                <a:moveTo>
                  <a:pt x="0" y="0"/>
                </a:moveTo>
                <a:lnTo>
                  <a:pt x="217641" y="45497"/>
                </a:lnTo>
              </a:path>
            </a:pathLst>
          </a:custGeom>
          <a:noFill/>
          <a:ln w="4512">
            <a:solidFill>
              <a:srgbClr val="5250B0">
                <a:alpha val="7000"/>
              </a:srgbClr>
            </a:solidFill>
            <a:prstDash val="solid"/>
          </a:ln>
        </p:spPr>
      </p:sp>
      <p:sp>
        <p:nvSpPr>
          <p:cNvPr id="195" name="lumia-token-stream-curve">
            <a:extLst>
              <a:ext uri="{FF2B5EF4-FFF2-40B4-BE49-F238E27FC236}">
                <a16:creationId xmlns:a16="http://schemas.microsoft.com/office/drawing/2014/main" id="{036F20BB-E2A2-430A-B5CA-B43A853A7BC9}"/>
              </a:ext>
            </a:extLst>
          </p:cNvPr>
          <p:cNvSpPr>
            <a:spLocks noGrp="1"/>
          </p:cNvSpPr>
          <p:nvPr/>
        </p:nvSpPr>
        <p:spPr>
          <a:xfrm>
            <a:off x="1908771" y="5593621"/>
            <a:ext cx="222065" cy="40668"/>
          </a:xfrm>
          <a:custGeom>
            <a:avLst/>
            <a:gdLst/>
            <a:ahLst/>
            <a:cxnLst/>
            <a:rect l="0" t="0" r="0" b="0"/>
            <a:pathLst>
              <a:path w="222065" h="40668">
                <a:moveTo>
                  <a:pt x="0" y="0"/>
                </a:moveTo>
                <a:lnTo>
                  <a:pt x="222065" y="40668"/>
                </a:lnTo>
              </a:path>
            </a:pathLst>
          </a:custGeom>
          <a:noFill/>
          <a:ln w="4512">
            <a:solidFill>
              <a:srgbClr val="544AA8">
                <a:alpha val="7000"/>
              </a:srgbClr>
            </a:solidFill>
            <a:prstDash val="solid"/>
          </a:ln>
        </p:spPr>
      </p:sp>
      <p:sp>
        <p:nvSpPr>
          <p:cNvPr id="196" name="lumia-token-stream-curve">
            <a:extLst>
              <a:ext uri="{FF2B5EF4-FFF2-40B4-BE49-F238E27FC236}">
                <a16:creationId xmlns:a16="http://schemas.microsoft.com/office/drawing/2014/main" id="{84660479-DA38-4B9A-AB3A-15664F7F76B0}"/>
              </a:ext>
            </a:extLst>
          </p:cNvPr>
          <p:cNvSpPr>
            <a:spLocks noGrp="1"/>
          </p:cNvSpPr>
          <p:nvPr/>
        </p:nvSpPr>
        <p:spPr>
          <a:xfrm>
            <a:off x="2130836" y="5634289"/>
            <a:ext cx="226385" cy="34118"/>
          </a:xfrm>
          <a:custGeom>
            <a:avLst/>
            <a:gdLst/>
            <a:ahLst/>
            <a:cxnLst/>
            <a:rect l="0" t="0" r="0" b="0"/>
            <a:pathLst>
              <a:path w="226385" h="34118">
                <a:moveTo>
                  <a:pt x="0" y="0"/>
                </a:moveTo>
                <a:lnTo>
                  <a:pt x="226385" y="34118"/>
                </a:lnTo>
              </a:path>
            </a:pathLst>
          </a:custGeom>
          <a:noFill/>
          <a:ln w="4512">
            <a:solidFill>
              <a:srgbClr val="5643A0">
                <a:alpha val="7000"/>
              </a:srgbClr>
            </a:solidFill>
            <a:prstDash val="solid"/>
          </a:ln>
        </p:spPr>
      </p:sp>
      <p:sp>
        <p:nvSpPr>
          <p:cNvPr id="197" name="lumia-token-stream-curve">
            <a:extLst>
              <a:ext uri="{FF2B5EF4-FFF2-40B4-BE49-F238E27FC236}">
                <a16:creationId xmlns:a16="http://schemas.microsoft.com/office/drawing/2014/main" id="{CFB700F7-12D3-4866-93A7-E140E984B44C}"/>
              </a:ext>
            </a:extLst>
          </p:cNvPr>
          <p:cNvSpPr>
            <a:spLocks noGrp="1"/>
          </p:cNvSpPr>
          <p:nvPr/>
        </p:nvSpPr>
        <p:spPr>
          <a:xfrm>
            <a:off x="2357222" y="5668407"/>
            <a:ext cx="230601" cy="25857"/>
          </a:xfrm>
          <a:custGeom>
            <a:avLst/>
            <a:gdLst/>
            <a:ahLst/>
            <a:cxnLst/>
            <a:rect l="0" t="0" r="0" b="0"/>
            <a:pathLst>
              <a:path w="230601" h="25857">
                <a:moveTo>
                  <a:pt x="0" y="0"/>
                </a:moveTo>
                <a:lnTo>
                  <a:pt x="230601" y="25857"/>
                </a:lnTo>
              </a:path>
            </a:pathLst>
          </a:custGeom>
          <a:noFill/>
          <a:ln w="4512">
            <a:solidFill>
              <a:srgbClr val="583D97">
                <a:alpha val="7000"/>
              </a:srgbClr>
            </a:solidFill>
            <a:prstDash val="solid"/>
          </a:ln>
        </p:spPr>
      </p:sp>
      <p:sp>
        <p:nvSpPr>
          <p:cNvPr id="198" name="lumia-token-stream-curve">
            <a:extLst>
              <a:ext uri="{FF2B5EF4-FFF2-40B4-BE49-F238E27FC236}">
                <a16:creationId xmlns:a16="http://schemas.microsoft.com/office/drawing/2014/main" id="{5C738910-1A7A-4B0E-8F03-7499473D396B}"/>
              </a:ext>
            </a:extLst>
          </p:cNvPr>
          <p:cNvSpPr>
            <a:spLocks noGrp="1"/>
          </p:cNvSpPr>
          <p:nvPr/>
        </p:nvSpPr>
        <p:spPr>
          <a:xfrm>
            <a:off x="2587823" y="5694264"/>
            <a:ext cx="234712" cy="16070"/>
          </a:xfrm>
          <a:custGeom>
            <a:avLst/>
            <a:gdLst/>
            <a:ahLst/>
            <a:cxnLst/>
            <a:rect l="0" t="0" r="0" b="0"/>
            <a:pathLst>
              <a:path w="234712" h="16070">
                <a:moveTo>
                  <a:pt x="0" y="0"/>
                </a:moveTo>
                <a:lnTo>
                  <a:pt x="234712" y="16070"/>
                </a:lnTo>
              </a:path>
            </a:pathLst>
          </a:custGeom>
          <a:noFill/>
          <a:ln w="4512">
            <a:solidFill>
              <a:srgbClr val="623C8F">
                <a:alpha val="7000"/>
              </a:srgbClr>
            </a:solidFill>
            <a:prstDash val="solid"/>
          </a:ln>
        </p:spPr>
      </p:sp>
      <p:sp>
        <p:nvSpPr>
          <p:cNvPr id="199" name="lumia-token-stream-curve">
            <a:extLst>
              <a:ext uri="{FF2B5EF4-FFF2-40B4-BE49-F238E27FC236}">
                <a16:creationId xmlns:a16="http://schemas.microsoft.com/office/drawing/2014/main" id="{8AD596C1-AF07-4C14-95F4-AACDDDD1DE5C}"/>
              </a:ext>
            </a:extLst>
          </p:cNvPr>
          <p:cNvSpPr>
            <a:spLocks noGrp="1"/>
          </p:cNvSpPr>
          <p:nvPr/>
        </p:nvSpPr>
        <p:spPr>
          <a:xfrm>
            <a:off x="2822535" y="5710334"/>
            <a:ext cx="238719" cy="9525"/>
          </a:xfrm>
          <a:custGeom>
            <a:avLst/>
            <a:gdLst/>
            <a:ahLst/>
            <a:cxnLst/>
            <a:rect l="0" t="0" r="0" b="0"/>
            <a:pathLst>
              <a:path w="238719" h="9525">
                <a:moveTo>
                  <a:pt x="0" y="0"/>
                </a:moveTo>
                <a:lnTo>
                  <a:pt x="238719" y="5116"/>
                </a:lnTo>
              </a:path>
            </a:pathLst>
          </a:custGeom>
          <a:noFill/>
          <a:ln w="4512">
            <a:solidFill>
              <a:srgbClr val="6F3C86">
                <a:alpha val="7000"/>
              </a:srgbClr>
            </a:solidFill>
            <a:prstDash val="solid"/>
          </a:ln>
        </p:spPr>
      </p:sp>
      <p:sp>
        <p:nvSpPr>
          <p:cNvPr id="200" name="lumia-token-stream-curve">
            <a:extLst>
              <a:ext uri="{FF2B5EF4-FFF2-40B4-BE49-F238E27FC236}">
                <a16:creationId xmlns:a16="http://schemas.microsoft.com/office/drawing/2014/main" id="{9BADEC5F-7934-43A2-8588-AD276B7C649D}"/>
              </a:ext>
            </a:extLst>
          </p:cNvPr>
          <p:cNvSpPr>
            <a:spLocks noGrp="1"/>
          </p:cNvSpPr>
          <p:nvPr/>
        </p:nvSpPr>
        <p:spPr>
          <a:xfrm>
            <a:off x="3061254" y="5708969"/>
            <a:ext cx="242622" cy="9525"/>
          </a:xfrm>
          <a:custGeom>
            <a:avLst/>
            <a:gdLst/>
            <a:ahLst/>
            <a:cxnLst/>
            <a:rect l="0" t="0" r="0" b="0"/>
            <a:pathLst>
              <a:path w="242622" h="9525">
                <a:moveTo>
                  <a:pt x="0" y="6482"/>
                </a:moveTo>
                <a:lnTo>
                  <a:pt x="242622" y="0"/>
                </a:lnTo>
              </a:path>
            </a:pathLst>
          </a:custGeom>
          <a:noFill/>
          <a:ln w="4512">
            <a:solidFill>
              <a:srgbClr val="7C3D7E">
                <a:alpha val="7000"/>
              </a:srgbClr>
            </a:solidFill>
            <a:prstDash val="solid"/>
          </a:ln>
        </p:spPr>
      </p:sp>
      <p:sp>
        <p:nvSpPr>
          <p:cNvPr id="201" name="lumia-token-stream-curve">
            <a:extLst>
              <a:ext uri="{FF2B5EF4-FFF2-40B4-BE49-F238E27FC236}">
                <a16:creationId xmlns:a16="http://schemas.microsoft.com/office/drawing/2014/main" id="{CC844E05-D537-4D3C-A765-3B0256103F82}"/>
              </a:ext>
            </a:extLst>
          </p:cNvPr>
          <p:cNvSpPr>
            <a:spLocks noGrp="1"/>
          </p:cNvSpPr>
          <p:nvPr/>
        </p:nvSpPr>
        <p:spPr>
          <a:xfrm>
            <a:off x="3303876" y="5690895"/>
            <a:ext cx="246421" cy="18073"/>
          </a:xfrm>
          <a:custGeom>
            <a:avLst/>
            <a:gdLst/>
            <a:ahLst/>
            <a:cxnLst/>
            <a:rect l="0" t="0" r="0" b="0"/>
            <a:pathLst>
              <a:path w="246421" h="18073">
                <a:moveTo>
                  <a:pt x="0" y="18073"/>
                </a:moveTo>
                <a:lnTo>
                  <a:pt x="246421" y="0"/>
                </a:lnTo>
              </a:path>
            </a:pathLst>
          </a:custGeom>
          <a:noFill/>
          <a:ln w="4512">
            <a:solidFill>
              <a:srgbClr val="893E75">
                <a:alpha val="7000"/>
              </a:srgbClr>
            </a:solidFill>
            <a:prstDash val="solid"/>
          </a:ln>
        </p:spPr>
      </p:sp>
      <p:sp>
        <p:nvSpPr>
          <p:cNvPr id="202" name="lumia-token-stream-curve">
            <a:extLst>
              <a:ext uri="{FF2B5EF4-FFF2-40B4-BE49-F238E27FC236}">
                <a16:creationId xmlns:a16="http://schemas.microsoft.com/office/drawing/2014/main" id="{83B6B716-CA4E-4A91-A698-B8813CBF97D9}"/>
              </a:ext>
            </a:extLst>
          </p:cNvPr>
          <p:cNvSpPr>
            <a:spLocks noGrp="1"/>
          </p:cNvSpPr>
          <p:nvPr/>
        </p:nvSpPr>
        <p:spPr>
          <a:xfrm>
            <a:off x="3550297" y="5661957"/>
            <a:ext cx="250115" cy="28938"/>
          </a:xfrm>
          <a:custGeom>
            <a:avLst/>
            <a:gdLst/>
            <a:ahLst/>
            <a:cxnLst/>
            <a:rect l="0" t="0" r="0" b="0"/>
            <a:pathLst>
              <a:path w="250115" h="28938">
                <a:moveTo>
                  <a:pt x="0" y="28938"/>
                </a:moveTo>
                <a:lnTo>
                  <a:pt x="250115" y="0"/>
                </a:lnTo>
              </a:path>
            </a:pathLst>
          </a:custGeom>
          <a:noFill/>
          <a:ln w="4512">
            <a:solidFill>
              <a:srgbClr val="963E6C">
                <a:alpha val="7000"/>
              </a:srgbClr>
            </a:solidFill>
            <a:prstDash val="solid"/>
          </a:ln>
        </p:spPr>
      </p:sp>
      <p:sp>
        <p:nvSpPr>
          <p:cNvPr id="203" name="lumia-token-stream-curve">
            <a:extLst>
              <a:ext uri="{FF2B5EF4-FFF2-40B4-BE49-F238E27FC236}">
                <a16:creationId xmlns:a16="http://schemas.microsoft.com/office/drawing/2014/main" id="{4A7AB7AA-3461-4AFF-A803-5D4ECF974A03}"/>
              </a:ext>
            </a:extLst>
          </p:cNvPr>
          <p:cNvSpPr>
            <a:spLocks noGrp="1"/>
          </p:cNvSpPr>
          <p:nvPr/>
        </p:nvSpPr>
        <p:spPr>
          <a:xfrm>
            <a:off x="3800412" y="5623597"/>
            <a:ext cx="253705" cy="38360"/>
          </a:xfrm>
          <a:custGeom>
            <a:avLst/>
            <a:gdLst/>
            <a:ahLst/>
            <a:cxnLst/>
            <a:rect l="0" t="0" r="0" b="0"/>
            <a:pathLst>
              <a:path w="253705" h="38360">
                <a:moveTo>
                  <a:pt x="0" y="38360"/>
                </a:moveTo>
                <a:lnTo>
                  <a:pt x="253705" y="0"/>
                </a:lnTo>
              </a:path>
            </a:pathLst>
          </a:custGeom>
          <a:noFill/>
          <a:ln w="4526">
            <a:solidFill>
              <a:srgbClr val="A33F64">
                <a:alpha val="8000"/>
              </a:srgbClr>
            </a:solidFill>
            <a:prstDash val="solid"/>
          </a:ln>
        </p:spPr>
      </p:sp>
      <p:sp>
        <p:nvSpPr>
          <p:cNvPr id="204" name="lumia-token-stream-curve">
            <a:extLst>
              <a:ext uri="{FF2B5EF4-FFF2-40B4-BE49-F238E27FC236}">
                <a16:creationId xmlns:a16="http://schemas.microsoft.com/office/drawing/2014/main" id="{7A015424-6864-49EA-B68F-98C588BB35B6}"/>
              </a:ext>
            </a:extLst>
          </p:cNvPr>
          <p:cNvSpPr>
            <a:spLocks noGrp="1"/>
          </p:cNvSpPr>
          <p:nvPr/>
        </p:nvSpPr>
        <p:spPr>
          <a:xfrm>
            <a:off x="4054116" y="5577883"/>
            <a:ext cx="257191" cy="45714"/>
          </a:xfrm>
          <a:custGeom>
            <a:avLst/>
            <a:gdLst/>
            <a:ahLst/>
            <a:cxnLst/>
            <a:rect l="0" t="0" r="0" b="0"/>
            <a:pathLst>
              <a:path w="257191" h="45714">
                <a:moveTo>
                  <a:pt x="0" y="45714"/>
                </a:moveTo>
                <a:lnTo>
                  <a:pt x="257191" y="0"/>
                </a:lnTo>
              </a:path>
            </a:pathLst>
          </a:custGeom>
          <a:noFill/>
          <a:ln w="4557">
            <a:solidFill>
              <a:srgbClr val="B0405B">
                <a:alpha val="8000"/>
              </a:srgbClr>
            </a:solidFill>
            <a:prstDash val="solid"/>
          </a:ln>
        </p:spPr>
      </p:sp>
      <p:sp>
        <p:nvSpPr>
          <p:cNvPr id="205" name="lumia-token-stream-curve">
            <a:extLst>
              <a:ext uri="{FF2B5EF4-FFF2-40B4-BE49-F238E27FC236}">
                <a16:creationId xmlns:a16="http://schemas.microsoft.com/office/drawing/2014/main" id="{DC137A63-AB3B-4367-B49D-875617760EF9}"/>
              </a:ext>
            </a:extLst>
          </p:cNvPr>
          <p:cNvSpPr>
            <a:spLocks noGrp="1"/>
          </p:cNvSpPr>
          <p:nvPr/>
        </p:nvSpPr>
        <p:spPr>
          <a:xfrm>
            <a:off x="4311307" y="5527333"/>
            <a:ext cx="260572" cy="50550"/>
          </a:xfrm>
          <a:custGeom>
            <a:avLst/>
            <a:gdLst/>
            <a:ahLst/>
            <a:cxnLst/>
            <a:rect l="0" t="0" r="0" b="0"/>
            <a:pathLst>
              <a:path w="260572" h="50550">
                <a:moveTo>
                  <a:pt x="0" y="50550"/>
                </a:moveTo>
                <a:lnTo>
                  <a:pt x="260572" y="0"/>
                </a:lnTo>
              </a:path>
            </a:pathLst>
          </a:custGeom>
          <a:noFill/>
          <a:ln w="4605">
            <a:solidFill>
              <a:srgbClr val="BD4153">
                <a:alpha val="8000"/>
              </a:srgbClr>
            </a:solidFill>
            <a:prstDash val="solid"/>
          </a:ln>
        </p:spPr>
      </p:sp>
      <p:sp>
        <p:nvSpPr>
          <p:cNvPr id="206" name="lumia-token-stream-curve">
            <a:extLst>
              <a:ext uri="{FF2B5EF4-FFF2-40B4-BE49-F238E27FC236}">
                <a16:creationId xmlns:a16="http://schemas.microsoft.com/office/drawing/2014/main" id="{EE80AC2B-71E6-4CB9-A5A1-8967A5F5D060}"/>
              </a:ext>
            </a:extLst>
          </p:cNvPr>
          <p:cNvSpPr>
            <a:spLocks noGrp="1"/>
          </p:cNvSpPr>
          <p:nvPr/>
        </p:nvSpPr>
        <p:spPr>
          <a:xfrm>
            <a:off x="4571879" y="5474657"/>
            <a:ext cx="263849" cy="52676"/>
          </a:xfrm>
          <a:custGeom>
            <a:avLst/>
            <a:gdLst/>
            <a:ahLst/>
            <a:cxnLst/>
            <a:rect l="0" t="0" r="0" b="0"/>
            <a:pathLst>
              <a:path w="263849" h="52676">
                <a:moveTo>
                  <a:pt x="0" y="52676"/>
                </a:moveTo>
                <a:lnTo>
                  <a:pt x="263849" y="0"/>
                </a:lnTo>
              </a:path>
            </a:pathLst>
          </a:custGeom>
          <a:noFill/>
          <a:ln w="4667">
            <a:solidFill>
              <a:srgbClr val="CA414A">
                <a:alpha val="8000"/>
              </a:srgbClr>
            </a:solidFill>
            <a:prstDash val="solid"/>
          </a:ln>
        </p:spPr>
      </p:sp>
      <p:sp>
        <p:nvSpPr>
          <p:cNvPr id="207" name="lumia-token-stream-curve">
            <a:extLst>
              <a:ext uri="{FF2B5EF4-FFF2-40B4-BE49-F238E27FC236}">
                <a16:creationId xmlns:a16="http://schemas.microsoft.com/office/drawing/2014/main" id="{E48024BC-5097-4A95-853A-1880D396D2D1}"/>
              </a:ext>
            </a:extLst>
          </p:cNvPr>
          <p:cNvSpPr>
            <a:spLocks noGrp="1"/>
          </p:cNvSpPr>
          <p:nvPr/>
        </p:nvSpPr>
        <p:spPr>
          <a:xfrm>
            <a:off x="4835728" y="5422456"/>
            <a:ext cx="267022" cy="52201"/>
          </a:xfrm>
          <a:custGeom>
            <a:avLst/>
            <a:gdLst/>
            <a:ahLst/>
            <a:cxnLst/>
            <a:rect l="0" t="0" r="0" b="0"/>
            <a:pathLst>
              <a:path w="267022" h="52201">
                <a:moveTo>
                  <a:pt x="0" y="52201"/>
                </a:moveTo>
                <a:lnTo>
                  <a:pt x="267022" y="0"/>
                </a:lnTo>
              </a:path>
            </a:pathLst>
          </a:custGeom>
          <a:noFill/>
          <a:ln w="4742">
            <a:solidFill>
              <a:srgbClr val="D74242">
                <a:alpha val="9000"/>
              </a:srgbClr>
            </a:solidFill>
            <a:prstDash val="solid"/>
          </a:ln>
        </p:spPr>
      </p:sp>
      <p:sp>
        <p:nvSpPr>
          <p:cNvPr id="208" name="lumia-token-stream-curve">
            <a:extLst>
              <a:ext uri="{FF2B5EF4-FFF2-40B4-BE49-F238E27FC236}">
                <a16:creationId xmlns:a16="http://schemas.microsoft.com/office/drawing/2014/main" id="{20B9CE9A-2324-4862-B4AF-279D5A3DBDCE}"/>
              </a:ext>
            </a:extLst>
          </p:cNvPr>
          <p:cNvSpPr>
            <a:spLocks noGrp="1"/>
          </p:cNvSpPr>
          <p:nvPr/>
        </p:nvSpPr>
        <p:spPr>
          <a:xfrm>
            <a:off x="5102750" y="5372891"/>
            <a:ext cx="270090" cy="49565"/>
          </a:xfrm>
          <a:custGeom>
            <a:avLst/>
            <a:gdLst/>
            <a:ahLst/>
            <a:cxnLst/>
            <a:rect l="0" t="0" r="0" b="0"/>
            <a:pathLst>
              <a:path w="270090" h="49565">
                <a:moveTo>
                  <a:pt x="0" y="49565"/>
                </a:moveTo>
                <a:lnTo>
                  <a:pt x="270090" y="0"/>
                </a:lnTo>
              </a:path>
            </a:pathLst>
          </a:custGeom>
          <a:noFill/>
          <a:ln w="4830">
            <a:solidFill>
              <a:srgbClr val="E44339">
                <a:alpha val="9000"/>
              </a:srgbClr>
            </a:solidFill>
            <a:prstDash val="solid"/>
          </a:ln>
        </p:spPr>
      </p:sp>
      <p:sp>
        <p:nvSpPr>
          <p:cNvPr id="209" name="lumia-token-stream-curve">
            <a:extLst>
              <a:ext uri="{FF2B5EF4-FFF2-40B4-BE49-F238E27FC236}">
                <a16:creationId xmlns:a16="http://schemas.microsoft.com/office/drawing/2014/main" id="{93087524-5520-4930-80F1-019F80F84A5E}"/>
              </a:ext>
            </a:extLst>
          </p:cNvPr>
          <p:cNvSpPr>
            <a:spLocks noGrp="1"/>
          </p:cNvSpPr>
          <p:nvPr/>
        </p:nvSpPr>
        <p:spPr>
          <a:xfrm>
            <a:off x="5372840" y="5327385"/>
            <a:ext cx="273055" cy="45507"/>
          </a:xfrm>
          <a:custGeom>
            <a:avLst/>
            <a:gdLst/>
            <a:ahLst/>
            <a:cxnLst/>
            <a:rect l="0" t="0" r="0" b="0"/>
            <a:pathLst>
              <a:path w="273055" h="45507">
                <a:moveTo>
                  <a:pt x="0" y="45507"/>
                </a:moveTo>
                <a:lnTo>
                  <a:pt x="273055" y="0"/>
                </a:lnTo>
              </a:path>
            </a:pathLst>
          </a:custGeom>
          <a:noFill/>
          <a:ln w="4928">
            <a:solidFill>
              <a:srgbClr val="EB4833">
                <a:alpha val="9000"/>
              </a:srgbClr>
            </a:solidFill>
            <a:prstDash val="solid"/>
          </a:ln>
        </p:spPr>
      </p:sp>
      <p:sp>
        <p:nvSpPr>
          <p:cNvPr id="210" name="lumia-token-stream-curve">
            <a:extLst>
              <a:ext uri="{FF2B5EF4-FFF2-40B4-BE49-F238E27FC236}">
                <a16:creationId xmlns:a16="http://schemas.microsoft.com/office/drawing/2014/main" id="{0928AF81-D9AE-47AC-BFA5-253EB49D4CE4}"/>
              </a:ext>
            </a:extLst>
          </p:cNvPr>
          <p:cNvSpPr>
            <a:spLocks noGrp="1"/>
          </p:cNvSpPr>
          <p:nvPr/>
        </p:nvSpPr>
        <p:spPr>
          <a:xfrm>
            <a:off x="5645895" y="5286378"/>
            <a:ext cx="275915" cy="41006"/>
          </a:xfrm>
          <a:custGeom>
            <a:avLst/>
            <a:gdLst/>
            <a:ahLst/>
            <a:cxnLst/>
            <a:rect l="0" t="0" r="0" b="0"/>
            <a:pathLst>
              <a:path w="275915" h="41006">
                <a:moveTo>
                  <a:pt x="0" y="41006"/>
                </a:moveTo>
                <a:lnTo>
                  <a:pt x="275915" y="0"/>
                </a:lnTo>
              </a:path>
            </a:pathLst>
          </a:custGeom>
          <a:noFill/>
          <a:ln w="5036">
            <a:solidFill>
              <a:srgbClr val="EC532F">
                <a:alpha val="10000"/>
              </a:srgbClr>
            </a:solidFill>
            <a:prstDash val="solid"/>
          </a:ln>
        </p:spPr>
      </p:sp>
      <p:sp>
        <p:nvSpPr>
          <p:cNvPr id="211" name="lumia-token-stream-curve">
            <a:extLst>
              <a:ext uri="{FF2B5EF4-FFF2-40B4-BE49-F238E27FC236}">
                <a16:creationId xmlns:a16="http://schemas.microsoft.com/office/drawing/2014/main" id="{320FD3B3-9AB7-438D-AB98-8CA85B0495D2}"/>
              </a:ext>
            </a:extLst>
          </p:cNvPr>
          <p:cNvSpPr>
            <a:spLocks noGrp="1"/>
          </p:cNvSpPr>
          <p:nvPr/>
        </p:nvSpPr>
        <p:spPr>
          <a:xfrm>
            <a:off x="5921810" y="5249209"/>
            <a:ext cx="278670" cy="37170"/>
          </a:xfrm>
          <a:custGeom>
            <a:avLst/>
            <a:gdLst/>
            <a:ahLst/>
            <a:cxnLst/>
            <a:rect l="0" t="0" r="0" b="0"/>
            <a:pathLst>
              <a:path w="278670" h="37170">
                <a:moveTo>
                  <a:pt x="0" y="37170"/>
                </a:moveTo>
                <a:lnTo>
                  <a:pt x="278670" y="0"/>
                </a:lnTo>
              </a:path>
            </a:pathLst>
          </a:custGeom>
          <a:noFill/>
          <a:ln w="5153">
            <a:solidFill>
              <a:srgbClr val="EE5E2A">
                <a:alpha val="10000"/>
              </a:srgbClr>
            </a:solidFill>
            <a:prstDash val="solid"/>
          </a:ln>
        </p:spPr>
      </p:sp>
      <p:sp>
        <p:nvSpPr>
          <p:cNvPr id="212" name="lumia-token-stream-curve">
            <a:extLst>
              <a:ext uri="{FF2B5EF4-FFF2-40B4-BE49-F238E27FC236}">
                <a16:creationId xmlns:a16="http://schemas.microsoft.com/office/drawing/2014/main" id="{5144D9EA-4463-4596-9FC2-9D8E81CB0B81}"/>
              </a:ext>
            </a:extLst>
          </p:cNvPr>
          <p:cNvSpPr>
            <a:spLocks noGrp="1"/>
          </p:cNvSpPr>
          <p:nvPr/>
        </p:nvSpPr>
        <p:spPr>
          <a:xfrm>
            <a:off x="6200480" y="5214111"/>
            <a:ext cx="281322" cy="35098"/>
          </a:xfrm>
          <a:custGeom>
            <a:avLst/>
            <a:gdLst/>
            <a:ahLst/>
            <a:cxnLst/>
            <a:rect l="0" t="0" r="0" b="0"/>
            <a:pathLst>
              <a:path w="281322" h="35098">
                <a:moveTo>
                  <a:pt x="0" y="35098"/>
                </a:moveTo>
                <a:lnTo>
                  <a:pt x="281322" y="0"/>
                </a:lnTo>
              </a:path>
            </a:pathLst>
          </a:custGeom>
          <a:noFill/>
          <a:ln w="5276">
            <a:solidFill>
              <a:srgbClr val="EF6926">
                <a:alpha val="10000"/>
              </a:srgbClr>
            </a:solidFill>
            <a:prstDash val="solid"/>
          </a:ln>
        </p:spPr>
      </p:sp>
      <p:sp>
        <p:nvSpPr>
          <p:cNvPr id="213" name="lumia-token-stream-curve">
            <a:extLst>
              <a:ext uri="{FF2B5EF4-FFF2-40B4-BE49-F238E27FC236}">
                <a16:creationId xmlns:a16="http://schemas.microsoft.com/office/drawing/2014/main" id="{7875BBF6-1C2E-470F-B5D4-116295571F52}"/>
              </a:ext>
            </a:extLst>
          </p:cNvPr>
          <p:cNvSpPr>
            <a:spLocks noGrp="1"/>
          </p:cNvSpPr>
          <p:nvPr/>
        </p:nvSpPr>
        <p:spPr>
          <a:xfrm>
            <a:off x="6481802" y="5178376"/>
            <a:ext cx="283869" cy="35735"/>
          </a:xfrm>
          <a:custGeom>
            <a:avLst/>
            <a:gdLst/>
            <a:ahLst/>
            <a:cxnLst/>
            <a:rect l="0" t="0" r="0" b="0"/>
            <a:pathLst>
              <a:path w="283869" h="35735">
                <a:moveTo>
                  <a:pt x="0" y="35735"/>
                </a:moveTo>
                <a:lnTo>
                  <a:pt x="283869" y="0"/>
                </a:lnTo>
              </a:path>
            </a:pathLst>
          </a:custGeom>
          <a:noFill/>
          <a:ln w="5405">
            <a:solidFill>
              <a:srgbClr val="F17322">
                <a:alpha val="11000"/>
              </a:srgbClr>
            </a:solidFill>
            <a:prstDash val="solid"/>
          </a:ln>
        </p:spPr>
      </p:sp>
      <p:sp>
        <p:nvSpPr>
          <p:cNvPr id="214" name="lumia-token-stream-curve">
            <a:extLst>
              <a:ext uri="{FF2B5EF4-FFF2-40B4-BE49-F238E27FC236}">
                <a16:creationId xmlns:a16="http://schemas.microsoft.com/office/drawing/2014/main" id="{7B29E322-C3C0-4A8A-88A8-D19559ABDE18}"/>
              </a:ext>
            </a:extLst>
          </p:cNvPr>
          <p:cNvSpPr>
            <a:spLocks noGrp="1"/>
          </p:cNvSpPr>
          <p:nvPr/>
        </p:nvSpPr>
        <p:spPr>
          <a:xfrm>
            <a:off x="6765671" y="5138655"/>
            <a:ext cx="286312" cy="39721"/>
          </a:xfrm>
          <a:custGeom>
            <a:avLst/>
            <a:gdLst/>
            <a:ahLst/>
            <a:cxnLst/>
            <a:rect l="0" t="0" r="0" b="0"/>
            <a:pathLst>
              <a:path w="286312" h="39721">
                <a:moveTo>
                  <a:pt x="0" y="39721"/>
                </a:moveTo>
                <a:lnTo>
                  <a:pt x="286312" y="0"/>
                </a:lnTo>
              </a:path>
            </a:pathLst>
          </a:custGeom>
          <a:noFill/>
          <a:ln w="5539">
            <a:solidFill>
              <a:srgbClr val="F27E1E">
                <a:alpha val="11000"/>
              </a:srgbClr>
            </a:solidFill>
            <a:prstDash val="solid"/>
          </a:ln>
        </p:spPr>
      </p:sp>
      <p:sp>
        <p:nvSpPr>
          <p:cNvPr id="215" name="lumia-token-stream-curve">
            <a:extLst>
              <a:ext uri="{FF2B5EF4-FFF2-40B4-BE49-F238E27FC236}">
                <a16:creationId xmlns:a16="http://schemas.microsoft.com/office/drawing/2014/main" id="{D57BA242-9CBE-4E12-A25D-8417A7FF9499}"/>
              </a:ext>
            </a:extLst>
          </p:cNvPr>
          <p:cNvSpPr>
            <a:spLocks noGrp="1"/>
          </p:cNvSpPr>
          <p:nvPr/>
        </p:nvSpPr>
        <p:spPr>
          <a:xfrm>
            <a:off x="7051983" y="5091369"/>
            <a:ext cx="288651" cy="47286"/>
          </a:xfrm>
          <a:custGeom>
            <a:avLst/>
            <a:gdLst/>
            <a:ahLst/>
            <a:cxnLst/>
            <a:rect l="0" t="0" r="0" b="0"/>
            <a:pathLst>
              <a:path w="288651" h="47286">
                <a:moveTo>
                  <a:pt x="0" y="47286"/>
                </a:moveTo>
                <a:lnTo>
                  <a:pt x="288651" y="0"/>
                </a:lnTo>
              </a:path>
            </a:pathLst>
          </a:custGeom>
          <a:noFill/>
          <a:ln w="5675">
            <a:solidFill>
              <a:srgbClr val="F48919">
                <a:alpha val="11000"/>
              </a:srgbClr>
            </a:solidFill>
            <a:prstDash val="solid"/>
          </a:ln>
        </p:spPr>
      </p:sp>
      <p:sp>
        <p:nvSpPr>
          <p:cNvPr id="216" name="lumia-token-stream-curve">
            <a:extLst>
              <a:ext uri="{FF2B5EF4-FFF2-40B4-BE49-F238E27FC236}">
                <a16:creationId xmlns:a16="http://schemas.microsoft.com/office/drawing/2014/main" id="{B6D13F56-5F5B-48BB-8F63-FD885D65BD07}"/>
              </a:ext>
            </a:extLst>
          </p:cNvPr>
          <p:cNvSpPr>
            <a:spLocks noGrp="1"/>
          </p:cNvSpPr>
          <p:nvPr/>
        </p:nvSpPr>
        <p:spPr>
          <a:xfrm>
            <a:off x="7340634" y="5033188"/>
            <a:ext cx="290885" cy="58180"/>
          </a:xfrm>
          <a:custGeom>
            <a:avLst/>
            <a:gdLst/>
            <a:ahLst/>
            <a:cxnLst/>
            <a:rect l="0" t="0" r="0" b="0"/>
            <a:pathLst>
              <a:path w="290885" h="58180">
                <a:moveTo>
                  <a:pt x="0" y="58180"/>
                </a:moveTo>
                <a:lnTo>
                  <a:pt x="290885" y="0"/>
                </a:lnTo>
              </a:path>
            </a:pathLst>
          </a:custGeom>
          <a:noFill/>
          <a:ln w="5813">
            <a:solidFill>
              <a:srgbClr val="F59415">
                <a:alpha val="11000"/>
              </a:srgbClr>
            </a:solidFill>
            <a:prstDash val="solid"/>
          </a:ln>
        </p:spPr>
      </p:sp>
      <p:sp>
        <p:nvSpPr>
          <p:cNvPr id="217" name="lumia-token-stream-curve">
            <a:extLst>
              <a:ext uri="{FF2B5EF4-FFF2-40B4-BE49-F238E27FC236}">
                <a16:creationId xmlns:a16="http://schemas.microsoft.com/office/drawing/2014/main" id="{727F0270-DCC6-4913-B7D5-6DC546DD6791}"/>
              </a:ext>
            </a:extLst>
          </p:cNvPr>
          <p:cNvSpPr>
            <a:spLocks noGrp="1"/>
          </p:cNvSpPr>
          <p:nvPr/>
        </p:nvSpPr>
        <p:spPr>
          <a:xfrm>
            <a:off x="7631519" y="4961511"/>
            <a:ext cx="293015" cy="71678"/>
          </a:xfrm>
          <a:custGeom>
            <a:avLst/>
            <a:gdLst/>
            <a:ahLst/>
            <a:cxnLst/>
            <a:rect l="0" t="0" r="0" b="0"/>
            <a:pathLst>
              <a:path w="293015" h="71678">
                <a:moveTo>
                  <a:pt x="0" y="71678"/>
                </a:moveTo>
                <a:lnTo>
                  <a:pt x="293015" y="0"/>
                </a:lnTo>
              </a:path>
            </a:pathLst>
          </a:custGeom>
          <a:noFill/>
          <a:ln w="5952">
            <a:solidFill>
              <a:srgbClr val="F79E11">
                <a:alpha val="12000"/>
              </a:srgbClr>
            </a:solidFill>
            <a:prstDash val="solid"/>
          </a:ln>
        </p:spPr>
      </p:sp>
      <p:sp>
        <p:nvSpPr>
          <p:cNvPr id="218" name="lumia-token-stream-curve">
            <a:extLst>
              <a:ext uri="{FF2B5EF4-FFF2-40B4-BE49-F238E27FC236}">
                <a16:creationId xmlns:a16="http://schemas.microsoft.com/office/drawing/2014/main" id="{58A3E062-3F26-482A-9E26-B02B10E0CCC3}"/>
              </a:ext>
            </a:extLst>
          </p:cNvPr>
          <p:cNvSpPr>
            <a:spLocks noGrp="1"/>
          </p:cNvSpPr>
          <p:nvPr/>
        </p:nvSpPr>
        <p:spPr>
          <a:xfrm>
            <a:off x="7924534" y="4874860"/>
            <a:ext cx="295041" cy="86651"/>
          </a:xfrm>
          <a:custGeom>
            <a:avLst/>
            <a:gdLst/>
            <a:ahLst/>
            <a:cxnLst/>
            <a:rect l="0" t="0" r="0" b="0"/>
            <a:pathLst>
              <a:path w="295041" h="86651">
                <a:moveTo>
                  <a:pt x="0" y="86651"/>
                </a:moveTo>
                <a:lnTo>
                  <a:pt x="295041" y="0"/>
                </a:lnTo>
              </a:path>
            </a:pathLst>
          </a:custGeom>
          <a:noFill/>
          <a:ln w="6090">
            <a:solidFill>
              <a:srgbClr val="F8A90C">
                <a:alpha val="12000"/>
              </a:srgbClr>
            </a:solidFill>
            <a:prstDash val="solid"/>
          </a:ln>
        </p:spPr>
      </p:sp>
      <p:sp>
        <p:nvSpPr>
          <p:cNvPr id="219" name="lumia-token-stream-curve">
            <a:extLst>
              <a:ext uri="{FF2B5EF4-FFF2-40B4-BE49-F238E27FC236}">
                <a16:creationId xmlns:a16="http://schemas.microsoft.com/office/drawing/2014/main" id="{785124C8-5A96-4DBA-89BB-B9D3CA16D8A9}"/>
              </a:ext>
            </a:extLst>
          </p:cNvPr>
          <p:cNvSpPr>
            <a:spLocks noGrp="1"/>
          </p:cNvSpPr>
          <p:nvPr/>
        </p:nvSpPr>
        <p:spPr>
          <a:xfrm>
            <a:off x="8219574" y="4773154"/>
            <a:ext cx="296962" cy="101706"/>
          </a:xfrm>
          <a:custGeom>
            <a:avLst/>
            <a:gdLst/>
            <a:ahLst/>
            <a:cxnLst/>
            <a:rect l="0" t="0" r="0" b="0"/>
            <a:pathLst>
              <a:path w="296962" h="101706">
                <a:moveTo>
                  <a:pt x="0" y="101706"/>
                </a:moveTo>
                <a:lnTo>
                  <a:pt x="296962" y="0"/>
                </a:lnTo>
              </a:path>
            </a:pathLst>
          </a:custGeom>
          <a:noFill/>
          <a:ln w="6226">
            <a:solidFill>
              <a:srgbClr val="FAB408">
                <a:alpha val="12000"/>
              </a:srgbClr>
            </a:solidFill>
            <a:prstDash val="solid"/>
          </a:ln>
        </p:spPr>
      </p:sp>
      <p:sp>
        <p:nvSpPr>
          <p:cNvPr id="220" name="lumia-token-stream-curve">
            <a:extLst>
              <a:ext uri="{FF2B5EF4-FFF2-40B4-BE49-F238E27FC236}">
                <a16:creationId xmlns:a16="http://schemas.microsoft.com/office/drawing/2014/main" id="{21018C3E-DBD5-4338-A892-70D966FA58CD}"/>
              </a:ext>
            </a:extLst>
          </p:cNvPr>
          <p:cNvSpPr>
            <a:spLocks noGrp="1"/>
          </p:cNvSpPr>
          <p:nvPr/>
        </p:nvSpPr>
        <p:spPr>
          <a:xfrm>
            <a:off x="8516537" y="4657779"/>
            <a:ext cx="298779" cy="115375"/>
          </a:xfrm>
          <a:custGeom>
            <a:avLst/>
            <a:gdLst/>
            <a:ahLst/>
            <a:cxnLst/>
            <a:rect l="0" t="0" r="0" b="0"/>
            <a:pathLst>
              <a:path w="298779" h="115375">
                <a:moveTo>
                  <a:pt x="0" y="115375"/>
                </a:moveTo>
                <a:lnTo>
                  <a:pt x="298779" y="0"/>
                </a:lnTo>
              </a:path>
            </a:pathLst>
          </a:custGeom>
          <a:noFill/>
          <a:ln w="6358">
            <a:solidFill>
              <a:srgbClr val="F7BC07">
                <a:alpha val="13000"/>
              </a:srgbClr>
            </a:solidFill>
            <a:prstDash val="solid"/>
          </a:ln>
        </p:spPr>
      </p:sp>
      <p:sp>
        <p:nvSpPr>
          <p:cNvPr id="221" name="lumia-token-stream-curve">
            <a:extLst>
              <a:ext uri="{FF2B5EF4-FFF2-40B4-BE49-F238E27FC236}">
                <a16:creationId xmlns:a16="http://schemas.microsoft.com/office/drawing/2014/main" id="{5D7CC010-5E63-4E60-9F0A-4D979C8A13E1}"/>
              </a:ext>
            </a:extLst>
          </p:cNvPr>
          <p:cNvSpPr>
            <a:spLocks noGrp="1"/>
          </p:cNvSpPr>
          <p:nvPr/>
        </p:nvSpPr>
        <p:spPr>
          <a:xfrm>
            <a:off x="8815316" y="4531453"/>
            <a:ext cx="300492" cy="126327"/>
          </a:xfrm>
          <a:custGeom>
            <a:avLst/>
            <a:gdLst/>
            <a:ahLst/>
            <a:cxnLst/>
            <a:rect l="0" t="0" r="0" b="0"/>
            <a:pathLst>
              <a:path w="300492" h="126327">
                <a:moveTo>
                  <a:pt x="0" y="126327"/>
                </a:moveTo>
                <a:lnTo>
                  <a:pt x="300492" y="0"/>
                </a:lnTo>
              </a:path>
            </a:pathLst>
          </a:custGeom>
          <a:noFill/>
          <a:ln w="6486">
            <a:solidFill>
              <a:srgbClr val="E5BA0E">
                <a:alpha val="13000"/>
              </a:srgbClr>
            </a:solidFill>
            <a:prstDash val="solid"/>
          </a:ln>
        </p:spPr>
      </p:sp>
      <p:sp>
        <p:nvSpPr>
          <p:cNvPr id="222" name="lumia-token-stream-curve">
            <a:extLst>
              <a:ext uri="{FF2B5EF4-FFF2-40B4-BE49-F238E27FC236}">
                <a16:creationId xmlns:a16="http://schemas.microsoft.com/office/drawing/2014/main" id="{0D7B9FB7-6356-41AA-82D4-3F387111B5B8}"/>
              </a:ext>
            </a:extLst>
          </p:cNvPr>
          <p:cNvSpPr>
            <a:spLocks noGrp="1"/>
          </p:cNvSpPr>
          <p:nvPr/>
        </p:nvSpPr>
        <p:spPr>
          <a:xfrm>
            <a:off x="9115808" y="4397875"/>
            <a:ext cx="302101" cy="133577"/>
          </a:xfrm>
          <a:custGeom>
            <a:avLst/>
            <a:gdLst/>
            <a:ahLst/>
            <a:cxnLst/>
            <a:rect l="0" t="0" r="0" b="0"/>
            <a:pathLst>
              <a:path w="302101" h="133577">
                <a:moveTo>
                  <a:pt x="0" y="133577"/>
                </a:moveTo>
                <a:lnTo>
                  <a:pt x="302101" y="0"/>
                </a:lnTo>
              </a:path>
            </a:pathLst>
          </a:custGeom>
          <a:noFill/>
          <a:ln w="6608">
            <a:solidFill>
              <a:srgbClr val="D3B815">
                <a:alpha val="13000"/>
              </a:srgbClr>
            </a:solidFill>
            <a:prstDash val="solid"/>
          </a:ln>
        </p:spPr>
      </p:sp>
      <p:sp>
        <p:nvSpPr>
          <p:cNvPr id="223" name="lumia-token-stream-curve">
            <a:extLst>
              <a:ext uri="{FF2B5EF4-FFF2-40B4-BE49-F238E27FC236}">
                <a16:creationId xmlns:a16="http://schemas.microsoft.com/office/drawing/2014/main" id="{DFDAF4D1-89F3-46AE-A519-EB6FC779B370}"/>
              </a:ext>
            </a:extLst>
          </p:cNvPr>
          <p:cNvSpPr>
            <a:spLocks noGrp="1"/>
          </p:cNvSpPr>
          <p:nvPr/>
        </p:nvSpPr>
        <p:spPr>
          <a:xfrm>
            <a:off x="9417909" y="4261223"/>
            <a:ext cx="303605" cy="136652"/>
          </a:xfrm>
          <a:custGeom>
            <a:avLst/>
            <a:gdLst/>
            <a:ahLst/>
            <a:cxnLst/>
            <a:rect l="0" t="0" r="0" b="0"/>
            <a:pathLst>
              <a:path w="303605" h="136652">
                <a:moveTo>
                  <a:pt x="0" y="136652"/>
                </a:moveTo>
                <a:lnTo>
                  <a:pt x="303605" y="0"/>
                </a:lnTo>
              </a:path>
            </a:pathLst>
          </a:custGeom>
          <a:noFill/>
          <a:ln w="6722">
            <a:solidFill>
              <a:srgbClr val="C2B61C">
                <a:alpha val="13000"/>
              </a:srgbClr>
            </a:solidFill>
            <a:prstDash val="solid"/>
          </a:ln>
        </p:spPr>
      </p:sp>
      <p:sp>
        <p:nvSpPr>
          <p:cNvPr id="224" name="lumia-token-stream-curve">
            <a:extLst>
              <a:ext uri="{FF2B5EF4-FFF2-40B4-BE49-F238E27FC236}">
                <a16:creationId xmlns:a16="http://schemas.microsoft.com/office/drawing/2014/main" id="{E3E406C5-4CE5-4D08-AC48-8C9FE41A48E4}"/>
              </a:ext>
            </a:extLst>
          </p:cNvPr>
          <p:cNvSpPr>
            <a:spLocks noGrp="1"/>
          </p:cNvSpPr>
          <p:nvPr/>
        </p:nvSpPr>
        <p:spPr>
          <a:xfrm>
            <a:off x="9721514" y="4125538"/>
            <a:ext cx="305005" cy="135685"/>
          </a:xfrm>
          <a:custGeom>
            <a:avLst/>
            <a:gdLst/>
            <a:ahLst/>
            <a:cxnLst/>
            <a:rect l="0" t="0" r="0" b="0"/>
            <a:pathLst>
              <a:path w="305005" h="135685">
                <a:moveTo>
                  <a:pt x="0" y="135685"/>
                </a:moveTo>
                <a:lnTo>
                  <a:pt x="305005" y="0"/>
                </a:lnTo>
              </a:path>
            </a:pathLst>
          </a:custGeom>
          <a:noFill/>
          <a:ln w="6828">
            <a:solidFill>
              <a:srgbClr val="B0B422">
                <a:alpha val="14000"/>
              </a:srgbClr>
            </a:solidFill>
            <a:prstDash val="solid"/>
          </a:ln>
        </p:spPr>
      </p:sp>
      <p:sp>
        <p:nvSpPr>
          <p:cNvPr id="225" name="lumia-token-stream-curve">
            <a:extLst>
              <a:ext uri="{FF2B5EF4-FFF2-40B4-BE49-F238E27FC236}">
                <a16:creationId xmlns:a16="http://schemas.microsoft.com/office/drawing/2014/main" id="{36BF2B39-2A8C-4BBE-BBF2-D57A0D889C46}"/>
              </a:ext>
            </a:extLst>
          </p:cNvPr>
          <p:cNvSpPr>
            <a:spLocks noGrp="1"/>
          </p:cNvSpPr>
          <p:nvPr/>
        </p:nvSpPr>
        <p:spPr>
          <a:xfrm>
            <a:off x="10026520" y="3994116"/>
            <a:ext cx="306301" cy="131422"/>
          </a:xfrm>
          <a:custGeom>
            <a:avLst/>
            <a:gdLst/>
            <a:ahLst/>
            <a:cxnLst/>
            <a:rect l="0" t="0" r="0" b="0"/>
            <a:pathLst>
              <a:path w="306301" h="131422">
                <a:moveTo>
                  <a:pt x="0" y="131422"/>
                </a:moveTo>
                <a:lnTo>
                  <a:pt x="306301" y="0"/>
                </a:lnTo>
              </a:path>
            </a:pathLst>
          </a:custGeom>
          <a:noFill/>
          <a:ln w="6924">
            <a:solidFill>
              <a:srgbClr val="9EB329">
                <a:alpha val="14000"/>
              </a:srgbClr>
            </a:solidFill>
            <a:prstDash val="solid"/>
          </a:ln>
        </p:spPr>
      </p:sp>
      <p:sp>
        <p:nvSpPr>
          <p:cNvPr id="226" name="lumia-token-stream-curve">
            <a:extLst>
              <a:ext uri="{FF2B5EF4-FFF2-40B4-BE49-F238E27FC236}">
                <a16:creationId xmlns:a16="http://schemas.microsoft.com/office/drawing/2014/main" id="{57DAEBE2-F046-4BE9-8A06-068AA7CE9978}"/>
              </a:ext>
            </a:extLst>
          </p:cNvPr>
          <p:cNvSpPr>
            <a:spLocks noGrp="1"/>
          </p:cNvSpPr>
          <p:nvPr/>
        </p:nvSpPr>
        <p:spPr>
          <a:xfrm>
            <a:off x="10332821" y="3868983"/>
            <a:ext cx="307493" cy="125133"/>
          </a:xfrm>
          <a:custGeom>
            <a:avLst/>
            <a:gdLst/>
            <a:ahLst/>
            <a:cxnLst/>
            <a:rect l="0" t="0" r="0" b="0"/>
            <a:pathLst>
              <a:path w="307493" h="125133">
                <a:moveTo>
                  <a:pt x="0" y="125133"/>
                </a:moveTo>
                <a:lnTo>
                  <a:pt x="307493" y="0"/>
                </a:lnTo>
              </a:path>
            </a:pathLst>
          </a:custGeom>
          <a:noFill/>
          <a:ln w="7009">
            <a:solidFill>
              <a:srgbClr val="8CB130">
                <a:alpha val="14000"/>
              </a:srgbClr>
            </a:solidFill>
            <a:prstDash val="solid"/>
          </a:ln>
        </p:spPr>
      </p:sp>
      <p:sp>
        <p:nvSpPr>
          <p:cNvPr id="227" name="lumia-token-stream-curve">
            <a:extLst>
              <a:ext uri="{FF2B5EF4-FFF2-40B4-BE49-F238E27FC236}">
                <a16:creationId xmlns:a16="http://schemas.microsoft.com/office/drawing/2014/main" id="{5E726969-6ADB-496D-AD86-3EC909C69A24}"/>
              </a:ext>
            </a:extLst>
          </p:cNvPr>
          <p:cNvSpPr>
            <a:spLocks noGrp="1"/>
          </p:cNvSpPr>
          <p:nvPr/>
        </p:nvSpPr>
        <p:spPr>
          <a:xfrm>
            <a:off x="10640314" y="3750553"/>
            <a:ext cx="308580" cy="118430"/>
          </a:xfrm>
          <a:custGeom>
            <a:avLst/>
            <a:gdLst/>
            <a:ahLst/>
            <a:cxnLst/>
            <a:rect l="0" t="0" r="0" b="0"/>
            <a:pathLst>
              <a:path w="308580" h="118430">
                <a:moveTo>
                  <a:pt x="0" y="118430"/>
                </a:moveTo>
                <a:lnTo>
                  <a:pt x="308580" y="0"/>
                </a:lnTo>
              </a:path>
            </a:pathLst>
          </a:custGeom>
          <a:noFill/>
          <a:ln w="7081">
            <a:solidFill>
              <a:srgbClr val="7BAF37">
                <a:alpha val="14000"/>
              </a:srgbClr>
            </a:solidFill>
            <a:prstDash val="solid"/>
          </a:ln>
        </p:spPr>
      </p:sp>
      <p:sp>
        <p:nvSpPr>
          <p:cNvPr id="228" name="lumia-token-stream-curve">
            <a:extLst>
              <a:ext uri="{FF2B5EF4-FFF2-40B4-BE49-F238E27FC236}">
                <a16:creationId xmlns:a16="http://schemas.microsoft.com/office/drawing/2014/main" id="{818DFC7A-9BA6-49E1-9436-BCB1A1F12CCB}"/>
              </a:ext>
            </a:extLst>
          </p:cNvPr>
          <p:cNvSpPr>
            <a:spLocks noGrp="1"/>
          </p:cNvSpPr>
          <p:nvPr/>
        </p:nvSpPr>
        <p:spPr>
          <a:xfrm>
            <a:off x="10948894" y="3637519"/>
            <a:ext cx="309563" cy="113034"/>
          </a:xfrm>
          <a:custGeom>
            <a:avLst/>
            <a:gdLst/>
            <a:ahLst/>
            <a:cxnLst/>
            <a:rect l="0" t="0" r="0" b="0"/>
            <a:pathLst>
              <a:path w="309563" h="113034">
                <a:moveTo>
                  <a:pt x="0" y="113034"/>
                </a:moveTo>
                <a:lnTo>
                  <a:pt x="309563" y="0"/>
                </a:lnTo>
              </a:path>
            </a:pathLst>
          </a:custGeom>
          <a:noFill/>
          <a:ln w="7139">
            <a:solidFill>
              <a:srgbClr val="69AD3E">
                <a:alpha val="14000"/>
              </a:srgbClr>
            </a:solidFill>
            <a:prstDash val="solid"/>
          </a:ln>
        </p:spPr>
      </p:sp>
      <p:sp>
        <p:nvSpPr>
          <p:cNvPr id="229" name="lumia-token-stream-curve">
            <a:extLst>
              <a:ext uri="{FF2B5EF4-FFF2-40B4-BE49-F238E27FC236}">
                <a16:creationId xmlns:a16="http://schemas.microsoft.com/office/drawing/2014/main" id="{905BD374-0C40-4B50-B45B-9438DAC61B1C}"/>
              </a:ext>
            </a:extLst>
          </p:cNvPr>
          <p:cNvSpPr>
            <a:spLocks noGrp="1"/>
          </p:cNvSpPr>
          <p:nvPr/>
        </p:nvSpPr>
        <p:spPr>
          <a:xfrm>
            <a:off x="11258456" y="3527018"/>
            <a:ext cx="310442" cy="110502"/>
          </a:xfrm>
          <a:custGeom>
            <a:avLst/>
            <a:gdLst/>
            <a:ahLst/>
            <a:cxnLst/>
            <a:rect l="0" t="0" r="0" b="0"/>
            <a:pathLst>
              <a:path w="310442" h="110502">
                <a:moveTo>
                  <a:pt x="0" y="110502"/>
                </a:moveTo>
                <a:lnTo>
                  <a:pt x="310442" y="0"/>
                </a:lnTo>
              </a:path>
            </a:pathLst>
          </a:custGeom>
          <a:noFill/>
          <a:ln w="7183">
            <a:solidFill>
              <a:srgbClr val="57AC45">
                <a:alpha val="14000"/>
              </a:srgbClr>
            </a:solidFill>
            <a:prstDash val="solid"/>
          </a:ln>
        </p:spPr>
      </p:sp>
      <p:sp>
        <p:nvSpPr>
          <p:cNvPr id="230" name="lumia-token-stream-curve">
            <a:extLst>
              <a:ext uri="{FF2B5EF4-FFF2-40B4-BE49-F238E27FC236}">
                <a16:creationId xmlns:a16="http://schemas.microsoft.com/office/drawing/2014/main" id="{806E028C-E85F-4197-8EEA-FE0FAA05AFE5}"/>
              </a:ext>
            </a:extLst>
          </p:cNvPr>
          <p:cNvSpPr>
            <a:spLocks noGrp="1"/>
          </p:cNvSpPr>
          <p:nvPr/>
        </p:nvSpPr>
        <p:spPr>
          <a:xfrm>
            <a:off x="11568898" y="3415035"/>
            <a:ext cx="311216" cy="111982"/>
          </a:xfrm>
          <a:custGeom>
            <a:avLst/>
            <a:gdLst/>
            <a:ahLst/>
            <a:cxnLst/>
            <a:rect l="0" t="0" r="0" b="0"/>
            <a:pathLst>
              <a:path w="311216" h="111982">
                <a:moveTo>
                  <a:pt x="0" y="111982"/>
                </a:moveTo>
                <a:lnTo>
                  <a:pt x="311216" y="0"/>
                </a:lnTo>
              </a:path>
            </a:pathLst>
          </a:custGeom>
          <a:noFill/>
          <a:ln w="7210">
            <a:solidFill>
              <a:srgbClr val="46AA4C">
                <a:alpha val="14000"/>
              </a:srgbClr>
            </a:solidFill>
            <a:prstDash val="solid"/>
          </a:ln>
        </p:spPr>
      </p:sp>
      <p:sp>
        <p:nvSpPr>
          <p:cNvPr id="231" name="lumia-token-stream-curve">
            <a:extLst>
              <a:ext uri="{FF2B5EF4-FFF2-40B4-BE49-F238E27FC236}">
                <a16:creationId xmlns:a16="http://schemas.microsoft.com/office/drawing/2014/main" id="{D40F3BCD-8B62-4834-98EA-CDBC404EB1E4}"/>
              </a:ext>
            </a:extLst>
          </p:cNvPr>
          <p:cNvSpPr>
            <a:spLocks noGrp="1"/>
          </p:cNvSpPr>
          <p:nvPr/>
        </p:nvSpPr>
        <p:spPr>
          <a:xfrm>
            <a:off x="11880114" y="3297015"/>
            <a:ext cx="311886" cy="118021"/>
          </a:xfrm>
          <a:custGeom>
            <a:avLst/>
            <a:gdLst/>
            <a:ahLst/>
            <a:cxnLst/>
            <a:rect l="0" t="0" r="0" b="0"/>
            <a:pathLst>
              <a:path w="311886" h="118021">
                <a:moveTo>
                  <a:pt x="0" y="118021"/>
                </a:moveTo>
                <a:lnTo>
                  <a:pt x="311886" y="0"/>
                </a:lnTo>
              </a:path>
            </a:pathLst>
          </a:custGeom>
          <a:noFill/>
          <a:ln w="7219">
            <a:solidFill>
              <a:srgbClr val="34A853">
                <a:alpha val="14000"/>
              </a:srgbClr>
            </a:solidFill>
            <a:prstDash val="solid"/>
          </a:ln>
        </p:spPr>
      </p:sp>
      <p:sp>
        <p:nvSpPr>
          <p:cNvPr id="232" name="lumia-token-stream-curve">
            <a:extLst>
              <a:ext uri="{FF2B5EF4-FFF2-40B4-BE49-F238E27FC236}">
                <a16:creationId xmlns:a16="http://schemas.microsoft.com/office/drawing/2014/main" id="{8E083E2B-6BB1-4F43-8294-93CC62C0E639}"/>
              </a:ext>
            </a:extLst>
          </p:cNvPr>
          <p:cNvSpPr>
            <a:spLocks noGrp="1"/>
          </p:cNvSpPr>
          <p:nvPr/>
        </p:nvSpPr>
        <p:spPr>
          <a:xfrm>
            <a:off x="135445" y="5178718"/>
            <a:ext cx="177874" cy="65368"/>
          </a:xfrm>
          <a:custGeom>
            <a:avLst/>
            <a:gdLst/>
            <a:ahLst/>
            <a:cxnLst/>
            <a:rect l="0" t="0" r="0" b="0"/>
            <a:pathLst>
              <a:path w="177874" h="65368">
                <a:moveTo>
                  <a:pt x="0" y="0"/>
                </a:moveTo>
                <a:lnTo>
                  <a:pt x="177874" y="65368"/>
                </a:lnTo>
              </a:path>
            </a:pathLst>
          </a:custGeom>
          <a:noFill/>
          <a:ln w="4783">
            <a:solidFill>
              <a:srgbClr val="4285F4">
                <a:alpha val="7000"/>
              </a:srgbClr>
            </a:solidFill>
            <a:prstDash val="solid"/>
          </a:ln>
        </p:spPr>
      </p:sp>
      <p:sp>
        <p:nvSpPr>
          <p:cNvPr id="233" name="lumia-token-stream-curve">
            <a:extLst>
              <a:ext uri="{FF2B5EF4-FFF2-40B4-BE49-F238E27FC236}">
                <a16:creationId xmlns:a16="http://schemas.microsoft.com/office/drawing/2014/main" id="{1AF81014-704A-44C6-BDF0-E6259F4908D7}"/>
              </a:ext>
            </a:extLst>
          </p:cNvPr>
          <p:cNvSpPr>
            <a:spLocks noGrp="1"/>
          </p:cNvSpPr>
          <p:nvPr/>
        </p:nvSpPr>
        <p:spPr>
          <a:xfrm>
            <a:off x="313319" y="5244086"/>
            <a:ext cx="183140" cy="64856"/>
          </a:xfrm>
          <a:custGeom>
            <a:avLst/>
            <a:gdLst/>
            <a:ahLst/>
            <a:cxnLst/>
            <a:rect l="0" t="0" r="0" b="0"/>
            <a:pathLst>
              <a:path w="183140" h="64856">
                <a:moveTo>
                  <a:pt x="0" y="0"/>
                </a:moveTo>
                <a:lnTo>
                  <a:pt x="183140" y="64856"/>
                </a:lnTo>
              </a:path>
            </a:pathLst>
          </a:custGeom>
          <a:noFill/>
          <a:ln w="4783">
            <a:solidFill>
              <a:srgbClr val="447EEC">
                <a:alpha val="7000"/>
              </a:srgbClr>
            </a:solidFill>
            <a:prstDash val="solid"/>
          </a:ln>
        </p:spPr>
      </p:sp>
      <p:sp>
        <p:nvSpPr>
          <p:cNvPr id="234" name="lumia-token-stream-curve">
            <a:extLst>
              <a:ext uri="{FF2B5EF4-FFF2-40B4-BE49-F238E27FC236}">
                <a16:creationId xmlns:a16="http://schemas.microsoft.com/office/drawing/2014/main" id="{C367D434-901F-4FFE-9FC0-015C33500C2F}"/>
              </a:ext>
            </a:extLst>
          </p:cNvPr>
          <p:cNvSpPr>
            <a:spLocks noGrp="1"/>
          </p:cNvSpPr>
          <p:nvPr/>
        </p:nvSpPr>
        <p:spPr>
          <a:xfrm>
            <a:off x="496459" y="5308941"/>
            <a:ext cx="188303" cy="63860"/>
          </a:xfrm>
          <a:custGeom>
            <a:avLst/>
            <a:gdLst/>
            <a:ahLst/>
            <a:cxnLst/>
            <a:rect l="0" t="0" r="0" b="0"/>
            <a:pathLst>
              <a:path w="188303" h="63860">
                <a:moveTo>
                  <a:pt x="0" y="0"/>
                </a:moveTo>
                <a:lnTo>
                  <a:pt x="188303" y="63860"/>
                </a:lnTo>
              </a:path>
            </a:pathLst>
          </a:custGeom>
          <a:noFill/>
          <a:ln w="4783">
            <a:solidFill>
              <a:srgbClr val="4678E3">
                <a:alpha val="7000"/>
              </a:srgbClr>
            </a:solidFill>
            <a:prstDash val="solid"/>
          </a:ln>
        </p:spPr>
      </p:sp>
      <p:sp>
        <p:nvSpPr>
          <p:cNvPr id="235" name="lumia-token-stream-curve">
            <a:extLst>
              <a:ext uri="{FF2B5EF4-FFF2-40B4-BE49-F238E27FC236}">
                <a16:creationId xmlns:a16="http://schemas.microsoft.com/office/drawing/2014/main" id="{8288BF61-92E5-47EF-8A54-24C2293A9792}"/>
              </a:ext>
            </a:extLst>
          </p:cNvPr>
          <p:cNvSpPr>
            <a:spLocks noGrp="1"/>
          </p:cNvSpPr>
          <p:nvPr/>
        </p:nvSpPr>
        <p:spPr>
          <a:xfrm>
            <a:off x="684762" y="5372801"/>
            <a:ext cx="193362" cy="62093"/>
          </a:xfrm>
          <a:custGeom>
            <a:avLst/>
            <a:gdLst/>
            <a:ahLst/>
            <a:cxnLst/>
            <a:rect l="0" t="0" r="0" b="0"/>
            <a:pathLst>
              <a:path w="193362" h="62093">
                <a:moveTo>
                  <a:pt x="0" y="0"/>
                </a:moveTo>
                <a:lnTo>
                  <a:pt x="193362" y="62093"/>
                </a:lnTo>
              </a:path>
            </a:pathLst>
          </a:custGeom>
          <a:noFill/>
          <a:ln w="4783">
            <a:solidFill>
              <a:srgbClr val="4871DB">
                <a:alpha val="7000"/>
              </a:srgbClr>
            </a:solidFill>
            <a:prstDash val="solid"/>
          </a:ln>
        </p:spPr>
      </p:sp>
      <p:sp>
        <p:nvSpPr>
          <p:cNvPr id="236" name="lumia-token-stream-curve">
            <a:extLst>
              <a:ext uri="{FF2B5EF4-FFF2-40B4-BE49-F238E27FC236}">
                <a16:creationId xmlns:a16="http://schemas.microsoft.com/office/drawing/2014/main" id="{6946933F-F6BE-4386-A777-49218641FAC7}"/>
              </a:ext>
            </a:extLst>
          </p:cNvPr>
          <p:cNvSpPr>
            <a:spLocks noGrp="1"/>
          </p:cNvSpPr>
          <p:nvPr/>
        </p:nvSpPr>
        <p:spPr>
          <a:xfrm>
            <a:off x="878124" y="5434894"/>
            <a:ext cx="198317" cy="59284"/>
          </a:xfrm>
          <a:custGeom>
            <a:avLst/>
            <a:gdLst/>
            <a:ahLst/>
            <a:cxnLst/>
            <a:rect l="0" t="0" r="0" b="0"/>
            <a:pathLst>
              <a:path w="198317" h="59284">
                <a:moveTo>
                  <a:pt x="0" y="0"/>
                </a:moveTo>
                <a:lnTo>
                  <a:pt x="198317" y="59284"/>
                </a:lnTo>
              </a:path>
            </a:pathLst>
          </a:custGeom>
          <a:noFill/>
          <a:ln w="4783">
            <a:solidFill>
              <a:srgbClr val="4A6BD2">
                <a:alpha val="7000"/>
              </a:srgbClr>
            </a:solidFill>
            <a:prstDash val="solid"/>
          </a:ln>
        </p:spPr>
      </p:sp>
      <p:sp>
        <p:nvSpPr>
          <p:cNvPr id="237" name="lumia-token-stream-curve">
            <a:extLst>
              <a:ext uri="{FF2B5EF4-FFF2-40B4-BE49-F238E27FC236}">
                <a16:creationId xmlns:a16="http://schemas.microsoft.com/office/drawing/2014/main" id="{D13B5544-DA59-482F-AB6B-E0888A603660}"/>
              </a:ext>
            </a:extLst>
          </p:cNvPr>
          <p:cNvSpPr>
            <a:spLocks noGrp="1"/>
          </p:cNvSpPr>
          <p:nvPr/>
        </p:nvSpPr>
        <p:spPr>
          <a:xfrm>
            <a:off x="1076441" y="5494178"/>
            <a:ext cx="203168" cy="55198"/>
          </a:xfrm>
          <a:custGeom>
            <a:avLst/>
            <a:gdLst/>
            <a:ahLst/>
            <a:cxnLst/>
            <a:rect l="0" t="0" r="0" b="0"/>
            <a:pathLst>
              <a:path w="203168" h="55198">
                <a:moveTo>
                  <a:pt x="0" y="0"/>
                </a:moveTo>
                <a:lnTo>
                  <a:pt x="203168" y="55198"/>
                </a:lnTo>
              </a:path>
            </a:pathLst>
          </a:custGeom>
          <a:noFill/>
          <a:ln w="4783">
            <a:solidFill>
              <a:srgbClr val="4C64CA">
                <a:alpha val="7000"/>
              </a:srgbClr>
            </a:solidFill>
            <a:prstDash val="solid"/>
          </a:ln>
        </p:spPr>
      </p:sp>
      <p:sp>
        <p:nvSpPr>
          <p:cNvPr id="238" name="lumia-token-stream-curve">
            <a:extLst>
              <a:ext uri="{FF2B5EF4-FFF2-40B4-BE49-F238E27FC236}">
                <a16:creationId xmlns:a16="http://schemas.microsoft.com/office/drawing/2014/main" id="{D6C08358-1308-4E17-82EB-1C5ED2FCB6AE}"/>
              </a:ext>
            </a:extLst>
          </p:cNvPr>
          <p:cNvSpPr>
            <a:spLocks noGrp="1"/>
          </p:cNvSpPr>
          <p:nvPr/>
        </p:nvSpPr>
        <p:spPr>
          <a:xfrm>
            <a:off x="1279610" y="5549376"/>
            <a:ext cx="207916" cy="49672"/>
          </a:xfrm>
          <a:custGeom>
            <a:avLst/>
            <a:gdLst/>
            <a:ahLst/>
            <a:cxnLst/>
            <a:rect l="0" t="0" r="0" b="0"/>
            <a:pathLst>
              <a:path w="207916" h="49672">
                <a:moveTo>
                  <a:pt x="0" y="0"/>
                </a:moveTo>
                <a:lnTo>
                  <a:pt x="207916" y="49672"/>
                </a:lnTo>
              </a:path>
            </a:pathLst>
          </a:custGeom>
          <a:noFill/>
          <a:ln w="4783">
            <a:solidFill>
              <a:srgbClr val="4E5EC1">
                <a:alpha val="7000"/>
              </a:srgbClr>
            </a:solidFill>
            <a:prstDash val="solid"/>
          </a:ln>
        </p:spPr>
      </p:sp>
      <p:sp>
        <p:nvSpPr>
          <p:cNvPr id="239" name="lumia-token-stream-curve">
            <a:extLst>
              <a:ext uri="{FF2B5EF4-FFF2-40B4-BE49-F238E27FC236}">
                <a16:creationId xmlns:a16="http://schemas.microsoft.com/office/drawing/2014/main" id="{D74B1445-C977-405B-B20C-A532CADEBE84}"/>
              </a:ext>
            </a:extLst>
          </p:cNvPr>
          <p:cNvSpPr>
            <a:spLocks noGrp="1"/>
          </p:cNvSpPr>
          <p:nvPr/>
        </p:nvSpPr>
        <p:spPr>
          <a:xfrm>
            <a:off x="1487525" y="5599048"/>
            <a:ext cx="212559" cy="42644"/>
          </a:xfrm>
          <a:custGeom>
            <a:avLst/>
            <a:gdLst/>
            <a:ahLst/>
            <a:cxnLst/>
            <a:rect l="0" t="0" r="0" b="0"/>
            <a:pathLst>
              <a:path w="212559" h="42644">
                <a:moveTo>
                  <a:pt x="0" y="0"/>
                </a:moveTo>
                <a:lnTo>
                  <a:pt x="212559" y="42644"/>
                </a:lnTo>
              </a:path>
            </a:pathLst>
          </a:custGeom>
          <a:noFill/>
          <a:ln w="4783">
            <a:solidFill>
              <a:srgbClr val="5057B9">
                <a:alpha val="7000"/>
              </a:srgbClr>
            </a:solidFill>
            <a:prstDash val="solid"/>
          </a:ln>
        </p:spPr>
      </p:sp>
      <p:sp>
        <p:nvSpPr>
          <p:cNvPr id="240" name="lumia-token-stream-curve">
            <a:extLst>
              <a:ext uri="{FF2B5EF4-FFF2-40B4-BE49-F238E27FC236}">
                <a16:creationId xmlns:a16="http://schemas.microsoft.com/office/drawing/2014/main" id="{33A5C96F-A0AD-44BA-84B2-806C63701091}"/>
              </a:ext>
            </a:extLst>
          </p:cNvPr>
          <p:cNvSpPr>
            <a:spLocks noGrp="1"/>
          </p:cNvSpPr>
          <p:nvPr/>
        </p:nvSpPr>
        <p:spPr>
          <a:xfrm>
            <a:off x="1700084" y="5641692"/>
            <a:ext cx="217099" cy="34176"/>
          </a:xfrm>
          <a:custGeom>
            <a:avLst/>
            <a:gdLst/>
            <a:ahLst/>
            <a:cxnLst/>
            <a:rect l="0" t="0" r="0" b="0"/>
            <a:pathLst>
              <a:path w="217099" h="34176">
                <a:moveTo>
                  <a:pt x="0" y="0"/>
                </a:moveTo>
                <a:lnTo>
                  <a:pt x="217099" y="34176"/>
                </a:lnTo>
              </a:path>
            </a:pathLst>
          </a:custGeom>
          <a:noFill/>
          <a:ln w="4783">
            <a:solidFill>
              <a:srgbClr val="5250B0">
                <a:alpha val="7000"/>
              </a:srgbClr>
            </a:solidFill>
            <a:prstDash val="solid"/>
          </a:ln>
        </p:spPr>
      </p:sp>
      <p:sp>
        <p:nvSpPr>
          <p:cNvPr id="241" name="lumia-token-stream-curve">
            <a:extLst>
              <a:ext uri="{FF2B5EF4-FFF2-40B4-BE49-F238E27FC236}">
                <a16:creationId xmlns:a16="http://schemas.microsoft.com/office/drawing/2014/main" id="{CF7F1986-F8A1-4FF7-B2A7-0BFD6A89F674}"/>
              </a:ext>
            </a:extLst>
          </p:cNvPr>
          <p:cNvSpPr>
            <a:spLocks noGrp="1"/>
          </p:cNvSpPr>
          <p:nvPr/>
        </p:nvSpPr>
        <p:spPr>
          <a:xfrm>
            <a:off x="1917183" y="5675869"/>
            <a:ext cx="221534" cy="24470"/>
          </a:xfrm>
          <a:custGeom>
            <a:avLst/>
            <a:gdLst/>
            <a:ahLst/>
            <a:cxnLst/>
            <a:rect l="0" t="0" r="0" b="0"/>
            <a:pathLst>
              <a:path w="221534" h="24470">
                <a:moveTo>
                  <a:pt x="0" y="0"/>
                </a:moveTo>
                <a:lnTo>
                  <a:pt x="221534" y="24470"/>
                </a:lnTo>
              </a:path>
            </a:pathLst>
          </a:custGeom>
          <a:noFill/>
          <a:ln w="4783">
            <a:solidFill>
              <a:srgbClr val="544AA8">
                <a:alpha val="7000"/>
              </a:srgbClr>
            </a:solidFill>
            <a:prstDash val="solid"/>
          </a:ln>
        </p:spPr>
      </p:sp>
      <p:sp>
        <p:nvSpPr>
          <p:cNvPr id="242" name="lumia-token-stream-curve">
            <a:extLst>
              <a:ext uri="{FF2B5EF4-FFF2-40B4-BE49-F238E27FC236}">
                <a16:creationId xmlns:a16="http://schemas.microsoft.com/office/drawing/2014/main" id="{6CFD081E-4989-4D37-B33A-5F58D6516981}"/>
              </a:ext>
            </a:extLst>
          </p:cNvPr>
          <p:cNvSpPr>
            <a:spLocks noGrp="1"/>
          </p:cNvSpPr>
          <p:nvPr/>
        </p:nvSpPr>
        <p:spPr>
          <a:xfrm>
            <a:off x="2138717" y="5700339"/>
            <a:ext cx="225866" cy="13872"/>
          </a:xfrm>
          <a:custGeom>
            <a:avLst/>
            <a:gdLst/>
            <a:ahLst/>
            <a:cxnLst/>
            <a:rect l="0" t="0" r="0" b="0"/>
            <a:pathLst>
              <a:path w="225866" h="13872">
                <a:moveTo>
                  <a:pt x="0" y="0"/>
                </a:moveTo>
                <a:lnTo>
                  <a:pt x="225866" y="13872"/>
                </a:lnTo>
              </a:path>
            </a:pathLst>
          </a:custGeom>
          <a:noFill/>
          <a:ln w="4783">
            <a:solidFill>
              <a:srgbClr val="5643A0">
                <a:alpha val="7000"/>
              </a:srgbClr>
            </a:solidFill>
            <a:prstDash val="solid"/>
          </a:ln>
        </p:spPr>
      </p:sp>
      <p:sp>
        <p:nvSpPr>
          <p:cNvPr id="243" name="lumia-token-stream-curve">
            <a:extLst>
              <a:ext uri="{FF2B5EF4-FFF2-40B4-BE49-F238E27FC236}">
                <a16:creationId xmlns:a16="http://schemas.microsoft.com/office/drawing/2014/main" id="{C93A9B41-DFD4-477C-B6FE-C628CF03C68D}"/>
              </a:ext>
            </a:extLst>
          </p:cNvPr>
          <p:cNvSpPr>
            <a:spLocks noGrp="1"/>
          </p:cNvSpPr>
          <p:nvPr/>
        </p:nvSpPr>
        <p:spPr>
          <a:xfrm>
            <a:off x="2364583" y="5714211"/>
            <a:ext cx="230094" cy="9525"/>
          </a:xfrm>
          <a:custGeom>
            <a:avLst/>
            <a:gdLst/>
            <a:ahLst/>
            <a:cxnLst/>
            <a:rect l="0" t="0" r="0" b="0"/>
            <a:pathLst>
              <a:path w="230094" h="9525">
                <a:moveTo>
                  <a:pt x="0" y="0"/>
                </a:moveTo>
                <a:lnTo>
                  <a:pt x="230094" y="2861"/>
                </a:lnTo>
              </a:path>
            </a:pathLst>
          </a:custGeom>
          <a:noFill/>
          <a:ln w="4783">
            <a:solidFill>
              <a:srgbClr val="583D97">
                <a:alpha val="7000"/>
              </a:srgbClr>
            </a:solidFill>
            <a:prstDash val="solid"/>
          </a:ln>
        </p:spPr>
      </p:sp>
      <p:sp>
        <p:nvSpPr>
          <p:cNvPr id="244" name="lumia-token-stream-curve">
            <a:extLst>
              <a:ext uri="{FF2B5EF4-FFF2-40B4-BE49-F238E27FC236}">
                <a16:creationId xmlns:a16="http://schemas.microsoft.com/office/drawing/2014/main" id="{AEA45401-0442-4EEE-919A-F8A228342186}"/>
              </a:ext>
            </a:extLst>
          </p:cNvPr>
          <p:cNvSpPr>
            <a:spLocks noGrp="1"/>
          </p:cNvSpPr>
          <p:nvPr/>
        </p:nvSpPr>
        <p:spPr>
          <a:xfrm>
            <a:off x="2594677" y="5709088"/>
            <a:ext cx="234218" cy="9525"/>
          </a:xfrm>
          <a:custGeom>
            <a:avLst/>
            <a:gdLst/>
            <a:ahLst/>
            <a:cxnLst/>
            <a:rect l="0" t="0" r="0" b="0"/>
            <a:pathLst>
              <a:path w="234218" h="9525">
                <a:moveTo>
                  <a:pt x="0" y="7984"/>
                </a:moveTo>
                <a:lnTo>
                  <a:pt x="234218" y="0"/>
                </a:lnTo>
              </a:path>
            </a:pathLst>
          </a:custGeom>
          <a:noFill/>
          <a:ln w="4783">
            <a:solidFill>
              <a:srgbClr val="623C8F">
                <a:alpha val="7000"/>
              </a:srgbClr>
            </a:solidFill>
            <a:prstDash val="solid"/>
          </a:ln>
        </p:spPr>
      </p:sp>
      <p:sp>
        <p:nvSpPr>
          <p:cNvPr id="245" name="lumia-token-stream-curve">
            <a:extLst>
              <a:ext uri="{FF2B5EF4-FFF2-40B4-BE49-F238E27FC236}">
                <a16:creationId xmlns:a16="http://schemas.microsoft.com/office/drawing/2014/main" id="{E82CA041-53CA-4AEF-8EE8-6C03F5CCA328}"/>
              </a:ext>
            </a:extLst>
          </p:cNvPr>
          <p:cNvSpPr>
            <a:spLocks noGrp="1"/>
          </p:cNvSpPr>
          <p:nvPr/>
        </p:nvSpPr>
        <p:spPr>
          <a:xfrm>
            <a:off x="2828896" y="5691058"/>
            <a:ext cx="238239" cy="18030"/>
          </a:xfrm>
          <a:custGeom>
            <a:avLst/>
            <a:gdLst/>
            <a:ahLst/>
            <a:cxnLst/>
            <a:rect l="0" t="0" r="0" b="0"/>
            <a:pathLst>
              <a:path w="238239" h="18030">
                <a:moveTo>
                  <a:pt x="0" y="18030"/>
                </a:moveTo>
                <a:lnTo>
                  <a:pt x="238239" y="0"/>
                </a:lnTo>
              </a:path>
            </a:pathLst>
          </a:custGeom>
          <a:noFill/>
          <a:ln w="4783">
            <a:solidFill>
              <a:srgbClr val="6F3C86">
                <a:alpha val="7000"/>
              </a:srgbClr>
            </a:solidFill>
            <a:prstDash val="solid"/>
          </a:ln>
        </p:spPr>
      </p:sp>
      <p:sp>
        <p:nvSpPr>
          <p:cNvPr id="246" name="lumia-token-stream-curve">
            <a:extLst>
              <a:ext uri="{FF2B5EF4-FFF2-40B4-BE49-F238E27FC236}">
                <a16:creationId xmlns:a16="http://schemas.microsoft.com/office/drawing/2014/main" id="{943C65BC-8226-45CA-9A09-8684FB3B1CE6}"/>
              </a:ext>
            </a:extLst>
          </p:cNvPr>
          <p:cNvSpPr>
            <a:spLocks noGrp="1"/>
          </p:cNvSpPr>
          <p:nvPr/>
        </p:nvSpPr>
        <p:spPr>
          <a:xfrm>
            <a:off x="3067134" y="5664409"/>
            <a:ext cx="242155" cy="26649"/>
          </a:xfrm>
          <a:custGeom>
            <a:avLst/>
            <a:gdLst/>
            <a:ahLst/>
            <a:cxnLst/>
            <a:rect l="0" t="0" r="0" b="0"/>
            <a:pathLst>
              <a:path w="242155" h="26649">
                <a:moveTo>
                  <a:pt x="0" y="26649"/>
                </a:moveTo>
                <a:lnTo>
                  <a:pt x="242155" y="0"/>
                </a:lnTo>
              </a:path>
            </a:pathLst>
          </a:custGeom>
          <a:noFill/>
          <a:ln w="4783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247" name="lumia-token-stream-curve">
            <a:extLst>
              <a:ext uri="{FF2B5EF4-FFF2-40B4-BE49-F238E27FC236}">
                <a16:creationId xmlns:a16="http://schemas.microsoft.com/office/drawing/2014/main" id="{68F8B79D-F473-432D-B358-B6C1945E920C}"/>
              </a:ext>
            </a:extLst>
          </p:cNvPr>
          <p:cNvSpPr>
            <a:spLocks noGrp="1"/>
          </p:cNvSpPr>
          <p:nvPr/>
        </p:nvSpPr>
        <p:spPr>
          <a:xfrm>
            <a:off x="3309290" y="5631115"/>
            <a:ext cx="245968" cy="33295"/>
          </a:xfrm>
          <a:custGeom>
            <a:avLst/>
            <a:gdLst/>
            <a:ahLst/>
            <a:cxnLst/>
            <a:rect l="0" t="0" r="0" b="0"/>
            <a:pathLst>
              <a:path w="245968" h="33295">
                <a:moveTo>
                  <a:pt x="0" y="33295"/>
                </a:moveTo>
                <a:lnTo>
                  <a:pt x="245968" y="0"/>
                </a:lnTo>
              </a:path>
            </a:pathLst>
          </a:custGeom>
          <a:noFill/>
          <a:ln w="4783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248" name="lumia-token-stream-curve">
            <a:extLst>
              <a:ext uri="{FF2B5EF4-FFF2-40B4-BE49-F238E27FC236}">
                <a16:creationId xmlns:a16="http://schemas.microsoft.com/office/drawing/2014/main" id="{18868C8D-324C-4746-8616-D502468C53BA}"/>
              </a:ext>
            </a:extLst>
          </p:cNvPr>
          <p:cNvSpPr>
            <a:spLocks noGrp="1"/>
          </p:cNvSpPr>
          <p:nvPr/>
        </p:nvSpPr>
        <p:spPr>
          <a:xfrm>
            <a:off x="3555257" y="5593540"/>
            <a:ext cx="249676" cy="37575"/>
          </a:xfrm>
          <a:custGeom>
            <a:avLst/>
            <a:gdLst/>
            <a:ahLst/>
            <a:cxnLst/>
            <a:rect l="0" t="0" r="0" b="0"/>
            <a:pathLst>
              <a:path w="249676" h="37575">
                <a:moveTo>
                  <a:pt x="0" y="37575"/>
                </a:moveTo>
                <a:lnTo>
                  <a:pt x="249676" y="0"/>
                </a:lnTo>
              </a:path>
            </a:pathLst>
          </a:custGeom>
          <a:noFill/>
          <a:ln w="4783">
            <a:solidFill>
              <a:srgbClr val="963E6C">
                <a:alpha val="8000"/>
              </a:srgbClr>
            </a:solidFill>
            <a:prstDash val="solid"/>
          </a:ln>
        </p:spPr>
      </p:sp>
      <p:sp>
        <p:nvSpPr>
          <p:cNvPr id="249" name="lumia-token-stream-curve">
            <a:extLst>
              <a:ext uri="{FF2B5EF4-FFF2-40B4-BE49-F238E27FC236}">
                <a16:creationId xmlns:a16="http://schemas.microsoft.com/office/drawing/2014/main" id="{48590397-5F17-4F23-BD6D-E1C4974BB6B0}"/>
              </a:ext>
            </a:extLst>
          </p:cNvPr>
          <p:cNvSpPr>
            <a:spLocks noGrp="1"/>
          </p:cNvSpPr>
          <p:nvPr/>
        </p:nvSpPr>
        <p:spPr>
          <a:xfrm>
            <a:off x="3804934" y="5554225"/>
            <a:ext cx="253281" cy="39315"/>
          </a:xfrm>
          <a:custGeom>
            <a:avLst/>
            <a:gdLst/>
            <a:ahLst/>
            <a:cxnLst/>
            <a:rect l="0" t="0" r="0" b="0"/>
            <a:pathLst>
              <a:path w="253281" h="39315">
                <a:moveTo>
                  <a:pt x="0" y="39315"/>
                </a:moveTo>
                <a:lnTo>
                  <a:pt x="253281" y="0"/>
                </a:lnTo>
              </a:path>
            </a:pathLst>
          </a:custGeom>
          <a:noFill/>
          <a:ln w="4798">
            <a:solidFill>
              <a:srgbClr val="A33F64">
                <a:alpha val="8000"/>
              </a:srgbClr>
            </a:solidFill>
            <a:prstDash val="solid"/>
          </a:ln>
        </p:spPr>
      </p:sp>
      <p:sp>
        <p:nvSpPr>
          <p:cNvPr id="250" name="lumia-token-stream-curve">
            <a:extLst>
              <a:ext uri="{FF2B5EF4-FFF2-40B4-BE49-F238E27FC236}">
                <a16:creationId xmlns:a16="http://schemas.microsoft.com/office/drawing/2014/main" id="{C5FB8FFD-6112-4D0A-85D4-CC0FAE762EE6}"/>
              </a:ext>
            </a:extLst>
          </p:cNvPr>
          <p:cNvSpPr>
            <a:spLocks noGrp="1"/>
          </p:cNvSpPr>
          <p:nvPr/>
        </p:nvSpPr>
        <p:spPr>
          <a:xfrm>
            <a:off x="4058215" y="5515612"/>
            <a:ext cx="256782" cy="38613"/>
          </a:xfrm>
          <a:custGeom>
            <a:avLst/>
            <a:gdLst/>
            <a:ahLst/>
            <a:cxnLst/>
            <a:rect l="0" t="0" r="0" b="0"/>
            <a:pathLst>
              <a:path w="256782" h="38613">
                <a:moveTo>
                  <a:pt x="0" y="38613"/>
                </a:moveTo>
                <a:lnTo>
                  <a:pt x="256782" y="0"/>
                </a:lnTo>
              </a:path>
            </a:pathLst>
          </a:custGeom>
          <a:noFill/>
          <a:ln w="4831">
            <a:solidFill>
              <a:srgbClr val="B0405B">
                <a:alpha val="8000"/>
              </a:srgbClr>
            </a:solidFill>
            <a:prstDash val="solid"/>
          </a:ln>
        </p:spPr>
      </p:sp>
      <p:sp>
        <p:nvSpPr>
          <p:cNvPr id="251" name="lumia-token-stream-curve">
            <a:extLst>
              <a:ext uri="{FF2B5EF4-FFF2-40B4-BE49-F238E27FC236}">
                <a16:creationId xmlns:a16="http://schemas.microsoft.com/office/drawing/2014/main" id="{23DEB5B2-999B-44ED-AF9D-0CBF6AF702B0}"/>
              </a:ext>
            </a:extLst>
          </p:cNvPr>
          <p:cNvSpPr>
            <a:spLocks noGrp="1"/>
          </p:cNvSpPr>
          <p:nvPr/>
        </p:nvSpPr>
        <p:spPr>
          <a:xfrm>
            <a:off x="4314998" y="5479759"/>
            <a:ext cx="260179" cy="35853"/>
          </a:xfrm>
          <a:custGeom>
            <a:avLst/>
            <a:gdLst/>
            <a:ahLst/>
            <a:cxnLst/>
            <a:rect l="0" t="0" r="0" b="0"/>
            <a:pathLst>
              <a:path w="260179" h="35853">
                <a:moveTo>
                  <a:pt x="0" y="35853"/>
                </a:moveTo>
                <a:lnTo>
                  <a:pt x="260179" y="0"/>
                </a:lnTo>
              </a:path>
            </a:pathLst>
          </a:custGeom>
          <a:noFill/>
          <a:ln w="4881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252" name="lumia-token-stream-curve">
            <a:extLst>
              <a:ext uri="{FF2B5EF4-FFF2-40B4-BE49-F238E27FC236}">
                <a16:creationId xmlns:a16="http://schemas.microsoft.com/office/drawing/2014/main" id="{39BA4E36-9E4B-4DB3-A9C8-7FFC49440E38}"/>
              </a:ext>
            </a:extLst>
          </p:cNvPr>
          <p:cNvSpPr>
            <a:spLocks noGrp="1"/>
          </p:cNvSpPr>
          <p:nvPr/>
        </p:nvSpPr>
        <p:spPr>
          <a:xfrm>
            <a:off x="4575177" y="5448057"/>
            <a:ext cx="263473" cy="31702"/>
          </a:xfrm>
          <a:custGeom>
            <a:avLst/>
            <a:gdLst/>
            <a:ahLst/>
            <a:cxnLst/>
            <a:rect l="0" t="0" r="0" b="0"/>
            <a:pathLst>
              <a:path w="263473" h="31702">
                <a:moveTo>
                  <a:pt x="0" y="31702"/>
                </a:moveTo>
                <a:lnTo>
                  <a:pt x="263473" y="0"/>
                </a:lnTo>
              </a:path>
            </a:pathLst>
          </a:custGeom>
          <a:noFill/>
          <a:ln w="4947">
            <a:solidFill>
              <a:srgbClr val="CA414A">
                <a:alpha val="9000"/>
              </a:srgbClr>
            </a:solidFill>
            <a:prstDash val="solid"/>
          </a:ln>
        </p:spPr>
      </p:sp>
      <p:sp>
        <p:nvSpPr>
          <p:cNvPr id="253" name="lumia-token-stream-curve">
            <a:extLst>
              <a:ext uri="{FF2B5EF4-FFF2-40B4-BE49-F238E27FC236}">
                <a16:creationId xmlns:a16="http://schemas.microsoft.com/office/drawing/2014/main" id="{C500F635-DE58-4822-AB9D-8156FF17B765}"/>
              </a:ext>
            </a:extLst>
          </p:cNvPr>
          <p:cNvSpPr>
            <a:spLocks noGrp="1"/>
          </p:cNvSpPr>
          <p:nvPr/>
        </p:nvSpPr>
        <p:spPr>
          <a:xfrm>
            <a:off x="4838650" y="5421007"/>
            <a:ext cx="266662" cy="27049"/>
          </a:xfrm>
          <a:custGeom>
            <a:avLst/>
            <a:gdLst/>
            <a:ahLst/>
            <a:cxnLst/>
            <a:rect l="0" t="0" r="0" b="0"/>
            <a:pathLst>
              <a:path w="266662" h="27049">
                <a:moveTo>
                  <a:pt x="0" y="27049"/>
                </a:moveTo>
                <a:lnTo>
                  <a:pt x="266662" y="0"/>
                </a:lnTo>
              </a:path>
            </a:pathLst>
          </a:custGeom>
          <a:noFill/>
          <a:ln w="5027">
            <a:solidFill>
              <a:srgbClr val="D74242">
                <a:alpha val="9000"/>
              </a:srgbClr>
            </a:solidFill>
            <a:prstDash val="solid"/>
          </a:ln>
        </p:spPr>
      </p:sp>
      <p:sp>
        <p:nvSpPr>
          <p:cNvPr id="254" name="lumia-token-stream-curve">
            <a:extLst>
              <a:ext uri="{FF2B5EF4-FFF2-40B4-BE49-F238E27FC236}">
                <a16:creationId xmlns:a16="http://schemas.microsoft.com/office/drawing/2014/main" id="{C3B847C5-6BA7-49D3-B8FC-6D45E28A87DA}"/>
              </a:ext>
            </a:extLst>
          </p:cNvPr>
          <p:cNvSpPr>
            <a:spLocks noGrp="1"/>
          </p:cNvSpPr>
          <p:nvPr/>
        </p:nvSpPr>
        <p:spPr>
          <a:xfrm>
            <a:off x="5105312" y="5398081"/>
            <a:ext cx="269748" cy="22926"/>
          </a:xfrm>
          <a:custGeom>
            <a:avLst/>
            <a:gdLst/>
            <a:ahLst/>
            <a:cxnLst/>
            <a:rect l="0" t="0" r="0" b="0"/>
            <a:pathLst>
              <a:path w="269748" h="22926">
                <a:moveTo>
                  <a:pt x="0" y="22926"/>
                </a:moveTo>
                <a:lnTo>
                  <a:pt x="269748" y="0"/>
                </a:lnTo>
              </a:path>
            </a:pathLst>
          </a:custGeom>
          <a:noFill/>
          <a:ln w="5120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255" name="lumia-token-stream-curve">
            <a:extLst>
              <a:ext uri="{FF2B5EF4-FFF2-40B4-BE49-F238E27FC236}">
                <a16:creationId xmlns:a16="http://schemas.microsoft.com/office/drawing/2014/main" id="{14584971-6567-4F49-BF5E-EB8D4D43B0CB}"/>
              </a:ext>
            </a:extLst>
          </p:cNvPr>
          <p:cNvSpPr>
            <a:spLocks noGrp="1"/>
          </p:cNvSpPr>
          <p:nvPr/>
        </p:nvSpPr>
        <p:spPr>
          <a:xfrm>
            <a:off x="5375060" y="5377698"/>
            <a:ext cx="272730" cy="20383"/>
          </a:xfrm>
          <a:custGeom>
            <a:avLst/>
            <a:gdLst/>
            <a:ahLst/>
            <a:cxnLst/>
            <a:rect l="0" t="0" r="0" b="0"/>
            <a:pathLst>
              <a:path w="272730" h="20383">
                <a:moveTo>
                  <a:pt x="0" y="20383"/>
                </a:moveTo>
                <a:lnTo>
                  <a:pt x="272730" y="0"/>
                </a:lnTo>
              </a:path>
            </a:pathLst>
          </a:custGeom>
          <a:noFill/>
          <a:ln w="5224">
            <a:solidFill>
              <a:srgbClr val="EB4833">
                <a:alpha val="10000"/>
              </a:srgbClr>
            </a:solidFill>
            <a:prstDash val="solid"/>
          </a:ln>
        </p:spPr>
      </p:sp>
      <p:sp>
        <p:nvSpPr>
          <p:cNvPr id="256" name="lumia-token-stream-curve">
            <a:extLst>
              <a:ext uri="{FF2B5EF4-FFF2-40B4-BE49-F238E27FC236}">
                <a16:creationId xmlns:a16="http://schemas.microsoft.com/office/drawing/2014/main" id="{EF920F54-BBEB-4E38-A10E-FB38C60A8C4C}"/>
              </a:ext>
            </a:extLst>
          </p:cNvPr>
          <p:cNvSpPr>
            <a:spLocks noGrp="1"/>
          </p:cNvSpPr>
          <p:nvPr/>
        </p:nvSpPr>
        <p:spPr>
          <a:xfrm>
            <a:off x="5647789" y="5357341"/>
            <a:ext cx="275607" cy="20357"/>
          </a:xfrm>
          <a:custGeom>
            <a:avLst/>
            <a:gdLst/>
            <a:ahLst/>
            <a:cxnLst/>
            <a:rect l="0" t="0" r="0" b="0"/>
            <a:pathLst>
              <a:path w="275607" h="20357">
                <a:moveTo>
                  <a:pt x="0" y="20357"/>
                </a:moveTo>
                <a:lnTo>
                  <a:pt x="275607" y="0"/>
                </a:lnTo>
              </a:path>
            </a:pathLst>
          </a:custGeom>
          <a:noFill/>
          <a:ln w="5339">
            <a:solidFill>
              <a:srgbClr val="EC532F">
                <a:alpha val="10000"/>
              </a:srgbClr>
            </a:solidFill>
            <a:prstDash val="solid"/>
          </a:ln>
        </p:spPr>
      </p:sp>
      <p:sp>
        <p:nvSpPr>
          <p:cNvPr id="257" name="lumia-token-stream-curve">
            <a:extLst>
              <a:ext uri="{FF2B5EF4-FFF2-40B4-BE49-F238E27FC236}">
                <a16:creationId xmlns:a16="http://schemas.microsoft.com/office/drawing/2014/main" id="{B04B8142-19C6-4BD7-9644-75FBC417B3EC}"/>
              </a:ext>
            </a:extLst>
          </p:cNvPr>
          <p:cNvSpPr>
            <a:spLocks noGrp="1"/>
          </p:cNvSpPr>
          <p:nvPr/>
        </p:nvSpPr>
        <p:spPr>
          <a:xfrm>
            <a:off x="5923397" y="5333806"/>
            <a:ext cx="278381" cy="23535"/>
          </a:xfrm>
          <a:custGeom>
            <a:avLst/>
            <a:gdLst/>
            <a:ahLst/>
            <a:cxnLst/>
            <a:rect l="0" t="0" r="0" b="0"/>
            <a:pathLst>
              <a:path w="278381" h="23535">
                <a:moveTo>
                  <a:pt x="0" y="23535"/>
                </a:moveTo>
                <a:lnTo>
                  <a:pt x="278381" y="0"/>
                </a:lnTo>
              </a:path>
            </a:pathLst>
          </a:custGeom>
          <a:noFill/>
          <a:ln w="5462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258" name="lumia-token-stream-curve">
            <a:extLst>
              <a:ext uri="{FF2B5EF4-FFF2-40B4-BE49-F238E27FC236}">
                <a16:creationId xmlns:a16="http://schemas.microsoft.com/office/drawing/2014/main" id="{F777883C-601C-4113-A6B8-729A575E620E}"/>
              </a:ext>
            </a:extLst>
          </p:cNvPr>
          <p:cNvSpPr>
            <a:spLocks noGrp="1"/>
          </p:cNvSpPr>
          <p:nvPr/>
        </p:nvSpPr>
        <p:spPr>
          <a:xfrm>
            <a:off x="6201778" y="5303565"/>
            <a:ext cx="281051" cy="30241"/>
          </a:xfrm>
          <a:custGeom>
            <a:avLst/>
            <a:gdLst/>
            <a:ahLst/>
            <a:cxnLst/>
            <a:rect l="0" t="0" r="0" b="0"/>
            <a:pathLst>
              <a:path w="281051" h="30241">
                <a:moveTo>
                  <a:pt x="0" y="30241"/>
                </a:moveTo>
                <a:lnTo>
                  <a:pt x="281051" y="0"/>
                </a:lnTo>
              </a:path>
            </a:pathLst>
          </a:custGeom>
          <a:noFill/>
          <a:ln w="5593">
            <a:solidFill>
              <a:srgbClr val="EF6926">
                <a:alpha val="11000"/>
              </a:srgbClr>
            </a:solidFill>
            <a:prstDash val="solid"/>
          </a:ln>
        </p:spPr>
      </p:sp>
      <p:sp>
        <p:nvSpPr>
          <p:cNvPr id="259" name="lumia-token-stream-curve">
            <a:extLst>
              <a:ext uri="{FF2B5EF4-FFF2-40B4-BE49-F238E27FC236}">
                <a16:creationId xmlns:a16="http://schemas.microsoft.com/office/drawing/2014/main" id="{1F24B30F-771E-4C43-AD83-80D87182D51A}"/>
              </a:ext>
            </a:extLst>
          </p:cNvPr>
          <p:cNvSpPr>
            <a:spLocks noGrp="1"/>
          </p:cNvSpPr>
          <p:nvPr/>
        </p:nvSpPr>
        <p:spPr>
          <a:xfrm>
            <a:off x="6482830" y="5263207"/>
            <a:ext cx="283618" cy="40358"/>
          </a:xfrm>
          <a:custGeom>
            <a:avLst/>
            <a:gdLst/>
            <a:ahLst/>
            <a:cxnLst/>
            <a:rect l="0" t="0" r="0" b="0"/>
            <a:pathLst>
              <a:path w="283618" h="40358">
                <a:moveTo>
                  <a:pt x="0" y="40358"/>
                </a:moveTo>
                <a:lnTo>
                  <a:pt x="283618" y="0"/>
                </a:lnTo>
              </a:path>
            </a:pathLst>
          </a:custGeom>
          <a:noFill/>
          <a:ln w="5729">
            <a:solidFill>
              <a:srgbClr val="F17322">
                <a:alpha val="11000"/>
              </a:srgbClr>
            </a:solidFill>
            <a:prstDash val="solid"/>
          </a:ln>
        </p:spPr>
      </p:sp>
      <p:sp>
        <p:nvSpPr>
          <p:cNvPr id="260" name="lumia-token-stream-curve">
            <a:extLst>
              <a:ext uri="{FF2B5EF4-FFF2-40B4-BE49-F238E27FC236}">
                <a16:creationId xmlns:a16="http://schemas.microsoft.com/office/drawing/2014/main" id="{0527D82F-9FBC-41B9-B080-147E2EB08F47}"/>
              </a:ext>
            </a:extLst>
          </p:cNvPr>
          <p:cNvSpPr>
            <a:spLocks noGrp="1"/>
          </p:cNvSpPr>
          <p:nvPr/>
        </p:nvSpPr>
        <p:spPr>
          <a:xfrm>
            <a:off x="6766447" y="5209899"/>
            <a:ext cx="286080" cy="53308"/>
          </a:xfrm>
          <a:custGeom>
            <a:avLst/>
            <a:gdLst/>
            <a:ahLst/>
            <a:cxnLst/>
            <a:rect l="0" t="0" r="0" b="0"/>
            <a:pathLst>
              <a:path w="286080" h="53308">
                <a:moveTo>
                  <a:pt x="0" y="53308"/>
                </a:moveTo>
                <a:lnTo>
                  <a:pt x="286080" y="0"/>
                </a:lnTo>
              </a:path>
            </a:pathLst>
          </a:custGeom>
          <a:noFill/>
          <a:ln w="5871">
            <a:solidFill>
              <a:srgbClr val="F27E1E">
                <a:alpha val="12000"/>
              </a:srgbClr>
            </a:solidFill>
            <a:prstDash val="solid"/>
          </a:ln>
        </p:spPr>
      </p:sp>
      <p:sp>
        <p:nvSpPr>
          <p:cNvPr id="261" name="lumia-token-stream-curve">
            <a:extLst>
              <a:ext uri="{FF2B5EF4-FFF2-40B4-BE49-F238E27FC236}">
                <a16:creationId xmlns:a16="http://schemas.microsoft.com/office/drawing/2014/main" id="{E5B537D7-8615-498D-9021-B7D46B541DF3}"/>
              </a:ext>
            </a:extLst>
          </p:cNvPr>
          <p:cNvSpPr>
            <a:spLocks noGrp="1"/>
          </p:cNvSpPr>
          <p:nvPr/>
        </p:nvSpPr>
        <p:spPr>
          <a:xfrm>
            <a:off x="7052527" y="5141802"/>
            <a:ext cx="288439" cy="68096"/>
          </a:xfrm>
          <a:custGeom>
            <a:avLst/>
            <a:gdLst/>
            <a:ahLst/>
            <a:cxnLst/>
            <a:rect l="0" t="0" r="0" b="0"/>
            <a:pathLst>
              <a:path w="288439" h="68096">
                <a:moveTo>
                  <a:pt x="0" y="68096"/>
                </a:moveTo>
                <a:lnTo>
                  <a:pt x="288439" y="0"/>
                </a:lnTo>
              </a:path>
            </a:pathLst>
          </a:custGeom>
          <a:noFill/>
          <a:ln w="6016">
            <a:solidFill>
              <a:srgbClr val="F48919">
                <a:alpha val="12000"/>
              </a:srgbClr>
            </a:solidFill>
            <a:prstDash val="solid"/>
          </a:ln>
        </p:spPr>
      </p:sp>
      <p:sp>
        <p:nvSpPr>
          <p:cNvPr id="262" name="lumia-token-stream-curve">
            <a:extLst>
              <a:ext uri="{FF2B5EF4-FFF2-40B4-BE49-F238E27FC236}">
                <a16:creationId xmlns:a16="http://schemas.microsoft.com/office/drawing/2014/main" id="{F40A838E-3CD1-4CA4-856D-6A6DB4E755EF}"/>
              </a:ext>
            </a:extLst>
          </p:cNvPr>
          <p:cNvSpPr>
            <a:spLocks noGrp="1"/>
          </p:cNvSpPr>
          <p:nvPr/>
        </p:nvSpPr>
        <p:spPr>
          <a:xfrm>
            <a:off x="7340966" y="5058382"/>
            <a:ext cx="290693" cy="83420"/>
          </a:xfrm>
          <a:custGeom>
            <a:avLst/>
            <a:gdLst/>
            <a:ahLst/>
            <a:cxnLst/>
            <a:rect l="0" t="0" r="0" b="0"/>
            <a:pathLst>
              <a:path w="290693" h="83420">
                <a:moveTo>
                  <a:pt x="0" y="83420"/>
                </a:moveTo>
                <a:lnTo>
                  <a:pt x="290693" y="0"/>
                </a:lnTo>
              </a:path>
            </a:pathLst>
          </a:custGeom>
          <a:noFill/>
          <a:ln w="6162">
            <a:solidFill>
              <a:srgbClr val="F59415">
                <a:alpha val="12000"/>
              </a:srgbClr>
            </a:solidFill>
            <a:prstDash val="solid"/>
          </a:ln>
        </p:spPr>
      </p:sp>
      <p:sp>
        <p:nvSpPr>
          <p:cNvPr id="263" name="lumia-token-stream-curve">
            <a:extLst>
              <a:ext uri="{FF2B5EF4-FFF2-40B4-BE49-F238E27FC236}">
                <a16:creationId xmlns:a16="http://schemas.microsoft.com/office/drawing/2014/main" id="{D287A566-0D99-4EF0-B32A-A5E7F11342E9}"/>
              </a:ext>
            </a:extLst>
          </p:cNvPr>
          <p:cNvSpPr>
            <a:spLocks noGrp="1"/>
          </p:cNvSpPr>
          <p:nvPr/>
        </p:nvSpPr>
        <p:spPr>
          <a:xfrm>
            <a:off x="7631660" y="4960553"/>
            <a:ext cx="292844" cy="97830"/>
          </a:xfrm>
          <a:custGeom>
            <a:avLst/>
            <a:gdLst/>
            <a:ahLst/>
            <a:cxnLst/>
            <a:rect l="0" t="0" r="0" b="0"/>
            <a:pathLst>
              <a:path w="292844" h="97830">
                <a:moveTo>
                  <a:pt x="0" y="97830"/>
                </a:moveTo>
                <a:lnTo>
                  <a:pt x="292844" y="0"/>
                </a:lnTo>
              </a:path>
            </a:pathLst>
          </a:custGeom>
          <a:noFill/>
          <a:ln w="6309">
            <a:solidFill>
              <a:srgbClr val="F79E11">
                <a:alpha val="13000"/>
              </a:srgbClr>
            </a:solidFill>
            <a:prstDash val="solid"/>
          </a:ln>
        </p:spPr>
      </p:sp>
      <p:sp>
        <p:nvSpPr>
          <p:cNvPr id="264" name="lumia-token-stream-curve">
            <a:extLst>
              <a:ext uri="{FF2B5EF4-FFF2-40B4-BE49-F238E27FC236}">
                <a16:creationId xmlns:a16="http://schemas.microsoft.com/office/drawing/2014/main" id="{E96CE820-4A10-4864-91FA-92439F22D13B}"/>
              </a:ext>
            </a:extLst>
          </p:cNvPr>
          <p:cNvSpPr>
            <a:spLocks noGrp="1"/>
          </p:cNvSpPr>
          <p:nvPr/>
        </p:nvSpPr>
        <p:spPr>
          <a:xfrm>
            <a:off x="7924504" y="4850619"/>
            <a:ext cx="294891" cy="109934"/>
          </a:xfrm>
          <a:custGeom>
            <a:avLst/>
            <a:gdLst/>
            <a:ahLst/>
            <a:cxnLst/>
            <a:rect l="0" t="0" r="0" b="0"/>
            <a:pathLst>
              <a:path w="294891" h="109934">
                <a:moveTo>
                  <a:pt x="0" y="109934"/>
                </a:moveTo>
                <a:lnTo>
                  <a:pt x="294891" y="0"/>
                </a:lnTo>
              </a:path>
            </a:pathLst>
          </a:custGeom>
          <a:noFill/>
          <a:ln w="6455">
            <a:solidFill>
              <a:srgbClr val="F8A90C">
                <a:alpha val="13000"/>
              </a:srgbClr>
            </a:solidFill>
            <a:prstDash val="solid"/>
          </a:ln>
        </p:spPr>
      </p:sp>
      <p:sp>
        <p:nvSpPr>
          <p:cNvPr id="265" name="lumia-token-stream-curve">
            <a:extLst>
              <a:ext uri="{FF2B5EF4-FFF2-40B4-BE49-F238E27FC236}">
                <a16:creationId xmlns:a16="http://schemas.microsoft.com/office/drawing/2014/main" id="{EF67EFE0-B5CA-4CA1-99AA-8779E985E319}"/>
              </a:ext>
            </a:extLst>
          </p:cNvPr>
          <p:cNvSpPr>
            <a:spLocks noGrp="1"/>
          </p:cNvSpPr>
          <p:nvPr/>
        </p:nvSpPr>
        <p:spPr>
          <a:xfrm>
            <a:off x="8219395" y="4732020"/>
            <a:ext cx="296834" cy="118599"/>
          </a:xfrm>
          <a:custGeom>
            <a:avLst/>
            <a:gdLst/>
            <a:ahLst/>
            <a:cxnLst/>
            <a:rect l="0" t="0" r="0" b="0"/>
            <a:pathLst>
              <a:path w="296834" h="118599">
                <a:moveTo>
                  <a:pt x="0" y="118599"/>
                </a:moveTo>
                <a:lnTo>
                  <a:pt x="296834" y="0"/>
                </a:lnTo>
              </a:path>
            </a:pathLst>
          </a:custGeom>
          <a:noFill/>
          <a:ln w="6599">
            <a:solidFill>
              <a:srgbClr val="FAB408">
                <a:alpha val="13000"/>
              </a:srgbClr>
            </a:solidFill>
            <a:prstDash val="solid"/>
          </a:ln>
        </p:spPr>
      </p:sp>
      <p:sp>
        <p:nvSpPr>
          <p:cNvPr id="266" name="lumia-token-stream-curve">
            <a:extLst>
              <a:ext uri="{FF2B5EF4-FFF2-40B4-BE49-F238E27FC236}">
                <a16:creationId xmlns:a16="http://schemas.microsoft.com/office/drawing/2014/main" id="{D1F2809A-D225-446A-9778-2385EE51CFA1}"/>
              </a:ext>
            </a:extLst>
          </p:cNvPr>
          <p:cNvSpPr>
            <a:spLocks noGrp="1"/>
          </p:cNvSpPr>
          <p:nvPr/>
        </p:nvSpPr>
        <p:spPr>
          <a:xfrm>
            <a:off x="8516229" y="4608884"/>
            <a:ext cx="298674" cy="123136"/>
          </a:xfrm>
          <a:custGeom>
            <a:avLst/>
            <a:gdLst/>
            <a:ahLst/>
            <a:cxnLst/>
            <a:rect l="0" t="0" r="0" b="0"/>
            <a:pathLst>
              <a:path w="298674" h="123136">
                <a:moveTo>
                  <a:pt x="0" y="123136"/>
                </a:moveTo>
                <a:lnTo>
                  <a:pt x="298674" y="0"/>
                </a:lnTo>
              </a:path>
            </a:pathLst>
          </a:custGeom>
          <a:noFill/>
          <a:ln w="6740">
            <a:solidFill>
              <a:srgbClr val="F7BC07">
                <a:alpha val="14000"/>
              </a:srgbClr>
            </a:solidFill>
            <a:prstDash val="solid"/>
          </a:ln>
        </p:spPr>
      </p:sp>
      <p:sp>
        <p:nvSpPr>
          <p:cNvPr id="267" name="lumia-token-stream-curve">
            <a:extLst>
              <a:ext uri="{FF2B5EF4-FFF2-40B4-BE49-F238E27FC236}">
                <a16:creationId xmlns:a16="http://schemas.microsoft.com/office/drawing/2014/main" id="{82236581-3B4A-44F1-935D-B0967545EEA6}"/>
              </a:ext>
            </a:extLst>
          </p:cNvPr>
          <p:cNvSpPr>
            <a:spLocks noGrp="1"/>
          </p:cNvSpPr>
          <p:nvPr/>
        </p:nvSpPr>
        <p:spPr>
          <a:xfrm>
            <a:off x="8814903" y="4485456"/>
            <a:ext cx="300409" cy="123428"/>
          </a:xfrm>
          <a:custGeom>
            <a:avLst/>
            <a:gdLst/>
            <a:ahLst/>
            <a:cxnLst/>
            <a:rect l="0" t="0" r="0" b="0"/>
            <a:pathLst>
              <a:path w="300409" h="123428">
                <a:moveTo>
                  <a:pt x="0" y="123428"/>
                </a:moveTo>
                <a:lnTo>
                  <a:pt x="300409" y="0"/>
                </a:lnTo>
              </a:path>
            </a:pathLst>
          </a:custGeom>
          <a:noFill/>
          <a:ln w="6875">
            <a:solidFill>
              <a:srgbClr val="E5BA0E">
                <a:alpha val="14000"/>
              </a:srgbClr>
            </a:solidFill>
            <a:prstDash val="solid"/>
          </a:ln>
        </p:spPr>
      </p:sp>
      <p:sp>
        <p:nvSpPr>
          <p:cNvPr id="268" name="lumia-token-stream-curve">
            <a:extLst>
              <a:ext uri="{FF2B5EF4-FFF2-40B4-BE49-F238E27FC236}">
                <a16:creationId xmlns:a16="http://schemas.microsoft.com/office/drawing/2014/main" id="{B3F3B535-AFA5-4C15-98D5-F4FFAA468452}"/>
              </a:ext>
            </a:extLst>
          </p:cNvPr>
          <p:cNvSpPr>
            <a:spLocks noGrp="1"/>
          </p:cNvSpPr>
          <p:nvPr/>
        </p:nvSpPr>
        <p:spPr>
          <a:xfrm>
            <a:off x="9115312" y="4365480"/>
            <a:ext cx="302041" cy="119976"/>
          </a:xfrm>
          <a:custGeom>
            <a:avLst/>
            <a:gdLst/>
            <a:ahLst/>
            <a:cxnLst/>
            <a:rect l="0" t="0" r="0" b="0"/>
            <a:pathLst>
              <a:path w="302041" h="119976">
                <a:moveTo>
                  <a:pt x="0" y="119976"/>
                </a:moveTo>
                <a:lnTo>
                  <a:pt x="302041" y="0"/>
                </a:lnTo>
              </a:path>
            </a:pathLst>
          </a:custGeom>
          <a:noFill/>
          <a:ln w="7004">
            <a:solidFill>
              <a:srgbClr val="D3B815">
                <a:alpha val="14000"/>
              </a:srgbClr>
            </a:solidFill>
            <a:prstDash val="solid"/>
          </a:ln>
        </p:spPr>
      </p:sp>
      <p:sp>
        <p:nvSpPr>
          <p:cNvPr id="269" name="lumia-token-stream-curve">
            <a:extLst>
              <a:ext uri="{FF2B5EF4-FFF2-40B4-BE49-F238E27FC236}">
                <a16:creationId xmlns:a16="http://schemas.microsoft.com/office/drawing/2014/main" id="{53B15F30-5D83-40CF-8313-5C8F35B42166}"/>
              </a:ext>
            </a:extLst>
          </p:cNvPr>
          <p:cNvSpPr>
            <a:spLocks noGrp="1"/>
          </p:cNvSpPr>
          <p:nvPr/>
        </p:nvSpPr>
        <p:spPr>
          <a:xfrm>
            <a:off x="9417353" y="4251620"/>
            <a:ext cx="303568" cy="113859"/>
          </a:xfrm>
          <a:custGeom>
            <a:avLst/>
            <a:gdLst/>
            <a:ahLst/>
            <a:cxnLst/>
            <a:rect l="0" t="0" r="0" b="0"/>
            <a:pathLst>
              <a:path w="303568" h="113859">
                <a:moveTo>
                  <a:pt x="0" y="113859"/>
                </a:moveTo>
                <a:lnTo>
                  <a:pt x="303568" y="0"/>
                </a:lnTo>
              </a:path>
            </a:pathLst>
          </a:custGeom>
          <a:noFill/>
          <a:ln w="7126">
            <a:solidFill>
              <a:srgbClr val="C2B61C">
                <a:alpha val="15000"/>
              </a:srgbClr>
            </a:solidFill>
            <a:prstDash val="solid"/>
          </a:ln>
        </p:spPr>
      </p:sp>
      <p:sp>
        <p:nvSpPr>
          <p:cNvPr id="270" name="lumia-token-stream-curve">
            <a:extLst>
              <a:ext uri="{FF2B5EF4-FFF2-40B4-BE49-F238E27FC236}">
                <a16:creationId xmlns:a16="http://schemas.microsoft.com/office/drawing/2014/main" id="{90175751-9ED0-4721-89E5-A333ACE870D2}"/>
              </a:ext>
            </a:extLst>
          </p:cNvPr>
          <p:cNvSpPr>
            <a:spLocks noGrp="1"/>
          </p:cNvSpPr>
          <p:nvPr/>
        </p:nvSpPr>
        <p:spPr>
          <a:xfrm>
            <a:off x="9720921" y="4145027"/>
            <a:ext cx="304992" cy="106594"/>
          </a:xfrm>
          <a:custGeom>
            <a:avLst/>
            <a:gdLst/>
            <a:ahLst/>
            <a:cxnLst/>
            <a:rect l="0" t="0" r="0" b="0"/>
            <a:pathLst>
              <a:path w="304992" h="106594">
                <a:moveTo>
                  <a:pt x="0" y="106594"/>
                </a:moveTo>
                <a:lnTo>
                  <a:pt x="304992" y="0"/>
                </a:lnTo>
              </a:path>
            </a:pathLst>
          </a:custGeom>
          <a:noFill/>
          <a:ln w="7238">
            <a:solidFill>
              <a:srgbClr val="B0B422">
                <a:alpha val="15000"/>
              </a:srgbClr>
            </a:solidFill>
            <a:prstDash val="solid"/>
          </a:ln>
        </p:spPr>
      </p:sp>
      <p:sp>
        <p:nvSpPr>
          <p:cNvPr id="271" name="lumia-token-stream-curve">
            <a:extLst>
              <a:ext uri="{FF2B5EF4-FFF2-40B4-BE49-F238E27FC236}">
                <a16:creationId xmlns:a16="http://schemas.microsoft.com/office/drawing/2014/main" id="{13EE9983-5DB3-43A6-BC58-CE51192E369B}"/>
              </a:ext>
            </a:extLst>
          </p:cNvPr>
          <p:cNvSpPr>
            <a:spLocks noGrp="1"/>
          </p:cNvSpPr>
          <p:nvPr/>
        </p:nvSpPr>
        <p:spPr>
          <a:xfrm>
            <a:off x="10025913" y="4045106"/>
            <a:ext cx="306312" cy="99921"/>
          </a:xfrm>
          <a:custGeom>
            <a:avLst/>
            <a:gdLst/>
            <a:ahLst/>
            <a:cxnLst/>
            <a:rect l="0" t="0" r="0" b="0"/>
            <a:pathLst>
              <a:path w="306312" h="99921">
                <a:moveTo>
                  <a:pt x="0" y="99921"/>
                </a:moveTo>
                <a:lnTo>
                  <a:pt x="306312" y="0"/>
                </a:lnTo>
              </a:path>
            </a:pathLst>
          </a:custGeom>
          <a:noFill/>
          <a:ln w="7339">
            <a:solidFill>
              <a:srgbClr val="9EB329">
                <a:alpha val="15000"/>
              </a:srgbClr>
            </a:solidFill>
            <a:prstDash val="solid"/>
          </a:ln>
        </p:spPr>
      </p:sp>
      <p:sp>
        <p:nvSpPr>
          <p:cNvPr id="272" name="lumia-token-stream-curve">
            <a:extLst>
              <a:ext uri="{FF2B5EF4-FFF2-40B4-BE49-F238E27FC236}">
                <a16:creationId xmlns:a16="http://schemas.microsoft.com/office/drawing/2014/main" id="{5A99BDC3-976B-474C-9E1E-C18DB2F13CF2}"/>
              </a:ext>
            </a:extLst>
          </p:cNvPr>
          <p:cNvSpPr>
            <a:spLocks noGrp="1"/>
          </p:cNvSpPr>
          <p:nvPr/>
        </p:nvSpPr>
        <p:spPr>
          <a:xfrm>
            <a:off x="10332225" y="3949556"/>
            <a:ext cx="307528" cy="95550"/>
          </a:xfrm>
          <a:custGeom>
            <a:avLst/>
            <a:gdLst/>
            <a:ahLst/>
            <a:cxnLst/>
            <a:rect l="0" t="0" r="0" b="0"/>
            <a:pathLst>
              <a:path w="307528" h="95550">
                <a:moveTo>
                  <a:pt x="0" y="95550"/>
                </a:moveTo>
                <a:lnTo>
                  <a:pt x="307528" y="0"/>
                </a:lnTo>
              </a:path>
            </a:pathLst>
          </a:custGeom>
          <a:noFill/>
          <a:ln w="7429">
            <a:solidFill>
              <a:srgbClr val="8CB130">
                <a:alpha val="15000"/>
              </a:srgbClr>
            </a:solidFill>
            <a:prstDash val="solid"/>
          </a:ln>
        </p:spPr>
      </p:sp>
      <p:sp>
        <p:nvSpPr>
          <p:cNvPr id="273" name="lumia-token-stream-curve">
            <a:extLst>
              <a:ext uri="{FF2B5EF4-FFF2-40B4-BE49-F238E27FC236}">
                <a16:creationId xmlns:a16="http://schemas.microsoft.com/office/drawing/2014/main" id="{084DEDAB-D379-4431-AF35-6C07EC84F60C}"/>
              </a:ext>
            </a:extLst>
          </p:cNvPr>
          <p:cNvSpPr>
            <a:spLocks noGrp="1"/>
          </p:cNvSpPr>
          <p:nvPr/>
        </p:nvSpPr>
        <p:spPr>
          <a:xfrm>
            <a:off x="10639753" y="3854668"/>
            <a:ext cx="308640" cy="94888"/>
          </a:xfrm>
          <a:custGeom>
            <a:avLst/>
            <a:gdLst/>
            <a:ahLst/>
            <a:cxnLst/>
            <a:rect l="0" t="0" r="0" b="0"/>
            <a:pathLst>
              <a:path w="308640" h="94888">
                <a:moveTo>
                  <a:pt x="0" y="94888"/>
                </a:moveTo>
                <a:lnTo>
                  <a:pt x="308640" y="0"/>
                </a:lnTo>
              </a:path>
            </a:pathLst>
          </a:custGeom>
          <a:noFill/>
          <a:ln w="7506">
            <a:solidFill>
              <a:srgbClr val="7BAF37">
                <a:alpha val="15000"/>
              </a:srgbClr>
            </a:solidFill>
            <a:prstDash val="solid"/>
          </a:ln>
        </p:spPr>
      </p:sp>
      <p:sp>
        <p:nvSpPr>
          <p:cNvPr id="274" name="lumia-token-stream-curve">
            <a:extLst>
              <a:ext uri="{FF2B5EF4-FFF2-40B4-BE49-F238E27FC236}">
                <a16:creationId xmlns:a16="http://schemas.microsoft.com/office/drawing/2014/main" id="{4D8B1AF4-90DD-4E7D-8DB7-935222512127}"/>
              </a:ext>
            </a:extLst>
          </p:cNvPr>
          <p:cNvSpPr>
            <a:spLocks noGrp="1"/>
          </p:cNvSpPr>
          <p:nvPr/>
        </p:nvSpPr>
        <p:spPr>
          <a:xfrm>
            <a:off x="10948393" y="3755854"/>
            <a:ext cx="309649" cy="98814"/>
          </a:xfrm>
          <a:custGeom>
            <a:avLst/>
            <a:gdLst/>
            <a:ahLst/>
            <a:cxnLst/>
            <a:rect l="0" t="0" r="0" b="0"/>
            <a:pathLst>
              <a:path w="309649" h="98814">
                <a:moveTo>
                  <a:pt x="0" y="98814"/>
                </a:moveTo>
                <a:lnTo>
                  <a:pt x="309649" y="0"/>
                </a:lnTo>
              </a:path>
            </a:pathLst>
          </a:custGeom>
          <a:noFill/>
          <a:ln w="7568">
            <a:solidFill>
              <a:srgbClr val="69AD3E">
                <a:alpha val="15000"/>
              </a:srgbClr>
            </a:solidFill>
            <a:prstDash val="solid"/>
          </a:ln>
        </p:spPr>
      </p:sp>
      <p:sp>
        <p:nvSpPr>
          <p:cNvPr id="275" name="lumia-token-stream-curve">
            <a:extLst>
              <a:ext uri="{FF2B5EF4-FFF2-40B4-BE49-F238E27FC236}">
                <a16:creationId xmlns:a16="http://schemas.microsoft.com/office/drawing/2014/main" id="{2290FBF0-669B-4650-9C5D-8E57867806FB}"/>
              </a:ext>
            </a:extLst>
          </p:cNvPr>
          <p:cNvSpPr>
            <a:spLocks noGrp="1"/>
          </p:cNvSpPr>
          <p:nvPr/>
        </p:nvSpPr>
        <p:spPr>
          <a:xfrm>
            <a:off x="11258042" y="3648334"/>
            <a:ext cx="310553" cy="107521"/>
          </a:xfrm>
          <a:custGeom>
            <a:avLst/>
            <a:gdLst/>
            <a:ahLst/>
            <a:cxnLst/>
            <a:rect l="0" t="0" r="0" b="0"/>
            <a:pathLst>
              <a:path w="310553" h="107521">
                <a:moveTo>
                  <a:pt x="0" y="107521"/>
                </a:moveTo>
                <a:lnTo>
                  <a:pt x="310553" y="0"/>
                </a:lnTo>
              </a:path>
            </a:pathLst>
          </a:custGeom>
          <a:noFill/>
          <a:ln w="7614">
            <a:solidFill>
              <a:srgbClr val="57AC45">
                <a:alpha val="16000"/>
              </a:srgbClr>
            </a:solidFill>
            <a:prstDash val="solid"/>
          </a:ln>
        </p:spPr>
      </p:sp>
      <p:sp>
        <p:nvSpPr>
          <p:cNvPr id="276" name="lumia-token-stream-curve">
            <a:extLst>
              <a:ext uri="{FF2B5EF4-FFF2-40B4-BE49-F238E27FC236}">
                <a16:creationId xmlns:a16="http://schemas.microsoft.com/office/drawing/2014/main" id="{AF5D6418-DFDF-4387-A3DF-D13CE07F9A62}"/>
              </a:ext>
            </a:extLst>
          </p:cNvPr>
          <p:cNvSpPr>
            <a:spLocks noGrp="1"/>
          </p:cNvSpPr>
          <p:nvPr/>
        </p:nvSpPr>
        <p:spPr>
          <a:xfrm>
            <a:off x="11568595" y="3527866"/>
            <a:ext cx="311354" cy="120468"/>
          </a:xfrm>
          <a:custGeom>
            <a:avLst/>
            <a:gdLst/>
            <a:ahLst/>
            <a:cxnLst/>
            <a:rect l="0" t="0" r="0" b="0"/>
            <a:pathLst>
              <a:path w="311354" h="120468">
                <a:moveTo>
                  <a:pt x="0" y="120468"/>
                </a:moveTo>
                <a:lnTo>
                  <a:pt x="311354" y="0"/>
                </a:lnTo>
              </a:path>
            </a:pathLst>
          </a:custGeom>
          <a:noFill/>
          <a:ln w="7642">
            <a:solidFill>
              <a:srgbClr val="46AA4C">
                <a:alpha val="16000"/>
              </a:srgbClr>
            </a:solidFill>
            <a:prstDash val="solid"/>
          </a:ln>
        </p:spPr>
      </p:sp>
      <p:sp>
        <p:nvSpPr>
          <p:cNvPr id="277" name="lumia-token-stream-curve">
            <a:extLst>
              <a:ext uri="{FF2B5EF4-FFF2-40B4-BE49-F238E27FC236}">
                <a16:creationId xmlns:a16="http://schemas.microsoft.com/office/drawing/2014/main" id="{1F5373FE-C8CB-4F12-B587-3E5980B1214A}"/>
              </a:ext>
            </a:extLst>
          </p:cNvPr>
          <p:cNvSpPr>
            <a:spLocks noGrp="1"/>
          </p:cNvSpPr>
          <p:nvPr/>
        </p:nvSpPr>
        <p:spPr>
          <a:xfrm>
            <a:off x="11879949" y="3391417"/>
            <a:ext cx="312051" cy="136448"/>
          </a:xfrm>
          <a:custGeom>
            <a:avLst/>
            <a:gdLst/>
            <a:ahLst/>
            <a:cxnLst/>
            <a:rect l="0" t="0" r="0" b="0"/>
            <a:pathLst>
              <a:path w="312051" h="136448">
                <a:moveTo>
                  <a:pt x="0" y="136448"/>
                </a:moveTo>
                <a:lnTo>
                  <a:pt x="312051" y="0"/>
                </a:lnTo>
              </a:path>
            </a:pathLst>
          </a:custGeom>
          <a:noFill/>
          <a:ln w="7652">
            <a:solidFill>
              <a:srgbClr val="34A853">
                <a:alpha val="16000"/>
              </a:srgbClr>
            </a:solidFill>
            <a:prstDash val="solid"/>
          </a:ln>
        </p:spPr>
      </p:sp>
      <p:sp>
        <p:nvSpPr>
          <p:cNvPr id="278" name="lumia-token-stream-curve">
            <a:extLst>
              <a:ext uri="{FF2B5EF4-FFF2-40B4-BE49-F238E27FC236}">
                <a16:creationId xmlns:a16="http://schemas.microsoft.com/office/drawing/2014/main" id="{9FCFC64F-1919-4BFC-B302-9FA29F9CEAB0}"/>
              </a:ext>
            </a:extLst>
          </p:cNvPr>
          <p:cNvSpPr>
            <a:spLocks noGrp="1"/>
          </p:cNvSpPr>
          <p:nvPr/>
        </p:nvSpPr>
        <p:spPr>
          <a:xfrm>
            <a:off x="0" y="5343846"/>
            <a:ext cx="113654" cy="81293"/>
          </a:xfrm>
          <a:custGeom>
            <a:avLst/>
            <a:gdLst/>
            <a:ahLst/>
            <a:cxnLst/>
            <a:rect l="0" t="0" r="0" b="0"/>
            <a:pathLst>
              <a:path w="113654" h="81293">
                <a:moveTo>
                  <a:pt x="0" y="0"/>
                </a:moveTo>
                <a:lnTo>
                  <a:pt x="113654" y="81293"/>
                </a:lnTo>
              </a:path>
            </a:pathLst>
          </a:custGeom>
          <a:noFill/>
          <a:ln w="5053">
            <a:solidFill>
              <a:srgbClr val="4285F4">
                <a:alpha val="7000"/>
              </a:srgbClr>
            </a:solidFill>
            <a:prstDash val="solid"/>
          </a:ln>
        </p:spPr>
      </p:sp>
      <p:sp>
        <p:nvSpPr>
          <p:cNvPr id="279" name="lumia-token-stream-curve">
            <a:extLst>
              <a:ext uri="{FF2B5EF4-FFF2-40B4-BE49-F238E27FC236}">
                <a16:creationId xmlns:a16="http://schemas.microsoft.com/office/drawing/2014/main" id="{3BEDD22F-9687-41CA-9793-74E2F2C8F079}"/>
              </a:ext>
            </a:extLst>
          </p:cNvPr>
          <p:cNvSpPr>
            <a:spLocks noGrp="1"/>
          </p:cNvSpPr>
          <p:nvPr/>
        </p:nvSpPr>
        <p:spPr>
          <a:xfrm>
            <a:off x="113654" y="5425139"/>
            <a:ext cx="192503" cy="77976"/>
          </a:xfrm>
          <a:custGeom>
            <a:avLst/>
            <a:gdLst/>
            <a:ahLst/>
            <a:cxnLst/>
            <a:rect l="0" t="0" r="0" b="0"/>
            <a:pathLst>
              <a:path w="192503" h="77976">
                <a:moveTo>
                  <a:pt x="0" y="0"/>
                </a:moveTo>
                <a:lnTo>
                  <a:pt x="192503" y="77976"/>
                </a:lnTo>
              </a:path>
            </a:pathLst>
          </a:custGeom>
          <a:noFill/>
          <a:ln w="5053">
            <a:solidFill>
              <a:srgbClr val="447EEC">
                <a:alpha val="7000"/>
              </a:srgbClr>
            </a:solidFill>
            <a:prstDash val="solid"/>
          </a:ln>
        </p:spPr>
      </p:sp>
      <p:sp>
        <p:nvSpPr>
          <p:cNvPr id="280" name="lumia-token-stream-curve">
            <a:extLst>
              <a:ext uri="{FF2B5EF4-FFF2-40B4-BE49-F238E27FC236}">
                <a16:creationId xmlns:a16="http://schemas.microsoft.com/office/drawing/2014/main" id="{70BA8A6C-8D7B-4EE8-9758-7197F3E59CD5}"/>
              </a:ext>
            </a:extLst>
          </p:cNvPr>
          <p:cNvSpPr>
            <a:spLocks noGrp="1"/>
          </p:cNvSpPr>
          <p:nvPr/>
        </p:nvSpPr>
        <p:spPr>
          <a:xfrm>
            <a:off x="306157" y="5503115"/>
            <a:ext cx="197534" cy="73415"/>
          </a:xfrm>
          <a:custGeom>
            <a:avLst/>
            <a:gdLst/>
            <a:ahLst/>
            <a:cxnLst/>
            <a:rect l="0" t="0" r="0" b="0"/>
            <a:pathLst>
              <a:path w="197534" h="73415">
                <a:moveTo>
                  <a:pt x="0" y="0"/>
                </a:moveTo>
                <a:lnTo>
                  <a:pt x="197534" y="73415"/>
                </a:lnTo>
              </a:path>
            </a:pathLst>
          </a:custGeom>
          <a:noFill/>
          <a:ln w="5053">
            <a:solidFill>
              <a:srgbClr val="4678E3">
                <a:alpha val="7000"/>
              </a:srgbClr>
            </a:solidFill>
            <a:prstDash val="solid"/>
          </a:ln>
        </p:spPr>
      </p:sp>
      <p:sp>
        <p:nvSpPr>
          <p:cNvPr id="281" name="lumia-token-stream-curve">
            <a:extLst>
              <a:ext uri="{FF2B5EF4-FFF2-40B4-BE49-F238E27FC236}">
                <a16:creationId xmlns:a16="http://schemas.microsoft.com/office/drawing/2014/main" id="{6371B9B3-E672-4831-82AF-9E1108F6F682}"/>
              </a:ext>
            </a:extLst>
          </p:cNvPr>
          <p:cNvSpPr>
            <a:spLocks noGrp="1"/>
          </p:cNvSpPr>
          <p:nvPr/>
        </p:nvSpPr>
        <p:spPr>
          <a:xfrm>
            <a:off x="503692" y="5576530"/>
            <a:ext cx="202455" cy="67449"/>
          </a:xfrm>
          <a:custGeom>
            <a:avLst/>
            <a:gdLst/>
            <a:ahLst/>
            <a:cxnLst/>
            <a:rect l="0" t="0" r="0" b="0"/>
            <a:pathLst>
              <a:path w="202455" h="67449">
                <a:moveTo>
                  <a:pt x="0" y="0"/>
                </a:moveTo>
                <a:lnTo>
                  <a:pt x="202455" y="67449"/>
                </a:lnTo>
              </a:path>
            </a:pathLst>
          </a:custGeom>
          <a:noFill/>
          <a:ln w="5053">
            <a:solidFill>
              <a:srgbClr val="4871DB">
                <a:alpha val="7000"/>
              </a:srgbClr>
            </a:solidFill>
            <a:prstDash val="solid"/>
          </a:ln>
        </p:spPr>
      </p:sp>
      <p:sp>
        <p:nvSpPr>
          <p:cNvPr id="282" name="lumia-token-stream-curve">
            <a:extLst>
              <a:ext uri="{FF2B5EF4-FFF2-40B4-BE49-F238E27FC236}">
                <a16:creationId xmlns:a16="http://schemas.microsoft.com/office/drawing/2014/main" id="{79D2A80E-0841-4C54-BDC5-F51F6AD57AD1}"/>
              </a:ext>
            </a:extLst>
          </p:cNvPr>
          <p:cNvSpPr>
            <a:spLocks noGrp="1"/>
          </p:cNvSpPr>
          <p:nvPr/>
        </p:nvSpPr>
        <p:spPr>
          <a:xfrm>
            <a:off x="706147" y="5643979"/>
            <a:ext cx="207266" cy="60010"/>
          </a:xfrm>
          <a:custGeom>
            <a:avLst/>
            <a:gdLst/>
            <a:ahLst/>
            <a:cxnLst/>
            <a:rect l="0" t="0" r="0" b="0"/>
            <a:pathLst>
              <a:path w="207266" h="60010">
                <a:moveTo>
                  <a:pt x="0" y="0"/>
                </a:moveTo>
                <a:lnTo>
                  <a:pt x="207266" y="60010"/>
                </a:lnTo>
              </a:path>
            </a:pathLst>
          </a:custGeom>
          <a:noFill/>
          <a:ln w="5053">
            <a:solidFill>
              <a:srgbClr val="4A6BD2">
                <a:alpha val="7000"/>
              </a:srgbClr>
            </a:solidFill>
            <a:prstDash val="solid"/>
          </a:ln>
        </p:spPr>
      </p:sp>
      <p:sp>
        <p:nvSpPr>
          <p:cNvPr id="283" name="lumia-token-stream-curve">
            <a:extLst>
              <a:ext uri="{FF2B5EF4-FFF2-40B4-BE49-F238E27FC236}">
                <a16:creationId xmlns:a16="http://schemas.microsoft.com/office/drawing/2014/main" id="{B6B52CCB-D58B-4EAA-859D-1B53AB313C8F}"/>
              </a:ext>
            </a:extLst>
          </p:cNvPr>
          <p:cNvSpPr>
            <a:spLocks noGrp="1"/>
          </p:cNvSpPr>
          <p:nvPr/>
        </p:nvSpPr>
        <p:spPr>
          <a:xfrm>
            <a:off x="913413" y="5703989"/>
            <a:ext cx="211966" cy="51150"/>
          </a:xfrm>
          <a:custGeom>
            <a:avLst/>
            <a:gdLst/>
            <a:ahLst/>
            <a:cxnLst/>
            <a:rect l="0" t="0" r="0" b="0"/>
            <a:pathLst>
              <a:path w="211966" h="51150">
                <a:moveTo>
                  <a:pt x="0" y="0"/>
                </a:moveTo>
                <a:lnTo>
                  <a:pt x="211966" y="51150"/>
                </a:lnTo>
              </a:path>
            </a:pathLst>
          </a:custGeom>
          <a:noFill/>
          <a:ln w="5053">
            <a:solidFill>
              <a:srgbClr val="4C64CA">
                <a:alpha val="7000"/>
              </a:srgbClr>
            </a:solidFill>
            <a:prstDash val="solid"/>
          </a:ln>
        </p:spPr>
      </p:sp>
      <p:sp>
        <p:nvSpPr>
          <p:cNvPr id="284" name="lumia-token-stream-curve">
            <a:extLst>
              <a:ext uri="{FF2B5EF4-FFF2-40B4-BE49-F238E27FC236}">
                <a16:creationId xmlns:a16="http://schemas.microsoft.com/office/drawing/2014/main" id="{89D845F7-B5DF-4C95-A692-987B75991EA6}"/>
              </a:ext>
            </a:extLst>
          </p:cNvPr>
          <p:cNvSpPr>
            <a:spLocks noGrp="1"/>
          </p:cNvSpPr>
          <p:nvPr/>
        </p:nvSpPr>
        <p:spPr>
          <a:xfrm>
            <a:off x="1125379" y="5755139"/>
            <a:ext cx="216556" cy="41056"/>
          </a:xfrm>
          <a:custGeom>
            <a:avLst/>
            <a:gdLst/>
            <a:ahLst/>
            <a:cxnLst/>
            <a:rect l="0" t="0" r="0" b="0"/>
            <a:pathLst>
              <a:path w="216556" h="41056">
                <a:moveTo>
                  <a:pt x="0" y="0"/>
                </a:moveTo>
                <a:lnTo>
                  <a:pt x="216556" y="41056"/>
                </a:lnTo>
              </a:path>
            </a:pathLst>
          </a:custGeom>
          <a:noFill/>
          <a:ln w="5053">
            <a:solidFill>
              <a:srgbClr val="4E5EC1">
                <a:alpha val="7000"/>
              </a:srgbClr>
            </a:solidFill>
            <a:prstDash val="solid"/>
          </a:ln>
        </p:spPr>
      </p:sp>
      <p:sp>
        <p:nvSpPr>
          <p:cNvPr id="285" name="lumia-token-stream-curve">
            <a:extLst>
              <a:ext uri="{FF2B5EF4-FFF2-40B4-BE49-F238E27FC236}">
                <a16:creationId xmlns:a16="http://schemas.microsoft.com/office/drawing/2014/main" id="{4A4C98AE-0F1A-42B0-AB89-87C12328D4F4}"/>
              </a:ext>
            </a:extLst>
          </p:cNvPr>
          <p:cNvSpPr>
            <a:spLocks noGrp="1"/>
          </p:cNvSpPr>
          <p:nvPr/>
        </p:nvSpPr>
        <p:spPr>
          <a:xfrm>
            <a:off x="1341936" y="5796195"/>
            <a:ext cx="221036" cy="30058"/>
          </a:xfrm>
          <a:custGeom>
            <a:avLst/>
            <a:gdLst/>
            <a:ahLst/>
            <a:cxnLst/>
            <a:rect l="0" t="0" r="0" b="0"/>
            <a:pathLst>
              <a:path w="221036" h="30058">
                <a:moveTo>
                  <a:pt x="0" y="0"/>
                </a:moveTo>
                <a:lnTo>
                  <a:pt x="221036" y="30058"/>
                </a:lnTo>
              </a:path>
            </a:pathLst>
          </a:custGeom>
          <a:noFill/>
          <a:ln w="5053">
            <a:solidFill>
              <a:srgbClr val="5057B9">
                <a:alpha val="7000"/>
              </a:srgbClr>
            </a:solidFill>
            <a:prstDash val="solid"/>
          </a:ln>
        </p:spPr>
      </p:sp>
      <p:sp>
        <p:nvSpPr>
          <p:cNvPr id="286" name="lumia-token-stream-curve">
            <a:extLst>
              <a:ext uri="{FF2B5EF4-FFF2-40B4-BE49-F238E27FC236}">
                <a16:creationId xmlns:a16="http://schemas.microsoft.com/office/drawing/2014/main" id="{5F6934EC-54D2-4515-8521-DF5C02F48C94}"/>
              </a:ext>
            </a:extLst>
          </p:cNvPr>
          <p:cNvSpPr>
            <a:spLocks noGrp="1"/>
          </p:cNvSpPr>
          <p:nvPr/>
        </p:nvSpPr>
        <p:spPr>
          <a:xfrm>
            <a:off x="1562972" y="5826254"/>
            <a:ext cx="225406" cy="18617"/>
          </a:xfrm>
          <a:custGeom>
            <a:avLst/>
            <a:gdLst/>
            <a:ahLst/>
            <a:cxnLst/>
            <a:rect l="0" t="0" r="0" b="0"/>
            <a:pathLst>
              <a:path w="225406" h="18617">
                <a:moveTo>
                  <a:pt x="0" y="0"/>
                </a:moveTo>
                <a:lnTo>
                  <a:pt x="225406" y="18617"/>
                </a:lnTo>
              </a:path>
            </a:pathLst>
          </a:custGeom>
          <a:noFill/>
          <a:ln w="5053">
            <a:solidFill>
              <a:srgbClr val="5250B0">
                <a:alpha val="7000"/>
              </a:srgbClr>
            </a:solidFill>
            <a:prstDash val="solid"/>
          </a:ln>
        </p:spPr>
      </p:sp>
      <p:sp>
        <p:nvSpPr>
          <p:cNvPr id="287" name="lumia-token-stream-curve">
            <a:extLst>
              <a:ext uri="{FF2B5EF4-FFF2-40B4-BE49-F238E27FC236}">
                <a16:creationId xmlns:a16="http://schemas.microsoft.com/office/drawing/2014/main" id="{875CF575-D754-416F-9E96-C0B950602D79}"/>
              </a:ext>
            </a:extLst>
          </p:cNvPr>
          <p:cNvSpPr>
            <a:spLocks noGrp="1"/>
          </p:cNvSpPr>
          <p:nvPr/>
        </p:nvSpPr>
        <p:spPr>
          <a:xfrm>
            <a:off x="1788377" y="5844871"/>
            <a:ext cx="229665" cy="9525"/>
          </a:xfrm>
          <a:custGeom>
            <a:avLst/>
            <a:gdLst/>
            <a:ahLst/>
            <a:cxnLst/>
            <a:rect l="0" t="0" r="0" b="0"/>
            <a:pathLst>
              <a:path w="229665" h="9525">
                <a:moveTo>
                  <a:pt x="0" y="0"/>
                </a:moveTo>
                <a:lnTo>
                  <a:pt x="229665" y="7299"/>
                </a:lnTo>
              </a:path>
            </a:pathLst>
          </a:custGeom>
          <a:noFill/>
          <a:ln w="5053">
            <a:solidFill>
              <a:srgbClr val="544AA8">
                <a:alpha val="7000"/>
              </a:srgbClr>
            </a:solidFill>
            <a:prstDash val="solid"/>
          </a:ln>
        </p:spPr>
      </p:sp>
      <p:sp>
        <p:nvSpPr>
          <p:cNvPr id="288" name="lumia-token-stream-curve">
            <a:extLst>
              <a:ext uri="{FF2B5EF4-FFF2-40B4-BE49-F238E27FC236}">
                <a16:creationId xmlns:a16="http://schemas.microsoft.com/office/drawing/2014/main" id="{CBB21A1E-0B44-4AE6-B363-80CC75B40A51}"/>
              </a:ext>
            </a:extLst>
          </p:cNvPr>
          <p:cNvSpPr>
            <a:spLocks noGrp="1"/>
          </p:cNvSpPr>
          <p:nvPr/>
        </p:nvSpPr>
        <p:spPr>
          <a:xfrm>
            <a:off x="2018042" y="5848903"/>
            <a:ext cx="233813" cy="9525"/>
          </a:xfrm>
          <a:custGeom>
            <a:avLst/>
            <a:gdLst/>
            <a:ahLst/>
            <a:cxnLst/>
            <a:rect l="0" t="0" r="0" b="0"/>
            <a:pathLst>
              <a:path w="233813" h="9525">
                <a:moveTo>
                  <a:pt x="0" y="3267"/>
                </a:moveTo>
                <a:lnTo>
                  <a:pt x="233813" y="0"/>
                </a:lnTo>
              </a:path>
            </a:pathLst>
          </a:custGeom>
          <a:noFill/>
          <a:ln w="5053">
            <a:solidFill>
              <a:srgbClr val="5643A0">
                <a:alpha val="7000"/>
              </a:srgbClr>
            </a:solidFill>
            <a:prstDash val="solid"/>
          </a:ln>
        </p:spPr>
      </p:sp>
      <p:sp>
        <p:nvSpPr>
          <p:cNvPr id="289" name="lumia-token-stream-curve">
            <a:extLst>
              <a:ext uri="{FF2B5EF4-FFF2-40B4-BE49-F238E27FC236}">
                <a16:creationId xmlns:a16="http://schemas.microsoft.com/office/drawing/2014/main" id="{86A23F07-242B-481F-A596-CA7FB8A828C2}"/>
              </a:ext>
            </a:extLst>
          </p:cNvPr>
          <p:cNvSpPr>
            <a:spLocks noGrp="1"/>
          </p:cNvSpPr>
          <p:nvPr/>
        </p:nvSpPr>
        <p:spPr>
          <a:xfrm>
            <a:off x="2251855" y="5836454"/>
            <a:ext cx="237852" cy="12449"/>
          </a:xfrm>
          <a:custGeom>
            <a:avLst/>
            <a:gdLst/>
            <a:ahLst/>
            <a:cxnLst/>
            <a:rect l="0" t="0" r="0" b="0"/>
            <a:pathLst>
              <a:path w="237852" h="12449">
                <a:moveTo>
                  <a:pt x="0" y="12449"/>
                </a:moveTo>
                <a:lnTo>
                  <a:pt x="237852" y="0"/>
                </a:lnTo>
              </a:path>
            </a:pathLst>
          </a:custGeom>
          <a:noFill/>
          <a:ln w="5053">
            <a:solidFill>
              <a:srgbClr val="583D97">
                <a:alpha val="7000"/>
              </a:srgbClr>
            </a:solidFill>
            <a:prstDash val="solid"/>
          </a:ln>
        </p:spPr>
      </p:sp>
      <p:sp>
        <p:nvSpPr>
          <p:cNvPr id="290" name="lumia-token-stream-curve">
            <a:extLst>
              <a:ext uri="{FF2B5EF4-FFF2-40B4-BE49-F238E27FC236}">
                <a16:creationId xmlns:a16="http://schemas.microsoft.com/office/drawing/2014/main" id="{A1EF481C-29D0-4960-BA5D-731E4D98DE1A}"/>
              </a:ext>
            </a:extLst>
          </p:cNvPr>
          <p:cNvSpPr>
            <a:spLocks noGrp="1"/>
          </p:cNvSpPr>
          <p:nvPr/>
        </p:nvSpPr>
        <p:spPr>
          <a:xfrm>
            <a:off x="2489707" y="5816769"/>
            <a:ext cx="241780" cy="19685"/>
          </a:xfrm>
          <a:custGeom>
            <a:avLst/>
            <a:gdLst/>
            <a:ahLst/>
            <a:cxnLst/>
            <a:rect l="0" t="0" r="0" b="0"/>
            <a:pathLst>
              <a:path w="241780" h="19685">
                <a:moveTo>
                  <a:pt x="0" y="19685"/>
                </a:moveTo>
                <a:lnTo>
                  <a:pt x="241780" y="0"/>
                </a:lnTo>
              </a:path>
            </a:pathLst>
          </a:custGeom>
          <a:noFill/>
          <a:ln w="5053">
            <a:solidFill>
              <a:srgbClr val="623C8F">
                <a:alpha val="7000"/>
              </a:srgbClr>
            </a:solidFill>
            <a:prstDash val="solid"/>
          </a:ln>
        </p:spPr>
      </p:sp>
      <p:sp>
        <p:nvSpPr>
          <p:cNvPr id="291" name="lumia-token-stream-curve">
            <a:extLst>
              <a:ext uri="{FF2B5EF4-FFF2-40B4-BE49-F238E27FC236}">
                <a16:creationId xmlns:a16="http://schemas.microsoft.com/office/drawing/2014/main" id="{A8614931-77BD-489D-8A47-87EE7D1CB58C}"/>
              </a:ext>
            </a:extLst>
          </p:cNvPr>
          <p:cNvSpPr>
            <a:spLocks noGrp="1"/>
          </p:cNvSpPr>
          <p:nvPr/>
        </p:nvSpPr>
        <p:spPr>
          <a:xfrm>
            <a:off x="2731487" y="5792221"/>
            <a:ext cx="245598" cy="24548"/>
          </a:xfrm>
          <a:custGeom>
            <a:avLst/>
            <a:gdLst/>
            <a:ahLst/>
            <a:cxnLst/>
            <a:rect l="0" t="0" r="0" b="0"/>
            <a:pathLst>
              <a:path w="245598" h="24548">
                <a:moveTo>
                  <a:pt x="0" y="24548"/>
                </a:moveTo>
                <a:lnTo>
                  <a:pt x="245598" y="0"/>
                </a:lnTo>
              </a:path>
            </a:pathLst>
          </a:custGeom>
          <a:noFill/>
          <a:ln w="5053">
            <a:solidFill>
              <a:srgbClr val="6F3C86">
                <a:alpha val="7000"/>
              </a:srgbClr>
            </a:solidFill>
            <a:prstDash val="solid"/>
          </a:ln>
        </p:spPr>
      </p:sp>
      <p:sp>
        <p:nvSpPr>
          <p:cNvPr id="292" name="lumia-token-stream-curve">
            <a:extLst>
              <a:ext uri="{FF2B5EF4-FFF2-40B4-BE49-F238E27FC236}">
                <a16:creationId xmlns:a16="http://schemas.microsoft.com/office/drawing/2014/main" id="{0965D46C-7766-4E38-9D3A-A0759DD27E55}"/>
              </a:ext>
            </a:extLst>
          </p:cNvPr>
          <p:cNvSpPr>
            <a:spLocks noGrp="1"/>
          </p:cNvSpPr>
          <p:nvPr/>
        </p:nvSpPr>
        <p:spPr>
          <a:xfrm>
            <a:off x="2977085" y="5765397"/>
            <a:ext cx="249306" cy="26825"/>
          </a:xfrm>
          <a:custGeom>
            <a:avLst/>
            <a:gdLst/>
            <a:ahLst/>
            <a:cxnLst/>
            <a:rect l="0" t="0" r="0" b="0"/>
            <a:pathLst>
              <a:path w="249306" h="26825">
                <a:moveTo>
                  <a:pt x="0" y="26825"/>
                </a:moveTo>
                <a:lnTo>
                  <a:pt x="249306" y="0"/>
                </a:lnTo>
              </a:path>
            </a:pathLst>
          </a:custGeom>
          <a:noFill/>
          <a:ln w="5053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293" name="lumia-token-stream-curve">
            <a:extLst>
              <a:ext uri="{FF2B5EF4-FFF2-40B4-BE49-F238E27FC236}">
                <a16:creationId xmlns:a16="http://schemas.microsoft.com/office/drawing/2014/main" id="{64BA8C01-4A29-4C9B-B1C6-719ADDA44678}"/>
              </a:ext>
            </a:extLst>
          </p:cNvPr>
          <p:cNvSpPr>
            <a:spLocks noGrp="1"/>
          </p:cNvSpPr>
          <p:nvPr/>
        </p:nvSpPr>
        <p:spPr>
          <a:xfrm>
            <a:off x="3226391" y="5738835"/>
            <a:ext cx="252903" cy="26561"/>
          </a:xfrm>
          <a:custGeom>
            <a:avLst/>
            <a:gdLst/>
            <a:ahLst/>
            <a:cxnLst/>
            <a:rect l="0" t="0" r="0" b="0"/>
            <a:pathLst>
              <a:path w="252903" h="26561">
                <a:moveTo>
                  <a:pt x="0" y="26561"/>
                </a:moveTo>
                <a:lnTo>
                  <a:pt x="252903" y="0"/>
                </a:lnTo>
              </a:path>
            </a:pathLst>
          </a:custGeom>
          <a:noFill/>
          <a:ln w="5053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294" name="lumia-token-stream-curve">
            <a:extLst>
              <a:ext uri="{FF2B5EF4-FFF2-40B4-BE49-F238E27FC236}">
                <a16:creationId xmlns:a16="http://schemas.microsoft.com/office/drawing/2014/main" id="{AA62693D-3959-4E50-9D50-02ADEF1CEFD7}"/>
              </a:ext>
            </a:extLst>
          </p:cNvPr>
          <p:cNvSpPr>
            <a:spLocks noGrp="1"/>
          </p:cNvSpPr>
          <p:nvPr/>
        </p:nvSpPr>
        <p:spPr>
          <a:xfrm>
            <a:off x="3479294" y="5714741"/>
            <a:ext cx="256390" cy="24094"/>
          </a:xfrm>
          <a:custGeom>
            <a:avLst/>
            <a:gdLst/>
            <a:ahLst/>
            <a:cxnLst/>
            <a:rect l="0" t="0" r="0" b="0"/>
            <a:pathLst>
              <a:path w="256390" h="24094">
                <a:moveTo>
                  <a:pt x="0" y="24094"/>
                </a:moveTo>
                <a:lnTo>
                  <a:pt x="256390" y="0"/>
                </a:lnTo>
              </a:path>
            </a:pathLst>
          </a:custGeom>
          <a:noFill/>
          <a:ln w="5054">
            <a:solidFill>
              <a:srgbClr val="963E6C">
                <a:alpha val="8000"/>
              </a:srgbClr>
            </a:solidFill>
            <a:prstDash val="solid"/>
          </a:ln>
        </p:spPr>
      </p:sp>
      <p:sp>
        <p:nvSpPr>
          <p:cNvPr id="295" name="lumia-token-stream-curve">
            <a:extLst>
              <a:ext uri="{FF2B5EF4-FFF2-40B4-BE49-F238E27FC236}">
                <a16:creationId xmlns:a16="http://schemas.microsoft.com/office/drawing/2014/main" id="{E4F2E369-6979-466A-B01C-2F3484B3C5CB}"/>
              </a:ext>
            </a:extLst>
          </p:cNvPr>
          <p:cNvSpPr>
            <a:spLocks noGrp="1"/>
          </p:cNvSpPr>
          <p:nvPr/>
        </p:nvSpPr>
        <p:spPr>
          <a:xfrm>
            <a:off x="3735684" y="5694695"/>
            <a:ext cx="259767" cy="20046"/>
          </a:xfrm>
          <a:custGeom>
            <a:avLst/>
            <a:gdLst/>
            <a:ahLst/>
            <a:cxnLst/>
            <a:rect l="0" t="0" r="0" b="0"/>
            <a:pathLst>
              <a:path w="259767" h="20046">
                <a:moveTo>
                  <a:pt x="0" y="20046"/>
                </a:moveTo>
                <a:lnTo>
                  <a:pt x="259767" y="0"/>
                </a:lnTo>
              </a:path>
            </a:pathLst>
          </a:custGeom>
          <a:noFill/>
          <a:ln w="5069">
            <a:solidFill>
              <a:srgbClr val="A33F64">
                <a:alpha val="8000"/>
              </a:srgbClr>
            </a:solidFill>
            <a:prstDash val="solid"/>
          </a:ln>
        </p:spPr>
      </p:sp>
      <p:sp>
        <p:nvSpPr>
          <p:cNvPr id="296" name="lumia-token-stream-curve">
            <a:extLst>
              <a:ext uri="{FF2B5EF4-FFF2-40B4-BE49-F238E27FC236}">
                <a16:creationId xmlns:a16="http://schemas.microsoft.com/office/drawing/2014/main" id="{204B575C-B2F6-4113-B24E-D715F6364974}"/>
              </a:ext>
            </a:extLst>
          </p:cNvPr>
          <p:cNvSpPr>
            <a:spLocks noGrp="1"/>
          </p:cNvSpPr>
          <p:nvPr/>
        </p:nvSpPr>
        <p:spPr>
          <a:xfrm>
            <a:off x="3995450" y="5679415"/>
            <a:ext cx="263033" cy="15280"/>
          </a:xfrm>
          <a:custGeom>
            <a:avLst/>
            <a:gdLst/>
            <a:ahLst/>
            <a:cxnLst/>
            <a:rect l="0" t="0" r="0" b="0"/>
            <a:pathLst>
              <a:path w="263033" h="15280">
                <a:moveTo>
                  <a:pt x="0" y="15280"/>
                </a:moveTo>
                <a:lnTo>
                  <a:pt x="263033" y="0"/>
                </a:lnTo>
              </a:path>
            </a:pathLst>
          </a:custGeom>
          <a:noFill/>
          <a:ln w="5104">
            <a:solidFill>
              <a:srgbClr val="B0405B">
                <a:alpha val="8000"/>
              </a:srgbClr>
            </a:solidFill>
            <a:prstDash val="solid"/>
          </a:ln>
        </p:spPr>
      </p:sp>
      <p:sp>
        <p:nvSpPr>
          <p:cNvPr id="297" name="lumia-token-stream-curve">
            <a:extLst>
              <a:ext uri="{FF2B5EF4-FFF2-40B4-BE49-F238E27FC236}">
                <a16:creationId xmlns:a16="http://schemas.microsoft.com/office/drawing/2014/main" id="{51BBF158-481C-4916-8D14-AF64A1C7EF0A}"/>
              </a:ext>
            </a:extLst>
          </p:cNvPr>
          <p:cNvSpPr>
            <a:spLocks noGrp="1"/>
          </p:cNvSpPr>
          <p:nvPr/>
        </p:nvSpPr>
        <p:spPr>
          <a:xfrm>
            <a:off x="4258483" y="5668590"/>
            <a:ext cx="266189" cy="10825"/>
          </a:xfrm>
          <a:custGeom>
            <a:avLst/>
            <a:gdLst/>
            <a:ahLst/>
            <a:cxnLst/>
            <a:rect l="0" t="0" r="0" b="0"/>
            <a:pathLst>
              <a:path w="266189" h="10825">
                <a:moveTo>
                  <a:pt x="0" y="10825"/>
                </a:moveTo>
                <a:lnTo>
                  <a:pt x="266189" y="0"/>
                </a:lnTo>
              </a:path>
            </a:pathLst>
          </a:custGeom>
          <a:noFill/>
          <a:ln w="5157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298" name="lumia-token-stream-curve">
            <a:extLst>
              <a:ext uri="{FF2B5EF4-FFF2-40B4-BE49-F238E27FC236}">
                <a16:creationId xmlns:a16="http://schemas.microsoft.com/office/drawing/2014/main" id="{DF7E0875-DB79-4972-B760-2D318FBFC7B6}"/>
              </a:ext>
            </a:extLst>
          </p:cNvPr>
          <p:cNvSpPr>
            <a:spLocks noGrp="1"/>
          </p:cNvSpPr>
          <p:nvPr/>
        </p:nvSpPr>
        <p:spPr>
          <a:xfrm>
            <a:off x="4524672" y="5660833"/>
            <a:ext cx="269235" cy="9525"/>
          </a:xfrm>
          <a:custGeom>
            <a:avLst/>
            <a:gdLst/>
            <a:ahLst/>
            <a:cxnLst/>
            <a:rect l="0" t="0" r="0" b="0"/>
            <a:pathLst>
              <a:path w="269235" h="9525">
                <a:moveTo>
                  <a:pt x="0" y="7756"/>
                </a:moveTo>
                <a:lnTo>
                  <a:pt x="269235" y="0"/>
                </a:lnTo>
              </a:path>
            </a:pathLst>
          </a:custGeom>
          <a:noFill/>
          <a:ln w="5227">
            <a:solidFill>
              <a:srgbClr val="CA414A">
                <a:alpha val="9000"/>
              </a:srgbClr>
            </a:solidFill>
            <a:prstDash val="solid"/>
          </a:ln>
        </p:spPr>
      </p:sp>
      <p:sp>
        <p:nvSpPr>
          <p:cNvPr id="299" name="lumia-token-stream-curve">
            <a:extLst>
              <a:ext uri="{FF2B5EF4-FFF2-40B4-BE49-F238E27FC236}">
                <a16:creationId xmlns:a16="http://schemas.microsoft.com/office/drawing/2014/main" id="{219C1F09-7799-4EAC-B0E4-D37C02CFEC5B}"/>
              </a:ext>
            </a:extLst>
          </p:cNvPr>
          <p:cNvSpPr>
            <a:spLocks noGrp="1"/>
          </p:cNvSpPr>
          <p:nvPr/>
        </p:nvSpPr>
        <p:spPr>
          <a:xfrm>
            <a:off x="4793907" y="5653765"/>
            <a:ext cx="272170" cy="9525"/>
          </a:xfrm>
          <a:custGeom>
            <a:avLst/>
            <a:gdLst/>
            <a:ahLst/>
            <a:cxnLst/>
            <a:rect l="0" t="0" r="0" b="0"/>
            <a:pathLst>
              <a:path w="272170" h="9525">
                <a:moveTo>
                  <a:pt x="0" y="7069"/>
                </a:moveTo>
                <a:lnTo>
                  <a:pt x="272170" y="0"/>
                </a:lnTo>
              </a:path>
            </a:pathLst>
          </a:custGeom>
          <a:noFill/>
          <a:ln w="5311">
            <a:solidFill>
              <a:srgbClr val="D74242">
                <a:alpha val="9000"/>
              </a:srgbClr>
            </a:solidFill>
            <a:prstDash val="solid"/>
          </a:ln>
        </p:spPr>
      </p:sp>
      <p:sp>
        <p:nvSpPr>
          <p:cNvPr id="300" name="lumia-token-stream-curve">
            <a:extLst>
              <a:ext uri="{FF2B5EF4-FFF2-40B4-BE49-F238E27FC236}">
                <a16:creationId xmlns:a16="http://schemas.microsoft.com/office/drawing/2014/main" id="{CF09A4EB-111A-4911-9BBB-8282510B178F}"/>
              </a:ext>
            </a:extLst>
          </p:cNvPr>
          <p:cNvSpPr>
            <a:spLocks noGrp="1"/>
          </p:cNvSpPr>
          <p:nvPr/>
        </p:nvSpPr>
        <p:spPr>
          <a:xfrm>
            <a:off x="5066077" y="5644229"/>
            <a:ext cx="274995" cy="9536"/>
          </a:xfrm>
          <a:custGeom>
            <a:avLst/>
            <a:gdLst/>
            <a:ahLst/>
            <a:cxnLst/>
            <a:rect l="0" t="0" r="0" b="0"/>
            <a:pathLst>
              <a:path w="274995" h="9536">
                <a:moveTo>
                  <a:pt x="0" y="9536"/>
                </a:moveTo>
                <a:lnTo>
                  <a:pt x="274995" y="0"/>
                </a:lnTo>
              </a:path>
            </a:pathLst>
          </a:custGeom>
          <a:noFill/>
          <a:ln w="5409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301" name="lumia-token-stream-curve">
            <a:extLst>
              <a:ext uri="{FF2B5EF4-FFF2-40B4-BE49-F238E27FC236}">
                <a16:creationId xmlns:a16="http://schemas.microsoft.com/office/drawing/2014/main" id="{16331836-75C0-4B5D-B3C5-DC6FFF0D5FEB}"/>
              </a:ext>
            </a:extLst>
          </p:cNvPr>
          <p:cNvSpPr>
            <a:spLocks noGrp="1"/>
          </p:cNvSpPr>
          <p:nvPr/>
        </p:nvSpPr>
        <p:spPr>
          <a:xfrm>
            <a:off x="5341073" y="5628642"/>
            <a:ext cx="277710" cy="15587"/>
          </a:xfrm>
          <a:custGeom>
            <a:avLst/>
            <a:gdLst/>
            <a:ahLst/>
            <a:cxnLst/>
            <a:rect l="0" t="0" r="0" b="0"/>
            <a:pathLst>
              <a:path w="277710" h="15587">
                <a:moveTo>
                  <a:pt x="0" y="15587"/>
                </a:moveTo>
                <a:lnTo>
                  <a:pt x="277710" y="0"/>
                </a:lnTo>
              </a:path>
            </a:pathLst>
          </a:custGeom>
          <a:noFill/>
          <a:ln w="5520">
            <a:solidFill>
              <a:srgbClr val="EB4833">
                <a:alpha val="10000"/>
              </a:srgbClr>
            </a:solidFill>
            <a:prstDash val="solid"/>
          </a:ln>
        </p:spPr>
      </p:sp>
      <p:sp>
        <p:nvSpPr>
          <p:cNvPr id="302" name="lumia-token-stream-curve">
            <a:extLst>
              <a:ext uri="{FF2B5EF4-FFF2-40B4-BE49-F238E27FC236}">
                <a16:creationId xmlns:a16="http://schemas.microsoft.com/office/drawing/2014/main" id="{086C367A-663D-46D3-B072-C5BC7E0BE9D4}"/>
              </a:ext>
            </a:extLst>
          </p:cNvPr>
          <p:cNvSpPr>
            <a:spLocks noGrp="1"/>
          </p:cNvSpPr>
          <p:nvPr/>
        </p:nvSpPr>
        <p:spPr>
          <a:xfrm>
            <a:off x="5618783" y="5603420"/>
            <a:ext cx="280315" cy="25221"/>
          </a:xfrm>
          <a:custGeom>
            <a:avLst/>
            <a:gdLst/>
            <a:ahLst/>
            <a:cxnLst/>
            <a:rect l="0" t="0" r="0" b="0"/>
            <a:pathLst>
              <a:path w="280315" h="25221">
                <a:moveTo>
                  <a:pt x="0" y="25221"/>
                </a:moveTo>
                <a:lnTo>
                  <a:pt x="280315" y="0"/>
                </a:lnTo>
              </a:path>
            </a:pathLst>
          </a:custGeom>
          <a:noFill/>
          <a:ln w="5641">
            <a:solidFill>
              <a:srgbClr val="EC532F">
                <a:alpha val="10000"/>
              </a:srgbClr>
            </a:solidFill>
            <a:prstDash val="solid"/>
          </a:ln>
        </p:spPr>
      </p:sp>
      <p:sp>
        <p:nvSpPr>
          <p:cNvPr id="303" name="lumia-token-stream-curve">
            <a:extLst>
              <a:ext uri="{FF2B5EF4-FFF2-40B4-BE49-F238E27FC236}">
                <a16:creationId xmlns:a16="http://schemas.microsoft.com/office/drawing/2014/main" id="{B71576A1-D4C9-4C89-A937-74B1FCEAB634}"/>
              </a:ext>
            </a:extLst>
          </p:cNvPr>
          <p:cNvSpPr>
            <a:spLocks noGrp="1"/>
          </p:cNvSpPr>
          <p:nvPr/>
        </p:nvSpPr>
        <p:spPr>
          <a:xfrm>
            <a:off x="5899097" y="5565454"/>
            <a:ext cx="282809" cy="37967"/>
          </a:xfrm>
          <a:custGeom>
            <a:avLst/>
            <a:gdLst/>
            <a:ahLst/>
            <a:cxnLst/>
            <a:rect l="0" t="0" r="0" b="0"/>
            <a:pathLst>
              <a:path w="282809" h="37967">
                <a:moveTo>
                  <a:pt x="0" y="37967"/>
                </a:moveTo>
                <a:lnTo>
                  <a:pt x="282809" y="0"/>
                </a:lnTo>
              </a:path>
            </a:pathLst>
          </a:custGeom>
          <a:noFill/>
          <a:ln w="5771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304" name="lumia-token-stream-curve">
            <a:extLst>
              <a:ext uri="{FF2B5EF4-FFF2-40B4-BE49-F238E27FC236}">
                <a16:creationId xmlns:a16="http://schemas.microsoft.com/office/drawing/2014/main" id="{EA2FA2EF-883B-457A-996C-9619FC45D7CF}"/>
              </a:ext>
            </a:extLst>
          </p:cNvPr>
          <p:cNvSpPr>
            <a:spLocks noGrp="1"/>
          </p:cNvSpPr>
          <p:nvPr/>
        </p:nvSpPr>
        <p:spPr>
          <a:xfrm>
            <a:off x="6181906" y="5512543"/>
            <a:ext cx="285193" cy="52911"/>
          </a:xfrm>
          <a:custGeom>
            <a:avLst/>
            <a:gdLst/>
            <a:ahLst/>
            <a:cxnLst/>
            <a:rect l="0" t="0" r="0" b="0"/>
            <a:pathLst>
              <a:path w="285193" h="52911">
                <a:moveTo>
                  <a:pt x="0" y="52911"/>
                </a:moveTo>
                <a:lnTo>
                  <a:pt x="285193" y="0"/>
                </a:lnTo>
              </a:path>
            </a:pathLst>
          </a:custGeom>
          <a:noFill/>
          <a:ln w="5909">
            <a:solidFill>
              <a:srgbClr val="EF6926">
                <a:alpha val="11000"/>
              </a:srgbClr>
            </a:solidFill>
            <a:prstDash val="solid"/>
          </a:ln>
        </p:spPr>
      </p:sp>
      <p:sp>
        <p:nvSpPr>
          <p:cNvPr id="305" name="lumia-token-stream-curve">
            <a:extLst>
              <a:ext uri="{FF2B5EF4-FFF2-40B4-BE49-F238E27FC236}">
                <a16:creationId xmlns:a16="http://schemas.microsoft.com/office/drawing/2014/main" id="{00EC9435-6AD8-4DA3-BE51-65F8C987058A}"/>
              </a:ext>
            </a:extLst>
          </p:cNvPr>
          <p:cNvSpPr>
            <a:spLocks noGrp="1"/>
          </p:cNvSpPr>
          <p:nvPr/>
        </p:nvSpPr>
        <p:spPr>
          <a:xfrm>
            <a:off x="6467099" y="5443753"/>
            <a:ext cx="287466" cy="68790"/>
          </a:xfrm>
          <a:custGeom>
            <a:avLst/>
            <a:gdLst/>
            <a:ahLst/>
            <a:cxnLst/>
            <a:rect l="0" t="0" r="0" b="0"/>
            <a:pathLst>
              <a:path w="287466" h="68790">
                <a:moveTo>
                  <a:pt x="0" y="68790"/>
                </a:moveTo>
                <a:lnTo>
                  <a:pt x="287466" y="0"/>
                </a:lnTo>
              </a:path>
            </a:pathLst>
          </a:custGeom>
          <a:noFill/>
          <a:ln w="6054">
            <a:solidFill>
              <a:srgbClr val="F17322">
                <a:alpha val="11000"/>
              </a:srgbClr>
            </a:solidFill>
            <a:prstDash val="solid"/>
          </a:ln>
        </p:spPr>
      </p:sp>
      <p:sp>
        <p:nvSpPr>
          <p:cNvPr id="306" name="lumia-token-stream-curve">
            <a:extLst>
              <a:ext uri="{FF2B5EF4-FFF2-40B4-BE49-F238E27FC236}">
                <a16:creationId xmlns:a16="http://schemas.microsoft.com/office/drawing/2014/main" id="{47614210-B7AD-42E3-8FA0-8615CB06A37D}"/>
              </a:ext>
            </a:extLst>
          </p:cNvPr>
          <p:cNvSpPr>
            <a:spLocks noGrp="1"/>
          </p:cNvSpPr>
          <p:nvPr/>
        </p:nvSpPr>
        <p:spPr>
          <a:xfrm>
            <a:off x="6754565" y="5359610"/>
            <a:ext cx="289630" cy="84142"/>
          </a:xfrm>
          <a:custGeom>
            <a:avLst/>
            <a:gdLst/>
            <a:ahLst/>
            <a:cxnLst/>
            <a:rect l="0" t="0" r="0" b="0"/>
            <a:pathLst>
              <a:path w="289630" h="84142">
                <a:moveTo>
                  <a:pt x="0" y="84142"/>
                </a:moveTo>
                <a:lnTo>
                  <a:pt x="289630" y="0"/>
                </a:lnTo>
              </a:path>
            </a:pathLst>
          </a:custGeom>
          <a:noFill/>
          <a:ln w="6203">
            <a:solidFill>
              <a:srgbClr val="F27E1E">
                <a:alpha val="12000"/>
              </a:srgbClr>
            </a:solidFill>
            <a:prstDash val="solid"/>
          </a:ln>
        </p:spPr>
      </p:sp>
      <p:sp>
        <p:nvSpPr>
          <p:cNvPr id="307" name="lumia-token-stream-curve">
            <a:extLst>
              <a:ext uri="{FF2B5EF4-FFF2-40B4-BE49-F238E27FC236}">
                <a16:creationId xmlns:a16="http://schemas.microsoft.com/office/drawing/2014/main" id="{46385502-BEB6-440F-B281-0F4DD8E4CBF0}"/>
              </a:ext>
            </a:extLst>
          </p:cNvPr>
          <p:cNvSpPr>
            <a:spLocks noGrp="1"/>
          </p:cNvSpPr>
          <p:nvPr/>
        </p:nvSpPr>
        <p:spPr>
          <a:xfrm>
            <a:off x="7044195" y="5262108"/>
            <a:ext cx="291683" cy="97502"/>
          </a:xfrm>
          <a:custGeom>
            <a:avLst/>
            <a:gdLst/>
            <a:ahLst/>
            <a:cxnLst/>
            <a:rect l="0" t="0" r="0" b="0"/>
            <a:pathLst>
              <a:path w="291683" h="97502">
                <a:moveTo>
                  <a:pt x="0" y="97502"/>
                </a:moveTo>
                <a:lnTo>
                  <a:pt x="291683" y="0"/>
                </a:lnTo>
              </a:path>
            </a:pathLst>
          </a:custGeom>
          <a:noFill/>
          <a:ln w="6356">
            <a:solidFill>
              <a:srgbClr val="F48919">
                <a:alpha val="12000"/>
              </a:srgbClr>
            </a:solidFill>
            <a:prstDash val="solid"/>
          </a:ln>
        </p:spPr>
      </p:sp>
      <p:sp>
        <p:nvSpPr>
          <p:cNvPr id="308" name="lumia-token-stream-curve">
            <a:extLst>
              <a:ext uri="{FF2B5EF4-FFF2-40B4-BE49-F238E27FC236}">
                <a16:creationId xmlns:a16="http://schemas.microsoft.com/office/drawing/2014/main" id="{7A3D42F3-CD8B-4C6D-843B-BC238FFDAE8A}"/>
              </a:ext>
            </a:extLst>
          </p:cNvPr>
          <p:cNvSpPr>
            <a:spLocks noGrp="1"/>
          </p:cNvSpPr>
          <p:nvPr/>
        </p:nvSpPr>
        <p:spPr>
          <a:xfrm>
            <a:off x="7335878" y="5154502"/>
            <a:ext cx="293625" cy="107607"/>
          </a:xfrm>
          <a:custGeom>
            <a:avLst/>
            <a:gdLst/>
            <a:ahLst/>
            <a:cxnLst/>
            <a:rect l="0" t="0" r="0" b="0"/>
            <a:pathLst>
              <a:path w="293625" h="107607">
                <a:moveTo>
                  <a:pt x="0" y="107607"/>
                </a:moveTo>
                <a:lnTo>
                  <a:pt x="293625" y="0"/>
                </a:lnTo>
              </a:path>
            </a:pathLst>
          </a:custGeom>
          <a:noFill/>
          <a:ln w="6511">
            <a:solidFill>
              <a:srgbClr val="F59415">
                <a:alpha val="12000"/>
              </a:srgbClr>
            </a:solidFill>
            <a:prstDash val="solid"/>
          </a:ln>
        </p:spPr>
      </p:sp>
      <p:sp>
        <p:nvSpPr>
          <p:cNvPr id="309" name="lumia-token-stream-curve">
            <a:extLst>
              <a:ext uri="{FF2B5EF4-FFF2-40B4-BE49-F238E27FC236}">
                <a16:creationId xmlns:a16="http://schemas.microsoft.com/office/drawing/2014/main" id="{1D503F66-FFB3-4FD9-8043-FE3A1D94CF77}"/>
              </a:ext>
            </a:extLst>
          </p:cNvPr>
          <p:cNvSpPr>
            <a:spLocks noGrp="1"/>
          </p:cNvSpPr>
          <p:nvPr/>
        </p:nvSpPr>
        <p:spPr>
          <a:xfrm>
            <a:off x="7629503" y="5040907"/>
            <a:ext cx="295458" cy="113595"/>
          </a:xfrm>
          <a:custGeom>
            <a:avLst/>
            <a:gdLst/>
            <a:ahLst/>
            <a:cxnLst/>
            <a:rect l="0" t="0" r="0" b="0"/>
            <a:pathLst>
              <a:path w="295458" h="113595">
                <a:moveTo>
                  <a:pt x="0" y="113595"/>
                </a:moveTo>
                <a:lnTo>
                  <a:pt x="295458" y="0"/>
                </a:lnTo>
              </a:path>
            </a:pathLst>
          </a:custGeom>
          <a:noFill/>
          <a:ln w="6666">
            <a:solidFill>
              <a:srgbClr val="F79E11">
                <a:alpha val="13000"/>
              </a:srgbClr>
            </a:solidFill>
            <a:prstDash val="solid"/>
          </a:ln>
        </p:spPr>
      </p:sp>
      <p:sp>
        <p:nvSpPr>
          <p:cNvPr id="310" name="lumia-token-stream-curve">
            <a:extLst>
              <a:ext uri="{FF2B5EF4-FFF2-40B4-BE49-F238E27FC236}">
                <a16:creationId xmlns:a16="http://schemas.microsoft.com/office/drawing/2014/main" id="{3509D5E2-0808-4674-90D0-1C7B630ADEB4}"/>
              </a:ext>
            </a:extLst>
          </p:cNvPr>
          <p:cNvSpPr>
            <a:spLocks noGrp="1"/>
          </p:cNvSpPr>
          <p:nvPr/>
        </p:nvSpPr>
        <p:spPr>
          <a:xfrm>
            <a:off x="7924961" y="4925752"/>
            <a:ext cx="297180" cy="115154"/>
          </a:xfrm>
          <a:custGeom>
            <a:avLst/>
            <a:gdLst/>
            <a:ahLst/>
            <a:cxnLst/>
            <a:rect l="0" t="0" r="0" b="0"/>
            <a:pathLst>
              <a:path w="297180" h="115154">
                <a:moveTo>
                  <a:pt x="0" y="115154"/>
                </a:moveTo>
                <a:lnTo>
                  <a:pt x="297180" y="0"/>
                </a:lnTo>
              </a:path>
            </a:pathLst>
          </a:custGeom>
          <a:noFill/>
          <a:ln w="6821">
            <a:solidFill>
              <a:srgbClr val="F8A90C">
                <a:alpha val="13000"/>
              </a:srgbClr>
            </a:solidFill>
            <a:prstDash val="solid"/>
          </a:ln>
        </p:spPr>
      </p:sp>
      <p:sp>
        <p:nvSpPr>
          <p:cNvPr id="311" name="lumia-token-stream-curve">
            <a:extLst>
              <a:ext uri="{FF2B5EF4-FFF2-40B4-BE49-F238E27FC236}">
                <a16:creationId xmlns:a16="http://schemas.microsoft.com/office/drawing/2014/main" id="{C3EF61C6-75D4-4040-9A92-15205E84E225}"/>
              </a:ext>
            </a:extLst>
          </p:cNvPr>
          <p:cNvSpPr>
            <a:spLocks noGrp="1"/>
          </p:cNvSpPr>
          <p:nvPr/>
        </p:nvSpPr>
        <p:spPr>
          <a:xfrm>
            <a:off x="8222141" y="4813156"/>
            <a:ext cx="298792" cy="112597"/>
          </a:xfrm>
          <a:custGeom>
            <a:avLst/>
            <a:gdLst/>
            <a:ahLst/>
            <a:cxnLst/>
            <a:rect l="0" t="0" r="0" b="0"/>
            <a:pathLst>
              <a:path w="298792" h="112597">
                <a:moveTo>
                  <a:pt x="0" y="112597"/>
                </a:moveTo>
                <a:lnTo>
                  <a:pt x="298792" y="0"/>
                </a:lnTo>
              </a:path>
            </a:pathLst>
          </a:custGeom>
          <a:noFill/>
          <a:ln w="6973">
            <a:solidFill>
              <a:srgbClr val="FAB408">
                <a:alpha val="13000"/>
              </a:srgbClr>
            </a:solidFill>
            <a:prstDash val="solid"/>
          </a:ln>
        </p:spPr>
      </p:sp>
      <p:sp>
        <p:nvSpPr>
          <p:cNvPr id="312" name="lumia-token-stream-curve">
            <a:extLst>
              <a:ext uri="{FF2B5EF4-FFF2-40B4-BE49-F238E27FC236}">
                <a16:creationId xmlns:a16="http://schemas.microsoft.com/office/drawing/2014/main" id="{DF4C976F-CB02-46A1-96AB-96D1B33BBCFC}"/>
              </a:ext>
            </a:extLst>
          </p:cNvPr>
          <p:cNvSpPr>
            <a:spLocks noGrp="1"/>
          </p:cNvSpPr>
          <p:nvPr/>
        </p:nvSpPr>
        <p:spPr>
          <a:xfrm>
            <a:off x="8520933" y="4706310"/>
            <a:ext cx="300293" cy="106845"/>
          </a:xfrm>
          <a:custGeom>
            <a:avLst/>
            <a:gdLst/>
            <a:ahLst/>
            <a:cxnLst/>
            <a:rect l="0" t="0" r="0" b="0"/>
            <a:pathLst>
              <a:path w="300293" h="106845">
                <a:moveTo>
                  <a:pt x="0" y="106845"/>
                </a:moveTo>
                <a:lnTo>
                  <a:pt x="300293" y="0"/>
                </a:lnTo>
              </a:path>
            </a:pathLst>
          </a:custGeom>
          <a:noFill/>
          <a:ln w="7121">
            <a:solidFill>
              <a:srgbClr val="F7BC07">
                <a:alpha val="14000"/>
              </a:srgbClr>
            </a:solidFill>
            <a:prstDash val="solid"/>
          </a:ln>
        </p:spPr>
      </p:sp>
      <p:sp>
        <p:nvSpPr>
          <p:cNvPr id="313" name="lumia-token-stream-curve">
            <a:extLst>
              <a:ext uri="{FF2B5EF4-FFF2-40B4-BE49-F238E27FC236}">
                <a16:creationId xmlns:a16="http://schemas.microsoft.com/office/drawing/2014/main" id="{5AB0CB3E-F0CA-4FC0-8A79-4FAC6540F36F}"/>
              </a:ext>
            </a:extLst>
          </p:cNvPr>
          <p:cNvSpPr>
            <a:spLocks noGrp="1"/>
          </p:cNvSpPr>
          <p:nvPr/>
        </p:nvSpPr>
        <p:spPr>
          <a:xfrm>
            <a:off x="8821226" y="4606988"/>
            <a:ext cx="301684" cy="99322"/>
          </a:xfrm>
          <a:custGeom>
            <a:avLst/>
            <a:gdLst/>
            <a:ahLst/>
            <a:cxnLst/>
            <a:rect l="0" t="0" r="0" b="0"/>
            <a:pathLst>
              <a:path w="301684" h="99322">
                <a:moveTo>
                  <a:pt x="0" y="99322"/>
                </a:moveTo>
                <a:lnTo>
                  <a:pt x="301684" y="0"/>
                </a:lnTo>
              </a:path>
            </a:pathLst>
          </a:custGeom>
          <a:noFill/>
          <a:ln w="7264">
            <a:solidFill>
              <a:srgbClr val="E5BA0E">
                <a:alpha val="14000"/>
              </a:srgbClr>
            </a:solidFill>
            <a:prstDash val="solid"/>
          </a:ln>
        </p:spPr>
      </p:sp>
      <p:sp>
        <p:nvSpPr>
          <p:cNvPr id="314" name="lumia-token-stream-curve">
            <a:extLst>
              <a:ext uri="{FF2B5EF4-FFF2-40B4-BE49-F238E27FC236}">
                <a16:creationId xmlns:a16="http://schemas.microsoft.com/office/drawing/2014/main" id="{83B131C9-C244-43C0-84F1-5DB7410A92DB}"/>
              </a:ext>
            </a:extLst>
          </p:cNvPr>
          <p:cNvSpPr>
            <a:spLocks noGrp="1"/>
          </p:cNvSpPr>
          <p:nvPr/>
        </p:nvSpPr>
        <p:spPr>
          <a:xfrm>
            <a:off x="9122910" y="4515227"/>
            <a:ext cx="302965" cy="91761"/>
          </a:xfrm>
          <a:custGeom>
            <a:avLst/>
            <a:gdLst/>
            <a:ahLst/>
            <a:cxnLst/>
            <a:rect l="0" t="0" r="0" b="0"/>
            <a:pathLst>
              <a:path w="302965" h="91761">
                <a:moveTo>
                  <a:pt x="0" y="91761"/>
                </a:moveTo>
                <a:lnTo>
                  <a:pt x="302965" y="0"/>
                </a:lnTo>
              </a:path>
            </a:pathLst>
          </a:custGeom>
          <a:noFill/>
          <a:ln w="7401">
            <a:solidFill>
              <a:srgbClr val="D3B815">
                <a:alpha val="14000"/>
              </a:srgbClr>
            </a:solidFill>
            <a:prstDash val="solid"/>
          </a:ln>
        </p:spPr>
      </p:sp>
      <p:sp>
        <p:nvSpPr>
          <p:cNvPr id="315" name="lumia-token-stream-curve">
            <a:extLst>
              <a:ext uri="{FF2B5EF4-FFF2-40B4-BE49-F238E27FC236}">
                <a16:creationId xmlns:a16="http://schemas.microsoft.com/office/drawing/2014/main" id="{17AF821B-DF3D-4EA6-88FE-B54E6441083B}"/>
              </a:ext>
            </a:extLst>
          </p:cNvPr>
          <p:cNvSpPr>
            <a:spLocks noGrp="1"/>
          </p:cNvSpPr>
          <p:nvPr/>
        </p:nvSpPr>
        <p:spPr>
          <a:xfrm>
            <a:off x="9425875" y="4429275"/>
            <a:ext cx="304136" cy="85952"/>
          </a:xfrm>
          <a:custGeom>
            <a:avLst/>
            <a:gdLst/>
            <a:ahLst/>
            <a:cxnLst/>
            <a:rect l="0" t="0" r="0" b="0"/>
            <a:pathLst>
              <a:path w="304136" h="85952">
                <a:moveTo>
                  <a:pt x="0" y="85952"/>
                </a:moveTo>
                <a:lnTo>
                  <a:pt x="304136" y="0"/>
                </a:lnTo>
              </a:path>
            </a:pathLst>
          </a:custGeom>
          <a:noFill/>
          <a:ln w="7529">
            <a:solidFill>
              <a:srgbClr val="C2B61C">
                <a:alpha val="15000"/>
              </a:srgbClr>
            </a:solidFill>
            <a:prstDash val="solid"/>
          </a:ln>
        </p:spPr>
      </p:sp>
      <p:sp>
        <p:nvSpPr>
          <p:cNvPr id="316" name="lumia-token-stream-curve">
            <a:extLst>
              <a:ext uri="{FF2B5EF4-FFF2-40B4-BE49-F238E27FC236}">
                <a16:creationId xmlns:a16="http://schemas.microsoft.com/office/drawing/2014/main" id="{6A25D443-9B8C-41FD-B1D9-7D96CEF5FE99}"/>
              </a:ext>
            </a:extLst>
          </p:cNvPr>
          <p:cNvSpPr>
            <a:spLocks noGrp="1"/>
          </p:cNvSpPr>
          <p:nvPr/>
        </p:nvSpPr>
        <p:spPr>
          <a:xfrm>
            <a:off x="9730011" y="4345799"/>
            <a:ext cx="305196" cy="83476"/>
          </a:xfrm>
          <a:custGeom>
            <a:avLst/>
            <a:gdLst/>
            <a:ahLst/>
            <a:cxnLst/>
            <a:rect l="0" t="0" r="0" b="0"/>
            <a:pathLst>
              <a:path w="305196" h="83476">
                <a:moveTo>
                  <a:pt x="0" y="83476"/>
                </a:moveTo>
                <a:lnTo>
                  <a:pt x="305196" y="0"/>
                </a:lnTo>
              </a:path>
            </a:pathLst>
          </a:custGeom>
          <a:noFill/>
          <a:ln w="7647">
            <a:solidFill>
              <a:srgbClr val="B0B422">
                <a:alpha val="15000"/>
              </a:srgbClr>
            </a:solidFill>
            <a:prstDash val="solid"/>
          </a:ln>
        </p:spPr>
      </p:sp>
      <p:sp>
        <p:nvSpPr>
          <p:cNvPr id="317" name="lumia-token-stream-curve">
            <a:extLst>
              <a:ext uri="{FF2B5EF4-FFF2-40B4-BE49-F238E27FC236}">
                <a16:creationId xmlns:a16="http://schemas.microsoft.com/office/drawing/2014/main" id="{DE1C7333-3E75-45BC-B8D9-0F12C2C74445}"/>
              </a:ext>
            </a:extLst>
          </p:cNvPr>
          <p:cNvSpPr>
            <a:spLocks noGrp="1"/>
          </p:cNvSpPr>
          <p:nvPr/>
        </p:nvSpPr>
        <p:spPr>
          <a:xfrm>
            <a:off x="10035207" y="4260349"/>
            <a:ext cx="306146" cy="85450"/>
          </a:xfrm>
          <a:custGeom>
            <a:avLst/>
            <a:gdLst/>
            <a:ahLst/>
            <a:cxnLst/>
            <a:rect l="0" t="0" r="0" b="0"/>
            <a:pathLst>
              <a:path w="306146" h="85450">
                <a:moveTo>
                  <a:pt x="0" y="85450"/>
                </a:moveTo>
                <a:lnTo>
                  <a:pt x="306146" y="0"/>
                </a:lnTo>
              </a:path>
            </a:pathLst>
          </a:custGeom>
          <a:noFill/>
          <a:ln w="7755">
            <a:solidFill>
              <a:srgbClr val="9EB329">
                <a:alpha val="15000"/>
              </a:srgbClr>
            </a:solidFill>
            <a:prstDash val="solid"/>
          </a:ln>
        </p:spPr>
      </p:sp>
      <p:sp>
        <p:nvSpPr>
          <p:cNvPr id="318" name="lumia-token-stream-curve">
            <a:extLst>
              <a:ext uri="{FF2B5EF4-FFF2-40B4-BE49-F238E27FC236}">
                <a16:creationId xmlns:a16="http://schemas.microsoft.com/office/drawing/2014/main" id="{5415793E-4301-494C-9F4D-08A80FB2F59E}"/>
              </a:ext>
            </a:extLst>
          </p:cNvPr>
          <p:cNvSpPr>
            <a:spLocks noGrp="1"/>
          </p:cNvSpPr>
          <p:nvPr/>
        </p:nvSpPr>
        <p:spPr>
          <a:xfrm>
            <a:off x="10341353" y="4167999"/>
            <a:ext cx="306986" cy="92349"/>
          </a:xfrm>
          <a:custGeom>
            <a:avLst/>
            <a:gdLst/>
            <a:ahLst/>
            <a:cxnLst/>
            <a:rect l="0" t="0" r="0" b="0"/>
            <a:pathLst>
              <a:path w="306986" h="92349">
                <a:moveTo>
                  <a:pt x="0" y="92349"/>
                </a:moveTo>
                <a:lnTo>
                  <a:pt x="306986" y="0"/>
                </a:lnTo>
              </a:path>
            </a:pathLst>
          </a:custGeom>
          <a:noFill/>
          <a:ln w="7850">
            <a:solidFill>
              <a:srgbClr val="8CB130">
                <a:alpha val="15000"/>
              </a:srgbClr>
            </a:solidFill>
            <a:prstDash val="solid"/>
          </a:ln>
        </p:spPr>
      </p:sp>
      <p:sp>
        <p:nvSpPr>
          <p:cNvPr id="319" name="lumia-token-stream-curve">
            <a:extLst>
              <a:ext uri="{FF2B5EF4-FFF2-40B4-BE49-F238E27FC236}">
                <a16:creationId xmlns:a16="http://schemas.microsoft.com/office/drawing/2014/main" id="{CDBB4437-0913-410A-9F96-DDE773FA8431}"/>
              </a:ext>
            </a:extLst>
          </p:cNvPr>
          <p:cNvSpPr>
            <a:spLocks noGrp="1"/>
          </p:cNvSpPr>
          <p:nvPr/>
        </p:nvSpPr>
        <p:spPr>
          <a:xfrm>
            <a:off x="10648338" y="4064090"/>
            <a:ext cx="307715" cy="103909"/>
          </a:xfrm>
          <a:custGeom>
            <a:avLst/>
            <a:gdLst/>
            <a:ahLst/>
            <a:cxnLst/>
            <a:rect l="0" t="0" r="0" b="0"/>
            <a:pathLst>
              <a:path w="307715" h="103909">
                <a:moveTo>
                  <a:pt x="0" y="103909"/>
                </a:moveTo>
                <a:lnTo>
                  <a:pt x="307715" y="0"/>
                </a:lnTo>
              </a:path>
            </a:pathLst>
          </a:custGeom>
          <a:noFill/>
          <a:ln w="7931">
            <a:solidFill>
              <a:srgbClr val="7BAF37">
                <a:alpha val="15000"/>
              </a:srgbClr>
            </a:solidFill>
            <a:prstDash val="solid"/>
          </a:ln>
        </p:spPr>
      </p:sp>
      <p:sp>
        <p:nvSpPr>
          <p:cNvPr id="320" name="lumia-token-stream-curve">
            <a:extLst>
              <a:ext uri="{FF2B5EF4-FFF2-40B4-BE49-F238E27FC236}">
                <a16:creationId xmlns:a16="http://schemas.microsoft.com/office/drawing/2014/main" id="{26460A46-2263-483A-B80B-37CE797E555A}"/>
              </a:ext>
            </a:extLst>
          </p:cNvPr>
          <p:cNvSpPr>
            <a:spLocks noGrp="1"/>
          </p:cNvSpPr>
          <p:nvPr/>
        </p:nvSpPr>
        <p:spPr>
          <a:xfrm>
            <a:off x="10956053" y="3944937"/>
            <a:ext cx="308334" cy="119153"/>
          </a:xfrm>
          <a:custGeom>
            <a:avLst/>
            <a:gdLst/>
            <a:ahLst/>
            <a:cxnLst/>
            <a:rect l="0" t="0" r="0" b="0"/>
            <a:pathLst>
              <a:path w="308334" h="119153">
                <a:moveTo>
                  <a:pt x="0" y="119153"/>
                </a:moveTo>
                <a:lnTo>
                  <a:pt x="308334" y="0"/>
                </a:lnTo>
              </a:path>
            </a:pathLst>
          </a:custGeom>
          <a:noFill/>
          <a:ln w="7996">
            <a:solidFill>
              <a:srgbClr val="69AD3E">
                <a:alpha val="15000"/>
              </a:srgbClr>
            </a:solidFill>
            <a:prstDash val="solid"/>
          </a:ln>
        </p:spPr>
      </p:sp>
      <p:sp>
        <p:nvSpPr>
          <p:cNvPr id="321" name="lumia-token-stream-curve">
            <a:extLst>
              <a:ext uri="{FF2B5EF4-FFF2-40B4-BE49-F238E27FC236}">
                <a16:creationId xmlns:a16="http://schemas.microsoft.com/office/drawing/2014/main" id="{ADD51446-4972-4D56-98D8-C35BAE23A151}"/>
              </a:ext>
            </a:extLst>
          </p:cNvPr>
          <p:cNvSpPr>
            <a:spLocks noGrp="1"/>
          </p:cNvSpPr>
          <p:nvPr/>
        </p:nvSpPr>
        <p:spPr>
          <a:xfrm>
            <a:off x="11264387" y="3808409"/>
            <a:ext cx="308843" cy="136528"/>
          </a:xfrm>
          <a:custGeom>
            <a:avLst/>
            <a:gdLst/>
            <a:ahLst/>
            <a:cxnLst/>
            <a:rect l="0" t="0" r="0" b="0"/>
            <a:pathLst>
              <a:path w="308843" h="136528">
                <a:moveTo>
                  <a:pt x="0" y="136528"/>
                </a:moveTo>
                <a:lnTo>
                  <a:pt x="308843" y="0"/>
                </a:lnTo>
              </a:path>
            </a:pathLst>
          </a:custGeom>
          <a:noFill/>
          <a:ln w="8045">
            <a:solidFill>
              <a:srgbClr val="57AC45">
                <a:alpha val="16000"/>
              </a:srgbClr>
            </a:solidFill>
            <a:prstDash val="solid"/>
          </a:ln>
        </p:spPr>
      </p:sp>
      <p:sp>
        <p:nvSpPr>
          <p:cNvPr id="322" name="lumia-token-stream-curve">
            <a:extLst>
              <a:ext uri="{FF2B5EF4-FFF2-40B4-BE49-F238E27FC236}">
                <a16:creationId xmlns:a16="http://schemas.microsoft.com/office/drawing/2014/main" id="{55DE896B-F953-4985-861D-E14AE25AA073}"/>
              </a:ext>
            </a:extLst>
          </p:cNvPr>
          <p:cNvSpPr>
            <a:spLocks noGrp="1"/>
          </p:cNvSpPr>
          <p:nvPr/>
        </p:nvSpPr>
        <p:spPr>
          <a:xfrm>
            <a:off x="11573230" y="3654274"/>
            <a:ext cx="309241" cy="154135"/>
          </a:xfrm>
          <a:custGeom>
            <a:avLst/>
            <a:gdLst/>
            <a:ahLst/>
            <a:cxnLst/>
            <a:rect l="0" t="0" r="0" b="0"/>
            <a:pathLst>
              <a:path w="309241" h="154135">
                <a:moveTo>
                  <a:pt x="0" y="154135"/>
                </a:moveTo>
                <a:lnTo>
                  <a:pt x="309241" y="0"/>
                </a:lnTo>
              </a:path>
            </a:pathLst>
          </a:custGeom>
          <a:noFill/>
          <a:ln w="8075">
            <a:solidFill>
              <a:srgbClr val="46AA4C">
                <a:alpha val="16000"/>
              </a:srgbClr>
            </a:solidFill>
            <a:prstDash val="solid"/>
          </a:ln>
        </p:spPr>
      </p:sp>
      <p:sp>
        <p:nvSpPr>
          <p:cNvPr id="323" name="lumia-token-stream-curve">
            <a:extLst>
              <a:ext uri="{FF2B5EF4-FFF2-40B4-BE49-F238E27FC236}">
                <a16:creationId xmlns:a16="http://schemas.microsoft.com/office/drawing/2014/main" id="{88975624-39D1-497E-9AC8-7F57C5C2F4EE}"/>
              </a:ext>
            </a:extLst>
          </p:cNvPr>
          <p:cNvSpPr>
            <a:spLocks noGrp="1"/>
          </p:cNvSpPr>
          <p:nvPr/>
        </p:nvSpPr>
        <p:spPr>
          <a:xfrm>
            <a:off x="11882471" y="3484252"/>
            <a:ext cx="309529" cy="170022"/>
          </a:xfrm>
          <a:custGeom>
            <a:avLst/>
            <a:gdLst/>
            <a:ahLst/>
            <a:cxnLst/>
            <a:rect l="0" t="0" r="0" b="0"/>
            <a:pathLst>
              <a:path w="309529" h="170022">
                <a:moveTo>
                  <a:pt x="0" y="170022"/>
                </a:moveTo>
                <a:lnTo>
                  <a:pt x="309529" y="0"/>
                </a:lnTo>
              </a:path>
            </a:pathLst>
          </a:custGeom>
          <a:noFill/>
          <a:ln w="8085">
            <a:solidFill>
              <a:srgbClr val="34A853">
                <a:alpha val="16000"/>
              </a:srgbClr>
            </a:solidFill>
            <a:prstDash val="solid"/>
          </a:ln>
        </p:spPr>
      </p:sp>
      <p:sp>
        <p:nvSpPr>
          <p:cNvPr id="324" name="lumia-token-stream-curve">
            <a:extLst>
              <a:ext uri="{FF2B5EF4-FFF2-40B4-BE49-F238E27FC236}">
                <a16:creationId xmlns:a16="http://schemas.microsoft.com/office/drawing/2014/main" id="{4054E2AD-DEAA-4761-88C4-3D8ECC308B4F}"/>
              </a:ext>
            </a:extLst>
          </p:cNvPr>
          <p:cNvSpPr>
            <a:spLocks noGrp="1"/>
          </p:cNvSpPr>
          <p:nvPr/>
        </p:nvSpPr>
        <p:spPr>
          <a:xfrm>
            <a:off x="44065" y="5449100"/>
            <a:ext cx="182019" cy="67471"/>
          </a:xfrm>
          <a:custGeom>
            <a:avLst/>
            <a:gdLst/>
            <a:ahLst/>
            <a:cxnLst/>
            <a:rect l="0" t="0" r="0" b="0"/>
            <a:pathLst>
              <a:path w="182019" h="67471">
                <a:moveTo>
                  <a:pt x="0" y="0"/>
                </a:moveTo>
                <a:lnTo>
                  <a:pt x="182019" y="67471"/>
                </a:lnTo>
              </a:path>
            </a:pathLst>
          </a:custGeom>
          <a:noFill/>
          <a:ln w="5324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325" name="lumia-token-stream-curve">
            <a:extLst>
              <a:ext uri="{FF2B5EF4-FFF2-40B4-BE49-F238E27FC236}">
                <a16:creationId xmlns:a16="http://schemas.microsoft.com/office/drawing/2014/main" id="{159F70C9-139B-4648-819A-E0FE90C2BADC}"/>
              </a:ext>
            </a:extLst>
          </p:cNvPr>
          <p:cNvSpPr>
            <a:spLocks noGrp="1"/>
          </p:cNvSpPr>
          <p:nvPr/>
        </p:nvSpPr>
        <p:spPr>
          <a:xfrm>
            <a:off x="226084" y="5516571"/>
            <a:ext cx="187231" cy="59562"/>
          </a:xfrm>
          <a:custGeom>
            <a:avLst/>
            <a:gdLst/>
            <a:ahLst/>
            <a:cxnLst/>
            <a:rect l="0" t="0" r="0" b="0"/>
            <a:pathLst>
              <a:path w="187231" h="59562">
                <a:moveTo>
                  <a:pt x="0" y="0"/>
                </a:moveTo>
                <a:lnTo>
                  <a:pt x="187231" y="59562"/>
                </a:lnTo>
              </a:path>
            </a:pathLst>
          </a:custGeom>
          <a:noFill/>
          <a:ln w="5324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326" name="lumia-token-stream-curve">
            <a:extLst>
              <a:ext uri="{FF2B5EF4-FFF2-40B4-BE49-F238E27FC236}">
                <a16:creationId xmlns:a16="http://schemas.microsoft.com/office/drawing/2014/main" id="{996E4B3F-81A4-4D0E-A2AE-84F4492C4B41}"/>
              </a:ext>
            </a:extLst>
          </p:cNvPr>
          <p:cNvSpPr>
            <a:spLocks noGrp="1"/>
          </p:cNvSpPr>
          <p:nvPr/>
        </p:nvSpPr>
        <p:spPr>
          <a:xfrm>
            <a:off x="413315" y="5576133"/>
            <a:ext cx="192336" cy="50732"/>
          </a:xfrm>
          <a:custGeom>
            <a:avLst/>
            <a:gdLst/>
            <a:ahLst/>
            <a:cxnLst/>
            <a:rect l="0" t="0" r="0" b="0"/>
            <a:pathLst>
              <a:path w="192336" h="50732">
                <a:moveTo>
                  <a:pt x="0" y="0"/>
                </a:moveTo>
                <a:lnTo>
                  <a:pt x="192336" y="50732"/>
                </a:lnTo>
              </a:path>
            </a:pathLst>
          </a:custGeom>
          <a:noFill/>
          <a:ln w="5324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327" name="lumia-token-stream-curve">
            <a:extLst>
              <a:ext uri="{FF2B5EF4-FFF2-40B4-BE49-F238E27FC236}">
                <a16:creationId xmlns:a16="http://schemas.microsoft.com/office/drawing/2014/main" id="{7CA0BC7E-9E0E-4AEF-931D-E31CBC7BC46E}"/>
              </a:ext>
            </a:extLst>
          </p:cNvPr>
          <p:cNvSpPr>
            <a:spLocks noGrp="1"/>
          </p:cNvSpPr>
          <p:nvPr/>
        </p:nvSpPr>
        <p:spPr>
          <a:xfrm>
            <a:off x="605651" y="5626865"/>
            <a:ext cx="197335" cy="41201"/>
          </a:xfrm>
          <a:custGeom>
            <a:avLst/>
            <a:gdLst/>
            <a:ahLst/>
            <a:cxnLst/>
            <a:rect l="0" t="0" r="0" b="0"/>
            <a:pathLst>
              <a:path w="197335" h="41201">
                <a:moveTo>
                  <a:pt x="0" y="0"/>
                </a:moveTo>
                <a:lnTo>
                  <a:pt x="197335" y="41201"/>
                </a:lnTo>
              </a:path>
            </a:pathLst>
          </a:custGeom>
          <a:noFill/>
          <a:ln w="5324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328" name="lumia-token-stream-curve">
            <a:extLst>
              <a:ext uri="{FF2B5EF4-FFF2-40B4-BE49-F238E27FC236}">
                <a16:creationId xmlns:a16="http://schemas.microsoft.com/office/drawing/2014/main" id="{E8FAF7A2-87F1-4B25-A9E2-37E923EAE7FC}"/>
              </a:ext>
            </a:extLst>
          </p:cNvPr>
          <p:cNvSpPr>
            <a:spLocks noGrp="1"/>
          </p:cNvSpPr>
          <p:nvPr/>
        </p:nvSpPr>
        <p:spPr>
          <a:xfrm>
            <a:off x="802986" y="5668066"/>
            <a:ext cx="202227" cy="31282"/>
          </a:xfrm>
          <a:custGeom>
            <a:avLst/>
            <a:gdLst/>
            <a:ahLst/>
            <a:cxnLst/>
            <a:rect l="0" t="0" r="0" b="0"/>
            <a:pathLst>
              <a:path w="202227" h="31282">
                <a:moveTo>
                  <a:pt x="0" y="0"/>
                </a:moveTo>
                <a:lnTo>
                  <a:pt x="202227" y="31282"/>
                </a:lnTo>
              </a:path>
            </a:pathLst>
          </a:custGeom>
          <a:noFill/>
          <a:ln w="5324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329" name="lumia-token-stream-curve">
            <a:extLst>
              <a:ext uri="{FF2B5EF4-FFF2-40B4-BE49-F238E27FC236}">
                <a16:creationId xmlns:a16="http://schemas.microsoft.com/office/drawing/2014/main" id="{E2696C15-33A2-4AC2-BF91-EFEF33F33070}"/>
              </a:ext>
            </a:extLst>
          </p:cNvPr>
          <p:cNvSpPr>
            <a:spLocks noGrp="1"/>
          </p:cNvSpPr>
          <p:nvPr/>
        </p:nvSpPr>
        <p:spPr>
          <a:xfrm>
            <a:off x="1005213" y="5699347"/>
            <a:ext cx="207012" cy="21373"/>
          </a:xfrm>
          <a:custGeom>
            <a:avLst/>
            <a:gdLst/>
            <a:ahLst/>
            <a:cxnLst/>
            <a:rect l="0" t="0" r="0" b="0"/>
            <a:pathLst>
              <a:path w="207012" h="21373">
                <a:moveTo>
                  <a:pt x="0" y="0"/>
                </a:moveTo>
                <a:lnTo>
                  <a:pt x="207012" y="21373"/>
                </a:lnTo>
              </a:path>
            </a:pathLst>
          </a:custGeom>
          <a:noFill/>
          <a:ln w="5324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330" name="lumia-token-stream-curve">
            <a:extLst>
              <a:ext uri="{FF2B5EF4-FFF2-40B4-BE49-F238E27FC236}">
                <a16:creationId xmlns:a16="http://schemas.microsoft.com/office/drawing/2014/main" id="{0D240273-C781-49C7-BF84-A9018AFD464E}"/>
              </a:ext>
            </a:extLst>
          </p:cNvPr>
          <p:cNvSpPr>
            <a:spLocks noGrp="1"/>
          </p:cNvSpPr>
          <p:nvPr/>
        </p:nvSpPr>
        <p:spPr>
          <a:xfrm>
            <a:off x="1212225" y="5720720"/>
            <a:ext cx="211691" cy="11933"/>
          </a:xfrm>
          <a:custGeom>
            <a:avLst/>
            <a:gdLst/>
            <a:ahLst/>
            <a:cxnLst/>
            <a:rect l="0" t="0" r="0" b="0"/>
            <a:pathLst>
              <a:path w="211691" h="11933">
                <a:moveTo>
                  <a:pt x="0" y="0"/>
                </a:moveTo>
                <a:lnTo>
                  <a:pt x="211691" y="11933"/>
                </a:lnTo>
              </a:path>
            </a:pathLst>
          </a:custGeom>
          <a:noFill/>
          <a:ln w="5324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331" name="lumia-token-stream-curve">
            <a:extLst>
              <a:ext uri="{FF2B5EF4-FFF2-40B4-BE49-F238E27FC236}">
                <a16:creationId xmlns:a16="http://schemas.microsoft.com/office/drawing/2014/main" id="{1F47234F-574F-485A-B426-0387DC4ACBD0}"/>
              </a:ext>
            </a:extLst>
          </p:cNvPr>
          <p:cNvSpPr>
            <a:spLocks noGrp="1"/>
          </p:cNvSpPr>
          <p:nvPr/>
        </p:nvSpPr>
        <p:spPr>
          <a:xfrm>
            <a:off x="1423916" y="5732653"/>
            <a:ext cx="216263" cy="9525"/>
          </a:xfrm>
          <a:custGeom>
            <a:avLst/>
            <a:gdLst/>
            <a:ahLst/>
            <a:cxnLst/>
            <a:rect l="0" t="0" r="0" b="0"/>
            <a:pathLst>
              <a:path w="216263" h="9525">
                <a:moveTo>
                  <a:pt x="0" y="0"/>
                </a:moveTo>
                <a:lnTo>
                  <a:pt x="216263" y="3449"/>
                </a:lnTo>
              </a:path>
            </a:pathLst>
          </a:custGeom>
          <a:noFill/>
          <a:ln w="5324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332" name="lumia-token-stream-curve">
            <a:extLst>
              <a:ext uri="{FF2B5EF4-FFF2-40B4-BE49-F238E27FC236}">
                <a16:creationId xmlns:a16="http://schemas.microsoft.com/office/drawing/2014/main" id="{5B63701B-136B-42EC-94C9-2A8B39EF4E0F}"/>
              </a:ext>
            </a:extLst>
          </p:cNvPr>
          <p:cNvSpPr>
            <a:spLocks noGrp="1"/>
          </p:cNvSpPr>
          <p:nvPr/>
        </p:nvSpPr>
        <p:spPr>
          <a:xfrm>
            <a:off x="1640179" y="5732489"/>
            <a:ext cx="220728" cy="9525"/>
          </a:xfrm>
          <a:custGeom>
            <a:avLst/>
            <a:gdLst/>
            <a:ahLst/>
            <a:cxnLst/>
            <a:rect l="0" t="0" r="0" b="0"/>
            <a:pathLst>
              <a:path w="220728" h="9525">
                <a:moveTo>
                  <a:pt x="0" y="3613"/>
                </a:moveTo>
                <a:lnTo>
                  <a:pt x="220728" y="0"/>
                </a:lnTo>
              </a:path>
            </a:pathLst>
          </a:custGeom>
          <a:noFill/>
          <a:ln w="5324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333" name="lumia-token-stream-curve">
            <a:extLst>
              <a:ext uri="{FF2B5EF4-FFF2-40B4-BE49-F238E27FC236}">
                <a16:creationId xmlns:a16="http://schemas.microsoft.com/office/drawing/2014/main" id="{900ADB14-A6B7-4A48-B08F-95F39F5158AB}"/>
              </a:ext>
            </a:extLst>
          </p:cNvPr>
          <p:cNvSpPr>
            <a:spLocks noGrp="1"/>
          </p:cNvSpPr>
          <p:nvPr/>
        </p:nvSpPr>
        <p:spPr>
          <a:xfrm>
            <a:off x="1860907" y="5723638"/>
            <a:ext cx="225087" cy="9525"/>
          </a:xfrm>
          <a:custGeom>
            <a:avLst/>
            <a:gdLst/>
            <a:ahLst/>
            <a:cxnLst/>
            <a:rect l="0" t="0" r="0" b="0"/>
            <a:pathLst>
              <a:path w="225087" h="9525">
                <a:moveTo>
                  <a:pt x="0" y="8851"/>
                </a:moveTo>
                <a:lnTo>
                  <a:pt x="225087" y="0"/>
                </a:lnTo>
              </a:path>
            </a:pathLst>
          </a:custGeom>
          <a:noFill/>
          <a:ln w="5324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334" name="lumia-token-stream-curve">
            <a:extLst>
              <a:ext uri="{FF2B5EF4-FFF2-40B4-BE49-F238E27FC236}">
                <a16:creationId xmlns:a16="http://schemas.microsoft.com/office/drawing/2014/main" id="{49110582-8F9B-48AD-9781-62D25235D2A5}"/>
              </a:ext>
            </a:extLst>
          </p:cNvPr>
          <p:cNvSpPr>
            <a:spLocks noGrp="1"/>
          </p:cNvSpPr>
          <p:nvPr/>
        </p:nvSpPr>
        <p:spPr>
          <a:xfrm>
            <a:off x="2085993" y="5711647"/>
            <a:ext cx="229338" cy="11990"/>
          </a:xfrm>
          <a:custGeom>
            <a:avLst/>
            <a:gdLst/>
            <a:ahLst/>
            <a:cxnLst/>
            <a:rect l="0" t="0" r="0" b="0"/>
            <a:pathLst>
              <a:path w="229338" h="11990">
                <a:moveTo>
                  <a:pt x="0" y="11990"/>
                </a:moveTo>
                <a:lnTo>
                  <a:pt x="229338" y="0"/>
                </a:lnTo>
              </a:path>
            </a:pathLst>
          </a:custGeom>
          <a:noFill/>
          <a:ln w="5324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335" name="lumia-token-stream-curve">
            <a:extLst>
              <a:ext uri="{FF2B5EF4-FFF2-40B4-BE49-F238E27FC236}">
                <a16:creationId xmlns:a16="http://schemas.microsoft.com/office/drawing/2014/main" id="{7AE3CD84-989B-422B-ACD3-D4ACCF11B51B}"/>
              </a:ext>
            </a:extLst>
          </p:cNvPr>
          <p:cNvSpPr>
            <a:spLocks noGrp="1"/>
          </p:cNvSpPr>
          <p:nvPr/>
        </p:nvSpPr>
        <p:spPr>
          <a:xfrm>
            <a:off x="2315332" y="5698723"/>
            <a:ext cx="233484" cy="12924"/>
          </a:xfrm>
          <a:custGeom>
            <a:avLst/>
            <a:gdLst/>
            <a:ahLst/>
            <a:cxnLst/>
            <a:rect l="0" t="0" r="0" b="0"/>
            <a:pathLst>
              <a:path w="233484" h="12924">
                <a:moveTo>
                  <a:pt x="0" y="12924"/>
                </a:moveTo>
                <a:lnTo>
                  <a:pt x="233484" y="0"/>
                </a:lnTo>
              </a:path>
            </a:pathLst>
          </a:custGeom>
          <a:noFill/>
          <a:ln w="5324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336" name="lumia-token-stream-curve">
            <a:extLst>
              <a:ext uri="{FF2B5EF4-FFF2-40B4-BE49-F238E27FC236}">
                <a16:creationId xmlns:a16="http://schemas.microsoft.com/office/drawing/2014/main" id="{BE0D244F-3138-471E-B956-D332A9F3253A}"/>
              </a:ext>
            </a:extLst>
          </p:cNvPr>
          <p:cNvSpPr>
            <a:spLocks noGrp="1"/>
          </p:cNvSpPr>
          <p:nvPr/>
        </p:nvSpPr>
        <p:spPr>
          <a:xfrm>
            <a:off x="2548815" y="5686964"/>
            <a:ext cx="237522" cy="11759"/>
          </a:xfrm>
          <a:custGeom>
            <a:avLst/>
            <a:gdLst/>
            <a:ahLst/>
            <a:cxnLst/>
            <a:rect l="0" t="0" r="0" b="0"/>
            <a:pathLst>
              <a:path w="237522" h="11759">
                <a:moveTo>
                  <a:pt x="0" y="11759"/>
                </a:moveTo>
                <a:lnTo>
                  <a:pt x="237522" y="0"/>
                </a:lnTo>
              </a:path>
            </a:pathLst>
          </a:custGeom>
          <a:noFill/>
          <a:ln w="5324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337" name="lumia-token-stream-curve">
            <a:extLst>
              <a:ext uri="{FF2B5EF4-FFF2-40B4-BE49-F238E27FC236}">
                <a16:creationId xmlns:a16="http://schemas.microsoft.com/office/drawing/2014/main" id="{A893B21A-B182-45B2-A2D3-09000CE8D263}"/>
              </a:ext>
            </a:extLst>
          </p:cNvPr>
          <p:cNvSpPr>
            <a:spLocks noGrp="1"/>
          </p:cNvSpPr>
          <p:nvPr/>
        </p:nvSpPr>
        <p:spPr>
          <a:xfrm>
            <a:off x="2786337" y="5678134"/>
            <a:ext cx="241454" cy="9525"/>
          </a:xfrm>
          <a:custGeom>
            <a:avLst/>
            <a:gdLst/>
            <a:ahLst/>
            <a:cxnLst/>
            <a:rect l="0" t="0" r="0" b="0"/>
            <a:pathLst>
              <a:path w="241454" h="9525">
                <a:moveTo>
                  <a:pt x="0" y="8830"/>
                </a:moveTo>
                <a:lnTo>
                  <a:pt x="241454" y="0"/>
                </a:lnTo>
              </a:path>
            </a:pathLst>
          </a:custGeom>
          <a:noFill/>
          <a:ln w="5324">
            <a:solidFill>
              <a:srgbClr val="6F3C86">
                <a:alpha val="8000"/>
              </a:srgbClr>
            </a:solidFill>
            <a:prstDash val="solid"/>
          </a:ln>
        </p:spPr>
      </p:sp>
      <p:sp>
        <p:nvSpPr>
          <p:cNvPr id="338" name="lumia-token-stream-curve">
            <a:extLst>
              <a:ext uri="{FF2B5EF4-FFF2-40B4-BE49-F238E27FC236}">
                <a16:creationId xmlns:a16="http://schemas.microsoft.com/office/drawing/2014/main" id="{FCEF04B2-5A53-4EBD-9A06-CACABF588B1D}"/>
              </a:ext>
            </a:extLst>
          </p:cNvPr>
          <p:cNvSpPr>
            <a:spLocks noGrp="1"/>
          </p:cNvSpPr>
          <p:nvPr/>
        </p:nvSpPr>
        <p:spPr>
          <a:xfrm>
            <a:off x="3027791" y="5673435"/>
            <a:ext cx="245279" cy="9525"/>
          </a:xfrm>
          <a:custGeom>
            <a:avLst/>
            <a:gdLst/>
            <a:ahLst/>
            <a:cxnLst/>
            <a:rect l="0" t="0" r="0" b="0"/>
            <a:pathLst>
              <a:path w="245279" h="9525">
                <a:moveTo>
                  <a:pt x="0" y="4699"/>
                </a:moveTo>
                <a:lnTo>
                  <a:pt x="245279" y="0"/>
                </a:lnTo>
              </a:path>
            </a:pathLst>
          </a:custGeom>
          <a:noFill/>
          <a:ln w="5324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339" name="lumia-token-stream-curve">
            <a:extLst>
              <a:ext uri="{FF2B5EF4-FFF2-40B4-BE49-F238E27FC236}">
                <a16:creationId xmlns:a16="http://schemas.microsoft.com/office/drawing/2014/main" id="{4C8C3E65-AD38-4A0D-B05A-800573B184D8}"/>
              </a:ext>
            </a:extLst>
          </p:cNvPr>
          <p:cNvSpPr>
            <a:spLocks noGrp="1"/>
          </p:cNvSpPr>
          <p:nvPr/>
        </p:nvSpPr>
        <p:spPr>
          <a:xfrm>
            <a:off x="3273071" y="5673314"/>
            <a:ext cx="248998" cy="9525"/>
          </a:xfrm>
          <a:custGeom>
            <a:avLst/>
            <a:gdLst/>
            <a:ahLst/>
            <a:cxnLst/>
            <a:rect l="0" t="0" r="0" b="0"/>
            <a:pathLst>
              <a:path w="248998" h="9525">
                <a:moveTo>
                  <a:pt x="0" y="121"/>
                </a:moveTo>
                <a:lnTo>
                  <a:pt x="248998" y="0"/>
                </a:lnTo>
              </a:path>
            </a:pathLst>
          </a:custGeom>
          <a:noFill/>
          <a:ln w="5324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340" name="lumia-token-stream-curve">
            <a:extLst>
              <a:ext uri="{FF2B5EF4-FFF2-40B4-BE49-F238E27FC236}">
                <a16:creationId xmlns:a16="http://schemas.microsoft.com/office/drawing/2014/main" id="{CE421296-BB9F-4E41-9294-3B93F496A6A2}"/>
              </a:ext>
            </a:extLst>
          </p:cNvPr>
          <p:cNvSpPr>
            <a:spLocks noGrp="1"/>
          </p:cNvSpPr>
          <p:nvPr/>
        </p:nvSpPr>
        <p:spPr>
          <a:xfrm>
            <a:off x="3522068" y="5673314"/>
            <a:ext cx="252610" cy="9525"/>
          </a:xfrm>
          <a:custGeom>
            <a:avLst/>
            <a:gdLst/>
            <a:ahLst/>
            <a:cxnLst/>
            <a:rect l="0" t="0" r="0" b="0"/>
            <a:pathLst>
              <a:path w="252610" h="9525">
                <a:moveTo>
                  <a:pt x="0" y="0"/>
                </a:moveTo>
                <a:lnTo>
                  <a:pt x="252610" y="4018"/>
                </a:lnTo>
              </a:path>
            </a:pathLst>
          </a:custGeom>
          <a:noFill/>
          <a:ln w="5325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341" name="lumia-token-stream-curve">
            <a:extLst>
              <a:ext uri="{FF2B5EF4-FFF2-40B4-BE49-F238E27FC236}">
                <a16:creationId xmlns:a16="http://schemas.microsoft.com/office/drawing/2014/main" id="{B8D1AAF1-29F0-4046-A511-79B994F0F172}"/>
              </a:ext>
            </a:extLst>
          </p:cNvPr>
          <p:cNvSpPr>
            <a:spLocks noGrp="1"/>
          </p:cNvSpPr>
          <p:nvPr/>
        </p:nvSpPr>
        <p:spPr>
          <a:xfrm>
            <a:off x="3774678" y="5677332"/>
            <a:ext cx="256115" cy="9525"/>
          </a:xfrm>
          <a:custGeom>
            <a:avLst/>
            <a:gdLst/>
            <a:ahLst/>
            <a:cxnLst/>
            <a:rect l="0" t="0" r="0" b="0"/>
            <a:pathLst>
              <a:path w="256115" h="9525">
                <a:moveTo>
                  <a:pt x="0" y="0"/>
                </a:moveTo>
                <a:lnTo>
                  <a:pt x="256115" y="6787"/>
                </a:lnTo>
              </a:path>
            </a:pathLst>
          </a:custGeom>
          <a:noFill/>
          <a:ln w="5341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342" name="lumia-token-stream-curve">
            <a:extLst>
              <a:ext uri="{FF2B5EF4-FFF2-40B4-BE49-F238E27FC236}">
                <a16:creationId xmlns:a16="http://schemas.microsoft.com/office/drawing/2014/main" id="{3CD70D1A-1BAA-4CBC-85E6-A08DF61B2203}"/>
              </a:ext>
            </a:extLst>
          </p:cNvPr>
          <p:cNvSpPr>
            <a:spLocks noGrp="1"/>
          </p:cNvSpPr>
          <p:nvPr/>
        </p:nvSpPr>
        <p:spPr>
          <a:xfrm>
            <a:off x="4030793" y="5684118"/>
            <a:ext cx="259513" cy="9525"/>
          </a:xfrm>
          <a:custGeom>
            <a:avLst/>
            <a:gdLst/>
            <a:ahLst/>
            <a:cxnLst/>
            <a:rect l="0" t="0" r="0" b="0"/>
            <a:pathLst>
              <a:path w="259513" h="9525">
                <a:moveTo>
                  <a:pt x="0" y="0"/>
                </a:moveTo>
                <a:lnTo>
                  <a:pt x="259513" y="7320"/>
                </a:lnTo>
              </a:path>
            </a:pathLst>
          </a:custGeom>
          <a:noFill/>
          <a:ln w="5378">
            <a:solidFill>
              <a:srgbClr val="B0405B">
                <a:alpha val="9000"/>
              </a:srgbClr>
            </a:solidFill>
            <a:prstDash val="solid"/>
          </a:ln>
        </p:spPr>
      </p:sp>
      <p:sp>
        <p:nvSpPr>
          <p:cNvPr id="343" name="lumia-token-stream-curve">
            <a:extLst>
              <a:ext uri="{FF2B5EF4-FFF2-40B4-BE49-F238E27FC236}">
                <a16:creationId xmlns:a16="http://schemas.microsoft.com/office/drawing/2014/main" id="{A0A151E6-4882-48C1-9E47-7931E07F1628}"/>
              </a:ext>
            </a:extLst>
          </p:cNvPr>
          <p:cNvSpPr>
            <a:spLocks noGrp="1"/>
          </p:cNvSpPr>
          <p:nvPr/>
        </p:nvSpPr>
        <p:spPr>
          <a:xfrm>
            <a:off x="4290306" y="5691438"/>
            <a:ext cx="262805" cy="9525"/>
          </a:xfrm>
          <a:custGeom>
            <a:avLst/>
            <a:gdLst/>
            <a:ahLst/>
            <a:cxnLst/>
            <a:rect l="0" t="0" r="0" b="0"/>
            <a:pathLst>
              <a:path w="262805" h="9525">
                <a:moveTo>
                  <a:pt x="0" y="0"/>
                </a:moveTo>
                <a:lnTo>
                  <a:pt x="262805" y="4928"/>
                </a:lnTo>
              </a:path>
            </a:pathLst>
          </a:custGeom>
          <a:noFill/>
          <a:ln w="5434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344" name="lumia-token-stream-curve">
            <a:extLst>
              <a:ext uri="{FF2B5EF4-FFF2-40B4-BE49-F238E27FC236}">
                <a16:creationId xmlns:a16="http://schemas.microsoft.com/office/drawing/2014/main" id="{8FB4F08A-0F66-41D8-92AD-25607B8934D4}"/>
              </a:ext>
            </a:extLst>
          </p:cNvPr>
          <p:cNvSpPr>
            <a:spLocks noGrp="1"/>
          </p:cNvSpPr>
          <p:nvPr/>
        </p:nvSpPr>
        <p:spPr>
          <a:xfrm>
            <a:off x="4553111" y="5695570"/>
            <a:ext cx="265990" cy="9525"/>
          </a:xfrm>
          <a:custGeom>
            <a:avLst/>
            <a:gdLst/>
            <a:ahLst/>
            <a:cxnLst/>
            <a:rect l="0" t="0" r="0" b="0"/>
            <a:pathLst>
              <a:path w="265990" h="9525">
                <a:moveTo>
                  <a:pt x="0" y="796"/>
                </a:moveTo>
                <a:lnTo>
                  <a:pt x="265990" y="0"/>
                </a:lnTo>
              </a:path>
            </a:pathLst>
          </a:custGeom>
          <a:noFill/>
          <a:ln w="5507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345" name="lumia-token-stream-curve">
            <a:extLst>
              <a:ext uri="{FF2B5EF4-FFF2-40B4-BE49-F238E27FC236}">
                <a16:creationId xmlns:a16="http://schemas.microsoft.com/office/drawing/2014/main" id="{92A2B103-481A-415C-9440-D34FE31B03EB}"/>
              </a:ext>
            </a:extLst>
          </p:cNvPr>
          <p:cNvSpPr>
            <a:spLocks noGrp="1"/>
          </p:cNvSpPr>
          <p:nvPr/>
        </p:nvSpPr>
        <p:spPr>
          <a:xfrm>
            <a:off x="4819101" y="5685676"/>
            <a:ext cx="269069" cy="9894"/>
          </a:xfrm>
          <a:custGeom>
            <a:avLst/>
            <a:gdLst/>
            <a:ahLst/>
            <a:cxnLst/>
            <a:rect l="0" t="0" r="0" b="0"/>
            <a:pathLst>
              <a:path w="269069" h="9894">
                <a:moveTo>
                  <a:pt x="0" y="9894"/>
                </a:moveTo>
                <a:lnTo>
                  <a:pt x="269069" y="0"/>
                </a:lnTo>
              </a:path>
            </a:pathLst>
          </a:custGeom>
          <a:noFill/>
          <a:ln w="5596">
            <a:solidFill>
              <a:srgbClr val="D74242">
                <a:alpha val="10000"/>
              </a:srgbClr>
            </a:solidFill>
            <a:prstDash val="solid"/>
          </a:ln>
        </p:spPr>
      </p:sp>
      <p:sp>
        <p:nvSpPr>
          <p:cNvPr id="346" name="lumia-token-stream-curve">
            <a:extLst>
              <a:ext uri="{FF2B5EF4-FFF2-40B4-BE49-F238E27FC236}">
                <a16:creationId xmlns:a16="http://schemas.microsoft.com/office/drawing/2014/main" id="{70CE92C1-2A5E-4B6B-ABAE-E4130E625C45}"/>
              </a:ext>
            </a:extLst>
          </p:cNvPr>
          <p:cNvSpPr>
            <a:spLocks noGrp="1"/>
          </p:cNvSpPr>
          <p:nvPr/>
        </p:nvSpPr>
        <p:spPr>
          <a:xfrm>
            <a:off x="5088170" y="5663679"/>
            <a:ext cx="272040" cy="21997"/>
          </a:xfrm>
          <a:custGeom>
            <a:avLst/>
            <a:gdLst/>
            <a:ahLst/>
            <a:cxnLst/>
            <a:rect l="0" t="0" r="0" b="0"/>
            <a:pathLst>
              <a:path w="272040" h="21997">
                <a:moveTo>
                  <a:pt x="0" y="21997"/>
                </a:moveTo>
                <a:lnTo>
                  <a:pt x="272040" y="0"/>
                </a:lnTo>
              </a:path>
            </a:pathLst>
          </a:custGeom>
          <a:noFill/>
          <a:ln w="5699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347" name="lumia-token-stream-curve">
            <a:extLst>
              <a:ext uri="{FF2B5EF4-FFF2-40B4-BE49-F238E27FC236}">
                <a16:creationId xmlns:a16="http://schemas.microsoft.com/office/drawing/2014/main" id="{7BF14497-3B16-412C-A21C-04C64F1F29C3}"/>
              </a:ext>
            </a:extLst>
          </p:cNvPr>
          <p:cNvSpPr>
            <a:spLocks noGrp="1"/>
          </p:cNvSpPr>
          <p:nvPr/>
        </p:nvSpPr>
        <p:spPr>
          <a:xfrm>
            <a:off x="5360211" y="5627344"/>
            <a:ext cx="274906" cy="36335"/>
          </a:xfrm>
          <a:custGeom>
            <a:avLst/>
            <a:gdLst/>
            <a:ahLst/>
            <a:cxnLst/>
            <a:rect l="0" t="0" r="0" b="0"/>
            <a:pathLst>
              <a:path w="274906" h="36335">
                <a:moveTo>
                  <a:pt x="0" y="36335"/>
                </a:moveTo>
                <a:lnTo>
                  <a:pt x="274906" y="0"/>
                </a:lnTo>
              </a:path>
            </a:pathLst>
          </a:custGeom>
          <a:noFill/>
          <a:ln w="5815">
            <a:solidFill>
              <a:srgbClr val="EB4833">
                <a:alpha val="11000"/>
              </a:srgbClr>
            </a:solidFill>
            <a:prstDash val="solid"/>
          </a:ln>
        </p:spPr>
      </p:sp>
      <p:sp>
        <p:nvSpPr>
          <p:cNvPr id="348" name="lumia-token-stream-curve">
            <a:extLst>
              <a:ext uri="{FF2B5EF4-FFF2-40B4-BE49-F238E27FC236}">
                <a16:creationId xmlns:a16="http://schemas.microsoft.com/office/drawing/2014/main" id="{59670D3A-158F-481C-83F2-2A1E5454A3A1}"/>
              </a:ext>
            </a:extLst>
          </p:cNvPr>
          <p:cNvSpPr>
            <a:spLocks noGrp="1"/>
          </p:cNvSpPr>
          <p:nvPr/>
        </p:nvSpPr>
        <p:spPr>
          <a:xfrm>
            <a:off x="5635116" y="5575543"/>
            <a:ext cx="277664" cy="51801"/>
          </a:xfrm>
          <a:custGeom>
            <a:avLst/>
            <a:gdLst/>
            <a:ahLst/>
            <a:cxnLst/>
            <a:rect l="0" t="0" r="0" b="0"/>
            <a:pathLst>
              <a:path w="277664" h="51801">
                <a:moveTo>
                  <a:pt x="0" y="51801"/>
                </a:moveTo>
                <a:lnTo>
                  <a:pt x="277664" y="0"/>
                </a:lnTo>
              </a:path>
            </a:pathLst>
          </a:custGeom>
          <a:noFill/>
          <a:ln w="5943">
            <a:solidFill>
              <a:srgbClr val="EC532F">
                <a:alpha val="11000"/>
              </a:srgbClr>
            </a:solidFill>
            <a:prstDash val="solid"/>
          </a:ln>
        </p:spPr>
      </p:sp>
      <p:sp>
        <p:nvSpPr>
          <p:cNvPr id="349" name="lumia-token-stream-curve">
            <a:extLst>
              <a:ext uri="{FF2B5EF4-FFF2-40B4-BE49-F238E27FC236}">
                <a16:creationId xmlns:a16="http://schemas.microsoft.com/office/drawing/2014/main" id="{F12F7B81-57F9-4DB4-BD8E-F8194E2660FA}"/>
              </a:ext>
            </a:extLst>
          </p:cNvPr>
          <p:cNvSpPr>
            <a:spLocks noGrp="1"/>
          </p:cNvSpPr>
          <p:nvPr/>
        </p:nvSpPr>
        <p:spPr>
          <a:xfrm>
            <a:off x="5912780" y="5508482"/>
            <a:ext cx="280316" cy="67061"/>
          </a:xfrm>
          <a:custGeom>
            <a:avLst/>
            <a:gdLst/>
            <a:ahLst/>
            <a:cxnLst/>
            <a:rect l="0" t="0" r="0" b="0"/>
            <a:pathLst>
              <a:path w="280316" h="67061">
                <a:moveTo>
                  <a:pt x="0" y="67061"/>
                </a:moveTo>
                <a:lnTo>
                  <a:pt x="280316" y="0"/>
                </a:lnTo>
              </a:path>
            </a:pathLst>
          </a:custGeom>
          <a:noFill/>
          <a:ln w="6080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350" name="lumia-token-stream-curve">
            <a:extLst>
              <a:ext uri="{FF2B5EF4-FFF2-40B4-BE49-F238E27FC236}">
                <a16:creationId xmlns:a16="http://schemas.microsoft.com/office/drawing/2014/main" id="{64615EC0-978B-4676-A58D-4766733E18EF}"/>
              </a:ext>
            </a:extLst>
          </p:cNvPr>
          <p:cNvSpPr>
            <a:spLocks noGrp="1"/>
          </p:cNvSpPr>
          <p:nvPr/>
        </p:nvSpPr>
        <p:spPr>
          <a:xfrm>
            <a:off x="6193096" y="5427756"/>
            <a:ext cx="282861" cy="80725"/>
          </a:xfrm>
          <a:custGeom>
            <a:avLst/>
            <a:gdLst/>
            <a:ahLst/>
            <a:cxnLst/>
            <a:rect l="0" t="0" r="0" b="0"/>
            <a:pathLst>
              <a:path w="282861" h="80725">
                <a:moveTo>
                  <a:pt x="0" y="80725"/>
                </a:moveTo>
                <a:lnTo>
                  <a:pt x="282861" y="0"/>
                </a:lnTo>
              </a:path>
            </a:pathLst>
          </a:custGeom>
          <a:noFill/>
          <a:ln w="6226">
            <a:solidFill>
              <a:srgbClr val="EF6926">
                <a:alpha val="12000"/>
              </a:srgbClr>
            </a:solidFill>
            <a:prstDash val="solid"/>
          </a:ln>
        </p:spPr>
      </p:sp>
      <p:sp>
        <p:nvSpPr>
          <p:cNvPr id="351" name="lumia-token-stream-curve">
            <a:extLst>
              <a:ext uri="{FF2B5EF4-FFF2-40B4-BE49-F238E27FC236}">
                <a16:creationId xmlns:a16="http://schemas.microsoft.com/office/drawing/2014/main" id="{FB8EF9D5-457A-4F58-8345-A1014B08E4B6}"/>
              </a:ext>
            </a:extLst>
          </p:cNvPr>
          <p:cNvSpPr>
            <a:spLocks noGrp="1"/>
          </p:cNvSpPr>
          <p:nvPr/>
        </p:nvSpPr>
        <p:spPr>
          <a:xfrm>
            <a:off x="6475957" y="5336231"/>
            <a:ext cx="285299" cy="91525"/>
          </a:xfrm>
          <a:custGeom>
            <a:avLst/>
            <a:gdLst/>
            <a:ahLst/>
            <a:cxnLst/>
            <a:rect l="0" t="0" r="0" b="0"/>
            <a:pathLst>
              <a:path w="285299" h="91525">
                <a:moveTo>
                  <a:pt x="0" y="91525"/>
                </a:moveTo>
                <a:lnTo>
                  <a:pt x="285299" y="0"/>
                </a:lnTo>
              </a:path>
            </a:pathLst>
          </a:custGeom>
          <a:noFill/>
          <a:ln w="6378">
            <a:solidFill>
              <a:srgbClr val="F17322">
                <a:alpha val="12000"/>
              </a:srgbClr>
            </a:solidFill>
            <a:prstDash val="solid"/>
          </a:ln>
        </p:spPr>
      </p:sp>
      <p:sp>
        <p:nvSpPr>
          <p:cNvPr id="352" name="lumia-token-stream-curve">
            <a:extLst>
              <a:ext uri="{FF2B5EF4-FFF2-40B4-BE49-F238E27FC236}">
                <a16:creationId xmlns:a16="http://schemas.microsoft.com/office/drawing/2014/main" id="{21E817CB-99EB-4F30-A29F-3174AE78AC1A}"/>
              </a:ext>
            </a:extLst>
          </p:cNvPr>
          <p:cNvSpPr>
            <a:spLocks noGrp="1"/>
          </p:cNvSpPr>
          <p:nvPr/>
        </p:nvSpPr>
        <p:spPr>
          <a:xfrm>
            <a:off x="6761256" y="5237727"/>
            <a:ext cx="287631" cy="98504"/>
          </a:xfrm>
          <a:custGeom>
            <a:avLst/>
            <a:gdLst/>
            <a:ahLst/>
            <a:cxnLst/>
            <a:rect l="0" t="0" r="0" b="0"/>
            <a:pathLst>
              <a:path w="287631" h="98504">
                <a:moveTo>
                  <a:pt x="0" y="98504"/>
                </a:moveTo>
                <a:lnTo>
                  <a:pt x="287631" y="0"/>
                </a:lnTo>
              </a:path>
            </a:pathLst>
          </a:custGeom>
          <a:noFill/>
          <a:ln w="6536">
            <a:solidFill>
              <a:srgbClr val="F27E1E">
                <a:alpha val="13000"/>
              </a:srgbClr>
            </a:solidFill>
            <a:prstDash val="solid"/>
          </a:ln>
        </p:spPr>
      </p:sp>
      <p:sp>
        <p:nvSpPr>
          <p:cNvPr id="353" name="lumia-token-stream-curve">
            <a:extLst>
              <a:ext uri="{FF2B5EF4-FFF2-40B4-BE49-F238E27FC236}">
                <a16:creationId xmlns:a16="http://schemas.microsoft.com/office/drawing/2014/main" id="{87C04910-591B-40CC-8966-6F5682DFE02F}"/>
              </a:ext>
            </a:extLst>
          </p:cNvPr>
          <p:cNvSpPr>
            <a:spLocks noGrp="1"/>
          </p:cNvSpPr>
          <p:nvPr/>
        </p:nvSpPr>
        <p:spPr>
          <a:xfrm>
            <a:off x="7048887" y="5136555"/>
            <a:ext cx="289856" cy="101173"/>
          </a:xfrm>
          <a:custGeom>
            <a:avLst/>
            <a:gdLst/>
            <a:ahLst/>
            <a:cxnLst/>
            <a:rect l="0" t="0" r="0" b="0"/>
            <a:pathLst>
              <a:path w="289856" h="101173">
                <a:moveTo>
                  <a:pt x="0" y="101173"/>
                </a:moveTo>
                <a:lnTo>
                  <a:pt x="289856" y="0"/>
                </a:lnTo>
              </a:path>
            </a:pathLst>
          </a:custGeom>
          <a:noFill/>
          <a:ln w="6697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354" name="lumia-token-stream-curve">
            <a:extLst>
              <a:ext uri="{FF2B5EF4-FFF2-40B4-BE49-F238E27FC236}">
                <a16:creationId xmlns:a16="http://schemas.microsoft.com/office/drawing/2014/main" id="{F3EA5ADE-9E2D-49E0-8A70-00D71844549C}"/>
              </a:ext>
            </a:extLst>
          </p:cNvPr>
          <p:cNvSpPr>
            <a:spLocks noGrp="1"/>
          </p:cNvSpPr>
          <p:nvPr/>
        </p:nvSpPr>
        <p:spPr>
          <a:xfrm>
            <a:off x="7338743" y="5036940"/>
            <a:ext cx="291974" cy="99615"/>
          </a:xfrm>
          <a:custGeom>
            <a:avLst/>
            <a:gdLst/>
            <a:ahLst/>
            <a:cxnLst/>
            <a:rect l="0" t="0" r="0" b="0"/>
            <a:pathLst>
              <a:path w="291974" h="99615">
                <a:moveTo>
                  <a:pt x="0" y="99615"/>
                </a:moveTo>
                <a:lnTo>
                  <a:pt x="291974" y="0"/>
                </a:lnTo>
              </a:path>
            </a:pathLst>
          </a:custGeom>
          <a:noFill/>
          <a:ln w="6860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355" name="lumia-token-stream-curve">
            <a:extLst>
              <a:ext uri="{FF2B5EF4-FFF2-40B4-BE49-F238E27FC236}">
                <a16:creationId xmlns:a16="http://schemas.microsoft.com/office/drawing/2014/main" id="{8E083B44-B5EF-4958-A4C8-BC2EAA21729A}"/>
              </a:ext>
            </a:extLst>
          </p:cNvPr>
          <p:cNvSpPr>
            <a:spLocks noGrp="1"/>
          </p:cNvSpPr>
          <p:nvPr/>
        </p:nvSpPr>
        <p:spPr>
          <a:xfrm>
            <a:off x="7630718" y="4942430"/>
            <a:ext cx="293986" cy="94510"/>
          </a:xfrm>
          <a:custGeom>
            <a:avLst/>
            <a:gdLst/>
            <a:ahLst/>
            <a:cxnLst/>
            <a:rect l="0" t="0" r="0" b="0"/>
            <a:pathLst>
              <a:path w="293986" h="94510">
                <a:moveTo>
                  <a:pt x="0" y="94510"/>
                </a:moveTo>
                <a:lnTo>
                  <a:pt x="293986" y="0"/>
                </a:lnTo>
              </a:path>
            </a:pathLst>
          </a:custGeom>
          <a:noFill/>
          <a:ln w="7023">
            <a:solidFill>
              <a:srgbClr val="F79E11">
                <a:alpha val="14000"/>
              </a:srgbClr>
            </a:solidFill>
            <a:prstDash val="solid"/>
          </a:ln>
        </p:spPr>
      </p:sp>
      <p:sp>
        <p:nvSpPr>
          <p:cNvPr id="356" name="lumia-token-stream-curve">
            <a:extLst>
              <a:ext uri="{FF2B5EF4-FFF2-40B4-BE49-F238E27FC236}">
                <a16:creationId xmlns:a16="http://schemas.microsoft.com/office/drawing/2014/main" id="{4F039CCC-7AE3-43F3-87DA-CB4800A120C9}"/>
              </a:ext>
            </a:extLst>
          </p:cNvPr>
          <p:cNvSpPr>
            <a:spLocks noGrp="1"/>
          </p:cNvSpPr>
          <p:nvPr/>
        </p:nvSpPr>
        <p:spPr>
          <a:xfrm>
            <a:off x="7924704" y="4855354"/>
            <a:ext cx="295891" cy="87076"/>
          </a:xfrm>
          <a:custGeom>
            <a:avLst/>
            <a:gdLst/>
            <a:ahLst/>
            <a:cxnLst/>
            <a:rect l="0" t="0" r="0" b="0"/>
            <a:pathLst>
              <a:path w="295891" h="87076">
                <a:moveTo>
                  <a:pt x="0" y="87076"/>
                </a:moveTo>
                <a:lnTo>
                  <a:pt x="295891" y="0"/>
                </a:lnTo>
              </a:path>
            </a:pathLst>
          </a:custGeom>
          <a:noFill/>
          <a:ln w="7186">
            <a:solidFill>
              <a:srgbClr val="F8A90C">
                <a:alpha val="14000"/>
              </a:srgbClr>
            </a:solidFill>
            <a:prstDash val="solid"/>
          </a:ln>
        </p:spPr>
      </p:sp>
      <p:sp>
        <p:nvSpPr>
          <p:cNvPr id="357" name="lumia-token-stream-curve">
            <a:extLst>
              <a:ext uri="{FF2B5EF4-FFF2-40B4-BE49-F238E27FC236}">
                <a16:creationId xmlns:a16="http://schemas.microsoft.com/office/drawing/2014/main" id="{CF040651-C4B6-4E41-B9E7-C3FF7E86428C}"/>
              </a:ext>
            </a:extLst>
          </p:cNvPr>
          <p:cNvSpPr>
            <a:spLocks noGrp="1"/>
          </p:cNvSpPr>
          <p:nvPr/>
        </p:nvSpPr>
        <p:spPr>
          <a:xfrm>
            <a:off x="8220595" y="4776432"/>
            <a:ext cx="297690" cy="78922"/>
          </a:xfrm>
          <a:custGeom>
            <a:avLst/>
            <a:gdLst/>
            <a:ahLst/>
            <a:cxnLst/>
            <a:rect l="0" t="0" r="0" b="0"/>
            <a:pathLst>
              <a:path w="297690" h="78922">
                <a:moveTo>
                  <a:pt x="0" y="78922"/>
                </a:moveTo>
                <a:lnTo>
                  <a:pt x="297690" y="0"/>
                </a:lnTo>
              </a:path>
            </a:pathLst>
          </a:custGeom>
          <a:noFill/>
          <a:ln w="7347">
            <a:solidFill>
              <a:srgbClr val="FAB408">
                <a:alpha val="14000"/>
              </a:srgbClr>
            </a:solidFill>
            <a:prstDash val="solid"/>
          </a:ln>
        </p:spPr>
      </p:sp>
      <p:sp>
        <p:nvSpPr>
          <p:cNvPr id="358" name="lumia-token-stream-curve">
            <a:extLst>
              <a:ext uri="{FF2B5EF4-FFF2-40B4-BE49-F238E27FC236}">
                <a16:creationId xmlns:a16="http://schemas.microsoft.com/office/drawing/2014/main" id="{2BB1AED6-E72F-4130-B6D6-89B382DA8E73}"/>
              </a:ext>
            </a:extLst>
          </p:cNvPr>
          <p:cNvSpPr>
            <a:spLocks noGrp="1"/>
          </p:cNvSpPr>
          <p:nvPr/>
        </p:nvSpPr>
        <p:spPr>
          <a:xfrm>
            <a:off x="8518284" y="4704598"/>
            <a:ext cx="299381" cy="71833"/>
          </a:xfrm>
          <a:custGeom>
            <a:avLst/>
            <a:gdLst/>
            <a:ahLst/>
            <a:cxnLst/>
            <a:rect l="0" t="0" r="0" b="0"/>
            <a:pathLst>
              <a:path w="299381" h="71833">
                <a:moveTo>
                  <a:pt x="0" y="71833"/>
                </a:moveTo>
                <a:lnTo>
                  <a:pt x="299381" y="0"/>
                </a:lnTo>
              </a:path>
            </a:pathLst>
          </a:custGeom>
          <a:noFill/>
          <a:ln w="7503">
            <a:solidFill>
              <a:srgbClr val="F7BC07">
                <a:alpha val="15000"/>
              </a:srgbClr>
            </a:solidFill>
            <a:prstDash val="solid"/>
          </a:ln>
        </p:spPr>
      </p:sp>
      <p:sp>
        <p:nvSpPr>
          <p:cNvPr id="359" name="lumia-token-stream-curve">
            <a:extLst>
              <a:ext uri="{FF2B5EF4-FFF2-40B4-BE49-F238E27FC236}">
                <a16:creationId xmlns:a16="http://schemas.microsoft.com/office/drawing/2014/main" id="{43082E70-10E4-4516-BB1D-4F1B860B606D}"/>
              </a:ext>
            </a:extLst>
          </p:cNvPr>
          <p:cNvSpPr>
            <a:spLocks noGrp="1"/>
          </p:cNvSpPr>
          <p:nvPr/>
        </p:nvSpPr>
        <p:spPr>
          <a:xfrm>
            <a:off x="8817666" y="4637086"/>
            <a:ext cx="300966" cy="67513"/>
          </a:xfrm>
          <a:custGeom>
            <a:avLst/>
            <a:gdLst/>
            <a:ahLst/>
            <a:cxnLst/>
            <a:rect l="0" t="0" r="0" b="0"/>
            <a:pathLst>
              <a:path w="300966" h="67513">
                <a:moveTo>
                  <a:pt x="0" y="67513"/>
                </a:moveTo>
                <a:lnTo>
                  <a:pt x="300966" y="0"/>
                </a:lnTo>
              </a:path>
            </a:pathLst>
          </a:custGeom>
          <a:noFill/>
          <a:ln w="7654">
            <a:solidFill>
              <a:srgbClr val="E5BA0E">
                <a:alpha val="15000"/>
              </a:srgbClr>
            </a:solidFill>
            <a:prstDash val="solid"/>
          </a:ln>
        </p:spPr>
      </p:sp>
      <p:sp>
        <p:nvSpPr>
          <p:cNvPr id="360" name="lumia-token-stream-curve">
            <a:extLst>
              <a:ext uri="{FF2B5EF4-FFF2-40B4-BE49-F238E27FC236}">
                <a16:creationId xmlns:a16="http://schemas.microsoft.com/office/drawing/2014/main" id="{FA49AFDB-3FCF-4129-A426-F97D95725F8B}"/>
              </a:ext>
            </a:extLst>
          </p:cNvPr>
          <p:cNvSpPr>
            <a:spLocks noGrp="1"/>
          </p:cNvSpPr>
          <p:nvPr/>
        </p:nvSpPr>
        <p:spPr>
          <a:xfrm>
            <a:off x="9118632" y="4569760"/>
            <a:ext cx="302445" cy="67325"/>
          </a:xfrm>
          <a:custGeom>
            <a:avLst/>
            <a:gdLst/>
            <a:ahLst/>
            <a:cxnLst/>
            <a:rect l="0" t="0" r="0" b="0"/>
            <a:pathLst>
              <a:path w="302445" h="67325">
                <a:moveTo>
                  <a:pt x="0" y="67325"/>
                </a:moveTo>
                <a:lnTo>
                  <a:pt x="302445" y="0"/>
                </a:lnTo>
              </a:path>
            </a:pathLst>
          </a:custGeom>
          <a:noFill/>
          <a:ln w="7797">
            <a:solidFill>
              <a:srgbClr val="D3B815">
                <a:alpha val="15000"/>
              </a:srgbClr>
            </a:solidFill>
            <a:prstDash val="solid"/>
          </a:ln>
        </p:spPr>
      </p:sp>
      <p:sp>
        <p:nvSpPr>
          <p:cNvPr id="361" name="lumia-token-stream-curve">
            <a:extLst>
              <a:ext uri="{FF2B5EF4-FFF2-40B4-BE49-F238E27FC236}">
                <a16:creationId xmlns:a16="http://schemas.microsoft.com/office/drawing/2014/main" id="{2CB60447-C3DB-4776-AE50-D801C440E05F}"/>
              </a:ext>
            </a:extLst>
          </p:cNvPr>
          <p:cNvSpPr>
            <a:spLocks noGrp="1"/>
          </p:cNvSpPr>
          <p:nvPr/>
        </p:nvSpPr>
        <p:spPr>
          <a:xfrm>
            <a:off x="9421076" y="4497688"/>
            <a:ext cx="303816" cy="72072"/>
          </a:xfrm>
          <a:custGeom>
            <a:avLst/>
            <a:gdLst/>
            <a:ahLst/>
            <a:cxnLst/>
            <a:rect l="0" t="0" r="0" b="0"/>
            <a:pathLst>
              <a:path w="303816" h="72072">
                <a:moveTo>
                  <a:pt x="0" y="72072"/>
                </a:moveTo>
                <a:lnTo>
                  <a:pt x="303816" y="0"/>
                </a:lnTo>
              </a:path>
            </a:pathLst>
          </a:custGeom>
          <a:noFill/>
          <a:ln w="7932">
            <a:solidFill>
              <a:srgbClr val="C2B61C">
                <a:alpha val="16000"/>
              </a:srgbClr>
            </a:solidFill>
            <a:prstDash val="solid"/>
          </a:ln>
        </p:spPr>
      </p:sp>
      <p:sp>
        <p:nvSpPr>
          <p:cNvPr id="362" name="lumia-token-stream-curve">
            <a:extLst>
              <a:ext uri="{FF2B5EF4-FFF2-40B4-BE49-F238E27FC236}">
                <a16:creationId xmlns:a16="http://schemas.microsoft.com/office/drawing/2014/main" id="{6C971BE5-C419-4E69-8AF1-D05347AC4EED}"/>
              </a:ext>
            </a:extLst>
          </p:cNvPr>
          <p:cNvSpPr>
            <a:spLocks noGrp="1"/>
          </p:cNvSpPr>
          <p:nvPr/>
        </p:nvSpPr>
        <p:spPr>
          <a:xfrm>
            <a:off x="9724892" y="4415841"/>
            <a:ext cx="305081" cy="81847"/>
          </a:xfrm>
          <a:custGeom>
            <a:avLst/>
            <a:gdLst/>
            <a:ahLst/>
            <a:cxnLst/>
            <a:rect l="0" t="0" r="0" b="0"/>
            <a:pathLst>
              <a:path w="305081" h="81847">
                <a:moveTo>
                  <a:pt x="0" y="81847"/>
                </a:moveTo>
                <a:lnTo>
                  <a:pt x="305081" y="0"/>
                </a:lnTo>
              </a:path>
            </a:pathLst>
          </a:custGeom>
          <a:noFill/>
          <a:ln w="8057">
            <a:solidFill>
              <a:srgbClr val="B0B422">
                <a:alpha val="16000"/>
              </a:srgbClr>
            </a:solidFill>
            <a:prstDash val="solid"/>
          </a:ln>
        </p:spPr>
      </p:sp>
      <p:sp>
        <p:nvSpPr>
          <p:cNvPr id="363" name="lumia-token-stream-curve">
            <a:extLst>
              <a:ext uri="{FF2B5EF4-FFF2-40B4-BE49-F238E27FC236}">
                <a16:creationId xmlns:a16="http://schemas.microsoft.com/office/drawing/2014/main" id="{AB0C20AF-D43F-4686-9B16-A14D2D8AE3AA}"/>
              </a:ext>
            </a:extLst>
          </p:cNvPr>
          <p:cNvSpPr>
            <a:spLocks noGrp="1"/>
          </p:cNvSpPr>
          <p:nvPr/>
        </p:nvSpPr>
        <p:spPr>
          <a:xfrm>
            <a:off x="10029974" y="4319849"/>
            <a:ext cx="306239" cy="95992"/>
          </a:xfrm>
          <a:custGeom>
            <a:avLst/>
            <a:gdLst/>
            <a:ahLst/>
            <a:cxnLst/>
            <a:rect l="0" t="0" r="0" b="0"/>
            <a:pathLst>
              <a:path w="306239" h="95992">
                <a:moveTo>
                  <a:pt x="0" y="95992"/>
                </a:moveTo>
                <a:lnTo>
                  <a:pt x="306239" y="0"/>
                </a:lnTo>
              </a:path>
            </a:pathLst>
          </a:custGeom>
          <a:noFill/>
          <a:ln w="8170">
            <a:solidFill>
              <a:srgbClr val="9EB329">
                <a:alpha val="16000"/>
              </a:srgbClr>
            </a:solidFill>
            <a:prstDash val="solid"/>
          </a:ln>
        </p:spPr>
      </p:sp>
      <p:sp>
        <p:nvSpPr>
          <p:cNvPr id="364" name="lumia-token-stream-curve">
            <a:extLst>
              <a:ext uri="{FF2B5EF4-FFF2-40B4-BE49-F238E27FC236}">
                <a16:creationId xmlns:a16="http://schemas.microsoft.com/office/drawing/2014/main" id="{AC10BFA5-A363-4228-B670-72DEC039AA4F}"/>
              </a:ext>
            </a:extLst>
          </p:cNvPr>
          <p:cNvSpPr>
            <a:spLocks noGrp="1"/>
          </p:cNvSpPr>
          <p:nvPr/>
        </p:nvSpPr>
        <p:spPr>
          <a:xfrm>
            <a:off x="10336213" y="4206675"/>
            <a:ext cx="307291" cy="113175"/>
          </a:xfrm>
          <a:custGeom>
            <a:avLst/>
            <a:gdLst/>
            <a:ahLst/>
            <a:cxnLst/>
            <a:rect l="0" t="0" r="0" b="0"/>
            <a:pathLst>
              <a:path w="307291" h="113175">
                <a:moveTo>
                  <a:pt x="0" y="113175"/>
                </a:moveTo>
                <a:lnTo>
                  <a:pt x="307291" y="0"/>
                </a:lnTo>
              </a:path>
            </a:pathLst>
          </a:custGeom>
          <a:noFill/>
          <a:ln w="8270">
            <a:solidFill>
              <a:srgbClr val="8CB130">
                <a:alpha val="16000"/>
              </a:srgbClr>
            </a:solidFill>
            <a:prstDash val="solid"/>
          </a:ln>
        </p:spPr>
      </p:sp>
      <p:sp>
        <p:nvSpPr>
          <p:cNvPr id="365" name="lumia-token-stream-curve">
            <a:extLst>
              <a:ext uri="{FF2B5EF4-FFF2-40B4-BE49-F238E27FC236}">
                <a16:creationId xmlns:a16="http://schemas.microsoft.com/office/drawing/2014/main" id="{EDFA7B0C-C13C-45B3-947D-D7985F7B0354}"/>
              </a:ext>
            </a:extLst>
          </p:cNvPr>
          <p:cNvSpPr>
            <a:spLocks noGrp="1"/>
          </p:cNvSpPr>
          <p:nvPr/>
        </p:nvSpPr>
        <p:spPr>
          <a:xfrm>
            <a:off x="10643504" y="4075106"/>
            <a:ext cx="308236" cy="131568"/>
          </a:xfrm>
          <a:custGeom>
            <a:avLst/>
            <a:gdLst/>
            <a:ahLst/>
            <a:cxnLst/>
            <a:rect l="0" t="0" r="0" b="0"/>
            <a:pathLst>
              <a:path w="308236" h="131568">
                <a:moveTo>
                  <a:pt x="0" y="131568"/>
                </a:moveTo>
                <a:lnTo>
                  <a:pt x="308236" y="0"/>
                </a:lnTo>
              </a:path>
            </a:pathLst>
          </a:custGeom>
          <a:noFill/>
          <a:ln w="8355">
            <a:solidFill>
              <a:srgbClr val="7BAF37">
                <a:alpha val="16000"/>
              </a:srgbClr>
            </a:solidFill>
            <a:prstDash val="solid"/>
          </a:ln>
        </p:spPr>
      </p:sp>
      <p:sp>
        <p:nvSpPr>
          <p:cNvPr id="366" name="lumia-token-stream-curve">
            <a:extLst>
              <a:ext uri="{FF2B5EF4-FFF2-40B4-BE49-F238E27FC236}">
                <a16:creationId xmlns:a16="http://schemas.microsoft.com/office/drawing/2014/main" id="{D0707100-CA20-4F82-9C2F-0DDCBD84602C}"/>
              </a:ext>
            </a:extLst>
          </p:cNvPr>
          <p:cNvSpPr>
            <a:spLocks noGrp="1"/>
          </p:cNvSpPr>
          <p:nvPr/>
        </p:nvSpPr>
        <p:spPr>
          <a:xfrm>
            <a:off x="10951740" y="3925981"/>
            <a:ext cx="309074" cy="149125"/>
          </a:xfrm>
          <a:custGeom>
            <a:avLst/>
            <a:gdLst/>
            <a:ahLst/>
            <a:cxnLst/>
            <a:rect l="0" t="0" r="0" b="0"/>
            <a:pathLst>
              <a:path w="309074" h="149125">
                <a:moveTo>
                  <a:pt x="0" y="149125"/>
                </a:moveTo>
                <a:lnTo>
                  <a:pt x="309074" y="0"/>
                </a:lnTo>
              </a:path>
            </a:pathLst>
          </a:custGeom>
          <a:noFill/>
          <a:ln w="8424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367" name="lumia-token-stream-curve">
            <a:extLst>
              <a:ext uri="{FF2B5EF4-FFF2-40B4-BE49-F238E27FC236}">
                <a16:creationId xmlns:a16="http://schemas.microsoft.com/office/drawing/2014/main" id="{1A44F764-4EE2-45C4-9383-1A3A0093FBF6}"/>
              </a:ext>
            </a:extLst>
          </p:cNvPr>
          <p:cNvSpPr>
            <a:spLocks noGrp="1"/>
          </p:cNvSpPr>
          <p:nvPr/>
        </p:nvSpPr>
        <p:spPr>
          <a:xfrm>
            <a:off x="11260814" y="3762097"/>
            <a:ext cx="309806" cy="163885"/>
          </a:xfrm>
          <a:custGeom>
            <a:avLst/>
            <a:gdLst/>
            <a:ahLst/>
            <a:cxnLst/>
            <a:rect l="0" t="0" r="0" b="0"/>
            <a:pathLst>
              <a:path w="309806" h="163885">
                <a:moveTo>
                  <a:pt x="0" y="163885"/>
                </a:moveTo>
                <a:lnTo>
                  <a:pt x="309806" y="0"/>
                </a:lnTo>
              </a:path>
            </a:pathLst>
          </a:custGeom>
          <a:noFill/>
          <a:ln w="8476">
            <a:solidFill>
              <a:srgbClr val="57AC45">
                <a:alpha val="17000"/>
              </a:srgbClr>
            </a:solidFill>
            <a:prstDash val="solid"/>
          </a:ln>
        </p:spPr>
      </p:sp>
      <p:sp>
        <p:nvSpPr>
          <p:cNvPr id="368" name="lumia-token-stream-curve">
            <a:extLst>
              <a:ext uri="{FF2B5EF4-FFF2-40B4-BE49-F238E27FC236}">
                <a16:creationId xmlns:a16="http://schemas.microsoft.com/office/drawing/2014/main" id="{DBFB8DB2-FD81-4395-8735-2983D62F3C27}"/>
              </a:ext>
            </a:extLst>
          </p:cNvPr>
          <p:cNvSpPr>
            <a:spLocks noGrp="1"/>
          </p:cNvSpPr>
          <p:nvPr/>
        </p:nvSpPr>
        <p:spPr>
          <a:xfrm>
            <a:off x="11570620" y="3587807"/>
            <a:ext cx="310431" cy="174289"/>
          </a:xfrm>
          <a:custGeom>
            <a:avLst/>
            <a:gdLst/>
            <a:ahLst/>
            <a:cxnLst/>
            <a:rect l="0" t="0" r="0" b="0"/>
            <a:pathLst>
              <a:path w="310431" h="174289">
                <a:moveTo>
                  <a:pt x="0" y="174289"/>
                </a:moveTo>
                <a:lnTo>
                  <a:pt x="310431" y="0"/>
                </a:lnTo>
              </a:path>
            </a:pathLst>
          </a:custGeom>
          <a:noFill/>
          <a:ln w="8507">
            <a:solidFill>
              <a:srgbClr val="46AA4C">
                <a:alpha val="17000"/>
              </a:srgbClr>
            </a:solidFill>
            <a:prstDash val="solid"/>
          </a:ln>
        </p:spPr>
      </p:sp>
      <p:sp>
        <p:nvSpPr>
          <p:cNvPr id="369" name="lumia-token-stream-curve">
            <a:extLst>
              <a:ext uri="{FF2B5EF4-FFF2-40B4-BE49-F238E27FC236}">
                <a16:creationId xmlns:a16="http://schemas.microsoft.com/office/drawing/2014/main" id="{0932E30D-AE7C-48AC-B992-1B66B8E6EE93}"/>
              </a:ext>
            </a:extLst>
          </p:cNvPr>
          <p:cNvSpPr>
            <a:spLocks noGrp="1"/>
          </p:cNvSpPr>
          <p:nvPr/>
        </p:nvSpPr>
        <p:spPr>
          <a:xfrm>
            <a:off x="11881051" y="3408375"/>
            <a:ext cx="310949" cy="179432"/>
          </a:xfrm>
          <a:custGeom>
            <a:avLst/>
            <a:gdLst/>
            <a:ahLst/>
            <a:cxnLst/>
            <a:rect l="0" t="0" r="0" b="0"/>
            <a:pathLst>
              <a:path w="310949" h="179432">
                <a:moveTo>
                  <a:pt x="0" y="179432"/>
                </a:moveTo>
                <a:lnTo>
                  <a:pt x="310949" y="0"/>
                </a:lnTo>
              </a:path>
            </a:pathLst>
          </a:custGeom>
          <a:noFill/>
          <a:ln w="8518">
            <a:solidFill>
              <a:srgbClr val="34A853">
                <a:alpha val="17000"/>
              </a:srgbClr>
            </a:solidFill>
            <a:prstDash val="solid"/>
          </a:ln>
        </p:spPr>
      </p:sp>
      <p:sp>
        <p:nvSpPr>
          <p:cNvPr id="370" name="lumia-token-stream-curve">
            <a:extLst>
              <a:ext uri="{FF2B5EF4-FFF2-40B4-BE49-F238E27FC236}">
                <a16:creationId xmlns:a16="http://schemas.microsoft.com/office/drawing/2014/main" id="{A5B3174A-A574-45D4-A501-46E8FCF6E3EB}"/>
              </a:ext>
            </a:extLst>
          </p:cNvPr>
          <p:cNvSpPr>
            <a:spLocks noGrp="1"/>
          </p:cNvSpPr>
          <p:nvPr/>
        </p:nvSpPr>
        <p:spPr>
          <a:xfrm>
            <a:off x="102419" y="5653647"/>
            <a:ext cx="179372" cy="43760"/>
          </a:xfrm>
          <a:custGeom>
            <a:avLst/>
            <a:gdLst/>
            <a:ahLst/>
            <a:cxnLst/>
            <a:rect l="0" t="0" r="0" b="0"/>
            <a:pathLst>
              <a:path w="179372" h="43760">
                <a:moveTo>
                  <a:pt x="0" y="0"/>
                </a:moveTo>
                <a:lnTo>
                  <a:pt x="179372" y="43760"/>
                </a:lnTo>
              </a:path>
            </a:pathLst>
          </a:custGeom>
          <a:noFill/>
          <a:ln w="5595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371" name="lumia-token-stream-curve">
            <a:extLst>
              <a:ext uri="{FF2B5EF4-FFF2-40B4-BE49-F238E27FC236}">
                <a16:creationId xmlns:a16="http://schemas.microsoft.com/office/drawing/2014/main" id="{E2C4C087-DC23-4147-B076-24E702B83031}"/>
              </a:ext>
            </a:extLst>
          </p:cNvPr>
          <p:cNvSpPr>
            <a:spLocks noGrp="1"/>
          </p:cNvSpPr>
          <p:nvPr/>
        </p:nvSpPr>
        <p:spPr>
          <a:xfrm>
            <a:off x="281791" y="5697407"/>
            <a:ext cx="184619" cy="35098"/>
          </a:xfrm>
          <a:custGeom>
            <a:avLst/>
            <a:gdLst/>
            <a:ahLst/>
            <a:cxnLst/>
            <a:rect l="0" t="0" r="0" b="0"/>
            <a:pathLst>
              <a:path w="184619" h="35098">
                <a:moveTo>
                  <a:pt x="0" y="0"/>
                </a:moveTo>
                <a:lnTo>
                  <a:pt x="184619" y="35098"/>
                </a:lnTo>
              </a:path>
            </a:pathLst>
          </a:custGeom>
          <a:noFill/>
          <a:ln w="5595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372" name="lumia-token-stream-curve">
            <a:extLst>
              <a:ext uri="{FF2B5EF4-FFF2-40B4-BE49-F238E27FC236}">
                <a16:creationId xmlns:a16="http://schemas.microsoft.com/office/drawing/2014/main" id="{E8E09CD1-B1EF-4CB0-89ED-DDBB50989F78}"/>
              </a:ext>
            </a:extLst>
          </p:cNvPr>
          <p:cNvSpPr>
            <a:spLocks noGrp="1"/>
          </p:cNvSpPr>
          <p:nvPr/>
        </p:nvSpPr>
        <p:spPr>
          <a:xfrm>
            <a:off x="466410" y="5732505"/>
            <a:ext cx="189761" cy="26772"/>
          </a:xfrm>
          <a:custGeom>
            <a:avLst/>
            <a:gdLst/>
            <a:ahLst/>
            <a:cxnLst/>
            <a:rect l="0" t="0" r="0" b="0"/>
            <a:pathLst>
              <a:path w="189761" h="26772">
                <a:moveTo>
                  <a:pt x="0" y="0"/>
                </a:moveTo>
                <a:lnTo>
                  <a:pt x="189761" y="26772"/>
                </a:lnTo>
              </a:path>
            </a:pathLst>
          </a:custGeom>
          <a:noFill/>
          <a:ln w="5595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373" name="lumia-token-stream-curve">
            <a:extLst>
              <a:ext uri="{FF2B5EF4-FFF2-40B4-BE49-F238E27FC236}">
                <a16:creationId xmlns:a16="http://schemas.microsoft.com/office/drawing/2014/main" id="{2E8F7143-B2BB-4507-A7D9-7E9E05967A3B}"/>
              </a:ext>
            </a:extLst>
          </p:cNvPr>
          <p:cNvSpPr>
            <a:spLocks noGrp="1"/>
          </p:cNvSpPr>
          <p:nvPr/>
        </p:nvSpPr>
        <p:spPr>
          <a:xfrm>
            <a:off x="656171" y="5759277"/>
            <a:ext cx="194798" cy="19143"/>
          </a:xfrm>
          <a:custGeom>
            <a:avLst/>
            <a:gdLst/>
            <a:ahLst/>
            <a:cxnLst/>
            <a:rect l="0" t="0" r="0" b="0"/>
            <a:pathLst>
              <a:path w="194798" h="19143">
                <a:moveTo>
                  <a:pt x="0" y="0"/>
                </a:moveTo>
                <a:lnTo>
                  <a:pt x="194798" y="19143"/>
                </a:lnTo>
              </a:path>
            </a:pathLst>
          </a:custGeom>
          <a:noFill/>
          <a:ln w="5595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374" name="lumia-token-stream-curve">
            <a:extLst>
              <a:ext uri="{FF2B5EF4-FFF2-40B4-BE49-F238E27FC236}">
                <a16:creationId xmlns:a16="http://schemas.microsoft.com/office/drawing/2014/main" id="{3C312698-25EE-493B-A728-07447DB4CC85}"/>
              </a:ext>
            </a:extLst>
          </p:cNvPr>
          <p:cNvSpPr>
            <a:spLocks noGrp="1"/>
          </p:cNvSpPr>
          <p:nvPr/>
        </p:nvSpPr>
        <p:spPr>
          <a:xfrm>
            <a:off x="850968" y="5778421"/>
            <a:ext cx="199730" cy="12573"/>
          </a:xfrm>
          <a:custGeom>
            <a:avLst/>
            <a:gdLst/>
            <a:ahLst/>
            <a:cxnLst/>
            <a:rect l="0" t="0" r="0" b="0"/>
            <a:pathLst>
              <a:path w="199730" h="12573">
                <a:moveTo>
                  <a:pt x="0" y="0"/>
                </a:moveTo>
                <a:lnTo>
                  <a:pt x="199730" y="12573"/>
                </a:lnTo>
              </a:path>
            </a:pathLst>
          </a:custGeom>
          <a:noFill/>
          <a:ln w="5595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375" name="lumia-token-stream-curve">
            <a:extLst>
              <a:ext uri="{FF2B5EF4-FFF2-40B4-BE49-F238E27FC236}">
                <a16:creationId xmlns:a16="http://schemas.microsoft.com/office/drawing/2014/main" id="{997CD3AA-6163-446E-9F7E-FAEC977FA3E6}"/>
              </a:ext>
            </a:extLst>
          </p:cNvPr>
          <p:cNvSpPr>
            <a:spLocks noGrp="1"/>
          </p:cNvSpPr>
          <p:nvPr/>
        </p:nvSpPr>
        <p:spPr>
          <a:xfrm>
            <a:off x="1050699" y="5790994"/>
            <a:ext cx="204557" cy="9525"/>
          </a:xfrm>
          <a:custGeom>
            <a:avLst/>
            <a:gdLst/>
            <a:ahLst/>
            <a:cxnLst/>
            <a:rect l="0" t="0" r="0" b="0"/>
            <a:pathLst>
              <a:path w="204557" h="9525">
                <a:moveTo>
                  <a:pt x="0" y="0"/>
                </a:moveTo>
                <a:lnTo>
                  <a:pt x="204557" y="7394"/>
                </a:lnTo>
              </a:path>
            </a:pathLst>
          </a:custGeom>
          <a:noFill/>
          <a:ln w="5595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376" name="lumia-token-stream-curve">
            <a:extLst>
              <a:ext uri="{FF2B5EF4-FFF2-40B4-BE49-F238E27FC236}">
                <a16:creationId xmlns:a16="http://schemas.microsoft.com/office/drawing/2014/main" id="{3D11EA3B-974D-42F4-B10D-17E1FE3E71C4}"/>
              </a:ext>
            </a:extLst>
          </p:cNvPr>
          <p:cNvSpPr>
            <a:spLocks noGrp="1"/>
          </p:cNvSpPr>
          <p:nvPr/>
        </p:nvSpPr>
        <p:spPr>
          <a:xfrm>
            <a:off x="1255256" y="5798388"/>
            <a:ext cx="209280" cy="9525"/>
          </a:xfrm>
          <a:custGeom>
            <a:avLst/>
            <a:gdLst/>
            <a:ahLst/>
            <a:cxnLst/>
            <a:rect l="0" t="0" r="0" b="0"/>
            <a:pathLst>
              <a:path w="209280" h="9525">
                <a:moveTo>
                  <a:pt x="0" y="0"/>
                </a:moveTo>
                <a:lnTo>
                  <a:pt x="209280" y="3871"/>
                </a:lnTo>
              </a:path>
            </a:pathLst>
          </a:custGeom>
          <a:noFill/>
          <a:ln w="5595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377" name="lumia-token-stream-curve">
            <a:extLst>
              <a:ext uri="{FF2B5EF4-FFF2-40B4-BE49-F238E27FC236}">
                <a16:creationId xmlns:a16="http://schemas.microsoft.com/office/drawing/2014/main" id="{2E3968D2-8773-4699-BC3A-623952669A94}"/>
              </a:ext>
            </a:extLst>
          </p:cNvPr>
          <p:cNvSpPr>
            <a:spLocks noGrp="1"/>
          </p:cNvSpPr>
          <p:nvPr/>
        </p:nvSpPr>
        <p:spPr>
          <a:xfrm>
            <a:off x="1464536" y="5802259"/>
            <a:ext cx="213898" cy="9525"/>
          </a:xfrm>
          <a:custGeom>
            <a:avLst/>
            <a:gdLst/>
            <a:ahLst/>
            <a:cxnLst/>
            <a:rect l="0" t="0" r="0" b="0"/>
            <a:pathLst>
              <a:path w="213898" h="9525">
                <a:moveTo>
                  <a:pt x="0" y="0"/>
                </a:moveTo>
                <a:lnTo>
                  <a:pt x="213898" y="2160"/>
                </a:lnTo>
              </a:path>
            </a:pathLst>
          </a:custGeom>
          <a:noFill/>
          <a:ln w="5595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378" name="lumia-token-stream-curve">
            <a:extLst>
              <a:ext uri="{FF2B5EF4-FFF2-40B4-BE49-F238E27FC236}">
                <a16:creationId xmlns:a16="http://schemas.microsoft.com/office/drawing/2014/main" id="{41CEAE65-6157-4121-856C-CE44835961A5}"/>
              </a:ext>
            </a:extLst>
          </p:cNvPr>
          <p:cNvSpPr>
            <a:spLocks noGrp="1"/>
          </p:cNvSpPr>
          <p:nvPr/>
        </p:nvSpPr>
        <p:spPr>
          <a:xfrm>
            <a:off x="1678433" y="5804420"/>
            <a:ext cx="218410" cy="9525"/>
          </a:xfrm>
          <a:custGeom>
            <a:avLst/>
            <a:gdLst/>
            <a:ahLst/>
            <a:cxnLst/>
            <a:rect l="0" t="0" r="0" b="0"/>
            <a:pathLst>
              <a:path w="218410" h="9525">
                <a:moveTo>
                  <a:pt x="0" y="0"/>
                </a:moveTo>
                <a:lnTo>
                  <a:pt x="218410" y="2275"/>
                </a:lnTo>
              </a:path>
            </a:pathLst>
          </a:custGeom>
          <a:noFill/>
          <a:ln w="5595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379" name="lumia-token-stream-curve">
            <a:extLst>
              <a:ext uri="{FF2B5EF4-FFF2-40B4-BE49-F238E27FC236}">
                <a16:creationId xmlns:a16="http://schemas.microsoft.com/office/drawing/2014/main" id="{D19B4D4B-08EC-4E66-BF7F-FC14BC688AFF}"/>
              </a:ext>
            </a:extLst>
          </p:cNvPr>
          <p:cNvSpPr>
            <a:spLocks noGrp="1"/>
          </p:cNvSpPr>
          <p:nvPr/>
        </p:nvSpPr>
        <p:spPr>
          <a:xfrm>
            <a:off x="1896844" y="5806694"/>
            <a:ext cx="222818" cy="9525"/>
          </a:xfrm>
          <a:custGeom>
            <a:avLst/>
            <a:gdLst/>
            <a:ahLst/>
            <a:cxnLst/>
            <a:rect l="0" t="0" r="0" b="0"/>
            <a:pathLst>
              <a:path w="222818" h="9525">
                <a:moveTo>
                  <a:pt x="0" y="0"/>
                </a:moveTo>
                <a:lnTo>
                  <a:pt x="222818" y="4059"/>
                </a:lnTo>
              </a:path>
            </a:pathLst>
          </a:custGeom>
          <a:noFill/>
          <a:ln w="5595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380" name="lumia-token-stream-curve">
            <a:extLst>
              <a:ext uri="{FF2B5EF4-FFF2-40B4-BE49-F238E27FC236}">
                <a16:creationId xmlns:a16="http://schemas.microsoft.com/office/drawing/2014/main" id="{744B692F-1D47-457E-9E74-8F238F396382}"/>
              </a:ext>
            </a:extLst>
          </p:cNvPr>
          <p:cNvSpPr>
            <a:spLocks noGrp="1"/>
          </p:cNvSpPr>
          <p:nvPr/>
        </p:nvSpPr>
        <p:spPr>
          <a:xfrm>
            <a:off x="2119662" y="5810753"/>
            <a:ext cx="227121" cy="9525"/>
          </a:xfrm>
          <a:custGeom>
            <a:avLst/>
            <a:gdLst/>
            <a:ahLst/>
            <a:cxnLst/>
            <a:rect l="0" t="0" r="0" b="0"/>
            <a:pathLst>
              <a:path w="227121" h="9525">
                <a:moveTo>
                  <a:pt x="0" y="0"/>
                </a:moveTo>
                <a:lnTo>
                  <a:pt x="227121" y="7175"/>
                </a:lnTo>
              </a:path>
            </a:pathLst>
          </a:custGeom>
          <a:noFill/>
          <a:ln w="5595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381" name="lumia-token-stream-curve">
            <a:extLst>
              <a:ext uri="{FF2B5EF4-FFF2-40B4-BE49-F238E27FC236}">
                <a16:creationId xmlns:a16="http://schemas.microsoft.com/office/drawing/2014/main" id="{FEE9947C-211A-4F8E-93E7-1084F9BC8B6B}"/>
              </a:ext>
            </a:extLst>
          </p:cNvPr>
          <p:cNvSpPr>
            <a:spLocks noGrp="1"/>
          </p:cNvSpPr>
          <p:nvPr/>
        </p:nvSpPr>
        <p:spPr>
          <a:xfrm>
            <a:off x="2346783" y="5817928"/>
            <a:ext cx="231319" cy="11108"/>
          </a:xfrm>
          <a:custGeom>
            <a:avLst/>
            <a:gdLst/>
            <a:ahLst/>
            <a:cxnLst/>
            <a:rect l="0" t="0" r="0" b="0"/>
            <a:pathLst>
              <a:path w="231319" h="11108">
                <a:moveTo>
                  <a:pt x="0" y="0"/>
                </a:moveTo>
                <a:lnTo>
                  <a:pt x="231319" y="11108"/>
                </a:lnTo>
              </a:path>
            </a:pathLst>
          </a:custGeom>
          <a:noFill/>
          <a:ln w="5595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382" name="lumia-token-stream-curve">
            <a:extLst>
              <a:ext uri="{FF2B5EF4-FFF2-40B4-BE49-F238E27FC236}">
                <a16:creationId xmlns:a16="http://schemas.microsoft.com/office/drawing/2014/main" id="{541CA162-A3A9-44DA-AE9B-7944E039390A}"/>
              </a:ext>
            </a:extLst>
          </p:cNvPr>
          <p:cNvSpPr>
            <a:spLocks noGrp="1"/>
          </p:cNvSpPr>
          <p:nvPr/>
        </p:nvSpPr>
        <p:spPr>
          <a:xfrm>
            <a:off x="2578102" y="5829036"/>
            <a:ext cx="235412" cy="15193"/>
          </a:xfrm>
          <a:custGeom>
            <a:avLst/>
            <a:gdLst/>
            <a:ahLst/>
            <a:cxnLst/>
            <a:rect l="0" t="0" r="0" b="0"/>
            <a:pathLst>
              <a:path w="235412" h="15193">
                <a:moveTo>
                  <a:pt x="0" y="0"/>
                </a:moveTo>
                <a:lnTo>
                  <a:pt x="235412" y="15193"/>
                </a:lnTo>
              </a:path>
            </a:pathLst>
          </a:custGeom>
          <a:noFill/>
          <a:ln w="5595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383" name="lumia-token-stream-curve">
            <a:extLst>
              <a:ext uri="{FF2B5EF4-FFF2-40B4-BE49-F238E27FC236}">
                <a16:creationId xmlns:a16="http://schemas.microsoft.com/office/drawing/2014/main" id="{B965718F-1F4B-4020-878A-8E502679A6D1}"/>
              </a:ext>
            </a:extLst>
          </p:cNvPr>
          <p:cNvSpPr>
            <a:spLocks noGrp="1"/>
          </p:cNvSpPr>
          <p:nvPr/>
        </p:nvSpPr>
        <p:spPr>
          <a:xfrm>
            <a:off x="2813515" y="5844229"/>
            <a:ext cx="239401" cy="18666"/>
          </a:xfrm>
          <a:custGeom>
            <a:avLst/>
            <a:gdLst/>
            <a:ahLst/>
            <a:cxnLst/>
            <a:rect l="0" t="0" r="0" b="0"/>
            <a:pathLst>
              <a:path w="239401" h="18666">
                <a:moveTo>
                  <a:pt x="0" y="0"/>
                </a:moveTo>
                <a:lnTo>
                  <a:pt x="239401" y="18666"/>
                </a:lnTo>
              </a:path>
            </a:pathLst>
          </a:custGeom>
          <a:noFill/>
          <a:ln w="5595">
            <a:solidFill>
              <a:srgbClr val="6F3C86">
                <a:alpha val="8000"/>
              </a:srgbClr>
            </a:solidFill>
            <a:prstDash val="solid"/>
          </a:ln>
        </p:spPr>
      </p:sp>
      <p:sp>
        <p:nvSpPr>
          <p:cNvPr id="384" name="lumia-token-stream-curve">
            <a:extLst>
              <a:ext uri="{FF2B5EF4-FFF2-40B4-BE49-F238E27FC236}">
                <a16:creationId xmlns:a16="http://schemas.microsoft.com/office/drawing/2014/main" id="{39E9DCDC-49CB-46DD-A7AC-B3C7233DD20E}"/>
              </a:ext>
            </a:extLst>
          </p:cNvPr>
          <p:cNvSpPr>
            <a:spLocks noGrp="1"/>
          </p:cNvSpPr>
          <p:nvPr/>
        </p:nvSpPr>
        <p:spPr>
          <a:xfrm>
            <a:off x="3052915" y="5862895"/>
            <a:ext cx="243284" cy="20734"/>
          </a:xfrm>
          <a:custGeom>
            <a:avLst/>
            <a:gdLst/>
            <a:ahLst/>
            <a:cxnLst/>
            <a:rect l="0" t="0" r="0" b="0"/>
            <a:pathLst>
              <a:path w="243284" h="20734">
                <a:moveTo>
                  <a:pt x="0" y="0"/>
                </a:moveTo>
                <a:lnTo>
                  <a:pt x="243284" y="20734"/>
                </a:lnTo>
              </a:path>
            </a:pathLst>
          </a:custGeom>
          <a:noFill/>
          <a:ln w="5595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385" name="lumia-token-stream-curve">
            <a:extLst>
              <a:ext uri="{FF2B5EF4-FFF2-40B4-BE49-F238E27FC236}">
                <a16:creationId xmlns:a16="http://schemas.microsoft.com/office/drawing/2014/main" id="{2EE39B0B-D828-4002-B6AB-76D34644D651}"/>
              </a:ext>
            </a:extLst>
          </p:cNvPr>
          <p:cNvSpPr>
            <a:spLocks noGrp="1"/>
          </p:cNvSpPr>
          <p:nvPr/>
        </p:nvSpPr>
        <p:spPr>
          <a:xfrm>
            <a:off x="3296200" y="5883629"/>
            <a:ext cx="247063" cy="20661"/>
          </a:xfrm>
          <a:custGeom>
            <a:avLst/>
            <a:gdLst/>
            <a:ahLst/>
            <a:cxnLst/>
            <a:rect l="0" t="0" r="0" b="0"/>
            <a:pathLst>
              <a:path w="247063" h="20661">
                <a:moveTo>
                  <a:pt x="0" y="0"/>
                </a:moveTo>
                <a:lnTo>
                  <a:pt x="247063" y="20661"/>
                </a:lnTo>
              </a:path>
            </a:pathLst>
          </a:custGeom>
          <a:noFill/>
          <a:ln w="5595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386" name="lumia-token-stream-curve">
            <a:extLst>
              <a:ext uri="{FF2B5EF4-FFF2-40B4-BE49-F238E27FC236}">
                <a16:creationId xmlns:a16="http://schemas.microsoft.com/office/drawing/2014/main" id="{9237DBCD-1E7F-4FD3-8F46-AD907FA95F5B}"/>
              </a:ext>
            </a:extLst>
          </p:cNvPr>
          <p:cNvSpPr>
            <a:spLocks noGrp="1"/>
          </p:cNvSpPr>
          <p:nvPr/>
        </p:nvSpPr>
        <p:spPr>
          <a:xfrm>
            <a:off x="3543262" y="5904290"/>
            <a:ext cx="250737" cy="17859"/>
          </a:xfrm>
          <a:custGeom>
            <a:avLst/>
            <a:gdLst/>
            <a:ahLst/>
            <a:cxnLst/>
            <a:rect l="0" t="0" r="0" b="0"/>
            <a:pathLst>
              <a:path w="250737" h="17859">
                <a:moveTo>
                  <a:pt x="0" y="0"/>
                </a:moveTo>
                <a:lnTo>
                  <a:pt x="250737" y="17859"/>
                </a:lnTo>
              </a:path>
            </a:pathLst>
          </a:custGeom>
          <a:noFill/>
          <a:ln w="5595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387" name="lumia-token-stream-curve">
            <a:extLst>
              <a:ext uri="{FF2B5EF4-FFF2-40B4-BE49-F238E27FC236}">
                <a16:creationId xmlns:a16="http://schemas.microsoft.com/office/drawing/2014/main" id="{CCB0029C-74C5-464F-9336-C4806C79BD8B}"/>
              </a:ext>
            </a:extLst>
          </p:cNvPr>
          <p:cNvSpPr>
            <a:spLocks noGrp="1"/>
          </p:cNvSpPr>
          <p:nvPr/>
        </p:nvSpPr>
        <p:spPr>
          <a:xfrm>
            <a:off x="3793999" y="5922149"/>
            <a:ext cx="254305" cy="11979"/>
          </a:xfrm>
          <a:custGeom>
            <a:avLst/>
            <a:gdLst/>
            <a:ahLst/>
            <a:cxnLst/>
            <a:rect l="0" t="0" r="0" b="0"/>
            <a:pathLst>
              <a:path w="254305" h="11979">
                <a:moveTo>
                  <a:pt x="0" y="0"/>
                </a:moveTo>
                <a:lnTo>
                  <a:pt x="254305" y="11979"/>
                </a:lnTo>
              </a:path>
            </a:pathLst>
          </a:custGeom>
          <a:noFill/>
          <a:ln w="5613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388" name="lumia-token-stream-curve">
            <a:extLst>
              <a:ext uri="{FF2B5EF4-FFF2-40B4-BE49-F238E27FC236}">
                <a16:creationId xmlns:a16="http://schemas.microsoft.com/office/drawing/2014/main" id="{068E8B18-FD87-409B-85B1-B947C4049E96}"/>
              </a:ext>
            </a:extLst>
          </p:cNvPr>
          <p:cNvSpPr>
            <a:spLocks noGrp="1"/>
          </p:cNvSpPr>
          <p:nvPr/>
        </p:nvSpPr>
        <p:spPr>
          <a:xfrm>
            <a:off x="4048304" y="5934129"/>
            <a:ext cx="257769" cy="9525"/>
          </a:xfrm>
          <a:custGeom>
            <a:avLst/>
            <a:gdLst/>
            <a:ahLst/>
            <a:cxnLst/>
            <a:rect l="0" t="0" r="0" b="0"/>
            <a:pathLst>
              <a:path w="257769" h="9525">
                <a:moveTo>
                  <a:pt x="0" y="0"/>
                </a:moveTo>
                <a:lnTo>
                  <a:pt x="257769" y="2983"/>
                </a:lnTo>
              </a:path>
            </a:pathLst>
          </a:custGeom>
          <a:noFill/>
          <a:ln w="5651">
            <a:solidFill>
              <a:srgbClr val="B0405B">
                <a:alpha val="9000"/>
              </a:srgbClr>
            </a:solidFill>
            <a:prstDash val="solid"/>
          </a:ln>
        </p:spPr>
      </p:sp>
      <p:sp>
        <p:nvSpPr>
          <p:cNvPr id="389" name="lumia-token-stream-curve">
            <a:extLst>
              <a:ext uri="{FF2B5EF4-FFF2-40B4-BE49-F238E27FC236}">
                <a16:creationId xmlns:a16="http://schemas.microsoft.com/office/drawing/2014/main" id="{B1025483-9813-451C-B863-CBA648AA97CC}"/>
              </a:ext>
            </a:extLst>
          </p:cNvPr>
          <p:cNvSpPr>
            <a:spLocks noGrp="1"/>
          </p:cNvSpPr>
          <p:nvPr/>
        </p:nvSpPr>
        <p:spPr>
          <a:xfrm>
            <a:off x="4306074" y="5928295"/>
            <a:ext cx="261128" cy="9525"/>
          </a:xfrm>
          <a:custGeom>
            <a:avLst/>
            <a:gdLst/>
            <a:ahLst/>
            <a:cxnLst/>
            <a:rect l="0" t="0" r="0" b="0"/>
            <a:pathLst>
              <a:path w="261128" h="9525">
                <a:moveTo>
                  <a:pt x="0" y="8817"/>
                </a:moveTo>
                <a:lnTo>
                  <a:pt x="261128" y="0"/>
                </a:lnTo>
              </a:path>
            </a:pathLst>
          </a:custGeom>
          <a:noFill/>
          <a:ln w="5710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390" name="lumia-token-stream-curve">
            <a:extLst>
              <a:ext uri="{FF2B5EF4-FFF2-40B4-BE49-F238E27FC236}">
                <a16:creationId xmlns:a16="http://schemas.microsoft.com/office/drawing/2014/main" id="{ABEF75B1-5712-409C-A26D-AA66E94DD4C6}"/>
              </a:ext>
            </a:extLst>
          </p:cNvPr>
          <p:cNvSpPr>
            <a:spLocks noGrp="1"/>
          </p:cNvSpPr>
          <p:nvPr/>
        </p:nvSpPr>
        <p:spPr>
          <a:xfrm>
            <a:off x="4567202" y="5905546"/>
            <a:ext cx="264383" cy="22749"/>
          </a:xfrm>
          <a:custGeom>
            <a:avLst/>
            <a:gdLst/>
            <a:ahLst/>
            <a:cxnLst/>
            <a:rect l="0" t="0" r="0" b="0"/>
            <a:pathLst>
              <a:path w="264383" h="22749">
                <a:moveTo>
                  <a:pt x="0" y="22749"/>
                </a:moveTo>
                <a:lnTo>
                  <a:pt x="264383" y="0"/>
                </a:lnTo>
              </a:path>
            </a:pathLst>
          </a:custGeom>
          <a:noFill/>
          <a:ln w="5787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391" name="lumia-token-stream-curve">
            <a:extLst>
              <a:ext uri="{FF2B5EF4-FFF2-40B4-BE49-F238E27FC236}">
                <a16:creationId xmlns:a16="http://schemas.microsoft.com/office/drawing/2014/main" id="{7086297E-70EE-4DBB-BF7A-C26AD21C5FAB}"/>
              </a:ext>
            </a:extLst>
          </p:cNvPr>
          <p:cNvSpPr>
            <a:spLocks noGrp="1"/>
          </p:cNvSpPr>
          <p:nvPr/>
        </p:nvSpPr>
        <p:spPr>
          <a:xfrm>
            <a:off x="4831585" y="5867713"/>
            <a:ext cx="267532" cy="37833"/>
          </a:xfrm>
          <a:custGeom>
            <a:avLst/>
            <a:gdLst/>
            <a:ahLst/>
            <a:cxnLst/>
            <a:rect l="0" t="0" r="0" b="0"/>
            <a:pathLst>
              <a:path w="267532" h="37833">
                <a:moveTo>
                  <a:pt x="0" y="37833"/>
                </a:moveTo>
                <a:lnTo>
                  <a:pt x="267532" y="0"/>
                </a:lnTo>
              </a:path>
            </a:pathLst>
          </a:custGeom>
          <a:noFill/>
          <a:ln w="5880">
            <a:solidFill>
              <a:srgbClr val="D74242">
                <a:alpha val="10000"/>
              </a:srgbClr>
            </a:solidFill>
            <a:prstDash val="solid"/>
          </a:ln>
        </p:spPr>
      </p:sp>
      <p:sp>
        <p:nvSpPr>
          <p:cNvPr id="392" name="lumia-token-stream-curve">
            <a:extLst>
              <a:ext uri="{FF2B5EF4-FFF2-40B4-BE49-F238E27FC236}">
                <a16:creationId xmlns:a16="http://schemas.microsoft.com/office/drawing/2014/main" id="{5727EA90-F8B1-4D5F-A266-0E7B91C4A02B}"/>
              </a:ext>
            </a:extLst>
          </p:cNvPr>
          <p:cNvSpPr>
            <a:spLocks noGrp="1"/>
          </p:cNvSpPr>
          <p:nvPr/>
        </p:nvSpPr>
        <p:spPr>
          <a:xfrm>
            <a:off x="5099117" y="5814846"/>
            <a:ext cx="270576" cy="52867"/>
          </a:xfrm>
          <a:custGeom>
            <a:avLst/>
            <a:gdLst/>
            <a:ahLst/>
            <a:cxnLst/>
            <a:rect l="0" t="0" r="0" b="0"/>
            <a:pathLst>
              <a:path w="270576" h="52867">
                <a:moveTo>
                  <a:pt x="0" y="52867"/>
                </a:moveTo>
                <a:lnTo>
                  <a:pt x="270576" y="0"/>
                </a:lnTo>
              </a:path>
            </a:pathLst>
          </a:custGeom>
          <a:noFill/>
          <a:ln w="5989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393" name="lumia-token-stream-curve">
            <a:extLst>
              <a:ext uri="{FF2B5EF4-FFF2-40B4-BE49-F238E27FC236}">
                <a16:creationId xmlns:a16="http://schemas.microsoft.com/office/drawing/2014/main" id="{A4CC0926-7E44-4B6E-A3FC-A8EF6E9F25C4}"/>
              </a:ext>
            </a:extLst>
          </p:cNvPr>
          <p:cNvSpPr>
            <a:spLocks noGrp="1"/>
          </p:cNvSpPr>
          <p:nvPr/>
        </p:nvSpPr>
        <p:spPr>
          <a:xfrm>
            <a:off x="5369693" y="5748285"/>
            <a:ext cx="273516" cy="66561"/>
          </a:xfrm>
          <a:custGeom>
            <a:avLst/>
            <a:gdLst/>
            <a:ahLst/>
            <a:cxnLst/>
            <a:rect l="0" t="0" r="0" b="0"/>
            <a:pathLst>
              <a:path w="273516" h="66561">
                <a:moveTo>
                  <a:pt x="0" y="66561"/>
                </a:moveTo>
                <a:lnTo>
                  <a:pt x="273516" y="0"/>
                </a:lnTo>
              </a:path>
            </a:pathLst>
          </a:custGeom>
          <a:noFill/>
          <a:ln w="6111">
            <a:solidFill>
              <a:srgbClr val="EB4833">
                <a:alpha val="11000"/>
              </a:srgbClr>
            </a:solidFill>
            <a:prstDash val="solid"/>
          </a:ln>
        </p:spPr>
      </p:sp>
      <p:sp>
        <p:nvSpPr>
          <p:cNvPr id="394" name="lumia-token-stream-curve">
            <a:extLst>
              <a:ext uri="{FF2B5EF4-FFF2-40B4-BE49-F238E27FC236}">
                <a16:creationId xmlns:a16="http://schemas.microsoft.com/office/drawing/2014/main" id="{0F93E6F3-C140-472D-AF54-5E45E718683D}"/>
              </a:ext>
            </a:extLst>
          </p:cNvPr>
          <p:cNvSpPr>
            <a:spLocks noGrp="1"/>
          </p:cNvSpPr>
          <p:nvPr/>
        </p:nvSpPr>
        <p:spPr>
          <a:xfrm>
            <a:off x="5643209" y="5670587"/>
            <a:ext cx="276351" cy="77698"/>
          </a:xfrm>
          <a:custGeom>
            <a:avLst/>
            <a:gdLst/>
            <a:ahLst/>
            <a:cxnLst/>
            <a:rect l="0" t="0" r="0" b="0"/>
            <a:pathLst>
              <a:path w="276351" h="77698">
                <a:moveTo>
                  <a:pt x="0" y="77698"/>
                </a:moveTo>
                <a:lnTo>
                  <a:pt x="276351" y="0"/>
                </a:lnTo>
              </a:path>
            </a:pathLst>
          </a:custGeom>
          <a:noFill/>
          <a:ln w="6245">
            <a:solidFill>
              <a:srgbClr val="EC532F">
                <a:alpha val="11000"/>
              </a:srgbClr>
            </a:solidFill>
            <a:prstDash val="solid"/>
          </a:ln>
        </p:spPr>
      </p:sp>
      <p:sp>
        <p:nvSpPr>
          <p:cNvPr id="395" name="lumia-token-stream-curve">
            <a:extLst>
              <a:ext uri="{FF2B5EF4-FFF2-40B4-BE49-F238E27FC236}">
                <a16:creationId xmlns:a16="http://schemas.microsoft.com/office/drawing/2014/main" id="{CD47E19E-7F3B-4B9A-93DC-09085AC0620D}"/>
              </a:ext>
            </a:extLst>
          </p:cNvPr>
          <p:cNvSpPr>
            <a:spLocks noGrp="1"/>
          </p:cNvSpPr>
          <p:nvPr/>
        </p:nvSpPr>
        <p:spPr>
          <a:xfrm>
            <a:off x="5919560" y="5585287"/>
            <a:ext cx="279080" cy="85300"/>
          </a:xfrm>
          <a:custGeom>
            <a:avLst/>
            <a:gdLst/>
            <a:ahLst/>
            <a:cxnLst/>
            <a:rect l="0" t="0" r="0" b="0"/>
            <a:pathLst>
              <a:path w="279080" h="85300">
                <a:moveTo>
                  <a:pt x="0" y="85300"/>
                </a:moveTo>
                <a:lnTo>
                  <a:pt x="279080" y="0"/>
                </a:lnTo>
              </a:path>
            </a:pathLst>
          </a:custGeom>
          <a:noFill/>
          <a:ln w="6389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396" name="lumia-token-stream-curve">
            <a:extLst>
              <a:ext uri="{FF2B5EF4-FFF2-40B4-BE49-F238E27FC236}">
                <a16:creationId xmlns:a16="http://schemas.microsoft.com/office/drawing/2014/main" id="{EF4F5F98-9983-47CA-BD04-76784BE952B4}"/>
              </a:ext>
            </a:extLst>
          </p:cNvPr>
          <p:cNvSpPr>
            <a:spLocks noGrp="1"/>
          </p:cNvSpPr>
          <p:nvPr/>
        </p:nvSpPr>
        <p:spPr>
          <a:xfrm>
            <a:off x="6198640" y="5496503"/>
            <a:ext cx="281705" cy="88784"/>
          </a:xfrm>
          <a:custGeom>
            <a:avLst/>
            <a:gdLst/>
            <a:ahLst/>
            <a:cxnLst/>
            <a:rect l="0" t="0" r="0" b="0"/>
            <a:pathLst>
              <a:path w="281705" h="88784">
                <a:moveTo>
                  <a:pt x="0" y="88784"/>
                </a:moveTo>
                <a:lnTo>
                  <a:pt x="281705" y="0"/>
                </a:lnTo>
              </a:path>
            </a:pathLst>
          </a:custGeom>
          <a:noFill/>
          <a:ln w="6542">
            <a:solidFill>
              <a:srgbClr val="EF6926">
                <a:alpha val="12000"/>
              </a:srgbClr>
            </a:solidFill>
            <a:prstDash val="solid"/>
          </a:ln>
        </p:spPr>
      </p:sp>
      <p:sp>
        <p:nvSpPr>
          <p:cNvPr id="397" name="lumia-token-stream-curve">
            <a:extLst>
              <a:ext uri="{FF2B5EF4-FFF2-40B4-BE49-F238E27FC236}">
                <a16:creationId xmlns:a16="http://schemas.microsoft.com/office/drawing/2014/main" id="{89F3BDE3-FADC-42EF-A005-83EC95D2B03A}"/>
              </a:ext>
            </a:extLst>
          </p:cNvPr>
          <p:cNvSpPr>
            <a:spLocks noGrp="1"/>
          </p:cNvSpPr>
          <p:nvPr/>
        </p:nvSpPr>
        <p:spPr>
          <a:xfrm>
            <a:off x="6480346" y="5408428"/>
            <a:ext cx="284225" cy="88075"/>
          </a:xfrm>
          <a:custGeom>
            <a:avLst/>
            <a:gdLst/>
            <a:ahLst/>
            <a:cxnLst/>
            <a:rect l="0" t="0" r="0" b="0"/>
            <a:pathLst>
              <a:path w="284225" h="88075">
                <a:moveTo>
                  <a:pt x="0" y="88075"/>
                </a:moveTo>
                <a:lnTo>
                  <a:pt x="284225" y="0"/>
                </a:lnTo>
              </a:path>
            </a:pathLst>
          </a:custGeom>
          <a:noFill/>
          <a:ln w="6702">
            <a:solidFill>
              <a:srgbClr val="F17322">
                <a:alpha val="12000"/>
              </a:srgbClr>
            </a:solidFill>
            <a:prstDash val="solid"/>
          </a:ln>
        </p:spPr>
      </p:sp>
      <p:sp>
        <p:nvSpPr>
          <p:cNvPr id="398" name="lumia-token-stream-curve">
            <a:extLst>
              <a:ext uri="{FF2B5EF4-FFF2-40B4-BE49-F238E27FC236}">
                <a16:creationId xmlns:a16="http://schemas.microsoft.com/office/drawing/2014/main" id="{6787246A-1AB2-4A11-9B00-C4690EB67C4B}"/>
              </a:ext>
            </a:extLst>
          </p:cNvPr>
          <p:cNvSpPr>
            <a:spLocks noGrp="1"/>
          </p:cNvSpPr>
          <p:nvPr/>
        </p:nvSpPr>
        <p:spPr>
          <a:xfrm>
            <a:off x="6764571" y="5324771"/>
            <a:ext cx="286641" cy="83657"/>
          </a:xfrm>
          <a:custGeom>
            <a:avLst/>
            <a:gdLst/>
            <a:ahLst/>
            <a:cxnLst/>
            <a:rect l="0" t="0" r="0" b="0"/>
            <a:pathLst>
              <a:path w="286641" h="83657">
                <a:moveTo>
                  <a:pt x="0" y="83657"/>
                </a:moveTo>
                <a:lnTo>
                  <a:pt x="286641" y="0"/>
                </a:lnTo>
              </a:path>
            </a:pathLst>
          </a:custGeom>
          <a:noFill/>
          <a:ln w="6868">
            <a:solidFill>
              <a:srgbClr val="F27E1E">
                <a:alpha val="13000"/>
              </a:srgbClr>
            </a:solidFill>
            <a:prstDash val="solid"/>
          </a:ln>
        </p:spPr>
      </p:sp>
      <p:sp>
        <p:nvSpPr>
          <p:cNvPr id="399" name="lumia-token-stream-curve">
            <a:extLst>
              <a:ext uri="{FF2B5EF4-FFF2-40B4-BE49-F238E27FC236}">
                <a16:creationId xmlns:a16="http://schemas.microsoft.com/office/drawing/2014/main" id="{F3AF0A0C-17F6-4A7B-A145-0E5CBCA2F268}"/>
              </a:ext>
            </a:extLst>
          </p:cNvPr>
          <p:cNvSpPr>
            <a:spLocks noGrp="1"/>
          </p:cNvSpPr>
          <p:nvPr/>
        </p:nvSpPr>
        <p:spPr>
          <a:xfrm>
            <a:off x="7051212" y="5248224"/>
            <a:ext cx="288951" cy="76548"/>
          </a:xfrm>
          <a:custGeom>
            <a:avLst/>
            <a:gdLst/>
            <a:ahLst/>
            <a:cxnLst/>
            <a:rect l="0" t="0" r="0" b="0"/>
            <a:pathLst>
              <a:path w="288951" h="76548">
                <a:moveTo>
                  <a:pt x="0" y="76548"/>
                </a:moveTo>
                <a:lnTo>
                  <a:pt x="288951" y="0"/>
                </a:lnTo>
              </a:path>
            </a:pathLst>
          </a:custGeom>
          <a:noFill/>
          <a:ln w="7037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400" name="lumia-token-stream-curve">
            <a:extLst>
              <a:ext uri="{FF2B5EF4-FFF2-40B4-BE49-F238E27FC236}">
                <a16:creationId xmlns:a16="http://schemas.microsoft.com/office/drawing/2014/main" id="{AC675872-91D8-49DF-8A8B-24C97095EEC3}"/>
              </a:ext>
            </a:extLst>
          </p:cNvPr>
          <p:cNvSpPr>
            <a:spLocks noGrp="1"/>
          </p:cNvSpPr>
          <p:nvPr/>
        </p:nvSpPr>
        <p:spPr>
          <a:xfrm>
            <a:off x="7340163" y="5180025"/>
            <a:ext cx="291156" cy="68199"/>
          </a:xfrm>
          <a:custGeom>
            <a:avLst/>
            <a:gdLst/>
            <a:ahLst/>
            <a:cxnLst/>
            <a:rect l="0" t="0" r="0" b="0"/>
            <a:pathLst>
              <a:path w="291156" h="68199">
                <a:moveTo>
                  <a:pt x="0" y="68199"/>
                </a:moveTo>
                <a:lnTo>
                  <a:pt x="291156" y="0"/>
                </a:lnTo>
              </a:path>
            </a:pathLst>
          </a:custGeom>
          <a:noFill/>
          <a:ln w="7209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401" name="lumia-token-stream-curve">
            <a:extLst>
              <a:ext uri="{FF2B5EF4-FFF2-40B4-BE49-F238E27FC236}">
                <a16:creationId xmlns:a16="http://schemas.microsoft.com/office/drawing/2014/main" id="{D629BCF8-F783-4508-86A0-1B214D7D29BA}"/>
              </a:ext>
            </a:extLst>
          </p:cNvPr>
          <p:cNvSpPr>
            <a:spLocks noGrp="1"/>
          </p:cNvSpPr>
          <p:nvPr/>
        </p:nvSpPr>
        <p:spPr>
          <a:xfrm>
            <a:off x="7631319" y="5119710"/>
            <a:ext cx="293257" cy="60314"/>
          </a:xfrm>
          <a:custGeom>
            <a:avLst/>
            <a:gdLst/>
            <a:ahLst/>
            <a:cxnLst/>
            <a:rect l="0" t="0" r="0" b="0"/>
            <a:pathLst>
              <a:path w="293257" h="60314">
                <a:moveTo>
                  <a:pt x="0" y="60314"/>
                </a:moveTo>
                <a:lnTo>
                  <a:pt x="293257" y="0"/>
                </a:lnTo>
              </a:path>
            </a:pathLst>
          </a:custGeom>
          <a:noFill/>
          <a:ln w="7381">
            <a:solidFill>
              <a:srgbClr val="F79E11">
                <a:alpha val="14000"/>
              </a:srgbClr>
            </a:solidFill>
            <a:prstDash val="solid"/>
          </a:ln>
        </p:spPr>
      </p:sp>
      <p:sp>
        <p:nvSpPr>
          <p:cNvPr id="402" name="lumia-token-stream-curve">
            <a:extLst>
              <a:ext uri="{FF2B5EF4-FFF2-40B4-BE49-F238E27FC236}">
                <a16:creationId xmlns:a16="http://schemas.microsoft.com/office/drawing/2014/main" id="{99F8C711-4C86-4F3C-B306-42F1BC69D467}"/>
              </a:ext>
            </a:extLst>
          </p:cNvPr>
          <p:cNvSpPr>
            <a:spLocks noGrp="1"/>
          </p:cNvSpPr>
          <p:nvPr/>
        </p:nvSpPr>
        <p:spPr>
          <a:xfrm>
            <a:off x="7924576" y="5065087"/>
            <a:ext cx="295253" cy="54623"/>
          </a:xfrm>
          <a:custGeom>
            <a:avLst/>
            <a:gdLst/>
            <a:ahLst/>
            <a:cxnLst/>
            <a:rect l="0" t="0" r="0" b="0"/>
            <a:pathLst>
              <a:path w="295253" h="54623">
                <a:moveTo>
                  <a:pt x="0" y="54623"/>
                </a:moveTo>
                <a:lnTo>
                  <a:pt x="295253" y="0"/>
                </a:lnTo>
              </a:path>
            </a:pathLst>
          </a:custGeom>
          <a:noFill/>
          <a:ln w="7552">
            <a:solidFill>
              <a:srgbClr val="F8A90C">
                <a:alpha val="14000"/>
              </a:srgbClr>
            </a:solidFill>
            <a:prstDash val="solid"/>
          </a:ln>
        </p:spPr>
      </p:sp>
      <p:sp>
        <p:nvSpPr>
          <p:cNvPr id="403" name="lumia-token-stream-curve">
            <a:extLst>
              <a:ext uri="{FF2B5EF4-FFF2-40B4-BE49-F238E27FC236}">
                <a16:creationId xmlns:a16="http://schemas.microsoft.com/office/drawing/2014/main" id="{4F6C62BC-D802-4AF8-BC01-AC861AEE73D3}"/>
              </a:ext>
            </a:extLst>
          </p:cNvPr>
          <p:cNvSpPr>
            <a:spLocks noGrp="1"/>
          </p:cNvSpPr>
          <p:nvPr/>
        </p:nvSpPr>
        <p:spPr>
          <a:xfrm>
            <a:off x="8219829" y="5012460"/>
            <a:ext cx="297143" cy="52628"/>
          </a:xfrm>
          <a:custGeom>
            <a:avLst/>
            <a:gdLst/>
            <a:ahLst/>
            <a:cxnLst/>
            <a:rect l="0" t="0" r="0" b="0"/>
            <a:pathLst>
              <a:path w="297143" h="52628">
                <a:moveTo>
                  <a:pt x="0" y="52628"/>
                </a:moveTo>
                <a:lnTo>
                  <a:pt x="297143" y="0"/>
                </a:lnTo>
              </a:path>
            </a:pathLst>
          </a:custGeom>
          <a:noFill/>
          <a:ln w="7720">
            <a:solidFill>
              <a:srgbClr val="FAB408">
                <a:alpha val="14000"/>
              </a:srgbClr>
            </a:solidFill>
            <a:prstDash val="solid"/>
          </a:ln>
        </p:spPr>
      </p:sp>
      <p:sp>
        <p:nvSpPr>
          <p:cNvPr id="404" name="lumia-token-stream-curve">
            <a:extLst>
              <a:ext uri="{FF2B5EF4-FFF2-40B4-BE49-F238E27FC236}">
                <a16:creationId xmlns:a16="http://schemas.microsoft.com/office/drawing/2014/main" id="{FDC5EEF3-80B8-46A7-B8F5-03305F400DFB}"/>
              </a:ext>
            </a:extLst>
          </p:cNvPr>
          <p:cNvSpPr>
            <a:spLocks noGrp="1"/>
          </p:cNvSpPr>
          <p:nvPr/>
        </p:nvSpPr>
        <p:spPr>
          <a:xfrm>
            <a:off x="8516972" y="4957089"/>
            <a:ext cx="298929" cy="55371"/>
          </a:xfrm>
          <a:custGeom>
            <a:avLst/>
            <a:gdLst/>
            <a:ahLst/>
            <a:cxnLst/>
            <a:rect l="0" t="0" r="0" b="0"/>
            <a:pathLst>
              <a:path w="298929" h="55371">
                <a:moveTo>
                  <a:pt x="0" y="55371"/>
                </a:moveTo>
                <a:lnTo>
                  <a:pt x="298929" y="0"/>
                </a:lnTo>
              </a:path>
            </a:pathLst>
          </a:custGeom>
          <a:noFill/>
          <a:ln w="7884">
            <a:solidFill>
              <a:srgbClr val="F7BC07">
                <a:alpha val="15000"/>
              </a:srgbClr>
            </a:solidFill>
            <a:prstDash val="solid"/>
          </a:ln>
        </p:spPr>
      </p:sp>
      <p:sp>
        <p:nvSpPr>
          <p:cNvPr id="405" name="lumia-token-stream-curve">
            <a:extLst>
              <a:ext uri="{FF2B5EF4-FFF2-40B4-BE49-F238E27FC236}">
                <a16:creationId xmlns:a16="http://schemas.microsoft.com/office/drawing/2014/main" id="{ED1EE57A-3918-4D18-A65D-E069F60045DE}"/>
              </a:ext>
            </a:extLst>
          </p:cNvPr>
          <p:cNvSpPr>
            <a:spLocks noGrp="1"/>
          </p:cNvSpPr>
          <p:nvPr/>
        </p:nvSpPr>
        <p:spPr>
          <a:xfrm>
            <a:off x="8815901" y="4893837"/>
            <a:ext cx="300610" cy="63252"/>
          </a:xfrm>
          <a:custGeom>
            <a:avLst/>
            <a:gdLst/>
            <a:ahLst/>
            <a:cxnLst/>
            <a:rect l="0" t="0" r="0" b="0"/>
            <a:pathLst>
              <a:path w="300610" h="63252">
                <a:moveTo>
                  <a:pt x="0" y="63252"/>
                </a:moveTo>
                <a:lnTo>
                  <a:pt x="300610" y="0"/>
                </a:lnTo>
              </a:path>
            </a:pathLst>
          </a:custGeom>
          <a:noFill/>
          <a:ln w="8043">
            <a:solidFill>
              <a:srgbClr val="E5BA0E">
                <a:alpha val="15000"/>
              </a:srgbClr>
            </a:solidFill>
            <a:prstDash val="solid"/>
          </a:ln>
        </p:spPr>
      </p:sp>
      <p:sp>
        <p:nvSpPr>
          <p:cNvPr id="406" name="lumia-token-stream-curve">
            <a:extLst>
              <a:ext uri="{FF2B5EF4-FFF2-40B4-BE49-F238E27FC236}">
                <a16:creationId xmlns:a16="http://schemas.microsoft.com/office/drawing/2014/main" id="{063E55E8-98CC-4CC0-841F-8208B7244EC7}"/>
              </a:ext>
            </a:extLst>
          </p:cNvPr>
          <p:cNvSpPr>
            <a:spLocks noGrp="1"/>
          </p:cNvSpPr>
          <p:nvPr/>
        </p:nvSpPr>
        <p:spPr>
          <a:xfrm>
            <a:off x="9116512" y="4817902"/>
            <a:ext cx="302187" cy="75936"/>
          </a:xfrm>
          <a:custGeom>
            <a:avLst/>
            <a:gdLst/>
            <a:ahLst/>
            <a:cxnLst/>
            <a:rect l="0" t="0" r="0" b="0"/>
            <a:pathLst>
              <a:path w="302187" h="75936">
                <a:moveTo>
                  <a:pt x="0" y="75936"/>
                </a:moveTo>
                <a:lnTo>
                  <a:pt x="302187" y="0"/>
                </a:lnTo>
              </a:path>
            </a:pathLst>
          </a:custGeom>
          <a:noFill/>
          <a:ln w="8194">
            <a:solidFill>
              <a:srgbClr val="D3B815">
                <a:alpha val="15000"/>
              </a:srgbClr>
            </a:solidFill>
            <a:prstDash val="solid"/>
          </a:ln>
        </p:spPr>
      </p:sp>
      <p:sp>
        <p:nvSpPr>
          <p:cNvPr id="407" name="lumia-token-stream-curve">
            <a:extLst>
              <a:ext uri="{FF2B5EF4-FFF2-40B4-BE49-F238E27FC236}">
                <a16:creationId xmlns:a16="http://schemas.microsoft.com/office/drawing/2014/main" id="{660ED3D1-A489-476F-8C78-AE96DAF63BF0}"/>
              </a:ext>
            </a:extLst>
          </p:cNvPr>
          <p:cNvSpPr>
            <a:spLocks noGrp="1"/>
          </p:cNvSpPr>
          <p:nvPr/>
        </p:nvSpPr>
        <p:spPr>
          <a:xfrm>
            <a:off x="9418698" y="4725534"/>
            <a:ext cx="303658" cy="92367"/>
          </a:xfrm>
          <a:custGeom>
            <a:avLst/>
            <a:gdLst/>
            <a:ahLst/>
            <a:cxnLst/>
            <a:rect l="0" t="0" r="0" b="0"/>
            <a:pathLst>
              <a:path w="303658" h="92367">
                <a:moveTo>
                  <a:pt x="0" y="92367"/>
                </a:moveTo>
                <a:lnTo>
                  <a:pt x="303658" y="0"/>
                </a:lnTo>
              </a:path>
            </a:pathLst>
          </a:custGeom>
          <a:noFill/>
          <a:ln w="8336">
            <a:solidFill>
              <a:srgbClr val="C2B61C">
                <a:alpha val="16000"/>
              </a:srgbClr>
            </a:solidFill>
            <a:prstDash val="solid"/>
          </a:ln>
        </p:spPr>
      </p:sp>
      <p:sp>
        <p:nvSpPr>
          <p:cNvPr id="408" name="lumia-token-stream-curve">
            <a:extLst>
              <a:ext uri="{FF2B5EF4-FFF2-40B4-BE49-F238E27FC236}">
                <a16:creationId xmlns:a16="http://schemas.microsoft.com/office/drawing/2014/main" id="{223BC2DC-11D2-4A18-B842-C03379FDD760}"/>
              </a:ext>
            </a:extLst>
          </p:cNvPr>
          <p:cNvSpPr>
            <a:spLocks noGrp="1"/>
          </p:cNvSpPr>
          <p:nvPr/>
        </p:nvSpPr>
        <p:spPr>
          <a:xfrm>
            <a:off x="9722356" y="4614637"/>
            <a:ext cx="305024" cy="110898"/>
          </a:xfrm>
          <a:custGeom>
            <a:avLst/>
            <a:gdLst/>
            <a:ahLst/>
            <a:cxnLst/>
            <a:rect l="0" t="0" r="0" b="0"/>
            <a:pathLst>
              <a:path w="305024" h="110898">
                <a:moveTo>
                  <a:pt x="0" y="110898"/>
                </a:moveTo>
                <a:lnTo>
                  <a:pt x="305024" y="0"/>
                </a:lnTo>
              </a:path>
            </a:pathLst>
          </a:custGeom>
          <a:noFill/>
          <a:ln w="8467">
            <a:solidFill>
              <a:srgbClr val="B0B422">
                <a:alpha val="16000"/>
              </a:srgbClr>
            </a:solidFill>
            <a:prstDash val="solid"/>
          </a:ln>
        </p:spPr>
      </p:sp>
      <p:sp>
        <p:nvSpPr>
          <p:cNvPr id="409" name="lumia-token-stream-curve">
            <a:extLst>
              <a:ext uri="{FF2B5EF4-FFF2-40B4-BE49-F238E27FC236}">
                <a16:creationId xmlns:a16="http://schemas.microsoft.com/office/drawing/2014/main" id="{CB2761D6-7504-46D6-9E03-7A3BDAF36711}"/>
              </a:ext>
            </a:extLst>
          </p:cNvPr>
          <p:cNvSpPr>
            <a:spLocks noGrp="1"/>
          </p:cNvSpPr>
          <p:nvPr/>
        </p:nvSpPr>
        <p:spPr>
          <a:xfrm>
            <a:off x="10027380" y="4485123"/>
            <a:ext cx="306286" cy="129513"/>
          </a:xfrm>
          <a:custGeom>
            <a:avLst/>
            <a:gdLst/>
            <a:ahLst/>
            <a:cxnLst/>
            <a:rect l="0" t="0" r="0" b="0"/>
            <a:pathLst>
              <a:path w="306286" h="129513">
                <a:moveTo>
                  <a:pt x="0" y="129513"/>
                </a:moveTo>
                <a:lnTo>
                  <a:pt x="306286" y="0"/>
                </a:lnTo>
              </a:path>
            </a:pathLst>
          </a:custGeom>
          <a:noFill/>
          <a:ln w="8586">
            <a:solidFill>
              <a:srgbClr val="9EB329">
                <a:alpha val="16000"/>
              </a:srgbClr>
            </a:solidFill>
            <a:prstDash val="solid"/>
          </a:ln>
        </p:spPr>
      </p:sp>
      <p:sp>
        <p:nvSpPr>
          <p:cNvPr id="410" name="lumia-token-stream-curve">
            <a:extLst>
              <a:ext uri="{FF2B5EF4-FFF2-40B4-BE49-F238E27FC236}">
                <a16:creationId xmlns:a16="http://schemas.microsoft.com/office/drawing/2014/main" id="{987B28CC-67B0-47DE-B1CC-D788E4F6A1E1}"/>
              </a:ext>
            </a:extLst>
          </p:cNvPr>
          <p:cNvSpPr>
            <a:spLocks noGrp="1"/>
          </p:cNvSpPr>
          <p:nvPr/>
        </p:nvSpPr>
        <p:spPr>
          <a:xfrm>
            <a:off x="10333666" y="4338994"/>
            <a:ext cx="307442" cy="146129"/>
          </a:xfrm>
          <a:custGeom>
            <a:avLst/>
            <a:gdLst/>
            <a:ahLst/>
            <a:cxnLst/>
            <a:rect l="0" t="0" r="0" b="0"/>
            <a:pathLst>
              <a:path w="307442" h="146129">
                <a:moveTo>
                  <a:pt x="0" y="146129"/>
                </a:moveTo>
                <a:lnTo>
                  <a:pt x="307442" y="0"/>
                </a:lnTo>
              </a:path>
            </a:pathLst>
          </a:custGeom>
          <a:noFill/>
          <a:ln w="8691">
            <a:solidFill>
              <a:srgbClr val="8CB130">
                <a:alpha val="16000"/>
              </a:srgbClr>
            </a:solidFill>
            <a:prstDash val="solid"/>
          </a:ln>
        </p:spPr>
      </p:sp>
      <p:sp>
        <p:nvSpPr>
          <p:cNvPr id="411" name="lumia-token-stream-curve">
            <a:extLst>
              <a:ext uri="{FF2B5EF4-FFF2-40B4-BE49-F238E27FC236}">
                <a16:creationId xmlns:a16="http://schemas.microsoft.com/office/drawing/2014/main" id="{74C6E3D5-A5C2-4E88-8BB2-58276256EF62}"/>
              </a:ext>
            </a:extLst>
          </p:cNvPr>
          <p:cNvSpPr>
            <a:spLocks noGrp="1"/>
          </p:cNvSpPr>
          <p:nvPr/>
        </p:nvSpPr>
        <p:spPr>
          <a:xfrm>
            <a:off x="10641109" y="4180079"/>
            <a:ext cx="308494" cy="158915"/>
          </a:xfrm>
          <a:custGeom>
            <a:avLst/>
            <a:gdLst/>
            <a:ahLst/>
            <a:cxnLst/>
            <a:rect l="0" t="0" r="0" b="0"/>
            <a:pathLst>
              <a:path w="308494" h="158915">
                <a:moveTo>
                  <a:pt x="0" y="158915"/>
                </a:moveTo>
                <a:lnTo>
                  <a:pt x="308494" y="0"/>
                </a:lnTo>
              </a:path>
            </a:pathLst>
          </a:custGeom>
          <a:noFill/>
          <a:ln w="8780">
            <a:solidFill>
              <a:srgbClr val="7BAF37">
                <a:alpha val="16000"/>
              </a:srgbClr>
            </a:solidFill>
            <a:prstDash val="solid"/>
          </a:ln>
        </p:spPr>
      </p:sp>
      <p:sp>
        <p:nvSpPr>
          <p:cNvPr id="412" name="lumia-token-stream-curve">
            <a:extLst>
              <a:ext uri="{FF2B5EF4-FFF2-40B4-BE49-F238E27FC236}">
                <a16:creationId xmlns:a16="http://schemas.microsoft.com/office/drawing/2014/main" id="{BE93A97C-A896-4054-B6DA-712E7BD3B7F5}"/>
              </a:ext>
            </a:extLst>
          </p:cNvPr>
          <p:cNvSpPr>
            <a:spLocks noGrp="1"/>
          </p:cNvSpPr>
          <p:nvPr/>
        </p:nvSpPr>
        <p:spPr>
          <a:xfrm>
            <a:off x="10949603" y="4013499"/>
            <a:ext cx="309441" cy="166581"/>
          </a:xfrm>
          <a:custGeom>
            <a:avLst/>
            <a:gdLst/>
            <a:ahLst/>
            <a:cxnLst/>
            <a:rect l="0" t="0" r="0" b="0"/>
            <a:pathLst>
              <a:path w="309441" h="166581">
                <a:moveTo>
                  <a:pt x="0" y="166581"/>
                </a:moveTo>
                <a:lnTo>
                  <a:pt x="309441" y="0"/>
                </a:lnTo>
              </a:path>
            </a:pathLst>
          </a:custGeom>
          <a:noFill/>
          <a:ln w="8853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413" name="lumia-token-stream-curve">
            <a:extLst>
              <a:ext uri="{FF2B5EF4-FFF2-40B4-BE49-F238E27FC236}">
                <a16:creationId xmlns:a16="http://schemas.microsoft.com/office/drawing/2014/main" id="{FB8CA9D1-82AA-4289-8AB1-F83487669C55}"/>
              </a:ext>
            </a:extLst>
          </p:cNvPr>
          <p:cNvSpPr>
            <a:spLocks noGrp="1"/>
          </p:cNvSpPr>
          <p:nvPr/>
        </p:nvSpPr>
        <p:spPr>
          <a:xfrm>
            <a:off x="11259044" y="3844896"/>
            <a:ext cx="310283" cy="168603"/>
          </a:xfrm>
          <a:custGeom>
            <a:avLst/>
            <a:gdLst/>
            <a:ahLst/>
            <a:cxnLst/>
            <a:rect l="0" t="0" r="0" b="0"/>
            <a:pathLst>
              <a:path w="310283" h="168603">
                <a:moveTo>
                  <a:pt x="0" y="168603"/>
                </a:moveTo>
                <a:lnTo>
                  <a:pt x="310283" y="0"/>
                </a:lnTo>
              </a:path>
            </a:pathLst>
          </a:custGeom>
          <a:noFill/>
          <a:ln w="8907">
            <a:solidFill>
              <a:srgbClr val="57AC45">
                <a:alpha val="17000"/>
              </a:srgbClr>
            </a:solidFill>
            <a:prstDash val="solid"/>
          </a:ln>
        </p:spPr>
      </p:sp>
      <p:sp>
        <p:nvSpPr>
          <p:cNvPr id="414" name="lumia-token-stream-curve">
            <a:extLst>
              <a:ext uri="{FF2B5EF4-FFF2-40B4-BE49-F238E27FC236}">
                <a16:creationId xmlns:a16="http://schemas.microsoft.com/office/drawing/2014/main" id="{339CA463-1485-4B22-BFBF-7329BE5DDD5C}"/>
              </a:ext>
            </a:extLst>
          </p:cNvPr>
          <p:cNvSpPr>
            <a:spLocks noGrp="1"/>
          </p:cNvSpPr>
          <p:nvPr/>
        </p:nvSpPr>
        <p:spPr>
          <a:xfrm>
            <a:off x="11569327" y="3679575"/>
            <a:ext cx="311020" cy="165321"/>
          </a:xfrm>
          <a:custGeom>
            <a:avLst/>
            <a:gdLst/>
            <a:ahLst/>
            <a:cxnLst/>
            <a:rect l="0" t="0" r="0" b="0"/>
            <a:pathLst>
              <a:path w="311020" h="165321">
                <a:moveTo>
                  <a:pt x="0" y="165321"/>
                </a:moveTo>
                <a:lnTo>
                  <a:pt x="311020" y="0"/>
                </a:lnTo>
              </a:path>
            </a:pathLst>
          </a:custGeom>
          <a:noFill/>
          <a:ln w="8940">
            <a:solidFill>
              <a:srgbClr val="46AA4C">
                <a:alpha val="17000"/>
              </a:srgbClr>
            </a:solidFill>
            <a:prstDash val="solid"/>
          </a:ln>
        </p:spPr>
      </p:sp>
      <p:sp>
        <p:nvSpPr>
          <p:cNvPr id="415" name="lumia-token-stream-curve">
            <a:extLst>
              <a:ext uri="{FF2B5EF4-FFF2-40B4-BE49-F238E27FC236}">
                <a16:creationId xmlns:a16="http://schemas.microsoft.com/office/drawing/2014/main" id="{1C80F255-3B32-4F23-B7C8-DB3E736DD67C}"/>
              </a:ext>
            </a:extLst>
          </p:cNvPr>
          <p:cNvSpPr>
            <a:spLocks noGrp="1"/>
          </p:cNvSpPr>
          <p:nvPr/>
        </p:nvSpPr>
        <p:spPr>
          <a:xfrm>
            <a:off x="11880347" y="3521669"/>
            <a:ext cx="311653" cy="157906"/>
          </a:xfrm>
          <a:custGeom>
            <a:avLst/>
            <a:gdLst/>
            <a:ahLst/>
            <a:cxnLst/>
            <a:rect l="0" t="0" r="0" b="0"/>
            <a:pathLst>
              <a:path w="311653" h="157906">
                <a:moveTo>
                  <a:pt x="0" y="157906"/>
                </a:moveTo>
                <a:lnTo>
                  <a:pt x="311653" y="0"/>
                </a:lnTo>
              </a:path>
            </a:pathLst>
          </a:custGeom>
          <a:noFill/>
          <a:ln w="8951">
            <a:solidFill>
              <a:srgbClr val="34A853">
                <a:alpha val="17000"/>
              </a:srgbClr>
            </a:solidFill>
            <a:prstDash val="solid"/>
          </a:ln>
        </p:spPr>
      </p:sp>
      <p:sp>
        <p:nvSpPr>
          <p:cNvPr id="416" name="lumia-token-stream-curve">
            <a:extLst>
              <a:ext uri="{FF2B5EF4-FFF2-40B4-BE49-F238E27FC236}">
                <a16:creationId xmlns:a16="http://schemas.microsoft.com/office/drawing/2014/main" id="{8AA7A820-C624-47B7-AEFE-169A2924BE8C}"/>
              </a:ext>
            </a:extLst>
          </p:cNvPr>
          <p:cNvSpPr>
            <a:spLocks noGrp="1"/>
          </p:cNvSpPr>
          <p:nvPr/>
        </p:nvSpPr>
        <p:spPr>
          <a:xfrm>
            <a:off x="79737" y="5648071"/>
            <a:ext cx="180401" cy="21296"/>
          </a:xfrm>
          <a:custGeom>
            <a:avLst/>
            <a:gdLst/>
            <a:ahLst/>
            <a:cxnLst/>
            <a:rect l="0" t="0" r="0" b="0"/>
            <a:pathLst>
              <a:path w="180401" h="21296">
                <a:moveTo>
                  <a:pt x="0" y="0"/>
                </a:moveTo>
                <a:lnTo>
                  <a:pt x="180401" y="21296"/>
                </a:lnTo>
              </a:path>
            </a:pathLst>
          </a:custGeom>
          <a:noFill/>
          <a:ln w="5865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417" name="lumia-token-stream-curve">
            <a:extLst>
              <a:ext uri="{FF2B5EF4-FFF2-40B4-BE49-F238E27FC236}">
                <a16:creationId xmlns:a16="http://schemas.microsoft.com/office/drawing/2014/main" id="{9EBF7413-5151-41CC-B278-9DA816F6A19D}"/>
              </a:ext>
            </a:extLst>
          </p:cNvPr>
          <p:cNvSpPr>
            <a:spLocks noGrp="1"/>
          </p:cNvSpPr>
          <p:nvPr/>
        </p:nvSpPr>
        <p:spPr>
          <a:xfrm>
            <a:off x="260138" y="5669367"/>
            <a:ext cx="185634" cy="16791"/>
          </a:xfrm>
          <a:custGeom>
            <a:avLst/>
            <a:gdLst/>
            <a:ahLst/>
            <a:cxnLst/>
            <a:rect l="0" t="0" r="0" b="0"/>
            <a:pathLst>
              <a:path w="185634" h="16791">
                <a:moveTo>
                  <a:pt x="0" y="0"/>
                </a:moveTo>
                <a:lnTo>
                  <a:pt x="185634" y="16791"/>
                </a:lnTo>
              </a:path>
            </a:pathLst>
          </a:custGeom>
          <a:noFill/>
          <a:ln w="5865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418" name="lumia-token-stream-curve">
            <a:extLst>
              <a:ext uri="{FF2B5EF4-FFF2-40B4-BE49-F238E27FC236}">
                <a16:creationId xmlns:a16="http://schemas.microsoft.com/office/drawing/2014/main" id="{C05AA121-A15D-4F0E-8113-E580EBEF5E14}"/>
              </a:ext>
            </a:extLst>
          </p:cNvPr>
          <p:cNvSpPr>
            <a:spLocks noGrp="1"/>
          </p:cNvSpPr>
          <p:nvPr/>
        </p:nvSpPr>
        <p:spPr>
          <a:xfrm>
            <a:off x="445772" y="5686158"/>
            <a:ext cx="190762" cy="13574"/>
          </a:xfrm>
          <a:custGeom>
            <a:avLst/>
            <a:gdLst/>
            <a:ahLst/>
            <a:cxnLst/>
            <a:rect l="0" t="0" r="0" b="0"/>
            <a:pathLst>
              <a:path w="190762" h="13574">
                <a:moveTo>
                  <a:pt x="0" y="0"/>
                </a:moveTo>
                <a:lnTo>
                  <a:pt x="190762" y="13574"/>
                </a:lnTo>
              </a:path>
            </a:pathLst>
          </a:custGeom>
          <a:noFill/>
          <a:ln w="5865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419" name="lumia-token-stream-curve">
            <a:extLst>
              <a:ext uri="{FF2B5EF4-FFF2-40B4-BE49-F238E27FC236}">
                <a16:creationId xmlns:a16="http://schemas.microsoft.com/office/drawing/2014/main" id="{1F6AA2F1-EB25-4FFB-87D5-6E09987CB615}"/>
              </a:ext>
            </a:extLst>
          </p:cNvPr>
          <p:cNvSpPr>
            <a:spLocks noGrp="1"/>
          </p:cNvSpPr>
          <p:nvPr/>
        </p:nvSpPr>
        <p:spPr>
          <a:xfrm>
            <a:off x="636534" y="5699732"/>
            <a:ext cx="195784" cy="11816"/>
          </a:xfrm>
          <a:custGeom>
            <a:avLst/>
            <a:gdLst/>
            <a:ahLst/>
            <a:cxnLst/>
            <a:rect l="0" t="0" r="0" b="0"/>
            <a:pathLst>
              <a:path w="195784" h="11816">
                <a:moveTo>
                  <a:pt x="0" y="0"/>
                </a:moveTo>
                <a:lnTo>
                  <a:pt x="195784" y="11816"/>
                </a:lnTo>
              </a:path>
            </a:pathLst>
          </a:custGeom>
          <a:noFill/>
          <a:ln w="5865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420" name="lumia-token-stream-curve">
            <a:extLst>
              <a:ext uri="{FF2B5EF4-FFF2-40B4-BE49-F238E27FC236}">
                <a16:creationId xmlns:a16="http://schemas.microsoft.com/office/drawing/2014/main" id="{70EA10F9-D6B0-44E5-8225-1509D9A8DB48}"/>
              </a:ext>
            </a:extLst>
          </p:cNvPr>
          <p:cNvSpPr>
            <a:spLocks noGrp="1"/>
          </p:cNvSpPr>
          <p:nvPr/>
        </p:nvSpPr>
        <p:spPr>
          <a:xfrm>
            <a:off x="832318" y="5711548"/>
            <a:ext cx="200701" cy="11595"/>
          </a:xfrm>
          <a:custGeom>
            <a:avLst/>
            <a:gdLst/>
            <a:ahLst/>
            <a:cxnLst/>
            <a:rect l="0" t="0" r="0" b="0"/>
            <a:pathLst>
              <a:path w="200701" h="11595">
                <a:moveTo>
                  <a:pt x="0" y="0"/>
                </a:moveTo>
                <a:lnTo>
                  <a:pt x="200701" y="11595"/>
                </a:lnTo>
              </a:path>
            </a:pathLst>
          </a:custGeom>
          <a:noFill/>
          <a:ln w="5865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421" name="lumia-token-stream-curve">
            <a:extLst>
              <a:ext uri="{FF2B5EF4-FFF2-40B4-BE49-F238E27FC236}">
                <a16:creationId xmlns:a16="http://schemas.microsoft.com/office/drawing/2014/main" id="{2808C7FD-F14B-4286-AA8A-A644335E6E1D}"/>
              </a:ext>
            </a:extLst>
          </p:cNvPr>
          <p:cNvSpPr>
            <a:spLocks noGrp="1"/>
          </p:cNvSpPr>
          <p:nvPr/>
        </p:nvSpPr>
        <p:spPr>
          <a:xfrm>
            <a:off x="1033019" y="5723143"/>
            <a:ext cx="205512" cy="12865"/>
          </a:xfrm>
          <a:custGeom>
            <a:avLst/>
            <a:gdLst/>
            <a:ahLst/>
            <a:cxnLst/>
            <a:rect l="0" t="0" r="0" b="0"/>
            <a:pathLst>
              <a:path w="205512" h="12865">
                <a:moveTo>
                  <a:pt x="0" y="0"/>
                </a:moveTo>
                <a:lnTo>
                  <a:pt x="205512" y="12865"/>
                </a:lnTo>
              </a:path>
            </a:pathLst>
          </a:custGeom>
          <a:noFill/>
          <a:ln w="5865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422" name="lumia-token-stream-curve">
            <a:extLst>
              <a:ext uri="{FF2B5EF4-FFF2-40B4-BE49-F238E27FC236}">
                <a16:creationId xmlns:a16="http://schemas.microsoft.com/office/drawing/2014/main" id="{46FCF15A-1002-4341-BE3A-41B59EFEBC09}"/>
              </a:ext>
            </a:extLst>
          </p:cNvPr>
          <p:cNvSpPr>
            <a:spLocks noGrp="1"/>
          </p:cNvSpPr>
          <p:nvPr/>
        </p:nvSpPr>
        <p:spPr>
          <a:xfrm>
            <a:off x="1238530" y="5736008"/>
            <a:ext cx="210217" cy="15443"/>
          </a:xfrm>
          <a:custGeom>
            <a:avLst/>
            <a:gdLst/>
            <a:ahLst/>
            <a:cxnLst/>
            <a:rect l="0" t="0" r="0" b="0"/>
            <a:pathLst>
              <a:path w="210217" h="15443">
                <a:moveTo>
                  <a:pt x="0" y="0"/>
                </a:moveTo>
                <a:lnTo>
                  <a:pt x="210217" y="15443"/>
                </a:lnTo>
              </a:path>
            </a:pathLst>
          </a:custGeom>
          <a:noFill/>
          <a:ln w="5865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423" name="lumia-token-stream-curve">
            <a:extLst>
              <a:ext uri="{FF2B5EF4-FFF2-40B4-BE49-F238E27FC236}">
                <a16:creationId xmlns:a16="http://schemas.microsoft.com/office/drawing/2014/main" id="{05D75C75-F27C-4E2C-9B34-C8A260FF8376}"/>
              </a:ext>
            </a:extLst>
          </p:cNvPr>
          <p:cNvSpPr>
            <a:spLocks noGrp="1"/>
          </p:cNvSpPr>
          <p:nvPr/>
        </p:nvSpPr>
        <p:spPr>
          <a:xfrm>
            <a:off x="1448747" y="5751451"/>
            <a:ext cx="214817" cy="18995"/>
          </a:xfrm>
          <a:custGeom>
            <a:avLst/>
            <a:gdLst/>
            <a:ahLst/>
            <a:cxnLst/>
            <a:rect l="0" t="0" r="0" b="0"/>
            <a:pathLst>
              <a:path w="214817" h="18995">
                <a:moveTo>
                  <a:pt x="0" y="0"/>
                </a:moveTo>
                <a:lnTo>
                  <a:pt x="214817" y="18995"/>
                </a:lnTo>
              </a:path>
            </a:pathLst>
          </a:custGeom>
          <a:noFill/>
          <a:ln w="5865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424" name="lumia-token-stream-curve">
            <a:extLst>
              <a:ext uri="{FF2B5EF4-FFF2-40B4-BE49-F238E27FC236}">
                <a16:creationId xmlns:a16="http://schemas.microsoft.com/office/drawing/2014/main" id="{4BB05AD8-807E-4281-A6FA-4D21554E6094}"/>
              </a:ext>
            </a:extLst>
          </p:cNvPr>
          <p:cNvSpPr>
            <a:spLocks noGrp="1"/>
          </p:cNvSpPr>
          <p:nvPr/>
        </p:nvSpPr>
        <p:spPr>
          <a:xfrm>
            <a:off x="1663564" y="5770447"/>
            <a:ext cx="219311" cy="23046"/>
          </a:xfrm>
          <a:custGeom>
            <a:avLst/>
            <a:gdLst/>
            <a:ahLst/>
            <a:cxnLst/>
            <a:rect l="0" t="0" r="0" b="0"/>
            <a:pathLst>
              <a:path w="219311" h="23046">
                <a:moveTo>
                  <a:pt x="0" y="0"/>
                </a:moveTo>
                <a:lnTo>
                  <a:pt x="219311" y="23046"/>
                </a:lnTo>
              </a:path>
            </a:pathLst>
          </a:custGeom>
          <a:noFill/>
          <a:ln w="5865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425" name="lumia-token-stream-curve">
            <a:extLst>
              <a:ext uri="{FF2B5EF4-FFF2-40B4-BE49-F238E27FC236}">
                <a16:creationId xmlns:a16="http://schemas.microsoft.com/office/drawing/2014/main" id="{FBCA4E44-7A09-459D-80D5-85CACFB6F12A}"/>
              </a:ext>
            </a:extLst>
          </p:cNvPr>
          <p:cNvSpPr>
            <a:spLocks noGrp="1"/>
          </p:cNvSpPr>
          <p:nvPr/>
        </p:nvSpPr>
        <p:spPr>
          <a:xfrm>
            <a:off x="1882875" y="5793492"/>
            <a:ext cx="223700" cy="27002"/>
          </a:xfrm>
          <a:custGeom>
            <a:avLst/>
            <a:gdLst/>
            <a:ahLst/>
            <a:cxnLst/>
            <a:rect l="0" t="0" r="0" b="0"/>
            <a:pathLst>
              <a:path w="223700" h="27002">
                <a:moveTo>
                  <a:pt x="0" y="0"/>
                </a:moveTo>
                <a:lnTo>
                  <a:pt x="223700" y="27002"/>
                </a:lnTo>
              </a:path>
            </a:pathLst>
          </a:custGeom>
          <a:noFill/>
          <a:ln w="5865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426" name="lumia-token-stream-curve">
            <a:extLst>
              <a:ext uri="{FF2B5EF4-FFF2-40B4-BE49-F238E27FC236}">
                <a16:creationId xmlns:a16="http://schemas.microsoft.com/office/drawing/2014/main" id="{358C6E99-7F08-4EC2-BAC6-416EF5E86570}"/>
              </a:ext>
            </a:extLst>
          </p:cNvPr>
          <p:cNvSpPr>
            <a:spLocks noGrp="1"/>
          </p:cNvSpPr>
          <p:nvPr/>
        </p:nvSpPr>
        <p:spPr>
          <a:xfrm>
            <a:off x="2106575" y="5820495"/>
            <a:ext cx="227983" cy="30194"/>
          </a:xfrm>
          <a:custGeom>
            <a:avLst/>
            <a:gdLst/>
            <a:ahLst/>
            <a:cxnLst/>
            <a:rect l="0" t="0" r="0" b="0"/>
            <a:pathLst>
              <a:path w="227983" h="30194">
                <a:moveTo>
                  <a:pt x="0" y="0"/>
                </a:moveTo>
                <a:lnTo>
                  <a:pt x="227983" y="30194"/>
                </a:lnTo>
              </a:path>
            </a:pathLst>
          </a:custGeom>
          <a:noFill/>
          <a:ln w="5865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427" name="lumia-token-stream-curve">
            <a:extLst>
              <a:ext uri="{FF2B5EF4-FFF2-40B4-BE49-F238E27FC236}">
                <a16:creationId xmlns:a16="http://schemas.microsoft.com/office/drawing/2014/main" id="{EBB9B3F0-EE37-41AE-B29B-3FB2B58DF2E2}"/>
              </a:ext>
            </a:extLst>
          </p:cNvPr>
          <p:cNvSpPr>
            <a:spLocks noGrp="1"/>
          </p:cNvSpPr>
          <p:nvPr/>
        </p:nvSpPr>
        <p:spPr>
          <a:xfrm>
            <a:off x="2334558" y="5850689"/>
            <a:ext cx="232161" cy="31935"/>
          </a:xfrm>
          <a:custGeom>
            <a:avLst/>
            <a:gdLst/>
            <a:ahLst/>
            <a:cxnLst/>
            <a:rect l="0" t="0" r="0" b="0"/>
            <a:pathLst>
              <a:path w="232161" h="31935">
                <a:moveTo>
                  <a:pt x="0" y="0"/>
                </a:moveTo>
                <a:lnTo>
                  <a:pt x="232161" y="31935"/>
                </a:lnTo>
              </a:path>
            </a:pathLst>
          </a:custGeom>
          <a:noFill/>
          <a:ln w="5865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428" name="lumia-token-stream-curve">
            <a:extLst>
              <a:ext uri="{FF2B5EF4-FFF2-40B4-BE49-F238E27FC236}">
                <a16:creationId xmlns:a16="http://schemas.microsoft.com/office/drawing/2014/main" id="{9F5CD337-2B9C-40C2-B141-A015FE6B7E99}"/>
              </a:ext>
            </a:extLst>
          </p:cNvPr>
          <p:cNvSpPr>
            <a:spLocks noGrp="1"/>
          </p:cNvSpPr>
          <p:nvPr/>
        </p:nvSpPr>
        <p:spPr>
          <a:xfrm>
            <a:off x="2566718" y="5882624"/>
            <a:ext cx="236232" cy="31591"/>
          </a:xfrm>
          <a:custGeom>
            <a:avLst/>
            <a:gdLst/>
            <a:ahLst/>
            <a:cxnLst/>
            <a:rect l="0" t="0" r="0" b="0"/>
            <a:pathLst>
              <a:path w="236232" h="31591">
                <a:moveTo>
                  <a:pt x="0" y="0"/>
                </a:moveTo>
                <a:lnTo>
                  <a:pt x="236232" y="31591"/>
                </a:lnTo>
              </a:path>
            </a:pathLst>
          </a:custGeom>
          <a:noFill/>
          <a:ln w="5865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429" name="lumia-token-stream-curve">
            <a:extLst>
              <a:ext uri="{FF2B5EF4-FFF2-40B4-BE49-F238E27FC236}">
                <a16:creationId xmlns:a16="http://schemas.microsoft.com/office/drawing/2014/main" id="{FC874FEA-7799-400E-B55B-F2C4D630FEB0}"/>
              </a:ext>
            </a:extLst>
          </p:cNvPr>
          <p:cNvSpPr>
            <a:spLocks noGrp="1"/>
          </p:cNvSpPr>
          <p:nvPr/>
        </p:nvSpPr>
        <p:spPr>
          <a:xfrm>
            <a:off x="2802951" y="5914214"/>
            <a:ext cx="240199" cy="28659"/>
          </a:xfrm>
          <a:custGeom>
            <a:avLst/>
            <a:gdLst/>
            <a:ahLst/>
            <a:cxnLst/>
            <a:rect l="0" t="0" r="0" b="0"/>
            <a:pathLst>
              <a:path w="240199" h="28659">
                <a:moveTo>
                  <a:pt x="0" y="0"/>
                </a:moveTo>
                <a:lnTo>
                  <a:pt x="240199" y="28659"/>
                </a:lnTo>
              </a:path>
            </a:pathLst>
          </a:custGeom>
          <a:noFill/>
          <a:ln w="5865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430" name="lumia-token-stream-curve">
            <a:extLst>
              <a:ext uri="{FF2B5EF4-FFF2-40B4-BE49-F238E27FC236}">
                <a16:creationId xmlns:a16="http://schemas.microsoft.com/office/drawing/2014/main" id="{BF83E8E7-E4E9-49A4-9A01-D9AC9C8A8AE8}"/>
              </a:ext>
            </a:extLst>
          </p:cNvPr>
          <p:cNvSpPr>
            <a:spLocks noGrp="1"/>
          </p:cNvSpPr>
          <p:nvPr/>
        </p:nvSpPr>
        <p:spPr>
          <a:xfrm>
            <a:off x="3043150" y="5942874"/>
            <a:ext cx="244060" cy="22846"/>
          </a:xfrm>
          <a:custGeom>
            <a:avLst/>
            <a:gdLst/>
            <a:ahLst/>
            <a:cxnLst/>
            <a:rect l="0" t="0" r="0" b="0"/>
            <a:pathLst>
              <a:path w="244060" h="22846">
                <a:moveTo>
                  <a:pt x="0" y="0"/>
                </a:moveTo>
                <a:lnTo>
                  <a:pt x="244060" y="22846"/>
                </a:lnTo>
              </a:path>
            </a:pathLst>
          </a:custGeom>
          <a:noFill/>
          <a:ln w="5865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431" name="lumia-token-stream-curve">
            <a:extLst>
              <a:ext uri="{FF2B5EF4-FFF2-40B4-BE49-F238E27FC236}">
                <a16:creationId xmlns:a16="http://schemas.microsoft.com/office/drawing/2014/main" id="{7D06D5CE-732A-497C-AF2F-229D71F5A459}"/>
              </a:ext>
            </a:extLst>
          </p:cNvPr>
          <p:cNvSpPr>
            <a:spLocks noGrp="1"/>
          </p:cNvSpPr>
          <p:nvPr/>
        </p:nvSpPr>
        <p:spPr>
          <a:xfrm>
            <a:off x="3287210" y="5965719"/>
            <a:ext cx="247815" cy="14127"/>
          </a:xfrm>
          <a:custGeom>
            <a:avLst/>
            <a:gdLst/>
            <a:ahLst/>
            <a:cxnLst/>
            <a:rect l="0" t="0" r="0" b="0"/>
            <a:pathLst>
              <a:path w="247815" h="14127">
                <a:moveTo>
                  <a:pt x="0" y="0"/>
                </a:moveTo>
                <a:lnTo>
                  <a:pt x="247815" y="14127"/>
                </a:lnTo>
              </a:path>
            </a:pathLst>
          </a:custGeom>
          <a:noFill/>
          <a:ln w="5865">
            <a:solidFill>
              <a:srgbClr val="893E75">
                <a:alpha val="9000"/>
              </a:srgbClr>
            </a:solidFill>
            <a:prstDash val="solid"/>
          </a:ln>
        </p:spPr>
      </p:sp>
      <p:sp>
        <p:nvSpPr>
          <p:cNvPr id="432" name="lumia-token-stream-curve">
            <a:extLst>
              <a:ext uri="{FF2B5EF4-FFF2-40B4-BE49-F238E27FC236}">
                <a16:creationId xmlns:a16="http://schemas.microsoft.com/office/drawing/2014/main" id="{348186B2-1006-4D7B-ADEB-3A4FA55197D9}"/>
              </a:ext>
            </a:extLst>
          </p:cNvPr>
          <p:cNvSpPr>
            <a:spLocks noGrp="1"/>
          </p:cNvSpPr>
          <p:nvPr/>
        </p:nvSpPr>
        <p:spPr>
          <a:xfrm>
            <a:off x="3535024" y="5979846"/>
            <a:ext cx="251465" cy="9525"/>
          </a:xfrm>
          <a:custGeom>
            <a:avLst/>
            <a:gdLst/>
            <a:ahLst/>
            <a:cxnLst/>
            <a:rect l="0" t="0" r="0" b="0"/>
            <a:pathLst>
              <a:path w="251465" h="9525">
                <a:moveTo>
                  <a:pt x="0" y="0"/>
                </a:moveTo>
                <a:lnTo>
                  <a:pt x="251465" y="2787"/>
                </a:lnTo>
              </a:path>
            </a:pathLst>
          </a:custGeom>
          <a:noFill/>
          <a:ln w="5866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433" name="lumia-token-stream-curve">
            <a:extLst>
              <a:ext uri="{FF2B5EF4-FFF2-40B4-BE49-F238E27FC236}">
                <a16:creationId xmlns:a16="http://schemas.microsoft.com/office/drawing/2014/main" id="{84F60B21-117C-4B0A-9A21-460769FDB3B2}"/>
              </a:ext>
            </a:extLst>
          </p:cNvPr>
          <p:cNvSpPr>
            <a:spLocks noGrp="1"/>
          </p:cNvSpPr>
          <p:nvPr/>
        </p:nvSpPr>
        <p:spPr>
          <a:xfrm>
            <a:off x="3786489" y="5972062"/>
            <a:ext cx="255009" cy="10571"/>
          </a:xfrm>
          <a:custGeom>
            <a:avLst/>
            <a:gdLst/>
            <a:ahLst/>
            <a:cxnLst/>
            <a:rect l="0" t="0" r="0" b="0"/>
            <a:pathLst>
              <a:path w="255009" h="10571">
                <a:moveTo>
                  <a:pt x="0" y="10571"/>
                </a:moveTo>
                <a:lnTo>
                  <a:pt x="255009" y="0"/>
                </a:lnTo>
              </a:path>
            </a:pathLst>
          </a:custGeom>
          <a:noFill/>
          <a:ln w="5884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434" name="lumia-token-stream-curve">
            <a:extLst>
              <a:ext uri="{FF2B5EF4-FFF2-40B4-BE49-F238E27FC236}">
                <a16:creationId xmlns:a16="http://schemas.microsoft.com/office/drawing/2014/main" id="{1AF08777-086A-460F-953E-708C4A1FBD04}"/>
              </a:ext>
            </a:extLst>
          </p:cNvPr>
          <p:cNvSpPr>
            <a:spLocks noGrp="1"/>
          </p:cNvSpPr>
          <p:nvPr/>
        </p:nvSpPr>
        <p:spPr>
          <a:xfrm>
            <a:off x="4041498" y="5947003"/>
            <a:ext cx="258447" cy="25059"/>
          </a:xfrm>
          <a:custGeom>
            <a:avLst/>
            <a:gdLst/>
            <a:ahLst/>
            <a:cxnLst/>
            <a:rect l="0" t="0" r="0" b="0"/>
            <a:pathLst>
              <a:path w="258447" h="25059">
                <a:moveTo>
                  <a:pt x="0" y="25059"/>
                </a:moveTo>
                <a:lnTo>
                  <a:pt x="258447" y="0"/>
                </a:lnTo>
              </a:path>
            </a:pathLst>
          </a:custGeom>
          <a:noFill/>
          <a:ln w="5925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435" name="lumia-token-stream-curve">
            <a:extLst>
              <a:ext uri="{FF2B5EF4-FFF2-40B4-BE49-F238E27FC236}">
                <a16:creationId xmlns:a16="http://schemas.microsoft.com/office/drawing/2014/main" id="{BC9E57A7-348B-4E3F-86B3-6E91DD5EC389}"/>
              </a:ext>
            </a:extLst>
          </p:cNvPr>
          <p:cNvSpPr>
            <a:spLocks noGrp="1"/>
          </p:cNvSpPr>
          <p:nvPr/>
        </p:nvSpPr>
        <p:spPr>
          <a:xfrm>
            <a:off x="4299945" y="5907424"/>
            <a:ext cx="261780" cy="39579"/>
          </a:xfrm>
          <a:custGeom>
            <a:avLst/>
            <a:gdLst/>
            <a:ahLst/>
            <a:cxnLst/>
            <a:rect l="0" t="0" r="0" b="0"/>
            <a:pathLst>
              <a:path w="261780" h="39579">
                <a:moveTo>
                  <a:pt x="0" y="39579"/>
                </a:moveTo>
                <a:lnTo>
                  <a:pt x="261780" y="0"/>
                </a:lnTo>
              </a:path>
            </a:pathLst>
          </a:custGeom>
          <a:noFill/>
          <a:ln w="5986">
            <a:solidFill>
              <a:srgbClr val="BD4153">
                <a:alpha val="10000"/>
              </a:srgbClr>
            </a:solidFill>
            <a:prstDash val="solid"/>
          </a:ln>
        </p:spPr>
      </p:sp>
      <p:sp>
        <p:nvSpPr>
          <p:cNvPr id="436" name="lumia-token-stream-curve">
            <a:extLst>
              <a:ext uri="{FF2B5EF4-FFF2-40B4-BE49-F238E27FC236}">
                <a16:creationId xmlns:a16="http://schemas.microsoft.com/office/drawing/2014/main" id="{8EA03802-0A83-4987-ACED-A92E6609B0D1}"/>
              </a:ext>
            </a:extLst>
          </p:cNvPr>
          <p:cNvSpPr>
            <a:spLocks noGrp="1"/>
          </p:cNvSpPr>
          <p:nvPr/>
        </p:nvSpPr>
        <p:spPr>
          <a:xfrm>
            <a:off x="4561725" y="5854492"/>
            <a:ext cx="265007" cy="52932"/>
          </a:xfrm>
          <a:custGeom>
            <a:avLst/>
            <a:gdLst/>
            <a:ahLst/>
            <a:cxnLst/>
            <a:rect l="0" t="0" r="0" b="0"/>
            <a:pathLst>
              <a:path w="265007" h="52932">
                <a:moveTo>
                  <a:pt x="0" y="52932"/>
                </a:moveTo>
                <a:lnTo>
                  <a:pt x="265007" y="0"/>
                </a:lnTo>
              </a:path>
            </a:pathLst>
          </a:custGeom>
          <a:noFill/>
          <a:ln w="6067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437" name="lumia-token-stream-curve">
            <a:extLst>
              <a:ext uri="{FF2B5EF4-FFF2-40B4-BE49-F238E27FC236}">
                <a16:creationId xmlns:a16="http://schemas.microsoft.com/office/drawing/2014/main" id="{1E838A50-B4A8-4E27-81F3-E4A43ADAD76D}"/>
              </a:ext>
            </a:extLst>
          </p:cNvPr>
          <p:cNvSpPr>
            <a:spLocks noGrp="1"/>
          </p:cNvSpPr>
          <p:nvPr/>
        </p:nvSpPr>
        <p:spPr>
          <a:xfrm>
            <a:off x="4826733" y="5790533"/>
            <a:ext cx="268129" cy="63959"/>
          </a:xfrm>
          <a:custGeom>
            <a:avLst/>
            <a:gdLst/>
            <a:ahLst/>
            <a:cxnLst/>
            <a:rect l="0" t="0" r="0" b="0"/>
            <a:pathLst>
              <a:path w="268129" h="63959">
                <a:moveTo>
                  <a:pt x="0" y="63959"/>
                </a:moveTo>
                <a:lnTo>
                  <a:pt x="268129" y="0"/>
                </a:lnTo>
              </a:path>
            </a:pathLst>
          </a:custGeom>
          <a:noFill/>
          <a:ln w="6165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438" name="lumia-token-stream-curve">
            <a:extLst>
              <a:ext uri="{FF2B5EF4-FFF2-40B4-BE49-F238E27FC236}">
                <a16:creationId xmlns:a16="http://schemas.microsoft.com/office/drawing/2014/main" id="{CFA56413-4698-4845-BF28-4E00B82A7BB4}"/>
              </a:ext>
            </a:extLst>
          </p:cNvPr>
          <p:cNvSpPr>
            <a:spLocks noGrp="1"/>
          </p:cNvSpPr>
          <p:nvPr/>
        </p:nvSpPr>
        <p:spPr>
          <a:xfrm>
            <a:off x="5094862" y="5718839"/>
            <a:ext cx="271145" cy="71694"/>
          </a:xfrm>
          <a:custGeom>
            <a:avLst/>
            <a:gdLst/>
            <a:ahLst/>
            <a:cxnLst/>
            <a:rect l="0" t="0" r="0" b="0"/>
            <a:pathLst>
              <a:path w="271145" h="71694">
                <a:moveTo>
                  <a:pt x="0" y="71694"/>
                </a:moveTo>
                <a:lnTo>
                  <a:pt x="271145" y="0"/>
                </a:lnTo>
              </a:path>
            </a:pathLst>
          </a:custGeom>
          <a:noFill/>
          <a:ln w="6279">
            <a:solidFill>
              <a:srgbClr val="E44339">
                <a:alpha val="11000"/>
              </a:srgbClr>
            </a:solidFill>
            <a:prstDash val="solid"/>
          </a:ln>
        </p:spPr>
      </p:sp>
      <p:sp>
        <p:nvSpPr>
          <p:cNvPr id="439" name="lumia-token-stream-curve">
            <a:extLst>
              <a:ext uri="{FF2B5EF4-FFF2-40B4-BE49-F238E27FC236}">
                <a16:creationId xmlns:a16="http://schemas.microsoft.com/office/drawing/2014/main" id="{CFEB929E-418B-4A70-9365-A4BFC8010347}"/>
              </a:ext>
            </a:extLst>
          </p:cNvPr>
          <p:cNvSpPr>
            <a:spLocks noGrp="1"/>
          </p:cNvSpPr>
          <p:nvPr/>
        </p:nvSpPr>
        <p:spPr>
          <a:xfrm>
            <a:off x="5366007" y="5643333"/>
            <a:ext cx="274056" cy="75506"/>
          </a:xfrm>
          <a:custGeom>
            <a:avLst/>
            <a:gdLst/>
            <a:ahLst/>
            <a:cxnLst/>
            <a:rect l="0" t="0" r="0" b="0"/>
            <a:pathLst>
              <a:path w="274056" h="75506">
                <a:moveTo>
                  <a:pt x="0" y="75506"/>
                </a:moveTo>
                <a:lnTo>
                  <a:pt x="274056" y="0"/>
                </a:lnTo>
              </a:path>
            </a:pathLst>
          </a:custGeom>
          <a:noFill/>
          <a:ln w="6407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440" name="lumia-token-stream-curve">
            <a:extLst>
              <a:ext uri="{FF2B5EF4-FFF2-40B4-BE49-F238E27FC236}">
                <a16:creationId xmlns:a16="http://schemas.microsoft.com/office/drawing/2014/main" id="{1B70D724-223A-4F05-A7BD-3FC53DDA26B8}"/>
              </a:ext>
            </a:extLst>
          </p:cNvPr>
          <p:cNvSpPr>
            <a:spLocks noGrp="1"/>
          </p:cNvSpPr>
          <p:nvPr/>
        </p:nvSpPr>
        <p:spPr>
          <a:xfrm>
            <a:off x="5640063" y="5568117"/>
            <a:ext cx="276861" cy="75216"/>
          </a:xfrm>
          <a:custGeom>
            <a:avLst/>
            <a:gdLst/>
            <a:ahLst/>
            <a:cxnLst/>
            <a:rect l="0" t="0" r="0" b="0"/>
            <a:pathLst>
              <a:path w="276861" h="75216">
                <a:moveTo>
                  <a:pt x="0" y="75216"/>
                </a:moveTo>
                <a:lnTo>
                  <a:pt x="276861" y="0"/>
                </a:lnTo>
              </a:path>
            </a:pathLst>
          </a:custGeom>
          <a:noFill/>
          <a:ln w="6547">
            <a:solidFill>
              <a:srgbClr val="EC532F">
                <a:alpha val="12000"/>
              </a:srgbClr>
            </a:solidFill>
            <a:prstDash val="solid"/>
          </a:ln>
        </p:spPr>
      </p:sp>
      <p:sp>
        <p:nvSpPr>
          <p:cNvPr id="441" name="lumia-token-stream-curve">
            <a:extLst>
              <a:ext uri="{FF2B5EF4-FFF2-40B4-BE49-F238E27FC236}">
                <a16:creationId xmlns:a16="http://schemas.microsoft.com/office/drawing/2014/main" id="{ECB441A5-91CA-4546-8ED1-73E0ECBBD294}"/>
              </a:ext>
            </a:extLst>
          </p:cNvPr>
          <p:cNvSpPr>
            <a:spLocks noGrp="1"/>
          </p:cNvSpPr>
          <p:nvPr/>
        </p:nvSpPr>
        <p:spPr>
          <a:xfrm>
            <a:off x="5916925" y="5496953"/>
            <a:ext cx="279561" cy="71164"/>
          </a:xfrm>
          <a:custGeom>
            <a:avLst/>
            <a:gdLst/>
            <a:ahLst/>
            <a:cxnLst/>
            <a:rect l="0" t="0" r="0" b="0"/>
            <a:pathLst>
              <a:path w="279561" h="71164">
                <a:moveTo>
                  <a:pt x="0" y="71164"/>
                </a:moveTo>
                <a:lnTo>
                  <a:pt x="279561" y="0"/>
                </a:lnTo>
              </a:path>
            </a:pathLst>
          </a:custGeom>
          <a:noFill/>
          <a:ln w="6699">
            <a:solidFill>
              <a:srgbClr val="EE5E2A">
                <a:alpha val="12000"/>
              </a:srgbClr>
            </a:solidFill>
            <a:prstDash val="solid"/>
          </a:ln>
        </p:spPr>
      </p:sp>
      <p:sp>
        <p:nvSpPr>
          <p:cNvPr id="442" name="lumia-token-stream-curve">
            <a:extLst>
              <a:ext uri="{FF2B5EF4-FFF2-40B4-BE49-F238E27FC236}">
                <a16:creationId xmlns:a16="http://schemas.microsoft.com/office/drawing/2014/main" id="{B5396E73-DEFF-432F-874C-755490DF16F5}"/>
              </a:ext>
            </a:extLst>
          </p:cNvPr>
          <p:cNvSpPr>
            <a:spLocks noGrp="1"/>
          </p:cNvSpPr>
          <p:nvPr/>
        </p:nvSpPr>
        <p:spPr>
          <a:xfrm>
            <a:off x="6196485" y="5432744"/>
            <a:ext cx="282155" cy="64209"/>
          </a:xfrm>
          <a:custGeom>
            <a:avLst/>
            <a:gdLst/>
            <a:ahLst/>
            <a:cxnLst/>
            <a:rect l="0" t="0" r="0" b="0"/>
            <a:pathLst>
              <a:path w="282155" h="64209">
                <a:moveTo>
                  <a:pt x="0" y="64209"/>
                </a:moveTo>
                <a:lnTo>
                  <a:pt x="282155" y="0"/>
                </a:lnTo>
              </a:path>
            </a:pathLst>
          </a:custGeom>
          <a:noFill/>
          <a:ln w="6859">
            <a:solidFill>
              <a:srgbClr val="EF6926">
                <a:alpha val="13000"/>
              </a:srgbClr>
            </a:solidFill>
            <a:prstDash val="solid"/>
          </a:ln>
        </p:spPr>
      </p:sp>
      <p:sp>
        <p:nvSpPr>
          <p:cNvPr id="443" name="lumia-token-stream-curve">
            <a:extLst>
              <a:ext uri="{FF2B5EF4-FFF2-40B4-BE49-F238E27FC236}">
                <a16:creationId xmlns:a16="http://schemas.microsoft.com/office/drawing/2014/main" id="{7E77A8CC-D55B-4F39-BD04-D77E60FBDAE3}"/>
              </a:ext>
            </a:extLst>
          </p:cNvPr>
          <p:cNvSpPr>
            <a:spLocks noGrp="1"/>
          </p:cNvSpPr>
          <p:nvPr/>
        </p:nvSpPr>
        <p:spPr>
          <a:xfrm>
            <a:off x="6478640" y="5377089"/>
            <a:ext cx="284643" cy="55655"/>
          </a:xfrm>
          <a:custGeom>
            <a:avLst/>
            <a:gdLst/>
            <a:ahLst/>
            <a:cxnLst/>
            <a:rect l="0" t="0" r="0" b="0"/>
            <a:pathLst>
              <a:path w="284643" h="55655">
                <a:moveTo>
                  <a:pt x="0" y="55655"/>
                </a:moveTo>
                <a:lnTo>
                  <a:pt x="284643" y="0"/>
                </a:lnTo>
              </a:path>
            </a:pathLst>
          </a:custGeom>
          <a:noFill/>
          <a:ln w="7027">
            <a:solidFill>
              <a:srgbClr val="F17322">
                <a:alpha val="13000"/>
              </a:srgbClr>
            </a:solidFill>
            <a:prstDash val="solid"/>
          </a:ln>
        </p:spPr>
      </p:sp>
      <p:sp>
        <p:nvSpPr>
          <p:cNvPr id="444" name="lumia-token-stream-curve">
            <a:extLst>
              <a:ext uri="{FF2B5EF4-FFF2-40B4-BE49-F238E27FC236}">
                <a16:creationId xmlns:a16="http://schemas.microsoft.com/office/drawing/2014/main" id="{BF758A34-DCCF-4313-93B4-666ED4B43C76}"/>
              </a:ext>
            </a:extLst>
          </p:cNvPr>
          <p:cNvSpPr>
            <a:spLocks noGrp="1"/>
          </p:cNvSpPr>
          <p:nvPr/>
        </p:nvSpPr>
        <p:spPr>
          <a:xfrm>
            <a:off x="6763283" y="5329984"/>
            <a:ext cx="287026" cy="47105"/>
          </a:xfrm>
          <a:custGeom>
            <a:avLst/>
            <a:gdLst/>
            <a:ahLst/>
            <a:cxnLst/>
            <a:rect l="0" t="0" r="0" b="0"/>
            <a:pathLst>
              <a:path w="287026" h="47105">
                <a:moveTo>
                  <a:pt x="0" y="47105"/>
                </a:moveTo>
                <a:lnTo>
                  <a:pt x="287026" y="0"/>
                </a:lnTo>
              </a:path>
            </a:pathLst>
          </a:custGeom>
          <a:noFill/>
          <a:ln w="7200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445" name="lumia-token-stream-curve">
            <a:extLst>
              <a:ext uri="{FF2B5EF4-FFF2-40B4-BE49-F238E27FC236}">
                <a16:creationId xmlns:a16="http://schemas.microsoft.com/office/drawing/2014/main" id="{A57BDE7F-C805-4662-BECF-4543817C215D}"/>
              </a:ext>
            </a:extLst>
          </p:cNvPr>
          <p:cNvSpPr>
            <a:spLocks noGrp="1"/>
          </p:cNvSpPr>
          <p:nvPr/>
        </p:nvSpPr>
        <p:spPr>
          <a:xfrm>
            <a:off x="7050308" y="5289721"/>
            <a:ext cx="289303" cy="40263"/>
          </a:xfrm>
          <a:custGeom>
            <a:avLst/>
            <a:gdLst/>
            <a:ahLst/>
            <a:cxnLst/>
            <a:rect l="0" t="0" r="0" b="0"/>
            <a:pathLst>
              <a:path w="289303" h="40263">
                <a:moveTo>
                  <a:pt x="0" y="40263"/>
                </a:moveTo>
                <a:lnTo>
                  <a:pt x="289303" y="0"/>
                </a:lnTo>
              </a:path>
            </a:pathLst>
          </a:custGeom>
          <a:noFill/>
          <a:ln w="7378">
            <a:solidFill>
              <a:srgbClr val="F48919">
                <a:alpha val="14000"/>
              </a:srgbClr>
            </a:solidFill>
            <a:prstDash val="solid"/>
          </a:ln>
        </p:spPr>
      </p:sp>
      <p:sp>
        <p:nvSpPr>
          <p:cNvPr id="446" name="lumia-token-stream-curve">
            <a:extLst>
              <a:ext uri="{FF2B5EF4-FFF2-40B4-BE49-F238E27FC236}">
                <a16:creationId xmlns:a16="http://schemas.microsoft.com/office/drawing/2014/main" id="{B7C2A9A0-BC69-465A-944B-DE39183B8ADD}"/>
              </a:ext>
            </a:extLst>
          </p:cNvPr>
          <p:cNvSpPr>
            <a:spLocks noGrp="1"/>
          </p:cNvSpPr>
          <p:nvPr/>
        </p:nvSpPr>
        <p:spPr>
          <a:xfrm>
            <a:off x="7339611" y="5253023"/>
            <a:ext cx="291474" cy="36698"/>
          </a:xfrm>
          <a:custGeom>
            <a:avLst/>
            <a:gdLst/>
            <a:ahLst/>
            <a:cxnLst/>
            <a:rect l="0" t="0" r="0" b="0"/>
            <a:pathLst>
              <a:path w="291474" h="36698">
                <a:moveTo>
                  <a:pt x="0" y="36698"/>
                </a:moveTo>
                <a:lnTo>
                  <a:pt x="291474" y="0"/>
                </a:lnTo>
              </a:path>
            </a:pathLst>
          </a:custGeom>
          <a:noFill/>
          <a:ln w="7557">
            <a:solidFill>
              <a:srgbClr val="F59415">
                <a:alpha val="14000"/>
              </a:srgbClr>
            </a:solidFill>
            <a:prstDash val="solid"/>
          </a:ln>
        </p:spPr>
      </p:sp>
      <p:sp>
        <p:nvSpPr>
          <p:cNvPr id="447" name="lumia-token-stream-curve">
            <a:extLst>
              <a:ext uri="{FF2B5EF4-FFF2-40B4-BE49-F238E27FC236}">
                <a16:creationId xmlns:a16="http://schemas.microsoft.com/office/drawing/2014/main" id="{29947BC0-C3B4-478D-B850-8C64790877DC}"/>
              </a:ext>
            </a:extLst>
          </p:cNvPr>
          <p:cNvSpPr>
            <a:spLocks noGrp="1"/>
          </p:cNvSpPr>
          <p:nvPr/>
        </p:nvSpPr>
        <p:spPr>
          <a:xfrm>
            <a:off x="7631085" y="5215412"/>
            <a:ext cx="293540" cy="37611"/>
          </a:xfrm>
          <a:custGeom>
            <a:avLst/>
            <a:gdLst/>
            <a:ahLst/>
            <a:cxnLst/>
            <a:rect l="0" t="0" r="0" b="0"/>
            <a:pathLst>
              <a:path w="293540" h="37611">
                <a:moveTo>
                  <a:pt x="0" y="37611"/>
                </a:moveTo>
                <a:lnTo>
                  <a:pt x="293540" y="0"/>
                </a:lnTo>
              </a:path>
            </a:pathLst>
          </a:custGeom>
          <a:noFill/>
          <a:ln w="7738">
            <a:solidFill>
              <a:srgbClr val="F79E11">
                <a:alpha val="15000"/>
              </a:srgbClr>
            </a:solidFill>
            <a:prstDash val="solid"/>
          </a:ln>
        </p:spPr>
      </p:sp>
      <p:sp>
        <p:nvSpPr>
          <p:cNvPr id="448" name="lumia-token-stream-curve">
            <a:extLst>
              <a:ext uri="{FF2B5EF4-FFF2-40B4-BE49-F238E27FC236}">
                <a16:creationId xmlns:a16="http://schemas.microsoft.com/office/drawing/2014/main" id="{5AE0F7AE-896E-4EE3-B980-895247BBFDE4}"/>
              </a:ext>
            </a:extLst>
          </p:cNvPr>
          <p:cNvSpPr>
            <a:spLocks noGrp="1"/>
          </p:cNvSpPr>
          <p:nvPr/>
        </p:nvSpPr>
        <p:spPr>
          <a:xfrm>
            <a:off x="7924626" y="5171777"/>
            <a:ext cx="295501" cy="43634"/>
          </a:xfrm>
          <a:custGeom>
            <a:avLst/>
            <a:gdLst/>
            <a:ahLst/>
            <a:cxnLst/>
            <a:rect l="0" t="0" r="0" b="0"/>
            <a:pathLst>
              <a:path w="295501" h="43634">
                <a:moveTo>
                  <a:pt x="0" y="43634"/>
                </a:moveTo>
                <a:lnTo>
                  <a:pt x="295501" y="0"/>
                </a:lnTo>
              </a:path>
            </a:pathLst>
          </a:custGeom>
          <a:noFill/>
          <a:ln w="7917">
            <a:solidFill>
              <a:srgbClr val="F8A90C">
                <a:alpha val="15000"/>
              </a:srgbClr>
            </a:solidFill>
            <a:prstDash val="solid"/>
          </a:ln>
        </p:spPr>
      </p:sp>
      <p:sp>
        <p:nvSpPr>
          <p:cNvPr id="449" name="lumia-token-stream-curve">
            <a:extLst>
              <a:ext uri="{FF2B5EF4-FFF2-40B4-BE49-F238E27FC236}">
                <a16:creationId xmlns:a16="http://schemas.microsoft.com/office/drawing/2014/main" id="{E67C931E-78BC-46DA-AF03-4AB200A7C956}"/>
              </a:ext>
            </a:extLst>
          </p:cNvPr>
          <p:cNvSpPr>
            <a:spLocks noGrp="1"/>
          </p:cNvSpPr>
          <p:nvPr/>
        </p:nvSpPr>
        <p:spPr>
          <a:xfrm>
            <a:off x="8220126" y="5117070"/>
            <a:ext cx="297356" cy="54707"/>
          </a:xfrm>
          <a:custGeom>
            <a:avLst/>
            <a:gdLst/>
            <a:ahLst/>
            <a:cxnLst/>
            <a:rect l="0" t="0" r="0" b="0"/>
            <a:pathLst>
              <a:path w="297356" h="54707">
                <a:moveTo>
                  <a:pt x="0" y="54707"/>
                </a:moveTo>
                <a:lnTo>
                  <a:pt x="297356" y="0"/>
                </a:lnTo>
              </a:path>
            </a:pathLst>
          </a:custGeom>
          <a:noFill/>
          <a:ln w="8094">
            <a:solidFill>
              <a:srgbClr val="FAB408">
                <a:alpha val="15000"/>
              </a:srgbClr>
            </a:solidFill>
            <a:prstDash val="solid"/>
          </a:ln>
        </p:spPr>
      </p:sp>
      <p:sp>
        <p:nvSpPr>
          <p:cNvPr id="450" name="lumia-token-stream-curve">
            <a:extLst>
              <a:ext uri="{FF2B5EF4-FFF2-40B4-BE49-F238E27FC236}">
                <a16:creationId xmlns:a16="http://schemas.microsoft.com/office/drawing/2014/main" id="{ABBFCBF9-2D8D-4047-850E-B32466BA7651}"/>
              </a:ext>
            </a:extLst>
          </p:cNvPr>
          <p:cNvSpPr>
            <a:spLocks noGrp="1"/>
          </p:cNvSpPr>
          <p:nvPr/>
        </p:nvSpPr>
        <p:spPr>
          <a:xfrm>
            <a:off x="8517482" y="5047027"/>
            <a:ext cx="299105" cy="70044"/>
          </a:xfrm>
          <a:custGeom>
            <a:avLst/>
            <a:gdLst/>
            <a:ahLst/>
            <a:cxnLst/>
            <a:rect l="0" t="0" r="0" b="0"/>
            <a:pathLst>
              <a:path w="299105" h="70044">
                <a:moveTo>
                  <a:pt x="0" y="70044"/>
                </a:moveTo>
                <a:lnTo>
                  <a:pt x="299105" y="0"/>
                </a:lnTo>
              </a:path>
            </a:pathLst>
          </a:custGeom>
          <a:noFill/>
          <a:ln w="8266">
            <a:solidFill>
              <a:srgbClr val="F7BC07">
                <a:alpha val="16000"/>
              </a:srgbClr>
            </a:solidFill>
            <a:prstDash val="solid"/>
          </a:ln>
        </p:spPr>
      </p:sp>
      <p:sp>
        <p:nvSpPr>
          <p:cNvPr id="451" name="lumia-token-stream-curve">
            <a:extLst>
              <a:ext uri="{FF2B5EF4-FFF2-40B4-BE49-F238E27FC236}">
                <a16:creationId xmlns:a16="http://schemas.microsoft.com/office/drawing/2014/main" id="{266EA56C-5813-411D-9C58-768655B5DC5E}"/>
              </a:ext>
            </a:extLst>
          </p:cNvPr>
          <p:cNvSpPr>
            <a:spLocks noGrp="1"/>
          </p:cNvSpPr>
          <p:nvPr/>
        </p:nvSpPr>
        <p:spPr>
          <a:xfrm>
            <a:off x="8816587" y="4958818"/>
            <a:ext cx="300749" cy="88209"/>
          </a:xfrm>
          <a:custGeom>
            <a:avLst/>
            <a:gdLst/>
            <a:ahLst/>
            <a:cxnLst/>
            <a:rect l="0" t="0" r="0" b="0"/>
            <a:pathLst>
              <a:path w="300749" h="88209">
                <a:moveTo>
                  <a:pt x="0" y="88209"/>
                </a:moveTo>
                <a:lnTo>
                  <a:pt x="300749" y="0"/>
                </a:lnTo>
              </a:path>
            </a:pathLst>
          </a:custGeom>
          <a:noFill/>
          <a:ln w="8432">
            <a:solidFill>
              <a:srgbClr val="E5BA0E">
                <a:alpha val="16000"/>
              </a:srgbClr>
            </a:solidFill>
            <a:prstDash val="solid"/>
          </a:ln>
        </p:spPr>
      </p:sp>
      <p:sp>
        <p:nvSpPr>
          <p:cNvPr id="452" name="lumia-token-stream-curve">
            <a:extLst>
              <a:ext uri="{FF2B5EF4-FFF2-40B4-BE49-F238E27FC236}">
                <a16:creationId xmlns:a16="http://schemas.microsoft.com/office/drawing/2014/main" id="{1B4DE394-7AF0-4A45-9532-915965374598}"/>
              </a:ext>
            </a:extLst>
          </p:cNvPr>
          <p:cNvSpPr>
            <a:spLocks noGrp="1"/>
          </p:cNvSpPr>
          <p:nvPr/>
        </p:nvSpPr>
        <p:spPr>
          <a:xfrm>
            <a:off x="9117336" y="4851517"/>
            <a:ext cx="302287" cy="107301"/>
          </a:xfrm>
          <a:custGeom>
            <a:avLst/>
            <a:gdLst/>
            <a:ahLst/>
            <a:cxnLst/>
            <a:rect l="0" t="0" r="0" b="0"/>
            <a:pathLst>
              <a:path w="302287" h="107301">
                <a:moveTo>
                  <a:pt x="0" y="107301"/>
                </a:moveTo>
                <a:lnTo>
                  <a:pt x="302287" y="0"/>
                </a:lnTo>
              </a:path>
            </a:pathLst>
          </a:custGeom>
          <a:noFill/>
          <a:ln w="8590">
            <a:solidFill>
              <a:srgbClr val="D3B815">
                <a:alpha val="16000"/>
              </a:srgbClr>
            </a:solidFill>
            <a:prstDash val="solid"/>
          </a:ln>
        </p:spPr>
      </p:sp>
      <p:sp>
        <p:nvSpPr>
          <p:cNvPr id="453" name="lumia-token-stream-curve">
            <a:extLst>
              <a:ext uri="{FF2B5EF4-FFF2-40B4-BE49-F238E27FC236}">
                <a16:creationId xmlns:a16="http://schemas.microsoft.com/office/drawing/2014/main" id="{6FA86FA6-82E3-4A99-A8A5-2DB0556534AC}"/>
              </a:ext>
            </a:extLst>
          </p:cNvPr>
          <p:cNvSpPr>
            <a:spLocks noGrp="1"/>
          </p:cNvSpPr>
          <p:nvPr/>
        </p:nvSpPr>
        <p:spPr>
          <a:xfrm>
            <a:off x="9419623" y="4726300"/>
            <a:ext cx="303719" cy="125217"/>
          </a:xfrm>
          <a:custGeom>
            <a:avLst/>
            <a:gdLst/>
            <a:ahLst/>
            <a:cxnLst/>
            <a:rect l="0" t="0" r="0" b="0"/>
            <a:pathLst>
              <a:path w="303719" h="125217">
                <a:moveTo>
                  <a:pt x="0" y="125217"/>
                </a:moveTo>
                <a:lnTo>
                  <a:pt x="303719" y="0"/>
                </a:lnTo>
              </a:path>
            </a:pathLst>
          </a:custGeom>
          <a:noFill/>
          <a:ln w="8739">
            <a:solidFill>
              <a:srgbClr val="C2B61C">
                <a:alpha val="17000"/>
              </a:srgbClr>
            </a:solidFill>
            <a:prstDash val="solid"/>
          </a:ln>
        </p:spPr>
      </p:sp>
      <p:sp>
        <p:nvSpPr>
          <p:cNvPr id="454" name="lumia-token-stream-curve">
            <a:extLst>
              <a:ext uri="{FF2B5EF4-FFF2-40B4-BE49-F238E27FC236}">
                <a16:creationId xmlns:a16="http://schemas.microsoft.com/office/drawing/2014/main" id="{7DE20CCE-76C4-4E81-A37C-F10CE30EFBA5}"/>
              </a:ext>
            </a:extLst>
          </p:cNvPr>
          <p:cNvSpPr>
            <a:spLocks noGrp="1"/>
          </p:cNvSpPr>
          <p:nvPr/>
        </p:nvSpPr>
        <p:spPr>
          <a:xfrm>
            <a:off x="9723342" y="4586334"/>
            <a:ext cx="305046" cy="139965"/>
          </a:xfrm>
          <a:custGeom>
            <a:avLst/>
            <a:gdLst/>
            <a:ahLst/>
            <a:cxnLst/>
            <a:rect l="0" t="0" r="0" b="0"/>
            <a:pathLst>
              <a:path w="305046" h="139965">
                <a:moveTo>
                  <a:pt x="0" y="139965"/>
                </a:moveTo>
                <a:lnTo>
                  <a:pt x="305046" y="0"/>
                </a:lnTo>
              </a:path>
            </a:pathLst>
          </a:custGeom>
          <a:noFill/>
          <a:ln w="8876">
            <a:solidFill>
              <a:srgbClr val="B0B422">
                <a:alpha val="17000"/>
              </a:srgbClr>
            </a:solidFill>
            <a:prstDash val="solid"/>
          </a:ln>
        </p:spPr>
      </p:sp>
      <p:sp>
        <p:nvSpPr>
          <p:cNvPr id="455" name="lumia-token-stream-curve">
            <a:extLst>
              <a:ext uri="{FF2B5EF4-FFF2-40B4-BE49-F238E27FC236}">
                <a16:creationId xmlns:a16="http://schemas.microsoft.com/office/drawing/2014/main" id="{23FB836A-5D47-4A62-A711-2005E36D9CDE}"/>
              </a:ext>
            </a:extLst>
          </p:cNvPr>
          <p:cNvSpPr>
            <a:spLocks noGrp="1"/>
          </p:cNvSpPr>
          <p:nvPr/>
        </p:nvSpPr>
        <p:spPr>
          <a:xfrm>
            <a:off x="10028388" y="4436364"/>
            <a:ext cx="306268" cy="149970"/>
          </a:xfrm>
          <a:custGeom>
            <a:avLst/>
            <a:gdLst/>
            <a:ahLst/>
            <a:cxnLst/>
            <a:rect l="0" t="0" r="0" b="0"/>
            <a:pathLst>
              <a:path w="306268" h="149970">
                <a:moveTo>
                  <a:pt x="0" y="149970"/>
                </a:moveTo>
                <a:lnTo>
                  <a:pt x="306268" y="0"/>
                </a:lnTo>
              </a:path>
            </a:pathLst>
          </a:custGeom>
          <a:noFill/>
          <a:ln w="9001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456" name="lumia-token-stream-curve">
            <a:extLst>
              <a:ext uri="{FF2B5EF4-FFF2-40B4-BE49-F238E27FC236}">
                <a16:creationId xmlns:a16="http://schemas.microsoft.com/office/drawing/2014/main" id="{1DA1470B-C008-4AE5-B93C-AAC4FBD9C492}"/>
              </a:ext>
            </a:extLst>
          </p:cNvPr>
          <p:cNvSpPr>
            <a:spLocks noGrp="1"/>
          </p:cNvSpPr>
          <p:nvPr/>
        </p:nvSpPr>
        <p:spPr>
          <a:xfrm>
            <a:off x="10334656" y="4282028"/>
            <a:ext cx="307384" cy="154336"/>
          </a:xfrm>
          <a:custGeom>
            <a:avLst/>
            <a:gdLst/>
            <a:ahLst/>
            <a:cxnLst/>
            <a:rect l="0" t="0" r="0" b="0"/>
            <a:pathLst>
              <a:path w="307384" h="154336">
                <a:moveTo>
                  <a:pt x="0" y="154336"/>
                </a:moveTo>
                <a:lnTo>
                  <a:pt x="307384" y="0"/>
                </a:lnTo>
              </a:path>
            </a:pathLst>
          </a:custGeom>
          <a:noFill/>
          <a:ln w="9111">
            <a:solidFill>
              <a:srgbClr val="8CB130">
                <a:alpha val="17000"/>
              </a:srgbClr>
            </a:solidFill>
            <a:prstDash val="solid"/>
          </a:ln>
        </p:spPr>
      </p:sp>
      <p:sp>
        <p:nvSpPr>
          <p:cNvPr id="457" name="lumia-token-stream-curve">
            <a:extLst>
              <a:ext uri="{FF2B5EF4-FFF2-40B4-BE49-F238E27FC236}">
                <a16:creationId xmlns:a16="http://schemas.microsoft.com/office/drawing/2014/main" id="{BB58BE4C-0264-4484-ADF7-51401898CA3B}"/>
              </a:ext>
            </a:extLst>
          </p:cNvPr>
          <p:cNvSpPr>
            <a:spLocks noGrp="1"/>
          </p:cNvSpPr>
          <p:nvPr/>
        </p:nvSpPr>
        <p:spPr>
          <a:xfrm>
            <a:off x="10642040" y="4129020"/>
            <a:ext cx="308394" cy="153007"/>
          </a:xfrm>
          <a:custGeom>
            <a:avLst/>
            <a:gdLst/>
            <a:ahLst/>
            <a:cxnLst/>
            <a:rect l="0" t="0" r="0" b="0"/>
            <a:pathLst>
              <a:path w="308394" h="153007">
                <a:moveTo>
                  <a:pt x="0" y="153007"/>
                </a:moveTo>
                <a:lnTo>
                  <a:pt x="308394" y="0"/>
                </a:lnTo>
              </a:path>
            </a:pathLst>
          </a:custGeom>
          <a:noFill/>
          <a:ln w="9205">
            <a:solidFill>
              <a:srgbClr val="7BAF37">
                <a:alpha val="18000"/>
              </a:srgbClr>
            </a:solidFill>
            <a:prstDash val="solid"/>
          </a:ln>
        </p:spPr>
      </p:sp>
      <p:sp>
        <p:nvSpPr>
          <p:cNvPr id="458" name="lumia-token-stream-curve">
            <a:extLst>
              <a:ext uri="{FF2B5EF4-FFF2-40B4-BE49-F238E27FC236}">
                <a16:creationId xmlns:a16="http://schemas.microsoft.com/office/drawing/2014/main" id="{B686F307-1507-42F4-84BE-256720178103}"/>
              </a:ext>
            </a:extLst>
          </p:cNvPr>
          <p:cNvSpPr>
            <a:spLocks noGrp="1"/>
          </p:cNvSpPr>
          <p:nvPr/>
        </p:nvSpPr>
        <p:spPr>
          <a:xfrm>
            <a:off x="10950434" y="3982217"/>
            <a:ext cx="309299" cy="146803"/>
          </a:xfrm>
          <a:custGeom>
            <a:avLst/>
            <a:gdLst/>
            <a:ahLst/>
            <a:cxnLst/>
            <a:rect l="0" t="0" r="0" b="0"/>
            <a:pathLst>
              <a:path w="309299" h="146803">
                <a:moveTo>
                  <a:pt x="0" y="146803"/>
                </a:moveTo>
                <a:lnTo>
                  <a:pt x="309299" y="0"/>
                </a:lnTo>
              </a:path>
            </a:pathLst>
          </a:custGeom>
          <a:noFill/>
          <a:ln w="9281">
            <a:solidFill>
              <a:srgbClr val="69AD3E">
                <a:alpha val="18000"/>
              </a:srgbClr>
            </a:solidFill>
            <a:prstDash val="solid"/>
          </a:ln>
        </p:spPr>
      </p:sp>
      <p:sp>
        <p:nvSpPr>
          <p:cNvPr id="459" name="lumia-token-stream-curve">
            <a:extLst>
              <a:ext uri="{FF2B5EF4-FFF2-40B4-BE49-F238E27FC236}">
                <a16:creationId xmlns:a16="http://schemas.microsoft.com/office/drawing/2014/main" id="{47778B97-8366-48ED-9058-6C4F97D414BE}"/>
              </a:ext>
            </a:extLst>
          </p:cNvPr>
          <p:cNvSpPr>
            <a:spLocks noGrp="1"/>
          </p:cNvSpPr>
          <p:nvPr/>
        </p:nvSpPr>
        <p:spPr>
          <a:xfrm>
            <a:off x="11259732" y="3844903"/>
            <a:ext cx="310098" cy="137314"/>
          </a:xfrm>
          <a:custGeom>
            <a:avLst/>
            <a:gdLst/>
            <a:ahLst/>
            <a:cxnLst/>
            <a:rect l="0" t="0" r="0" b="0"/>
            <a:pathLst>
              <a:path w="310098" h="137314">
                <a:moveTo>
                  <a:pt x="0" y="137314"/>
                </a:moveTo>
                <a:lnTo>
                  <a:pt x="310098" y="0"/>
                </a:lnTo>
              </a:path>
            </a:pathLst>
          </a:custGeom>
          <a:noFill/>
          <a:ln w="9338">
            <a:solidFill>
              <a:srgbClr val="57AC45">
                <a:alpha val="18000"/>
              </a:srgbClr>
            </a:solidFill>
            <a:prstDash val="solid"/>
          </a:ln>
        </p:spPr>
      </p:sp>
      <p:sp>
        <p:nvSpPr>
          <p:cNvPr id="460" name="lumia-token-stream-curve">
            <a:extLst>
              <a:ext uri="{FF2B5EF4-FFF2-40B4-BE49-F238E27FC236}">
                <a16:creationId xmlns:a16="http://schemas.microsoft.com/office/drawing/2014/main" id="{A8AFF4CC-44F0-46A6-B243-DB3D7203E6CA}"/>
              </a:ext>
            </a:extLst>
          </p:cNvPr>
          <p:cNvSpPr>
            <a:spLocks noGrp="1"/>
          </p:cNvSpPr>
          <p:nvPr/>
        </p:nvSpPr>
        <p:spPr>
          <a:xfrm>
            <a:off x="11569830" y="3718228"/>
            <a:ext cx="310791" cy="126676"/>
          </a:xfrm>
          <a:custGeom>
            <a:avLst/>
            <a:gdLst/>
            <a:ahLst/>
            <a:cxnLst/>
            <a:rect l="0" t="0" r="0" b="0"/>
            <a:pathLst>
              <a:path w="310791" h="126676">
                <a:moveTo>
                  <a:pt x="0" y="126676"/>
                </a:moveTo>
                <a:lnTo>
                  <a:pt x="310791" y="0"/>
                </a:lnTo>
              </a:path>
            </a:pathLst>
          </a:custGeom>
          <a:noFill/>
          <a:ln w="9373">
            <a:solidFill>
              <a:srgbClr val="46AA4C">
                <a:alpha val="18000"/>
              </a:srgbClr>
            </a:solidFill>
            <a:prstDash val="solid"/>
          </a:ln>
        </p:spPr>
      </p:sp>
      <p:sp>
        <p:nvSpPr>
          <p:cNvPr id="461" name="lumia-token-stream-curve">
            <a:extLst>
              <a:ext uri="{FF2B5EF4-FFF2-40B4-BE49-F238E27FC236}">
                <a16:creationId xmlns:a16="http://schemas.microsoft.com/office/drawing/2014/main" id="{FDD08F5C-10A7-4F2D-BDC3-6D3038EBD269}"/>
              </a:ext>
            </a:extLst>
          </p:cNvPr>
          <p:cNvSpPr>
            <a:spLocks noGrp="1"/>
          </p:cNvSpPr>
          <p:nvPr/>
        </p:nvSpPr>
        <p:spPr>
          <a:xfrm>
            <a:off x="11880621" y="3600988"/>
            <a:ext cx="311379" cy="117240"/>
          </a:xfrm>
          <a:custGeom>
            <a:avLst/>
            <a:gdLst/>
            <a:ahLst/>
            <a:cxnLst/>
            <a:rect l="0" t="0" r="0" b="0"/>
            <a:pathLst>
              <a:path w="311379" h="117240">
                <a:moveTo>
                  <a:pt x="0" y="117240"/>
                </a:moveTo>
                <a:lnTo>
                  <a:pt x="311379" y="0"/>
                </a:lnTo>
              </a:path>
            </a:pathLst>
          </a:custGeom>
          <a:noFill/>
          <a:ln w="9385">
            <a:solidFill>
              <a:srgbClr val="34A853">
                <a:alpha val="18000"/>
              </a:srgbClr>
            </a:solidFill>
            <a:prstDash val="solid"/>
          </a:ln>
        </p:spPr>
      </p:sp>
      <p:sp>
        <p:nvSpPr>
          <p:cNvPr id="462" name="lumia-token-stream-curve">
            <a:extLst>
              <a:ext uri="{FF2B5EF4-FFF2-40B4-BE49-F238E27FC236}">
                <a16:creationId xmlns:a16="http://schemas.microsoft.com/office/drawing/2014/main" id="{E415915C-127E-4093-AC7A-873643A221E2}"/>
              </a:ext>
            </a:extLst>
          </p:cNvPr>
          <p:cNvSpPr>
            <a:spLocks noGrp="1"/>
          </p:cNvSpPr>
          <p:nvPr/>
        </p:nvSpPr>
        <p:spPr>
          <a:xfrm>
            <a:off x="0" y="5502667"/>
            <a:ext cx="58180" cy="27032"/>
          </a:xfrm>
          <a:custGeom>
            <a:avLst/>
            <a:gdLst/>
            <a:ahLst/>
            <a:cxnLst/>
            <a:rect l="0" t="0" r="0" b="0"/>
            <a:pathLst>
              <a:path w="58180" h="27032">
                <a:moveTo>
                  <a:pt x="0" y="0"/>
                </a:moveTo>
                <a:lnTo>
                  <a:pt x="58180" y="27032"/>
                </a:lnTo>
              </a:path>
            </a:pathLst>
          </a:custGeom>
          <a:noFill/>
          <a:ln w="6136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463" name="lumia-token-stream-curve">
            <a:extLst>
              <a:ext uri="{FF2B5EF4-FFF2-40B4-BE49-F238E27FC236}">
                <a16:creationId xmlns:a16="http://schemas.microsoft.com/office/drawing/2014/main" id="{98B2E865-3AB4-4D71-924A-703F7E5F798A}"/>
              </a:ext>
            </a:extLst>
          </p:cNvPr>
          <p:cNvSpPr>
            <a:spLocks noGrp="1"/>
          </p:cNvSpPr>
          <p:nvPr/>
        </p:nvSpPr>
        <p:spPr>
          <a:xfrm>
            <a:off x="58180" y="5529700"/>
            <a:ext cx="195105" cy="26602"/>
          </a:xfrm>
          <a:custGeom>
            <a:avLst/>
            <a:gdLst/>
            <a:ahLst/>
            <a:cxnLst/>
            <a:rect l="0" t="0" r="0" b="0"/>
            <a:pathLst>
              <a:path w="195105" h="26602">
                <a:moveTo>
                  <a:pt x="0" y="0"/>
                </a:moveTo>
                <a:lnTo>
                  <a:pt x="195105" y="26602"/>
                </a:lnTo>
              </a:path>
            </a:pathLst>
          </a:custGeom>
          <a:noFill/>
          <a:ln w="6136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464" name="lumia-token-stream-curve">
            <a:extLst>
              <a:ext uri="{FF2B5EF4-FFF2-40B4-BE49-F238E27FC236}">
                <a16:creationId xmlns:a16="http://schemas.microsoft.com/office/drawing/2014/main" id="{A4DB2CD2-FB3C-40A1-8699-0EA1CFE1BD29}"/>
              </a:ext>
            </a:extLst>
          </p:cNvPr>
          <p:cNvSpPr>
            <a:spLocks noGrp="1"/>
          </p:cNvSpPr>
          <p:nvPr/>
        </p:nvSpPr>
        <p:spPr>
          <a:xfrm>
            <a:off x="253284" y="5556302"/>
            <a:ext cx="200099" cy="27635"/>
          </a:xfrm>
          <a:custGeom>
            <a:avLst/>
            <a:gdLst/>
            <a:ahLst/>
            <a:cxnLst/>
            <a:rect l="0" t="0" r="0" b="0"/>
            <a:pathLst>
              <a:path w="200099" h="27635">
                <a:moveTo>
                  <a:pt x="0" y="0"/>
                </a:moveTo>
                <a:lnTo>
                  <a:pt x="200099" y="27635"/>
                </a:lnTo>
              </a:path>
            </a:pathLst>
          </a:custGeom>
          <a:noFill/>
          <a:ln w="6136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465" name="lumia-token-stream-curve">
            <a:extLst>
              <a:ext uri="{FF2B5EF4-FFF2-40B4-BE49-F238E27FC236}">
                <a16:creationId xmlns:a16="http://schemas.microsoft.com/office/drawing/2014/main" id="{605832C3-C895-450E-8E14-FA3A822B8BA0}"/>
              </a:ext>
            </a:extLst>
          </p:cNvPr>
          <p:cNvSpPr>
            <a:spLocks noGrp="1"/>
          </p:cNvSpPr>
          <p:nvPr/>
        </p:nvSpPr>
        <p:spPr>
          <a:xfrm>
            <a:off x="453383" y="5583937"/>
            <a:ext cx="204982" cy="29962"/>
          </a:xfrm>
          <a:custGeom>
            <a:avLst/>
            <a:gdLst/>
            <a:ahLst/>
            <a:cxnLst/>
            <a:rect l="0" t="0" r="0" b="0"/>
            <a:pathLst>
              <a:path w="204982" h="29962">
                <a:moveTo>
                  <a:pt x="0" y="0"/>
                </a:moveTo>
                <a:lnTo>
                  <a:pt x="204982" y="29962"/>
                </a:lnTo>
              </a:path>
            </a:pathLst>
          </a:custGeom>
          <a:noFill/>
          <a:ln w="6136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466" name="lumia-token-stream-curve">
            <a:extLst>
              <a:ext uri="{FF2B5EF4-FFF2-40B4-BE49-F238E27FC236}">
                <a16:creationId xmlns:a16="http://schemas.microsoft.com/office/drawing/2014/main" id="{A08E4015-6FE6-449A-BDA6-44B94168AD90}"/>
              </a:ext>
            </a:extLst>
          </p:cNvPr>
          <p:cNvSpPr>
            <a:spLocks noGrp="1"/>
          </p:cNvSpPr>
          <p:nvPr/>
        </p:nvSpPr>
        <p:spPr>
          <a:xfrm>
            <a:off x="658365" y="5613899"/>
            <a:ext cx="209752" cy="33274"/>
          </a:xfrm>
          <a:custGeom>
            <a:avLst/>
            <a:gdLst/>
            <a:ahLst/>
            <a:cxnLst/>
            <a:rect l="0" t="0" r="0" b="0"/>
            <a:pathLst>
              <a:path w="209752" h="33274">
                <a:moveTo>
                  <a:pt x="0" y="0"/>
                </a:moveTo>
                <a:lnTo>
                  <a:pt x="209752" y="33274"/>
                </a:lnTo>
              </a:path>
            </a:pathLst>
          </a:custGeom>
          <a:noFill/>
          <a:ln w="6136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467" name="lumia-token-stream-curve">
            <a:extLst>
              <a:ext uri="{FF2B5EF4-FFF2-40B4-BE49-F238E27FC236}">
                <a16:creationId xmlns:a16="http://schemas.microsoft.com/office/drawing/2014/main" id="{88847B60-55A0-47D2-8FAE-2080FF030ED7}"/>
              </a:ext>
            </a:extLst>
          </p:cNvPr>
          <p:cNvSpPr>
            <a:spLocks noGrp="1"/>
          </p:cNvSpPr>
          <p:nvPr/>
        </p:nvSpPr>
        <p:spPr>
          <a:xfrm>
            <a:off x="868118" y="5647172"/>
            <a:ext cx="214411" cy="37118"/>
          </a:xfrm>
          <a:custGeom>
            <a:avLst/>
            <a:gdLst/>
            <a:ahLst/>
            <a:cxnLst/>
            <a:rect l="0" t="0" r="0" b="0"/>
            <a:pathLst>
              <a:path w="214411" h="37118">
                <a:moveTo>
                  <a:pt x="0" y="0"/>
                </a:moveTo>
                <a:lnTo>
                  <a:pt x="214411" y="37118"/>
                </a:lnTo>
              </a:path>
            </a:pathLst>
          </a:custGeom>
          <a:noFill/>
          <a:ln w="6136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468" name="lumia-token-stream-curve">
            <a:extLst>
              <a:ext uri="{FF2B5EF4-FFF2-40B4-BE49-F238E27FC236}">
                <a16:creationId xmlns:a16="http://schemas.microsoft.com/office/drawing/2014/main" id="{806032E7-8163-414F-91FB-971E985E4CCC}"/>
              </a:ext>
            </a:extLst>
          </p:cNvPr>
          <p:cNvSpPr>
            <a:spLocks noGrp="1"/>
          </p:cNvSpPr>
          <p:nvPr/>
        </p:nvSpPr>
        <p:spPr>
          <a:xfrm>
            <a:off x="1082528" y="5684291"/>
            <a:ext cx="218957" cy="40927"/>
          </a:xfrm>
          <a:custGeom>
            <a:avLst/>
            <a:gdLst/>
            <a:ahLst/>
            <a:cxnLst/>
            <a:rect l="0" t="0" r="0" b="0"/>
            <a:pathLst>
              <a:path w="218957" h="40927">
                <a:moveTo>
                  <a:pt x="0" y="0"/>
                </a:moveTo>
                <a:lnTo>
                  <a:pt x="218957" y="40927"/>
                </a:lnTo>
              </a:path>
            </a:pathLst>
          </a:custGeom>
          <a:noFill/>
          <a:ln w="6136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469" name="lumia-token-stream-curve">
            <a:extLst>
              <a:ext uri="{FF2B5EF4-FFF2-40B4-BE49-F238E27FC236}">
                <a16:creationId xmlns:a16="http://schemas.microsoft.com/office/drawing/2014/main" id="{5EB1FBB6-ACD1-416A-9F0F-C00F3017680B}"/>
              </a:ext>
            </a:extLst>
          </p:cNvPr>
          <p:cNvSpPr>
            <a:spLocks noGrp="1"/>
          </p:cNvSpPr>
          <p:nvPr/>
        </p:nvSpPr>
        <p:spPr>
          <a:xfrm>
            <a:off x="1301485" y="5725218"/>
            <a:ext cx="223391" cy="44049"/>
          </a:xfrm>
          <a:custGeom>
            <a:avLst/>
            <a:gdLst/>
            <a:ahLst/>
            <a:cxnLst/>
            <a:rect l="0" t="0" r="0" b="0"/>
            <a:pathLst>
              <a:path w="223391" h="44049">
                <a:moveTo>
                  <a:pt x="0" y="0"/>
                </a:moveTo>
                <a:lnTo>
                  <a:pt x="223391" y="44049"/>
                </a:lnTo>
              </a:path>
            </a:pathLst>
          </a:custGeom>
          <a:noFill/>
          <a:ln w="6136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470" name="lumia-token-stream-curve">
            <a:extLst>
              <a:ext uri="{FF2B5EF4-FFF2-40B4-BE49-F238E27FC236}">
                <a16:creationId xmlns:a16="http://schemas.microsoft.com/office/drawing/2014/main" id="{0F05FFCE-3DFE-4123-A788-ABEFF22E4475}"/>
              </a:ext>
            </a:extLst>
          </p:cNvPr>
          <p:cNvSpPr>
            <a:spLocks noGrp="1"/>
          </p:cNvSpPr>
          <p:nvPr/>
        </p:nvSpPr>
        <p:spPr>
          <a:xfrm>
            <a:off x="1524877" y="5769267"/>
            <a:ext cx="227713" cy="45804"/>
          </a:xfrm>
          <a:custGeom>
            <a:avLst/>
            <a:gdLst/>
            <a:ahLst/>
            <a:cxnLst/>
            <a:rect l="0" t="0" r="0" b="0"/>
            <a:pathLst>
              <a:path w="227713" h="45804">
                <a:moveTo>
                  <a:pt x="0" y="0"/>
                </a:moveTo>
                <a:lnTo>
                  <a:pt x="227713" y="45804"/>
                </a:lnTo>
              </a:path>
            </a:pathLst>
          </a:custGeom>
          <a:noFill/>
          <a:ln w="6136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471" name="lumia-token-stream-curve">
            <a:extLst>
              <a:ext uri="{FF2B5EF4-FFF2-40B4-BE49-F238E27FC236}">
                <a16:creationId xmlns:a16="http://schemas.microsoft.com/office/drawing/2014/main" id="{336D9036-7856-4074-83B6-163D0272A7C3}"/>
              </a:ext>
            </a:extLst>
          </p:cNvPr>
          <p:cNvSpPr>
            <a:spLocks noGrp="1"/>
          </p:cNvSpPr>
          <p:nvPr/>
        </p:nvSpPr>
        <p:spPr>
          <a:xfrm>
            <a:off x="1752590" y="5815072"/>
            <a:ext cx="231924" cy="45555"/>
          </a:xfrm>
          <a:custGeom>
            <a:avLst/>
            <a:gdLst/>
            <a:ahLst/>
            <a:cxnLst/>
            <a:rect l="0" t="0" r="0" b="0"/>
            <a:pathLst>
              <a:path w="231924" h="45555">
                <a:moveTo>
                  <a:pt x="0" y="0"/>
                </a:moveTo>
                <a:lnTo>
                  <a:pt x="231924" y="45555"/>
                </a:lnTo>
              </a:path>
            </a:pathLst>
          </a:custGeom>
          <a:noFill/>
          <a:ln w="6136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472" name="lumia-token-stream-curve">
            <a:extLst>
              <a:ext uri="{FF2B5EF4-FFF2-40B4-BE49-F238E27FC236}">
                <a16:creationId xmlns:a16="http://schemas.microsoft.com/office/drawing/2014/main" id="{354F3F7A-AAC5-4FE2-8C6D-5FB6CE1AFCEC}"/>
              </a:ext>
            </a:extLst>
          </p:cNvPr>
          <p:cNvSpPr>
            <a:spLocks noGrp="1"/>
          </p:cNvSpPr>
          <p:nvPr/>
        </p:nvSpPr>
        <p:spPr>
          <a:xfrm>
            <a:off x="1984514" y="5860626"/>
            <a:ext cx="236021" cy="42777"/>
          </a:xfrm>
          <a:custGeom>
            <a:avLst/>
            <a:gdLst/>
            <a:ahLst/>
            <a:cxnLst/>
            <a:rect l="0" t="0" r="0" b="0"/>
            <a:pathLst>
              <a:path w="236021" h="42777">
                <a:moveTo>
                  <a:pt x="0" y="0"/>
                </a:moveTo>
                <a:lnTo>
                  <a:pt x="236021" y="42777"/>
                </a:lnTo>
              </a:path>
            </a:pathLst>
          </a:custGeom>
          <a:noFill/>
          <a:ln w="6136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473" name="lumia-token-stream-curve">
            <a:extLst>
              <a:ext uri="{FF2B5EF4-FFF2-40B4-BE49-F238E27FC236}">
                <a16:creationId xmlns:a16="http://schemas.microsoft.com/office/drawing/2014/main" id="{12D511C0-2F1D-4BC9-B176-F8E93BF02584}"/>
              </a:ext>
            </a:extLst>
          </p:cNvPr>
          <p:cNvSpPr>
            <a:spLocks noGrp="1"/>
          </p:cNvSpPr>
          <p:nvPr/>
        </p:nvSpPr>
        <p:spPr>
          <a:xfrm>
            <a:off x="2220535" y="5903403"/>
            <a:ext cx="240007" cy="37140"/>
          </a:xfrm>
          <a:custGeom>
            <a:avLst/>
            <a:gdLst/>
            <a:ahLst/>
            <a:cxnLst/>
            <a:rect l="0" t="0" r="0" b="0"/>
            <a:pathLst>
              <a:path w="240007" h="37140">
                <a:moveTo>
                  <a:pt x="0" y="0"/>
                </a:moveTo>
                <a:lnTo>
                  <a:pt x="240007" y="37140"/>
                </a:lnTo>
              </a:path>
            </a:pathLst>
          </a:custGeom>
          <a:noFill/>
          <a:ln w="6136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474" name="lumia-token-stream-curve">
            <a:extLst>
              <a:ext uri="{FF2B5EF4-FFF2-40B4-BE49-F238E27FC236}">
                <a16:creationId xmlns:a16="http://schemas.microsoft.com/office/drawing/2014/main" id="{FA3898D1-B34F-47CA-8D3E-BCF83C510898}"/>
              </a:ext>
            </a:extLst>
          </p:cNvPr>
          <p:cNvSpPr>
            <a:spLocks noGrp="1"/>
          </p:cNvSpPr>
          <p:nvPr/>
        </p:nvSpPr>
        <p:spPr>
          <a:xfrm>
            <a:off x="2460543" y="5940544"/>
            <a:ext cx="243881" cy="28571"/>
          </a:xfrm>
          <a:custGeom>
            <a:avLst/>
            <a:gdLst/>
            <a:ahLst/>
            <a:cxnLst/>
            <a:rect l="0" t="0" r="0" b="0"/>
            <a:pathLst>
              <a:path w="243881" h="28571">
                <a:moveTo>
                  <a:pt x="0" y="0"/>
                </a:moveTo>
                <a:lnTo>
                  <a:pt x="243881" y="28571"/>
                </a:lnTo>
              </a:path>
            </a:pathLst>
          </a:custGeom>
          <a:noFill/>
          <a:ln w="6136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475" name="lumia-token-stream-curve">
            <a:extLst>
              <a:ext uri="{FF2B5EF4-FFF2-40B4-BE49-F238E27FC236}">
                <a16:creationId xmlns:a16="http://schemas.microsoft.com/office/drawing/2014/main" id="{C5DEA394-D53B-49A1-8877-78014306C94D}"/>
              </a:ext>
            </a:extLst>
          </p:cNvPr>
          <p:cNvSpPr>
            <a:spLocks noGrp="1"/>
          </p:cNvSpPr>
          <p:nvPr/>
        </p:nvSpPr>
        <p:spPr>
          <a:xfrm>
            <a:off x="2704424" y="5969115"/>
            <a:ext cx="247643" cy="17296"/>
          </a:xfrm>
          <a:custGeom>
            <a:avLst/>
            <a:gdLst/>
            <a:ahLst/>
            <a:cxnLst/>
            <a:rect l="0" t="0" r="0" b="0"/>
            <a:pathLst>
              <a:path w="247643" h="17296">
                <a:moveTo>
                  <a:pt x="0" y="0"/>
                </a:moveTo>
                <a:lnTo>
                  <a:pt x="247643" y="17296"/>
                </a:lnTo>
              </a:path>
            </a:pathLst>
          </a:custGeom>
          <a:noFill/>
          <a:ln w="6136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476" name="lumia-token-stream-curve">
            <a:extLst>
              <a:ext uri="{FF2B5EF4-FFF2-40B4-BE49-F238E27FC236}">
                <a16:creationId xmlns:a16="http://schemas.microsoft.com/office/drawing/2014/main" id="{F7CEA829-B8C7-4609-BF3B-F8B5942F71FF}"/>
              </a:ext>
            </a:extLst>
          </p:cNvPr>
          <p:cNvSpPr>
            <a:spLocks noGrp="1"/>
          </p:cNvSpPr>
          <p:nvPr/>
        </p:nvSpPr>
        <p:spPr>
          <a:xfrm>
            <a:off x="2952066" y="5986411"/>
            <a:ext cx="251292" cy="9525"/>
          </a:xfrm>
          <a:custGeom>
            <a:avLst/>
            <a:gdLst/>
            <a:ahLst/>
            <a:cxnLst/>
            <a:rect l="0" t="0" r="0" b="0"/>
            <a:pathLst>
              <a:path w="251292" h="9525">
                <a:moveTo>
                  <a:pt x="0" y="0"/>
                </a:moveTo>
                <a:lnTo>
                  <a:pt x="251292" y="3861"/>
                </a:lnTo>
              </a:path>
            </a:pathLst>
          </a:custGeom>
          <a:noFill/>
          <a:ln w="6136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477" name="lumia-token-stream-curve">
            <a:extLst>
              <a:ext uri="{FF2B5EF4-FFF2-40B4-BE49-F238E27FC236}">
                <a16:creationId xmlns:a16="http://schemas.microsoft.com/office/drawing/2014/main" id="{7F2210AE-78A8-42A2-AD04-56B46B871451}"/>
              </a:ext>
            </a:extLst>
          </p:cNvPr>
          <p:cNvSpPr>
            <a:spLocks noGrp="1"/>
          </p:cNvSpPr>
          <p:nvPr/>
        </p:nvSpPr>
        <p:spPr>
          <a:xfrm>
            <a:off x="3203359" y="5979377"/>
            <a:ext cx="254830" cy="10895"/>
          </a:xfrm>
          <a:custGeom>
            <a:avLst/>
            <a:gdLst/>
            <a:ahLst/>
            <a:cxnLst/>
            <a:rect l="0" t="0" r="0" b="0"/>
            <a:pathLst>
              <a:path w="254830" h="10895">
                <a:moveTo>
                  <a:pt x="0" y="10895"/>
                </a:moveTo>
                <a:lnTo>
                  <a:pt x="254830" y="0"/>
                </a:lnTo>
              </a:path>
            </a:pathLst>
          </a:custGeom>
          <a:noFill/>
          <a:ln w="6136">
            <a:solidFill>
              <a:srgbClr val="893E75">
                <a:alpha val="9000"/>
              </a:srgbClr>
            </a:solidFill>
            <a:prstDash val="solid"/>
          </a:ln>
        </p:spPr>
      </p:sp>
      <p:sp>
        <p:nvSpPr>
          <p:cNvPr id="478" name="lumia-token-stream-curve">
            <a:extLst>
              <a:ext uri="{FF2B5EF4-FFF2-40B4-BE49-F238E27FC236}">
                <a16:creationId xmlns:a16="http://schemas.microsoft.com/office/drawing/2014/main" id="{540A58B7-A0C5-43C2-B7D2-A3CBA72394EE}"/>
              </a:ext>
            </a:extLst>
          </p:cNvPr>
          <p:cNvSpPr>
            <a:spLocks noGrp="1"/>
          </p:cNvSpPr>
          <p:nvPr/>
        </p:nvSpPr>
        <p:spPr>
          <a:xfrm>
            <a:off x="3458189" y="5953473"/>
            <a:ext cx="258255" cy="25904"/>
          </a:xfrm>
          <a:custGeom>
            <a:avLst/>
            <a:gdLst/>
            <a:ahLst/>
            <a:cxnLst/>
            <a:rect l="0" t="0" r="0" b="0"/>
            <a:pathLst>
              <a:path w="258255" h="25904">
                <a:moveTo>
                  <a:pt x="0" y="25904"/>
                </a:moveTo>
                <a:lnTo>
                  <a:pt x="258255" y="0"/>
                </a:lnTo>
              </a:path>
            </a:pathLst>
          </a:custGeom>
          <a:noFill/>
          <a:ln w="6137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479" name="lumia-token-stream-curve">
            <a:extLst>
              <a:ext uri="{FF2B5EF4-FFF2-40B4-BE49-F238E27FC236}">
                <a16:creationId xmlns:a16="http://schemas.microsoft.com/office/drawing/2014/main" id="{C2C51D36-9CF0-4B57-ACC9-4D768C05B91C}"/>
              </a:ext>
            </a:extLst>
          </p:cNvPr>
          <p:cNvSpPr>
            <a:spLocks noGrp="1"/>
          </p:cNvSpPr>
          <p:nvPr/>
        </p:nvSpPr>
        <p:spPr>
          <a:xfrm>
            <a:off x="3716444" y="5913504"/>
            <a:ext cx="261568" cy="39969"/>
          </a:xfrm>
          <a:custGeom>
            <a:avLst/>
            <a:gdLst/>
            <a:ahLst/>
            <a:cxnLst/>
            <a:rect l="0" t="0" r="0" b="0"/>
            <a:pathLst>
              <a:path w="261568" h="39969">
                <a:moveTo>
                  <a:pt x="0" y="39969"/>
                </a:moveTo>
                <a:lnTo>
                  <a:pt x="261568" y="0"/>
                </a:lnTo>
              </a:path>
            </a:pathLst>
          </a:custGeom>
          <a:noFill/>
          <a:ln w="6156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480" name="lumia-token-stream-curve">
            <a:extLst>
              <a:ext uri="{FF2B5EF4-FFF2-40B4-BE49-F238E27FC236}">
                <a16:creationId xmlns:a16="http://schemas.microsoft.com/office/drawing/2014/main" id="{3A43B120-60C6-4B19-9A6C-41A53E88FD58}"/>
              </a:ext>
            </a:extLst>
          </p:cNvPr>
          <p:cNvSpPr>
            <a:spLocks noGrp="1"/>
          </p:cNvSpPr>
          <p:nvPr/>
        </p:nvSpPr>
        <p:spPr>
          <a:xfrm>
            <a:off x="3978012" y="5861605"/>
            <a:ext cx="264770" cy="51899"/>
          </a:xfrm>
          <a:custGeom>
            <a:avLst/>
            <a:gdLst/>
            <a:ahLst/>
            <a:cxnLst/>
            <a:rect l="0" t="0" r="0" b="0"/>
            <a:pathLst>
              <a:path w="264770" h="51899">
                <a:moveTo>
                  <a:pt x="0" y="51899"/>
                </a:moveTo>
                <a:lnTo>
                  <a:pt x="264770" y="0"/>
                </a:lnTo>
              </a:path>
            </a:pathLst>
          </a:custGeom>
          <a:noFill/>
          <a:ln w="6198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481" name="lumia-token-stream-curve">
            <a:extLst>
              <a:ext uri="{FF2B5EF4-FFF2-40B4-BE49-F238E27FC236}">
                <a16:creationId xmlns:a16="http://schemas.microsoft.com/office/drawing/2014/main" id="{2CCCD1A4-C22A-400B-AD6E-CD1413ACB5A7}"/>
              </a:ext>
            </a:extLst>
          </p:cNvPr>
          <p:cNvSpPr>
            <a:spLocks noGrp="1"/>
          </p:cNvSpPr>
          <p:nvPr/>
        </p:nvSpPr>
        <p:spPr>
          <a:xfrm>
            <a:off x="4242782" y="5800946"/>
            <a:ext cx="267859" cy="60659"/>
          </a:xfrm>
          <a:custGeom>
            <a:avLst/>
            <a:gdLst/>
            <a:ahLst/>
            <a:cxnLst/>
            <a:rect l="0" t="0" r="0" b="0"/>
            <a:pathLst>
              <a:path w="267859" h="60659">
                <a:moveTo>
                  <a:pt x="0" y="60659"/>
                </a:moveTo>
                <a:lnTo>
                  <a:pt x="267859" y="0"/>
                </a:lnTo>
              </a:path>
            </a:pathLst>
          </a:custGeom>
          <a:noFill/>
          <a:ln w="6262">
            <a:solidFill>
              <a:srgbClr val="BD4153">
                <a:alpha val="10000"/>
              </a:srgbClr>
            </a:solidFill>
            <a:prstDash val="solid"/>
          </a:ln>
        </p:spPr>
      </p:sp>
      <p:sp>
        <p:nvSpPr>
          <p:cNvPr id="482" name="lumia-token-stream-curve">
            <a:extLst>
              <a:ext uri="{FF2B5EF4-FFF2-40B4-BE49-F238E27FC236}">
                <a16:creationId xmlns:a16="http://schemas.microsoft.com/office/drawing/2014/main" id="{B8A2D207-C603-47AB-A418-5AA4C3355814}"/>
              </a:ext>
            </a:extLst>
          </p:cNvPr>
          <p:cNvSpPr>
            <a:spLocks noGrp="1"/>
          </p:cNvSpPr>
          <p:nvPr/>
        </p:nvSpPr>
        <p:spPr>
          <a:xfrm>
            <a:off x="4510640" y="5735428"/>
            <a:ext cx="270836" cy="65519"/>
          </a:xfrm>
          <a:custGeom>
            <a:avLst/>
            <a:gdLst/>
            <a:ahLst/>
            <a:cxnLst/>
            <a:rect l="0" t="0" r="0" b="0"/>
            <a:pathLst>
              <a:path w="270836" h="65519">
                <a:moveTo>
                  <a:pt x="0" y="65519"/>
                </a:moveTo>
                <a:lnTo>
                  <a:pt x="270836" y="0"/>
                </a:lnTo>
              </a:path>
            </a:pathLst>
          </a:custGeom>
          <a:noFill/>
          <a:ln w="6347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483" name="lumia-token-stream-curve">
            <a:extLst>
              <a:ext uri="{FF2B5EF4-FFF2-40B4-BE49-F238E27FC236}">
                <a16:creationId xmlns:a16="http://schemas.microsoft.com/office/drawing/2014/main" id="{0B1B70AF-9242-4278-8EC6-A74232AAF246}"/>
              </a:ext>
            </a:extLst>
          </p:cNvPr>
          <p:cNvSpPr>
            <a:spLocks noGrp="1"/>
          </p:cNvSpPr>
          <p:nvPr/>
        </p:nvSpPr>
        <p:spPr>
          <a:xfrm>
            <a:off x="4781476" y="5669249"/>
            <a:ext cx="273700" cy="66178"/>
          </a:xfrm>
          <a:custGeom>
            <a:avLst/>
            <a:gdLst/>
            <a:ahLst/>
            <a:cxnLst/>
            <a:rect l="0" t="0" r="0" b="0"/>
            <a:pathLst>
              <a:path w="273700" h="66178">
                <a:moveTo>
                  <a:pt x="0" y="66178"/>
                </a:moveTo>
                <a:lnTo>
                  <a:pt x="273700" y="0"/>
                </a:lnTo>
              </a:path>
            </a:pathLst>
          </a:custGeom>
          <a:noFill/>
          <a:ln w="6449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484" name="lumia-token-stream-curve">
            <a:extLst>
              <a:ext uri="{FF2B5EF4-FFF2-40B4-BE49-F238E27FC236}">
                <a16:creationId xmlns:a16="http://schemas.microsoft.com/office/drawing/2014/main" id="{E87D7441-BE28-44E1-A018-A351CDEB67F1}"/>
              </a:ext>
            </a:extLst>
          </p:cNvPr>
          <p:cNvSpPr>
            <a:spLocks noGrp="1"/>
          </p:cNvSpPr>
          <p:nvPr/>
        </p:nvSpPr>
        <p:spPr>
          <a:xfrm>
            <a:off x="5055176" y="5606402"/>
            <a:ext cx="276453" cy="62848"/>
          </a:xfrm>
          <a:custGeom>
            <a:avLst/>
            <a:gdLst/>
            <a:ahLst/>
            <a:cxnLst/>
            <a:rect l="0" t="0" r="0" b="0"/>
            <a:pathLst>
              <a:path w="276453" h="62848">
                <a:moveTo>
                  <a:pt x="0" y="62848"/>
                </a:moveTo>
                <a:lnTo>
                  <a:pt x="276453" y="0"/>
                </a:lnTo>
              </a:path>
            </a:pathLst>
          </a:custGeom>
          <a:noFill/>
          <a:ln w="6569">
            <a:solidFill>
              <a:srgbClr val="E44339">
                <a:alpha val="11000"/>
              </a:srgbClr>
            </a:solidFill>
            <a:prstDash val="solid"/>
          </a:ln>
        </p:spPr>
      </p:sp>
      <p:sp>
        <p:nvSpPr>
          <p:cNvPr id="485" name="lumia-token-stream-curve">
            <a:extLst>
              <a:ext uri="{FF2B5EF4-FFF2-40B4-BE49-F238E27FC236}">
                <a16:creationId xmlns:a16="http://schemas.microsoft.com/office/drawing/2014/main" id="{CF6C9AFE-E1F6-4CEF-9AB4-F396ABDDBE4F}"/>
              </a:ext>
            </a:extLst>
          </p:cNvPr>
          <p:cNvSpPr>
            <a:spLocks noGrp="1"/>
          </p:cNvSpPr>
          <p:nvPr/>
        </p:nvSpPr>
        <p:spPr>
          <a:xfrm>
            <a:off x="5331630" y="5550135"/>
            <a:ext cx="279094" cy="56267"/>
          </a:xfrm>
          <a:custGeom>
            <a:avLst/>
            <a:gdLst/>
            <a:ahLst/>
            <a:cxnLst/>
            <a:rect l="0" t="0" r="0" b="0"/>
            <a:pathLst>
              <a:path w="279094" h="56267">
                <a:moveTo>
                  <a:pt x="0" y="56267"/>
                </a:moveTo>
                <a:lnTo>
                  <a:pt x="279094" y="0"/>
                </a:lnTo>
              </a:path>
            </a:pathLst>
          </a:custGeom>
          <a:noFill/>
          <a:ln w="6703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486" name="lumia-token-stream-curve">
            <a:extLst>
              <a:ext uri="{FF2B5EF4-FFF2-40B4-BE49-F238E27FC236}">
                <a16:creationId xmlns:a16="http://schemas.microsoft.com/office/drawing/2014/main" id="{A1B87666-0D71-43FA-AC5A-438F43ECFB5B}"/>
              </a:ext>
            </a:extLst>
          </p:cNvPr>
          <p:cNvSpPr>
            <a:spLocks noGrp="1"/>
          </p:cNvSpPr>
          <p:nvPr/>
        </p:nvSpPr>
        <p:spPr>
          <a:xfrm>
            <a:off x="5610724" y="5502483"/>
            <a:ext cx="281623" cy="47652"/>
          </a:xfrm>
          <a:custGeom>
            <a:avLst/>
            <a:gdLst/>
            <a:ahLst/>
            <a:cxnLst/>
            <a:rect l="0" t="0" r="0" b="0"/>
            <a:pathLst>
              <a:path w="281623" h="47652">
                <a:moveTo>
                  <a:pt x="0" y="47652"/>
                </a:moveTo>
                <a:lnTo>
                  <a:pt x="281623" y="0"/>
                </a:lnTo>
              </a:path>
            </a:pathLst>
          </a:custGeom>
          <a:noFill/>
          <a:ln w="6850">
            <a:solidFill>
              <a:srgbClr val="EC532F">
                <a:alpha val="12000"/>
              </a:srgbClr>
            </a:solidFill>
            <a:prstDash val="solid"/>
          </a:ln>
        </p:spPr>
      </p:sp>
      <p:sp>
        <p:nvSpPr>
          <p:cNvPr id="487" name="lumia-token-stream-curve">
            <a:extLst>
              <a:ext uri="{FF2B5EF4-FFF2-40B4-BE49-F238E27FC236}">
                <a16:creationId xmlns:a16="http://schemas.microsoft.com/office/drawing/2014/main" id="{1D32753A-8394-4024-8842-B1043E6FFEE4}"/>
              </a:ext>
            </a:extLst>
          </p:cNvPr>
          <p:cNvSpPr>
            <a:spLocks noGrp="1"/>
          </p:cNvSpPr>
          <p:nvPr/>
        </p:nvSpPr>
        <p:spPr>
          <a:xfrm>
            <a:off x="5892346" y="5463914"/>
            <a:ext cx="284039" cy="38569"/>
          </a:xfrm>
          <a:custGeom>
            <a:avLst/>
            <a:gdLst/>
            <a:ahLst/>
            <a:cxnLst/>
            <a:rect l="0" t="0" r="0" b="0"/>
            <a:pathLst>
              <a:path w="284039" h="38569">
                <a:moveTo>
                  <a:pt x="0" y="38569"/>
                </a:moveTo>
                <a:lnTo>
                  <a:pt x="284039" y="0"/>
                </a:lnTo>
              </a:path>
            </a:pathLst>
          </a:custGeom>
          <a:noFill/>
          <a:ln w="7008">
            <a:solidFill>
              <a:srgbClr val="EE5E2A">
                <a:alpha val="12000"/>
              </a:srgbClr>
            </a:solidFill>
            <a:prstDash val="solid"/>
          </a:ln>
        </p:spPr>
      </p:sp>
      <p:sp>
        <p:nvSpPr>
          <p:cNvPr id="488" name="lumia-token-stream-curve">
            <a:extLst>
              <a:ext uri="{FF2B5EF4-FFF2-40B4-BE49-F238E27FC236}">
                <a16:creationId xmlns:a16="http://schemas.microsoft.com/office/drawing/2014/main" id="{B6A145D6-8507-46C2-99CE-FE9B28137B3E}"/>
              </a:ext>
            </a:extLst>
          </p:cNvPr>
          <p:cNvSpPr>
            <a:spLocks noGrp="1"/>
          </p:cNvSpPr>
          <p:nvPr/>
        </p:nvSpPr>
        <p:spPr>
          <a:xfrm>
            <a:off x="6176385" y="5433170"/>
            <a:ext cx="286343" cy="30744"/>
          </a:xfrm>
          <a:custGeom>
            <a:avLst/>
            <a:gdLst/>
            <a:ahLst/>
            <a:cxnLst/>
            <a:rect l="0" t="0" r="0" b="0"/>
            <a:pathLst>
              <a:path w="286343" h="30744">
                <a:moveTo>
                  <a:pt x="0" y="30744"/>
                </a:moveTo>
                <a:lnTo>
                  <a:pt x="286343" y="0"/>
                </a:lnTo>
              </a:path>
            </a:pathLst>
          </a:custGeom>
          <a:noFill/>
          <a:ln w="7176">
            <a:solidFill>
              <a:srgbClr val="EF6926">
                <a:alpha val="13000"/>
              </a:srgbClr>
            </a:solidFill>
            <a:prstDash val="solid"/>
          </a:ln>
        </p:spPr>
      </p:sp>
      <p:sp>
        <p:nvSpPr>
          <p:cNvPr id="489" name="lumia-token-stream-curve">
            <a:extLst>
              <a:ext uri="{FF2B5EF4-FFF2-40B4-BE49-F238E27FC236}">
                <a16:creationId xmlns:a16="http://schemas.microsoft.com/office/drawing/2014/main" id="{51E24914-6CE4-41B1-B895-20E5CE7FD013}"/>
              </a:ext>
            </a:extLst>
          </p:cNvPr>
          <p:cNvSpPr>
            <a:spLocks noGrp="1"/>
          </p:cNvSpPr>
          <p:nvPr/>
        </p:nvSpPr>
        <p:spPr>
          <a:xfrm>
            <a:off x="6462729" y="5407333"/>
            <a:ext cx="288536" cy="25837"/>
          </a:xfrm>
          <a:custGeom>
            <a:avLst/>
            <a:gdLst/>
            <a:ahLst/>
            <a:cxnLst/>
            <a:rect l="0" t="0" r="0" b="0"/>
            <a:pathLst>
              <a:path w="288536" h="25837">
                <a:moveTo>
                  <a:pt x="0" y="25837"/>
                </a:moveTo>
                <a:lnTo>
                  <a:pt x="288536" y="0"/>
                </a:lnTo>
              </a:path>
            </a:pathLst>
          </a:custGeom>
          <a:noFill/>
          <a:ln w="7351">
            <a:solidFill>
              <a:srgbClr val="F17322">
                <a:alpha val="13000"/>
              </a:srgbClr>
            </a:solidFill>
            <a:prstDash val="solid"/>
          </a:ln>
        </p:spPr>
      </p:sp>
      <p:sp>
        <p:nvSpPr>
          <p:cNvPr id="490" name="lumia-token-stream-curve">
            <a:extLst>
              <a:ext uri="{FF2B5EF4-FFF2-40B4-BE49-F238E27FC236}">
                <a16:creationId xmlns:a16="http://schemas.microsoft.com/office/drawing/2014/main" id="{3CEC056F-4263-4BB6-ABEA-EBC5F5D84501}"/>
              </a:ext>
            </a:extLst>
          </p:cNvPr>
          <p:cNvSpPr>
            <a:spLocks noGrp="1"/>
          </p:cNvSpPr>
          <p:nvPr/>
        </p:nvSpPr>
        <p:spPr>
          <a:xfrm>
            <a:off x="6751264" y="5382133"/>
            <a:ext cx="290616" cy="25201"/>
          </a:xfrm>
          <a:custGeom>
            <a:avLst/>
            <a:gdLst/>
            <a:ahLst/>
            <a:cxnLst/>
            <a:rect l="0" t="0" r="0" b="0"/>
            <a:pathLst>
              <a:path w="290616" h="25201">
                <a:moveTo>
                  <a:pt x="0" y="25201"/>
                </a:moveTo>
                <a:lnTo>
                  <a:pt x="290616" y="0"/>
                </a:lnTo>
              </a:path>
            </a:pathLst>
          </a:custGeom>
          <a:noFill/>
          <a:ln w="7532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491" name="lumia-token-stream-curve">
            <a:extLst>
              <a:ext uri="{FF2B5EF4-FFF2-40B4-BE49-F238E27FC236}">
                <a16:creationId xmlns:a16="http://schemas.microsoft.com/office/drawing/2014/main" id="{C72B6D18-FCB4-42E4-89AC-7E24958243BC}"/>
              </a:ext>
            </a:extLst>
          </p:cNvPr>
          <p:cNvSpPr>
            <a:spLocks noGrp="1"/>
          </p:cNvSpPr>
          <p:nvPr/>
        </p:nvSpPr>
        <p:spPr>
          <a:xfrm>
            <a:off x="7041880" y="5352465"/>
            <a:ext cx="292584" cy="29668"/>
          </a:xfrm>
          <a:custGeom>
            <a:avLst/>
            <a:gdLst/>
            <a:ahLst/>
            <a:cxnLst/>
            <a:rect l="0" t="0" r="0" b="0"/>
            <a:pathLst>
              <a:path w="292584" h="29668">
                <a:moveTo>
                  <a:pt x="0" y="29668"/>
                </a:moveTo>
                <a:lnTo>
                  <a:pt x="292584" y="0"/>
                </a:lnTo>
              </a:path>
            </a:pathLst>
          </a:custGeom>
          <a:noFill/>
          <a:ln w="7718">
            <a:solidFill>
              <a:srgbClr val="F48919">
                <a:alpha val="14000"/>
              </a:srgbClr>
            </a:solidFill>
            <a:prstDash val="solid"/>
          </a:ln>
        </p:spPr>
      </p:sp>
      <p:sp>
        <p:nvSpPr>
          <p:cNvPr id="492" name="lumia-token-stream-curve">
            <a:extLst>
              <a:ext uri="{FF2B5EF4-FFF2-40B4-BE49-F238E27FC236}">
                <a16:creationId xmlns:a16="http://schemas.microsoft.com/office/drawing/2014/main" id="{4C0513CA-2B10-4CD6-A8D1-F23ABF5CA2AB}"/>
              </a:ext>
            </a:extLst>
          </p:cNvPr>
          <p:cNvSpPr>
            <a:spLocks noGrp="1"/>
          </p:cNvSpPr>
          <p:nvPr/>
        </p:nvSpPr>
        <p:spPr>
          <a:xfrm>
            <a:off x="7334464" y="5313065"/>
            <a:ext cx="294440" cy="39399"/>
          </a:xfrm>
          <a:custGeom>
            <a:avLst/>
            <a:gdLst/>
            <a:ahLst/>
            <a:cxnLst/>
            <a:rect l="0" t="0" r="0" b="0"/>
            <a:pathLst>
              <a:path w="294440" h="39399">
                <a:moveTo>
                  <a:pt x="0" y="39399"/>
                </a:moveTo>
                <a:lnTo>
                  <a:pt x="294440" y="0"/>
                </a:lnTo>
              </a:path>
            </a:pathLst>
          </a:custGeom>
          <a:noFill/>
          <a:ln w="7906">
            <a:solidFill>
              <a:srgbClr val="F59415">
                <a:alpha val="14000"/>
              </a:srgbClr>
            </a:solidFill>
            <a:prstDash val="solid"/>
          </a:ln>
        </p:spPr>
      </p:sp>
      <p:sp>
        <p:nvSpPr>
          <p:cNvPr id="493" name="lumia-token-stream-curve">
            <a:extLst>
              <a:ext uri="{FF2B5EF4-FFF2-40B4-BE49-F238E27FC236}">
                <a16:creationId xmlns:a16="http://schemas.microsoft.com/office/drawing/2014/main" id="{7F40D0F1-3497-4442-A04E-4834178B6E61}"/>
              </a:ext>
            </a:extLst>
          </p:cNvPr>
          <p:cNvSpPr>
            <a:spLocks noGrp="1"/>
          </p:cNvSpPr>
          <p:nvPr/>
        </p:nvSpPr>
        <p:spPr>
          <a:xfrm>
            <a:off x="7628904" y="5259245"/>
            <a:ext cx="296184" cy="53820"/>
          </a:xfrm>
          <a:custGeom>
            <a:avLst/>
            <a:gdLst/>
            <a:ahLst/>
            <a:cxnLst/>
            <a:rect l="0" t="0" r="0" b="0"/>
            <a:pathLst>
              <a:path w="296184" h="53820">
                <a:moveTo>
                  <a:pt x="0" y="53820"/>
                </a:moveTo>
                <a:lnTo>
                  <a:pt x="296184" y="0"/>
                </a:lnTo>
              </a:path>
            </a:pathLst>
          </a:custGeom>
          <a:noFill/>
          <a:ln w="8095">
            <a:solidFill>
              <a:srgbClr val="F79E11">
                <a:alpha val="15000"/>
              </a:srgbClr>
            </a:solidFill>
            <a:prstDash val="solid"/>
          </a:ln>
        </p:spPr>
      </p:sp>
      <p:sp>
        <p:nvSpPr>
          <p:cNvPr id="494" name="lumia-token-stream-curve">
            <a:extLst>
              <a:ext uri="{FF2B5EF4-FFF2-40B4-BE49-F238E27FC236}">
                <a16:creationId xmlns:a16="http://schemas.microsoft.com/office/drawing/2014/main" id="{35FBD05C-4DEC-4D3B-A288-D3114EF2C706}"/>
              </a:ext>
            </a:extLst>
          </p:cNvPr>
          <p:cNvSpPr>
            <a:spLocks noGrp="1"/>
          </p:cNvSpPr>
          <p:nvPr/>
        </p:nvSpPr>
        <p:spPr>
          <a:xfrm>
            <a:off x="7925088" y="5187579"/>
            <a:ext cx="297816" cy="71665"/>
          </a:xfrm>
          <a:custGeom>
            <a:avLst/>
            <a:gdLst/>
            <a:ahLst/>
            <a:cxnLst/>
            <a:rect l="0" t="0" r="0" b="0"/>
            <a:pathLst>
              <a:path w="297816" h="71665">
                <a:moveTo>
                  <a:pt x="0" y="71665"/>
                </a:moveTo>
                <a:lnTo>
                  <a:pt x="297816" y="0"/>
                </a:lnTo>
              </a:path>
            </a:pathLst>
          </a:custGeom>
          <a:noFill/>
          <a:ln w="8282">
            <a:solidFill>
              <a:srgbClr val="F8A90C">
                <a:alpha val="15000"/>
              </a:srgbClr>
            </a:solidFill>
            <a:prstDash val="solid"/>
          </a:ln>
        </p:spPr>
      </p:sp>
      <p:sp>
        <p:nvSpPr>
          <p:cNvPr id="495" name="lumia-token-stream-curve">
            <a:extLst>
              <a:ext uri="{FF2B5EF4-FFF2-40B4-BE49-F238E27FC236}">
                <a16:creationId xmlns:a16="http://schemas.microsoft.com/office/drawing/2014/main" id="{AAE9209A-045D-4BB1-AA88-D32D56562340}"/>
              </a:ext>
            </a:extLst>
          </p:cNvPr>
          <p:cNvSpPr>
            <a:spLocks noGrp="1"/>
          </p:cNvSpPr>
          <p:nvPr/>
        </p:nvSpPr>
        <p:spPr>
          <a:xfrm>
            <a:off x="8222904" y="5096451"/>
            <a:ext cx="299335" cy="91128"/>
          </a:xfrm>
          <a:custGeom>
            <a:avLst/>
            <a:gdLst/>
            <a:ahLst/>
            <a:cxnLst/>
            <a:rect l="0" t="0" r="0" b="0"/>
            <a:pathLst>
              <a:path w="299335" h="91128">
                <a:moveTo>
                  <a:pt x="0" y="91128"/>
                </a:moveTo>
                <a:lnTo>
                  <a:pt x="299335" y="0"/>
                </a:lnTo>
              </a:path>
            </a:pathLst>
          </a:custGeom>
          <a:noFill/>
          <a:ln w="8467">
            <a:solidFill>
              <a:srgbClr val="FAB408">
                <a:alpha val="15000"/>
              </a:srgbClr>
            </a:solidFill>
            <a:prstDash val="solid"/>
          </a:ln>
        </p:spPr>
      </p:sp>
      <p:sp>
        <p:nvSpPr>
          <p:cNvPr id="496" name="lumia-token-stream-curve">
            <a:extLst>
              <a:ext uri="{FF2B5EF4-FFF2-40B4-BE49-F238E27FC236}">
                <a16:creationId xmlns:a16="http://schemas.microsoft.com/office/drawing/2014/main" id="{9575F412-2F6B-46F3-B799-D449C3AF3416}"/>
              </a:ext>
            </a:extLst>
          </p:cNvPr>
          <p:cNvSpPr>
            <a:spLocks noGrp="1"/>
          </p:cNvSpPr>
          <p:nvPr/>
        </p:nvSpPr>
        <p:spPr>
          <a:xfrm>
            <a:off x="8522239" y="4986347"/>
            <a:ext cx="300743" cy="110104"/>
          </a:xfrm>
          <a:custGeom>
            <a:avLst/>
            <a:gdLst/>
            <a:ahLst/>
            <a:cxnLst/>
            <a:rect l="0" t="0" r="0" b="0"/>
            <a:pathLst>
              <a:path w="300743" h="110104">
                <a:moveTo>
                  <a:pt x="0" y="110104"/>
                </a:moveTo>
                <a:lnTo>
                  <a:pt x="300743" y="0"/>
                </a:lnTo>
              </a:path>
            </a:pathLst>
          </a:custGeom>
          <a:noFill/>
          <a:ln w="8647">
            <a:solidFill>
              <a:srgbClr val="F7BC07">
                <a:alpha val="16000"/>
              </a:srgbClr>
            </a:solidFill>
            <a:prstDash val="solid"/>
          </a:ln>
        </p:spPr>
      </p:sp>
      <p:sp>
        <p:nvSpPr>
          <p:cNvPr id="497" name="lumia-token-stream-curve">
            <a:extLst>
              <a:ext uri="{FF2B5EF4-FFF2-40B4-BE49-F238E27FC236}">
                <a16:creationId xmlns:a16="http://schemas.microsoft.com/office/drawing/2014/main" id="{4E6AAF8B-9684-45B4-B46D-8B46F00E433D}"/>
              </a:ext>
            </a:extLst>
          </p:cNvPr>
          <p:cNvSpPr>
            <a:spLocks noGrp="1"/>
          </p:cNvSpPr>
          <p:nvPr/>
        </p:nvSpPr>
        <p:spPr>
          <a:xfrm>
            <a:off x="8822983" y="4859853"/>
            <a:ext cx="302039" cy="126495"/>
          </a:xfrm>
          <a:custGeom>
            <a:avLst/>
            <a:gdLst/>
            <a:ahLst/>
            <a:cxnLst/>
            <a:rect l="0" t="0" r="0" b="0"/>
            <a:pathLst>
              <a:path w="302039" h="126495">
                <a:moveTo>
                  <a:pt x="0" y="126495"/>
                </a:moveTo>
                <a:lnTo>
                  <a:pt x="302039" y="0"/>
                </a:lnTo>
              </a:path>
            </a:pathLst>
          </a:custGeom>
          <a:noFill/>
          <a:ln w="8821">
            <a:solidFill>
              <a:srgbClr val="E5BA0E">
                <a:alpha val="16000"/>
              </a:srgbClr>
            </a:solidFill>
            <a:prstDash val="solid"/>
          </a:ln>
        </p:spPr>
      </p:sp>
      <p:sp>
        <p:nvSpPr>
          <p:cNvPr id="498" name="lumia-token-stream-curve">
            <a:extLst>
              <a:ext uri="{FF2B5EF4-FFF2-40B4-BE49-F238E27FC236}">
                <a16:creationId xmlns:a16="http://schemas.microsoft.com/office/drawing/2014/main" id="{D9418283-1320-4CA6-B06B-4E7B63F5C215}"/>
              </a:ext>
            </a:extLst>
          </p:cNvPr>
          <p:cNvSpPr>
            <a:spLocks noGrp="1"/>
          </p:cNvSpPr>
          <p:nvPr/>
        </p:nvSpPr>
        <p:spPr>
          <a:xfrm>
            <a:off x="9125021" y="4721332"/>
            <a:ext cx="303222" cy="138521"/>
          </a:xfrm>
          <a:custGeom>
            <a:avLst/>
            <a:gdLst/>
            <a:ahLst/>
            <a:cxnLst/>
            <a:rect l="0" t="0" r="0" b="0"/>
            <a:pathLst>
              <a:path w="303222" h="138521">
                <a:moveTo>
                  <a:pt x="0" y="138521"/>
                </a:moveTo>
                <a:lnTo>
                  <a:pt x="303222" y="0"/>
                </a:lnTo>
              </a:path>
            </a:pathLst>
          </a:custGeom>
          <a:noFill/>
          <a:ln w="8987">
            <a:solidFill>
              <a:srgbClr val="D3B815">
                <a:alpha val="16000"/>
              </a:srgbClr>
            </a:solidFill>
            <a:prstDash val="solid"/>
          </a:ln>
        </p:spPr>
      </p:sp>
      <p:sp>
        <p:nvSpPr>
          <p:cNvPr id="499" name="lumia-token-stream-curve">
            <a:extLst>
              <a:ext uri="{FF2B5EF4-FFF2-40B4-BE49-F238E27FC236}">
                <a16:creationId xmlns:a16="http://schemas.microsoft.com/office/drawing/2014/main" id="{C86AC1BD-7513-4ABD-A02F-BD84B0750E95}"/>
              </a:ext>
            </a:extLst>
          </p:cNvPr>
          <p:cNvSpPr>
            <a:spLocks noGrp="1"/>
          </p:cNvSpPr>
          <p:nvPr/>
        </p:nvSpPr>
        <p:spPr>
          <a:xfrm>
            <a:off x="9428243" y="4576326"/>
            <a:ext cx="304293" cy="145006"/>
          </a:xfrm>
          <a:custGeom>
            <a:avLst/>
            <a:gdLst/>
            <a:ahLst/>
            <a:cxnLst/>
            <a:rect l="0" t="0" r="0" b="0"/>
            <a:pathLst>
              <a:path w="304293" h="145006">
                <a:moveTo>
                  <a:pt x="0" y="145006"/>
                </a:moveTo>
                <a:lnTo>
                  <a:pt x="304293" y="0"/>
                </a:lnTo>
              </a:path>
            </a:pathLst>
          </a:custGeom>
          <a:noFill/>
          <a:ln w="9142">
            <a:solidFill>
              <a:srgbClr val="C2B61C">
                <a:alpha val="17000"/>
              </a:srgbClr>
            </a:solidFill>
            <a:prstDash val="solid"/>
          </a:ln>
        </p:spPr>
      </p:sp>
      <p:sp>
        <p:nvSpPr>
          <p:cNvPr id="500" name="lumia-token-stream-curve">
            <a:extLst>
              <a:ext uri="{FF2B5EF4-FFF2-40B4-BE49-F238E27FC236}">
                <a16:creationId xmlns:a16="http://schemas.microsoft.com/office/drawing/2014/main" id="{A199EBF7-A999-43AB-8C23-07EC87B55B14}"/>
              </a:ext>
            </a:extLst>
          </p:cNvPr>
          <p:cNvSpPr>
            <a:spLocks noGrp="1"/>
          </p:cNvSpPr>
          <p:nvPr/>
        </p:nvSpPr>
        <p:spPr>
          <a:xfrm>
            <a:off x="9732537" y="4430749"/>
            <a:ext cx="305253" cy="145577"/>
          </a:xfrm>
          <a:custGeom>
            <a:avLst/>
            <a:gdLst/>
            <a:ahLst/>
            <a:cxnLst/>
            <a:rect l="0" t="0" r="0" b="0"/>
            <a:pathLst>
              <a:path w="305253" h="145577">
                <a:moveTo>
                  <a:pt x="0" y="145577"/>
                </a:moveTo>
                <a:lnTo>
                  <a:pt x="305253" y="0"/>
                </a:lnTo>
              </a:path>
            </a:pathLst>
          </a:custGeom>
          <a:noFill/>
          <a:ln w="9286">
            <a:solidFill>
              <a:srgbClr val="B0B422">
                <a:alpha val="17000"/>
              </a:srgbClr>
            </a:solidFill>
            <a:prstDash val="solid"/>
          </a:ln>
        </p:spPr>
      </p:sp>
      <p:sp>
        <p:nvSpPr>
          <p:cNvPr id="501" name="lumia-token-stream-curve">
            <a:extLst>
              <a:ext uri="{FF2B5EF4-FFF2-40B4-BE49-F238E27FC236}">
                <a16:creationId xmlns:a16="http://schemas.microsoft.com/office/drawing/2014/main" id="{7D80E0DE-9156-469B-B0D5-C712C1528CC3}"/>
              </a:ext>
            </a:extLst>
          </p:cNvPr>
          <p:cNvSpPr>
            <a:spLocks noGrp="1"/>
          </p:cNvSpPr>
          <p:nvPr/>
        </p:nvSpPr>
        <p:spPr>
          <a:xfrm>
            <a:off x="10037789" y="4290008"/>
            <a:ext cx="306100" cy="140741"/>
          </a:xfrm>
          <a:custGeom>
            <a:avLst/>
            <a:gdLst/>
            <a:ahLst/>
            <a:cxnLst/>
            <a:rect l="0" t="0" r="0" b="0"/>
            <a:pathLst>
              <a:path w="306100" h="140741">
                <a:moveTo>
                  <a:pt x="0" y="140741"/>
                </a:moveTo>
                <a:lnTo>
                  <a:pt x="306100" y="0"/>
                </a:lnTo>
              </a:path>
            </a:pathLst>
          </a:custGeom>
          <a:noFill/>
          <a:ln w="9417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502" name="lumia-token-stream-curve">
            <a:extLst>
              <a:ext uri="{FF2B5EF4-FFF2-40B4-BE49-F238E27FC236}">
                <a16:creationId xmlns:a16="http://schemas.microsoft.com/office/drawing/2014/main" id="{FA3DFE20-8BE5-47AA-9D25-FCABC8C6FE04}"/>
              </a:ext>
            </a:extLst>
          </p:cNvPr>
          <p:cNvSpPr>
            <a:spLocks noGrp="1"/>
          </p:cNvSpPr>
          <p:nvPr/>
        </p:nvSpPr>
        <p:spPr>
          <a:xfrm>
            <a:off x="10343889" y="4158169"/>
            <a:ext cx="306835" cy="131839"/>
          </a:xfrm>
          <a:custGeom>
            <a:avLst/>
            <a:gdLst/>
            <a:ahLst/>
            <a:cxnLst/>
            <a:rect l="0" t="0" r="0" b="0"/>
            <a:pathLst>
              <a:path w="306835" h="131839">
                <a:moveTo>
                  <a:pt x="0" y="131839"/>
                </a:moveTo>
                <a:lnTo>
                  <a:pt x="306835" y="0"/>
                </a:lnTo>
              </a:path>
            </a:pathLst>
          </a:custGeom>
          <a:noFill/>
          <a:ln w="9532">
            <a:solidFill>
              <a:srgbClr val="8CB130">
                <a:alpha val="17000"/>
              </a:srgbClr>
            </a:solidFill>
            <a:prstDash val="solid"/>
          </a:ln>
        </p:spPr>
      </p:sp>
      <p:sp>
        <p:nvSpPr>
          <p:cNvPr id="503" name="lumia-token-stream-curve">
            <a:extLst>
              <a:ext uri="{FF2B5EF4-FFF2-40B4-BE49-F238E27FC236}">
                <a16:creationId xmlns:a16="http://schemas.microsoft.com/office/drawing/2014/main" id="{1A58A49C-B5A5-4591-BB13-D37FCFA8568D}"/>
              </a:ext>
            </a:extLst>
          </p:cNvPr>
          <p:cNvSpPr>
            <a:spLocks noGrp="1"/>
          </p:cNvSpPr>
          <p:nvPr/>
        </p:nvSpPr>
        <p:spPr>
          <a:xfrm>
            <a:off x="10650724" y="4037318"/>
            <a:ext cx="307458" cy="120851"/>
          </a:xfrm>
          <a:custGeom>
            <a:avLst/>
            <a:gdLst/>
            <a:ahLst/>
            <a:cxnLst/>
            <a:rect l="0" t="0" r="0" b="0"/>
            <a:pathLst>
              <a:path w="307458" h="120851">
                <a:moveTo>
                  <a:pt x="0" y="120851"/>
                </a:moveTo>
                <a:lnTo>
                  <a:pt x="307458" y="0"/>
                </a:lnTo>
              </a:path>
            </a:pathLst>
          </a:custGeom>
          <a:noFill/>
          <a:ln w="9630">
            <a:solidFill>
              <a:srgbClr val="7BAF37">
                <a:alpha val="18000"/>
              </a:srgbClr>
            </a:solidFill>
            <a:prstDash val="solid"/>
          </a:ln>
        </p:spPr>
      </p:sp>
      <p:sp>
        <p:nvSpPr>
          <p:cNvPr id="504" name="lumia-token-stream-curve">
            <a:extLst>
              <a:ext uri="{FF2B5EF4-FFF2-40B4-BE49-F238E27FC236}">
                <a16:creationId xmlns:a16="http://schemas.microsoft.com/office/drawing/2014/main" id="{0A0FA97B-E7EF-48BD-8267-D9911364472E}"/>
              </a:ext>
            </a:extLst>
          </p:cNvPr>
          <p:cNvSpPr>
            <a:spLocks noGrp="1"/>
          </p:cNvSpPr>
          <p:nvPr/>
        </p:nvSpPr>
        <p:spPr>
          <a:xfrm>
            <a:off x="10958182" y="3927206"/>
            <a:ext cx="307969" cy="110111"/>
          </a:xfrm>
          <a:custGeom>
            <a:avLst/>
            <a:gdLst/>
            <a:ahLst/>
            <a:cxnLst/>
            <a:rect l="0" t="0" r="0" b="0"/>
            <a:pathLst>
              <a:path w="307969" h="110111">
                <a:moveTo>
                  <a:pt x="0" y="110111"/>
                </a:moveTo>
                <a:lnTo>
                  <a:pt x="307969" y="0"/>
                </a:lnTo>
              </a:path>
            </a:pathLst>
          </a:custGeom>
          <a:noFill/>
          <a:ln w="9710">
            <a:solidFill>
              <a:srgbClr val="69AD3E">
                <a:alpha val="18000"/>
              </a:srgbClr>
            </a:solidFill>
            <a:prstDash val="solid"/>
          </a:ln>
        </p:spPr>
      </p:sp>
      <p:sp>
        <p:nvSpPr>
          <p:cNvPr id="505" name="lumia-token-stream-curve">
            <a:extLst>
              <a:ext uri="{FF2B5EF4-FFF2-40B4-BE49-F238E27FC236}">
                <a16:creationId xmlns:a16="http://schemas.microsoft.com/office/drawing/2014/main" id="{010FEDA1-F595-487A-8E35-5147DEA7A946}"/>
              </a:ext>
            </a:extLst>
          </p:cNvPr>
          <p:cNvSpPr>
            <a:spLocks noGrp="1"/>
          </p:cNvSpPr>
          <p:nvPr/>
        </p:nvSpPr>
        <p:spPr>
          <a:xfrm>
            <a:off x="11266150" y="3825259"/>
            <a:ext cx="308367" cy="101947"/>
          </a:xfrm>
          <a:custGeom>
            <a:avLst/>
            <a:gdLst/>
            <a:ahLst/>
            <a:cxnLst/>
            <a:rect l="0" t="0" r="0" b="0"/>
            <a:pathLst>
              <a:path w="308367" h="101947">
                <a:moveTo>
                  <a:pt x="0" y="101947"/>
                </a:moveTo>
                <a:lnTo>
                  <a:pt x="308367" y="0"/>
                </a:lnTo>
              </a:path>
            </a:pathLst>
          </a:custGeom>
          <a:noFill/>
          <a:ln w="9768">
            <a:solidFill>
              <a:srgbClr val="57AC45">
                <a:alpha val="18000"/>
              </a:srgbClr>
            </a:solidFill>
            <a:prstDash val="solid"/>
          </a:ln>
        </p:spPr>
      </p:sp>
      <p:sp>
        <p:nvSpPr>
          <p:cNvPr id="506" name="lumia-token-stream-curve">
            <a:extLst>
              <a:ext uri="{FF2B5EF4-FFF2-40B4-BE49-F238E27FC236}">
                <a16:creationId xmlns:a16="http://schemas.microsoft.com/office/drawing/2014/main" id="{140349BB-352B-48CC-838E-174A0C2F01EB}"/>
              </a:ext>
            </a:extLst>
          </p:cNvPr>
          <p:cNvSpPr>
            <a:spLocks noGrp="1"/>
          </p:cNvSpPr>
          <p:nvPr/>
        </p:nvSpPr>
        <p:spPr>
          <a:xfrm>
            <a:off x="11574517" y="3726939"/>
            <a:ext cx="308654" cy="98320"/>
          </a:xfrm>
          <a:custGeom>
            <a:avLst/>
            <a:gdLst/>
            <a:ahLst/>
            <a:cxnLst/>
            <a:rect l="0" t="0" r="0" b="0"/>
            <a:pathLst>
              <a:path w="308654" h="98320">
                <a:moveTo>
                  <a:pt x="0" y="98320"/>
                </a:moveTo>
                <a:lnTo>
                  <a:pt x="308654" y="0"/>
                </a:lnTo>
              </a:path>
            </a:pathLst>
          </a:custGeom>
          <a:noFill/>
          <a:ln w="9805">
            <a:solidFill>
              <a:srgbClr val="46AA4C">
                <a:alpha val="18000"/>
              </a:srgbClr>
            </a:solidFill>
            <a:prstDash val="solid"/>
          </a:ln>
        </p:spPr>
      </p:sp>
      <p:sp>
        <p:nvSpPr>
          <p:cNvPr id="507" name="lumia-token-stream-curve">
            <a:extLst>
              <a:ext uri="{FF2B5EF4-FFF2-40B4-BE49-F238E27FC236}">
                <a16:creationId xmlns:a16="http://schemas.microsoft.com/office/drawing/2014/main" id="{B4E039AB-02E8-444A-B812-9F318557F72E}"/>
              </a:ext>
            </a:extLst>
          </p:cNvPr>
          <p:cNvSpPr>
            <a:spLocks noGrp="1"/>
          </p:cNvSpPr>
          <p:nvPr/>
        </p:nvSpPr>
        <p:spPr>
          <a:xfrm>
            <a:off x="11883171" y="3626419"/>
            <a:ext cx="308829" cy="100520"/>
          </a:xfrm>
          <a:custGeom>
            <a:avLst/>
            <a:gdLst/>
            <a:ahLst/>
            <a:cxnLst/>
            <a:rect l="0" t="0" r="0" b="0"/>
            <a:pathLst>
              <a:path w="308829" h="100520">
                <a:moveTo>
                  <a:pt x="0" y="100520"/>
                </a:moveTo>
                <a:lnTo>
                  <a:pt x="308829" y="0"/>
                </a:lnTo>
              </a:path>
            </a:pathLst>
          </a:custGeom>
          <a:noFill/>
          <a:ln w="9818">
            <a:solidFill>
              <a:srgbClr val="34A853">
                <a:alpha val="18000"/>
              </a:srgbClr>
            </a:solidFill>
            <a:prstDash val="solid"/>
          </a:ln>
        </p:spPr>
      </p:sp>
      <p:sp>
        <p:nvSpPr>
          <p:cNvPr id="508" name="lumia-token-stream-curve">
            <a:extLst>
              <a:ext uri="{FF2B5EF4-FFF2-40B4-BE49-F238E27FC236}">
                <a16:creationId xmlns:a16="http://schemas.microsoft.com/office/drawing/2014/main" id="{4F4B0F15-DAE3-48A2-8415-AEC4321FB247}"/>
              </a:ext>
            </a:extLst>
          </p:cNvPr>
          <p:cNvSpPr>
            <a:spLocks noGrp="1"/>
          </p:cNvSpPr>
          <p:nvPr/>
        </p:nvSpPr>
        <p:spPr>
          <a:xfrm>
            <a:off x="90054" y="5660119"/>
            <a:ext cx="179933" cy="59339"/>
          </a:xfrm>
          <a:custGeom>
            <a:avLst/>
            <a:gdLst/>
            <a:ahLst/>
            <a:cxnLst/>
            <a:rect l="0" t="0" r="0" b="0"/>
            <a:pathLst>
              <a:path w="179933" h="59339">
                <a:moveTo>
                  <a:pt x="0" y="0"/>
                </a:moveTo>
                <a:lnTo>
                  <a:pt x="179933" y="59339"/>
                </a:lnTo>
              </a:path>
            </a:pathLst>
          </a:custGeom>
          <a:noFill/>
          <a:ln w="6407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509" name="lumia-token-stream-curve">
            <a:extLst>
              <a:ext uri="{FF2B5EF4-FFF2-40B4-BE49-F238E27FC236}">
                <a16:creationId xmlns:a16="http://schemas.microsoft.com/office/drawing/2014/main" id="{CAA1833C-1352-428F-AA7B-0C484588E197}"/>
              </a:ext>
            </a:extLst>
          </p:cNvPr>
          <p:cNvSpPr>
            <a:spLocks noGrp="1"/>
          </p:cNvSpPr>
          <p:nvPr/>
        </p:nvSpPr>
        <p:spPr>
          <a:xfrm>
            <a:off x="269987" y="5719458"/>
            <a:ext cx="185172" cy="61152"/>
          </a:xfrm>
          <a:custGeom>
            <a:avLst/>
            <a:gdLst/>
            <a:ahLst/>
            <a:cxnLst/>
            <a:rect l="0" t="0" r="0" b="0"/>
            <a:pathLst>
              <a:path w="185172" h="61152">
                <a:moveTo>
                  <a:pt x="0" y="0"/>
                </a:moveTo>
                <a:lnTo>
                  <a:pt x="185172" y="61152"/>
                </a:lnTo>
              </a:path>
            </a:pathLst>
          </a:custGeom>
          <a:noFill/>
          <a:ln w="6407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510" name="lumia-token-stream-curve">
            <a:extLst>
              <a:ext uri="{FF2B5EF4-FFF2-40B4-BE49-F238E27FC236}">
                <a16:creationId xmlns:a16="http://schemas.microsoft.com/office/drawing/2014/main" id="{4F7936AF-6832-414F-83C7-FC2B7E5485A1}"/>
              </a:ext>
            </a:extLst>
          </p:cNvPr>
          <p:cNvSpPr>
            <a:spLocks noGrp="1"/>
          </p:cNvSpPr>
          <p:nvPr/>
        </p:nvSpPr>
        <p:spPr>
          <a:xfrm>
            <a:off x="455159" y="5780611"/>
            <a:ext cx="190306" cy="62761"/>
          </a:xfrm>
          <a:custGeom>
            <a:avLst/>
            <a:gdLst/>
            <a:ahLst/>
            <a:cxnLst/>
            <a:rect l="0" t="0" r="0" b="0"/>
            <a:pathLst>
              <a:path w="190306" h="62761">
                <a:moveTo>
                  <a:pt x="0" y="0"/>
                </a:moveTo>
                <a:lnTo>
                  <a:pt x="190306" y="62761"/>
                </a:lnTo>
              </a:path>
            </a:pathLst>
          </a:custGeom>
          <a:noFill/>
          <a:ln w="6407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511" name="lumia-token-stream-curve">
            <a:extLst>
              <a:ext uri="{FF2B5EF4-FFF2-40B4-BE49-F238E27FC236}">
                <a16:creationId xmlns:a16="http://schemas.microsoft.com/office/drawing/2014/main" id="{1C66E378-FCF6-40EA-A5B7-D24A762DC2D4}"/>
              </a:ext>
            </a:extLst>
          </p:cNvPr>
          <p:cNvSpPr>
            <a:spLocks noGrp="1"/>
          </p:cNvSpPr>
          <p:nvPr/>
        </p:nvSpPr>
        <p:spPr>
          <a:xfrm>
            <a:off x="645466" y="5843371"/>
            <a:ext cx="195335" cy="63742"/>
          </a:xfrm>
          <a:custGeom>
            <a:avLst/>
            <a:gdLst/>
            <a:ahLst/>
            <a:cxnLst/>
            <a:rect l="0" t="0" r="0" b="0"/>
            <a:pathLst>
              <a:path w="195335" h="63742">
                <a:moveTo>
                  <a:pt x="0" y="0"/>
                </a:moveTo>
                <a:lnTo>
                  <a:pt x="195335" y="63742"/>
                </a:lnTo>
              </a:path>
            </a:pathLst>
          </a:custGeom>
          <a:noFill/>
          <a:ln w="6407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512" name="lumia-token-stream-curve">
            <a:extLst>
              <a:ext uri="{FF2B5EF4-FFF2-40B4-BE49-F238E27FC236}">
                <a16:creationId xmlns:a16="http://schemas.microsoft.com/office/drawing/2014/main" id="{52AE2C2E-7C24-4B4F-B71D-A062FFDD148E}"/>
              </a:ext>
            </a:extLst>
          </p:cNvPr>
          <p:cNvSpPr>
            <a:spLocks noGrp="1"/>
          </p:cNvSpPr>
          <p:nvPr/>
        </p:nvSpPr>
        <p:spPr>
          <a:xfrm>
            <a:off x="840801" y="5907114"/>
            <a:ext cx="200259" cy="63651"/>
          </a:xfrm>
          <a:custGeom>
            <a:avLst/>
            <a:gdLst/>
            <a:ahLst/>
            <a:cxnLst/>
            <a:rect l="0" t="0" r="0" b="0"/>
            <a:pathLst>
              <a:path w="200259" h="63651">
                <a:moveTo>
                  <a:pt x="0" y="0"/>
                </a:moveTo>
                <a:lnTo>
                  <a:pt x="200259" y="63651"/>
                </a:lnTo>
              </a:path>
            </a:pathLst>
          </a:custGeom>
          <a:noFill/>
          <a:ln w="6407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513" name="lumia-token-stream-curve">
            <a:extLst>
              <a:ext uri="{FF2B5EF4-FFF2-40B4-BE49-F238E27FC236}">
                <a16:creationId xmlns:a16="http://schemas.microsoft.com/office/drawing/2014/main" id="{A5F34ACC-CB41-4044-B5A6-93B1931890E7}"/>
              </a:ext>
            </a:extLst>
          </p:cNvPr>
          <p:cNvSpPr>
            <a:spLocks noGrp="1"/>
          </p:cNvSpPr>
          <p:nvPr/>
        </p:nvSpPr>
        <p:spPr>
          <a:xfrm>
            <a:off x="1041060" y="5970765"/>
            <a:ext cx="205078" cy="62056"/>
          </a:xfrm>
          <a:custGeom>
            <a:avLst/>
            <a:gdLst/>
            <a:ahLst/>
            <a:cxnLst/>
            <a:rect l="0" t="0" r="0" b="0"/>
            <a:pathLst>
              <a:path w="205078" h="62056">
                <a:moveTo>
                  <a:pt x="0" y="0"/>
                </a:moveTo>
                <a:lnTo>
                  <a:pt x="205078" y="62056"/>
                </a:lnTo>
              </a:path>
            </a:pathLst>
          </a:custGeom>
          <a:noFill/>
          <a:ln w="6407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514" name="lumia-token-stream-curve">
            <a:extLst>
              <a:ext uri="{FF2B5EF4-FFF2-40B4-BE49-F238E27FC236}">
                <a16:creationId xmlns:a16="http://schemas.microsoft.com/office/drawing/2014/main" id="{1D397546-CD8F-4567-9425-77E6C14B5CED}"/>
              </a:ext>
            </a:extLst>
          </p:cNvPr>
          <p:cNvSpPr>
            <a:spLocks noGrp="1"/>
          </p:cNvSpPr>
          <p:nvPr/>
        </p:nvSpPr>
        <p:spPr>
          <a:xfrm>
            <a:off x="1246138" y="6032821"/>
            <a:ext cx="209791" cy="58587"/>
          </a:xfrm>
          <a:custGeom>
            <a:avLst/>
            <a:gdLst/>
            <a:ahLst/>
            <a:cxnLst/>
            <a:rect l="0" t="0" r="0" b="0"/>
            <a:pathLst>
              <a:path w="209791" h="58587">
                <a:moveTo>
                  <a:pt x="0" y="0"/>
                </a:moveTo>
                <a:lnTo>
                  <a:pt x="209791" y="58587"/>
                </a:lnTo>
              </a:path>
            </a:pathLst>
          </a:custGeom>
          <a:noFill/>
          <a:ln w="6407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515" name="lumia-token-stream-curve">
            <a:extLst>
              <a:ext uri="{FF2B5EF4-FFF2-40B4-BE49-F238E27FC236}">
                <a16:creationId xmlns:a16="http://schemas.microsoft.com/office/drawing/2014/main" id="{76D08C3B-1478-4FEA-B308-09CCEADCC162}"/>
              </a:ext>
            </a:extLst>
          </p:cNvPr>
          <p:cNvSpPr>
            <a:spLocks noGrp="1"/>
          </p:cNvSpPr>
          <p:nvPr/>
        </p:nvSpPr>
        <p:spPr>
          <a:xfrm>
            <a:off x="1455929" y="6091409"/>
            <a:ext cx="214399" cy="52980"/>
          </a:xfrm>
          <a:custGeom>
            <a:avLst/>
            <a:gdLst/>
            <a:ahLst/>
            <a:cxnLst/>
            <a:rect l="0" t="0" r="0" b="0"/>
            <a:pathLst>
              <a:path w="214399" h="52980">
                <a:moveTo>
                  <a:pt x="0" y="0"/>
                </a:moveTo>
                <a:lnTo>
                  <a:pt x="214399" y="52980"/>
                </a:lnTo>
              </a:path>
            </a:pathLst>
          </a:custGeom>
          <a:noFill/>
          <a:ln w="6407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516" name="lumia-token-stream-curve">
            <a:extLst>
              <a:ext uri="{FF2B5EF4-FFF2-40B4-BE49-F238E27FC236}">
                <a16:creationId xmlns:a16="http://schemas.microsoft.com/office/drawing/2014/main" id="{2E7C0212-8F0A-4AA9-868A-904E9E50DF7F}"/>
              </a:ext>
            </a:extLst>
          </p:cNvPr>
          <p:cNvSpPr>
            <a:spLocks noGrp="1"/>
          </p:cNvSpPr>
          <p:nvPr/>
        </p:nvSpPr>
        <p:spPr>
          <a:xfrm>
            <a:off x="1670328" y="6144389"/>
            <a:ext cx="218901" cy="45125"/>
          </a:xfrm>
          <a:custGeom>
            <a:avLst/>
            <a:gdLst/>
            <a:ahLst/>
            <a:cxnLst/>
            <a:rect l="0" t="0" r="0" b="0"/>
            <a:pathLst>
              <a:path w="218901" h="45125">
                <a:moveTo>
                  <a:pt x="0" y="0"/>
                </a:moveTo>
                <a:lnTo>
                  <a:pt x="218901" y="45125"/>
                </a:lnTo>
              </a:path>
            </a:pathLst>
          </a:custGeom>
          <a:noFill/>
          <a:ln w="6407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517" name="lumia-token-stream-curve">
            <a:extLst>
              <a:ext uri="{FF2B5EF4-FFF2-40B4-BE49-F238E27FC236}">
                <a16:creationId xmlns:a16="http://schemas.microsoft.com/office/drawing/2014/main" id="{A62007C8-AB99-49EF-8B9B-D4368A3F3BD7}"/>
              </a:ext>
            </a:extLst>
          </p:cNvPr>
          <p:cNvSpPr>
            <a:spLocks noGrp="1"/>
          </p:cNvSpPr>
          <p:nvPr/>
        </p:nvSpPr>
        <p:spPr>
          <a:xfrm>
            <a:off x="1889229" y="6189514"/>
            <a:ext cx="223299" cy="35104"/>
          </a:xfrm>
          <a:custGeom>
            <a:avLst/>
            <a:gdLst/>
            <a:ahLst/>
            <a:cxnLst/>
            <a:rect l="0" t="0" r="0" b="0"/>
            <a:pathLst>
              <a:path w="223299" h="35104">
                <a:moveTo>
                  <a:pt x="0" y="0"/>
                </a:moveTo>
                <a:lnTo>
                  <a:pt x="223299" y="35104"/>
                </a:lnTo>
              </a:path>
            </a:pathLst>
          </a:custGeom>
          <a:noFill/>
          <a:ln w="6407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518" name="lumia-token-stream-curve">
            <a:extLst>
              <a:ext uri="{FF2B5EF4-FFF2-40B4-BE49-F238E27FC236}">
                <a16:creationId xmlns:a16="http://schemas.microsoft.com/office/drawing/2014/main" id="{BC2BB70E-29CB-4ABB-A452-168CA5DA5C8E}"/>
              </a:ext>
            </a:extLst>
          </p:cNvPr>
          <p:cNvSpPr>
            <a:spLocks noGrp="1"/>
          </p:cNvSpPr>
          <p:nvPr/>
        </p:nvSpPr>
        <p:spPr>
          <a:xfrm>
            <a:off x="2112528" y="6224619"/>
            <a:ext cx="227591" cy="23215"/>
          </a:xfrm>
          <a:custGeom>
            <a:avLst/>
            <a:gdLst/>
            <a:ahLst/>
            <a:cxnLst/>
            <a:rect l="0" t="0" r="0" b="0"/>
            <a:pathLst>
              <a:path w="227591" h="23215">
                <a:moveTo>
                  <a:pt x="0" y="0"/>
                </a:moveTo>
                <a:lnTo>
                  <a:pt x="227591" y="23215"/>
                </a:lnTo>
              </a:path>
            </a:pathLst>
          </a:custGeom>
          <a:noFill/>
          <a:ln w="6407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519" name="lumia-token-stream-curve">
            <a:extLst>
              <a:ext uri="{FF2B5EF4-FFF2-40B4-BE49-F238E27FC236}">
                <a16:creationId xmlns:a16="http://schemas.microsoft.com/office/drawing/2014/main" id="{90B0495B-F738-475C-B575-3EFE89814C9F}"/>
              </a:ext>
            </a:extLst>
          </p:cNvPr>
          <p:cNvSpPr>
            <a:spLocks noGrp="1"/>
          </p:cNvSpPr>
          <p:nvPr/>
        </p:nvSpPr>
        <p:spPr>
          <a:xfrm>
            <a:off x="2340119" y="6247834"/>
            <a:ext cx="231778" cy="9976"/>
          </a:xfrm>
          <a:custGeom>
            <a:avLst/>
            <a:gdLst/>
            <a:ahLst/>
            <a:cxnLst/>
            <a:rect l="0" t="0" r="0" b="0"/>
            <a:pathLst>
              <a:path w="231778" h="9976">
                <a:moveTo>
                  <a:pt x="0" y="0"/>
                </a:moveTo>
                <a:lnTo>
                  <a:pt x="231778" y="9976"/>
                </a:lnTo>
              </a:path>
            </a:pathLst>
          </a:custGeom>
          <a:noFill/>
          <a:ln w="6407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520" name="lumia-token-stream-curve">
            <a:extLst>
              <a:ext uri="{FF2B5EF4-FFF2-40B4-BE49-F238E27FC236}">
                <a16:creationId xmlns:a16="http://schemas.microsoft.com/office/drawing/2014/main" id="{DB97C5C3-AA49-4EF0-ACBA-EAB7BDD6B721}"/>
              </a:ext>
            </a:extLst>
          </p:cNvPr>
          <p:cNvSpPr>
            <a:spLocks noGrp="1"/>
          </p:cNvSpPr>
          <p:nvPr/>
        </p:nvSpPr>
        <p:spPr>
          <a:xfrm>
            <a:off x="2571897" y="6253915"/>
            <a:ext cx="235859" cy="9525"/>
          </a:xfrm>
          <a:custGeom>
            <a:avLst/>
            <a:gdLst/>
            <a:ahLst/>
            <a:cxnLst/>
            <a:rect l="0" t="0" r="0" b="0"/>
            <a:pathLst>
              <a:path w="235859" h="9525">
                <a:moveTo>
                  <a:pt x="0" y="3896"/>
                </a:moveTo>
                <a:lnTo>
                  <a:pt x="235859" y="0"/>
                </a:lnTo>
              </a:path>
            </a:pathLst>
          </a:custGeom>
          <a:noFill/>
          <a:ln w="6407">
            <a:solidFill>
              <a:srgbClr val="623C8F">
                <a:alpha val="9000"/>
              </a:srgbClr>
            </a:solidFill>
            <a:prstDash val="solid"/>
          </a:ln>
        </p:spPr>
      </p:sp>
      <p:sp>
        <p:nvSpPr>
          <p:cNvPr id="521" name="lumia-token-stream-curve">
            <a:extLst>
              <a:ext uri="{FF2B5EF4-FFF2-40B4-BE49-F238E27FC236}">
                <a16:creationId xmlns:a16="http://schemas.microsoft.com/office/drawing/2014/main" id="{4672E66A-ED82-4F8D-A56B-46BCC4472DCC}"/>
              </a:ext>
            </a:extLst>
          </p:cNvPr>
          <p:cNvSpPr>
            <a:spLocks noGrp="1"/>
          </p:cNvSpPr>
          <p:nvPr/>
        </p:nvSpPr>
        <p:spPr>
          <a:xfrm>
            <a:off x="2807756" y="6236383"/>
            <a:ext cx="239836" cy="17532"/>
          </a:xfrm>
          <a:custGeom>
            <a:avLst/>
            <a:gdLst/>
            <a:ahLst/>
            <a:cxnLst/>
            <a:rect l="0" t="0" r="0" b="0"/>
            <a:pathLst>
              <a:path w="239836" h="17532">
                <a:moveTo>
                  <a:pt x="0" y="17532"/>
                </a:moveTo>
                <a:lnTo>
                  <a:pt x="239836" y="0"/>
                </a:lnTo>
              </a:path>
            </a:pathLst>
          </a:custGeom>
          <a:noFill/>
          <a:ln w="6407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522" name="lumia-token-stream-curve">
            <a:extLst>
              <a:ext uri="{FF2B5EF4-FFF2-40B4-BE49-F238E27FC236}">
                <a16:creationId xmlns:a16="http://schemas.microsoft.com/office/drawing/2014/main" id="{BA93A5FD-6993-4A8F-BD58-614491099FD0}"/>
              </a:ext>
            </a:extLst>
          </p:cNvPr>
          <p:cNvSpPr>
            <a:spLocks noGrp="1"/>
          </p:cNvSpPr>
          <p:nvPr/>
        </p:nvSpPr>
        <p:spPr>
          <a:xfrm>
            <a:off x="3047592" y="6206395"/>
            <a:ext cx="243707" cy="29988"/>
          </a:xfrm>
          <a:custGeom>
            <a:avLst/>
            <a:gdLst/>
            <a:ahLst/>
            <a:cxnLst/>
            <a:rect l="0" t="0" r="0" b="0"/>
            <a:pathLst>
              <a:path w="243707" h="29988">
                <a:moveTo>
                  <a:pt x="0" y="29988"/>
                </a:moveTo>
                <a:lnTo>
                  <a:pt x="243707" y="0"/>
                </a:lnTo>
              </a:path>
            </a:pathLst>
          </a:custGeom>
          <a:noFill/>
          <a:ln w="6407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523" name="lumia-token-stream-curve">
            <a:extLst>
              <a:ext uri="{FF2B5EF4-FFF2-40B4-BE49-F238E27FC236}">
                <a16:creationId xmlns:a16="http://schemas.microsoft.com/office/drawing/2014/main" id="{0FE04117-66A2-46C8-AEC6-8997EF57A972}"/>
              </a:ext>
            </a:extLst>
          </p:cNvPr>
          <p:cNvSpPr>
            <a:spLocks noGrp="1"/>
          </p:cNvSpPr>
          <p:nvPr/>
        </p:nvSpPr>
        <p:spPr>
          <a:xfrm>
            <a:off x="3291299" y="6166055"/>
            <a:ext cx="247473" cy="40340"/>
          </a:xfrm>
          <a:custGeom>
            <a:avLst/>
            <a:gdLst/>
            <a:ahLst/>
            <a:cxnLst/>
            <a:rect l="0" t="0" r="0" b="0"/>
            <a:pathLst>
              <a:path w="247473" h="40340">
                <a:moveTo>
                  <a:pt x="0" y="40340"/>
                </a:moveTo>
                <a:lnTo>
                  <a:pt x="247473" y="0"/>
                </a:lnTo>
              </a:path>
            </a:pathLst>
          </a:custGeom>
          <a:noFill/>
          <a:ln w="6407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524" name="lumia-token-stream-curve">
            <a:extLst>
              <a:ext uri="{FF2B5EF4-FFF2-40B4-BE49-F238E27FC236}">
                <a16:creationId xmlns:a16="http://schemas.microsoft.com/office/drawing/2014/main" id="{CA63E8DA-D404-4F8E-883B-B25FED03B61F}"/>
              </a:ext>
            </a:extLst>
          </p:cNvPr>
          <p:cNvSpPr>
            <a:spLocks noGrp="1"/>
          </p:cNvSpPr>
          <p:nvPr/>
        </p:nvSpPr>
        <p:spPr>
          <a:xfrm>
            <a:off x="3538772" y="6118261"/>
            <a:ext cx="251133" cy="47794"/>
          </a:xfrm>
          <a:custGeom>
            <a:avLst/>
            <a:gdLst/>
            <a:ahLst/>
            <a:cxnLst/>
            <a:rect l="0" t="0" r="0" b="0"/>
            <a:pathLst>
              <a:path w="251133" h="47794">
                <a:moveTo>
                  <a:pt x="0" y="47794"/>
                </a:moveTo>
                <a:lnTo>
                  <a:pt x="251133" y="0"/>
                </a:lnTo>
              </a:path>
            </a:pathLst>
          </a:custGeom>
          <a:noFill/>
          <a:ln w="6408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525" name="lumia-token-stream-curve">
            <a:extLst>
              <a:ext uri="{FF2B5EF4-FFF2-40B4-BE49-F238E27FC236}">
                <a16:creationId xmlns:a16="http://schemas.microsoft.com/office/drawing/2014/main" id="{FE511128-6A5E-41E5-B5F8-47485467D19F}"/>
              </a:ext>
            </a:extLst>
          </p:cNvPr>
          <p:cNvSpPr>
            <a:spLocks noGrp="1"/>
          </p:cNvSpPr>
          <p:nvPr/>
        </p:nvSpPr>
        <p:spPr>
          <a:xfrm>
            <a:off x="3789905" y="6066465"/>
            <a:ext cx="254689" cy="51796"/>
          </a:xfrm>
          <a:custGeom>
            <a:avLst/>
            <a:gdLst/>
            <a:ahLst/>
            <a:cxnLst/>
            <a:rect l="0" t="0" r="0" b="0"/>
            <a:pathLst>
              <a:path w="254689" h="51796">
                <a:moveTo>
                  <a:pt x="0" y="51796"/>
                </a:moveTo>
                <a:lnTo>
                  <a:pt x="254689" y="0"/>
                </a:lnTo>
              </a:path>
            </a:pathLst>
          </a:custGeom>
          <a:noFill/>
          <a:ln w="6427">
            <a:solidFill>
              <a:srgbClr val="A33F64">
                <a:alpha val="10000"/>
              </a:srgbClr>
            </a:solidFill>
            <a:prstDash val="solid"/>
          </a:ln>
        </p:spPr>
      </p:sp>
      <p:sp>
        <p:nvSpPr>
          <p:cNvPr id="526" name="lumia-token-stream-curve">
            <a:extLst>
              <a:ext uri="{FF2B5EF4-FFF2-40B4-BE49-F238E27FC236}">
                <a16:creationId xmlns:a16="http://schemas.microsoft.com/office/drawing/2014/main" id="{A8284E1E-BD9F-46CD-AC30-48ACD84435DF}"/>
              </a:ext>
            </a:extLst>
          </p:cNvPr>
          <p:cNvSpPr>
            <a:spLocks noGrp="1"/>
          </p:cNvSpPr>
          <p:nvPr/>
        </p:nvSpPr>
        <p:spPr>
          <a:xfrm>
            <a:off x="4044594" y="6014334"/>
            <a:ext cx="258139" cy="52131"/>
          </a:xfrm>
          <a:custGeom>
            <a:avLst/>
            <a:gdLst/>
            <a:ahLst/>
            <a:cxnLst/>
            <a:rect l="0" t="0" r="0" b="0"/>
            <a:pathLst>
              <a:path w="258139" h="52131">
                <a:moveTo>
                  <a:pt x="0" y="52131"/>
                </a:moveTo>
                <a:lnTo>
                  <a:pt x="258139" y="0"/>
                </a:lnTo>
              </a:path>
            </a:pathLst>
          </a:custGeom>
          <a:noFill/>
          <a:ln w="6472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527" name="lumia-token-stream-curve">
            <a:extLst>
              <a:ext uri="{FF2B5EF4-FFF2-40B4-BE49-F238E27FC236}">
                <a16:creationId xmlns:a16="http://schemas.microsoft.com/office/drawing/2014/main" id="{26FB8C6D-E0B9-415D-B885-744565E541F6}"/>
              </a:ext>
            </a:extLst>
          </p:cNvPr>
          <p:cNvSpPr>
            <a:spLocks noGrp="1"/>
          </p:cNvSpPr>
          <p:nvPr/>
        </p:nvSpPr>
        <p:spPr>
          <a:xfrm>
            <a:off x="4302733" y="5965347"/>
            <a:ext cx="261484" cy="48986"/>
          </a:xfrm>
          <a:custGeom>
            <a:avLst/>
            <a:gdLst/>
            <a:ahLst/>
            <a:cxnLst/>
            <a:rect l="0" t="0" r="0" b="0"/>
            <a:pathLst>
              <a:path w="261484" h="48986">
                <a:moveTo>
                  <a:pt x="0" y="48986"/>
                </a:moveTo>
                <a:lnTo>
                  <a:pt x="261484" y="0"/>
                </a:lnTo>
              </a:path>
            </a:pathLst>
          </a:custGeom>
          <a:noFill/>
          <a:ln w="6539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528" name="lumia-token-stream-curve">
            <a:extLst>
              <a:ext uri="{FF2B5EF4-FFF2-40B4-BE49-F238E27FC236}">
                <a16:creationId xmlns:a16="http://schemas.microsoft.com/office/drawing/2014/main" id="{1E9DE617-7340-42CC-AE25-DF602C03342E}"/>
              </a:ext>
            </a:extLst>
          </p:cNvPr>
          <p:cNvSpPr>
            <a:spLocks noGrp="1"/>
          </p:cNvSpPr>
          <p:nvPr/>
        </p:nvSpPr>
        <p:spPr>
          <a:xfrm>
            <a:off x="4564216" y="5922368"/>
            <a:ext cx="264723" cy="42980"/>
          </a:xfrm>
          <a:custGeom>
            <a:avLst/>
            <a:gdLst/>
            <a:ahLst/>
            <a:cxnLst/>
            <a:rect l="0" t="0" r="0" b="0"/>
            <a:pathLst>
              <a:path w="264723" h="42980">
                <a:moveTo>
                  <a:pt x="0" y="42980"/>
                </a:moveTo>
                <a:lnTo>
                  <a:pt x="264723" y="0"/>
                </a:lnTo>
              </a:path>
            </a:pathLst>
          </a:custGeom>
          <a:noFill/>
          <a:ln w="6627">
            <a:solidFill>
              <a:srgbClr val="CA414A">
                <a:alpha val="11000"/>
              </a:srgbClr>
            </a:solidFill>
            <a:prstDash val="solid"/>
          </a:ln>
        </p:spPr>
      </p:sp>
      <p:sp>
        <p:nvSpPr>
          <p:cNvPr id="529" name="lumia-token-stream-curve">
            <a:extLst>
              <a:ext uri="{FF2B5EF4-FFF2-40B4-BE49-F238E27FC236}">
                <a16:creationId xmlns:a16="http://schemas.microsoft.com/office/drawing/2014/main" id="{82378834-1689-489B-B150-48030DD041ED}"/>
              </a:ext>
            </a:extLst>
          </p:cNvPr>
          <p:cNvSpPr>
            <a:spLocks noGrp="1"/>
          </p:cNvSpPr>
          <p:nvPr/>
        </p:nvSpPr>
        <p:spPr>
          <a:xfrm>
            <a:off x="4828940" y="5887241"/>
            <a:ext cx="267858" cy="35127"/>
          </a:xfrm>
          <a:custGeom>
            <a:avLst/>
            <a:gdLst/>
            <a:ahLst/>
            <a:cxnLst/>
            <a:rect l="0" t="0" r="0" b="0"/>
            <a:pathLst>
              <a:path w="267858" h="35127">
                <a:moveTo>
                  <a:pt x="0" y="35127"/>
                </a:moveTo>
                <a:lnTo>
                  <a:pt x="267858" y="0"/>
                </a:lnTo>
              </a:path>
            </a:pathLst>
          </a:custGeom>
          <a:noFill/>
          <a:ln w="6734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530" name="lumia-token-stream-curve">
            <a:extLst>
              <a:ext uri="{FF2B5EF4-FFF2-40B4-BE49-F238E27FC236}">
                <a16:creationId xmlns:a16="http://schemas.microsoft.com/office/drawing/2014/main" id="{9DBFFDBF-CE1E-400C-BEB7-5C27CA707767}"/>
              </a:ext>
            </a:extLst>
          </p:cNvPr>
          <p:cNvSpPr>
            <a:spLocks noGrp="1"/>
          </p:cNvSpPr>
          <p:nvPr/>
        </p:nvSpPr>
        <p:spPr>
          <a:xfrm>
            <a:off x="5096797" y="5860484"/>
            <a:ext cx="270887" cy="26757"/>
          </a:xfrm>
          <a:custGeom>
            <a:avLst/>
            <a:gdLst/>
            <a:ahLst/>
            <a:cxnLst/>
            <a:rect l="0" t="0" r="0" b="0"/>
            <a:pathLst>
              <a:path w="270887" h="26757">
                <a:moveTo>
                  <a:pt x="0" y="26757"/>
                </a:moveTo>
                <a:lnTo>
                  <a:pt x="270887" y="0"/>
                </a:lnTo>
              </a:path>
            </a:pathLst>
          </a:custGeom>
          <a:noFill/>
          <a:ln w="6858">
            <a:solidFill>
              <a:srgbClr val="E44339">
                <a:alpha val="12000"/>
              </a:srgbClr>
            </a:solidFill>
            <a:prstDash val="solid"/>
          </a:ln>
        </p:spPr>
      </p:sp>
      <p:sp>
        <p:nvSpPr>
          <p:cNvPr id="531" name="lumia-token-stream-curve">
            <a:extLst>
              <a:ext uri="{FF2B5EF4-FFF2-40B4-BE49-F238E27FC236}">
                <a16:creationId xmlns:a16="http://schemas.microsoft.com/office/drawing/2014/main" id="{5811C7C2-A936-4C07-9747-74E33464E509}"/>
              </a:ext>
            </a:extLst>
          </p:cNvPr>
          <p:cNvSpPr>
            <a:spLocks noGrp="1"/>
          </p:cNvSpPr>
          <p:nvPr/>
        </p:nvSpPr>
        <p:spPr>
          <a:xfrm>
            <a:off x="5367684" y="5841113"/>
            <a:ext cx="273810" cy="19371"/>
          </a:xfrm>
          <a:custGeom>
            <a:avLst/>
            <a:gdLst/>
            <a:ahLst/>
            <a:cxnLst/>
            <a:rect l="0" t="0" r="0" b="0"/>
            <a:pathLst>
              <a:path w="273810" h="19371">
                <a:moveTo>
                  <a:pt x="0" y="19371"/>
                </a:moveTo>
                <a:lnTo>
                  <a:pt x="273810" y="0"/>
                </a:lnTo>
              </a:path>
            </a:pathLst>
          </a:custGeom>
          <a:noFill/>
          <a:ln w="6998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532" name="lumia-token-stream-curve">
            <a:extLst>
              <a:ext uri="{FF2B5EF4-FFF2-40B4-BE49-F238E27FC236}">
                <a16:creationId xmlns:a16="http://schemas.microsoft.com/office/drawing/2014/main" id="{0D498AC8-6C9B-422F-9A82-3114C67B8F3C}"/>
              </a:ext>
            </a:extLst>
          </p:cNvPr>
          <p:cNvSpPr>
            <a:spLocks noGrp="1"/>
          </p:cNvSpPr>
          <p:nvPr/>
        </p:nvSpPr>
        <p:spPr>
          <a:xfrm>
            <a:off x="5641494" y="5826650"/>
            <a:ext cx="276629" cy="14463"/>
          </a:xfrm>
          <a:custGeom>
            <a:avLst/>
            <a:gdLst/>
            <a:ahLst/>
            <a:cxnLst/>
            <a:rect l="0" t="0" r="0" b="0"/>
            <a:pathLst>
              <a:path w="276629" h="14463">
                <a:moveTo>
                  <a:pt x="0" y="14463"/>
                </a:moveTo>
                <a:lnTo>
                  <a:pt x="276629" y="0"/>
                </a:lnTo>
              </a:path>
            </a:pathLst>
          </a:custGeom>
          <a:noFill/>
          <a:ln w="7152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533" name="lumia-token-stream-curve">
            <a:extLst>
              <a:ext uri="{FF2B5EF4-FFF2-40B4-BE49-F238E27FC236}">
                <a16:creationId xmlns:a16="http://schemas.microsoft.com/office/drawing/2014/main" id="{5770EF63-ECFC-44B0-AD3A-375F06DC8DD3}"/>
              </a:ext>
            </a:extLst>
          </p:cNvPr>
          <p:cNvSpPr>
            <a:spLocks noGrp="1"/>
          </p:cNvSpPr>
          <p:nvPr/>
        </p:nvSpPr>
        <p:spPr>
          <a:xfrm>
            <a:off x="5918123" y="5813329"/>
            <a:ext cx="279342" cy="13321"/>
          </a:xfrm>
          <a:custGeom>
            <a:avLst/>
            <a:gdLst/>
            <a:ahLst/>
            <a:cxnLst/>
            <a:rect l="0" t="0" r="0" b="0"/>
            <a:pathLst>
              <a:path w="279342" h="13321">
                <a:moveTo>
                  <a:pt x="0" y="13321"/>
                </a:moveTo>
                <a:lnTo>
                  <a:pt x="279342" y="0"/>
                </a:lnTo>
              </a:path>
            </a:pathLst>
          </a:custGeom>
          <a:noFill/>
          <a:ln w="7317">
            <a:solidFill>
              <a:srgbClr val="EE5E2A">
                <a:alpha val="13000"/>
              </a:srgbClr>
            </a:solidFill>
            <a:prstDash val="solid"/>
          </a:ln>
        </p:spPr>
      </p:sp>
      <p:sp>
        <p:nvSpPr>
          <p:cNvPr id="534" name="lumia-token-stream-curve">
            <a:extLst>
              <a:ext uri="{FF2B5EF4-FFF2-40B4-BE49-F238E27FC236}">
                <a16:creationId xmlns:a16="http://schemas.microsoft.com/office/drawing/2014/main" id="{BD8C1D79-3F62-408C-A562-3802DCA34975}"/>
              </a:ext>
            </a:extLst>
          </p:cNvPr>
          <p:cNvSpPr>
            <a:spLocks noGrp="1"/>
          </p:cNvSpPr>
          <p:nvPr/>
        </p:nvSpPr>
        <p:spPr>
          <a:xfrm>
            <a:off x="6197465" y="5796496"/>
            <a:ext cx="281950" cy="16833"/>
          </a:xfrm>
          <a:custGeom>
            <a:avLst/>
            <a:gdLst/>
            <a:ahLst/>
            <a:cxnLst/>
            <a:rect l="0" t="0" r="0" b="0"/>
            <a:pathLst>
              <a:path w="281950" h="16833">
                <a:moveTo>
                  <a:pt x="0" y="16833"/>
                </a:moveTo>
                <a:lnTo>
                  <a:pt x="281950" y="0"/>
                </a:lnTo>
              </a:path>
            </a:pathLst>
          </a:custGeom>
          <a:noFill/>
          <a:ln w="7492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535" name="lumia-token-stream-curve">
            <a:extLst>
              <a:ext uri="{FF2B5EF4-FFF2-40B4-BE49-F238E27FC236}">
                <a16:creationId xmlns:a16="http://schemas.microsoft.com/office/drawing/2014/main" id="{1B08D7F6-B006-4779-8333-50ABA8CA2A00}"/>
              </a:ext>
            </a:extLst>
          </p:cNvPr>
          <p:cNvSpPr>
            <a:spLocks noGrp="1"/>
          </p:cNvSpPr>
          <p:nvPr/>
        </p:nvSpPr>
        <p:spPr>
          <a:xfrm>
            <a:off x="6479416" y="5771161"/>
            <a:ext cx="284453" cy="25335"/>
          </a:xfrm>
          <a:custGeom>
            <a:avLst/>
            <a:gdLst/>
            <a:ahLst/>
            <a:cxnLst/>
            <a:rect l="0" t="0" r="0" b="0"/>
            <a:pathLst>
              <a:path w="284453" h="25335">
                <a:moveTo>
                  <a:pt x="0" y="25335"/>
                </a:moveTo>
                <a:lnTo>
                  <a:pt x="284453" y="0"/>
                </a:lnTo>
              </a:path>
            </a:pathLst>
          </a:custGeom>
          <a:noFill/>
          <a:ln w="7675">
            <a:solidFill>
              <a:srgbClr val="F17322">
                <a:alpha val="14000"/>
              </a:srgbClr>
            </a:solidFill>
            <a:prstDash val="solid"/>
          </a:ln>
        </p:spPr>
      </p:sp>
      <p:sp>
        <p:nvSpPr>
          <p:cNvPr id="536" name="lumia-token-stream-curve">
            <a:extLst>
              <a:ext uri="{FF2B5EF4-FFF2-40B4-BE49-F238E27FC236}">
                <a16:creationId xmlns:a16="http://schemas.microsoft.com/office/drawing/2014/main" id="{39BCE29D-E1BE-4D19-AC0E-E1A30F965BCA}"/>
              </a:ext>
            </a:extLst>
          </p:cNvPr>
          <p:cNvSpPr>
            <a:spLocks noGrp="1"/>
          </p:cNvSpPr>
          <p:nvPr/>
        </p:nvSpPr>
        <p:spPr>
          <a:xfrm>
            <a:off x="6763869" y="5732647"/>
            <a:ext cx="286851" cy="38514"/>
          </a:xfrm>
          <a:custGeom>
            <a:avLst/>
            <a:gdLst/>
            <a:ahLst/>
            <a:cxnLst/>
            <a:rect l="0" t="0" r="0" b="0"/>
            <a:pathLst>
              <a:path w="286851" h="38514">
                <a:moveTo>
                  <a:pt x="0" y="38514"/>
                </a:moveTo>
                <a:lnTo>
                  <a:pt x="286851" y="0"/>
                </a:lnTo>
              </a:path>
            </a:pathLst>
          </a:custGeom>
          <a:noFill/>
          <a:ln w="7865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537" name="lumia-token-stream-curve">
            <a:extLst>
              <a:ext uri="{FF2B5EF4-FFF2-40B4-BE49-F238E27FC236}">
                <a16:creationId xmlns:a16="http://schemas.microsoft.com/office/drawing/2014/main" id="{5813A2ED-E197-4734-95A3-16DC85260A71}"/>
              </a:ext>
            </a:extLst>
          </p:cNvPr>
          <p:cNvSpPr>
            <a:spLocks noGrp="1"/>
          </p:cNvSpPr>
          <p:nvPr/>
        </p:nvSpPr>
        <p:spPr>
          <a:xfrm>
            <a:off x="7050719" y="5677237"/>
            <a:ext cx="289143" cy="55409"/>
          </a:xfrm>
          <a:custGeom>
            <a:avLst/>
            <a:gdLst/>
            <a:ahLst/>
            <a:cxnLst/>
            <a:rect l="0" t="0" r="0" b="0"/>
            <a:pathLst>
              <a:path w="289143" h="55409">
                <a:moveTo>
                  <a:pt x="0" y="55409"/>
                </a:moveTo>
                <a:lnTo>
                  <a:pt x="289143" y="0"/>
                </a:lnTo>
              </a:path>
            </a:pathLst>
          </a:custGeom>
          <a:noFill/>
          <a:ln w="8059">
            <a:solidFill>
              <a:srgbClr val="F48919">
                <a:alpha val="15000"/>
              </a:srgbClr>
            </a:solidFill>
            <a:prstDash val="solid"/>
          </a:ln>
        </p:spPr>
      </p:sp>
      <p:sp>
        <p:nvSpPr>
          <p:cNvPr id="538" name="lumia-token-stream-curve">
            <a:extLst>
              <a:ext uri="{FF2B5EF4-FFF2-40B4-BE49-F238E27FC236}">
                <a16:creationId xmlns:a16="http://schemas.microsoft.com/office/drawing/2014/main" id="{7747635C-B057-4795-83B4-7C3E2C7C421D}"/>
              </a:ext>
            </a:extLst>
          </p:cNvPr>
          <p:cNvSpPr>
            <a:spLocks noGrp="1"/>
          </p:cNvSpPr>
          <p:nvPr/>
        </p:nvSpPr>
        <p:spPr>
          <a:xfrm>
            <a:off x="7339862" y="5602745"/>
            <a:ext cx="291330" cy="74493"/>
          </a:xfrm>
          <a:custGeom>
            <a:avLst/>
            <a:gdLst/>
            <a:ahLst/>
            <a:cxnLst/>
            <a:rect l="0" t="0" r="0" b="0"/>
            <a:pathLst>
              <a:path w="291330" h="74493">
                <a:moveTo>
                  <a:pt x="0" y="74493"/>
                </a:moveTo>
                <a:lnTo>
                  <a:pt x="291330" y="0"/>
                </a:lnTo>
              </a:path>
            </a:pathLst>
          </a:custGeom>
          <a:noFill/>
          <a:ln w="8255">
            <a:solidFill>
              <a:srgbClr val="F59415">
                <a:alpha val="15000"/>
              </a:srgbClr>
            </a:solidFill>
            <a:prstDash val="solid"/>
          </a:ln>
        </p:spPr>
      </p:sp>
      <p:sp>
        <p:nvSpPr>
          <p:cNvPr id="539" name="lumia-token-stream-curve">
            <a:extLst>
              <a:ext uri="{FF2B5EF4-FFF2-40B4-BE49-F238E27FC236}">
                <a16:creationId xmlns:a16="http://schemas.microsoft.com/office/drawing/2014/main" id="{6019F598-22F9-4FEE-AD66-0266C80A1D24}"/>
              </a:ext>
            </a:extLst>
          </p:cNvPr>
          <p:cNvSpPr>
            <a:spLocks noGrp="1"/>
          </p:cNvSpPr>
          <p:nvPr/>
        </p:nvSpPr>
        <p:spPr>
          <a:xfrm>
            <a:off x="7631192" y="5508891"/>
            <a:ext cx="293411" cy="93854"/>
          </a:xfrm>
          <a:custGeom>
            <a:avLst/>
            <a:gdLst/>
            <a:ahLst/>
            <a:cxnLst/>
            <a:rect l="0" t="0" r="0" b="0"/>
            <a:pathLst>
              <a:path w="293411" h="93854">
                <a:moveTo>
                  <a:pt x="0" y="93854"/>
                </a:moveTo>
                <a:lnTo>
                  <a:pt x="293411" y="0"/>
                </a:lnTo>
              </a:path>
            </a:pathLst>
          </a:custGeom>
          <a:noFill/>
          <a:ln w="8452">
            <a:solidFill>
              <a:srgbClr val="F79E11">
                <a:alpha val="16000"/>
              </a:srgbClr>
            </a:solidFill>
            <a:prstDash val="solid"/>
          </a:ln>
        </p:spPr>
      </p:sp>
      <p:sp>
        <p:nvSpPr>
          <p:cNvPr id="540" name="lumia-token-stream-curve">
            <a:extLst>
              <a:ext uri="{FF2B5EF4-FFF2-40B4-BE49-F238E27FC236}">
                <a16:creationId xmlns:a16="http://schemas.microsoft.com/office/drawing/2014/main" id="{5DE8780A-8078-4329-A795-FD4423C32A76}"/>
              </a:ext>
            </a:extLst>
          </p:cNvPr>
          <p:cNvSpPr>
            <a:spLocks noGrp="1"/>
          </p:cNvSpPr>
          <p:nvPr/>
        </p:nvSpPr>
        <p:spPr>
          <a:xfrm>
            <a:off x="7924603" y="5397444"/>
            <a:ext cx="295388" cy="111447"/>
          </a:xfrm>
          <a:custGeom>
            <a:avLst/>
            <a:gdLst/>
            <a:ahLst/>
            <a:cxnLst/>
            <a:rect l="0" t="0" r="0" b="0"/>
            <a:pathLst>
              <a:path w="295388" h="111447">
                <a:moveTo>
                  <a:pt x="0" y="111447"/>
                </a:moveTo>
                <a:lnTo>
                  <a:pt x="295388" y="0"/>
                </a:lnTo>
              </a:path>
            </a:pathLst>
          </a:custGeom>
          <a:noFill/>
          <a:ln w="8648">
            <a:solidFill>
              <a:srgbClr val="F8A90C">
                <a:alpha val="16000"/>
              </a:srgbClr>
            </a:solidFill>
            <a:prstDash val="solid"/>
          </a:ln>
        </p:spPr>
      </p:sp>
      <p:sp>
        <p:nvSpPr>
          <p:cNvPr id="541" name="lumia-token-stream-curve">
            <a:extLst>
              <a:ext uri="{FF2B5EF4-FFF2-40B4-BE49-F238E27FC236}">
                <a16:creationId xmlns:a16="http://schemas.microsoft.com/office/drawing/2014/main" id="{A85AE202-7181-45B5-A285-CD1975B9AC38}"/>
              </a:ext>
            </a:extLst>
          </p:cNvPr>
          <p:cNvSpPr>
            <a:spLocks noGrp="1"/>
          </p:cNvSpPr>
          <p:nvPr/>
        </p:nvSpPr>
        <p:spPr>
          <a:xfrm>
            <a:off x="8219991" y="5272058"/>
            <a:ext cx="297259" cy="125386"/>
          </a:xfrm>
          <a:custGeom>
            <a:avLst/>
            <a:gdLst/>
            <a:ahLst/>
            <a:cxnLst/>
            <a:rect l="0" t="0" r="0" b="0"/>
            <a:pathLst>
              <a:path w="297259" h="125386">
                <a:moveTo>
                  <a:pt x="0" y="125386"/>
                </a:moveTo>
                <a:lnTo>
                  <a:pt x="297259" y="0"/>
                </a:lnTo>
              </a:path>
            </a:pathLst>
          </a:custGeom>
          <a:noFill/>
          <a:ln w="8841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542" name="lumia-token-stream-curve">
            <a:extLst>
              <a:ext uri="{FF2B5EF4-FFF2-40B4-BE49-F238E27FC236}">
                <a16:creationId xmlns:a16="http://schemas.microsoft.com/office/drawing/2014/main" id="{1798E915-98BB-4659-805F-6A1B9C1F0E18}"/>
              </a:ext>
            </a:extLst>
          </p:cNvPr>
          <p:cNvSpPr>
            <a:spLocks noGrp="1"/>
          </p:cNvSpPr>
          <p:nvPr/>
        </p:nvSpPr>
        <p:spPr>
          <a:xfrm>
            <a:off x="8517250" y="5137833"/>
            <a:ext cx="299025" cy="134225"/>
          </a:xfrm>
          <a:custGeom>
            <a:avLst/>
            <a:gdLst/>
            <a:ahLst/>
            <a:cxnLst/>
            <a:rect l="0" t="0" r="0" b="0"/>
            <a:pathLst>
              <a:path w="299025" h="134225">
                <a:moveTo>
                  <a:pt x="0" y="134225"/>
                </a:moveTo>
                <a:lnTo>
                  <a:pt x="299025" y="0"/>
                </a:lnTo>
              </a:path>
            </a:pathLst>
          </a:custGeom>
          <a:noFill/>
          <a:ln w="9029">
            <a:solidFill>
              <a:srgbClr val="F7BC07">
                <a:alpha val="17000"/>
              </a:srgbClr>
            </a:solidFill>
            <a:prstDash val="solid"/>
          </a:ln>
        </p:spPr>
      </p:sp>
      <p:sp>
        <p:nvSpPr>
          <p:cNvPr id="543" name="lumia-token-stream-curve">
            <a:extLst>
              <a:ext uri="{FF2B5EF4-FFF2-40B4-BE49-F238E27FC236}">
                <a16:creationId xmlns:a16="http://schemas.microsoft.com/office/drawing/2014/main" id="{D2CFF182-4017-44AA-9D37-2641155874B7}"/>
              </a:ext>
            </a:extLst>
          </p:cNvPr>
          <p:cNvSpPr>
            <a:spLocks noGrp="1"/>
          </p:cNvSpPr>
          <p:nvPr/>
        </p:nvSpPr>
        <p:spPr>
          <a:xfrm>
            <a:off x="8816275" y="5000627"/>
            <a:ext cx="300686" cy="137206"/>
          </a:xfrm>
          <a:custGeom>
            <a:avLst/>
            <a:gdLst/>
            <a:ahLst/>
            <a:cxnLst/>
            <a:rect l="0" t="0" r="0" b="0"/>
            <a:pathLst>
              <a:path w="300686" h="137206">
                <a:moveTo>
                  <a:pt x="0" y="137206"/>
                </a:moveTo>
                <a:lnTo>
                  <a:pt x="300686" y="0"/>
                </a:lnTo>
              </a:path>
            </a:pathLst>
          </a:custGeom>
          <a:noFill/>
          <a:ln w="9210">
            <a:solidFill>
              <a:srgbClr val="E5BA0E">
                <a:alpha val="17000"/>
              </a:srgbClr>
            </a:solidFill>
            <a:prstDash val="solid"/>
          </a:ln>
        </p:spPr>
      </p:sp>
      <p:sp>
        <p:nvSpPr>
          <p:cNvPr id="544" name="lumia-token-stream-curve">
            <a:extLst>
              <a:ext uri="{FF2B5EF4-FFF2-40B4-BE49-F238E27FC236}">
                <a16:creationId xmlns:a16="http://schemas.microsoft.com/office/drawing/2014/main" id="{2292A9EE-F7D0-4265-8F53-5F029DA14C21}"/>
              </a:ext>
            </a:extLst>
          </p:cNvPr>
          <p:cNvSpPr>
            <a:spLocks noGrp="1"/>
          </p:cNvSpPr>
          <p:nvPr/>
        </p:nvSpPr>
        <p:spPr>
          <a:xfrm>
            <a:off x="9116961" y="4866227"/>
            <a:ext cx="302241" cy="134400"/>
          </a:xfrm>
          <a:custGeom>
            <a:avLst/>
            <a:gdLst/>
            <a:ahLst/>
            <a:cxnLst/>
            <a:rect l="0" t="0" r="0" b="0"/>
            <a:pathLst>
              <a:path w="302241" h="134400">
                <a:moveTo>
                  <a:pt x="0" y="134400"/>
                </a:moveTo>
                <a:lnTo>
                  <a:pt x="302241" y="0"/>
                </a:lnTo>
              </a:path>
            </a:pathLst>
          </a:custGeom>
          <a:noFill/>
          <a:ln w="9383">
            <a:solidFill>
              <a:srgbClr val="D3B815">
                <a:alpha val="18000"/>
              </a:srgbClr>
            </a:solidFill>
            <a:prstDash val="solid"/>
          </a:ln>
        </p:spPr>
      </p:sp>
      <p:sp>
        <p:nvSpPr>
          <p:cNvPr id="545" name="lumia-token-stream-curve">
            <a:extLst>
              <a:ext uri="{FF2B5EF4-FFF2-40B4-BE49-F238E27FC236}">
                <a16:creationId xmlns:a16="http://schemas.microsoft.com/office/drawing/2014/main" id="{E1C8376A-5F0D-47F8-8010-F1A02AD42D30}"/>
              </a:ext>
            </a:extLst>
          </p:cNvPr>
          <p:cNvSpPr>
            <a:spLocks noGrp="1"/>
          </p:cNvSpPr>
          <p:nvPr/>
        </p:nvSpPr>
        <p:spPr>
          <a:xfrm>
            <a:off x="9419202" y="4739486"/>
            <a:ext cx="303691" cy="126742"/>
          </a:xfrm>
          <a:custGeom>
            <a:avLst/>
            <a:gdLst/>
            <a:ahLst/>
            <a:cxnLst/>
            <a:rect l="0" t="0" r="0" b="0"/>
            <a:pathLst>
              <a:path w="303691" h="126742">
                <a:moveTo>
                  <a:pt x="0" y="126742"/>
                </a:moveTo>
                <a:lnTo>
                  <a:pt x="303691" y="0"/>
                </a:lnTo>
              </a:path>
            </a:pathLst>
          </a:custGeom>
          <a:noFill/>
          <a:ln w="9546">
            <a:solidFill>
              <a:srgbClr val="C2B61C">
                <a:alpha val="18000"/>
              </a:srgbClr>
            </a:solidFill>
            <a:prstDash val="solid"/>
          </a:ln>
        </p:spPr>
      </p:sp>
      <p:sp>
        <p:nvSpPr>
          <p:cNvPr id="546" name="lumia-token-stream-curve">
            <a:extLst>
              <a:ext uri="{FF2B5EF4-FFF2-40B4-BE49-F238E27FC236}">
                <a16:creationId xmlns:a16="http://schemas.microsoft.com/office/drawing/2014/main" id="{473CD54E-9B4B-4B11-A0BA-C1E09471F060}"/>
              </a:ext>
            </a:extLst>
          </p:cNvPr>
          <p:cNvSpPr>
            <a:spLocks noGrp="1"/>
          </p:cNvSpPr>
          <p:nvPr/>
        </p:nvSpPr>
        <p:spPr>
          <a:xfrm>
            <a:off x="9722894" y="4623561"/>
            <a:ext cx="305036" cy="115925"/>
          </a:xfrm>
          <a:custGeom>
            <a:avLst/>
            <a:gdLst/>
            <a:ahLst/>
            <a:cxnLst/>
            <a:rect l="0" t="0" r="0" b="0"/>
            <a:pathLst>
              <a:path w="305036" h="115925">
                <a:moveTo>
                  <a:pt x="0" y="115925"/>
                </a:moveTo>
                <a:lnTo>
                  <a:pt x="305036" y="0"/>
                </a:lnTo>
              </a:path>
            </a:pathLst>
          </a:custGeom>
          <a:noFill/>
          <a:ln w="9696">
            <a:solidFill>
              <a:srgbClr val="B0B422">
                <a:alpha val="18000"/>
              </a:srgbClr>
            </a:solidFill>
            <a:prstDash val="solid"/>
          </a:ln>
        </p:spPr>
      </p:sp>
      <p:sp>
        <p:nvSpPr>
          <p:cNvPr id="547" name="lumia-token-stream-curve">
            <a:extLst>
              <a:ext uri="{FF2B5EF4-FFF2-40B4-BE49-F238E27FC236}">
                <a16:creationId xmlns:a16="http://schemas.microsoft.com/office/drawing/2014/main" id="{A8FE5EC2-C8B2-4B8D-8EE3-D0AB0C0B569D}"/>
              </a:ext>
            </a:extLst>
          </p:cNvPr>
          <p:cNvSpPr>
            <a:spLocks noGrp="1"/>
          </p:cNvSpPr>
          <p:nvPr/>
        </p:nvSpPr>
        <p:spPr>
          <a:xfrm>
            <a:off x="10027930" y="4519385"/>
            <a:ext cx="306276" cy="104175"/>
          </a:xfrm>
          <a:custGeom>
            <a:avLst/>
            <a:gdLst/>
            <a:ahLst/>
            <a:cxnLst/>
            <a:rect l="0" t="0" r="0" b="0"/>
            <a:pathLst>
              <a:path w="306276" h="104175">
                <a:moveTo>
                  <a:pt x="0" y="104175"/>
                </a:moveTo>
                <a:lnTo>
                  <a:pt x="306276" y="0"/>
                </a:lnTo>
              </a:path>
            </a:pathLst>
          </a:custGeom>
          <a:noFill/>
          <a:ln w="9832">
            <a:solidFill>
              <a:srgbClr val="9EB329">
                <a:alpha val="18000"/>
              </a:srgbClr>
            </a:solidFill>
            <a:prstDash val="solid"/>
          </a:ln>
        </p:spPr>
      </p:sp>
      <p:sp>
        <p:nvSpPr>
          <p:cNvPr id="548" name="lumia-token-stream-curve">
            <a:extLst>
              <a:ext uri="{FF2B5EF4-FFF2-40B4-BE49-F238E27FC236}">
                <a16:creationId xmlns:a16="http://schemas.microsoft.com/office/drawing/2014/main" id="{9BFE8DD2-9FE2-4D4D-B160-3FFD16391005}"/>
              </a:ext>
            </a:extLst>
          </p:cNvPr>
          <p:cNvSpPr>
            <a:spLocks noGrp="1"/>
          </p:cNvSpPr>
          <p:nvPr/>
        </p:nvSpPr>
        <p:spPr>
          <a:xfrm>
            <a:off x="10334206" y="4425461"/>
            <a:ext cx="307410" cy="93924"/>
          </a:xfrm>
          <a:custGeom>
            <a:avLst/>
            <a:gdLst/>
            <a:ahLst/>
            <a:cxnLst/>
            <a:rect l="0" t="0" r="0" b="0"/>
            <a:pathLst>
              <a:path w="307410" h="93924">
                <a:moveTo>
                  <a:pt x="0" y="93924"/>
                </a:moveTo>
                <a:lnTo>
                  <a:pt x="307410" y="0"/>
                </a:lnTo>
              </a:path>
            </a:pathLst>
          </a:custGeom>
          <a:noFill/>
          <a:ln w="9952">
            <a:solidFill>
              <a:srgbClr val="8CB130">
                <a:alpha val="19000"/>
              </a:srgbClr>
            </a:solidFill>
            <a:prstDash val="solid"/>
          </a:ln>
        </p:spPr>
      </p:sp>
      <p:sp>
        <p:nvSpPr>
          <p:cNvPr id="549" name="lumia-token-stream-curve">
            <a:extLst>
              <a:ext uri="{FF2B5EF4-FFF2-40B4-BE49-F238E27FC236}">
                <a16:creationId xmlns:a16="http://schemas.microsoft.com/office/drawing/2014/main" id="{21723DA9-FDCB-4367-A7F5-9D0CFC4D2A23}"/>
              </a:ext>
            </a:extLst>
          </p:cNvPr>
          <p:cNvSpPr>
            <a:spLocks noGrp="1"/>
          </p:cNvSpPr>
          <p:nvPr/>
        </p:nvSpPr>
        <p:spPr>
          <a:xfrm>
            <a:off x="10641616" y="4338015"/>
            <a:ext cx="308440" cy="87446"/>
          </a:xfrm>
          <a:custGeom>
            <a:avLst/>
            <a:gdLst/>
            <a:ahLst/>
            <a:cxnLst/>
            <a:rect l="0" t="0" r="0" b="0"/>
            <a:pathLst>
              <a:path w="308440" h="87446">
                <a:moveTo>
                  <a:pt x="0" y="87446"/>
                </a:moveTo>
                <a:lnTo>
                  <a:pt x="308440" y="0"/>
                </a:lnTo>
              </a:path>
            </a:pathLst>
          </a:custGeom>
          <a:noFill/>
          <a:ln w="10055">
            <a:solidFill>
              <a:srgbClr val="7BAF37">
                <a:alpha val="19000"/>
              </a:srgbClr>
            </a:solidFill>
            <a:prstDash val="solid"/>
          </a:ln>
        </p:spPr>
      </p:sp>
      <p:sp>
        <p:nvSpPr>
          <p:cNvPr id="550" name="lumia-token-stream-curve">
            <a:extLst>
              <a:ext uri="{FF2B5EF4-FFF2-40B4-BE49-F238E27FC236}">
                <a16:creationId xmlns:a16="http://schemas.microsoft.com/office/drawing/2014/main" id="{C19DEB7E-58EE-4C8F-94DB-6BED1AE5CB82}"/>
              </a:ext>
            </a:extLst>
          </p:cNvPr>
          <p:cNvSpPr>
            <a:spLocks noGrp="1"/>
          </p:cNvSpPr>
          <p:nvPr/>
        </p:nvSpPr>
        <p:spPr>
          <a:xfrm>
            <a:off x="10950056" y="4251524"/>
            <a:ext cx="309363" cy="86492"/>
          </a:xfrm>
          <a:custGeom>
            <a:avLst/>
            <a:gdLst/>
            <a:ahLst/>
            <a:cxnLst/>
            <a:rect l="0" t="0" r="0" b="0"/>
            <a:pathLst>
              <a:path w="309363" h="86492">
                <a:moveTo>
                  <a:pt x="0" y="86492"/>
                </a:moveTo>
                <a:lnTo>
                  <a:pt x="309363" y="0"/>
                </a:lnTo>
              </a:path>
            </a:pathLst>
          </a:custGeom>
          <a:noFill/>
          <a:ln w="10138">
            <a:solidFill>
              <a:srgbClr val="69AD3E">
                <a:alpha val="19000"/>
              </a:srgbClr>
            </a:solidFill>
            <a:prstDash val="solid"/>
          </a:ln>
        </p:spPr>
      </p:sp>
      <p:sp>
        <p:nvSpPr>
          <p:cNvPr id="551" name="lumia-token-stream-curve">
            <a:extLst>
              <a:ext uri="{FF2B5EF4-FFF2-40B4-BE49-F238E27FC236}">
                <a16:creationId xmlns:a16="http://schemas.microsoft.com/office/drawing/2014/main" id="{D83CBDE9-698C-4F4D-ABD7-E009521A9D85}"/>
              </a:ext>
            </a:extLst>
          </p:cNvPr>
          <p:cNvSpPr>
            <a:spLocks noGrp="1"/>
          </p:cNvSpPr>
          <p:nvPr/>
        </p:nvSpPr>
        <p:spPr>
          <a:xfrm>
            <a:off x="11259419" y="4159519"/>
            <a:ext cx="310182" cy="92005"/>
          </a:xfrm>
          <a:custGeom>
            <a:avLst/>
            <a:gdLst/>
            <a:ahLst/>
            <a:cxnLst/>
            <a:rect l="0" t="0" r="0" b="0"/>
            <a:pathLst>
              <a:path w="310182" h="92005">
                <a:moveTo>
                  <a:pt x="0" y="92005"/>
                </a:moveTo>
                <a:lnTo>
                  <a:pt x="310182" y="0"/>
                </a:lnTo>
              </a:path>
            </a:pathLst>
          </a:custGeom>
          <a:noFill/>
          <a:ln w="10199">
            <a:solidFill>
              <a:srgbClr val="57AC45">
                <a:alpha val="19000"/>
              </a:srgbClr>
            </a:solidFill>
            <a:prstDash val="solid"/>
          </a:ln>
        </p:spPr>
      </p:sp>
      <p:sp>
        <p:nvSpPr>
          <p:cNvPr id="552" name="lumia-token-stream-curve">
            <a:extLst>
              <a:ext uri="{FF2B5EF4-FFF2-40B4-BE49-F238E27FC236}">
                <a16:creationId xmlns:a16="http://schemas.microsoft.com/office/drawing/2014/main" id="{BCE8995A-BFC4-4E0C-AF61-725FDC0EC516}"/>
              </a:ext>
            </a:extLst>
          </p:cNvPr>
          <p:cNvSpPr>
            <a:spLocks noGrp="1"/>
          </p:cNvSpPr>
          <p:nvPr/>
        </p:nvSpPr>
        <p:spPr>
          <a:xfrm>
            <a:off x="11569601" y="4055568"/>
            <a:ext cx="310895" cy="103951"/>
          </a:xfrm>
          <a:custGeom>
            <a:avLst/>
            <a:gdLst/>
            <a:ahLst/>
            <a:cxnLst/>
            <a:rect l="0" t="0" r="0" b="0"/>
            <a:pathLst>
              <a:path w="310895" h="103951">
                <a:moveTo>
                  <a:pt x="0" y="103951"/>
                </a:moveTo>
                <a:lnTo>
                  <a:pt x="310895" y="0"/>
                </a:lnTo>
              </a:path>
            </a:pathLst>
          </a:custGeom>
          <a:noFill/>
          <a:ln w="10238">
            <a:solidFill>
              <a:srgbClr val="46AA4C">
                <a:alpha val="19000"/>
              </a:srgbClr>
            </a:solidFill>
            <a:prstDash val="solid"/>
          </a:ln>
        </p:spPr>
      </p:sp>
      <p:sp>
        <p:nvSpPr>
          <p:cNvPr id="553" name="lumia-token-stream-curve">
            <a:extLst>
              <a:ext uri="{FF2B5EF4-FFF2-40B4-BE49-F238E27FC236}">
                <a16:creationId xmlns:a16="http://schemas.microsoft.com/office/drawing/2014/main" id="{49E21172-94DD-40B0-B14E-8A801E8711AF}"/>
              </a:ext>
            </a:extLst>
          </p:cNvPr>
          <p:cNvSpPr>
            <a:spLocks noGrp="1"/>
          </p:cNvSpPr>
          <p:nvPr/>
        </p:nvSpPr>
        <p:spPr>
          <a:xfrm>
            <a:off x="11880497" y="3934268"/>
            <a:ext cx="311503" cy="121300"/>
          </a:xfrm>
          <a:custGeom>
            <a:avLst/>
            <a:gdLst/>
            <a:ahLst/>
            <a:cxnLst/>
            <a:rect l="0" t="0" r="0" b="0"/>
            <a:pathLst>
              <a:path w="311503" h="121300">
                <a:moveTo>
                  <a:pt x="0" y="121300"/>
                </a:moveTo>
                <a:lnTo>
                  <a:pt x="311503" y="0"/>
                </a:lnTo>
              </a:path>
            </a:pathLst>
          </a:custGeom>
          <a:noFill/>
          <a:ln w="10251">
            <a:solidFill>
              <a:srgbClr val="34A853">
                <a:alpha val="19000"/>
              </a:srgbClr>
            </a:solidFill>
            <a:prstDash val="solid"/>
          </a:ln>
        </p:spPr>
      </p:sp>
      <p:sp>
        <p:nvSpPr>
          <p:cNvPr id="554" name="lumia-token-stream-curve">
            <a:extLst>
              <a:ext uri="{FF2B5EF4-FFF2-40B4-BE49-F238E27FC236}">
                <a16:creationId xmlns:a16="http://schemas.microsoft.com/office/drawing/2014/main" id="{B2464546-4818-47BA-9FD6-0015CBE972A5}"/>
              </a:ext>
            </a:extLst>
          </p:cNvPr>
          <p:cNvSpPr>
            <a:spLocks noGrp="1"/>
          </p:cNvSpPr>
          <p:nvPr/>
        </p:nvSpPr>
        <p:spPr>
          <a:xfrm>
            <a:off x="0" y="5601618"/>
            <a:ext cx="48537" cy="83637"/>
          </a:xfrm>
          <a:custGeom>
            <a:avLst/>
            <a:gdLst/>
            <a:ahLst/>
            <a:cxnLst/>
            <a:rect l="0" t="0" r="0" b="0"/>
            <a:pathLst>
              <a:path w="48537" h="83637">
                <a:moveTo>
                  <a:pt x="0" y="0"/>
                </a:moveTo>
                <a:lnTo>
                  <a:pt x="48537" y="83637"/>
                </a:lnTo>
              </a:path>
            </a:pathLst>
          </a:custGeom>
          <a:noFill/>
          <a:ln w="6678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555" name="lumia-token-stream-curve">
            <a:extLst>
              <a:ext uri="{FF2B5EF4-FFF2-40B4-BE49-F238E27FC236}">
                <a16:creationId xmlns:a16="http://schemas.microsoft.com/office/drawing/2014/main" id="{A3F5A7CD-1B78-4465-B9B7-FD5BCAC9A4D5}"/>
              </a:ext>
            </a:extLst>
          </p:cNvPr>
          <p:cNvSpPr>
            <a:spLocks noGrp="1"/>
          </p:cNvSpPr>
          <p:nvPr/>
        </p:nvSpPr>
        <p:spPr>
          <a:xfrm>
            <a:off x="48537" y="5685255"/>
            <a:ext cx="195557" cy="83103"/>
          </a:xfrm>
          <a:custGeom>
            <a:avLst/>
            <a:gdLst/>
            <a:ahLst/>
            <a:cxnLst/>
            <a:rect l="0" t="0" r="0" b="0"/>
            <a:pathLst>
              <a:path w="195557" h="83103">
                <a:moveTo>
                  <a:pt x="0" y="0"/>
                </a:moveTo>
                <a:lnTo>
                  <a:pt x="195557" y="83103"/>
                </a:lnTo>
              </a:path>
            </a:pathLst>
          </a:custGeom>
          <a:noFill/>
          <a:ln w="6678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556" name="lumia-token-stream-curve">
            <a:extLst>
              <a:ext uri="{FF2B5EF4-FFF2-40B4-BE49-F238E27FC236}">
                <a16:creationId xmlns:a16="http://schemas.microsoft.com/office/drawing/2014/main" id="{7781C33F-82DD-4506-A1EA-23A3B04B27E2}"/>
              </a:ext>
            </a:extLst>
          </p:cNvPr>
          <p:cNvSpPr>
            <a:spLocks noGrp="1"/>
          </p:cNvSpPr>
          <p:nvPr/>
        </p:nvSpPr>
        <p:spPr>
          <a:xfrm>
            <a:off x="244094" y="5768359"/>
            <a:ext cx="200545" cy="81135"/>
          </a:xfrm>
          <a:custGeom>
            <a:avLst/>
            <a:gdLst/>
            <a:ahLst/>
            <a:cxnLst/>
            <a:rect l="0" t="0" r="0" b="0"/>
            <a:pathLst>
              <a:path w="200545" h="81135">
                <a:moveTo>
                  <a:pt x="0" y="0"/>
                </a:moveTo>
                <a:lnTo>
                  <a:pt x="200545" y="81135"/>
                </a:lnTo>
              </a:path>
            </a:pathLst>
          </a:custGeom>
          <a:noFill/>
          <a:ln w="6678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557" name="lumia-token-stream-curve">
            <a:extLst>
              <a:ext uri="{FF2B5EF4-FFF2-40B4-BE49-F238E27FC236}">
                <a16:creationId xmlns:a16="http://schemas.microsoft.com/office/drawing/2014/main" id="{3F6C03CE-3A48-4B6F-A2C7-58FB411F5AF2}"/>
              </a:ext>
            </a:extLst>
          </p:cNvPr>
          <p:cNvSpPr>
            <a:spLocks noGrp="1"/>
          </p:cNvSpPr>
          <p:nvPr/>
        </p:nvSpPr>
        <p:spPr>
          <a:xfrm>
            <a:off x="444639" y="5849493"/>
            <a:ext cx="205421" cy="77355"/>
          </a:xfrm>
          <a:custGeom>
            <a:avLst/>
            <a:gdLst/>
            <a:ahLst/>
            <a:cxnLst/>
            <a:rect l="0" t="0" r="0" b="0"/>
            <a:pathLst>
              <a:path w="205421" h="77355">
                <a:moveTo>
                  <a:pt x="0" y="0"/>
                </a:moveTo>
                <a:lnTo>
                  <a:pt x="205421" y="77355"/>
                </a:lnTo>
              </a:path>
            </a:pathLst>
          </a:custGeom>
          <a:noFill/>
          <a:ln w="6678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558" name="lumia-token-stream-curve">
            <a:extLst>
              <a:ext uri="{FF2B5EF4-FFF2-40B4-BE49-F238E27FC236}">
                <a16:creationId xmlns:a16="http://schemas.microsoft.com/office/drawing/2014/main" id="{41B259FD-C7D8-4324-B460-5D215592A97F}"/>
              </a:ext>
            </a:extLst>
          </p:cNvPr>
          <p:cNvSpPr>
            <a:spLocks noGrp="1"/>
          </p:cNvSpPr>
          <p:nvPr/>
        </p:nvSpPr>
        <p:spPr>
          <a:xfrm>
            <a:off x="650060" y="5926849"/>
            <a:ext cx="210185" cy="71487"/>
          </a:xfrm>
          <a:custGeom>
            <a:avLst/>
            <a:gdLst/>
            <a:ahLst/>
            <a:cxnLst/>
            <a:rect l="0" t="0" r="0" b="0"/>
            <a:pathLst>
              <a:path w="210185" h="71487">
                <a:moveTo>
                  <a:pt x="0" y="0"/>
                </a:moveTo>
                <a:lnTo>
                  <a:pt x="210185" y="71487"/>
                </a:lnTo>
              </a:path>
            </a:pathLst>
          </a:custGeom>
          <a:noFill/>
          <a:ln w="6678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559" name="lumia-token-stream-curve">
            <a:extLst>
              <a:ext uri="{FF2B5EF4-FFF2-40B4-BE49-F238E27FC236}">
                <a16:creationId xmlns:a16="http://schemas.microsoft.com/office/drawing/2014/main" id="{9D289CB0-5B8E-47CC-9BD1-B13955DD0049}"/>
              </a:ext>
            </a:extLst>
          </p:cNvPr>
          <p:cNvSpPr>
            <a:spLocks noGrp="1"/>
          </p:cNvSpPr>
          <p:nvPr/>
        </p:nvSpPr>
        <p:spPr>
          <a:xfrm>
            <a:off x="860245" y="5998335"/>
            <a:ext cx="214836" cy="63395"/>
          </a:xfrm>
          <a:custGeom>
            <a:avLst/>
            <a:gdLst/>
            <a:ahLst/>
            <a:cxnLst/>
            <a:rect l="0" t="0" r="0" b="0"/>
            <a:pathLst>
              <a:path w="214836" h="63395">
                <a:moveTo>
                  <a:pt x="0" y="0"/>
                </a:moveTo>
                <a:lnTo>
                  <a:pt x="214836" y="63395"/>
                </a:lnTo>
              </a:path>
            </a:pathLst>
          </a:custGeom>
          <a:noFill/>
          <a:ln w="6678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560" name="lumia-token-stream-curve">
            <a:extLst>
              <a:ext uri="{FF2B5EF4-FFF2-40B4-BE49-F238E27FC236}">
                <a16:creationId xmlns:a16="http://schemas.microsoft.com/office/drawing/2014/main" id="{9CB175C1-56BF-42EF-8F6B-D187552D7B14}"/>
              </a:ext>
            </a:extLst>
          </p:cNvPr>
          <p:cNvSpPr>
            <a:spLocks noGrp="1"/>
          </p:cNvSpPr>
          <p:nvPr/>
        </p:nvSpPr>
        <p:spPr>
          <a:xfrm>
            <a:off x="1075080" y="6061730"/>
            <a:ext cx="219374" cy="53128"/>
          </a:xfrm>
          <a:custGeom>
            <a:avLst/>
            <a:gdLst/>
            <a:ahLst/>
            <a:cxnLst/>
            <a:rect l="0" t="0" r="0" b="0"/>
            <a:pathLst>
              <a:path w="219374" h="53128">
                <a:moveTo>
                  <a:pt x="0" y="0"/>
                </a:moveTo>
                <a:lnTo>
                  <a:pt x="219374" y="53128"/>
                </a:lnTo>
              </a:path>
            </a:pathLst>
          </a:custGeom>
          <a:noFill/>
          <a:ln w="6678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561" name="lumia-token-stream-curve">
            <a:extLst>
              <a:ext uri="{FF2B5EF4-FFF2-40B4-BE49-F238E27FC236}">
                <a16:creationId xmlns:a16="http://schemas.microsoft.com/office/drawing/2014/main" id="{36342408-4CE7-49F0-B6B1-610B031D4CA5}"/>
              </a:ext>
            </a:extLst>
          </p:cNvPr>
          <p:cNvSpPr>
            <a:spLocks noGrp="1"/>
          </p:cNvSpPr>
          <p:nvPr/>
        </p:nvSpPr>
        <p:spPr>
          <a:xfrm>
            <a:off x="1294455" y="6114859"/>
            <a:ext cx="223801" cy="40947"/>
          </a:xfrm>
          <a:custGeom>
            <a:avLst/>
            <a:gdLst/>
            <a:ahLst/>
            <a:cxnLst/>
            <a:rect l="0" t="0" r="0" b="0"/>
            <a:pathLst>
              <a:path w="223801" h="40947">
                <a:moveTo>
                  <a:pt x="0" y="0"/>
                </a:moveTo>
                <a:lnTo>
                  <a:pt x="223801" y="40947"/>
                </a:lnTo>
              </a:path>
            </a:pathLst>
          </a:custGeom>
          <a:noFill/>
          <a:ln w="6678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562" name="lumia-token-stream-curve">
            <a:extLst>
              <a:ext uri="{FF2B5EF4-FFF2-40B4-BE49-F238E27FC236}">
                <a16:creationId xmlns:a16="http://schemas.microsoft.com/office/drawing/2014/main" id="{7BA1243C-7D38-4073-BF8D-AEACF98B25EB}"/>
              </a:ext>
            </a:extLst>
          </p:cNvPr>
          <p:cNvSpPr>
            <a:spLocks noGrp="1"/>
          </p:cNvSpPr>
          <p:nvPr/>
        </p:nvSpPr>
        <p:spPr>
          <a:xfrm>
            <a:off x="1518255" y="6155806"/>
            <a:ext cx="228115" cy="27330"/>
          </a:xfrm>
          <a:custGeom>
            <a:avLst/>
            <a:gdLst/>
            <a:ahLst/>
            <a:cxnLst/>
            <a:rect l="0" t="0" r="0" b="0"/>
            <a:pathLst>
              <a:path w="228115" h="27330">
                <a:moveTo>
                  <a:pt x="0" y="0"/>
                </a:moveTo>
                <a:lnTo>
                  <a:pt x="228115" y="27330"/>
                </a:lnTo>
              </a:path>
            </a:pathLst>
          </a:custGeom>
          <a:noFill/>
          <a:ln w="6678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563" name="lumia-token-stream-curve">
            <a:extLst>
              <a:ext uri="{FF2B5EF4-FFF2-40B4-BE49-F238E27FC236}">
                <a16:creationId xmlns:a16="http://schemas.microsoft.com/office/drawing/2014/main" id="{312A3582-3F2F-466D-A3FF-CE1A57A9A761}"/>
              </a:ext>
            </a:extLst>
          </p:cNvPr>
          <p:cNvSpPr>
            <a:spLocks noGrp="1"/>
          </p:cNvSpPr>
          <p:nvPr/>
        </p:nvSpPr>
        <p:spPr>
          <a:xfrm>
            <a:off x="1746370" y="6183135"/>
            <a:ext cx="232316" cy="12960"/>
          </a:xfrm>
          <a:custGeom>
            <a:avLst/>
            <a:gdLst/>
            <a:ahLst/>
            <a:cxnLst/>
            <a:rect l="0" t="0" r="0" b="0"/>
            <a:pathLst>
              <a:path w="232316" h="12960">
                <a:moveTo>
                  <a:pt x="0" y="0"/>
                </a:moveTo>
                <a:lnTo>
                  <a:pt x="232316" y="12960"/>
                </a:lnTo>
              </a:path>
            </a:pathLst>
          </a:custGeom>
          <a:noFill/>
          <a:ln w="6678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564" name="lumia-token-stream-curve">
            <a:extLst>
              <a:ext uri="{FF2B5EF4-FFF2-40B4-BE49-F238E27FC236}">
                <a16:creationId xmlns:a16="http://schemas.microsoft.com/office/drawing/2014/main" id="{CE184ACF-CDEF-4813-9CD1-1DE5CBF45036}"/>
              </a:ext>
            </a:extLst>
          </p:cNvPr>
          <p:cNvSpPr>
            <a:spLocks noGrp="1"/>
          </p:cNvSpPr>
          <p:nvPr/>
        </p:nvSpPr>
        <p:spPr>
          <a:xfrm>
            <a:off x="1978686" y="6194780"/>
            <a:ext cx="236405" cy="9525"/>
          </a:xfrm>
          <a:custGeom>
            <a:avLst/>
            <a:gdLst/>
            <a:ahLst/>
            <a:cxnLst/>
            <a:rect l="0" t="0" r="0" b="0"/>
            <a:pathLst>
              <a:path w="236405" h="9525">
                <a:moveTo>
                  <a:pt x="0" y="1316"/>
                </a:moveTo>
                <a:lnTo>
                  <a:pt x="236405" y="0"/>
                </a:lnTo>
              </a:path>
            </a:pathLst>
          </a:custGeom>
          <a:noFill/>
          <a:ln w="6678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565" name="lumia-token-stream-curve">
            <a:extLst>
              <a:ext uri="{FF2B5EF4-FFF2-40B4-BE49-F238E27FC236}">
                <a16:creationId xmlns:a16="http://schemas.microsoft.com/office/drawing/2014/main" id="{86D1C292-D5EB-411E-9B51-53FD65DF3ED1}"/>
              </a:ext>
            </a:extLst>
          </p:cNvPr>
          <p:cNvSpPr>
            <a:spLocks noGrp="1"/>
          </p:cNvSpPr>
          <p:nvPr/>
        </p:nvSpPr>
        <p:spPr>
          <a:xfrm>
            <a:off x="2215091" y="6180223"/>
            <a:ext cx="240382" cy="14557"/>
          </a:xfrm>
          <a:custGeom>
            <a:avLst/>
            <a:gdLst/>
            <a:ahLst/>
            <a:cxnLst/>
            <a:rect l="0" t="0" r="0" b="0"/>
            <a:pathLst>
              <a:path w="240382" h="14557">
                <a:moveTo>
                  <a:pt x="0" y="14557"/>
                </a:moveTo>
                <a:lnTo>
                  <a:pt x="240382" y="0"/>
                </a:lnTo>
              </a:path>
            </a:pathLst>
          </a:custGeom>
          <a:noFill/>
          <a:ln w="6678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566" name="lumia-token-stream-curve">
            <a:extLst>
              <a:ext uri="{FF2B5EF4-FFF2-40B4-BE49-F238E27FC236}">
                <a16:creationId xmlns:a16="http://schemas.microsoft.com/office/drawing/2014/main" id="{9EAE6300-3C1B-44C3-8BB2-51CC063756C7}"/>
              </a:ext>
            </a:extLst>
          </p:cNvPr>
          <p:cNvSpPr>
            <a:spLocks noGrp="1"/>
          </p:cNvSpPr>
          <p:nvPr/>
        </p:nvSpPr>
        <p:spPr>
          <a:xfrm>
            <a:off x="2455473" y="6154401"/>
            <a:ext cx="244246" cy="25822"/>
          </a:xfrm>
          <a:custGeom>
            <a:avLst/>
            <a:gdLst/>
            <a:ahLst/>
            <a:cxnLst/>
            <a:rect l="0" t="0" r="0" b="0"/>
            <a:pathLst>
              <a:path w="244246" h="25822">
                <a:moveTo>
                  <a:pt x="0" y="25822"/>
                </a:moveTo>
                <a:lnTo>
                  <a:pt x="244246" y="0"/>
                </a:lnTo>
              </a:path>
            </a:pathLst>
          </a:custGeom>
          <a:noFill/>
          <a:ln w="6678">
            <a:solidFill>
              <a:srgbClr val="623C8F">
                <a:alpha val="9000"/>
              </a:srgbClr>
            </a:solidFill>
            <a:prstDash val="solid"/>
          </a:ln>
        </p:spPr>
      </p:sp>
      <p:sp>
        <p:nvSpPr>
          <p:cNvPr id="567" name="lumia-token-stream-curve">
            <a:extLst>
              <a:ext uri="{FF2B5EF4-FFF2-40B4-BE49-F238E27FC236}">
                <a16:creationId xmlns:a16="http://schemas.microsoft.com/office/drawing/2014/main" id="{F9212EAD-5973-40CF-91BB-F72753E88AF2}"/>
              </a:ext>
            </a:extLst>
          </p:cNvPr>
          <p:cNvSpPr>
            <a:spLocks noGrp="1"/>
          </p:cNvSpPr>
          <p:nvPr/>
        </p:nvSpPr>
        <p:spPr>
          <a:xfrm>
            <a:off x="2699720" y="6120127"/>
            <a:ext cx="247998" cy="34274"/>
          </a:xfrm>
          <a:custGeom>
            <a:avLst/>
            <a:gdLst/>
            <a:ahLst/>
            <a:cxnLst/>
            <a:rect l="0" t="0" r="0" b="0"/>
            <a:pathLst>
              <a:path w="247998" h="34274">
                <a:moveTo>
                  <a:pt x="0" y="34274"/>
                </a:moveTo>
                <a:lnTo>
                  <a:pt x="247998" y="0"/>
                </a:lnTo>
              </a:path>
            </a:pathLst>
          </a:custGeom>
          <a:noFill/>
          <a:ln w="6678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568" name="lumia-token-stream-curve">
            <a:extLst>
              <a:ext uri="{FF2B5EF4-FFF2-40B4-BE49-F238E27FC236}">
                <a16:creationId xmlns:a16="http://schemas.microsoft.com/office/drawing/2014/main" id="{81069B98-E439-43D4-80E2-22958ABC1F3E}"/>
              </a:ext>
            </a:extLst>
          </p:cNvPr>
          <p:cNvSpPr>
            <a:spLocks noGrp="1"/>
          </p:cNvSpPr>
          <p:nvPr/>
        </p:nvSpPr>
        <p:spPr>
          <a:xfrm>
            <a:off x="2947718" y="6080832"/>
            <a:ext cx="251638" cy="39295"/>
          </a:xfrm>
          <a:custGeom>
            <a:avLst/>
            <a:gdLst/>
            <a:ahLst/>
            <a:cxnLst/>
            <a:rect l="0" t="0" r="0" b="0"/>
            <a:pathLst>
              <a:path w="251638" h="39295">
                <a:moveTo>
                  <a:pt x="0" y="39295"/>
                </a:moveTo>
                <a:lnTo>
                  <a:pt x="251638" y="0"/>
                </a:lnTo>
              </a:path>
            </a:pathLst>
          </a:custGeom>
          <a:noFill/>
          <a:ln w="6678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569" name="lumia-token-stream-curve">
            <a:extLst>
              <a:ext uri="{FF2B5EF4-FFF2-40B4-BE49-F238E27FC236}">
                <a16:creationId xmlns:a16="http://schemas.microsoft.com/office/drawing/2014/main" id="{38774587-F7C8-4683-9F20-A265F9EB9408}"/>
              </a:ext>
            </a:extLst>
          </p:cNvPr>
          <p:cNvSpPr>
            <a:spLocks noGrp="1"/>
          </p:cNvSpPr>
          <p:nvPr/>
        </p:nvSpPr>
        <p:spPr>
          <a:xfrm>
            <a:off x="3199355" y="6040248"/>
            <a:ext cx="255165" cy="40584"/>
          </a:xfrm>
          <a:custGeom>
            <a:avLst/>
            <a:gdLst/>
            <a:ahLst/>
            <a:cxnLst/>
            <a:rect l="0" t="0" r="0" b="0"/>
            <a:pathLst>
              <a:path w="255165" h="40584">
                <a:moveTo>
                  <a:pt x="0" y="40584"/>
                </a:moveTo>
                <a:lnTo>
                  <a:pt x="255165" y="0"/>
                </a:lnTo>
              </a:path>
            </a:pathLst>
          </a:custGeom>
          <a:noFill/>
          <a:ln w="6678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570" name="lumia-token-stream-curve">
            <a:extLst>
              <a:ext uri="{FF2B5EF4-FFF2-40B4-BE49-F238E27FC236}">
                <a16:creationId xmlns:a16="http://schemas.microsoft.com/office/drawing/2014/main" id="{0BA40E64-212E-4037-8F3D-AA44B585E748}"/>
              </a:ext>
            </a:extLst>
          </p:cNvPr>
          <p:cNvSpPr>
            <a:spLocks noGrp="1"/>
          </p:cNvSpPr>
          <p:nvPr/>
        </p:nvSpPr>
        <p:spPr>
          <a:xfrm>
            <a:off x="3454520" y="6002012"/>
            <a:ext cx="258579" cy="38237"/>
          </a:xfrm>
          <a:custGeom>
            <a:avLst/>
            <a:gdLst/>
            <a:ahLst/>
            <a:cxnLst/>
            <a:rect l="0" t="0" r="0" b="0"/>
            <a:pathLst>
              <a:path w="258579" h="38237">
                <a:moveTo>
                  <a:pt x="0" y="38237"/>
                </a:moveTo>
                <a:lnTo>
                  <a:pt x="258579" y="0"/>
                </a:lnTo>
              </a:path>
            </a:pathLst>
          </a:custGeom>
          <a:noFill/>
          <a:ln w="6678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571" name="lumia-token-stream-curve">
            <a:extLst>
              <a:ext uri="{FF2B5EF4-FFF2-40B4-BE49-F238E27FC236}">
                <a16:creationId xmlns:a16="http://schemas.microsoft.com/office/drawing/2014/main" id="{C1D0688F-ADD1-499E-99F1-BE2BDD56F824}"/>
              </a:ext>
            </a:extLst>
          </p:cNvPr>
          <p:cNvSpPr>
            <a:spLocks noGrp="1"/>
          </p:cNvSpPr>
          <p:nvPr/>
        </p:nvSpPr>
        <p:spPr>
          <a:xfrm>
            <a:off x="3713099" y="5969233"/>
            <a:ext cx="261882" cy="32778"/>
          </a:xfrm>
          <a:custGeom>
            <a:avLst/>
            <a:gdLst/>
            <a:ahLst/>
            <a:cxnLst/>
            <a:rect l="0" t="0" r="0" b="0"/>
            <a:pathLst>
              <a:path w="261882" h="32778">
                <a:moveTo>
                  <a:pt x="0" y="32778"/>
                </a:moveTo>
                <a:lnTo>
                  <a:pt x="261882" y="0"/>
                </a:lnTo>
              </a:path>
            </a:pathLst>
          </a:custGeom>
          <a:noFill/>
          <a:ln w="6699">
            <a:solidFill>
              <a:srgbClr val="A33F64">
                <a:alpha val="10000"/>
              </a:srgbClr>
            </a:solidFill>
            <a:prstDash val="solid"/>
          </a:ln>
        </p:spPr>
      </p:sp>
      <p:sp>
        <p:nvSpPr>
          <p:cNvPr id="572" name="lumia-token-stream-curve">
            <a:extLst>
              <a:ext uri="{FF2B5EF4-FFF2-40B4-BE49-F238E27FC236}">
                <a16:creationId xmlns:a16="http://schemas.microsoft.com/office/drawing/2014/main" id="{DE576012-FBA9-47E4-9177-DED23B85FF71}"/>
              </a:ext>
            </a:extLst>
          </p:cNvPr>
          <p:cNvSpPr>
            <a:spLocks noGrp="1"/>
          </p:cNvSpPr>
          <p:nvPr/>
        </p:nvSpPr>
        <p:spPr>
          <a:xfrm>
            <a:off x="3974981" y="5944083"/>
            <a:ext cx="265071" cy="25151"/>
          </a:xfrm>
          <a:custGeom>
            <a:avLst/>
            <a:gdLst/>
            <a:ahLst/>
            <a:cxnLst/>
            <a:rect l="0" t="0" r="0" b="0"/>
            <a:pathLst>
              <a:path w="265071" h="25151">
                <a:moveTo>
                  <a:pt x="0" y="25151"/>
                </a:moveTo>
                <a:lnTo>
                  <a:pt x="265071" y="0"/>
                </a:lnTo>
              </a:path>
            </a:pathLst>
          </a:custGeom>
          <a:noFill/>
          <a:ln w="6745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573" name="lumia-token-stream-curve">
            <a:extLst>
              <a:ext uri="{FF2B5EF4-FFF2-40B4-BE49-F238E27FC236}">
                <a16:creationId xmlns:a16="http://schemas.microsoft.com/office/drawing/2014/main" id="{70295BF8-1627-4A1F-B152-D2CC4A05E492}"/>
              </a:ext>
            </a:extLst>
          </p:cNvPr>
          <p:cNvSpPr>
            <a:spLocks noGrp="1"/>
          </p:cNvSpPr>
          <p:nvPr/>
        </p:nvSpPr>
        <p:spPr>
          <a:xfrm>
            <a:off x="4240052" y="5927446"/>
            <a:ext cx="268149" cy="16637"/>
          </a:xfrm>
          <a:custGeom>
            <a:avLst/>
            <a:gdLst/>
            <a:ahLst/>
            <a:cxnLst/>
            <a:rect l="0" t="0" r="0" b="0"/>
            <a:pathLst>
              <a:path w="268149" h="16637">
                <a:moveTo>
                  <a:pt x="0" y="16637"/>
                </a:moveTo>
                <a:lnTo>
                  <a:pt x="268149" y="0"/>
                </a:lnTo>
              </a:path>
            </a:pathLst>
          </a:custGeom>
          <a:noFill/>
          <a:ln w="6815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574" name="lumia-token-stream-curve">
            <a:extLst>
              <a:ext uri="{FF2B5EF4-FFF2-40B4-BE49-F238E27FC236}">
                <a16:creationId xmlns:a16="http://schemas.microsoft.com/office/drawing/2014/main" id="{520530BA-14A4-4E5B-A804-EF5CABFAE2AE}"/>
              </a:ext>
            </a:extLst>
          </p:cNvPr>
          <p:cNvSpPr>
            <a:spLocks noGrp="1"/>
          </p:cNvSpPr>
          <p:nvPr/>
        </p:nvSpPr>
        <p:spPr>
          <a:xfrm>
            <a:off x="4508201" y="5918712"/>
            <a:ext cx="271114" cy="9525"/>
          </a:xfrm>
          <a:custGeom>
            <a:avLst/>
            <a:gdLst/>
            <a:ahLst/>
            <a:cxnLst/>
            <a:rect l="0" t="0" r="0" b="0"/>
            <a:pathLst>
              <a:path w="271114" h="9525">
                <a:moveTo>
                  <a:pt x="0" y="8734"/>
                </a:moveTo>
                <a:lnTo>
                  <a:pt x="271114" y="0"/>
                </a:lnTo>
              </a:path>
            </a:pathLst>
          </a:custGeom>
          <a:noFill/>
          <a:ln w="6907">
            <a:solidFill>
              <a:srgbClr val="CA414A">
                <a:alpha val="11000"/>
              </a:srgbClr>
            </a:solidFill>
            <a:prstDash val="solid"/>
          </a:ln>
        </p:spPr>
      </p:sp>
      <p:sp>
        <p:nvSpPr>
          <p:cNvPr id="575" name="lumia-token-stream-curve">
            <a:extLst>
              <a:ext uri="{FF2B5EF4-FFF2-40B4-BE49-F238E27FC236}">
                <a16:creationId xmlns:a16="http://schemas.microsoft.com/office/drawing/2014/main" id="{B6740466-BC9C-4BCB-BB36-6D1D393667D1}"/>
              </a:ext>
            </a:extLst>
          </p:cNvPr>
          <p:cNvSpPr>
            <a:spLocks noGrp="1"/>
          </p:cNvSpPr>
          <p:nvPr/>
        </p:nvSpPr>
        <p:spPr>
          <a:xfrm>
            <a:off x="4779315" y="5915730"/>
            <a:ext cx="273966" cy="9525"/>
          </a:xfrm>
          <a:custGeom>
            <a:avLst/>
            <a:gdLst/>
            <a:ahLst/>
            <a:cxnLst/>
            <a:rect l="0" t="0" r="0" b="0"/>
            <a:pathLst>
              <a:path w="273966" h="9525">
                <a:moveTo>
                  <a:pt x="0" y="2982"/>
                </a:moveTo>
                <a:lnTo>
                  <a:pt x="273966" y="0"/>
                </a:lnTo>
              </a:path>
            </a:pathLst>
          </a:custGeom>
          <a:noFill/>
          <a:ln w="7018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576" name="lumia-token-stream-curve">
            <a:extLst>
              <a:ext uri="{FF2B5EF4-FFF2-40B4-BE49-F238E27FC236}">
                <a16:creationId xmlns:a16="http://schemas.microsoft.com/office/drawing/2014/main" id="{E4F25572-BC98-45F9-96D1-C7B98D5FAAD8}"/>
              </a:ext>
            </a:extLst>
          </p:cNvPr>
          <p:cNvSpPr>
            <a:spLocks noGrp="1"/>
          </p:cNvSpPr>
          <p:nvPr/>
        </p:nvSpPr>
        <p:spPr>
          <a:xfrm>
            <a:off x="5053282" y="5914966"/>
            <a:ext cx="276707" cy="9525"/>
          </a:xfrm>
          <a:custGeom>
            <a:avLst/>
            <a:gdLst/>
            <a:ahLst/>
            <a:cxnLst/>
            <a:rect l="0" t="0" r="0" b="0"/>
            <a:pathLst>
              <a:path w="276707" h="9525">
                <a:moveTo>
                  <a:pt x="0" y="764"/>
                </a:moveTo>
                <a:lnTo>
                  <a:pt x="276707" y="0"/>
                </a:lnTo>
              </a:path>
            </a:pathLst>
          </a:custGeom>
          <a:noFill/>
          <a:ln w="7148">
            <a:solidFill>
              <a:srgbClr val="E44339">
                <a:alpha val="12000"/>
              </a:srgbClr>
            </a:solidFill>
            <a:prstDash val="solid"/>
          </a:ln>
        </p:spPr>
      </p:sp>
      <p:sp>
        <p:nvSpPr>
          <p:cNvPr id="577" name="lumia-token-stream-curve">
            <a:extLst>
              <a:ext uri="{FF2B5EF4-FFF2-40B4-BE49-F238E27FC236}">
                <a16:creationId xmlns:a16="http://schemas.microsoft.com/office/drawing/2014/main" id="{975B17E9-16BF-4777-B997-19F2C8DCC403}"/>
              </a:ext>
            </a:extLst>
          </p:cNvPr>
          <p:cNvSpPr>
            <a:spLocks noGrp="1"/>
          </p:cNvSpPr>
          <p:nvPr/>
        </p:nvSpPr>
        <p:spPr>
          <a:xfrm>
            <a:off x="5329988" y="5911859"/>
            <a:ext cx="279334" cy="9525"/>
          </a:xfrm>
          <a:custGeom>
            <a:avLst/>
            <a:gdLst/>
            <a:ahLst/>
            <a:cxnLst/>
            <a:rect l="0" t="0" r="0" b="0"/>
            <a:pathLst>
              <a:path w="279334" h="9525">
                <a:moveTo>
                  <a:pt x="0" y="3107"/>
                </a:moveTo>
                <a:lnTo>
                  <a:pt x="279334" y="0"/>
                </a:lnTo>
              </a:path>
            </a:pathLst>
          </a:custGeom>
          <a:noFill/>
          <a:ln w="7294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578" name="lumia-token-stream-curve">
            <a:extLst>
              <a:ext uri="{FF2B5EF4-FFF2-40B4-BE49-F238E27FC236}">
                <a16:creationId xmlns:a16="http://schemas.microsoft.com/office/drawing/2014/main" id="{12DE7B0A-62E0-4D3A-8B25-BA0AE01F66B3}"/>
              </a:ext>
            </a:extLst>
          </p:cNvPr>
          <p:cNvSpPr>
            <a:spLocks noGrp="1"/>
          </p:cNvSpPr>
          <p:nvPr/>
        </p:nvSpPr>
        <p:spPr>
          <a:xfrm>
            <a:off x="5609323" y="5901344"/>
            <a:ext cx="281850" cy="10516"/>
          </a:xfrm>
          <a:custGeom>
            <a:avLst/>
            <a:gdLst/>
            <a:ahLst/>
            <a:cxnLst/>
            <a:rect l="0" t="0" r="0" b="0"/>
            <a:pathLst>
              <a:path w="281850" h="10516">
                <a:moveTo>
                  <a:pt x="0" y="10516"/>
                </a:moveTo>
                <a:lnTo>
                  <a:pt x="281850" y="0"/>
                </a:lnTo>
              </a:path>
            </a:pathLst>
          </a:custGeom>
          <a:noFill/>
          <a:ln w="7454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579" name="lumia-token-stream-curve">
            <a:extLst>
              <a:ext uri="{FF2B5EF4-FFF2-40B4-BE49-F238E27FC236}">
                <a16:creationId xmlns:a16="http://schemas.microsoft.com/office/drawing/2014/main" id="{43602565-1B93-47AE-BE6E-003AF1C8F494}"/>
              </a:ext>
            </a:extLst>
          </p:cNvPr>
          <p:cNvSpPr>
            <a:spLocks noGrp="1"/>
          </p:cNvSpPr>
          <p:nvPr/>
        </p:nvSpPr>
        <p:spPr>
          <a:xfrm>
            <a:off x="5891173" y="5878487"/>
            <a:ext cx="284253" cy="22857"/>
          </a:xfrm>
          <a:custGeom>
            <a:avLst/>
            <a:gdLst/>
            <a:ahLst/>
            <a:cxnLst/>
            <a:rect l="0" t="0" r="0" b="0"/>
            <a:pathLst>
              <a:path w="284253" h="22857">
                <a:moveTo>
                  <a:pt x="0" y="22857"/>
                </a:moveTo>
                <a:lnTo>
                  <a:pt x="284253" y="0"/>
                </a:lnTo>
              </a:path>
            </a:pathLst>
          </a:custGeom>
          <a:noFill/>
          <a:ln w="7626">
            <a:solidFill>
              <a:srgbClr val="EE5E2A">
                <a:alpha val="13000"/>
              </a:srgbClr>
            </a:solidFill>
            <a:prstDash val="solid"/>
          </a:ln>
        </p:spPr>
      </p:sp>
      <p:sp>
        <p:nvSpPr>
          <p:cNvPr id="580" name="lumia-token-stream-curve">
            <a:extLst>
              <a:ext uri="{FF2B5EF4-FFF2-40B4-BE49-F238E27FC236}">
                <a16:creationId xmlns:a16="http://schemas.microsoft.com/office/drawing/2014/main" id="{1165C51F-DDAA-40DA-9719-940FCEEC8A6D}"/>
              </a:ext>
            </a:extLst>
          </p:cNvPr>
          <p:cNvSpPr>
            <a:spLocks noGrp="1"/>
          </p:cNvSpPr>
          <p:nvPr/>
        </p:nvSpPr>
        <p:spPr>
          <a:xfrm>
            <a:off x="6175425" y="5839158"/>
            <a:ext cx="286543" cy="39329"/>
          </a:xfrm>
          <a:custGeom>
            <a:avLst/>
            <a:gdLst/>
            <a:ahLst/>
            <a:cxnLst/>
            <a:rect l="0" t="0" r="0" b="0"/>
            <a:pathLst>
              <a:path w="286543" h="39329">
                <a:moveTo>
                  <a:pt x="0" y="39329"/>
                </a:moveTo>
                <a:lnTo>
                  <a:pt x="286543" y="0"/>
                </a:lnTo>
              </a:path>
            </a:pathLst>
          </a:custGeom>
          <a:noFill/>
          <a:ln w="7809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581" name="lumia-token-stream-curve">
            <a:extLst>
              <a:ext uri="{FF2B5EF4-FFF2-40B4-BE49-F238E27FC236}">
                <a16:creationId xmlns:a16="http://schemas.microsoft.com/office/drawing/2014/main" id="{AF6A431C-EF5F-4EAD-B4B9-8292529EC159}"/>
              </a:ext>
            </a:extLst>
          </p:cNvPr>
          <p:cNvSpPr>
            <a:spLocks noGrp="1"/>
          </p:cNvSpPr>
          <p:nvPr/>
        </p:nvSpPr>
        <p:spPr>
          <a:xfrm>
            <a:off x="6461969" y="5780630"/>
            <a:ext cx="288722" cy="58527"/>
          </a:xfrm>
          <a:custGeom>
            <a:avLst/>
            <a:gdLst/>
            <a:ahLst/>
            <a:cxnLst/>
            <a:rect l="0" t="0" r="0" b="0"/>
            <a:pathLst>
              <a:path w="288722" h="58527">
                <a:moveTo>
                  <a:pt x="0" y="58527"/>
                </a:moveTo>
                <a:lnTo>
                  <a:pt x="288722" y="0"/>
                </a:lnTo>
              </a:path>
            </a:pathLst>
          </a:custGeom>
          <a:noFill/>
          <a:ln w="8000">
            <a:solidFill>
              <a:srgbClr val="F17322">
                <a:alpha val="14000"/>
              </a:srgbClr>
            </a:solidFill>
            <a:prstDash val="solid"/>
          </a:ln>
        </p:spPr>
      </p:sp>
      <p:sp>
        <p:nvSpPr>
          <p:cNvPr id="582" name="lumia-token-stream-curve">
            <a:extLst>
              <a:ext uri="{FF2B5EF4-FFF2-40B4-BE49-F238E27FC236}">
                <a16:creationId xmlns:a16="http://schemas.microsoft.com/office/drawing/2014/main" id="{6BC05850-F033-4455-B625-2A5D9A5BA6E3}"/>
              </a:ext>
            </a:extLst>
          </p:cNvPr>
          <p:cNvSpPr>
            <a:spLocks noGrp="1"/>
          </p:cNvSpPr>
          <p:nvPr/>
        </p:nvSpPr>
        <p:spPr>
          <a:xfrm>
            <a:off x="6750690" y="5702035"/>
            <a:ext cx="290787" cy="78596"/>
          </a:xfrm>
          <a:custGeom>
            <a:avLst/>
            <a:gdLst/>
            <a:ahLst/>
            <a:cxnLst/>
            <a:rect l="0" t="0" r="0" b="0"/>
            <a:pathLst>
              <a:path w="290787" h="78596">
                <a:moveTo>
                  <a:pt x="0" y="78596"/>
                </a:moveTo>
                <a:lnTo>
                  <a:pt x="290787" y="0"/>
                </a:lnTo>
              </a:path>
            </a:pathLst>
          </a:custGeom>
          <a:noFill/>
          <a:ln w="8197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583" name="lumia-token-stream-curve">
            <a:extLst>
              <a:ext uri="{FF2B5EF4-FFF2-40B4-BE49-F238E27FC236}">
                <a16:creationId xmlns:a16="http://schemas.microsoft.com/office/drawing/2014/main" id="{0C93A542-1F3B-4C80-9025-B349665017B4}"/>
              </a:ext>
            </a:extLst>
          </p:cNvPr>
          <p:cNvSpPr>
            <a:spLocks noGrp="1"/>
          </p:cNvSpPr>
          <p:nvPr/>
        </p:nvSpPr>
        <p:spPr>
          <a:xfrm>
            <a:off x="7041478" y="5604571"/>
            <a:ext cx="292741" cy="97464"/>
          </a:xfrm>
          <a:custGeom>
            <a:avLst/>
            <a:gdLst/>
            <a:ahLst/>
            <a:cxnLst/>
            <a:rect l="0" t="0" r="0" b="0"/>
            <a:pathLst>
              <a:path w="292741" h="97464">
                <a:moveTo>
                  <a:pt x="0" y="97464"/>
                </a:moveTo>
                <a:lnTo>
                  <a:pt x="292741" y="0"/>
                </a:lnTo>
              </a:path>
            </a:pathLst>
          </a:custGeom>
          <a:noFill/>
          <a:ln w="8399">
            <a:solidFill>
              <a:srgbClr val="F48919">
                <a:alpha val="15000"/>
              </a:srgbClr>
            </a:solidFill>
            <a:prstDash val="solid"/>
          </a:ln>
        </p:spPr>
      </p:sp>
      <p:sp>
        <p:nvSpPr>
          <p:cNvPr id="584" name="lumia-token-stream-curve">
            <a:extLst>
              <a:ext uri="{FF2B5EF4-FFF2-40B4-BE49-F238E27FC236}">
                <a16:creationId xmlns:a16="http://schemas.microsoft.com/office/drawing/2014/main" id="{B4181459-70B1-4E26-A15A-4C1F7286194F}"/>
              </a:ext>
            </a:extLst>
          </p:cNvPr>
          <p:cNvSpPr>
            <a:spLocks noGrp="1"/>
          </p:cNvSpPr>
          <p:nvPr/>
        </p:nvSpPr>
        <p:spPr>
          <a:xfrm>
            <a:off x="7334218" y="5491438"/>
            <a:ext cx="294582" cy="113133"/>
          </a:xfrm>
          <a:custGeom>
            <a:avLst/>
            <a:gdLst/>
            <a:ahLst/>
            <a:cxnLst/>
            <a:rect l="0" t="0" r="0" b="0"/>
            <a:pathLst>
              <a:path w="294582" h="113133">
                <a:moveTo>
                  <a:pt x="0" y="113133"/>
                </a:moveTo>
                <a:lnTo>
                  <a:pt x="294582" y="0"/>
                </a:lnTo>
              </a:path>
            </a:pathLst>
          </a:custGeom>
          <a:noFill/>
          <a:ln w="8604">
            <a:solidFill>
              <a:srgbClr val="F59415">
                <a:alpha val="15000"/>
              </a:srgbClr>
            </a:solidFill>
            <a:prstDash val="solid"/>
          </a:ln>
        </p:spPr>
      </p:sp>
      <p:sp>
        <p:nvSpPr>
          <p:cNvPr id="585" name="lumia-token-stream-curve">
            <a:extLst>
              <a:ext uri="{FF2B5EF4-FFF2-40B4-BE49-F238E27FC236}">
                <a16:creationId xmlns:a16="http://schemas.microsoft.com/office/drawing/2014/main" id="{8E159649-229D-45AD-A076-896E0ED5D876}"/>
              </a:ext>
            </a:extLst>
          </p:cNvPr>
          <p:cNvSpPr>
            <a:spLocks noGrp="1"/>
          </p:cNvSpPr>
          <p:nvPr/>
        </p:nvSpPr>
        <p:spPr>
          <a:xfrm>
            <a:off x="7628800" y="5367470"/>
            <a:ext cx="296310" cy="123968"/>
          </a:xfrm>
          <a:custGeom>
            <a:avLst/>
            <a:gdLst/>
            <a:ahLst/>
            <a:cxnLst/>
            <a:rect l="0" t="0" r="0" b="0"/>
            <a:pathLst>
              <a:path w="296310" h="123968">
                <a:moveTo>
                  <a:pt x="0" y="123968"/>
                </a:moveTo>
                <a:lnTo>
                  <a:pt x="296310" y="0"/>
                </a:lnTo>
              </a:path>
            </a:pathLst>
          </a:custGeom>
          <a:noFill/>
          <a:ln w="8809">
            <a:solidFill>
              <a:srgbClr val="F79E11">
                <a:alpha val="16000"/>
              </a:srgbClr>
            </a:solidFill>
            <a:prstDash val="solid"/>
          </a:ln>
        </p:spPr>
      </p:sp>
      <p:sp>
        <p:nvSpPr>
          <p:cNvPr id="586" name="lumia-token-stream-curve">
            <a:extLst>
              <a:ext uri="{FF2B5EF4-FFF2-40B4-BE49-F238E27FC236}">
                <a16:creationId xmlns:a16="http://schemas.microsoft.com/office/drawing/2014/main" id="{7BE37C72-A08F-45B0-A95D-D85ED29172C3}"/>
              </a:ext>
            </a:extLst>
          </p:cNvPr>
          <p:cNvSpPr>
            <a:spLocks noGrp="1"/>
          </p:cNvSpPr>
          <p:nvPr/>
        </p:nvSpPr>
        <p:spPr>
          <a:xfrm>
            <a:off x="7925110" y="5238512"/>
            <a:ext cx="297926" cy="128958"/>
          </a:xfrm>
          <a:custGeom>
            <a:avLst/>
            <a:gdLst/>
            <a:ahLst/>
            <a:cxnLst/>
            <a:rect l="0" t="0" r="0" b="0"/>
            <a:pathLst>
              <a:path w="297926" h="128958">
                <a:moveTo>
                  <a:pt x="0" y="128958"/>
                </a:moveTo>
                <a:lnTo>
                  <a:pt x="297926" y="0"/>
                </a:lnTo>
              </a:path>
            </a:pathLst>
          </a:custGeom>
          <a:noFill/>
          <a:ln w="9013">
            <a:solidFill>
              <a:srgbClr val="F8A90C">
                <a:alpha val="16000"/>
              </a:srgbClr>
            </a:solidFill>
            <a:prstDash val="solid"/>
          </a:ln>
        </p:spPr>
      </p:sp>
      <p:sp>
        <p:nvSpPr>
          <p:cNvPr id="587" name="lumia-token-stream-curve">
            <a:extLst>
              <a:ext uri="{FF2B5EF4-FFF2-40B4-BE49-F238E27FC236}">
                <a16:creationId xmlns:a16="http://schemas.microsoft.com/office/drawing/2014/main" id="{2855F6BC-2EEE-40B3-8AE1-4FEBDE472E1A}"/>
              </a:ext>
            </a:extLst>
          </p:cNvPr>
          <p:cNvSpPr>
            <a:spLocks noGrp="1"/>
          </p:cNvSpPr>
          <p:nvPr/>
        </p:nvSpPr>
        <p:spPr>
          <a:xfrm>
            <a:off x="8223037" y="5110613"/>
            <a:ext cx="299430" cy="127900"/>
          </a:xfrm>
          <a:custGeom>
            <a:avLst/>
            <a:gdLst/>
            <a:ahLst/>
            <a:cxnLst/>
            <a:rect l="0" t="0" r="0" b="0"/>
            <a:pathLst>
              <a:path w="299430" h="127900">
                <a:moveTo>
                  <a:pt x="0" y="127900"/>
                </a:moveTo>
                <a:lnTo>
                  <a:pt x="299430" y="0"/>
                </a:lnTo>
              </a:path>
            </a:pathLst>
          </a:custGeom>
          <a:noFill/>
          <a:ln w="9214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588" name="lumia-token-stream-curve">
            <a:extLst>
              <a:ext uri="{FF2B5EF4-FFF2-40B4-BE49-F238E27FC236}">
                <a16:creationId xmlns:a16="http://schemas.microsoft.com/office/drawing/2014/main" id="{52383966-BD4F-42BD-BB78-CA1C5DE39369}"/>
              </a:ext>
            </a:extLst>
          </p:cNvPr>
          <p:cNvSpPr>
            <a:spLocks noGrp="1"/>
          </p:cNvSpPr>
          <p:nvPr/>
        </p:nvSpPr>
        <p:spPr>
          <a:xfrm>
            <a:off x="8522467" y="4989151"/>
            <a:ext cx="300821" cy="121462"/>
          </a:xfrm>
          <a:custGeom>
            <a:avLst/>
            <a:gdLst/>
            <a:ahLst/>
            <a:cxnLst/>
            <a:rect l="0" t="0" r="0" b="0"/>
            <a:pathLst>
              <a:path w="300821" h="121462">
                <a:moveTo>
                  <a:pt x="0" y="121462"/>
                </a:moveTo>
                <a:lnTo>
                  <a:pt x="300821" y="0"/>
                </a:lnTo>
              </a:path>
            </a:pathLst>
          </a:custGeom>
          <a:noFill/>
          <a:ln w="9410">
            <a:solidFill>
              <a:srgbClr val="F7BC07">
                <a:alpha val="17000"/>
              </a:srgbClr>
            </a:solidFill>
            <a:prstDash val="solid"/>
          </a:ln>
        </p:spPr>
      </p:sp>
      <p:sp>
        <p:nvSpPr>
          <p:cNvPr id="589" name="lumia-token-stream-curve">
            <a:extLst>
              <a:ext uri="{FF2B5EF4-FFF2-40B4-BE49-F238E27FC236}">
                <a16:creationId xmlns:a16="http://schemas.microsoft.com/office/drawing/2014/main" id="{FBD19225-0904-4AF2-9D5D-58ACCFFEBD1F}"/>
              </a:ext>
            </a:extLst>
          </p:cNvPr>
          <p:cNvSpPr>
            <a:spLocks noGrp="1"/>
          </p:cNvSpPr>
          <p:nvPr/>
        </p:nvSpPr>
        <p:spPr>
          <a:xfrm>
            <a:off x="8823288" y="4878024"/>
            <a:ext cx="302100" cy="111127"/>
          </a:xfrm>
          <a:custGeom>
            <a:avLst/>
            <a:gdLst/>
            <a:ahLst/>
            <a:cxnLst/>
            <a:rect l="0" t="0" r="0" b="0"/>
            <a:pathLst>
              <a:path w="302100" h="111127">
                <a:moveTo>
                  <a:pt x="0" y="111127"/>
                </a:moveTo>
                <a:lnTo>
                  <a:pt x="302100" y="0"/>
                </a:lnTo>
              </a:path>
            </a:pathLst>
          </a:custGeom>
          <a:noFill/>
          <a:ln w="9599">
            <a:solidFill>
              <a:srgbClr val="E5BA0E">
                <a:alpha val="17000"/>
              </a:srgbClr>
            </a:solidFill>
            <a:prstDash val="solid"/>
          </a:ln>
        </p:spPr>
      </p:sp>
      <p:sp>
        <p:nvSpPr>
          <p:cNvPr id="590" name="lumia-token-stream-curve">
            <a:extLst>
              <a:ext uri="{FF2B5EF4-FFF2-40B4-BE49-F238E27FC236}">
                <a16:creationId xmlns:a16="http://schemas.microsoft.com/office/drawing/2014/main" id="{52637884-AA6F-4F4B-829A-9C679F7529F2}"/>
              </a:ext>
            </a:extLst>
          </p:cNvPr>
          <p:cNvSpPr>
            <a:spLocks noGrp="1"/>
          </p:cNvSpPr>
          <p:nvPr/>
        </p:nvSpPr>
        <p:spPr>
          <a:xfrm>
            <a:off x="9125388" y="4779027"/>
            <a:ext cx="303267" cy="98997"/>
          </a:xfrm>
          <a:custGeom>
            <a:avLst/>
            <a:gdLst/>
            <a:ahLst/>
            <a:cxnLst/>
            <a:rect l="0" t="0" r="0" b="0"/>
            <a:pathLst>
              <a:path w="303267" h="98997">
                <a:moveTo>
                  <a:pt x="0" y="98997"/>
                </a:moveTo>
                <a:lnTo>
                  <a:pt x="303267" y="0"/>
                </a:lnTo>
              </a:path>
            </a:pathLst>
          </a:custGeom>
          <a:noFill/>
          <a:ln w="9780">
            <a:solidFill>
              <a:srgbClr val="D3B815">
                <a:alpha val="18000"/>
              </a:srgbClr>
            </a:solidFill>
            <a:prstDash val="solid"/>
          </a:ln>
        </p:spPr>
      </p:sp>
      <p:sp>
        <p:nvSpPr>
          <p:cNvPr id="591" name="lumia-token-stream-curve">
            <a:extLst>
              <a:ext uri="{FF2B5EF4-FFF2-40B4-BE49-F238E27FC236}">
                <a16:creationId xmlns:a16="http://schemas.microsoft.com/office/drawing/2014/main" id="{A6880F2F-7BB7-42DB-80F4-064B532CCA8E}"/>
              </a:ext>
            </a:extLst>
          </p:cNvPr>
          <p:cNvSpPr>
            <a:spLocks noGrp="1"/>
          </p:cNvSpPr>
          <p:nvPr/>
        </p:nvSpPr>
        <p:spPr>
          <a:xfrm>
            <a:off x="9428655" y="4691524"/>
            <a:ext cx="304321" cy="87503"/>
          </a:xfrm>
          <a:custGeom>
            <a:avLst/>
            <a:gdLst/>
            <a:ahLst/>
            <a:cxnLst/>
            <a:rect l="0" t="0" r="0" b="0"/>
            <a:pathLst>
              <a:path w="304321" h="87503">
                <a:moveTo>
                  <a:pt x="0" y="87503"/>
                </a:moveTo>
                <a:lnTo>
                  <a:pt x="304321" y="0"/>
                </a:lnTo>
              </a:path>
            </a:pathLst>
          </a:custGeom>
          <a:noFill/>
          <a:ln w="9949">
            <a:solidFill>
              <a:srgbClr val="C2B61C">
                <a:alpha val="18000"/>
              </a:srgbClr>
            </a:solidFill>
            <a:prstDash val="solid"/>
          </a:ln>
        </p:spPr>
      </p:sp>
      <p:sp>
        <p:nvSpPr>
          <p:cNvPr id="592" name="lumia-token-stream-curve">
            <a:extLst>
              <a:ext uri="{FF2B5EF4-FFF2-40B4-BE49-F238E27FC236}">
                <a16:creationId xmlns:a16="http://schemas.microsoft.com/office/drawing/2014/main" id="{9BFD0D98-1F65-4800-A731-14AED6FF724D}"/>
              </a:ext>
            </a:extLst>
          </p:cNvPr>
          <p:cNvSpPr>
            <a:spLocks noGrp="1"/>
          </p:cNvSpPr>
          <p:nvPr/>
        </p:nvSpPr>
        <p:spPr>
          <a:xfrm>
            <a:off x="9732976" y="4612485"/>
            <a:ext cx="305262" cy="79039"/>
          </a:xfrm>
          <a:custGeom>
            <a:avLst/>
            <a:gdLst/>
            <a:ahLst/>
            <a:cxnLst/>
            <a:rect l="0" t="0" r="0" b="0"/>
            <a:pathLst>
              <a:path w="305262" h="79039">
                <a:moveTo>
                  <a:pt x="0" y="79039"/>
                </a:moveTo>
                <a:lnTo>
                  <a:pt x="305262" y="0"/>
                </a:lnTo>
              </a:path>
            </a:pathLst>
          </a:custGeom>
          <a:noFill/>
          <a:ln w="10105">
            <a:solidFill>
              <a:srgbClr val="B0B422">
                <a:alpha val="18000"/>
              </a:srgbClr>
            </a:solidFill>
            <a:prstDash val="solid"/>
          </a:ln>
        </p:spPr>
      </p:sp>
      <p:sp>
        <p:nvSpPr>
          <p:cNvPr id="593" name="lumia-token-stream-curve">
            <a:extLst>
              <a:ext uri="{FF2B5EF4-FFF2-40B4-BE49-F238E27FC236}">
                <a16:creationId xmlns:a16="http://schemas.microsoft.com/office/drawing/2014/main" id="{DB89FDB8-AAB9-4ABA-BF0A-A9718E7E1D53}"/>
              </a:ext>
            </a:extLst>
          </p:cNvPr>
          <p:cNvSpPr>
            <a:spLocks noGrp="1"/>
          </p:cNvSpPr>
          <p:nvPr/>
        </p:nvSpPr>
        <p:spPr>
          <a:xfrm>
            <a:off x="10038238" y="4536885"/>
            <a:ext cx="306092" cy="75601"/>
          </a:xfrm>
          <a:custGeom>
            <a:avLst/>
            <a:gdLst/>
            <a:ahLst/>
            <a:cxnLst/>
            <a:rect l="0" t="0" r="0" b="0"/>
            <a:pathLst>
              <a:path w="306092" h="75601">
                <a:moveTo>
                  <a:pt x="0" y="75601"/>
                </a:moveTo>
                <a:lnTo>
                  <a:pt x="306092" y="0"/>
                </a:lnTo>
              </a:path>
            </a:pathLst>
          </a:custGeom>
          <a:noFill/>
          <a:ln w="10247">
            <a:solidFill>
              <a:srgbClr val="9EB329">
                <a:alpha val="18000"/>
              </a:srgbClr>
            </a:solidFill>
            <a:prstDash val="solid"/>
          </a:ln>
        </p:spPr>
      </p:sp>
      <p:sp>
        <p:nvSpPr>
          <p:cNvPr id="594" name="lumia-token-stream-curve">
            <a:extLst>
              <a:ext uri="{FF2B5EF4-FFF2-40B4-BE49-F238E27FC236}">
                <a16:creationId xmlns:a16="http://schemas.microsoft.com/office/drawing/2014/main" id="{1EE8B4FA-7AD5-40F6-A2CA-7FEA3AA3A5A5}"/>
              </a:ext>
            </a:extLst>
          </p:cNvPr>
          <p:cNvSpPr>
            <a:spLocks noGrp="1"/>
          </p:cNvSpPr>
          <p:nvPr/>
        </p:nvSpPr>
        <p:spPr>
          <a:xfrm>
            <a:off x="10344330" y="4458419"/>
            <a:ext cx="306809" cy="78466"/>
          </a:xfrm>
          <a:custGeom>
            <a:avLst/>
            <a:gdLst/>
            <a:ahLst/>
            <a:cxnLst/>
            <a:rect l="0" t="0" r="0" b="0"/>
            <a:pathLst>
              <a:path w="306809" h="78466">
                <a:moveTo>
                  <a:pt x="0" y="78466"/>
                </a:moveTo>
                <a:lnTo>
                  <a:pt x="306809" y="0"/>
                </a:lnTo>
              </a:path>
            </a:pathLst>
          </a:custGeom>
          <a:noFill/>
          <a:ln w="10373">
            <a:solidFill>
              <a:srgbClr val="8CB130">
                <a:alpha val="19000"/>
              </a:srgbClr>
            </a:solidFill>
            <a:prstDash val="solid"/>
          </a:ln>
        </p:spPr>
      </p:sp>
      <p:sp>
        <p:nvSpPr>
          <p:cNvPr id="595" name="lumia-token-stream-curve">
            <a:extLst>
              <a:ext uri="{FF2B5EF4-FFF2-40B4-BE49-F238E27FC236}">
                <a16:creationId xmlns:a16="http://schemas.microsoft.com/office/drawing/2014/main" id="{75B295B7-6B8D-448F-8F98-25C960729497}"/>
              </a:ext>
            </a:extLst>
          </p:cNvPr>
          <p:cNvSpPr>
            <a:spLocks noGrp="1"/>
          </p:cNvSpPr>
          <p:nvPr/>
        </p:nvSpPr>
        <p:spPr>
          <a:xfrm>
            <a:off x="10651138" y="4370440"/>
            <a:ext cx="307413" cy="87979"/>
          </a:xfrm>
          <a:custGeom>
            <a:avLst/>
            <a:gdLst/>
            <a:ahLst/>
            <a:cxnLst/>
            <a:rect l="0" t="0" r="0" b="0"/>
            <a:pathLst>
              <a:path w="307413" h="87979">
                <a:moveTo>
                  <a:pt x="0" y="87979"/>
                </a:moveTo>
                <a:lnTo>
                  <a:pt x="307413" y="0"/>
                </a:lnTo>
              </a:path>
            </a:pathLst>
          </a:custGeom>
          <a:noFill/>
          <a:ln w="10480">
            <a:solidFill>
              <a:srgbClr val="7BAF37">
                <a:alpha val="19000"/>
              </a:srgbClr>
            </a:solidFill>
            <a:prstDash val="solid"/>
          </a:ln>
        </p:spPr>
      </p:sp>
      <p:sp>
        <p:nvSpPr>
          <p:cNvPr id="596" name="lumia-token-stream-curve">
            <a:extLst>
              <a:ext uri="{FF2B5EF4-FFF2-40B4-BE49-F238E27FC236}">
                <a16:creationId xmlns:a16="http://schemas.microsoft.com/office/drawing/2014/main" id="{A7AF5C47-AFB3-4C44-9F82-949C04D3887E}"/>
              </a:ext>
            </a:extLst>
          </p:cNvPr>
          <p:cNvSpPr>
            <a:spLocks noGrp="1"/>
          </p:cNvSpPr>
          <p:nvPr/>
        </p:nvSpPr>
        <p:spPr>
          <a:xfrm>
            <a:off x="10958551" y="4266956"/>
            <a:ext cx="307905" cy="103484"/>
          </a:xfrm>
          <a:custGeom>
            <a:avLst/>
            <a:gdLst/>
            <a:ahLst/>
            <a:cxnLst/>
            <a:rect l="0" t="0" r="0" b="0"/>
            <a:pathLst>
              <a:path w="307905" h="103484">
                <a:moveTo>
                  <a:pt x="0" y="103484"/>
                </a:moveTo>
                <a:lnTo>
                  <a:pt x="307905" y="0"/>
                </a:lnTo>
              </a:path>
            </a:pathLst>
          </a:custGeom>
          <a:noFill/>
          <a:ln w="10566">
            <a:solidFill>
              <a:srgbClr val="69AD3E">
                <a:alpha val="19000"/>
              </a:srgbClr>
            </a:solidFill>
            <a:prstDash val="solid"/>
          </a:ln>
        </p:spPr>
      </p:sp>
      <p:sp>
        <p:nvSpPr>
          <p:cNvPr id="597" name="lumia-token-stream-curve">
            <a:extLst>
              <a:ext uri="{FF2B5EF4-FFF2-40B4-BE49-F238E27FC236}">
                <a16:creationId xmlns:a16="http://schemas.microsoft.com/office/drawing/2014/main" id="{38BA7A86-0CEC-49B9-8AA6-35FC4870B645}"/>
              </a:ext>
            </a:extLst>
          </p:cNvPr>
          <p:cNvSpPr>
            <a:spLocks noGrp="1"/>
          </p:cNvSpPr>
          <p:nvPr/>
        </p:nvSpPr>
        <p:spPr>
          <a:xfrm>
            <a:off x="11266457" y="4143552"/>
            <a:ext cx="308285" cy="123404"/>
          </a:xfrm>
          <a:custGeom>
            <a:avLst/>
            <a:gdLst/>
            <a:ahLst/>
            <a:cxnLst/>
            <a:rect l="0" t="0" r="0" b="0"/>
            <a:pathLst>
              <a:path w="308285" h="123404">
                <a:moveTo>
                  <a:pt x="0" y="123404"/>
                </a:moveTo>
                <a:lnTo>
                  <a:pt x="308285" y="0"/>
                </a:lnTo>
              </a:path>
            </a:pathLst>
          </a:custGeom>
          <a:noFill/>
          <a:ln w="10630">
            <a:solidFill>
              <a:srgbClr val="57AC45">
                <a:alpha val="19000"/>
              </a:srgbClr>
            </a:solidFill>
            <a:prstDash val="solid"/>
          </a:ln>
        </p:spPr>
      </p:sp>
      <p:sp>
        <p:nvSpPr>
          <p:cNvPr id="598" name="lumia-token-stream-curve">
            <a:extLst>
              <a:ext uri="{FF2B5EF4-FFF2-40B4-BE49-F238E27FC236}">
                <a16:creationId xmlns:a16="http://schemas.microsoft.com/office/drawing/2014/main" id="{DDD07390-667B-42FC-805C-8C208E1A44E1}"/>
              </a:ext>
            </a:extLst>
          </p:cNvPr>
          <p:cNvSpPr>
            <a:spLocks noGrp="1"/>
          </p:cNvSpPr>
          <p:nvPr/>
        </p:nvSpPr>
        <p:spPr>
          <a:xfrm>
            <a:off x="11574741" y="3998078"/>
            <a:ext cx="308552" cy="145474"/>
          </a:xfrm>
          <a:custGeom>
            <a:avLst/>
            <a:gdLst/>
            <a:ahLst/>
            <a:cxnLst/>
            <a:rect l="0" t="0" r="0" b="0"/>
            <a:pathLst>
              <a:path w="308552" h="145474">
                <a:moveTo>
                  <a:pt x="0" y="145474"/>
                </a:moveTo>
                <a:lnTo>
                  <a:pt x="308552" y="0"/>
                </a:lnTo>
              </a:path>
            </a:pathLst>
          </a:custGeom>
          <a:noFill/>
          <a:ln w="10670">
            <a:solidFill>
              <a:srgbClr val="46AA4C">
                <a:alpha val="19000"/>
              </a:srgbClr>
            </a:solidFill>
            <a:prstDash val="solid"/>
          </a:ln>
        </p:spPr>
      </p:sp>
      <p:sp>
        <p:nvSpPr>
          <p:cNvPr id="599" name="lumia-token-stream-curve">
            <a:extLst>
              <a:ext uri="{FF2B5EF4-FFF2-40B4-BE49-F238E27FC236}">
                <a16:creationId xmlns:a16="http://schemas.microsoft.com/office/drawing/2014/main" id="{FBDB7EB9-00ED-4553-A4A5-BB730A56B7BD}"/>
              </a:ext>
            </a:extLst>
          </p:cNvPr>
          <p:cNvSpPr>
            <a:spLocks noGrp="1"/>
          </p:cNvSpPr>
          <p:nvPr/>
        </p:nvSpPr>
        <p:spPr>
          <a:xfrm>
            <a:off x="11883293" y="3830990"/>
            <a:ext cx="308707" cy="167088"/>
          </a:xfrm>
          <a:custGeom>
            <a:avLst/>
            <a:gdLst/>
            <a:ahLst/>
            <a:cxnLst/>
            <a:rect l="0" t="0" r="0" b="0"/>
            <a:pathLst>
              <a:path w="308707" h="167088">
                <a:moveTo>
                  <a:pt x="0" y="167088"/>
                </a:moveTo>
                <a:lnTo>
                  <a:pt x="308707" y="0"/>
                </a:lnTo>
              </a:path>
            </a:pathLst>
          </a:custGeom>
          <a:noFill/>
          <a:ln w="10684">
            <a:solidFill>
              <a:srgbClr val="34A853">
                <a:alpha val="19000"/>
              </a:srgbClr>
            </a:solidFill>
            <a:prstDash val="solid"/>
          </a:ln>
        </p:spPr>
      </p:sp>
      <p:sp>
        <p:nvSpPr>
          <p:cNvPr id="600" name="lumia-token-stream-curve">
            <a:extLst>
              <a:ext uri="{FF2B5EF4-FFF2-40B4-BE49-F238E27FC236}">
                <a16:creationId xmlns:a16="http://schemas.microsoft.com/office/drawing/2014/main" id="{5E9370C7-32E0-40FE-9F63-6AE926B6F5CF}"/>
              </a:ext>
            </a:extLst>
          </p:cNvPr>
          <p:cNvSpPr>
            <a:spLocks noGrp="1"/>
          </p:cNvSpPr>
          <p:nvPr/>
        </p:nvSpPr>
        <p:spPr>
          <a:xfrm>
            <a:off x="21448" y="5998588"/>
            <a:ext cx="183045" cy="64683"/>
          </a:xfrm>
          <a:custGeom>
            <a:avLst/>
            <a:gdLst/>
            <a:ahLst/>
            <a:cxnLst/>
            <a:rect l="0" t="0" r="0" b="0"/>
            <a:pathLst>
              <a:path w="183045" h="64683">
                <a:moveTo>
                  <a:pt x="0" y="0"/>
                </a:moveTo>
                <a:lnTo>
                  <a:pt x="183045" y="64683"/>
                </a:lnTo>
              </a:path>
            </a:pathLst>
          </a:custGeom>
          <a:noFill/>
          <a:ln w="6948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601" name="lumia-token-stream-curve">
            <a:extLst>
              <a:ext uri="{FF2B5EF4-FFF2-40B4-BE49-F238E27FC236}">
                <a16:creationId xmlns:a16="http://schemas.microsoft.com/office/drawing/2014/main" id="{1EBA6BB1-DC30-494E-86BD-D2082FD25352}"/>
              </a:ext>
            </a:extLst>
          </p:cNvPr>
          <p:cNvSpPr>
            <a:spLocks noGrp="1"/>
          </p:cNvSpPr>
          <p:nvPr/>
        </p:nvSpPr>
        <p:spPr>
          <a:xfrm>
            <a:off x="204493" y="6063271"/>
            <a:ext cx="188243" cy="57913"/>
          </a:xfrm>
          <a:custGeom>
            <a:avLst/>
            <a:gdLst/>
            <a:ahLst/>
            <a:cxnLst/>
            <a:rect l="0" t="0" r="0" b="0"/>
            <a:pathLst>
              <a:path w="188243" h="57913">
                <a:moveTo>
                  <a:pt x="0" y="0"/>
                </a:moveTo>
                <a:lnTo>
                  <a:pt x="188243" y="57913"/>
                </a:lnTo>
              </a:path>
            </a:pathLst>
          </a:custGeom>
          <a:noFill/>
          <a:ln w="6948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602" name="lumia-token-stream-curve">
            <a:extLst>
              <a:ext uri="{FF2B5EF4-FFF2-40B4-BE49-F238E27FC236}">
                <a16:creationId xmlns:a16="http://schemas.microsoft.com/office/drawing/2014/main" id="{BEF4EDEB-BDBC-4ED7-81CB-EA60FC754BC9}"/>
              </a:ext>
            </a:extLst>
          </p:cNvPr>
          <p:cNvSpPr>
            <a:spLocks noGrp="1"/>
          </p:cNvSpPr>
          <p:nvPr/>
        </p:nvSpPr>
        <p:spPr>
          <a:xfrm>
            <a:off x="392737" y="6121184"/>
            <a:ext cx="193335" cy="49574"/>
          </a:xfrm>
          <a:custGeom>
            <a:avLst/>
            <a:gdLst/>
            <a:ahLst/>
            <a:cxnLst/>
            <a:rect l="0" t="0" r="0" b="0"/>
            <a:pathLst>
              <a:path w="193335" h="49574">
                <a:moveTo>
                  <a:pt x="0" y="0"/>
                </a:moveTo>
                <a:lnTo>
                  <a:pt x="193335" y="49574"/>
                </a:lnTo>
              </a:path>
            </a:pathLst>
          </a:custGeom>
          <a:noFill/>
          <a:ln w="6948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603" name="lumia-token-stream-curve">
            <a:extLst>
              <a:ext uri="{FF2B5EF4-FFF2-40B4-BE49-F238E27FC236}">
                <a16:creationId xmlns:a16="http://schemas.microsoft.com/office/drawing/2014/main" id="{2B095F01-D4ED-4E79-8B0F-A34806E0327F}"/>
              </a:ext>
            </a:extLst>
          </p:cNvPr>
          <p:cNvSpPr>
            <a:spLocks noGrp="1"/>
          </p:cNvSpPr>
          <p:nvPr/>
        </p:nvSpPr>
        <p:spPr>
          <a:xfrm>
            <a:off x="586071" y="6170758"/>
            <a:ext cx="198318" cy="39833"/>
          </a:xfrm>
          <a:custGeom>
            <a:avLst/>
            <a:gdLst/>
            <a:ahLst/>
            <a:cxnLst/>
            <a:rect l="0" t="0" r="0" b="0"/>
            <a:pathLst>
              <a:path w="198318" h="39833">
                <a:moveTo>
                  <a:pt x="0" y="0"/>
                </a:moveTo>
                <a:lnTo>
                  <a:pt x="198318" y="39833"/>
                </a:lnTo>
              </a:path>
            </a:pathLst>
          </a:custGeom>
          <a:noFill/>
          <a:ln w="6948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604" name="lumia-token-stream-curve">
            <a:extLst>
              <a:ext uri="{FF2B5EF4-FFF2-40B4-BE49-F238E27FC236}">
                <a16:creationId xmlns:a16="http://schemas.microsoft.com/office/drawing/2014/main" id="{AFDFD234-725F-413A-9802-68F70696C352}"/>
              </a:ext>
            </a:extLst>
          </p:cNvPr>
          <p:cNvSpPr>
            <a:spLocks noGrp="1"/>
          </p:cNvSpPr>
          <p:nvPr/>
        </p:nvSpPr>
        <p:spPr>
          <a:xfrm>
            <a:off x="784390" y="6210591"/>
            <a:ext cx="203195" cy="29001"/>
          </a:xfrm>
          <a:custGeom>
            <a:avLst/>
            <a:gdLst/>
            <a:ahLst/>
            <a:cxnLst/>
            <a:rect l="0" t="0" r="0" b="0"/>
            <a:pathLst>
              <a:path w="203195" h="29001">
                <a:moveTo>
                  <a:pt x="0" y="0"/>
                </a:moveTo>
                <a:lnTo>
                  <a:pt x="203195" y="29001"/>
                </a:lnTo>
              </a:path>
            </a:pathLst>
          </a:custGeom>
          <a:noFill/>
          <a:ln w="6948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605" name="lumia-token-stream-curve">
            <a:extLst>
              <a:ext uri="{FF2B5EF4-FFF2-40B4-BE49-F238E27FC236}">
                <a16:creationId xmlns:a16="http://schemas.microsoft.com/office/drawing/2014/main" id="{9DEE21E7-9C95-4E13-B739-CD86D191A6D4}"/>
              </a:ext>
            </a:extLst>
          </p:cNvPr>
          <p:cNvSpPr>
            <a:spLocks noGrp="1"/>
          </p:cNvSpPr>
          <p:nvPr/>
        </p:nvSpPr>
        <p:spPr>
          <a:xfrm>
            <a:off x="987584" y="6239592"/>
            <a:ext cx="207964" cy="17530"/>
          </a:xfrm>
          <a:custGeom>
            <a:avLst/>
            <a:gdLst/>
            <a:ahLst/>
            <a:cxnLst/>
            <a:rect l="0" t="0" r="0" b="0"/>
            <a:pathLst>
              <a:path w="207964" h="17530">
                <a:moveTo>
                  <a:pt x="0" y="0"/>
                </a:moveTo>
                <a:lnTo>
                  <a:pt x="207964" y="17530"/>
                </a:lnTo>
              </a:path>
            </a:pathLst>
          </a:custGeom>
          <a:noFill/>
          <a:ln w="6948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606" name="lumia-token-stream-curve">
            <a:extLst>
              <a:ext uri="{FF2B5EF4-FFF2-40B4-BE49-F238E27FC236}">
                <a16:creationId xmlns:a16="http://schemas.microsoft.com/office/drawing/2014/main" id="{4CCCFE91-9C4C-401C-8919-62685A163258}"/>
              </a:ext>
            </a:extLst>
          </p:cNvPr>
          <p:cNvSpPr>
            <a:spLocks noGrp="1"/>
          </p:cNvSpPr>
          <p:nvPr/>
        </p:nvSpPr>
        <p:spPr>
          <a:xfrm>
            <a:off x="1195548" y="6257122"/>
            <a:ext cx="212625" cy="9525"/>
          </a:xfrm>
          <a:custGeom>
            <a:avLst/>
            <a:gdLst/>
            <a:ahLst/>
            <a:cxnLst/>
            <a:rect l="0" t="0" r="0" b="0"/>
            <a:pathLst>
              <a:path w="212625" h="9525">
                <a:moveTo>
                  <a:pt x="0" y="0"/>
                </a:moveTo>
                <a:lnTo>
                  <a:pt x="212625" y="5996"/>
                </a:lnTo>
              </a:path>
            </a:pathLst>
          </a:custGeom>
          <a:noFill/>
          <a:ln w="6948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607" name="lumia-token-stream-curve">
            <a:extLst>
              <a:ext uri="{FF2B5EF4-FFF2-40B4-BE49-F238E27FC236}">
                <a16:creationId xmlns:a16="http://schemas.microsoft.com/office/drawing/2014/main" id="{E2DECC1C-3339-4968-AFEC-24FE15759E52}"/>
              </a:ext>
            </a:extLst>
          </p:cNvPr>
          <p:cNvSpPr>
            <a:spLocks noGrp="1"/>
          </p:cNvSpPr>
          <p:nvPr/>
        </p:nvSpPr>
        <p:spPr>
          <a:xfrm>
            <a:off x="1408173" y="6258186"/>
            <a:ext cx="217179" cy="9525"/>
          </a:xfrm>
          <a:custGeom>
            <a:avLst/>
            <a:gdLst/>
            <a:ahLst/>
            <a:cxnLst/>
            <a:rect l="0" t="0" r="0" b="0"/>
            <a:pathLst>
              <a:path w="217179" h="9525">
                <a:moveTo>
                  <a:pt x="0" y="4932"/>
                </a:moveTo>
                <a:lnTo>
                  <a:pt x="217179" y="0"/>
                </a:lnTo>
              </a:path>
            </a:pathLst>
          </a:custGeom>
          <a:noFill/>
          <a:ln w="6948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608" name="lumia-token-stream-curve">
            <a:extLst>
              <a:ext uri="{FF2B5EF4-FFF2-40B4-BE49-F238E27FC236}">
                <a16:creationId xmlns:a16="http://schemas.microsoft.com/office/drawing/2014/main" id="{63BF2C44-69D5-4A57-92B0-B99D5CE5F89B}"/>
              </a:ext>
            </a:extLst>
          </p:cNvPr>
          <p:cNvSpPr>
            <a:spLocks noGrp="1"/>
          </p:cNvSpPr>
          <p:nvPr/>
        </p:nvSpPr>
        <p:spPr>
          <a:xfrm>
            <a:off x="1625352" y="6243637"/>
            <a:ext cx="221626" cy="14549"/>
          </a:xfrm>
          <a:custGeom>
            <a:avLst/>
            <a:gdLst/>
            <a:ahLst/>
            <a:cxnLst/>
            <a:rect l="0" t="0" r="0" b="0"/>
            <a:pathLst>
              <a:path w="221626" h="14549">
                <a:moveTo>
                  <a:pt x="0" y="14549"/>
                </a:moveTo>
                <a:lnTo>
                  <a:pt x="221626" y="0"/>
                </a:lnTo>
              </a:path>
            </a:pathLst>
          </a:custGeom>
          <a:noFill/>
          <a:ln w="6948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609" name="lumia-token-stream-curve">
            <a:extLst>
              <a:ext uri="{FF2B5EF4-FFF2-40B4-BE49-F238E27FC236}">
                <a16:creationId xmlns:a16="http://schemas.microsoft.com/office/drawing/2014/main" id="{B196A4F5-E410-47B7-9021-29200101C886}"/>
              </a:ext>
            </a:extLst>
          </p:cNvPr>
          <p:cNvSpPr>
            <a:spLocks noGrp="1"/>
          </p:cNvSpPr>
          <p:nvPr/>
        </p:nvSpPr>
        <p:spPr>
          <a:xfrm>
            <a:off x="1846978" y="6221459"/>
            <a:ext cx="225966" cy="22178"/>
          </a:xfrm>
          <a:custGeom>
            <a:avLst/>
            <a:gdLst/>
            <a:ahLst/>
            <a:cxnLst/>
            <a:rect l="0" t="0" r="0" b="0"/>
            <a:pathLst>
              <a:path w="225966" h="22178">
                <a:moveTo>
                  <a:pt x="0" y="22178"/>
                </a:moveTo>
                <a:lnTo>
                  <a:pt x="225966" y="0"/>
                </a:lnTo>
              </a:path>
            </a:pathLst>
          </a:custGeom>
          <a:noFill/>
          <a:ln w="6948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610" name="lumia-token-stream-curve">
            <a:extLst>
              <a:ext uri="{FF2B5EF4-FFF2-40B4-BE49-F238E27FC236}">
                <a16:creationId xmlns:a16="http://schemas.microsoft.com/office/drawing/2014/main" id="{31BAE2D4-A648-4C75-9CBA-0426049BF5B1}"/>
              </a:ext>
            </a:extLst>
          </p:cNvPr>
          <p:cNvSpPr>
            <a:spLocks noGrp="1"/>
          </p:cNvSpPr>
          <p:nvPr/>
        </p:nvSpPr>
        <p:spPr>
          <a:xfrm>
            <a:off x="2072944" y="6194214"/>
            <a:ext cx="230198" cy="27245"/>
          </a:xfrm>
          <a:custGeom>
            <a:avLst/>
            <a:gdLst/>
            <a:ahLst/>
            <a:cxnLst/>
            <a:rect l="0" t="0" r="0" b="0"/>
            <a:pathLst>
              <a:path w="230198" h="27245">
                <a:moveTo>
                  <a:pt x="0" y="27245"/>
                </a:moveTo>
                <a:lnTo>
                  <a:pt x="230198" y="0"/>
                </a:lnTo>
              </a:path>
            </a:pathLst>
          </a:custGeom>
          <a:noFill/>
          <a:ln w="6948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611" name="lumia-token-stream-curve">
            <a:extLst>
              <a:ext uri="{FF2B5EF4-FFF2-40B4-BE49-F238E27FC236}">
                <a16:creationId xmlns:a16="http://schemas.microsoft.com/office/drawing/2014/main" id="{2C4E52F9-0E71-4158-9B69-103C0C48D6E0}"/>
              </a:ext>
            </a:extLst>
          </p:cNvPr>
          <p:cNvSpPr>
            <a:spLocks noGrp="1"/>
          </p:cNvSpPr>
          <p:nvPr/>
        </p:nvSpPr>
        <p:spPr>
          <a:xfrm>
            <a:off x="2303142" y="6164854"/>
            <a:ext cx="234323" cy="29360"/>
          </a:xfrm>
          <a:custGeom>
            <a:avLst/>
            <a:gdLst/>
            <a:ahLst/>
            <a:cxnLst/>
            <a:rect l="0" t="0" r="0" b="0"/>
            <a:pathLst>
              <a:path w="234323" h="29360">
                <a:moveTo>
                  <a:pt x="0" y="29360"/>
                </a:moveTo>
                <a:lnTo>
                  <a:pt x="234323" y="0"/>
                </a:lnTo>
              </a:path>
            </a:pathLst>
          </a:custGeom>
          <a:noFill/>
          <a:ln w="6948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612" name="lumia-token-stream-curve">
            <a:extLst>
              <a:ext uri="{FF2B5EF4-FFF2-40B4-BE49-F238E27FC236}">
                <a16:creationId xmlns:a16="http://schemas.microsoft.com/office/drawing/2014/main" id="{334B2D82-1C05-480D-ABEE-5A3ABF34523D}"/>
              </a:ext>
            </a:extLst>
          </p:cNvPr>
          <p:cNvSpPr>
            <a:spLocks noGrp="1"/>
          </p:cNvSpPr>
          <p:nvPr/>
        </p:nvSpPr>
        <p:spPr>
          <a:xfrm>
            <a:off x="2537464" y="6136468"/>
            <a:ext cx="238340" cy="28386"/>
          </a:xfrm>
          <a:custGeom>
            <a:avLst/>
            <a:gdLst/>
            <a:ahLst/>
            <a:cxnLst/>
            <a:rect l="0" t="0" r="0" b="0"/>
            <a:pathLst>
              <a:path w="238340" h="28386">
                <a:moveTo>
                  <a:pt x="0" y="28386"/>
                </a:moveTo>
                <a:lnTo>
                  <a:pt x="238340" y="0"/>
                </a:lnTo>
              </a:path>
            </a:pathLst>
          </a:custGeom>
          <a:noFill/>
          <a:ln w="6948">
            <a:solidFill>
              <a:srgbClr val="623C8F">
                <a:alpha val="10000"/>
              </a:srgbClr>
            </a:solidFill>
            <a:prstDash val="solid"/>
          </a:ln>
        </p:spPr>
      </p:sp>
      <p:sp>
        <p:nvSpPr>
          <p:cNvPr id="613" name="lumia-token-stream-curve">
            <a:extLst>
              <a:ext uri="{FF2B5EF4-FFF2-40B4-BE49-F238E27FC236}">
                <a16:creationId xmlns:a16="http://schemas.microsoft.com/office/drawing/2014/main" id="{9CA0A17A-E97E-4A81-81C1-74F04DA74C76}"/>
              </a:ext>
            </a:extLst>
          </p:cNvPr>
          <p:cNvSpPr>
            <a:spLocks noGrp="1"/>
          </p:cNvSpPr>
          <p:nvPr/>
        </p:nvSpPr>
        <p:spPr>
          <a:xfrm>
            <a:off x="2775804" y="6111976"/>
            <a:ext cx="242250" cy="24492"/>
          </a:xfrm>
          <a:custGeom>
            <a:avLst/>
            <a:gdLst/>
            <a:ahLst/>
            <a:cxnLst/>
            <a:rect l="0" t="0" r="0" b="0"/>
            <a:pathLst>
              <a:path w="242250" h="24492">
                <a:moveTo>
                  <a:pt x="0" y="24492"/>
                </a:moveTo>
                <a:lnTo>
                  <a:pt x="242250" y="0"/>
                </a:lnTo>
              </a:path>
            </a:pathLst>
          </a:custGeom>
          <a:noFill/>
          <a:ln w="6948">
            <a:solidFill>
              <a:srgbClr val="6F3C86">
                <a:alpha val="10000"/>
              </a:srgbClr>
            </a:solidFill>
            <a:prstDash val="solid"/>
          </a:ln>
        </p:spPr>
      </p:sp>
      <p:sp>
        <p:nvSpPr>
          <p:cNvPr id="614" name="lumia-token-stream-curve">
            <a:extLst>
              <a:ext uri="{FF2B5EF4-FFF2-40B4-BE49-F238E27FC236}">
                <a16:creationId xmlns:a16="http://schemas.microsoft.com/office/drawing/2014/main" id="{8EE72076-9BBD-464E-B615-9C6A444F1CBC}"/>
              </a:ext>
            </a:extLst>
          </p:cNvPr>
          <p:cNvSpPr>
            <a:spLocks noGrp="1"/>
          </p:cNvSpPr>
          <p:nvPr/>
        </p:nvSpPr>
        <p:spPr>
          <a:xfrm>
            <a:off x="3018054" y="6093794"/>
            <a:ext cx="246052" cy="18182"/>
          </a:xfrm>
          <a:custGeom>
            <a:avLst/>
            <a:gdLst/>
            <a:ahLst/>
            <a:cxnLst/>
            <a:rect l="0" t="0" r="0" b="0"/>
            <a:pathLst>
              <a:path w="246052" h="18182">
                <a:moveTo>
                  <a:pt x="0" y="18182"/>
                </a:moveTo>
                <a:lnTo>
                  <a:pt x="246052" y="0"/>
                </a:lnTo>
              </a:path>
            </a:pathLst>
          </a:custGeom>
          <a:noFill/>
          <a:ln w="6948">
            <a:solidFill>
              <a:srgbClr val="7C3D7E">
                <a:alpha val="10000"/>
              </a:srgbClr>
            </a:solidFill>
            <a:prstDash val="solid"/>
          </a:ln>
        </p:spPr>
      </p:sp>
      <p:sp>
        <p:nvSpPr>
          <p:cNvPr id="615" name="lumia-token-stream-curve">
            <a:extLst>
              <a:ext uri="{FF2B5EF4-FFF2-40B4-BE49-F238E27FC236}">
                <a16:creationId xmlns:a16="http://schemas.microsoft.com/office/drawing/2014/main" id="{BA40A009-61FA-4F24-AF93-1EFD2D12F51E}"/>
              </a:ext>
            </a:extLst>
          </p:cNvPr>
          <p:cNvSpPr>
            <a:spLocks noGrp="1"/>
          </p:cNvSpPr>
          <p:nvPr/>
        </p:nvSpPr>
        <p:spPr>
          <a:xfrm>
            <a:off x="3264107" y="6083517"/>
            <a:ext cx="249748" cy="10277"/>
          </a:xfrm>
          <a:custGeom>
            <a:avLst/>
            <a:gdLst/>
            <a:ahLst/>
            <a:cxnLst/>
            <a:rect l="0" t="0" r="0" b="0"/>
            <a:pathLst>
              <a:path w="249748" h="10277">
                <a:moveTo>
                  <a:pt x="0" y="10277"/>
                </a:moveTo>
                <a:lnTo>
                  <a:pt x="249748" y="0"/>
                </a:lnTo>
              </a:path>
            </a:pathLst>
          </a:custGeom>
          <a:noFill/>
          <a:ln w="6948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616" name="lumia-token-stream-curve">
            <a:extLst>
              <a:ext uri="{FF2B5EF4-FFF2-40B4-BE49-F238E27FC236}">
                <a16:creationId xmlns:a16="http://schemas.microsoft.com/office/drawing/2014/main" id="{0060D3F3-C4F6-4282-A1B3-70765A26FCA7}"/>
              </a:ext>
            </a:extLst>
          </p:cNvPr>
          <p:cNvSpPr>
            <a:spLocks noGrp="1"/>
          </p:cNvSpPr>
          <p:nvPr/>
        </p:nvSpPr>
        <p:spPr>
          <a:xfrm>
            <a:off x="3513854" y="6081651"/>
            <a:ext cx="253336" cy="9525"/>
          </a:xfrm>
          <a:custGeom>
            <a:avLst/>
            <a:gdLst/>
            <a:ahLst/>
            <a:cxnLst/>
            <a:rect l="0" t="0" r="0" b="0"/>
            <a:pathLst>
              <a:path w="253336" h="9525">
                <a:moveTo>
                  <a:pt x="0" y="1867"/>
                </a:moveTo>
                <a:lnTo>
                  <a:pt x="253336" y="0"/>
                </a:lnTo>
              </a:path>
            </a:pathLst>
          </a:custGeom>
          <a:noFill/>
          <a:ln w="6949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617" name="lumia-token-stream-curve">
            <a:extLst>
              <a:ext uri="{FF2B5EF4-FFF2-40B4-BE49-F238E27FC236}">
                <a16:creationId xmlns:a16="http://schemas.microsoft.com/office/drawing/2014/main" id="{25E6C3A9-7D36-4FFC-9BB9-E22006BD9DFF}"/>
              </a:ext>
            </a:extLst>
          </p:cNvPr>
          <p:cNvSpPr>
            <a:spLocks noGrp="1"/>
          </p:cNvSpPr>
          <p:nvPr/>
        </p:nvSpPr>
        <p:spPr>
          <a:xfrm>
            <a:off x="3767190" y="6081651"/>
            <a:ext cx="256816" cy="9525"/>
          </a:xfrm>
          <a:custGeom>
            <a:avLst/>
            <a:gdLst/>
            <a:ahLst/>
            <a:cxnLst/>
            <a:rect l="0" t="0" r="0" b="0"/>
            <a:pathLst>
              <a:path w="256816" h="9525">
                <a:moveTo>
                  <a:pt x="0" y="0"/>
                </a:moveTo>
                <a:lnTo>
                  <a:pt x="256816" y="5788"/>
                </a:lnTo>
              </a:path>
            </a:pathLst>
          </a:custGeom>
          <a:noFill/>
          <a:ln w="6970">
            <a:solidFill>
              <a:srgbClr val="A33F64">
                <a:alpha val="11000"/>
              </a:srgbClr>
            </a:solidFill>
            <a:prstDash val="solid"/>
          </a:ln>
        </p:spPr>
      </p:sp>
      <p:sp>
        <p:nvSpPr>
          <p:cNvPr id="618" name="lumia-token-stream-curve">
            <a:extLst>
              <a:ext uri="{FF2B5EF4-FFF2-40B4-BE49-F238E27FC236}">
                <a16:creationId xmlns:a16="http://schemas.microsoft.com/office/drawing/2014/main" id="{9F38B03F-C455-4F66-A7F3-5432535C5C5F}"/>
              </a:ext>
            </a:extLst>
          </p:cNvPr>
          <p:cNvSpPr>
            <a:spLocks noGrp="1"/>
          </p:cNvSpPr>
          <p:nvPr/>
        </p:nvSpPr>
        <p:spPr>
          <a:xfrm>
            <a:off x="4024006" y="6087439"/>
            <a:ext cx="260189" cy="11387"/>
          </a:xfrm>
          <a:custGeom>
            <a:avLst/>
            <a:gdLst/>
            <a:ahLst/>
            <a:cxnLst/>
            <a:rect l="0" t="0" r="0" b="0"/>
            <a:pathLst>
              <a:path w="260189" h="11387">
                <a:moveTo>
                  <a:pt x="0" y="0"/>
                </a:moveTo>
                <a:lnTo>
                  <a:pt x="260189" y="11387"/>
                </a:lnTo>
              </a:path>
            </a:pathLst>
          </a:custGeom>
          <a:noFill/>
          <a:ln w="7018">
            <a:solidFill>
              <a:srgbClr val="B0405B">
                <a:alpha val="11000"/>
              </a:srgbClr>
            </a:solidFill>
            <a:prstDash val="solid"/>
          </a:ln>
        </p:spPr>
      </p:sp>
      <p:sp>
        <p:nvSpPr>
          <p:cNvPr id="619" name="lumia-token-stream-curve">
            <a:extLst>
              <a:ext uri="{FF2B5EF4-FFF2-40B4-BE49-F238E27FC236}">
                <a16:creationId xmlns:a16="http://schemas.microsoft.com/office/drawing/2014/main" id="{8538B5B2-77A5-4CEC-A262-657B7C95A0A9}"/>
              </a:ext>
            </a:extLst>
          </p:cNvPr>
          <p:cNvSpPr>
            <a:spLocks noGrp="1"/>
          </p:cNvSpPr>
          <p:nvPr/>
        </p:nvSpPr>
        <p:spPr>
          <a:xfrm>
            <a:off x="4284195" y="6098826"/>
            <a:ext cx="263455" cy="13743"/>
          </a:xfrm>
          <a:custGeom>
            <a:avLst/>
            <a:gdLst/>
            <a:ahLst/>
            <a:cxnLst/>
            <a:rect l="0" t="0" r="0" b="0"/>
            <a:pathLst>
              <a:path w="263455" h="13743">
                <a:moveTo>
                  <a:pt x="0" y="0"/>
                </a:moveTo>
                <a:lnTo>
                  <a:pt x="263455" y="13743"/>
                </a:lnTo>
              </a:path>
            </a:pathLst>
          </a:custGeom>
          <a:noFill/>
          <a:ln w="7091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620" name="lumia-token-stream-curve">
            <a:extLst>
              <a:ext uri="{FF2B5EF4-FFF2-40B4-BE49-F238E27FC236}">
                <a16:creationId xmlns:a16="http://schemas.microsoft.com/office/drawing/2014/main" id="{D2F64CCF-ED8C-4D72-A230-E01C340BC607}"/>
              </a:ext>
            </a:extLst>
          </p:cNvPr>
          <p:cNvSpPr>
            <a:spLocks noGrp="1"/>
          </p:cNvSpPr>
          <p:nvPr/>
        </p:nvSpPr>
        <p:spPr>
          <a:xfrm>
            <a:off x="4547650" y="6112569"/>
            <a:ext cx="266613" cy="11946"/>
          </a:xfrm>
          <a:custGeom>
            <a:avLst/>
            <a:gdLst/>
            <a:ahLst/>
            <a:cxnLst/>
            <a:rect l="0" t="0" r="0" b="0"/>
            <a:pathLst>
              <a:path w="266613" h="11946">
                <a:moveTo>
                  <a:pt x="0" y="0"/>
                </a:moveTo>
                <a:lnTo>
                  <a:pt x="266613" y="11946"/>
                </a:lnTo>
              </a:path>
            </a:pathLst>
          </a:custGeom>
          <a:noFill/>
          <a:ln w="7187">
            <a:solidFill>
              <a:srgbClr val="CA414A">
                <a:alpha val="12000"/>
              </a:srgbClr>
            </a:solidFill>
            <a:prstDash val="solid"/>
          </a:ln>
        </p:spPr>
      </p:sp>
      <p:sp>
        <p:nvSpPr>
          <p:cNvPr id="621" name="lumia-token-stream-curve">
            <a:extLst>
              <a:ext uri="{FF2B5EF4-FFF2-40B4-BE49-F238E27FC236}">
                <a16:creationId xmlns:a16="http://schemas.microsoft.com/office/drawing/2014/main" id="{41942CCD-8523-4395-A308-5945F8E99339}"/>
              </a:ext>
            </a:extLst>
          </p:cNvPr>
          <p:cNvSpPr>
            <a:spLocks noGrp="1"/>
          </p:cNvSpPr>
          <p:nvPr/>
        </p:nvSpPr>
        <p:spPr>
          <a:xfrm>
            <a:off x="4814263" y="6124514"/>
            <a:ext cx="269664" cy="9525"/>
          </a:xfrm>
          <a:custGeom>
            <a:avLst/>
            <a:gdLst/>
            <a:ahLst/>
            <a:cxnLst/>
            <a:rect l="0" t="0" r="0" b="0"/>
            <a:pathLst>
              <a:path w="269664" h="9525">
                <a:moveTo>
                  <a:pt x="0" y="0"/>
                </a:moveTo>
                <a:lnTo>
                  <a:pt x="269664" y="5506"/>
                </a:lnTo>
              </a:path>
            </a:pathLst>
          </a:custGeom>
          <a:noFill/>
          <a:ln w="7303">
            <a:solidFill>
              <a:srgbClr val="D74242">
                <a:alpha val="12000"/>
              </a:srgbClr>
            </a:solidFill>
            <a:prstDash val="solid"/>
          </a:ln>
        </p:spPr>
      </p:sp>
      <p:sp>
        <p:nvSpPr>
          <p:cNvPr id="622" name="lumia-token-stream-curve">
            <a:extLst>
              <a:ext uri="{FF2B5EF4-FFF2-40B4-BE49-F238E27FC236}">
                <a16:creationId xmlns:a16="http://schemas.microsoft.com/office/drawing/2014/main" id="{DD0DD45F-0C17-40A4-8A5B-638BA41A9EB5}"/>
              </a:ext>
            </a:extLst>
          </p:cNvPr>
          <p:cNvSpPr>
            <a:spLocks noGrp="1"/>
          </p:cNvSpPr>
          <p:nvPr/>
        </p:nvSpPr>
        <p:spPr>
          <a:xfrm>
            <a:off x="5083927" y="6124484"/>
            <a:ext cx="272608" cy="9525"/>
          </a:xfrm>
          <a:custGeom>
            <a:avLst/>
            <a:gdLst/>
            <a:ahLst/>
            <a:cxnLst/>
            <a:rect l="0" t="0" r="0" b="0"/>
            <a:pathLst>
              <a:path w="272608" h="9525">
                <a:moveTo>
                  <a:pt x="0" y="5537"/>
                </a:moveTo>
                <a:lnTo>
                  <a:pt x="272608" y="0"/>
                </a:lnTo>
              </a:path>
            </a:pathLst>
          </a:custGeom>
          <a:noFill/>
          <a:ln w="7438">
            <a:solidFill>
              <a:srgbClr val="E44339">
                <a:alpha val="13000"/>
              </a:srgbClr>
            </a:solidFill>
            <a:prstDash val="solid"/>
          </a:ln>
        </p:spPr>
      </p:sp>
      <p:sp>
        <p:nvSpPr>
          <p:cNvPr id="623" name="lumia-token-stream-curve">
            <a:extLst>
              <a:ext uri="{FF2B5EF4-FFF2-40B4-BE49-F238E27FC236}">
                <a16:creationId xmlns:a16="http://schemas.microsoft.com/office/drawing/2014/main" id="{D88DE5F9-0CCD-4FE2-8370-BAA6ECF5C8A7}"/>
              </a:ext>
            </a:extLst>
          </p:cNvPr>
          <p:cNvSpPr>
            <a:spLocks noGrp="1"/>
          </p:cNvSpPr>
          <p:nvPr/>
        </p:nvSpPr>
        <p:spPr>
          <a:xfrm>
            <a:off x="5356535" y="6103914"/>
            <a:ext cx="275444" cy="20570"/>
          </a:xfrm>
          <a:custGeom>
            <a:avLst/>
            <a:gdLst/>
            <a:ahLst/>
            <a:cxnLst/>
            <a:rect l="0" t="0" r="0" b="0"/>
            <a:pathLst>
              <a:path w="275444" h="20570">
                <a:moveTo>
                  <a:pt x="0" y="20570"/>
                </a:moveTo>
                <a:lnTo>
                  <a:pt x="275444" y="0"/>
                </a:lnTo>
              </a:path>
            </a:pathLst>
          </a:custGeom>
          <a:noFill/>
          <a:ln w="7590">
            <a:solidFill>
              <a:srgbClr val="EB4833">
                <a:alpha val="13000"/>
              </a:srgbClr>
            </a:solidFill>
            <a:prstDash val="solid"/>
          </a:ln>
        </p:spPr>
      </p:sp>
      <p:sp>
        <p:nvSpPr>
          <p:cNvPr id="624" name="lumia-token-stream-curve">
            <a:extLst>
              <a:ext uri="{FF2B5EF4-FFF2-40B4-BE49-F238E27FC236}">
                <a16:creationId xmlns:a16="http://schemas.microsoft.com/office/drawing/2014/main" id="{A28A0801-C674-449B-B5E5-EAD0A81D99C5}"/>
              </a:ext>
            </a:extLst>
          </p:cNvPr>
          <p:cNvSpPr>
            <a:spLocks noGrp="1"/>
          </p:cNvSpPr>
          <p:nvPr/>
        </p:nvSpPr>
        <p:spPr>
          <a:xfrm>
            <a:off x="5631980" y="6065481"/>
            <a:ext cx="278173" cy="38432"/>
          </a:xfrm>
          <a:custGeom>
            <a:avLst/>
            <a:gdLst/>
            <a:ahLst/>
            <a:cxnLst/>
            <a:rect l="0" t="0" r="0" b="0"/>
            <a:pathLst>
              <a:path w="278173" h="38432">
                <a:moveTo>
                  <a:pt x="0" y="38432"/>
                </a:moveTo>
                <a:lnTo>
                  <a:pt x="278173" y="0"/>
                </a:lnTo>
              </a:path>
            </a:pathLst>
          </a:custGeom>
          <a:noFill/>
          <a:ln w="7756">
            <a:solidFill>
              <a:srgbClr val="EC532F">
                <a:alpha val="14000"/>
              </a:srgbClr>
            </a:solidFill>
            <a:prstDash val="solid"/>
          </a:ln>
        </p:spPr>
      </p:sp>
      <p:sp>
        <p:nvSpPr>
          <p:cNvPr id="625" name="lumia-token-stream-curve">
            <a:extLst>
              <a:ext uri="{FF2B5EF4-FFF2-40B4-BE49-F238E27FC236}">
                <a16:creationId xmlns:a16="http://schemas.microsoft.com/office/drawing/2014/main" id="{883E2D58-ED2A-48AA-8655-25C8E37DF965}"/>
              </a:ext>
            </a:extLst>
          </p:cNvPr>
          <p:cNvSpPr>
            <a:spLocks noGrp="1"/>
          </p:cNvSpPr>
          <p:nvPr/>
        </p:nvSpPr>
        <p:spPr>
          <a:xfrm>
            <a:off x="5910153" y="6007963"/>
            <a:ext cx="280795" cy="57518"/>
          </a:xfrm>
          <a:custGeom>
            <a:avLst/>
            <a:gdLst/>
            <a:ahLst/>
            <a:cxnLst/>
            <a:rect l="0" t="0" r="0" b="0"/>
            <a:pathLst>
              <a:path w="280795" h="57518">
                <a:moveTo>
                  <a:pt x="0" y="57518"/>
                </a:moveTo>
                <a:lnTo>
                  <a:pt x="280795" y="0"/>
                </a:lnTo>
              </a:path>
            </a:pathLst>
          </a:custGeom>
          <a:noFill/>
          <a:ln w="7935">
            <a:solidFill>
              <a:srgbClr val="EE5E2A">
                <a:alpha val="14000"/>
              </a:srgbClr>
            </a:solidFill>
            <a:prstDash val="solid"/>
          </a:ln>
        </p:spPr>
      </p:sp>
      <p:sp>
        <p:nvSpPr>
          <p:cNvPr id="626" name="lumia-token-stream-curve">
            <a:extLst>
              <a:ext uri="{FF2B5EF4-FFF2-40B4-BE49-F238E27FC236}">
                <a16:creationId xmlns:a16="http://schemas.microsoft.com/office/drawing/2014/main" id="{EC9461E7-C732-4F88-9433-7E02148AB519}"/>
              </a:ext>
            </a:extLst>
          </p:cNvPr>
          <p:cNvSpPr>
            <a:spLocks noGrp="1"/>
          </p:cNvSpPr>
          <p:nvPr/>
        </p:nvSpPr>
        <p:spPr>
          <a:xfrm>
            <a:off x="6190947" y="5932002"/>
            <a:ext cx="283309" cy="75961"/>
          </a:xfrm>
          <a:custGeom>
            <a:avLst/>
            <a:gdLst/>
            <a:ahLst/>
            <a:cxnLst/>
            <a:rect l="0" t="0" r="0" b="0"/>
            <a:pathLst>
              <a:path w="283309" h="75961">
                <a:moveTo>
                  <a:pt x="0" y="75961"/>
                </a:moveTo>
                <a:lnTo>
                  <a:pt x="283309" y="0"/>
                </a:lnTo>
              </a:path>
            </a:pathLst>
          </a:custGeom>
          <a:noFill/>
          <a:ln w="8125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627" name="lumia-token-stream-curve">
            <a:extLst>
              <a:ext uri="{FF2B5EF4-FFF2-40B4-BE49-F238E27FC236}">
                <a16:creationId xmlns:a16="http://schemas.microsoft.com/office/drawing/2014/main" id="{6D0123E3-7EEC-451B-BA07-84DC3EBA70F3}"/>
              </a:ext>
            </a:extLst>
          </p:cNvPr>
          <p:cNvSpPr>
            <a:spLocks noGrp="1"/>
          </p:cNvSpPr>
          <p:nvPr/>
        </p:nvSpPr>
        <p:spPr>
          <a:xfrm>
            <a:off x="6474256" y="5840135"/>
            <a:ext cx="285715" cy="91867"/>
          </a:xfrm>
          <a:custGeom>
            <a:avLst/>
            <a:gdLst/>
            <a:ahLst/>
            <a:cxnLst/>
            <a:rect l="0" t="0" r="0" b="0"/>
            <a:pathLst>
              <a:path w="285715" h="91867">
                <a:moveTo>
                  <a:pt x="0" y="91867"/>
                </a:moveTo>
                <a:lnTo>
                  <a:pt x="285715" y="0"/>
                </a:lnTo>
              </a:path>
            </a:pathLst>
          </a:custGeom>
          <a:noFill/>
          <a:ln w="8324">
            <a:solidFill>
              <a:srgbClr val="F17322">
                <a:alpha val="15000"/>
              </a:srgbClr>
            </a:solidFill>
            <a:prstDash val="solid"/>
          </a:ln>
        </p:spPr>
      </p:sp>
      <p:sp>
        <p:nvSpPr>
          <p:cNvPr id="628" name="lumia-token-stream-curve">
            <a:extLst>
              <a:ext uri="{FF2B5EF4-FFF2-40B4-BE49-F238E27FC236}">
                <a16:creationId xmlns:a16="http://schemas.microsoft.com/office/drawing/2014/main" id="{FC2E675C-98DE-4705-8737-414BF6FC4C44}"/>
              </a:ext>
            </a:extLst>
          </p:cNvPr>
          <p:cNvSpPr>
            <a:spLocks noGrp="1"/>
          </p:cNvSpPr>
          <p:nvPr/>
        </p:nvSpPr>
        <p:spPr>
          <a:xfrm>
            <a:off x="6759971" y="5736559"/>
            <a:ext cx="288015" cy="103575"/>
          </a:xfrm>
          <a:custGeom>
            <a:avLst/>
            <a:gdLst/>
            <a:ahLst/>
            <a:cxnLst/>
            <a:rect l="0" t="0" r="0" b="0"/>
            <a:pathLst>
              <a:path w="288015" h="103575">
                <a:moveTo>
                  <a:pt x="0" y="103575"/>
                </a:moveTo>
                <a:lnTo>
                  <a:pt x="288015" y="0"/>
                </a:lnTo>
              </a:path>
            </a:pathLst>
          </a:custGeom>
          <a:noFill/>
          <a:ln w="8529">
            <a:solidFill>
              <a:srgbClr val="F27E1E">
                <a:alpha val="15000"/>
              </a:srgbClr>
            </a:solidFill>
            <a:prstDash val="solid"/>
          </a:ln>
        </p:spPr>
      </p:sp>
      <p:sp>
        <p:nvSpPr>
          <p:cNvPr id="629" name="lumia-token-stream-curve">
            <a:extLst>
              <a:ext uri="{FF2B5EF4-FFF2-40B4-BE49-F238E27FC236}">
                <a16:creationId xmlns:a16="http://schemas.microsoft.com/office/drawing/2014/main" id="{39442977-27C3-4DE0-9556-B76ABED14F46}"/>
              </a:ext>
            </a:extLst>
          </p:cNvPr>
          <p:cNvSpPr>
            <a:spLocks noGrp="1"/>
          </p:cNvSpPr>
          <p:nvPr/>
        </p:nvSpPr>
        <p:spPr>
          <a:xfrm>
            <a:off x="7047986" y="5626650"/>
            <a:ext cx="290207" cy="109909"/>
          </a:xfrm>
          <a:custGeom>
            <a:avLst/>
            <a:gdLst/>
            <a:ahLst/>
            <a:cxnLst/>
            <a:rect l="0" t="0" r="0" b="0"/>
            <a:pathLst>
              <a:path w="290207" h="109909">
                <a:moveTo>
                  <a:pt x="0" y="109909"/>
                </a:moveTo>
                <a:lnTo>
                  <a:pt x="290207" y="0"/>
                </a:lnTo>
              </a:path>
            </a:pathLst>
          </a:custGeom>
          <a:noFill/>
          <a:ln w="8740">
            <a:solidFill>
              <a:srgbClr val="F48919">
                <a:alpha val="16000"/>
              </a:srgbClr>
            </a:solidFill>
            <a:prstDash val="solid"/>
          </a:ln>
        </p:spPr>
      </p:sp>
      <p:sp>
        <p:nvSpPr>
          <p:cNvPr id="630" name="lumia-token-stream-curve">
            <a:extLst>
              <a:ext uri="{FF2B5EF4-FFF2-40B4-BE49-F238E27FC236}">
                <a16:creationId xmlns:a16="http://schemas.microsoft.com/office/drawing/2014/main" id="{099258C7-0CB3-4785-A743-F7F2C87393CE}"/>
              </a:ext>
            </a:extLst>
          </p:cNvPr>
          <p:cNvSpPr>
            <a:spLocks noGrp="1"/>
          </p:cNvSpPr>
          <p:nvPr/>
        </p:nvSpPr>
        <p:spPr>
          <a:xfrm>
            <a:off x="7338193" y="5516270"/>
            <a:ext cx="292291" cy="110380"/>
          </a:xfrm>
          <a:custGeom>
            <a:avLst/>
            <a:gdLst/>
            <a:ahLst/>
            <a:cxnLst/>
            <a:rect l="0" t="0" r="0" b="0"/>
            <a:pathLst>
              <a:path w="292291" h="110380">
                <a:moveTo>
                  <a:pt x="0" y="110380"/>
                </a:moveTo>
                <a:lnTo>
                  <a:pt x="292291" y="0"/>
                </a:lnTo>
              </a:path>
            </a:pathLst>
          </a:custGeom>
          <a:noFill/>
          <a:ln w="8953">
            <a:solidFill>
              <a:srgbClr val="F59415">
                <a:alpha val="16000"/>
              </a:srgbClr>
            </a:solidFill>
            <a:prstDash val="solid"/>
          </a:ln>
        </p:spPr>
      </p:sp>
      <p:sp>
        <p:nvSpPr>
          <p:cNvPr id="631" name="lumia-token-stream-curve">
            <a:extLst>
              <a:ext uri="{FF2B5EF4-FFF2-40B4-BE49-F238E27FC236}">
                <a16:creationId xmlns:a16="http://schemas.microsoft.com/office/drawing/2014/main" id="{0ABC57C9-936E-4E56-8770-D920ED8F00EE}"/>
              </a:ext>
            </a:extLst>
          </p:cNvPr>
          <p:cNvSpPr>
            <a:spLocks noGrp="1"/>
          </p:cNvSpPr>
          <p:nvPr/>
        </p:nvSpPr>
        <p:spPr>
          <a:xfrm>
            <a:off x="7630484" y="5410972"/>
            <a:ext cx="294269" cy="105299"/>
          </a:xfrm>
          <a:custGeom>
            <a:avLst/>
            <a:gdLst/>
            <a:ahLst/>
            <a:cxnLst/>
            <a:rect l="0" t="0" r="0" b="0"/>
            <a:pathLst>
              <a:path w="294269" h="105299">
                <a:moveTo>
                  <a:pt x="0" y="105299"/>
                </a:moveTo>
                <a:lnTo>
                  <a:pt x="294269" y="0"/>
                </a:lnTo>
              </a:path>
            </a:pathLst>
          </a:custGeom>
          <a:noFill/>
          <a:ln w="9166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632" name="lumia-token-stream-curve">
            <a:extLst>
              <a:ext uri="{FF2B5EF4-FFF2-40B4-BE49-F238E27FC236}">
                <a16:creationId xmlns:a16="http://schemas.microsoft.com/office/drawing/2014/main" id="{64C31987-2478-46CB-B874-D3EC8A4CC8AF}"/>
              </a:ext>
            </a:extLst>
          </p:cNvPr>
          <p:cNvSpPr>
            <a:spLocks noGrp="1"/>
          </p:cNvSpPr>
          <p:nvPr/>
        </p:nvSpPr>
        <p:spPr>
          <a:xfrm>
            <a:off x="7924753" y="5315186"/>
            <a:ext cx="296139" cy="95785"/>
          </a:xfrm>
          <a:custGeom>
            <a:avLst/>
            <a:gdLst/>
            <a:ahLst/>
            <a:cxnLst/>
            <a:rect l="0" t="0" r="0" b="0"/>
            <a:pathLst>
              <a:path w="296139" h="95785">
                <a:moveTo>
                  <a:pt x="0" y="95785"/>
                </a:moveTo>
                <a:lnTo>
                  <a:pt x="296139" y="0"/>
                </a:lnTo>
              </a:path>
            </a:pathLst>
          </a:custGeom>
          <a:noFill/>
          <a:ln w="9379">
            <a:solidFill>
              <a:srgbClr val="F8A90C">
                <a:alpha val="17000"/>
              </a:srgbClr>
            </a:solidFill>
            <a:prstDash val="solid"/>
          </a:ln>
        </p:spPr>
      </p:sp>
      <p:sp>
        <p:nvSpPr>
          <p:cNvPr id="633" name="lumia-token-stream-curve">
            <a:extLst>
              <a:ext uri="{FF2B5EF4-FFF2-40B4-BE49-F238E27FC236}">
                <a16:creationId xmlns:a16="http://schemas.microsoft.com/office/drawing/2014/main" id="{775B1276-CE84-416D-9210-1BDC12F97D1E}"/>
              </a:ext>
            </a:extLst>
          </p:cNvPr>
          <p:cNvSpPr>
            <a:spLocks noGrp="1"/>
          </p:cNvSpPr>
          <p:nvPr/>
        </p:nvSpPr>
        <p:spPr>
          <a:xfrm>
            <a:off x="8220892" y="5231537"/>
            <a:ext cx="297901" cy="83650"/>
          </a:xfrm>
          <a:custGeom>
            <a:avLst/>
            <a:gdLst/>
            <a:ahLst/>
            <a:cxnLst/>
            <a:rect l="0" t="0" r="0" b="0"/>
            <a:pathLst>
              <a:path w="297901" h="83650">
                <a:moveTo>
                  <a:pt x="0" y="83650"/>
                </a:moveTo>
                <a:lnTo>
                  <a:pt x="297901" y="0"/>
                </a:lnTo>
              </a:path>
            </a:pathLst>
          </a:custGeom>
          <a:noFill/>
          <a:ln w="9588">
            <a:solidFill>
              <a:srgbClr val="FAB408">
                <a:alpha val="18000"/>
              </a:srgbClr>
            </a:solidFill>
            <a:prstDash val="solid"/>
          </a:ln>
        </p:spPr>
      </p:sp>
      <p:sp>
        <p:nvSpPr>
          <p:cNvPr id="634" name="lumia-token-stream-curve">
            <a:extLst>
              <a:ext uri="{FF2B5EF4-FFF2-40B4-BE49-F238E27FC236}">
                <a16:creationId xmlns:a16="http://schemas.microsoft.com/office/drawing/2014/main" id="{897FEC9F-6835-4D52-B227-94E38C2DB652}"/>
              </a:ext>
            </a:extLst>
          </p:cNvPr>
          <p:cNvSpPr>
            <a:spLocks noGrp="1"/>
          </p:cNvSpPr>
          <p:nvPr/>
        </p:nvSpPr>
        <p:spPr>
          <a:xfrm>
            <a:off x="8518793" y="5160374"/>
            <a:ext cx="299556" cy="71163"/>
          </a:xfrm>
          <a:custGeom>
            <a:avLst/>
            <a:gdLst/>
            <a:ahLst/>
            <a:cxnLst/>
            <a:rect l="0" t="0" r="0" b="0"/>
            <a:pathLst>
              <a:path w="299556" h="71163">
                <a:moveTo>
                  <a:pt x="0" y="71163"/>
                </a:moveTo>
                <a:lnTo>
                  <a:pt x="299556" y="0"/>
                </a:lnTo>
              </a:path>
            </a:pathLst>
          </a:custGeom>
          <a:noFill/>
          <a:ln w="9792">
            <a:solidFill>
              <a:srgbClr val="F7BC07">
                <a:alpha val="18000"/>
              </a:srgbClr>
            </a:solidFill>
            <a:prstDash val="solid"/>
          </a:ln>
        </p:spPr>
      </p:sp>
      <p:sp>
        <p:nvSpPr>
          <p:cNvPr id="635" name="lumia-token-stream-curve">
            <a:extLst>
              <a:ext uri="{FF2B5EF4-FFF2-40B4-BE49-F238E27FC236}">
                <a16:creationId xmlns:a16="http://schemas.microsoft.com/office/drawing/2014/main" id="{68E1F1F9-88FD-44EF-B961-CEB2D09E8D6E}"/>
              </a:ext>
            </a:extLst>
          </p:cNvPr>
          <p:cNvSpPr>
            <a:spLocks noGrp="1"/>
          </p:cNvSpPr>
          <p:nvPr/>
        </p:nvSpPr>
        <p:spPr>
          <a:xfrm>
            <a:off x="8818349" y="5099632"/>
            <a:ext cx="301104" cy="60742"/>
          </a:xfrm>
          <a:custGeom>
            <a:avLst/>
            <a:gdLst/>
            <a:ahLst/>
            <a:cxnLst/>
            <a:rect l="0" t="0" r="0" b="0"/>
            <a:pathLst>
              <a:path w="301104" h="60742">
                <a:moveTo>
                  <a:pt x="0" y="60742"/>
                </a:moveTo>
                <a:lnTo>
                  <a:pt x="301104" y="0"/>
                </a:lnTo>
              </a:path>
            </a:pathLst>
          </a:custGeom>
          <a:noFill/>
          <a:ln w="9989">
            <a:solidFill>
              <a:srgbClr val="E5BA0E">
                <a:alpha val="18000"/>
              </a:srgbClr>
            </a:solidFill>
            <a:prstDash val="solid"/>
          </a:ln>
        </p:spPr>
      </p:sp>
      <p:sp>
        <p:nvSpPr>
          <p:cNvPr id="636" name="lumia-token-stream-curve">
            <a:extLst>
              <a:ext uri="{FF2B5EF4-FFF2-40B4-BE49-F238E27FC236}">
                <a16:creationId xmlns:a16="http://schemas.microsoft.com/office/drawing/2014/main" id="{05C021B1-7BDC-4798-B2F4-49229A2CF168}"/>
              </a:ext>
            </a:extLst>
          </p:cNvPr>
          <p:cNvSpPr>
            <a:spLocks noGrp="1"/>
          </p:cNvSpPr>
          <p:nvPr/>
        </p:nvSpPr>
        <p:spPr>
          <a:xfrm>
            <a:off x="9119453" y="5045036"/>
            <a:ext cx="302545" cy="54596"/>
          </a:xfrm>
          <a:custGeom>
            <a:avLst/>
            <a:gdLst/>
            <a:ahLst/>
            <a:cxnLst/>
            <a:rect l="0" t="0" r="0" b="0"/>
            <a:pathLst>
              <a:path w="302545" h="54596">
                <a:moveTo>
                  <a:pt x="0" y="54596"/>
                </a:moveTo>
                <a:lnTo>
                  <a:pt x="302545" y="0"/>
                </a:lnTo>
              </a:path>
            </a:pathLst>
          </a:custGeom>
          <a:noFill/>
          <a:ln w="10176">
            <a:solidFill>
              <a:srgbClr val="D3B815">
                <a:alpha val="19000"/>
              </a:srgbClr>
            </a:solidFill>
            <a:prstDash val="solid"/>
          </a:ln>
        </p:spPr>
      </p:sp>
      <p:sp>
        <p:nvSpPr>
          <p:cNvPr id="637" name="lumia-token-stream-curve">
            <a:extLst>
              <a:ext uri="{FF2B5EF4-FFF2-40B4-BE49-F238E27FC236}">
                <a16:creationId xmlns:a16="http://schemas.microsoft.com/office/drawing/2014/main" id="{6210E995-03EF-49A6-89FF-D50C9C0DCA85}"/>
              </a:ext>
            </a:extLst>
          </p:cNvPr>
          <p:cNvSpPr>
            <a:spLocks noGrp="1"/>
          </p:cNvSpPr>
          <p:nvPr/>
        </p:nvSpPr>
        <p:spPr>
          <a:xfrm>
            <a:off x="9421998" y="4990653"/>
            <a:ext cx="303878" cy="54382"/>
          </a:xfrm>
          <a:custGeom>
            <a:avLst/>
            <a:gdLst/>
            <a:ahLst/>
            <a:cxnLst/>
            <a:rect l="0" t="0" r="0" b="0"/>
            <a:pathLst>
              <a:path w="303878" h="54382">
                <a:moveTo>
                  <a:pt x="0" y="54382"/>
                </a:moveTo>
                <a:lnTo>
                  <a:pt x="303878" y="0"/>
                </a:lnTo>
              </a:path>
            </a:pathLst>
          </a:custGeom>
          <a:noFill/>
          <a:ln w="10352">
            <a:solidFill>
              <a:srgbClr val="C2B61C">
                <a:alpha val="19000"/>
              </a:srgbClr>
            </a:solidFill>
            <a:prstDash val="solid"/>
          </a:ln>
        </p:spPr>
      </p:sp>
      <p:sp>
        <p:nvSpPr>
          <p:cNvPr id="638" name="lumia-token-stream-curve">
            <a:extLst>
              <a:ext uri="{FF2B5EF4-FFF2-40B4-BE49-F238E27FC236}">
                <a16:creationId xmlns:a16="http://schemas.microsoft.com/office/drawing/2014/main" id="{E04BD7C8-DE0F-447B-AE26-3382A4C392A3}"/>
              </a:ext>
            </a:extLst>
          </p:cNvPr>
          <p:cNvSpPr>
            <a:spLocks noGrp="1"/>
          </p:cNvSpPr>
          <p:nvPr/>
        </p:nvSpPr>
        <p:spPr>
          <a:xfrm>
            <a:off x="9725875" y="4929725"/>
            <a:ext cx="305103" cy="60928"/>
          </a:xfrm>
          <a:custGeom>
            <a:avLst/>
            <a:gdLst/>
            <a:ahLst/>
            <a:cxnLst/>
            <a:rect l="0" t="0" r="0" b="0"/>
            <a:pathLst>
              <a:path w="305103" h="60928">
                <a:moveTo>
                  <a:pt x="0" y="60928"/>
                </a:moveTo>
                <a:lnTo>
                  <a:pt x="305103" y="0"/>
                </a:lnTo>
              </a:path>
            </a:pathLst>
          </a:custGeom>
          <a:noFill/>
          <a:ln w="10515">
            <a:solidFill>
              <a:srgbClr val="B0B422">
                <a:alpha val="19000"/>
              </a:srgbClr>
            </a:solidFill>
            <a:prstDash val="solid"/>
          </a:ln>
        </p:spPr>
      </p:sp>
      <p:sp>
        <p:nvSpPr>
          <p:cNvPr id="639" name="lumia-token-stream-curve">
            <a:extLst>
              <a:ext uri="{FF2B5EF4-FFF2-40B4-BE49-F238E27FC236}">
                <a16:creationId xmlns:a16="http://schemas.microsoft.com/office/drawing/2014/main" id="{CD8ED32E-2B4D-4B33-9310-F6493B7C74AB}"/>
              </a:ext>
            </a:extLst>
          </p:cNvPr>
          <p:cNvSpPr>
            <a:spLocks noGrp="1"/>
          </p:cNvSpPr>
          <p:nvPr/>
        </p:nvSpPr>
        <p:spPr>
          <a:xfrm>
            <a:off x="10030979" y="4855649"/>
            <a:ext cx="306221" cy="74077"/>
          </a:xfrm>
          <a:custGeom>
            <a:avLst/>
            <a:gdLst/>
            <a:ahLst/>
            <a:cxnLst/>
            <a:rect l="0" t="0" r="0" b="0"/>
            <a:pathLst>
              <a:path w="306221" h="74077">
                <a:moveTo>
                  <a:pt x="0" y="74077"/>
                </a:moveTo>
                <a:lnTo>
                  <a:pt x="306221" y="0"/>
                </a:lnTo>
              </a:path>
            </a:pathLst>
          </a:custGeom>
          <a:noFill/>
          <a:ln w="10663">
            <a:solidFill>
              <a:srgbClr val="9EB329">
                <a:alpha val="20000"/>
              </a:srgbClr>
            </a:solidFill>
            <a:prstDash val="solid"/>
          </a:ln>
        </p:spPr>
      </p:sp>
      <p:sp>
        <p:nvSpPr>
          <p:cNvPr id="640" name="lumia-token-stream-curve">
            <a:extLst>
              <a:ext uri="{FF2B5EF4-FFF2-40B4-BE49-F238E27FC236}">
                <a16:creationId xmlns:a16="http://schemas.microsoft.com/office/drawing/2014/main" id="{02288B49-3680-4A9F-9A1D-61340164D279}"/>
              </a:ext>
            </a:extLst>
          </p:cNvPr>
          <p:cNvSpPr>
            <a:spLocks noGrp="1"/>
          </p:cNvSpPr>
          <p:nvPr/>
        </p:nvSpPr>
        <p:spPr>
          <a:xfrm>
            <a:off x="10337200" y="4762975"/>
            <a:ext cx="307232" cy="92674"/>
          </a:xfrm>
          <a:custGeom>
            <a:avLst/>
            <a:gdLst/>
            <a:ahLst/>
            <a:cxnLst/>
            <a:rect l="0" t="0" r="0" b="0"/>
            <a:pathLst>
              <a:path w="307232" h="92674">
                <a:moveTo>
                  <a:pt x="0" y="92674"/>
                </a:moveTo>
                <a:lnTo>
                  <a:pt x="307232" y="0"/>
                </a:lnTo>
              </a:path>
            </a:pathLst>
          </a:custGeom>
          <a:noFill/>
          <a:ln w="10793">
            <a:solidFill>
              <a:srgbClr val="8CB130">
                <a:alpha val="20000"/>
              </a:srgbClr>
            </a:solidFill>
            <a:prstDash val="solid"/>
          </a:ln>
        </p:spPr>
      </p:sp>
      <p:sp>
        <p:nvSpPr>
          <p:cNvPr id="641" name="lumia-token-stream-curve">
            <a:extLst>
              <a:ext uri="{FF2B5EF4-FFF2-40B4-BE49-F238E27FC236}">
                <a16:creationId xmlns:a16="http://schemas.microsoft.com/office/drawing/2014/main" id="{0B48884B-3D8E-4FD7-A29A-E4CDD240A46C}"/>
              </a:ext>
            </a:extLst>
          </p:cNvPr>
          <p:cNvSpPr>
            <a:spLocks noGrp="1"/>
          </p:cNvSpPr>
          <p:nvPr/>
        </p:nvSpPr>
        <p:spPr>
          <a:xfrm>
            <a:off x="10644432" y="4648258"/>
            <a:ext cx="308136" cy="114717"/>
          </a:xfrm>
          <a:custGeom>
            <a:avLst/>
            <a:gdLst/>
            <a:ahLst/>
            <a:cxnLst/>
            <a:rect l="0" t="0" r="0" b="0"/>
            <a:pathLst>
              <a:path w="308136" h="114717">
                <a:moveTo>
                  <a:pt x="0" y="114717"/>
                </a:moveTo>
                <a:lnTo>
                  <a:pt x="308136" y="0"/>
                </a:lnTo>
              </a:path>
            </a:pathLst>
          </a:custGeom>
          <a:noFill/>
          <a:ln w="10905">
            <a:solidFill>
              <a:srgbClr val="7BAF37">
                <a:alpha val="20000"/>
              </a:srgbClr>
            </a:solidFill>
            <a:prstDash val="solid"/>
          </a:ln>
        </p:spPr>
      </p:sp>
      <p:sp>
        <p:nvSpPr>
          <p:cNvPr id="642" name="lumia-token-stream-curve">
            <a:extLst>
              <a:ext uri="{FF2B5EF4-FFF2-40B4-BE49-F238E27FC236}">
                <a16:creationId xmlns:a16="http://schemas.microsoft.com/office/drawing/2014/main" id="{B58E77D3-7AD4-4665-BDEE-CB06B5DD31E5}"/>
              </a:ext>
            </a:extLst>
          </p:cNvPr>
          <p:cNvSpPr>
            <a:spLocks noGrp="1"/>
          </p:cNvSpPr>
          <p:nvPr/>
        </p:nvSpPr>
        <p:spPr>
          <a:xfrm>
            <a:off x="10952568" y="4510619"/>
            <a:ext cx="308932" cy="137639"/>
          </a:xfrm>
          <a:custGeom>
            <a:avLst/>
            <a:gdLst/>
            <a:ahLst/>
            <a:cxnLst/>
            <a:rect l="0" t="0" r="0" b="0"/>
            <a:pathLst>
              <a:path w="308932" h="137639">
                <a:moveTo>
                  <a:pt x="0" y="137639"/>
                </a:moveTo>
                <a:lnTo>
                  <a:pt x="308932" y="0"/>
                </a:lnTo>
              </a:path>
            </a:pathLst>
          </a:custGeom>
          <a:noFill/>
          <a:ln w="10995">
            <a:solidFill>
              <a:srgbClr val="69AD3E">
                <a:alpha val="20000"/>
              </a:srgbClr>
            </a:solidFill>
            <a:prstDash val="solid"/>
          </a:ln>
        </p:spPr>
      </p:sp>
      <p:sp>
        <p:nvSpPr>
          <p:cNvPr id="643" name="lumia-token-stream-curve">
            <a:extLst>
              <a:ext uri="{FF2B5EF4-FFF2-40B4-BE49-F238E27FC236}">
                <a16:creationId xmlns:a16="http://schemas.microsoft.com/office/drawing/2014/main" id="{C565B9A9-AF74-4068-9A75-44CA30F5454E}"/>
              </a:ext>
            </a:extLst>
          </p:cNvPr>
          <p:cNvSpPr>
            <a:spLocks noGrp="1"/>
          </p:cNvSpPr>
          <p:nvPr/>
        </p:nvSpPr>
        <p:spPr>
          <a:xfrm>
            <a:off x="11261500" y="4351922"/>
            <a:ext cx="309621" cy="158697"/>
          </a:xfrm>
          <a:custGeom>
            <a:avLst/>
            <a:gdLst/>
            <a:ahLst/>
            <a:cxnLst/>
            <a:rect l="0" t="0" r="0" b="0"/>
            <a:pathLst>
              <a:path w="309621" h="158697">
                <a:moveTo>
                  <a:pt x="0" y="158697"/>
                </a:moveTo>
                <a:lnTo>
                  <a:pt x="309621" y="0"/>
                </a:lnTo>
              </a:path>
            </a:pathLst>
          </a:custGeom>
          <a:noFill/>
          <a:ln w="11061">
            <a:solidFill>
              <a:srgbClr val="57AC45">
                <a:alpha val="20000"/>
              </a:srgbClr>
            </a:solidFill>
            <a:prstDash val="solid"/>
          </a:ln>
        </p:spPr>
      </p:sp>
      <p:sp>
        <p:nvSpPr>
          <p:cNvPr id="644" name="lumia-token-stream-curve">
            <a:extLst>
              <a:ext uri="{FF2B5EF4-FFF2-40B4-BE49-F238E27FC236}">
                <a16:creationId xmlns:a16="http://schemas.microsoft.com/office/drawing/2014/main" id="{FBFEB946-53D9-4987-9E65-8642C78E7411}"/>
              </a:ext>
            </a:extLst>
          </p:cNvPr>
          <p:cNvSpPr>
            <a:spLocks noGrp="1"/>
          </p:cNvSpPr>
          <p:nvPr/>
        </p:nvSpPr>
        <p:spPr>
          <a:xfrm>
            <a:off x="11571121" y="4176528"/>
            <a:ext cx="310202" cy="175395"/>
          </a:xfrm>
          <a:custGeom>
            <a:avLst/>
            <a:gdLst/>
            <a:ahLst/>
            <a:cxnLst/>
            <a:rect l="0" t="0" r="0" b="0"/>
            <a:pathLst>
              <a:path w="310202" h="175395">
                <a:moveTo>
                  <a:pt x="0" y="175395"/>
                </a:moveTo>
                <a:lnTo>
                  <a:pt x="310202" y="0"/>
                </a:lnTo>
              </a:path>
            </a:pathLst>
          </a:custGeom>
          <a:noFill/>
          <a:ln w="11103">
            <a:solidFill>
              <a:srgbClr val="46AA4C">
                <a:alpha val="20000"/>
              </a:srgbClr>
            </a:solidFill>
            <a:prstDash val="solid"/>
          </a:ln>
        </p:spPr>
      </p:sp>
      <p:sp>
        <p:nvSpPr>
          <p:cNvPr id="645" name="lumia-token-stream-curve">
            <a:extLst>
              <a:ext uri="{FF2B5EF4-FFF2-40B4-BE49-F238E27FC236}">
                <a16:creationId xmlns:a16="http://schemas.microsoft.com/office/drawing/2014/main" id="{9D54BDAC-176A-429D-8AEA-C8919890ADC3}"/>
              </a:ext>
            </a:extLst>
          </p:cNvPr>
          <p:cNvSpPr>
            <a:spLocks noGrp="1"/>
          </p:cNvSpPr>
          <p:nvPr/>
        </p:nvSpPr>
        <p:spPr>
          <a:xfrm>
            <a:off x="11881324" y="3990646"/>
            <a:ext cx="310676" cy="185881"/>
          </a:xfrm>
          <a:custGeom>
            <a:avLst/>
            <a:gdLst/>
            <a:ahLst/>
            <a:cxnLst/>
            <a:rect l="0" t="0" r="0" b="0"/>
            <a:pathLst>
              <a:path w="310676" h="185881">
                <a:moveTo>
                  <a:pt x="0" y="185881"/>
                </a:moveTo>
                <a:lnTo>
                  <a:pt x="310676" y="0"/>
                </a:lnTo>
              </a:path>
            </a:pathLst>
          </a:custGeom>
          <a:noFill/>
          <a:ln w="11117">
            <a:solidFill>
              <a:srgbClr val="34A853">
                <a:alpha val="20000"/>
              </a:srgbClr>
            </a:solidFill>
            <a:prstDash val="solid"/>
          </a:ln>
        </p:spPr>
      </p:sp>
      <p:sp>
        <p:nvSpPr>
          <p:cNvPr id="646" name="lumia-token-stream-curve">
            <a:extLst>
              <a:ext uri="{FF2B5EF4-FFF2-40B4-BE49-F238E27FC236}">
                <a16:creationId xmlns:a16="http://schemas.microsoft.com/office/drawing/2014/main" id="{5E81B5E4-5FBB-4E02-A8CB-F1B2ED719127}"/>
              </a:ext>
            </a:extLst>
          </p:cNvPr>
          <p:cNvSpPr>
            <a:spLocks noGrp="1"/>
          </p:cNvSpPr>
          <p:nvPr/>
        </p:nvSpPr>
        <p:spPr>
          <a:xfrm>
            <a:off x="26517" y="6145519"/>
            <a:ext cx="182815" cy="49894"/>
          </a:xfrm>
          <a:custGeom>
            <a:avLst/>
            <a:gdLst/>
            <a:ahLst/>
            <a:cxnLst/>
            <a:rect l="0" t="0" r="0" b="0"/>
            <a:pathLst>
              <a:path w="182815" h="49894">
                <a:moveTo>
                  <a:pt x="0" y="0"/>
                </a:moveTo>
                <a:lnTo>
                  <a:pt x="182815" y="49894"/>
                </a:lnTo>
              </a:path>
            </a:pathLst>
          </a:custGeom>
          <a:noFill/>
          <a:ln w="7219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647" name="lumia-token-stream-curve">
            <a:extLst>
              <a:ext uri="{FF2B5EF4-FFF2-40B4-BE49-F238E27FC236}">
                <a16:creationId xmlns:a16="http://schemas.microsoft.com/office/drawing/2014/main" id="{A2817496-773A-431A-B186-09A373EFE608}"/>
              </a:ext>
            </a:extLst>
          </p:cNvPr>
          <p:cNvSpPr>
            <a:spLocks noGrp="1"/>
          </p:cNvSpPr>
          <p:nvPr/>
        </p:nvSpPr>
        <p:spPr>
          <a:xfrm>
            <a:off x="209332" y="6195413"/>
            <a:ext cx="188017" cy="39162"/>
          </a:xfrm>
          <a:custGeom>
            <a:avLst/>
            <a:gdLst/>
            <a:ahLst/>
            <a:cxnLst/>
            <a:rect l="0" t="0" r="0" b="0"/>
            <a:pathLst>
              <a:path w="188017" h="39162">
                <a:moveTo>
                  <a:pt x="0" y="0"/>
                </a:moveTo>
                <a:lnTo>
                  <a:pt x="188017" y="39162"/>
                </a:lnTo>
              </a:path>
            </a:pathLst>
          </a:custGeom>
          <a:noFill/>
          <a:ln w="7219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648" name="lumia-token-stream-curve">
            <a:extLst>
              <a:ext uri="{FF2B5EF4-FFF2-40B4-BE49-F238E27FC236}">
                <a16:creationId xmlns:a16="http://schemas.microsoft.com/office/drawing/2014/main" id="{86D93D76-707C-4EEC-8FA2-44B2B4BF7D41}"/>
              </a:ext>
            </a:extLst>
          </p:cNvPr>
          <p:cNvSpPr>
            <a:spLocks noGrp="1"/>
          </p:cNvSpPr>
          <p:nvPr/>
        </p:nvSpPr>
        <p:spPr>
          <a:xfrm>
            <a:off x="397348" y="6234575"/>
            <a:ext cx="193111" cy="28261"/>
          </a:xfrm>
          <a:custGeom>
            <a:avLst/>
            <a:gdLst/>
            <a:ahLst/>
            <a:cxnLst/>
            <a:rect l="0" t="0" r="0" b="0"/>
            <a:pathLst>
              <a:path w="193111" h="28261">
                <a:moveTo>
                  <a:pt x="0" y="0"/>
                </a:moveTo>
                <a:lnTo>
                  <a:pt x="193111" y="28261"/>
                </a:lnTo>
              </a:path>
            </a:pathLst>
          </a:custGeom>
          <a:noFill/>
          <a:ln w="7219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649" name="lumia-token-stream-curve">
            <a:extLst>
              <a:ext uri="{FF2B5EF4-FFF2-40B4-BE49-F238E27FC236}">
                <a16:creationId xmlns:a16="http://schemas.microsoft.com/office/drawing/2014/main" id="{A884195B-FB8C-4329-A440-15D9AA56B88B}"/>
              </a:ext>
            </a:extLst>
          </p:cNvPr>
          <p:cNvSpPr>
            <a:spLocks noGrp="1"/>
          </p:cNvSpPr>
          <p:nvPr/>
        </p:nvSpPr>
        <p:spPr>
          <a:xfrm>
            <a:off x="590459" y="6262836"/>
            <a:ext cx="198098" cy="17684"/>
          </a:xfrm>
          <a:custGeom>
            <a:avLst/>
            <a:gdLst/>
            <a:ahLst/>
            <a:cxnLst/>
            <a:rect l="0" t="0" r="0" b="0"/>
            <a:pathLst>
              <a:path w="198098" h="17684">
                <a:moveTo>
                  <a:pt x="0" y="0"/>
                </a:moveTo>
                <a:lnTo>
                  <a:pt x="198098" y="17684"/>
                </a:lnTo>
              </a:path>
            </a:pathLst>
          </a:custGeom>
          <a:noFill/>
          <a:ln w="7219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650" name="lumia-token-stream-curve">
            <a:extLst>
              <a:ext uri="{FF2B5EF4-FFF2-40B4-BE49-F238E27FC236}">
                <a16:creationId xmlns:a16="http://schemas.microsoft.com/office/drawing/2014/main" id="{DA7B7B93-9686-4ABA-975A-FBE300467B3B}"/>
              </a:ext>
            </a:extLst>
          </p:cNvPr>
          <p:cNvSpPr>
            <a:spLocks noGrp="1"/>
          </p:cNvSpPr>
          <p:nvPr/>
        </p:nvSpPr>
        <p:spPr>
          <a:xfrm>
            <a:off x="788557" y="6280520"/>
            <a:ext cx="202978" cy="9525"/>
          </a:xfrm>
          <a:custGeom>
            <a:avLst/>
            <a:gdLst/>
            <a:ahLst/>
            <a:cxnLst/>
            <a:rect l="0" t="0" r="0" b="0"/>
            <a:pathLst>
              <a:path w="202978" h="9525">
                <a:moveTo>
                  <a:pt x="0" y="0"/>
                </a:moveTo>
                <a:lnTo>
                  <a:pt x="202978" y="7976"/>
                </a:lnTo>
              </a:path>
            </a:pathLst>
          </a:custGeom>
          <a:noFill/>
          <a:ln w="7219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651" name="lumia-token-stream-curve">
            <a:extLst>
              <a:ext uri="{FF2B5EF4-FFF2-40B4-BE49-F238E27FC236}">
                <a16:creationId xmlns:a16="http://schemas.microsoft.com/office/drawing/2014/main" id="{29871C46-AA9F-4047-A5F4-6FB656FFDB82}"/>
              </a:ext>
            </a:extLst>
          </p:cNvPr>
          <p:cNvSpPr>
            <a:spLocks noGrp="1"/>
          </p:cNvSpPr>
          <p:nvPr/>
        </p:nvSpPr>
        <p:spPr>
          <a:xfrm>
            <a:off x="991535" y="6288195"/>
            <a:ext cx="207750" cy="9525"/>
          </a:xfrm>
          <a:custGeom>
            <a:avLst/>
            <a:gdLst/>
            <a:ahLst/>
            <a:cxnLst/>
            <a:rect l="0" t="0" r="0" b="0"/>
            <a:pathLst>
              <a:path w="207750" h="9525">
                <a:moveTo>
                  <a:pt x="0" y="302"/>
                </a:moveTo>
                <a:lnTo>
                  <a:pt x="207750" y="0"/>
                </a:lnTo>
              </a:path>
            </a:pathLst>
          </a:custGeom>
          <a:noFill/>
          <a:ln w="7219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652" name="lumia-token-stream-curve">
            <a:extLst>
              <a:ext uri="{FF2B5EF4-FFF2-40B4-BE49-F238E27FC236}">
                <a16:creationId xmlns:a16="http://schemas.microsoft.com/office/drawing/2014/main" id="{A5083379-5E34-453D-BB88-34AE890AC303}"/>
              </a:ext>
            </a:extLst>
          </p:cNvPr>
          <p:cNvSpPr>
            <a:spLocks noGrp="1"/>
          </p:cNvSpPr>
          <p:nvPr/>
        </p:nvSpPr>
        <p:spPr>
          <a:xfrm>
            <a:off x="1199285" y="6281564"/>
            <a:ext cx="212416" cy="9525"/>
          </a:xfrm>
          <a:custGeom>
            <a:avLst/>
            <a:gdLst/>
            <a:ahLst/>
            <a:cxnLst/>
            <a:rect l="0" t="0" r="0" b="0"/>
            <a:pathLst>
              <a:path w="212416" h="9525">
                <a:moveTo>
                  <a:pt x="0" y="6630"/>
                </a:moveTo>
                <a:lnTo>
                  <a:pt x="212416" y="0"/>
                </a:lnTo>
              </a:path>
            </a:pathLst>
          </a:custGeom>
          <a:noFill/>
          <a:ln w="7219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653" name="lumia-token-stream-curve">
            <a:extLst>
              <a:ext uri="{FF2B5EF4-FFF2-40B4-BE49-F238E27FC236}">
                <a16:creationId xmlns:a16="http://schemas.microsoft.com/office/drawing/2014/main" id="{6202C5E0-0150-453A-9899-1E55C690D2FA}"/>
              </a:ext>
            </a:extLst>
          </p:cNvPr>
          <p:cNvSpPr>
            <a:spLocks noGrp="1"/>
          </p:cNvSpPr>
          <p:nvPr/>
        </p:nvSpPr>
        <p:spPr>
          <a:xfrm>
            <a:off x="1411701" y="6270977"/>
            <a:ext cx="216974" cy="10587"/>
          </a:xfrm>
          <a:custGeom>
            <a:avLst/>
            <a:gdLst/>
            <a:ahLst/>
            <a:cxnLst/>
            <a:rect l="0" t="0" r="0" b="0"/>
            <a:pathLst>
              <a:path w="216974" h="10587">
                <a:moveTo>
                  <a:pt x="0" y="10587"/>
                </a:moveTo>
                <a:lnTo>
                  <a:pt x="216974" y="0"/>
                </a:lnTo>
              </a:path>
            </a:pathLst>
          </a:custGeom>
          <a:noFill/>
          <a:ln w="7219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654" name="lumia-token-stream-curve">
            <a:extLst>
              <a:ext uri="{FF2B5EF4-FFF2-40B4-BE49-F238E27FC236}">
                <a16:creationId xmlns:a16="http://schemas.microsoft.com/office/drawing/2014/main" id="{E3D0D422-C618-4C4C-AFD6-EB2EBED13D11}"/>
              </a:ext>
            </a:extLst>
          </p:cNvPr>
          <p:cNvSpPr>
            <a:spLocks noGrp="1"/>
          </p:cNvSpPr>
          <p:nvPr/>
        </p:nvSpPr>
        <p:spPr>
          <a:xfrm>
            <a:off x="1628675" y="6259066"/>
            <a:ext cx="221425" cy="11911"/>
          </a:xfrm>
          <a:custGeom>
            <a:avLst/>
            <a:gdLst/>
            <a:ahLst/>
            <a:cxnLst/>
            <a:rect l="0" t="0" r="0" b="0"/>
            <a:pathLst>
              <a:path w="221425" h="11911">
                <a:moveTo>
                  <a:pt x="0" y="11911"/>
                </a:moveTo>
                <a:lnTo>
                  <a:pt x="221425" y="0"/>
                </a:lnTo>
              </a:path>
            </a:pathLst>
          </a:custGeom>
          <a:noFill/>
          <a:ln w="7219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655" name="lumia-token-stream-curve">
            <a:extLst>
              <a:ext uri="{FF2B5EF4-FFF2-40B4-BE49-F238E27FC236}">
                <a16:creationId xmlns:a16="http://schemas.microsoft.com/office/drawing/2014/main" id="{443FA746-4768-4101-85C7-D51C56D98E7B}"/>
              </a:ext>
            </a:extLst>
          </p:cNvPr>
          <p:cNvSpPr>
            <a:spLocks noGrp="1"/>
          </p:cNvSpPr>
          <p:nvPr/>
        </p:nvSpPr>
        <p:spPr>
          <a:xfrm>
            <a:off x="1850100" y="6248514"/>
            <a:ext cx="225769" cy="10552"/>
          </a:xfrm>
          <a:custGeom>
            <a:avLst/>
            <a:gdLst/>
            <a:ahLst/>
            <a:cxnLst/>
            <a:rect l="0" t="0" r="0" b="0"/>
            <a:pathLst>
              <a:path w="225769" h="10552">
                <a:moveTo>
                  <a:pt x="0" y="10552"/>
                </a:moveTo>
                <a:lnTo>
                  <a:pt x="225769" y="0"/>
                </a:lnTo>
              </a:path>
            </a:pathLst>
          </a:custGeom>
          <a:noFill/>
          <a:ln w="7219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656" name="lumia-token-stream-curve">
            <a:extLst>
              <a:ext uri="{FF2B5EF4-FFF2-40B4-BE49-F238E27FC236}">
                <a16:creationId xmlns:a16="http://schemas.microsoft.com/office/drawing/2014/main" id="{3DBEDB25-F1A3-4D3C-B6A3-C0810C1D314C}"/>
              </a:ext>
            </a:extLst>
          </p:cNvPr>
          <p:cNvSpPr>
            <a:spLocks noGrp="1"/>
          </p:cNvSpPr>
          <p:nvPr/>
        </p:nvSpPr>
        <p:spPr>
          <a:xfrm>
            <a:off x="2075868" y="6241796"/>
            <a:ext cx="230005" cy="9525"/>
          </a:xfrm>
          <a:custGeom>
            <a:avLst/>
            <a:gdLst/>
            <a:ahLst/>
            <a:cxnLst/>
            <a:rect l="0" t="0" r="0" b="0"/>
            <a:pathLst>
              <a:path w="230005" h="9525">
                <a:moveTo>
                  <a:pt x="0" y="6718"/>
                </a:moveTo>
                <a:lnTo>
                  <a:pt x="230005" y="0"/>
                </a:lnTo>
              </a:path>
            </a:pathLst>
          </a:custGeom>
          <a:noFill/>
          <a:ln w="7219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657" name="lumia-token-stream-curve">
            <a:extLst>
              <a:ext uri="{FF2B5EF4-FFF2-40B4-BE49-F238E27FC236}">
                <a16:creationId xmlns:a16="http://schemas.microsoft.com/office/drawing/2014/main" id="{7E389FA6-A5B1-4818-8C96-17CD440D5499}"/>
              </a:ext>
            </a:extLst>
          </p:cNvPr>
          <p:cNvSpPr>
            <a:spLocks noGrp="1"/>
          </p:cNvSpPr>
          <p:nvPr/>
        </p:nvSpPr>
        <p:spPr>
          <a:xfrm>
            <a:off x="2305874" y="6240908"/>
            <a:ext cx="234135" cy="9525"/>
          </a:xfrm>
          <a:custGeom>
            <a:avLst/>
            <a:gdLst/>
            <a:ahLst/>
            <a:cxnLst/>
            <a:rect l="0" t="0" r="0" b="0"/>
            <a:pathLst>
              <a:path w="234135" h="9525">
                <a:moveTo>
                  <a:pt x="0" y="888"/>
                </a:moveTo>
                <a:lnTo>
                  <a:pt x="234135" y="0"/>
                </a:lnTo>
              </a:path>
            </a:pathLst>
          </a:custGeom>
          <a:noFill/>
          <a:ln w="7219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658" name="lumia-token-stream-curve">
            <a:extLst>
              <a:ext uri="{FF2B5EF4-FFF2-40B4-BE49-F238E27FC236}">
                <a16:creationId xmlns:a16="http://schemas.microsoft.com/office/drawing/2014/main" id="{4594369F-ECEF-4B9F-AF32-EEAAD67C3D9C}"/>
              </a:ext>
            </a:extLst>
          </p:cNvPr>
          <p:cNvSpPr>
            <a:spLocks noGrp="1"/>
          </p:cNvSpPr>
          <p:nvPr/>
        </p:nvSpPr>
        <p:spPr>
          <a:xfrm>
            <a:off x="2540008" y="6240908"/>
            <a:ext cx="238157" cy="9525"/>
          </a:xfrm>
          <a:custGeom>
            <a:avLst/>
            <a:gdLst/>
            <a:ahLst/>
            <a:cxnLst/>
            <a:rect l="0" t="0" r="0" b="0"/>
            <a:pathLst>
              <a:path w="238157" h="9525">
                <a:moveTo>
                  <a:pt x="0" y="0"/>
                </a:moveTo>
                <a:lnTo>
                  <a:pt x="238157" y="6193"/>
                </a:lnTo>
              </a:path>
            </a:pathLst>
          </a:custGeom>
          <a:noFill/>
          <a:ln w="7219">
            <a:solidFill>
              <a:srgbClr val="623C8F">
                <a:alpha val="10000"/>
              </a:srgbClr>
            </a:solidFill>
            <a:prstDash val="solid"/>
          </a:ln>
        </p:spPr>
      </p:sp>
      <p:sp>
        <p:nvSpPr>
          <p:cNvPr id="659" name="lumia-token-stream-curve">
            <a:extLst>
              <a:ext uri="{FF2B5EF4-FFF2-40B4-BE49-F238E27FC236}">
                <a16:creationId xmlns:a16="http://schemas.microsoft.com/office/drawing/2014/main" id="{75198908-A0D2-44C0-AD0A-34A650E3E890}"/>
              </a:ext>
            </a:extLst>
          </p:cNvPr>
          <p:cNvSpPr>
            <a:spLocks noGrp="1"/>
          </p:cNvSpPr>
          <p:nvPr/>
        </p:nvSpPr>
        <p:spPr>
          <a:xfrm>
            <a:off x="2778165" y="6247101"/>
            <a:ext cx="242072" cy="13560"/>
          </a:xfrm>
          <a:custGeom>
            <a:avLst/>
            <a:gdLst/>
            <a:ahLst/>
            <a:cxnLst/>
            <a:rect l="0" t="0" r="0" b="0"/>
            <a:pathLst>
              <a:path w="242072" h="13560">
                <a:moveTo>
                  <a:pt x="0" y="0"/>
                </a:moveTo>
                <a:lnTo>
                  <a:pt x="242072" y="13560"/>
                </a:lnTo>
              </a:path>
            </a:pathLst>
          </a:custGeom>
          <a:noFill/>
          <a:ln w="7219">
            <a:solidFill>
              <a:srgbClr val="6F3C86">
                <a:alpha val="10000"/>
              </a:srgbClr>
            </a:solidFill>
            <a:prstDash val="solid"/>
          </a:ln>
        </p:spPr>
      </p:sp>
      <p:sp>
        <p:nvSpPr>
          <p:cNvPr id="660" name="lumia-token-stream-curve">
            <a:extLst>
              <a:ext uri="{FF2B5EF4-FFF2-40B4-BE49-F238E27FC236}">
                <a16:creationId xmlns:a16="http://schemas.microsoft.com/office/drawing/2014/main" id="{92C7A833-CC6E-4B36-B6BB-53D5A69523B1}"/>
              </a:ext>
            </a:extLst>
          </p:cNvPr>
          <p:cNvSpPr>
            <a:spLocks noGrp="1"/>
          </p:cNvSpPr>
          <p:nvPr/>
        </p:nvSpPr>
        <p:spPr>
          <a:xfrm>
            <a:off x="3020236" y="6260661"/>
            <a:ext cx="245879" cy="20103"/>
          </a:xfrm>
          <a:custGeom>
            <a:avLst/>
            <a:gdLst/>
            <a:ahLst/>
            <a:cxnLst/>
            <a:rect l="0" t="0" r="0" b="0"/>
            <a:pathLst>
              <a:path w="245879" h="20103">
                <a:moveTo>
                  <a:pt x="0" y="0"/>
                </a:moveTo>
                <a:lnTo>
                  <a:pt x="245879" y="20103"/>
                </a:lnTo>
              </a:path>
            </a:pathLst>
          </a:custGeom>
          <a:noFill/>
          <a:ln w="7219">
            <a:solidFill>
              <a:srgbClr val="7C3D7E">
                <a:alpha val="10000"/>
              </a:srgbClr>
            </a:solidFill>
            <a:prstDash val="solid"/>
          </a:ln>
        </p:spPr>
      </p:sp>
      <p:sp>
        <p:nvSpPr>
          <p:cNvPr id="661" name="lumia-token-stream-curve">
            <a:extLst>
              <a:ext uri="{FF2B5EF4-FFF2-40B4-BE49-F238E27FC236}">
                <a16:creationId xmlns:a16="http://schemas.microsoft.com/office/drawing/2014/main" id="{4A53105C-B295-4A8A-B3AE-3AD78A18DC9E}"/>
              </a:ext>
            </a:extLst>
          </p:cNvPr>
          <p:cNvSpPr>
            <a:spLocks noGrp="1"/>
          </p:cNvSpPr>
          <p:nvPr/>
        </p:nvSpPr>
        <p:spPr>
          <a:xfrm>
            <a:off x="3266115" y="6280764"/>
            <a:ext cx="249580" cy="24676"/>
          </a:xfrm>
          <a:custGeom>
            <a:avLst/>
            <a:gdLst/>
            <a:ahLst/>
            <a:cxnLst/>
            <a:rect l="0" t="0" r="0" b="0"/>
            <a:pathLst>
              <a:path w="249580" h="24676">
                <a:moveTo>
                  <a:pt x="0" y="0"/>
                </a:moveTo>
                <a:lnTo>
                  <a:pt x="249580" y="24676"/>
                </a:lnTo>
              </a:path>
            </a:pathLst>
          </a:custGeom>
          <a:noFill/>
          <a:ln w="7219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662" name="lumia-token-stream-curve">
            <a:extLst>
              <a:ext uri="{FF2B5EF4-FFF2-40B4-BE49-F238E27FC236}">
                <a16:creationId xmlns:a16="http://schemas.microsoft.com/office/drawing/2014/main" id="{F3ECF942-0C58-4F1B-8FEE-4790C171BFFE}"/>
              </a:ext>
            </a:extLst>
          </p:cNvPr>
          <p:cNvSpPr>
            <a:spLocks noGrp="1"/>
          </p:cNvSpPr>
          <p:nvPr/>
        </p:nvSpPr>
        <p:spPr>
          <a:xfrm>
            <a:off x="3515695" y="6305441"/>
            <a:ext cx="253173" cy="26227"/>
          </a:xfrm>
          <a:custGeom>
            <a:avLst/>
            <a:gdLst/>
            <a:ahLst/>
            <a:cxnLst/>
            <a:rect l="0" t="0" r="0" b="0"/>
            <a:pathLst>
              <a:path w="253173" h="26227">
                <a:moveTo>
                  <a:pt x="0" y="0"/>
                </a:moveTo>
                <a:lnTo>
                  <a:pt x="253173" y="26227"/>
                </a:lnTo>
              </a:path>
            </a:pathLst>
          </a:custGeom>
          <a:noFill/>
          <a:ln w="7220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663" name="lumia-token-stream-curve">
            <a:extLst>
              <a:ext uri="{FF2B5EF4-FFF2-40B4-BE49-F238E27FC236}">
                <a16:creationId xmlns:a16="http://schemas.microsoft.com/office/drawing/2014/main" id="{4DF2F782-A333-4F16-AB1F-F049982C825A}"/>
              </a:ext>
            </a:extLst>
          </p:cNvPr>
          <p:cNvSpPr>
            <a:spLocks noGrp="1"/>
          </p:cNvSpPr>
          <p:nvPr/>
        </p:nvSpPr>
        <p:spPr>
          <a:xfrm>
            <a:off x="3768868" y="6331668"/>
            <a:ext cx="256659" cy="23932"/>
          </a:xfrm>
          <a:custGeom>
            <a:avLst/>
            <a:gdLst/>
            <a:ahLst/>
            <a:cxnLst/>
            <a:rect l="0" t="0" r="0" b="0"/>
            <a:pathLst>
              <a:path w="256659" h="23932">
                <a:moveTo>
                  <a:pt x="0" y="0"/>
                </a:moveTo>
                <a:lnTo>
                  <a:pt x="256659" y="23932"/>
                </a:lnTo>
              </a:path>
            </a:pathLst>
          </a:custGeom>
          <a:noFill/>
          <a:ln w="7242">
            <a:solidFill>
              <a:srgbClr val="A33F64">
                <a:alpha val="11000"/>
              </a:srgbClr>
            </a:solidFill>
            <a:prstDash val="solid"/>
          </a:ln>
        </p:spPr>
      </p:sp>
      <p:sp>
        <p:nvSpPr>
          <p:cNvPr id="664" name="lumia-token-stream-curve">
            <a:extLst>
              <a:ext uri="{FF2B5EF4-FFF2-40B4-BE49-F238E27FC236}">
                <a16:creationId xmlns:a16="http://schemas.microsoft.com/office/drawing/2014/main" id="{5DD6083A-5757-4D90-A6BE-716DBC195FA9}"/>
              </a:ext>
            </a:extLst>
          </p:cNvPr>
          <p:cNvSpPr>
            <a:spLocks noGrp="1"/>
          </p:cNvSpPr>
          <p:nvPr/>
        </p:nvSpPr>
        <p:spPr>
          <a:xfrm>
            <a:off x="4025527" y="6355600"/>
            <a:ext cx="260038" cy="17325"/>
          </a:xfrm>
          <a:custGeom>
            <a:avLst/>
            <a:gdLst/>
            <a:ahLst/>
            <a:cxnLst/>
            <a:rect l="0" t="0" r="0" b="0"/>
            <a:pathLst>
              <a:path w="260038" h="17325">
                <a:moveTo>
                  <a:pt x="0" y="0"/>
                </a:moveTo>
                <a:lnTo>
                  <a:pt x="260038" y="17325"/>
                </a:lnTo>
              </a:path>
            </a:pathLst>
          </a:custGeom>
          <a:noFill/>
          <a:ln w="7292">
            <a:solidFill>
              <a:srgbClr val="B0405B">
                <a:alpha val="11000"/>
              </a:srgbClr>
            </a:solidFill>
            <a:prstDash val="solid"/>
          </a:ln>
        </p:spPr>
      </p:sp>
      <p:sp>
        <p:nvSpPr>
          <p:cNvPr id="665" name="lumia-token-stream-curve">
            <a:extLst>
              <a:ext uri="{FF2B5EF4-FFF2-40B4-BE49-F238E27FC236}">
                <a16:creationId xmlns:a16="http://schemas.microsoft.com/office/drawing/2014/main" id="{623F93A5-6240-4753-8E74-2533ADFE6E84}"/>
              </a:ext>
            </a:extLst>
          </p:cNvPr>
          <p:cNvSpPr>
            <a:spLocks noGrp="1"/>
          </p:cNvSpPr>
          <p:nvPr/>
        </p:nvSpPr>
        <p:spPr>
          <a:xfrm>
            <a:off x="4285564" y="6372925"/>
            <a:ext cx="263309" cy="9525"/>
          </a:xfrm>
          <a:custGeom>
            <a:avLst/>
            <a:gdLst/>
            <a:ahLst/>
            <a:cxnLst/>
            <a:rect l="0" t="0" r="0" b="0"/>
            <a:pathLst>
              <a:path w="263309" h="9525">
                <a:moveTo>
                  <a:pt x="0" y="0"/>
                </a:moveTo>
                <a:lnTo>
                  <a:pt x="263309" y="6397"/>
                </a:lnTo>
              </a:path>
            </a:pathLst>
          </a:custGeom>
          <a:noFill/>
          <a:ln w="7367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666" name="lumia-token-stream-curve">
            <a:extLst>
              <a:ext uri="{FF2B5EF4-FFF2-40B4-BE49-F238E27FC236}">
                <a16:creationId xmlns:a16="http://schemas.microsoft.com/office/drawing/2014/main" id="{F6FB9DF5-C23F-4949-90FC-378A8BFB9997}"/>
              </a:ext>
            </a:extLst>
          </p:cNvPr>
          <p:cNvSpPr>
            <a:spLocks noGrp="1"/>
          </p:cNvSpPr>
          <p:nvPr/>
        </p:nvSpPr>
        <p:spPr>
          <a:xfrm>
            <a:off x="4548874" y="6370973"/>
            <a:ext cx="266474" cy="9525"/>
          </a:xfrm>
          <a:custGeom>
            <a:avLst/>
            <a:gdLst/>
            <a:ahLst/>
            <a:cxnLst/>
            <a:rect l="0" t="0" r="0" b="0"/>
            <a:pathLst>
              <a:path w="266474" h="9525">
                <a:moveTo>
                  <a:pt x="0" y="8350"/>
                </a:moveTo>
                <a:lnTo>
                  <a:pt x="266474" y="0"/>
                </a:lnTo>
              </a:path>
            </a:pathLst>
          </a:custGeom>
          <a:noFill/>
          <a:ln w="7467">
            <a:solidFill>
              <a:srgbClr val="CA414A">
                <a:alpha val="12000"/>
              </a:srgbClr>
            </a:solidFill>
            <a:prstDash val="solid"/>
          </a:ln>
        </p:spPr>
      </p:sp>
      <p:sp>
        <p:nvSpPr>
          <p:cNvPr id="667" name="lumia-token-stream-curve">
            <a:extLst>
              <a:ext uri="{FF2B5EF4-FFF2-40B4-BE49-F238E27FC236}">
                <a16:creationId xmlns:a16="http://schemas.microsoft.com/office/drawing/2014/main" id="{3E907A59-6AEB-40A3-86DC-E209898FE29D}"/>
              </a:ext>
            </a:extLst>
          </p:cNvPr>
          <p:cNvSpPr>
            <a:spLocks noGrp="1"/>
          </p:cNvSpPr>
          <p:nvPr/>
        </p:nvSpPr>
        <p:spPr>
          <a:xfrm>
            <a:off x="4815347" y="6345060"/>
            <a:ext cx="269531" cy="25913"/>
          </a:xfrm>
          <a:custGeom>
            <a:avLst/>
            <a:gdLst/>
            <a:ahLst/>
            <a:cxnLst/>
            <a:rect l="0" t="0" r="0" b="0"/>
            <a:pathLst>
              <a:path w="269531" h="25913">
                <a:moveTo>
                  <a:pt x="0" y="25913"/>
                </a:moveTo>
                <a:lnTo>
                  <a:pt x="269531" y="0"/>
                </a:lnTo>
              </a:path>
            </a:pathLst>
          </a:custGeom>
          <a:noFill/>
          <a:ln w="7587">
            <a:solidFill>
              <a:srgbClr val="D74242">
                <a:alpha val="12000"/>
              </a:srgbClr>
            </a:solidFill>
            <a:prstDash val="solid"/>
          </a:ln>
        </p:spPr>
      </p:sp>
      <p:sp>
        <p:nvSpPr>
          <p:cNvPr id="668" name="lumia-token-stream-curve">
            <a:extLst>
              <a:ext uri="{FF2B5EF4-FFF2-40B4-BE49-F238E27FC236}">
                <a16:creationId xmlns:a16="http://schemas.microsoft.com/office/drawing/2014/main" id="{35F1D179-0E21-456B-8AD5-D13C899C8D96}"/>
              </a:ext>
            </a:extLst>
          </p:cNvPr>
          <p:cNvSpPr>
            <a:spLocks noGrp="1"/>
          </p:cNvSpPr>
          <p:nvPr/>
        </p:nvSpPr>
        <p:spPr>
          <a:xfrm>
            <a:off x="5084878" y="6300197"/>
            <a:ext cx="272481" cy="44863"/>
          </a:xfrm>
          <a:custGeom>
            <a:avLst/>
            <a:gdLst/>
            <a:ahLst/>
            <a:cxnLst/>
            <a:rect l="0" t="0" r="0" b="0"/>
            <a:pathLst>
              <a:path w="272481" h="44863">
                <a:moveTo>
                  <a:pt x="0" y="44863"/>
                </a:moveTo>
                <a:lnTo>
                  <a:pt x="272481" y="0"/>
                </a:lnTo>
              </a:path>
            </a:pathLst>
          </a:custGeom>
          <a:noFill/>
          <a:ln w="7728">
            <a:solidFill>
              <a:srgbClr val="E44339">
                <a:alpha val="13000"/>
              </a:srgbClr>
            </a:solidFill>
            <a:prstDash val="solid"/>
          </a:ln>
        </p:spPr>
      </p:sp>
      <p:sp>
        <p:nvSpPr>
          <p:cNvPr id="669" name="lumia-token-stream-curve">
            <a:extLst>
              <a:ext uri="{FF2B5EF4-FFF2-40B4-BE49-F238E27FC236}">
                <a16:creationId xmlns:a16="http://schemas.microsoft.com/office/drawing/2014/main" id="{C2F61F02-2A29-4359-9180-3058E0C01C9E}"/>
              </a:ext>
            </a:extLst>
          </p:cNvPr>
          <p:cNvSpPr>
            <a:spLocks noGrp="1"/>
          </p:cNvSpPr>
          <p:nvPr/>
        </p:nvSpPr>
        <p:spPr>
          <a:xfrm>
            <a:off x="5357359" y="6236707"/>
            <a:ext cx="275323" cy="63490"/>
          </a:xfrm>
          <a:custGeom>
            <a:avLst/>
            <a:gdLst/>
            <a:ahLst/>
            <a:cxnLst/>
            <a:rect l="0" t="0" r="0" b="0"/>
            <a:pathLst>
              <a:path w="275323" h="63490">
                <a:moveTo>
                  <a:pt x="0" y="63490"/>
                </a:moveTo>
                <a:lnTo>
                  <a:pt x="275323" y="0"/>
                </a:lnTo>
              </a:path>
            </a:pathLst>
          </a:custGeom>
          <a:noFill/>
          <a:ln w="7885">
            <a:solidFill>
              <a:srgbClr val="EB4833">
                <a:alpha val="13000"/>
              </a:srgbClr>
            </a:solidFill>
            <a:prstDash val="solid"/>
          </a:ln>
        </p:spPr>
      </p:sp>
      <p:sp>
        <p:nvSpPr>
          <p:cNvPr id="670" name="lumia-token-stream-curve">
            <a:extLst>
              <a:ext uri="{FF2B5EF4-FFF2-40B4-BE49-F238E27FC236}">
                <a16:creationId xmlns:a16="http://schemas.microsoft.com/office/drawing/2014/main" id="{D6E4FC26-21EA-4A7A-899B-A951A82508F3}"/>
              </a:ext>
            </a:extLst>
          </p:cNvPr>
          <p:cNvSpPr>
            <a:spLocks noGrp="1"/>
          </p:cNvSpPr>
          <p:nvPr/>
        </p:nvSpPr>
        <p:spPr>
          <a:xfrm>
            <a:off x="5632682" y="6156705"/>
            <a:ext cx="278059" cy="80002"/>
          </a:xfrm>
          <a:custGeom>
            <a:avLst/>
            <a:gdLst/>
            <a:ahLst/>
            <a:cxnLst/>
            <a:rect l="0" t="0" r="0" b="0"/>
            <a:pathLst>
              <a:path w="278059" h="80002">
                <a:moveTo>
                  <a:pt x="0" y="80002"/>
                </a:moveTo>
                <a:lnTo>
                  <a:pt x="278059" y="0"/>
                </a:lnTo>
              </a:path>
            </a:pathLst>
          </a:custGeom>
          <a:noFill/>
          <a:ln w="8058">
            <a:solidFill>
              <a:srgbClr val="EC532F">
                <a:alpha val="14000"/>
              </a:srgbClr>
            </a:solidFill>
            <a:prstDash val="solid"/>
          </a:ln>
        </p:spPr>
      </p:sp>
      <p:sp>
        <p:nvSpPr>
          <p:cNvPr id="671" name="lumia-token-stream-curve">
            <a:extLst>
              <a:ext uri="{FF2B5EF4-FFF2-40B4-BE49-F238E27FC236}">
                <a16:creationId xmlns:a16="http://schemas.microsoft.com/office/drawing/2014/main" id="{13920E31-DDA4-4CB6-BF1C-984279E2F399}"/>
              </a:ext>
            </a:extLst>
          </p:cNvPr>
          <p:cNvSpPr>
            <a:spLocks noGrp="1"/>
          </p:cNvSpPr>
          <p:nvPr/>
        </p:nvSpPr>
        <p:spPr>
          <a:xfrm>
            <a:off x="5910741" y="6063950"/>
            <a:ext cx="280687" cy="92756"/>
          </a:xfrm>
          <a:custGeom>
            <a:avLst/>
            <a:gdLst/>
            <a:ahLst/>
            <a:cxnLst/>
            <a:rect l="0" t="0" r="0" b="0"/>
            <a:pathLst>
              <a:path w="280687" h="92756">
                <a:moveTo>
                  <a:pt x="0" y="92756"/>
                </a:moveTo>
                <a:lnTo>
                  <a:pt x="280687" y="0"/>
                </a:lnTo>
              </a:path>
            </a:pathLst>
          </a:custGeom>
          <a:noFill/>
          <a:ln w="8244">
            <a:solidFill>
              <a:srgbClr val="EE5E2A">
                <a:alpha val="14000"/>
              </a:srgbClr>
            </a:solidFill>
            <a:prstDash val="solid"/>
          </a:ln>
        </p:spPr>
      </p:sp>
      <p:sp>
        <p:nvSpPr>
          <p:cNvPr id="672" name="lumia-token-stream-curve">
            <a:extLst>
              <a:ext uri="{FF2B5EF4-FFF2-40B4-BE49-F238E27FC236}">
                <a16:creationId xmlns:a16="http://schemas.microsoft.com/office/drawing/2014/main" id="{4ECD73FF-1B90-4F8E-9CDA-DF26BCCAB24B}"/>
              </a:ext>
            </a:extLst>
          </p:cNvPr>
          <p:cNvSpPr>
            <a:spLocks noGrp="1"/>
          </p:cNvSpPr>
          <p:nvPr/>
        </p:nvSpPr>
        <p:spPr>
          <a:xfrm>
            <a:off x="6191429" y="5963453"/>
            <a:ext cx="283208" cy="100497"/>
          </a:xfrm>
          <a:custGeom>
            <a:avLst/>
            <a:gdLst/>
            <a:ahLst/>
            <a:cxnLst/>
            <a:rect l="0" t="0" r="0" b="0"/>
            <a:pathLst>
              <a:path w="283208" h="100497">
                <a:moveTo>
                  <a:pt x="0" y="100497"/>
                </a:moveTo>
                <a:lnTo>
                  <a:pt x="283208" y="0"/>
                </a:lnTo>
              </a:path>
            </a:pathLst>
          </a:custGeom>
          <a:noFill/>
          <a:ln w="8442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673" name="lumia-token-stream-curve">
            <a:extLst>
              <a:ext uri="{FF2B5EF4-FFF2-40B4-BE49-F238E27FC236}">
                <a16:creationId xmlns:a16="http://schemas.microsoft.com/office/drawing/2014/main" id="{20FC25F8-D788-43B2-8B6B-436F4EF6B506}"/>
              </a:ext>
            </a:extLst>
          </p:cNvPr>
          <p:cNvSpPr>
            <a:spLocks noGrp="1"/>
          </p:cNvSpPr>
          <p:nvPr/>
        </p:nvSpPr>
        <p:spPr>
          <a:xfrm>
            <a:off x="6474637" y="5860895"/>
            <a:ext cx="285622" cy="102558"/>
          </a:xfrm>
          <a:custGeom>
            <a:avLst/>
            <a:gdLst/>
            <a:ahLst/>
            <a:cxnLst/>
            <a:rect l="0" t="0" r="0" b="0"/>
            <a:pathLst>
              <a:path w="285622" h="102558">
                <a:moveTo>
                  <a:pt x="0" y="102558"/>
                </a:moveTo>
                <a:lnTo>
                  <a:pt x="285622" y="0"/>
                </a:lnTo>
              </a:path>
            </a:pathLst>
          </a:custGeom>
          <a:noFill/>
          <a:ln w="8648">
            <a:solidFill>
              <a:srgbClr val="F17322">
                <a:alpha val="15000"/>
              </a:srgbClr>
            </a:solidFill>
            <a:prstDash val="solid"/>
          </a:ln>
        </p:spPr>
      </p:sp>
      <p:sp>
        <p:nvSpPr>
          <p:cNvPr id="674" name="lumia-token-stream-curve">
            <a:extLst>
              <a:ext uri="{FF2B5EF4-FFF2-40B4-BE49-F238E27FC236}">
                <a16:creationId xmlns:a16="http://schemas.microsoft.com/office/drawing/2014/main" id="{9B66E351-72C1-4E46-9E21-F7DC31CFD35F}"/>
              </a:ext>
            </a:extLst>
          </p:cNvPr>
          <p:cNvSpPr>
            <a:spLocks noGrp="1"/>
          </p:cNvSpPr>
          <p:nvPr/>
        </p:nvSpPr>
        <p:spPr>
          <a:xfrm>
            <a:off x="6760259" y="5761890"/>
            <a:ext cx="287929" cy="99005"/>
          </a:xfrm>
          <a:custGeom>
            <a:avLst/>
            <a:gdLst/>
            <a:ahLst/>
            <a:cxnLst/>
            <a:rect l="0" t="0" r="0" b="0"/>
            <a:pathLst>
              <a:path w="287929" h="99005">
                <a:moveTo>
                  <a:pt x="0" y="99005"/>
                </a:moveTo>
                <a:lnTo>
                  <a:pt x="287929" y="0"/>
                </a:lnTo>
              </a:path>
            </a:pathLst>
          </a:custGeom>
          <a:noFill/>
          <a:ln w="8862">
            <a:solidFill>
              <a:srgbClr val="F27E1E">
                <a:alpha val="15000"/>
              </a:srgbClr>
            </a:solidFill>
            <a:prstDash val="solid"/>
          </a:ln>
        </p:spPr>
      </p:sp>
      <p:sp>
        <p:nvSpPr>
          <p:cNvPr id="675" name="lumia-token-stream-curve">
            <a:extLst>
              <a:ext uri="{FF2B5EF4-FFF2-40B4-BE49-F238E27FC236}">
                <a16:creationId xmlns:a16="http://schemas.microsoft.com/office/drawing/2014/main" id="{360C97F5-43BB-4B8A-9A37-FAC3DDFA407D}"/>
              </a:ext>
            </a:extLst>
          </p:cNvPr>
          <p:cNvSpPr>
            <a:spLocks noGrp="1"/>
          </p:cNvSpPr>
          <p:nvPr/>
        </p:nvSpPr>
        <p:spPr>
          <a:xfrm>
            <a:off x="7048188" y="5671215"/>
            <a:ext cx="290128" cy="90675"/>
          </a:xfrm>
          <a:custGeom>
            <a:avLst/>
            <a:gdLst/>
            <a:ahLst/>
            <a:cxnLst/>
            <a:rect l="0" t="0" r="0" b="0"/>
            <a:pathLst>
              <a:path w="290128" h="90675">
                <a:moveTo>
                  <a:pt x="0" y="90675"/>
                </a:moveTo>
                <a:lnTo>
                  <a:pt x="290128" y="0"/>
                </a:lnTo>
              </a:path>
            </a:pathLst>
          </a:custGeom>
          <a:noFill/>
          <a:ln w="9080">
            <a:solidFill>
              <a:srgbClr val="F48919">
                <a:alpha val="16000"/>
              </a:srgbClr>
            </a:solidFill>
            <a:prstDash val="solid"/>
          </a:ln>
        </p:spPr>
      </p:sp>
      <p:sp>
        <p:nvSpPr>
          <p:cNvPr id="676" name="lumia-token-stream-curve">
            <a:extLst>
              <a:ext uri="{FF2B5EF4-FFF2-40B4-BE49-F238E27FC236}">
                <a16:creationId xmlns:a16="http://schemas.microsoft.com/office/drawing/2014/main" id="{01A65717-8998-4E48-A41A-C573167DE3D8}"/>
              </a:ext>
            </a:extLst>
          </p:cNvPr>
          <p:cNvSpPr>
            <a:spLocks noGrp="1"/>
          </p:cNvSpPr>
          <p:nvPr/>
        </p:nvSpPr>
        <p:spPr>
          <a:xfrm>
            <a:off x="7338316" y="5592098"/>
            <a:ext cx="292220" cy="79117"/>
          </a:xfrm>
          <a:custGeom>
            <a:avLst/>
            <a:gdLst/>
            <a:ahLst/>
            <a:cxnLst/>
            <a:rect l="0" t="0" r="0" b="0"/>
            <a:pathLst>
              <a:path w="292220" h="79117">
                <a:moveTo>
                  <a:pt x="0" y="79117"/>
                </a:moveTo>
                <a:lnTo>
                  <a:pt x="292220" y="0"/>
                </a:lnTo>
              </a:path>
            </a:pathLst>
          </a:custGeom>
          <a:noFill/>
          <a:ln w="9301">
            <a:solidFill>
              <a:srgbClr val="F59415">
                <a:alpha val="16000"/>
              </a:srgbClr>
            </a:solidFill>
            <a:prstDash val="solid"/>
          </a:ln>
        </p:spPr>
      </p:sp>
      <p:sp>
        <p:nvSpPr>
          <p:cNvPr id="677" name="lumia-token-stream-curve">
            <a:extLst>
              <a:ext uri="{FF2B5EF4-FFF2-40B4-BE49-F238E27FC236}">
                <a16:creationId xmlns:a16="http://schemas.microsoft.com/office/drawing/2014/main" id="{23435E2B-5F5D-4E04-9565-262CE72B001F}"/>
              </a:ext>
            </a:extLst>
          </p:cNvPr>
          <p:cNvSpPr>
            <a:spLocks noGrp="1"/>
          </p:cNvSpPr>
          <p:nvPr/>
        </p:nvSpPr>
        <p:spPr>
          <a:xfrm>
            <a:off x="7630537" y="5525684"/>
            <a:ext cx="294205" cy="66413"/>
          </a:xfrm>
          <a:custGeom>
            <a:avLst/>
            <a:gdLst/>
            <a:ahLst/>
            <a:cxnLst/>
            <a:rect l="0" t="0" r="0" b="0"/>
            <a:pathLst>
              <a:path w="294205" h="66413">
                <a:moveTo>
                  <a:pt x="0" y="66413"/>
                </a:moveTo>
                <a:lnTo>
                  <a:pt x="294205" y="0"/>
                </a:lnTo>
              </a:path>
            </a:pathLst>
          </a:custGeom>
          <a:noFill/>
          <a:ln w="9523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678" name="lumia-token-stream-curve">
            <a:extLst>
              <a:ext uri="{FF2B5EF4-FFF2-40B4-BE49-F238E27FC236}">
                <a16:creationId xmlns:a16="http://schemas.microsoft.com/office/drawing/2014/main" id="{25C69630-2833-4394-979E-2993F8F07DAF}"/>
              </a:ext>
            </a:extLst>
          </p:cNvPr>
          <p:cNvSpPr>
            <a:spLocks noGrp="1"/>
          </p:cNvSpPr>
          <p:nvPr/>
        </p:nvSpPr>
        <p:spPr>
          <a:xfrm>
            <a:off x="7924742" y="5470771"/>
            <a:ext cx="296083" cy="54913"/>
          </a:xfrm>
          <a:custGeom>
            <a:avLst/>
            <a:gdLst/>
            <a:ahLst/>
            <a:cxnLst/>
            <a:rect l="0" t="0" r="0" b="0"/>
            <a:pathLst>
              <a:path w="296083" h="54913">
                <a:moveTo>
                  <a:pt x="0" y="54913"/>
                </a:moveTo>
                <a:lnTo>
                  <a:pt x="296083" y="0"/>
                </a:lnTo>
              </a:path>
            </a:pathLst>
          </a:custGeom>
          <a:noFill/>
          <a:ln w="9744">
            <a:solidFill>
              <a:srgbClr val="F8A90C">
                <a:alpha val="17000"/>
              </a:srgbClr>
            </a:solidFill>
            <a:prstDash val="solid"/>
          </a:ln>
        </p:spPr>
      </p:sp>
      <p:sp>
        <p:nvSpPr>
          <p:cNvPr id="679" name="lumia-token-stream-curve">
            <a:extLst>
              <a:ext uri="{FF2B5EF4-FFF2-40B4-BE49-F238E27FC236}">
                <a16:creationId xmlns:a16="http://schemas.microsoft.com/office/drawing/2014/main" id="{B7CA4E46-96A5-4F45-92A4-614C77C35DBB}"/>
              </a:ext>
            </a:extLst>
          </p:cNvPr>
          <p:cNvSpPr>
            <a:spLocks noGrp="1"/>
          </p:cNvSpPr>
          <p:nvPr/>
        </p:nvSpPr>
        <p:spPr>
          <a:xfrm>
            <a:off x="8220825" y="5423868"/>
            <a:ext cx="297854" cy="46903"/>
          </a:xfrm>
          <a:custGeom>
            <a:avLst/>
            <a:gdLst/>
            <a:ahLst/>
            <a:cxnLst/>
            <a:rect l="0" t="0" r="0" b="0"/>
            <a:pathLst>
              <a:path w="297854" h="46903">
                <a:moveTo>
                  <a:pt x="0" y="46903"/>
                </a:moveTo>
                <a:lnTo>
                  <a:pt x="297854" y="0"/>
                </a:lnTo>
              </a:path>
            </a:pathLst>
          </a:custGeom>
          <a:noFill/>
          <a:ln w="9961">
            <a:solidFill>
              <a:srgbClr val="FAB408">
                <a:alpha val="18000"/>
              </a:srgbClr>
            </a:solidFill>
            <a:prstDash val="solid"/>
          </a:ln>
        </p:spPr>
      </p:sp>
      <p:sp>
        <p:nvSpPr>
          <p:cNvPr id="680" name="lumia-token-stream-curve">
            <a:extLst>
              <a:ext uri="{FF2B5EF4-FFF2-40B4-BE49-F238E27FC236}">
                <a16:creationId xmlns:a16="http://schemas.microsoft.com/office/drawing/2014/main" id="{80E587FE-C6E6-4D40-BDF8-D42ED76EFB94}"/>
              </a:ext>
            </a:extLst>
          </p:cNvPr>
          <p:cNvSpPr>
            <a:spLocks noGrp="1"/>
          </p:cNvSpPr>
          <p:nvPr/>
        </p:nvSpPr>
        <p:spPr>
          <a:xfrm>
            <a:off x="8518679" y="5379604"/>
            <a:ext cx="299517" cy="44264"/>
          </a:xfrm>
          <a:custGeom>
            <a:avLst/>
            <a:gdLst/>
            <a:ahLst/>
            <a:cxnLst/>
            <a:rect l="0" t="0" r="0" b="0"/>
            <a:pathLst>
              <a:path w="299517" h="44264">
                <a:moveTo>
                  <a:pt x="0" y="44264"/>
                </a:moveTo>
                <a:lnTo>
                  <a:pt x="299517" y="0"/>
                </a:lnTo>
              </a:path>
            </a:pathLst>
          </a:custGeom>
          <a:noFill/>
          <a:ln w="10173">
            <a:solidFill>
              <a:srgbClr val="F7BC07">
                <a:alpha val="18000"/>
              </a:srgbClr>
            </a:solidFill>
            <a:prstDash val="solid"/>
          </a:ln>
        </p:spPr>
      </p:sp>
      <p:sp>
        <p:nvSpPr>
          <p:cNvPr id="681" name="lumia-token-stream-curve">
            <a:extLst>
              <a:ext uri="{FF2B5EF4-FFF2-40B4-BE49-F238E27FC236}">
                <a16:creationId xmlns:a16="http://schemas.microsoft.com/office/drawing/2014/main" id="{50D92406-FC35-45ED-8668-5317ABA604DB}"/>
              </a:ext>
            </a:extLst>
          </p:cNvPr>
          <p:cNvSpPr>
            <a:spLocks noGrp="1"/>
          </p:cNvSpPr>
          <p:nvPr/>
        </p:nvSpPr>
        <p:spPr>
          <a:xfrm>
            <a:off x="8818196" y="5331428"/>
            <a:ext cx="301073" cy="48177"/>
          </a:xfrm>
          <a:custGeom>
            <a:avLst/>
            <a:gdLst/>
            <a:ahLst/>
            <a:cxnLst/>
            <a:rect l="0" t="0" r="0" b="0"/>
            <a:pathLst>
              <a:path w="301073" h="48177">
                <a:moveTo>
                  <a:pt x="0" y="48177"/>
                </a:moveTo>
                <a:lnTo>
                  <a:pt x="301073" y="0"/>
                </a:lnTo>
              </a:path>
            </a:pathLst>
          </a:custGeom>
          <a:noFill/>
          <a:ln w="10378">
            <a:solidFill>
              <a:srgbClr val="E5BA0E">
                <a:alpha val="18000"/>
              </a:srgbClr>
            </a:solidFill>
            <a:prstDash val="solid"/>
          </a:ln>
        </p:spPr>
      </p:sp>
      <p:sp>
        <p:nvSpPr>
          <p:cNvPr id="682" name="lumia-token-stream-curve">
            <a:extLst>
              <a:ext uri="{FF2B5EF4-FFF2-40B4-BE49-F238E27FC236}">
                <a16:creationId xmlns:a16="http://schemas.microsoft.com/office/drawing/2014/main" id="{E02167BC-D2AF-4922-B811-21778237AE85}"/>
              </a:ext>
            </a:extLst>
          </p:cNvPr>
          <p:cNvSpPr>
            <a:spLocks noGrp="1"/>
          </p:cNvSpPr>
          <p:nvPr/>
        </p:nvSpPr>
        <p:spPr>
          <a:xfrm>
            <a:off x="9119269" y="5272528"/>
            <a:ext cx="302522" cy="58900"/>
          </a:xfrm>
          <a:custGeom>
            <a:avLst/>
            <a:gdLst/>
            <a:ahLst/>
            <a:cxnLst/>
            <a:rect l="0" t="0" r="0" b="0"/>
            <a:pathLst>
              <a:path w="302522" h="58900">
                <a:moveTo>
                  <a:pt x="0" y="58900"/>
                </a:moveTo>
                <a:lnTo>
                  <a:pt x="302522" y="0"/>
                </a:lnTo>
              </a:path>
            </a:pathLst>
          </a:custGeom>
          <a:noFill/>
          <a:ln w="10572">
            <a:solidFill>
              <a:srgbClr val="D3B815">
                <a:alpha val="19000"/>
              </a:srgbClr>
            </a:solidFill>
            <a:prstDash val="solid"/>
          </a:ln>
        </p:spPr>
      </p:sp>
      <p:sp>
        <p:nvSpPr>
          <p:cNvPr id="683" name="lumia-token-stream-curve">
            <a:extLst>
              <a:ext uri="{FF2B5EF4-FFF2-40B4-BE49-F238E27FC236}">
                <a16:creationId xmlns:a16="http://schemas.microsoft.com/office/drawing/2014/main" id="{C30FB6ED-A5F0-4366-8B25-EF30A5522346}"/>
              </a:ext>
            </a:extLst>
          </p:cNvPr>
          <p:cNvSpPr>
            <a:spLocks noGrp="1"/>
          </p:cNvSpPr>
          <p:nvPr/>
        </p:nvSpPr>
        <p:spPr>
          <a:xfrm>
            <a:off x="9421791" y="5196829"/>
            <a:ext cx="303864" cy="75699"/>
          </a:xfrm>
          <a:custGeom>
            <a:avLst/>
            <a:gdLst/>
            <a:ahLst/>
            <a:cxnLst/>
            <a:rect l="0" t="0" r="0" b="0"/>
            <a:pathLst>
              <a:path w="303864" h="75699">
                <a:moveTo>
                  <a:pt x="0" y="75699"/>
                </a:moveTo>
                <a:lnTo>
                  <a:pt x="303864" y="0"/>
                </a:lnTo>
              </a:path>
            </a:pathLst>
          </a:custGeom>
          <a:noFill/>
          <a:ln w="10756">
            <a:solidFill>
              <a:srgbClr val="C2B61C">
                <a:alpha val="19000"/>
              </a:srgbClr>
            </a:solidFill>
            <a:prstDash val="solid"/>
          </a:ln>
        </p:spPr>
      </p:sp>
      <p:sp>
        <p:nvSpPr>
          <p:cNvPr id="684" name="lumia-token-stream-curve">
            <a:extLst>
              <a:ext uri="{FF2B5EF4-FFF2-40B4-BE49-F238E27FC236}">
                <a16:creationId xmlns:a16="http://schemas.microsoft.com/office/drawing/2014/main" id="{A9BEE31A-A21F-4A0F-98FE-EF58C5C9DA51}"/>
              </a:ext>
            </a:extLst>
          </p:cNvPr>
          <p:cNvSpPr>
            <a:spLocks noGrp="1"/>
          </p:cNvSpPr>
          <p:nvPr/>
        </p:nvSpPr>
        <p:spPr>
          <a:xfrm>
            <a:off x="9725655" y="5099918"/>
            <a:ext cx="305098" cy="96911"/>
          </a:xfrm>
          <a:custGeom>
            <a:avLst/>
            <a:gdLst/>
            <a:ahLst/>
            <a:cxnLst/>
            <a:rect l="0" t="0" r="0" b="0"/>
            <a:pathLst>
              <a:path w="305098" h="96911">
                <a:moveTo>
                  <a:pt x="0" y="96911"/>
                </a:moveTo>
                <a:lnTo>
                  <a:pt x="305098" y="0"/>
                </a:lnTo>
              </a:path>
            </a:pathLst>
          </a:custGeom>
          <a:noFill/>
          <a:ln w="10925">
            <a:solidFill>
              <a:srgbClr val="B0B422">
                <a:alpha val="19000"/>
              </a:srgbClr>
            </a:solidFill>
            <a:prstDash val="solid"/>
          </a:ln>
        </p:spPr>
      </p:sp>
      <p:sp>
        <p:nvSpPr>
          <p:cNvPr id="685" name="lumia-token-stream-curve">
            <a:extLst>
              <a:ext uri="{FF2B5EF4-FFF2-40B4-BE49-F238E27FC236}">
                <a16:creationId xmlns:a16="http://schemas.microsoft.com/office/drawing/2014/main" id="{950365E8-E002-4C55-845E-EE7A776E72D9}"/>
              </a:ext>
            </a:extLst>
          </p:cNvPr>
          <p:cNvSpPr>
            <a:spLocks noGrp="1"/>
          </p:cNvSpPr>
          <p:nvPr/>
        </p:nvSpPr>
        <p:spPr>
          <a:xfrm>
            <a:off x="10030753" y="4979754"/>
            <a:ext cx="306226" cy="120164"/>
          </a:xfrm>
          <a:custGeom>
            <a:avLst/>
            <a:gdLst/>
            <a:ahLst/>
            <a:cxnLst/>
            <a:rect l="0" t="0" r="0" b="0"/>
            <a:pathLst>
              <a:path w="306226" h="120164">
                <a:moveTo>
                  <a:pt x="0" y="120164"/>
                </a:moveTo>
                <a:lnTo>
                  <a:pt x="306226" y="0"/>
                </a:lnTo>
              </a:path>
            </a:pathLst>
          </a:custGeom>
          <a:noFill/>
          <a:ln w="11078">
            <a:solidFill>
              <a:srgbClr val="9EB329">
                <a:alpha val="20000"/>
              </a:srgbClr>
            </a:solidFill>
            <a:prstDash val="solid"/>
          </a:ln>
        </p:spPr>
      </p:sp>
      <p:sp>
        <p:nvSpPr>
          <p:cNvPr id="686" name="lumia-token-stream-curve">
            <a:extLst>
              <a:ext uri="{FF2B5EF4-FFF2-40B4-BE49-F238E27FC236}">
                <a16:creationId xmlns:a16="http://schemas.microsoft.com/office/drawing/2014/main" id="{142F5AF1-3399-4E38-92A5-1CFA3D055694}"/>
              </a:ext>
            </a:extLst>
          </p:cNvPr>
          <p:cNvSpPr>
            <a:spLocks noGrp="1"/>
          </p:cNvSpPr>
          <p:nvPr/>
        </p:nvSpPr>
        <p:spPr>
          <a:xfrm>
            <a:off x="10336979" y="4837033"/>
            <a:ext cx="307246" cy="142721"/>
          </a:xfrm>
          <a:custGeom>
            <a:avLst/>
            <a:gdLst/>
            <a:ahLst/>
            <a:cxnLst/>
            <a:rect l="0" t="0" r="0" b="0"/>
            <a:pathLst>
              <a:path w="307246" h="142721">
                <a:moveTo>
                  <a:pt x="0" y="142721"/>
                </a:moveTo>
                <a:lnTo>
                  <a:pt x="307246" y="0"/>
                </a:lnTo>
              </a:path>
            </a:pathLst>
          </a:custGeom>
          <a:noFill/>
          <a:ln w="11214">
            <a:solidFill>
              <a:srgbClr val="8CB130">
                <a:alpha val="20000"/>
              </a:srgbClr>
            </a:solidFill>
            <a:prstDash val="solid"/>
          </a:ln>
        </p:spPr>
      </p:sp>
      <p:sp>
        <p:nvSpPr>
          <p:cNvPr id="687" name="lumia-token-stream-curve">
            <a:extLst>
              <a:ext uri="{FF2B5EF4-FFF2-40B4-BE49-F238E27FC236}">
                <a16:creationId xmlns:a16="http://schemas.microsoft.com/office/drawing/2014/main" id="{C9AD4BCD-DF32-40C1-BDA4-6B85F86E6111}"/>
              </a:ext>
            </a:extLst>
          </p:cNvPr>
          <p:cNvSpPr>
            <a:spLocks noGrp="1"/>
          </p:cNvSpPr>
          <p:nvPr/>
        </p:nvSpPr>
        <p:spPr>
          <a:xfrm>
            <a:off x="10644224" y="4675149"/>
            <a:ext cx="308158" cy="161884"/>
          </a:xfrm>
          <a:custGeom>
            <a:avLst/>
            <a:gdLst/>
            <a:ahLst/>
            <a:cxnLst/>
            <a:rect l="0" t="0" r="0" b="0"/>
            <a:pathLst>
              <a:path w="308158" h="161884">
                <a:moveTo>
                  <a:pt x="0" y="161884"/>
                </a:moveTo>
                <a:lnTo>
                  <a:pt x="308158" y="0"/>
                </a:lnTo>
              </a:path>
            </a:pathLst>
          </a:custGeom>
          <a:noFill/>
          <a:ln w="11329">
            <a:solidFill>
              <a:srgbClr val="7BAF37">
                <a:alpha val="20000"/>
              </a:srgbClr>
            </a:solidFill>
            <a:prstDash val="solid"/>
          </a:ln>
        </p:spPr>
      </p:sp>
      <p:sp>
        <p:nvSpPr>
          <p:cNvPr id="688" name="lumia-token-stream-curve">
            <a:extLst>
              <a:ext uri="{FF2B5EF4-FFF2-40B4-BE49-F238E27FC236}">
                <a16:creationId xmlns:a16="http://schemas.microsoft.com/office/drawing/2014/main" id="{78FE635C-8A0B-4AD2-A0A2-22AC1A3ECABD}"/>
              </a:ext>
            </a:extLst>
          </p:cNvPr>
          <p:cNvSpPr>
            <a:spLocks noGrp="1"/>
          </p:cNvSpPr>
          <p:nvPr/>
        </p:nvSpPr>
        <p:spPr>
          <a:xfrm>
            <a:off x="10952383" y="4499725"/>
            <a:ext cx="308964" cy="175424"/>
          </a:xfrm>
          <a:custGeom>
            <a:avLst/>
            <a:gdLst/>
            <a:ahLst/>
            <a:cxnLst/>
            <a:rect l="0" t="0" r="0" b="0"/>
            <a:pathLst>
              <a:path w="308964" h="175424">
                <a:moveTo>
                  <a:pt x="0" y="175424"/>
                </a:moveTo>
                <a:lnTo>
                  <a:pt x="308964" y="0"/>
                </a:lnTo>
              </a:path>
            </a:pathLst>
          </a:custGeom>
          <a:noFill/>
          <a:ln w="11423">
            <a:solidFill>
              <a:srgbClr val="69AD3E">
                <a:alpha val="20000"/>
              </a:srgbClr>
            </a:solidFill>
            <a:prstDash val="solid"/>
          </a:ln>
        </p:spPr>
      </p:sp>
      <p:sp>
        <p:nvSpPr>
          <p:cNvPr id="689" name="lumia-token-stream-curve">
            <a:extLst>
              <a:ext uri="{FF2B5EF4-FFF2-40B4-BE49-F238E27FC236}">
                <a16:creationId xmlns:a16="http://schemas.microsoft.com/office/drawing/2014/main" id="{0C26B67D-055E-4DC8-B72E-9447AE13A63C}"/>
              </a:ext>
            </a:extLst>
          </p:cNvPr>
          <p:cNvSpPr>
            <a:spLocks noGrp="1"/>
          </p:cNvSpPr>
          <p:nvPr/>
        </p:nvSpPr>
        <p:spPr>
          <a:xfrm>
            <a:off x="11261347" y="4317793"/>
            <a:ext cx="309662" cy="181931"/>
          </a:xfrm>
          <a:custGeom>
            <a:avLst/>
            <a:gdLst/>
            <a:ahLst/>
            <a:cxnLst/>
            <a:rect l="0" t="0" r="0" b="0"/>
            <a:pathLst>
              <a:path w="309662" h="181931">
                <a:moveTo>
                  <a:pt x="0" y="181931"/>
                </a:moveTo>
                <a:lnTo>
                  <a:pt x="309662" y="0"/>
                </a:lnTo>
              </a:path>
            </a:pathLst>
          </a:custGeom>
          <a:noFill/>
          <a:ln w="11492">
            <a:solidFill>
              <a:srgbClr val="57AC45">
                <a:alpha val="20000"/>
              </a:srgbClr>
            </a:solidFill>
            <a:prstDash val="solid"/>
          </a:ln>
        </p:spPr>
      </p:sp>
      <p:sp>
        <p:nvSpPr>
          <p:cNvPr id="690" name="lumia-token-stream-curve">
            <a:extLst>
              <a:ext uri="{FF2B5EF4-FFF2-40B4-BE49-F238E27FC236}">
                <a16:creationId xmlns:a16="http://schemas.microsoft.com/office/drawing/2014/main" id="{8CCE31D4-F8C2-4724-AD5A-C94AA6C24394}"/>
              </a:ext>
            </a:extLst>
          </p:cNvPr>
          <p:cNvSpPr>
            <a:spLocks noGrp="1"/>
          </p:cNvSpPr>
          <p:nvPr/>
        </p:nvSpPr>
        <p:spPr>
          <a:xfrm>
            <a:off x="11571009" y="4136732"/>
            <a:ext cx="310254" cy="181061"/>
          </a:xfrm>
          <a:custGeom>
            <a:avLst/>
            <a:gdLst/>
            <a:ahLst/>
            <a:cxnLst/>
            <a:rect l="0" t="0" r="0" b="0"/>
            <a:pathLst>
              <a:path w="310254" h="181061">
                <a:moveTo>
                  <a:pt x="0" y="181061"/>
                </a:moveTo>
                <a:lnTo>
                  <a:pt x="310254" y="0"/>
                </a:lnTo>
              </a:path>
            </a:pathLst>
          </a:custGeom>
          <a:noFill/>
          <a:ln w="11535">
            <a:solidFill>
              <a:srgbClr val="46AA4C">
                <a:alpha val="20000"/>
              </a:srgbClr>
            </a:solidFill>
            <a:prstDash val="solid"/>
          </a:ln>
        </p:spPr>
      </p:sp>
      <p:sp>
        <p:nvSpPr>
          <p:cNvPr id="691" name="lumia-token-stream-curve">
            <a:extLst>
              <a:ext uri="{FF2B5EF4-FFF2-40B4-BE49-F238E27FC236}">
                <a16:creationId xmlns:a16="http://schemas.microsoft.com/office/drawing/2014/main" id="{BC54E8C5-B585-42FB-B903-1D4E06A4D2C6}"/>
              </a:ext>
            </a:extLst>
          </p:cNvPr>
          <p:cNvSpPr>
            <a:spLocks noGrp="1"/>
          </p:cNvSpPr>
          <p:nvPr/>
        </p:nvSpPr>
        <p:spPr>
          <a:xfrm>
            <a:off x="11881263" y="3963127"/>
            <a:ext cx="310737" cy="173605"/>
          </a:xfrm>
          <a:custGeom>
            <a:avLst/>
            <a:gdLst/>
            <a:ahLst/>
            <a:cxnLst/>
            <a:rect l="0" t="0" r="0" b="0"/>
            <a:pathLst>
              <a:path w="310737" h="173605">
                <a:moveTo>
                  <a:pt x="0" y="173605"/>
                </a:moveTo>
                <a:lnTo>
                  <a:pt x="310737" y="0"/>
                </a:lnTo>
              </a:path>
            </a:pathLst>
          </a:custGeom>
          <a:noFill/>
          <a:ln w="11550">
            <a:solidFill>
              <a:srgbClr val="34A853">
                <a:alpha val="20000"/>
              </a:srgbClr>
            </a:solidFill>
            <a:prstDash val="solid"/>
          </a:ln>
        </p:spPr>
      </p:sp>
      <p:sp>
        <p:nvSpPr>
          <p:cNvPr id="692" name="lumia-token-stream-curve">
            <a:extLst>
              <a:ext uri="{FF2B5EF4-FFF2-40B4-BE49-F238E27FC236}">
                <a16:creationId xmlns:a16="http://schemas.microsoft.com/office/drawing/2014/main" id="{D81DA227-603A-4322-91DD-5C4213A54190}"/>
              </a:ext>
            </a:extLst>
          </p:cNvPr>
          <p:cNvSpPr>
            <a:spLocks noGrp="1"/>
          </p:cNvSpPr>
          <p:nvPr/>
        </p:nvSpPr>
        <p:spPr>
          <a:xfrm>
            <a:off x="0" y="6168445"/>
            <a:ext cx="139165" cy="36564"/>
          </a:xfrm>
          <a:custGeom>
            <a:avLst/>
            <a:gdLst/>
            <a:ahLst/>
            <a:cxnLst/>
            <a:rect l="0" t="0" r="0" b="0"/>
            <a:pathLst>
              <a:path w="139165" h="36564">
                <a:moveTo>
                  <a:pt x="0" y="0"/>
                </a:moveTo>
                <a:lnTo>
                  <a:pt x="139165" y="36564"/>
                </a:lnTo>
              </a:path>
            </a:pathLst>
          </a:custGeom>
          <a:noFill/>
          <a:ln w="7490">
            <a:solidFill>
              <a:srgbClr val="4285F4">
                <a:alpha val="10000"/>
              </a:srgbClr>
            </a:solidFill>
            <a:prstDash val="solid"/>
          </a:ln>
        </p:spPr>
      </p:sp>
      <p:sp>
        <p:nvSpPr>
          <p:cNvPr id="693" name="lumia-token-stream-curve">
            <a:extLst>
              <a:ext uri="{FF2B5EF4-FFF2-40B4-BE49-F238E27FC236}">
                <a16:creationId xmlns:a16="http://schemas.microsoft.com/office/drawing/2014/main" id="{B52DCE7B-9C4D-482F-A344-0BE90777FC5C}"/>
              </a:ext>
            </a:extLst>
          </p:cNvPr>
          <p:cNvSpPr>
            <a:spLocks noGrp="1"/>
          </p:cNvSpPr>
          <p:nvPr/>
        </p:nvSpPr>
        <p:spPr>
          <a:xfrm>
            <a:off x="139165" y="6205010"/>
            <a:ext cx="191307" cy="27523"/>
          </a:xfrm>
          <a:custGeom>
            <a:avLst/>
            <a:gdLst/>
            <a:ahLst/>
            <a:cxnLst/>
            <a:rect l="0" t="0" r="0" b="0"/>
            <a:pathLst>
              <a:path w="191307" h="27523">
                <a:moveTo>
                  <a:pt x="0" y="0"/>
                </a:moveTo>
                <a:lnTo>
                  <a:pt x="191307" y="27523"/>
                </a:lnTo>
              </a:path>
            </a:pathLst>
          </a:custGeom>
          <a:noFill/>
          <a:ln w="7490">
            <a:solidFill>
              <a:srgbClr val="447EEC">
                <a:alpha val="10000"/>
              </a:srgbClr>
            </a:solidFill>
            <a:prstDash val="solid"/>
          </a:ln>
        </p:spPr>
      </p:sp>
      <p:sp>
        <p:nvSpPr>
          <p:cNvPr id="694" name="lumia-token-stream-curve">
            <a:extLst>
              <a:ext uri="{FF2B5EF4-FFF2-40B4-BE49-F238E27FC236}">
                <a16:creationId xmlns:a16="http://schemas.microsoft.com/office/drawing/2014/main" id="{735F5D22-1299-4C3B-BFE2-236D835E3F8B}"/>
              </a:ext>
            </a:extLst>
          </p:cNvPr>
          <p:cNvSpPr>
            <a:spLocks noGrp="1"/>
          </p:cNvSpPr>
          <p:nvPr/>
        </p:nvSpPr>
        <p:spPr>
          <a:xfrm>
            <a:off x="330472" y="6232532"/>
            <a:ext cx="196355" cy="19939"/>
          </a:xfrm>
          <a:custGeom>
            <a:avLst/>
            <a:gdLst/>
            <a:ahLst/>
            <a:cxnLst/>
            <a:rect l="0" t="0" r="0" b="0"/>
            <a:pathLst>
              <a:path w="196355" h="19939">
                <a:moveTo>
                  <a:pt x="0" y="0"/>
                </a:moveTo>
                <a:lnTo>
                  <a:pt x="196355" y="19939"/>
                </a:lnTo>
              </a:path>
            </a:pathLst>
          </a:custGeom>
          <a:noFill/>
          <a:ln w="7490">
            <a:solidFill>
              <a:srgbClr val="4678E3">
                <a:alpha val="10000"/>
              </a:srgbClr>
            </a:solidFill>
            <a:prstDash val="solid"/>
          </a:ln>
        </p:spPr>
      </p:sp>
      <p:sp>
        <p:nvSpPr>
          <p:cNvPr id="695" name="lumia-token-stream-curve">
            <a:extLst>
              <a:ext uri="{FF2B5EF4-FFF2-40B4-BE49-F238E27FC236}">
                <a16:creationId xmlns:a16="http://schemas.microsoft.com/office/drawing/2014/main" id="{B1E24D61-27B4-48C5-AAA9-D62BE0B62C34}"/>
              </a:ext>
            </a:extLst>
          </p:cNvPr>
          <p:cNvSpPr>
            <a:spLocks noGrp="1"/>
          </p:cNvSpPr>
          <p:nvPr/>
        </p:nvSpPr>
        <p:spPr>
          <a:xfrm>
            <a:off x="526827" y="6252471"/>
            <a:ext cx="201294" cy="14229"/>
          </a:xfrm>
          <a:custGeom>
            <a:avLst/>
            <a:gdLst/>
            <a:ahLst/>
            <a:cxnLst/>
            <a:rect l="0" t="0" r="0" b="0"/>
            <a:pathLst>
              <a:path w="201294" h="14229">
                <a:moveTo>
                  <a:pt x="0" y="0"/>
                </a:moveTo>
                <a:lnTo>
                  <a:pt x="201294" y="14229"/>
                </a:lnTo>
              </a:path>
            </a:pathLst>
          </a:custGeom>
          <a:noFill/>
          <a:ln w="7490">
            <a:solidFill>
              <a:srgbClr val="4871DB">
                <a:alpha val="10000"/>
              </a:srgbClr>
            </a:solidFill>
            <a:prstDash val="solid"/>
          </a:ln>
        </p:spPr>
      </p:sp>
      <p:sp>
        <p:nvSpPr>
          <p:cNvPr id="696" name="lumia-token-stream-curve">
            <a:extLst>
              <a:ext uri="{FF2B5EF4-FFF2-40B4-BE49-F238E27FC236}">
                <a16:creationId xmlns:a16="http://schemas.microsoft.com/office/drawing/2014/main" id="{9D1D375C-A803-46DE-A858-97D4CA04522D}"/>
              </a:ext>
            </a:extLst>
          </p:cNvPr>
          <p:cNvSpPr>
            <a:spLocks noGrp="1"/>
          </p:cNvSpPr>
          <p:nvPr/>
        </p:nvSpPr>
        <p:spPr>
          <a:xfrm>
            <a:off x="728120" y="6266701"/>
            <a:ext cx="206123" cy="10718"/>
          </a:xfrm>
          <a:custGeom>
            <a:avLst/>
            <a:gdLst/>
            <a:ahLst/>
            <a:cxnLst/>
            <a:rect l="0" t="0" r="0" b="0"/>
            <a:pathLst>
              <a:path w="206123" h="10718">
                <a:moveTo>
                  <a:pt x="0" y="0"/>
                </a:moveTo>
                <a:lnTo>
                  <a:pt x="206123" y="10718"/>
                </a:lnTo>
              </a:path>
            </a:pathLst>
          </a:custGeom>
          <a:noFill/>
          <a:ln w="7490">
            <a:solidFill>
              <a:srgbClr val="4A6BD2">
                <a:alpha val="10000"/>
              </a:srgbClr>
            </a:solidFill>
            <a:prstDash val="solid"/>
          </a:ln>
        </p:spPr>
      </p:sp>
      <p:sp>
        <p:nvSpPr>
          <p:cNvPr id="697" name="lumia-token-stream-curve">
            <a:extLst>
              <a:ext uri="{FF2B5EF4-FFF2-40B4-BE49-F238E27FC236}">
                <a16:creationId xmlns:a16="http://schemas.microsoft.com/office/drawing/2014/main" id="{8AFBA654-6CD7-437B-896D-3D25BF5FEC28}"/>
              </a:ext>
            </a:extLst>
          </p:cNvPr>
          <p:cNvSpPr>
            <a:spLocks noGrp="1"/>
          </p:cNvSpPr>
          <p:nvPr/>
        </p:nvSpPr>
        <p:spPr>
          <a:xfrm>
            <a:off x="934243" y="6277419"/>
            <a:ext cx="210842" cy="9589"/>
          </a:xfrm>
          <a:custGeom>
            <a:avLst/>
            <a:gdLst/>
            <a:ahLst/>
            <a:cxnLst/>
            <a:rect l="0" t="0" r="0" b="0"/>
            <a:pathLst>
              <a:path w="210842" h="9589">
                <a:moveTo>
                  <a:pt x="0" y="0"/>
                </a:moveTo>
                <a:lnTo>
                  <a:pt x="210842" y="9589"/>
                </a:lnTo>
              </a:path>
            </a:pathLst>
          </a:custGeom>
          <a:noFill/>
          <a:ln w="7490">
            <a:solidFill>
              <a:srgbClr val="4C64CA">
                <a:alpha val="10000"/>
              </a:srgbClr>
            </a:solidFill>
            <a:prstDash val="solid"/>
          </a:ln>
        </p:spPr>
      </p:sp>
      <p:sp>
        <p:nvSpPr>
          <p:cNvPr id="698" name="lumia-token-stream-curve">
            <a:extLst>
              <a:ext uri="{FF2B5EF4-FFF2-40B4-BE49-F238E27FC236}">
                <a16:creationId xmlns:a16="http://schemas.microsoft.com/office/drawing/2014/main" id="{8465E226-992B-414B-BDB6-7B25210FB747}"/>
              </a:ext>
            </a:extLst>
          </p:cNvPr>
          <p:cNvSpPr>
            <a:spLocks noGrp="1"/>
          </p:cNvSpPr>
          <p:nvPr/>
        </p:nvSpPr>
        <p:spPr>
          <a:xfrm>
            <a:off x="1145085" y="6287007"/>
            <a:ext cx="215452" cy="10839"/>
          </a:xfrm>
          <a:custGeom>
            <a:avLst/>
            <a:gdLst/>
            <a:ahLst/>
            <a:cxnLst/>
            <a:rect l="0" t="0" r="0" b="0"/>
            <a:pathLst>
              <a:path w="215452" h="10839">
                <a:moveTo>
                  <a:pt x="0" y="0"/>
                </a:moveTo>
                <a:lnTo>
                  <a:pt x="215452" y="10839"/>
                </a:lnTo>
              </a:path>
            </a:pathLst>
          </a:custGeom>
          <a:noFill/>
          <a:ln w="7490">
            <a:solidFill>
              <a:srgbClr val="4E5EC1">
                <a:alpha val="10000"/>
              </a:srgbClr>
            </a:solidFill>
            <a:prstDash val="solid"/>
          </a:ln>
        </p:spPr>
      </p:sp>
      <p:sp>
        <p:nvSpPr>
          <p:cNvPr id="699" name="lumia-token-stream-curve">
            <a:extLst>
              <a:ext uri="{FF2B5EF4-FFF2-40B4-BE49-F238E27FC236}">
                <a16:creationId xmlns:a16="http://schemas.microsoft.com/office/drawing/2014/main" id="{C9F9E37A-7221-4CBE-9F61-F84A2191E8BA}"/>
              </a:ext>
            </a:extLst>
          </p:cNvPr>
          <p:cNvSpPr>
            <a:spLocks noGrp="1"/>
          </p:cNvSpPr>
          <p:nvPr/>
        </p:nvSpPr>
        <p:spPr>
          <a:xfrm>
            <a:off x="1360538" y="6297846"/>
            <a:ext cx="219953" cy="14248"/>
          </a:xfrm>
          <a:custGeom>
            <a:avLst/>
            <a:gdLst/>
            <a:ahLst/>
            <a:cxnLst/>
            <a:rect l="0" t="0" r="0" b="0"/>
            <a:pathLst>
              <a:path w="219953" h="14248">
                <a:moveTo>
                  <a:pt x="0" y="0"/>
                </a:moveTo>
                <a:lnTo>
                  <a:pt x="219953" y="14248"/>
                </a:lnTo>
              </a:path>
            </a:pathLst>
          </a:custGeom>
          <a:noFill/>
          <a:ln w="7490">
            <a:solidFill>
              <a:srgbClr val="5057B9">
                <a:alpha val="10000"/>
              </a:srgbClr>
            </a:solidFill>
            <a:prstDash val="solid"/>
          </a:ln>
        </p:spPr>
      </p:sp>
      <p:sp>
        <p:nvSpPr>
          <p:cNvPr id="700" name="lumia-token-stream-curve">
            <a:extLst>
              <a:ext uri="{FF2B5EF4-FFF2-40B4-BE49-F238E27FC236}">
                <a16:creationId xmlns:a16="http://schemas.microsoft.com/office/drawing/2014/main" id="{3734FC30-3A11-4AB6-9F80-1BF64FC14370}"/>
              </a:ext>
            </a:extLst>
          </p:cNvPr>
          <p:cNvSpPr>
            <a:spLocks noGrp="1"/>
          </p:cNvSpPr>
          <p:nvPr/>
        </p:nvSpPr>
        <p:spPr>
          <a:xfrm>
            <a:off x="1580490" y="6312094"/>
            <a:ext cx="224344" cy="19358"/>
          </a:xfrm>
          <a:custGeom>
            <a:avLst/>
            <a:gdLst/>
            <a:ahLst/>
            <a:cxnLst/>
            <a:rect l="0" t="0" r="0" b="0"/>
            <a:pathLst>
              <a:path w="224344" h="19358">
                <a:moveTo>
                  <a:pt x="0" y="0"/>
                </a:moveTo>
                <a:lnTo>
                  <a:pt x="224344" y="19358"/>
                </a:lnTo>
              </a:path>
            </a:pathLst>
          </a:custGeom>
          <a:noFill/>
          <a:ln w="7490">
            <a:solidFill>
              <a:srgbClr val="5250B0">
                <a:alpha val="10000"/>
              </a:srgbClr>
            </a:solidFill>
            <a:prstDash val="solid"/>
          </a:ln>
        </p:spPr>
      </p:sp>
      <p:sp>
        <p:nvSpPr>
          <p:cNvPr id="701" name="lumia-token-stream-curve">
            <a:extLst>
              <a:ext uri="{FF2B5EF4-FFF2-40B4-BE49-F238E27FC236}">
                <a16:creationId xmlns:a16="http://schemas.microsoft.com/office/drawing/2014/main" id="{14D955BD-D566-4A4F-BD45-18752B866FF0}"/>
              </a:ext>
            </a:extLst>
          </p:cNvPr>
          <p:cNvSpPr>
            <a:spLocks noGrp="1"/>
          </p:cNvSpPr>
          <p:nvPr/>
        </p:nvSpPr>
        <p:spPr>
          <a:xfrm>
            <a:off x="1804835" y="6331452"/>
            <a:ext cx="228626" cy="25486"/>
          </a:xfrm>
          <a:custGeom>
            <a:avLst/>
            <a:gdLst/>
            <a:ahLst/>
            <a:cxnLst/>
            <a:rect l="0" t="0" r="0" b="0"/>
            <a:pathLst>
              <a:path w="228626" h="25486">
                <a:moveTo>
                  <a:pt x="0" y="0"/>
                </a:moveTo>
                <a:lnTo>
                  <a:pt x="228626" y="25486"/>
                </a:lnTo>
              </a:path>
            </a:pathLst>
          </a:custGeom>
          <a:noFill/>
          <a:ln w="7490">
            <a:solidFill>
              <a:srgbClr val="544AA8">
                <a:alpha val="10000"/>
              </a:srgbClr>
            </a:solidFill>
            <a:prstDash val="solid"/>
          </a:ln>
        </p:spPr>
      </p:sp>
      <p:sp>
        <p:nvSpPr>
          <p:cNvPr id="702" name="lumia-token-stream-curve">
            <a:extLst>
              <a:ext uri="{FF2B5EF4-FFF2-40B4-BE49-F238E27FC236}">
                <a16:creationId xmlns:a16="http://schemas.microsoft.com/office/drawing/2014/main" id="{3B032FF9-1731-45F8-839E-DFCFEFEAC6A5}"/>
              </a:ext>
            </a:extLst>
          </p:cNvPr>
          <p:cNvSpPr>
            <a:spLocks noGrp="1"/>
          </p:cNvSpPr>
          <p:nvPr/>
        </p:nvSpPr>
        <p:spPr>
          <a:xfrm>
            <a:off x="2033460" y="6356937"/>
            <a:ext cx="232798" cy="31758"/>
          </a:xfrm>
          <a:custGeom>
            <a:avLst/>
            <a:gdLst/>
            <a:ahLst/>
            <a:cxnLst/>
            <a:rect l="0" t="0" r="0" b="0"/>
            <a:pathLst>
              <a:path w="232798" h="31758">
                <a:moveTo>
                  <a:pt x="0" y="0"/>
                </a:moveTo>
                <a:lnTo>
                  <a:pt x="232798" y="31758"/>
                </a:lnTo>
              </a:path>
            </a:pathLst>
          </a:custGeom>
          <a:noFill/>
          <a:ln w="7490">
            <a:solidFill>
              <a:srgbClr val="5643A0">
                <a:alpha val="10000"/>
              </a:srgbClr>
            </a:solidFill>
            <a:prstDash val="solid"/>
          </a:ln>
        </p:spPr>
      </p:sp>
      <p:sp>
        <p:nvSpPr>
          <p:cNvPr id="703" name="lumia-token-stream-curve">
            <a:extLst>
              <a:ext uri="{FF2B5EF4-FFF2-40B4-BE49-F238E27FC236}">
                <a16:creationId xmlns:a16="http://schemas.microsoft.com/office/drawing/2014/main" id="{04677E97-9EDA-4669-831A-665498584CA9}"/>
              </a:ext>
            </a:extLst>
          </p:cNvPr>
          <p:cNvSpPr>
            <a:spLocks noGrp="1"/>
          </p:cNvSpPr>
          <p:nvPr/>
        </p:nvSpPr>
        <p:spPr>
          <a:xfrm>
            <a:off x="2266259" y="6388696"/>
            <a:ext cx="236861" cy="37174"/>
          </a:xfrm>
          <a:custGeom>
            <a:avLst/>
            <a:gdLst/>
            <a:ahLst/>
            <a:cxnLst/>
            <a:rect l="0" t="0" r="0" b="0"/>
            <a:pathLst>
              <a:path w="236861" h="37174">
                <a:moveTo>
                  <a:pt x="0" y="0"/>
                </a:moveTo>
                <a:lnTo>
                  <a:pt x="236861" y="37174"/>
                </a:lnTo>
              </a:path>
            </a:pathLst>
          </a:custGeom>
          <a:noFill/>
          <a:ln w="7490">
            <a:solidFill>
              <a:srgbClr val="583D97">
                <a:alpha val="10000"/>
              </a:srgbClr>
            </a:solidFill>
            <a:prstDash val="solid"/>
          </a:ln>
        </p:spPr>
      </p:sp>
      <p:sp>
        <p:nvSpPr>
          <p:cNvPr id="704" name="lumia-token-stream-curve">
            <a:extLst>
              <a:ext uri="{FF2B5EF4-FFF2-40B4-BE49-F238E27FC236}">
                <a16:creationId xmlns:a16="http://schemas.microsoft.com/office/drawing/2014/main" id="{E1F9B77A-8555-4CF2-B303-C72F0DC3BC5B}"/>
              </a:ext>
            </a:extLst>
          </p:cNvPr>
          <p:cNvSpPr>
            <a:spLocks noGrp="1"/>
          </p:cNvSpPr>
          <p:nvPr/>
        </p:nvSpPr>
        <p:spPr>
          <a:xfrm>
            <a:off x="2503119" y="6425870"/>
            <a:ext cx="240814" cy="40700"/>
          </a:xfrm>
          <a:custGeom>
            <a:avLst/>
            <a:gdLst/>
            <a:ahLst/>
            <a:cxnLst/>
            <a:rect l="0" t="0" r="0" b="0"/>
            <a:pathLst>
              <a:path w="240814" h="40700">
                <a:moveTo>
                  <a:pt x="0" y="0"/>
                </a:moveTo>
                <a:lnTo>
                  <a:pt x="240814" y="40700"/>
                </a:lnTo>
              </a:path>
            </a:pathLst>
          </a:custGeom>
          <a:noFill/>
          <a:ln w="7490">
            <a:solidFill>
              <a:srgbClr val="623C8F">
                <a:alpha val="10000"/>
              </a:srgbClr>
            </a:solidFill>
            <a:prstDash val="solid"/>
          </a:ln>
        </p:spPr>
      </p:sp>
      <p:sp>
        <p:nvSpPr>
          <p:cNvPr id="705" name="lumia-token-stream-curve">
            <a:extLst>
              <a:ext uri="{FF2B5EF4-FFF2-40B4-BE49-F238E27FC236}">
                <a16:creationId xmlns:a16="http://schemas.microsoft.com/office/drawing/2014/main" id="{8E048497-C7B4-4B2C-882F-7B655D8E84BA}"/>
              </a:ext>
            </a:extLst>
          </p:cNvPr>
          <p:cNvSpPr>
            <a:spLocks noGrp="1"/>
          </p:cNvSpPr>
          <p:nvPr/>
        </p:nvSpPr>
        <p:spPr>
          <a:xfrm>
            <a:off x="2743933" y="6466569"/>
            <a:ext cx="244658" cy="41376"/>
          </a:xfrm>
          <a:custGeom>
            <a:avLst/>
            <a:gdLst/>
            <a:ahLst/>
            <a:cxnLst/>
            <a:rect l="0" t="0" r="0" b="0"/>
            <a:pathLst>
              <a:path w="244658" h="41376">
                <a:moveTo>
                  <a:pt x="0" y="0"/>
                </a:moveTo>
                <a:lnTo>
                  <a:pt x="244658" y="41376"/>
                </a:lnTo>
              </a:path>
            </a:pathLst>
          </a:custGeom>
          <a:noFill/>
          <a:ln w="7490">
            <a:solidFill>
              <a:srgbClr val="6F3C86">
                <a:alpha val="10000"/>
              </a:srgbClr>
            </a:solidFill>
            <a:prstDash val="solid"/>
          </a:ln>
        </p:spPr>
      </p:sp>
      <p:sp>
        <p:nvSpPr>
          <p:cNvPr id="706" name="lumia-token-stream-curve">
            <a:extLst>
              <a:ext uri="{FF2B5EF4-FFF2-40B4-BE49-F238E27FC236}">
                <a16:creationId xmlns:a16="http://schemas.microsoft.com/office/drawing/2014/main" id="{F10A30EA-768A-4862-B94A-035BA6A9FF8D}"/>
              </a:ext>
            </a:extLst>
          </p:cNvPr>
          <p:cNvSpPr>
            <a:spLocks noGrp="1"/>
          </p:cNvSpPr>
          <p:nvPr/>
        </p:nvSpPr>
        <p:spPr>
          <a:xfrm>
            <a:off x="2988591" y="6507945"/>
            <a:ext cx="248392" cy="38443"/>
          </a:xfrm>
          <a:custGeom>
            <a:avLst/>
            <a:gdLst/>
            <a:ahLst/>
            <a:cxnLst/>
            <a:rect l="0" t="0" r="0" b="0"/>
            <a:pathLst>
              <a:path w="248392" h="38443">
                <a:moveTo>
                  <a:pt x="0" y="0"/>
                </a:moveTo>
                <a:lnTo>
                  <a:pt x="248392" y="38443"/>
                </a:lnTo>
              </a:path>
            </a:pathLst>
          </a:custGeom>
          <a:noFill/>
          <a:ln w="7490">
            <a:solidFill>
              <a:srgbClr val="7C3D7E">
                <a:alpha val="11000"/>
              </a:srgbClr>
            </a:solidFill>
            <a:prstDash val="solid"/>
          </a:ln>
        </p:spPr>
      </p:sp>
      <p:sp>
        <p:nvSpPr>
          <p:cNvPr id="707" name="lumia-token-stream-curve">
            <a:extLst>
              <a:ext uri="{FF2B5EF4-FFF2-40B4-BE49-F238E27FC236}">
                <a16:creationId xmlns:a16="http://schemas.microsoft.com/office/drawing/2014/main" id="{F28E0D3B-DBC3-41DA-A268-CEC17EEF8F64}"/>
              </a:ext>
            </a:extLst>
          </p:cNvPr>
          <p:cNvSpPr>
            <a:spLocks noGrp="1"/>
          </p:cNvSpPr>
          <p:nvPr/>
        </p:nvSpPr>
        <p:spPr>
          <a:xfrm>
            <a:off x="3236983" y="6546388"/>
            <a:ext cx="252017" cy="31452"/>
          </a:xfrm>
          <a:custGeom>
            <a:avLst/>
            <a:gdLst/>
            <a:ahLst/>
            <a:cxnLst/>
            <a:rect l="0" t="0" r="0" b="0"/>
            <a:pathLst>
              <a:path w="252017" h="31452">
                <a:moveTo>
                  <a:pt x="0" y="0"/>
                </a:moveTo>
                <a:lnTo>
                  <a:pt x="252017" y="31452"/>
                </a:lnTo>
              </a:path>
            </a:pathLst>
          </a:custGeom>
          <a:noFill/>
          <a:ln w="7490">
            <a:solidFill>
              <a:srgbClr val="893E75">
                <a:alpha val="11000"/>
              </a:srgbClr>
            </a:solidFill>
            <a:prstDash val="solid"/>
          </a:ln>
        </p:spPr>
      </p:sp>
      <p:sp>
        <p:nvSpPr>
          <p:cNvPr id="708" name="lumia-token-stream-curve">
            <a:extLst>
              <a:ext uri="{FF2B5EF4-FFF2-40B4-BE49-F238E27FC236}">
                <a16:creationId xmlns:a16="http://schemas.microsoft.com/office/drawing/2014/main" id="{55F106A4-6B1F-4A73-A5BF-0DF89D6AE6DB}"/>
              </a:ext>
            </a:extLst>
          </p:cNvPr>
          <p:cNvSpPr>
            <a:spLocks noGrp="1"/>
          </p:cNvSpPr>
          <p:nvPr/>
        </p:nvSpPr>
        <p:spPr>
          <a:xfrm>
            <a:off x="3489000" y="6577840"/>
            <a:ext cx="255532" cy="20362"/>
          </a:xfrm>
          <a:custGeom>
            <a:avLst/>
            <a:gdLst/>
            <a:ahLst/>
            <a:cxnLst/>
            <a:rect l="0" t="0" r="0" b="0"/>
            <a:pathLst>
              <a:path w="255532" h="20362">
                <a:moveTo>
                  <a:pt x="0" y="0"/>
                </a:moveTo>
                <a:lnTo>
                  <a:pt x="255532" y="20362"/>
                </a:lnTo>
              </a:path>
            </a:pathLst>
          </a:custGeom>
          <a:noFill/>
          <a:ln w="7491">
            <a:solidFill>
              <a:srgbClr val="963E6C">
                <a:alpha val="11000"/>
              </a:srgbClr>
            </a:solidFill>
            <a:prstDash val="solid"/>
          </a:ln>
        </p:spPr>
      </p:sp>
      <p:sp>
        <p:nvSpPr>
          <p:cNvPr id="709" name="lumia-token-stream-curve">
            <a:extLst>
              <a:ext uri="{FF2B5EF4-FFF2-40B4-BE49-F238E27FC236}">
                <a16:creationId xmlns:a16="http://schemas.microsoft.com/office/drawing/2014/main" id="{EB2B4020-FCB9-414F-90C1-6AB2F91539A0}"/>
              </a:ext>
            </a:extLst>
          </p:cNvPr>
          <p:cNvSpPr>
            <a:spLocks noGrp="1"/>
          </p:cNvSpPr>
          <p:nvPr/>
        </p:nvSpPr>
        <p:spPr>
          <a:xfrm>
            <a:off x="3744532" y="6598202"/>
            <a:ext cx="258938" cy="9525"/>
          </a:xfrm>
          <a:custGeom>
            <a:avLst/>
            <a:gdLst/>
            <a:ahLst/>
            <a:cxnLst/>
            <a:rect l="0" t="0" r="0" b="0"/>
            <a:pathLst>
              <a:path w="258938" h="9525">
                <a:moveTo>
                  <a:pt x="0" y="0"/>
                </a:moveTo>
                <a:lnTo>
                  <a:pt x="258938" y="5593"/>
                </a:lnTo>
              </a:path>
            </a:pathLst>
          </a:custGeom>
          <a:noFill/>
          <a:ln w="7514">
            <a:solidFill>
              <a:srgbClr val="A33F64">
                <a:alpha val="11000"/>
              </a:srgbClr>
            </a:solidFill>
            <a:prstDash val="solid"/>
          </a:ln>
        </p:spPr>
      </p:sp>
      <p:sp>
        <p:nvSpPr>
          <p:cNvPr id="710" name="lumia-token-stream-curve">
            <a:extLst>
              <a:ext uri="{FF2B5EF4-FFF2-40B4-BE49-F238E27FC236}">
                <a16:creationId xmlns:a16="http://schemas.microsoft.com/office/drawing/2014/main" id="{69E5AC2E-89CB-4D40-8E68-C85E6C1CC1EE}"/>
              </a:ext>
            </a:extLst>
          </p:cNvPr>
          <p:cNvSpPr>
            <a:spLocks noGrp="1"/>
          </p:cNvSpPr>
          <p:nvPr/>
        </p:nvSpPr>
        <p:spPr>
          <a:xfrm>
            <a:off x="4003470" y="6591826"/>
            <a:ext cx="262234" cy="11970"/>
          </a:xfrm>
          <a:custGeom>
            <a:avLst/>
            <a:gdLst/>
            <a:ahLst/>
            <a:cxnLst/>
            <a:rect l="0" t="0" r="0" b="0"/>
            <a:pathLst>
              <a:path w="262234" h="11970">
                <a:moveTo>
                  <a:pt x="0" y="11970"/>
                </a:moveTo>
                <a:lnTo>
                  <a:pt x="262234" y="0"/>
                </a:lnTo>
              </a:path>
            </a:pathLst>
          </a:custGeom>
          <a:noFill/>
          <a:ln w="7565">
            <a:solidFill>
              <a:srgbClr val="B0405B">
                <a:alpha val="12000"/>
              </a:srgbClr>
            </a:solidFill>
            <a:prstDash val="solid"/>
          </a:ln>
        </p:spPr>
      </p:sp>
      <p:sp>
        <p:nvSpPr>
          <p:cNvPr id="711" name="lumia-token-stream-curve">
            <a:extLst>
              <a:ext uri="{FF2B5EF4-FFF2-40B4-BE49-F238E27FC236}">
                <a16:creationId xmlns:a16="http://schemas.microsoft.com/office/drawing/2014/main" id="{47059641-7755-4A31-B16C-AA2918798DF7}"/>
              </a:ext>
            </a:extLst>
          </p:cNvPr>
          <p:cNvSpPr>
            <a:spLocks noGrp="1"/>
          </p:cNvSpPr>
          <p:nvPr/>
        </p:nvSpPr>
        <p:spPr>
          <a:xfrm>
            <a:off x="4265704" y="6560795"/>
            <a:ext cx="265421" cy="31030"/>
          </a:xfrm>
          <a:custGeom>
            <a:avLst/>
            <a:gdLst/>
            <a:ahLst/>
            <a:cxnLst/>
            <a:rect l="0" t="0" r="0" b="0"/>
            <a:pathLst>
              <a:path w="265421" h="31030">
                <a:moveTo>
                  <a:pt x="0" y="31030"/>
                </a:moveTo>
                <a:lnTo>
                  <a:pt x="265421" y="0"/>
                </a:lnTo>
              </a:path>
            </a:pathLst>
          </a:custGeom>
          <a:noFill/>
          <a:ln w="7644">
            <a:solidFill>
              <a:srgbClr val="BD4153">
                <a:alpha val="12000"/>
              </a:srgbClr>
            </a:solidFill>
            <a:prstDash val="solid"/>
          </a:ln>
        </p:spPr>
      </p:sp>
      <p:sp>
        <p:nvSpPr>
          <p:cNvPr id="712" name="lumia-token-stream-curve">
            <a:extLst>
              <a:ext uri="{FF2B5EF4-FFF2-40B4-BE49-F238E27FC236}">
                <a16:creationId xmlns:a16="http://schemas.microsoft.com/office/drawing/2014/main" id="{70988194-BF89-473C-AE67-1CC93AA9936E}"/>
              </a:ext>
            </a:extLst>
          </p:cNvPr>
          <p:cNvSpPr>
            <a:spLocks noGrp="1"/>
          </p:cNvSpPr>
          <p:nvPr/>
        </p:nvSpPr>
        <p:spPr>
          <a:xfrm>
            <a:off x="4531125" y="6510792"/>
            <a:ext cx="268499" cy="50003"/>
          </a:xfrm>
          <a:custGeom>
            <a:avLst/>
            <a:gdLst/>
            <a:ahLst/>
            <a:cxnLst/>
            <a:rect l="0" t="0" r="0" b="0"/>
            <a:pathLst>
              <a:path w="268499" h="50003">
                <a:moveTo>
                  <a:pt x="0" y="50003"/>
                </a:moveTo>
                <a:lnTo>
                  <a:pt x="268499" y="0"/>
                </a:lnTo>
              </a:path>
            </a:pathLst>
          </a:custGeom>
          <a:noFill/>
          <a:ln w="7747">
            <a:solidFill>
              <a:srgbClr val="CA414A">
                <a:alpha val="13000"/>
              </a:srgbClr>
            </a:solidFill>
            <a:prstDash val="solid"/>
          </a:ln>
        </p:spPr>
      </p:sp>
      <p:sp>
        <p:nvSpPr>
          <p:cNvPr id="713" name="lumia-token-stream-curve">
            <a:extLst>
              <a:ext uri="{FF2B5EF4-FFF2-40B4-BE49-F238E27FC236}">
                <a16:creationId xmlns:a16="http://schemas.microsoft.com/office/drawing/2014/main" id="{F5F5DC26-EA88-4789-8E5E-F1800720B25A}"/>
              </a:ext>
            </a:extLst>
          </p:cNvPr>
          <p:cNvSpPr>
            <a:spLocks noGrp="1"/>
          </p:cNvSpPr>
          <p:nvPr/>
        </p:nvSpPr>
        <p:spPr>
          <a:xfrm>
            <a:off x="4799624" y="6443611"/>
            <a:ext cx="271466" cy="67181"/>
          </a:xfrm>
          <a:custGeom>
            <a:avLst/>
            <a:gdLst/>
            <a:ahLst/>
            <a:cxnLst/>
            <a:rect l="0" t="0" r="0" b="0"/>
            <a:pathLst>
              <a:path w="271466" h="67181">
                <a:moveTo>
                  <a:pt x="0" y="67181"/>
                </a:moveTo>
                <a:lnTo>
                  <a:pt x="271466" y="0"/>
                </a:lnTo>
              </a:path>
            </a:pathLst>
          </a:custGeom>
          <a:noFill/>
          <a:ln w="7872">
            <a:solidFill>
              <a:srgbClr val="D74242">
                <a:alpha val="13000"/>
              </a:srgbClr>
            </a:solidFill>
            <a:prstDash val="solid"/>
          </a:ln>
        </p:spPr>
      </p:sp>
      <p:sp>
        <p:nvSpPr>
          <p:cNvPr id="714" name="lumia-token-stream-curve">
            <a:extLst>
              <a:ext uri="{FF2B5EF4-FFF2-40B4-BE49-F238E27FC236}">
                <a16:creationId xmlns:a16="http://schemas.microsoft.com/office/drawing/2014/main" id="{DB04FE78-1E76-4D0F-B392-3CCAFBF188F7}"/>
              </a:ext>
            </a:extLst>
          </p:cNvPr>
          <p:cNvSpPr>
            <a:spLocks noGrp="1"/>
          </p:cNvSpPr>
          <p:nvPr/>
        </p:nvSpPr>
        <p:spPr>
          <a:xfrm>
            <a:off x="5071090" y="6362659"/>
            <a:ext cx="274325" cy="80952"/>
          </a:xfrm>
          <a:custGeom>
            <a:avLst/>
            <a:gdLst/>
            <a:ahLst/>
            <a:cxnLst/>
            <a:rect l="0" t="0" r="0" b="0"/>
            <a:pathLst>
              <a:path w="274325" h="80952">
                <a:moveTo>
                  <a:pt x="0" y="80952"/>
                </a:moveTo>
                <a:lnTo>
                  <a:pt x="274325" y="0"/>
                </a:lnTo>
              </a:path>
            </a:pathLst>
          </a:custGeom>
          <a:noFill/>
          <a:ln w="8017">
            <a:solidFill>
              <a:srgbClr val="E44339">
                <a:alpha val="13000"/>
              </a:srgbClr>
            </a:solidFill>
            <a:prstDash val="solid"/>
          </a:ln>
        </p:spPr>
      </p:sp>
      <p:sp>
        <p:nvSpPr>
          <p:cNvPr id="715" name="lumia-token-stream-curve">
            <a:extLst>
              <a:ext uri="{FF2B5EF4-FFF2-40B4-BE49-F238E27FC236}">
                <a16:creationId xmlns:a16="http://schemas.microsoft.com/office/drawing/2014/main" id="{F8886775-5B7D-471E-B3DD-690E2B7CD09D}"/>
              </a:ext>
            </a:extLst>
          </p:cNvPr>
          <p:cNvSpPr>
            <a:spLocks noGrp="1"/>
          </p:cNvSpPr>
          <p:nvPr/>
        </p:nvSpPr>
        <p:spPr>
          <a:xfrm>
            <a:off x="5345415" y="6272648"/>
            <a:ext cx="277074" cy="90011"/>
          </a:xfrm>
          <a:custGeom>
            <a:avLst/>
            <a:gdLst/>
            <a:ahLst/>
            <a:cxnLst/>
            <a:rect l="0" t="0" r="0" b="0"/>
            <a:pathLst>
              <a:path w="277074" h="90011">
                <a:moveTo>
                  <a:pt x="0" y="90011"/>
                </a:moveTo>
                <a:lnTo>
                  <a:pt x="277074" y="0"/>
                </a:lnTo>
              </a:path>
            </a:pathLst>
          </a:custGeom>
          <a:noFill/>
          <a:ln w="8181">
            <a:solidFill>
              <a:srgbClr val="EB4833">
                <a:alpha val="14000"/>
              </a:srgbClr>
            </a:solidFill>
            <a:prstDash val="solid"/>
          </a:ln>
        </p:spPr>
      </p:sp>
      <p:sp>
        <p:nvSpPr>
          <p:cNvPr id="716" name="lumia-token-stream-curve">
            <a:extLst>
              <a:ext uri="{FF2B5EF4-FFF2-40B4-BE49-F238E27FC236}">
                <a16:creationId xmlns:a16="http://schemas.microsoft.com/office/drawing/2014/main" id="{D06153E3-D400-415A-9E3E-66B792B2513D}"/>
              </a:ext>
            </a:extLst>
          </p:cNvPr>
          <p:cNvSpPr>
            <a:spLocks noGrp="1"/>
          </p:cNvSpPr>
          <p:nvPr/>
        </p:nvSpPr>
        <p:spPr>
          <a:xfrm>
            <a:off x="5622489" y="6179080"/>
            <a:ext cx="279713" cy="93569"/>
          </a:xfrm>
          <a:custGeom>
            <a:avLst/>
            <a:gdLst/>
            <a:ahLst/>
            <a:cxnLst/>
            <a:rect l="0" t="0" r="0" b="0"/>
            <a:pathLst>
              <a:path w="279713" h="93569">
                <a:moveTo>
                  <a:pt x="0" y="93569"/>
                </a:moveTo>
                <a:lnTo>
                  <a:pt x="279713" y="0"/>
                </a:lnTo>
              </a:path>
            </a:pathLst>
          </a:custGeom>
          <a:noFill/>
          <a:ln w="8360">
            <a:solidFill>
              <a:srgbClr val="EC532F">
                <a:alpha val="14000"/>
              </a:srgbClr>
            </a:solidFill>
            <a:prstDash val="solid"/>
          </a:ln>
        </p:spPr>
      </p:sp>
      <p:sp>
        <p:nvSpPr>
          <p:cNvPr id="717" name="lumia-token-stream-curve">
            <a:extLst>
              <a:ext uri="{FF2B5EF4-FFF2-40B4-BE49-F238E27FC236}">
                <a16:creationId xmlns:a16="http://schemas.microsoft.com/office/drawing/2014/main" id="{27E22ED9-C6A3-4370-909E-EF327B4AD443}"/>
              </a:ext>
            </a:extLst>
          </p:cNvPr>
          <p:cNvSpPr>
            <a:spLocks noGrp="1"/>
          </p:cNvSpPr>
          <p:nvPr/>
        </p:nvSpPr>
        <p:spPr>
          <a:xfrm>
            <a:off x="5902202" y="6087579"/>
            <a:ext cx="282243" cy="91501"/>
          </a:xfrm>
          <a:custGeom>
            <a:avLst/>
            <a:gdLst/>
            <a:ahLst/>
            <a:cxnLst/>
            <a:rect l="0" t="0" r="0" b="0"/>
            <a:pathLst>
              <a:path w="282243" h="91501">
                <a:moveTo>
                  <a:pt x="0" y="91501"/>
                </a:moveTo>
                <a:lnTo>
                  <a:pt x="282243" y="0"/>
                </a:lnTo>
              </a:path>
            </a:pathLst>
          </a:custGeom>
          <a:noFill/>
          <a:ln w="8554">
            <a:solidFill>
              <a:srgbClr val="EE5E2A">
                <a:alpha val="15000"/>
              </a:srgbClr>
            </a:solidFill>
            <a:prstDash val="solid"/>
          </a:ln>
        </p:spPr>
      </p:sp>
      <p:sp>
        <p:nvSpPr>
          <p:cNvPr id="718" name="lumia-token-stream-curve">
            <a:extLst>
              <a:ext uri="{FF2B5EF4-FFF2-40B4-BE49-F238E27FC236}">
                <a16:creationId xmlns:a16="http://schemas.microsoft.com/office/drawing/2014/main" id="{4F9EA834-B691-457B-B87E-8A1E363DCDE3}"/>
              </a:ext>
            </a:extLst>
          </p:cNvPr>
          <p:cNvSpPr>
            <a:spLocks noGrp="1"/>
          </p:cNvSpPr>
          <p:nvPr/>
        </p:nvSpPr>
        <p:spPr>
          <a:xfrm>
            <a:off x="6184445" y="6003157"/>
            <a:ext cx="284664" cy="84422"/>
          </a:xfrm>
          <a:custGeom>
            <a:avLst/>
            <a:gdLst/>
            <a:ahLst/>
            <a:cxnLst/>
            <a:rect l="0" t="0" r="0" b="0"/>
            <a:pathLst>
              <a:path w="284664" h="84422">
                <a:moveTo>
                  <a:pt x="0" y="84422"/>
                </a:moveTo>
                <a:lnTo>
                  <a:pt x="284664" y="0"/>
                </a:lnTo>
              </a:path>
            </a:pathLst>
          </a:custGeom>
          <a:noFill/>
          <a:ln w="8758">
            <a:solidFill>
              <a:srgbClr val="EF6926">
                <a:alpha val="15000"/>
              </a:srgbClr>
            </a:solidFill>
            <a:prstDash val="solid"/>
          </a:ln>
        </p:spPr>
      </p:sp>
      <p:sp>
        <p:nvSpPr>
          <p:cNvPr id="719" name="lumia-token-stream-curve">
            <a:extLst>
              <a:ext uri="{FF2B5EF4-FFF2-40B4-BE49-F238E27FC236}">
                <a16:creationId xmlns:a16="http://schemas.microsoft.com/office/drawing/2014/main" id="{896956B7-BA08-4F4A-9E48-D9F3E4FA4827}"/>
              </a:ext>
            </a:extLst>
          </p:cNvPr>
          <p:cNvSpPr>
            <a:spLocks noGrp="1"/>
          </p:cNvSpPr>
          <p:nvPr/>
        </p:nvSpPr>
        <p:spPr>
          <a:xfrm>
            <a:off x="6469109" y="5929503"/>
            <a:ext cx="286975" cy="73653"/>
          </a:xfrm>
          <a:custGeom>
            <a:avLst/>
            <a:gdLst/>
            <a:ahLst/>
            <a:cxnLst/>
            <a:rect l="0" t="0" r="0" b="0"/>
            <a:pathLst>
              <a:path w="286975" h="73653">
                <a:moveTo>
                  <a:pt x="0" y="73653"/>
                </a:moveTo>
                <a:lnTo>
                  <a:pt x="286975" y="0"/>
                </a:lnTo>
              </a:path>
            </a:pathLst>
          </a:custGeom>
          <a:noFill/>
          <a:ln w="8973">
            <a:solidFill>
              <a:srgbClr val="F17322">
                <a:alpha val="16000"/>
              </a:srgbClr>
            </a:solidFill>
            <a:prstDash val="solid"/>
          </a:ln>
        </p:spPr>
      </p:sp>
      <p:sp>
        <p:nvSpPr>
          <p:cNvPr id="720" name="lumia-token-stream-curve">
            <a:extLst>
              <a:ext uri="{FF2B5EF4-FFF2-40B4-BE49-F238E27FC236}">
                <a16:creationId xmlns:a16="http://schemas.microsoft.com/office/drawing/2014/main" id="{B689905E-0A8F-402F-9088-0E668B1DE5FD}"/>
              </a:ext>
            </a:extLst>
          </p:cNvPr>
          <p:cNvSpPr>
            <a:spLocks noGrp="1"/>
          </p:cNvSpPr>
          <p:nvPr/>
        </p:nvSpPr>
        <p:spPr>
          <a:xfrm>
            <a:off x="6756084" y="5868405"/>
            <a:ext cx="289176" cy="61098"/>
          </a:xfrm>
          <a:custGeom>
            <a:avLst/>
            <a:gdLst/>
            <a:ahLst/>
            <a:cxnLst/>
            <a:rect l="0" t="0" r="0" b="0"/>
            <a:pathLst>
              <a:path w="289176" h="61098">
                <a:moveTo>
                  <a:pt x="0" y="61098"/>
                </a:moveTo>
                <a:lnTo>
                  <a:pt x="289176" y="0"/>
                </a:lnTo>
              </a:path>
            </a:pathLst>
          </a:custGeom>
          <a:noFill/>
          <a:ln w="9194">
            <a:solidFill>
              <a:srgbClr val="F27E1E">
                <a:alpha val="16000"/>
              </a:srgbClr>
            </a:solidFill>
            <a:prstDash val="solid"/>
          </a:ln>
        </p:spPr>
      </p:sp>
      <p:sp>
        <p:nvSpPr>
          <p:cNvPr id="721" name="lumia-token-stream-curve">
            <a:extLst>
              <a:ext uri="{FF2B5EF4-FFF2-40B4-BE49-F238E27FC236}">
                <a16:creationId xmlns:a16="http://schemas.microsoft.com/office/drawing/2014/main" id="{A4AC7BFA-5516-4457-8793-D447B2D81E52}"/>
              </a:ext>
            </a:extLst>
          </p:cNvPr>
          <p:cNvSpPr>
            <a:spLocks noGrp="1"/>
          </p:cNvSpPr>
          <p:nvPr/>
        </p:nvSpPr>
        <p:spPr>
          <a:xfrm>
            <a:off x="7045260" y="5819398"/>
            <a:ext cx="291268" cy="49007"/>
          </a:xfrm>
          <a:custGeom>
            <a:avLst/>
            <a:gdLst/>
            <a:ahLst/>
            <a:cxnLst/>
            <a:rect l="0" t="0" r="0" b="0"/>
            <a:pathLst>
              <a:path w="291268" h="49007">
                <a:moveTo>
                  <a:pt x="0" y="49007"/>
                </a:moveTo>
                <a:lnTo>
                  <a:pt x="291268" y="0"/>
                </a:lnTo>
              </a:path>
            </a:pathLst>
          </a:custGeom>
          <a:noFill/>
          <a:ln w="9421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722" name="lumia-token-stream-curve">
            <a:extLst>
              <a:ext uri="{FF2B5EF4-FFF2-40B4-BE49-F238E27FC236}">
                <a16:creationId xmlns:a16="http://schemas.microsoft.com/office/drawing/2014/main" id="{437E73E8-E292-41C5-ABAA-A03101B8C43B}"/>
              </a:ext>
            </a:extLst>
          </p:cNvPr>
          <p:cNvSpPr>
            <a:spLocks noGrp="1"/>
          </p:cNvSpPr>
          <p:nvPr/>
        </p:nvSpPr>
        <p:spPr>
          <a:xfrm>
            <a:off x="7336528" y="5779714"/>
            <a:ext cx="293251" cy="39684"/>
          </a:xfrm>
          <a:custGeom>
            <a:avLst/>
            <a:gdLst/>
            <a:ahLst/>
            <a:cxnLst/>
            <a:rect l="0" t="0" r="0" b="0"/>
            <a:pathLst>
              <a:path w="293251" h="39684">
                <a:moveTo>
                  <a:pt x="0" y="39684"/>
                </a:moveTo>
                <a:lnTo>
                  <a:pt x="293251" y="0"/>
                </a:lnTo>
              </a:path>
            </a:pathLst>
          </a:custGeom>
          <a:noFill/>
          <a:ln w="9650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723" name="lumia-token-stream-curve">
            <a:extLst>
              <a:ext uri="{FF2B5EF4-FFF2-40B4-BE49-F238E27FC236}">
                <a16:creationId xmlns:a16="http://schemas.microsoft.com/office/drawing/2014/main" id="{71617F4C-95FC-4938-9FD4-BAD5B672C3AB}"/>
              </a:ext>
            </a:extLst>
          </p:cNvPr>
          <p:cNvSpPr>
            <a:spLocks noGrp="1"/>
          </p:cNvSpPr>
          <p:nvPr/>
        </p:nvSpPr>
        <p:spPr>
          <a:xfrm>
            <a:off x="7629779" y="5744559"/>
            <a:ext cx="295124" cy="35154"/>
          </a:xfrm>
          <a:custGeom>
            <a:avLst/>
            <a:gdLst/>
            <a:ahLst/>
            <a:cxnLst/>
            <a:rect l="0" t="0" r="0" b="0"/>
            <a:pathLst>
              <a:path w="295124" h="35154">
                <a:moveTo>
                  <a:pt x="0" y="35154"/>
                </a:moveTo>
                <a:lnTo>
                  <a:pt x="295124" y="0"/>
                </a:lnTo>
              </a:path>
            </a:pathLst>
          </a:custGeom>
          <a:noFill/>
          <a:ln w="9880">
            <a:solidFill>
              <a:srgbClr val="F79E11">
                <a:alpha val="18000"/>
              </a:srgbClr>
            </a:solidFill>
            <a:prstDash val="solid"/>
          </a:ln>
        </p:spPr>
      </p:sp>
      <p:sp>
        <p:nvSpPr>
          <p:cNvPr id="724" name="lumia-token-stream-curve">
            <a:extLst>
              <a:ext uri="{FF2B5EF4-FFF2-40B4-BE49-F238E27FC236}">
                <a16:creationId xmlns:a16="http://schemas.microsoft.com/office/drawing/2014/main" id="{4548E8DF-F1B4-46B8-B8B9-5C7A874E7A08}"/>
              </a:ext>
            </a:extLst>
          </p:cNvPr>
          <p:cNvSpPr>
            <a:spLocks noGrp="1"/>
          </p:cNvSpPr>
          <p:nvPr/>
        </p:nvSpPr>
        <p:spPr>
          <a:xfrm>
            <a:off x="7924903" y="5707706"/>
            <a:ext cx="296887" cy="36854"/>
          </a:xfrm>
          <a:custGeom>
            <a:avLst/>
            <a:gdLst/>
            <a:ahLst/>
            <a:cxnLst/>
            <a:rect l="0" t="0" r="0" b="0"/>
            <a:pathLst>
              <a:path w="296887" h="36854">
                <a:moveTo>
                  <a:pt x="0" y="36854"/>
                </a:moveTo>
                <a:lnTo>
                  <a:pt x="296887" y="0"/>
                </a:lnTo>
              </a:path>
            </a:pathLst>
          </a:custGeom>
          <a:noFill/>
          <a:ln w="10109">
            <a:solidFill>
              <a:srgbClr val="F8A90C">
                <a:alpha val="18000"/>
              </a:srgbClr>
            </a:solidFill>
            <a:prstDash val="solid"/>
          </a:ln>
        </p:spPr>
      </p:sp>
      <p:sp>
        <p:nvSpPr>
          <p:cNvPr id="725" name="lumia-token-stream-curve">
            <a:extLst>
              <a:ext uri="{FF2B5EF4-FFF2-40B4-BE49-F238E27FC236}">
                <a16:creationId xmlns:a16="http://schemas.microsoft.com/office/drawing/2014/main" id="{E4DD78A8-E051-44A9-880D-BCD73747AB1B}"/>
              </a:ext>
            </a:extLst>
          </p:cNvPr>
          <p:cNvSpPr>
            <a:spLocks noGrp="1"/>
          </p:cNvSpPr>
          <p:nvPr/>
        </p:nvSpPr>
        <p:spPr>
          <a:xfrm>
            <a:off x="8221790" y="5662321"/>
            <a:ext cx="298542" cy="45384"/>
          </a:xfrm>
          <a:custGeom>
            <a:avLst/>
            <a:gdLst/>
            <a:ahLst/>
            <a:cxnLst/>
            <a:rect l="0" t="0" r="0" b="0"/>
            <a:pathLst>
              <a:path w="298542" h="45384">
                <a:moveTo>
                  <a:pt x="0" y="45384"/>
                </a:moveTo>
                <a:lnTo>
                  <a:pt x="298542" y="0"/>
                </a:lnTo>
              </a:path>
            </a:pathLst>
          </a:custGeom>
          <a:noFill/>
          <a:ln w="10335">
            <a:solidFill>
              <a:srgbClr val="FAB408">
                <a:alpha val="19000"/>
              </a:srgbClr>
            </a:solidFill>
            <a:prstDash val="solid"/>
          </a:ln>
        </p:spPr>
      </p:sp>
      <p:sp>
        <p:nvSpPr>
          <p:cNvPr id="726" name="lumia-token-stream-curve">
            <a:extLst>
              <a:ext uri="{FF2B5EF4-FFF2-40B4-BE49-F238E27FC236}">
                <a16:creationId xmlns:a16="http://schemas.microsoft.com/office/drawing/2014/main" id="{C2C1DD40-3BA5-4A4C-A989-B5E4EE1AB1BC}"/>
              </a:ext>
            </a:extLst>
          </p:cNvPr>
          <p:cNvSpPr>
            <a:spLocks noGrp="1"/>
          </p:cNvSpPr>
          <p:nvPr/>
        </p:nvSpPr>
        <p:spPr>
          <a:xfrm>
            <a:off x="8520332" y="5601938"/>
            <a:ext cx="300086" cy="60383"/>
          </a:xfrm>
          <a:custGeom>
            <a:avLst/>
            <a:gdLst/>
            <a:ahLst/>
            <a:cxnLst/>
            <a:rect l="0" t="0" r="0" b="0"/>
            <a:pathLst>
              <a:path w="300086" h="60383">
                <a:moveTo>
                  <a:pt x="0" y="60383"/>
                </a:moveTo>
                <a:lnTo>
                  <a:pt x="300086" y="0"/>
                </a:lnTo>
              </a:path>
            </a:pathLst>
          </a:custGeom>
          <a:noFill/>
          <a:ln w="10555">
            <a:solidFill>
              <a:srgbClr val="F7BC07">
                <a:alpha val="19000"/>
              </a:srgbClr>
            </a:solidFill>
            <a:prstDash val="solid"/>
          </a:ln>
        </p:spPr>
      </p:sp>
      <p:sp>
        <p:nvSpPr>
          <p:cNvPr id="727" name="lumia-token-stream-curve">
            <a:extLst>
              <a:ext uri="{FF2B5EF4-FFF2-40B4-BE49-F238E27FC236}">
                <a16:creationId xmlns:a16="http://schemas.microsoft.com/office/drawing/2014/main" id="{0262346D-0F19-422E-BCFE-B3EEF395C324}"/>
              </a:ext>
            </a:extLst>
          </p:cNvPr>
          <p:cNvSpPr>
            <a:spLocks noGrp="1"/>
          </p:cNvSpPr>
          <p:nvPr/>
        </p:nvSpPr>
        <p:spPr>
          <a:xfrm>
            <a:off x="8820418" y="5521410"/>
            <a:ext cx="301521" cy="80528"/>
          </a:xfrm>
          <a:custGeom>
            <a:avLst/>
            <a:gdLst/>
            <a:ahLst/>
            <a:cxnLst/>
            <a:rect l="0" t="0" r="0" b="0"/>
            <a:pathLst>
              <a:path w="301521" h="80528">
                <a:moveTo>
                  <a:pt x="0" y="80528"/>
                </a:moveTo>
                <a:lnTo>
                  <a:pt x="301521" y="0"/>
                </a:lnTo>
              </a:path>
            </a:pathLst>
          </a:custGeom>
          <a:noFill/>
          <a:ln w="10767">
            <a:solidFill>
              <a:srgbClr val="E5BA0E">
                <a:alpha val="19000"/>
              </a:srgbClr>
            </a:solidFill>
            <a:prstDash val="solid"/>
          </a:ln>
        </p:spPr>
      </p:sp>
      <p:sp>
        <p:nvSpPr>
          <p:cNvPr id="728" name="lumia-token-stream-curve">
            <a:extLst>
              <a:ext uri="{FF2B5EF4-FFF2-40B4-BE49-F238E27FC236}">
                <a16:creationId xmlns:a16="http://schemas.microsoft.com/office/drawing/2014/main" id="{11395297-DB0C-4096-885D-2F52F01C4CC9}"/>
              </a:ext>
            </a:extLst>
          </p:cNvPr>
          <p:cNvSpPr>
            <a:spLocks noGrp="1"/>
          </p:cNvSpPr>
          <p:nvPr/>
        </p:nvSpPr>
        <p:spPr>
          <a:xfrm>
            <a:off x="9121939" y="5417715"/>
            <a:ext cx="302847" cy="103695"/>
          </a:xfrm>
          <a:custGeom>
            <a:avLst/>
            <a:gdLst/>
            <a:ahLst/>
            <a:cxnLst/>
            <a:rect l="0" t="0" r="0" b="0"/>
            <a:pathLst>
              <a:path w="302847" h="103695">
                <a:moveTo>
                  <a:pt x="0" y="103695"/>
                </a:moveTo>
                <a:lnTo>
                  <a:pt x="302847" y="0"/>
                </a:lnTo>
              </a:path>
            </a:pathLst>
          </a:custGeom>
          <a:noFill/>
          <a:ln w="10969">
            <a:solidFill>
              <a:srgbClr val="D3B815">
                <a:alpha val="20000"/>
              </a:srgbClr>
            </a:solidFill>
            <a:prstDash val="solid"/>
          </a:ln>
        </p:spPr>
      </p:sp>
      <p:sp>
        <p:nvSpPr>
          <p:cNvPr id="729" name="lumia-token-stream-curve">
            <a:extLst>
              <a:ext uri="{FF2B5EF4-FFF2-40B4-BE49-F238E27FC236}">
                <a16:creationId xmlns:a16="http://schemas.microsoft.com/office/drawing/2014/main" id="{A36116D5-C9F1-424A-8E84-CBF00ECEFD2B}"/>
              </a:ext>
            </a:extLst>
          </p:cNvPr>
          <p:cNvSpPr>
            <a:spLocks noGrp="1"/>
          </p:cNvSpPr>
          <p:nvPr/>
        </p:nvSpPr>
        <p:spPr>
          <a:xfrm>
            <a:off x="9424786" y="5290472"/>
            <a:ext cx="304063" cy="127244"/>
          </a:xfrm>
          <a:custGeom>
            <a:avLst/>
            <a:gdLst/>
            <a:ahLst/>
            <a:cxnLst/>
            <a:rect l="0" t="0" r="0" b="0"/>
            <a:pathLst>
              <a:path w="304063" h="127244">
                <a:moveTo>
                  <a:pt x="0" y="127244"/>
                </a:moveTo>
                <a:lnTo>
                  <a:pt x="304063" y="0"/>
                </a:lnTo>
              </a:path>
            </a:pathLst>
          </a:custGeom>
          <a:noFill/>
          <a:ln w="11159">
            <a:solidFill>
              <a:srgbClr val="C2B61C">
                <a:alpha val="20000"/>
              </a:srgbClr>
            </a:solidFill>
            <a:prstDash val="solid"/>
          </a:ln>
        </p:spPr>
      </p:sp>
      <p:sp>
        <p:nvSpPr>
          <p:cNvPr id="730" name="lumia-token-stream-curve">
            <a:extLst>
              <a:ext uri="{FF2B5EF4-FFF2-40B4-BE49-F238E27FC236}">
                <a16:creationId xmlns:a16="http://schemas.microsoft.com/office/drawing/2014/main" id="{2CA82EA5-B0D6-4227-94F2-C07657BA469E}"/>
              </a:ext>
            </a:extLst>
          </p:cNvPr>
          <p:cNvSpPr>
            <a:spLocks noGrp="1"/>
          </p:cNvSpPr>
          <p:nvPr/>
        </p:nvSpPr>
        <p:spPr>
          <a:xfrm>
            <a:off x="9728850" y="5142069"/>
            <a:ext cx="305170" cy="148403"/>
          </a:xfrm>
          <a:custGeom>
            <a:avLst/>
            <a:gdLst/>
            <a:ahLst/>
            <a:cxnLst/>
            <a:rect l="0" t="0" r="0" b="0"/>
            <a:pathLst>
              <a:path w="305170" h="148403">
                <a:moveTo>
                  <a:pt x="0" y="148403"/>
                </a:moveTo>
                <a:lnTo>
                  <a:pt x="305170" y="0"/>
                </a:lnTo>
              </a:path>
            </a:pathLst>
          </a:custGeom>
          <a:noFill/>
          <a:ln w="11335">
            <a:solidFill>
              <a:srgbClr val="B0B422">
                <a:alpha val="20000"/>
              </a:srgbClr>
            </a:solidFill>
            <a:prstDash val="solid"/>
          </a:ln>
        </p:spPr>
      </p:sp>
      <p:sp>
        <p:nvSpPr>
          <p:cNvPr id="731" name="lumia-token-stream-curve">
            <a:extLst>
              <a:ext uri="{FF2B5EF4-FFF2-40B4-BE49-F238E27FC236}">
                <a16:creationId xmlns:a16="http://schemas.microsoft.com/office/drawing/2014/main" id="{CF697449-50A7-49C3-A468-F58F12DD13F6}"/>
              </a:ext>
            </a:extLst>
          </p:cNvPr>
          <p:cNvSpPr>
            <a:spLocks noGrp="1"/>
          </p:cNvSpPr>
          <p:nvPr/>
        </p:nvSpPr>
        <p:spPr>
          <a:xfrm>
            <a:off x="10034019" y="4977381"/>
            <a:ext cx="306167" cy="164687"/>
          </a:xfrm>
          <a:custGeom>
            <a:avLst/>
            <a:gdLst/>
            <a:ahLst/>
            <a:cxnLst/>
            <a:rect l="0" t="0" r="0" b="0"/>
            <a:pathLst>
              <a:path w="306167" h="164687">
                <a:moveTo>
                  <a:pt x="0" y="164687"/>
                </a:moveTo>
                <a:lnTo>
                  <a:pt x="306167" y="0"/>
                </a:lnTo>
              </a:path>
            </a:pathLst>
          </a:custGeom>
          <a:noFill/>
          <a:ln w="11494">
            <a:solidFill>
              <a:srgbClr val="9EB329">
                <a:alpha val="21000"/>
              </a:srgbClr>
            </a:solidFill>
            <a:prstDash val="solid"/>
          </a:ln>
        </p:spPr>
      </p:sp>
      <p:sp>
        <p:nvSpPr>
          <p:cNvPr id="732" name="lumia-token-stream-curve">
            <a:extLst>
              <a:ext uri="{FF2B5EF4-FFF2-40B4-BE49-F238E27FC236}">
                <a16:creationId xmlns:a16="http://schemas.microsoft.com/office/drawing/2014/main" id="{CABA2164-56C2-4D9B-94A3-2A037A7BE9EF}"/>
              </a:ext>
            </a:extLst>
          </p:cNvPr>
          <p:cNvSpPr>
            <a:spLocks noGrp="1"/>
          </p:cNvSpPr>
          <p:nvPr/>
        </p:nvSpPr>
        <p:spPr>
          <a:xfrm>
            <a:off x="10340187" y="4803090"/>
            <a:ext cx="307055" cy="174291"/>
          </a:xfrm>
          <a:custGeom>
            <a:avLst/>
            <a:gdLst/>
            <a:ahLst/>
            <a:cxnLst/>
            <a:rect l="0" t="0" r="0" b="0"/>
            <a:pathLst>
              <a:path w="307055" h="174291">
                <a:moveTo>
                  <a:pt x="0" y="174291"/>
                </a:moveTo>
                <a:lnTo>
                  <a:pt x="307055" y="0"/>
                </a:lnTo>
              </a:path>
            </a:pathLst>
          </a:custGeom>
          <a:noFill/>
          <a:ln w="11634">
            <a:solidFill>
              <a:srgbClr val="8CB130">
                <a:alpha val="21000"/>
              </a:srgbClr>
            </a:solidFill>
            <a:prstDash val="solid"/>
          </a:ln>
        </p:spPr>
      </p:sp>
      <p:sp>
        <p:nvSpPr>
          <p:cNvPr id="733" name="lumia-token-stream-curve">
            <a:extLst>
              <a:ext uri="{FF2B5EF4-FFF2-40B4-BE49-F238E27FC236}">
                <a16:creationId xmlns:a16="http://schemas.microsoft.com/office/drawing/2014/main" id="{3EF0D4FF-6179-43F6-B387-C9F650F9F574}"/>
              </a:ext>
            </a:extLst>
          </p:cNvPr>
          <p:cNvSpPr>
            <a:spLocks noGrp="1"/>
          </p:cNvSpPr>
          <p:nvPr/>
        </p:nvSpPr>
        <p:spPr>
          <a:xfrm>
            <a:off x="10647241" y="4626707"/>
            <a:ext cx="307833" cy="176383"/>
          </a:xfrm>
          <a:custGeom>
            <a:avLst/>
            <a:gdLst/>
            <a:ahLst/>
            <a:cxnLst/>
            <a:rect l="0" t="0" r="0" b="0"/>
            <a:pathLst>
              <a:path w="307833" h="176383">
                <a:moveTo>
                  <a:pt x="0" y="176383"/>
                </a:moveTo>
                <a:lnTo>
                  <a:pt x="307833" y="0"/>
                </a:lnTo>
              </a:path>
            </a:pathLst>
          </a:custGeom>
          <a:noFill/>
          <a:ln w="11754">
            <a:solidFill>
              <a:srgbClr val="7BAF37">
                <a:alpha val="21000"/>
              </a:srgbClr>
            </a:solidFill>
            <a:prstDash val="solid"/>
          </a:ln>
        </p:spPr>
      </p:sp>
      <p:sp>
        <p:nvSpPr>
          <p:cNvPr id="734" name="lumia-token-stream-curve">
            <a:extLst>
              <a:ext uri="{FF2B5EF4-FFF2-40B4-BE49-F238E27FC236}">
                <a16:creationId xmlns:a16="http://schemas.microsoft.com/office/drawing/2014/main" id="{F69B5CF2-25D8-4B24-AB4F-D2F1B8A2739F}"/>
              </a:ext>
            </a:extLst>
          </p:cNvPr>
          <p:cNvSpPr>
            <a:spLocks noGrp="1"/>
          </p:cNvSpPr>
          <p:nvPr/>
        </p:nvSpPr>
        <p:spPr>
          <a:xfrm>
            <a:off x="10955075" y="4455444"/>
            <a:ext cx="308502" cy="171263"/>
          </a:xfrm>
          <a:custGeom>
            <a:avLst/>
            <a:gdLst/>
            <a:ahLst/>
            <a:cxnLst/>
            <a:rect l="0" t="0" r="0" b="0"/>
            <a:pathLst>
              <a:path w="308502" h="171263">
                <a:moveTo>
                  <a:pt x="0" y="171263"/>
                </a:moveTo>
                <a:lnTo>
                  <a:pt x="308502" y="0"/>
                </a:lnTo>
              </a:path>
            </a:pathLst>
          </a:custGeom>
          <a:noFill/>
          <a:ln w="11851">
            <a:solidFill>
              <a:srgbClr val="69AD3E">
                <a:alpha val="21000"/>
              </a:srgbClr>
            </a:solidFill>
            <a:prstDash val="solid"/>
          </a:ln>
        </p:spPr>
      </p:sp>
      <p:sp>
        <p:nvSpPr>
          <p:cNvPr id="735" name="lumia-token-stream-curve">
            <a:extLst>
              <a:ext uri="{FF2B5EF4-FFF2-40B4-BE49-F238E27FC236}">
                <a16:creationId xmlns:a16="http://schemas.microsoft.com/office/drawing/2014/main" id="{4507BB7A-BE8E-4A6F-91AB-73DBFBBDC4ED}"/>
              </a:ext>
            </a:extLst>
          </p:cNvPr>
          <p:cNvSpPr>
            <a:spLocks noGrp="1"/>
          </p:cNvSpPr>
          <p:nvPr/>
        </p:nvSpPr>
        <p:spPr>
          <a:xfrm>
            <a:off x="11263577" y="4295108"/>
            <a:ext cx="309061" cy="160336"/>
          </a:xfrm>
          <a:custGeom>
            <a:avLst/>
            <a:gdLst/>
            <a:ahLst/>
            <a:cxnLst/>
            <a:rect l="0" t="0" r="0" b="0"/>
            <a:pathLst>
              <a:path w="309061" h="160336">
                <a:moveTo>
                  <a:pt x="0" y="160336"/>
                </a:moveTo>
                <a:lnTo>
                  <a:pt x="309061" y="0"/>
                </a:lnTo>
              </a:path>
            </a:pathLst>
          </a:custGeom>
          <a:noFill/>
          <a:ln w="11923">
            <a:solidFill>
              <a:srgbClr val="57AC45">
                <a:alpha val="21000"/>
              </a:srgbClr>
            </a:solidFill>
            <a:prstDash val="solid"/>
          </a:ln>
        </p:spPr>
      </p:sp>
      <p:sp>
        <p:nvSpPr>
          <p:cNvPr id="736" name="lumia-token-stream-curve">
            <a:extLst>
              <a:ext uri="{FF2B5EF4-FFF2-40B4-BE49-F238E27FC236}">
                <a16:creationId xmlns:a16="http://schemas.microsoft.com/office/drawing/2014/main" id="{5AEAC79E-7CB9-4A03-82A4-4B0B4825DDEF}"/>
              </a:ext>
            </a:extLst>
          </p:cNvPr>
          <p:cNvSpPr>
            <a:spLocks noGrp="1"/>
          </p:cNvSpPr>
          <p:nvPr/>
        </p:nvSpPr>
        <p:spPr>
          <a:xfrm>
            <a:off x="11572638" y="4149188"/>
            <a:ext cx="309511" cy="145920"/>
          </a:xfrm>
          <a:custGeom>
            <a:avLst/>
            <a:gdLst/>
            <a:ahLst/>
            <a:cxnLst/>
            <a:rect l="0" t="0" r="0" b="0"/>
            <a:pathLst>
              <a:path w="309511" h="145920">
                <a:moveTo>
                  <a:pt x="0" y="145920"/>
                </a:moveTo>
                <a:lnTo>
                  <a:pt x="309511" y="0"/>
                </a:lnTo>
              </a:path>
            </a:pathLst>
          </a:custGeom>
          <a:noFill/>
          <a:ln w="11968">
            <a:solidFill>
              <a:srgbClr val="46AA4C">
                <a:alpha val="22000"/>
              </a:srgbClr>
            </a:solidFill>
            <a:prstDash val="solid"/>
          </a:ln>
        </p:spPr>
      </p:sp>
      <p:sp>
        <p:nvSpPr>
          <p:cNvPr id="737" name="lumia-token-stream-curve">
            <a:extLst>
              <a:ext uri="{FF2B5EF4-FFF2-40B4-BE49-F238E27FC236}">
                <a16:creationId xmlns:a16="http://schemas.microsoft.com/office/drawing/2014/main" id="{5473AA38-386B-40D8-B848-B93D6F70BEFD}"/>
              </a:ext>
            </a:extLst>
          </p:cNvPr>
          <p:cNvSpPr>
            <a:spLocks noGrp="1"/>
          </p:cNvSpPr>
          <p:nvPr/>
        </p:nvSpPr>
        <p:spPr>
          <a:xfrm>
            <a:off x="11882149" y="4018295"/>
            <a:ext cx="309851" cy="130893"/>
          </a:xfrm>
          <a:custGeom>
            <a:avLst/>
            <a:gdLst/>
            <a:ahLst/>
            <a:cxnLst/>
            <a:rect l="0" t="0" r="0" b="0"/>
            <a:pathLst>
              <a:path w="309851" h="130893">
                <a:moveTo>
                  <a:pt x="0" y="130893"/>
                </a:moveTo>
                <a:lnTo>
                  <a:pt x="309851" y="0"/>
                </a:lnTo>
              </a:path>
            </a:pathLst>
          </a:custGeom>
          <a:noFill/>
          <a:ln w="11983">
            <a:solidFill>
              <a:srgbClr val="34A853">
                <a:alpha val="22000"/>
              </a:srgbClr>
            </a:solidFill>
            <a:prstDash val="solid"/>
          </a:ln>
        </p:spPr>
      </p:sp>
      <p:sp>
        <p:nvSpPr>
          <p:cNvPr id="738" name="lumia-token-stream-curve">
            <a:extLst>
              <a:ext uri="{FF2B5EF4-FFF2-40B4-BE49-F238E27FC236}">
                <a16:creationId xmlns:a16="http://schemas.microsoft.com/office/drawing/2014/main" id="{8F5F71C1-C43C-4443-B705-D586EDDB9559}"/>
              </a:ext>
            </a:extLst>
          </p:cNvPr>
          <p:cNvSpPr>
            <a:spLocks noGrp="1"/>
          </p:cNvSpPr>
          <p:nvPr/>
        </p:nvSpPr>
        <p:spPr>
          <a:xfrm>
            <a:off x="45909" y="6040966"/>
            <a:ext cx="181935" cy="15657"/>
          </a:xfrm>
          <a:custGeom>
            <a:avLst/>
            <a:gdLst/>
            <a:ahLst/>
            <a:cxnLst/>
            <a:rect l="0" t="0" r="0" b="0"/>
            <a:pathLst>
              <a:path w="181935" h="15657">
                <a:moveTo>
                  <a:pt x="0" y="0"/>
                </a:moveTo>
                <a:lnTo>
                  <a:pt x="181935" y="15657"/>
                </a:lnTo>
              </a:path>
            </a:pathLst>
          </a:custGeom>
          <a:noFill/>
          <a:ln w="7760">
            <a:solidFill>
              <a:srgbClr val="4285F4">
                <a:alpha val="10000"/>
              </a:srgbClr>
            </a:solidFill>
            <a:prstDash val="solid"/>
          </a:ln>
        </p:spPr>
      </p:sp>
      <p:sp>
        <p:nvSpPr>
          <p:cNvPr id="739" name="lumia-token-stream-curve">
            <a:extLst>
              <a:ext uri="{FF2B5EF4-FFF2-40B4-BE49-F238E27FC236}">
                <a16:creationId xmlns:a16="http://schemas.microsoft.com/office/drawing/2014/main" id="{EE82A99B-B93C-4B1B-AAD0-21C0DBE9B03E}"/>
              </a:ext>
            </a:extLst>
          </p:cNvPr>
          <p:cNvSpPr>
            <a:spLocks noGrp="1"/>
          </p:cNvSpPr>
          <p:nvPr/>
        </p:nvSpPr>
        <p:spPr>
          <a:xfrm>
            <a:off x="227844" y="6056623"/>
            <a:ext cx="187148" cy="15657"/>
          </a:xfrm>
          <a:custGeom>
            <a:avLst/>
            <a:gdLst/>
            <a:ahLst/>
            <a:cxnLst/>
            <a:rect l="0" t="0" r="0" b="0"/>
            <a:pathLst>
              <a:path w="187148" h="15657">
                <a:moveTo>
                  <a:pt x="0" y="0"/>
                </a:moveTo>
                <a:lnTo>
                  <a:pt x="187148" y="15657"/>
                </a:lnTo>
              </a:path>
            </a:pathLst>
          </a:custGeom>
          <a:noFill/>
          <a:ln w="7760">
            <a:solidFill>
              <a:srgbClr val="447EEC">
                <a:alpha val="10000"/>
              </a:srgbClr>
            </a:solidFill>
            <a:prstDash val="solid"/>
          </a:ln>
        </p:spPr>
      </p:sp>
      <p:sp>
        <p:nvSpPr>
          <p:cNvPr id="740" name="lumia-token-stream-curve">
            <a:extLst>
              <a:ext uri="{FF2B5EF4-FFF2-40B4-BE49-F238E27FC236}">
                <a16:creationId xmlns:a16="http://schemas.microsoft.com/office/drawing/2014/main" id="{9FB2BDA1-5147-42DF-A958-852503F7D8D5}"/>
              </a:ext>
            </a:extLst>
          </p:cNvPr>
          <p:cNvSpPr>
            <a:spLocks noGrp="1"/>
          </p:cNvSpPr>
          <p:nvPr/>
        </p:nvSpPr>
        <p:spPr>
          <a:xfrm>
            <a:off x="414992" y="6072280"/>
            <a:ext cx="192255" cy="17405"/>
          </a:xfrm>
          <a:custGeom>
            <a:avLst/>
            <a:gdLst/>
            <a:ahLst/>
            <a:cxnLst/>
            <a:rect l="0" t="0" r="0" b="0"/>
            <a:pathLst>
              <a:path w="192255" h="17405">
                <a:moveTo>
                  <a:pt x="0" y="0"/>
                </a:moveTo>
                <a:lnTo>
                  <a:pt x="192255" y="17405"/>
                </a:lnTo>
              </a:path>
            </a:pathLst>
          </a:custGeom>
          <a:noFill/>
          <a:ln w="7760">
            <a:solidFill>
              <a:srgbClr val="4678E3">
                <a:alpha val="10000"/>
              </a:srgbClr>
            </a:solidFill>
            <a:prstDash val="solid"/>
          </a:ln>
        </p:spPr>
      </p:sp>
      <p:sp>
        <p:nvSpPr>
          <p:cNvPr id="741" name="lumia-token-stream-curve">
            <a:extLst>
              <a:ext uri="{FF2B5EF4-FFF2-40B4-BE49-F238E27FC236}">
                <a16:creationId xmlns:a16="http://schemas.microsoft.com/office/drawing/2014/main" id="{0233D31C-08AF-4FC7-9BF3-C832AF949555}"/>
              </a:ext>
            </a:extLst>
          </p:cNvPr>
          <p:cNvSpPr>
            <a:spLocks noGrp="1"/>
          </p:cNvSpPr>
          <p:nvPr/>
        </p:nvSpPr>
        <p:spPr>
          <a:xfrm>
            <a:off x="607247" y="6089685"/>
            <a:ext cx="197255" cy="20779"/>
          </a:xfrm>
          <a:custGeom>
            <a:avLst/>
            <a:gdLst/>
            <a:ahLst/>
            <a:cxnLst/>
            <a:rect l="0" t="0" r="0" b="0"/>
            <a:pathLst>
              <a:path w="197255" h="20779">
                <a:moveTo>
                  <a:pt x="0" y="0"/>
                </a:moveTo>
                <a:lnTo>
                  <a:pt x="197255" y="20779"/>
                </a:lnTo>
              </a:path>
            </a:pathLst>
          </a:custGeom>
          <a:noFill/>
          <a:ln w="7760">
            <a:solidFill>
              <a:srgbClr val="4871DB">
                <a:alpha val="10000"/>
              </a:srgbClr>
            </a:solidFill>
            <a:prstDash val="solid"/>
          </a:ln>
        </p:spPr>
      </p:sp>
      <p:sp>
        <p:nvSpPr>
          <p:cNvPr id="742" name="lumia-token-stream-curve">
            <a:extLst>
              <a:ext uri="{FF2B5EF4-FFF2-40B4-BE49-F238E27FC236}">
                <a16:creationId xmlns:a16="http://schemas.microsoft.com/office/drawing/2014/main" id="{8F7E075B-EB5D-412C-9AD2-D12E6757249C}"/>
              </a:ext>
            </a:extLst>
          </p:cNvPr>
          <p:cNvSpPr>
            <a:spLocks noGrp="1"/>
          </p:cNvSpPr>
          <p:nvPr/>
        </p:nvSpPr>
        <p:spPr>
          <a:xfrm>
            <a:off x="804502" y="6110463"/>
            <a:ext cx="202148" cy="25496"/>
          </a:xfrm>
          <a:custGeom>
            <a:avLst/>
            <a:gdLst/>
            <a:ahLst/>
            <a:cxnLst/>
            <a:rect l="0" t="0" r="0" b="0"/>
            <a:pathLst>
              <a:path w="202148" h="25496">
                <a:moveTo>
                  <a:pt x="0" y="0"/>
                </a:moveTo>
                <a:lnTo>
                  <a:pt x="202148" y="25496"/>
                </a:lnTo>
              </a:path>
            </a:pathLst>
          </a:custGeom>
          <a:noFill/>
          <a:ln w="7760">
            <a:solidFill>
              <a:srgbClr val="4A6BD2">
                <a:alpha val="10000"/>
              </a:srgbClr>
            </a:solidFill>
            <a:prstDash val="solid"/>
          </a:ln>
        </p:spPr>
      </p:sp>
      <p:sp>
        <p:nvSpPr>
          <p:cNvPr id="743" name="lumia-token-stream-curve">
            <a:extLst>
              <a:ext uri="{FF2B5EF4-FFF2-40B4-BE49-F238E27FC236}">
                <a16:creationId xmlns:a16="http://schemas.microsoft.com/office/drawing/2014/main" id="{192ADF53-345F-409E-81A7-789F4A223BEC}"/>
              </a:ext>
            </a:extLst>
          </p:cNvPr>
          <p:cNvSpPr>
            <a:spLocks noGrp="1"/>
          </p:cNvSpPr>
          <p:nvPr/>
        </p:nvSpPr>
        <p:spPr>
          <a:xfrm>
            <a:off x="1006650" y="6135959"/>
            <a:ext cx="206935" cy="31109"/>
          </a:xfrm>
          <a:custGeom>
            <a:avLst/>
            <a:gdLst/>
            <a:ahLst/>
            <a:cxnLst/>
            <a:rect l="0" t="0" r="0" b="0"/>
            <a:pathLst>
              <a:path w="206935" h="31109">
                <a:moveTo>
                  <a:pt x="0" y="0"/>
                </a:moveTo>
                <a:lnTo>
                  <a:pt x="206935" y="31109"/>
                </a:lnTo>
              </a:path>
            </a:pathLst>
          </a:custGeom>
          <a:noFill/>
          <a:ln w="7760">
            <a:solidFill>
              <a:srgbClr val="4C64CA">
                <a:alpha val="10000"/>
              </a:srgbClr>
            </a:solidFill>
            <a:prstDash val="solid"/>
          </a:ln>
        </p:spPr>
      </p:sp>
      <p:sp>
        <p:nvSpPr>
          <p:cNvPr id="744" name="lumia-token-stream-curve">
            <a:extLst>
              <a:ext uri="{FF2B5EF4-FFF2-40B4-BE49-F238E27FC236}">
                <a16:creationId xmlns:a16="http://schemas.microsoft.com/office/drawing/2014/main" id="{3B3A1E8C-FE10-4377-8FC9-8D71FC38F3E5}"/>
              </a:ext>
            </a:extLst>
          </p:cNvPr>
          <p:cNvSpPr>
            <a:spLocks noGrp="1"/>
          </p:cNvSpPr>
          <p:nvPr/>
        </p:nvSpPr>
        <p:spPr>
          <a:xfrm>
            <a:off x="1213585" y="6167068"/>
            <a:ext cx="211615" cy="37016"/>
          </a:xfrm>
          <a:custGeom>
            <a:avLst/>
            <a:gdLst/>
            <a:ahLst/>
            <a:cxnLst/>
            <a:rect l="0" t="0" r="0" b="0"/>
            <a:pathLst>
              <a:path w="211615" h="37016">
                <a:moveTo>
                  <a:pt x="0" y="0"/>
                </a:moveTo>
                <a:lnTo>
                  <a:pt x="211615" y="37016"/>
                </a:lnTo>
              </a:path>
            </a:pathLst>
          </a:custGeom>
          <a:noFill/>
          <a:ln w="7760">
            <a:solidFill>
              <a:srgbClr val="4E5EC1">
                <a:alpha val="10000"/>
              </a:srgbClr>
            </a:solidFill>
            <a:prstDash val="solid"/>
          </a:ln>
        </p:spPr>
      </p:sp>
      <p:sp>
        <p:nvSpPr>
          <p:cNvPr id="745" name="lumia-token-stream-curve">
            <a:extLst>
              <a:ext uri="{FF2B5EF4-FFF2-40B4-BE49-F238E27FC236}">
                <a16:creationId xmlns:a16="http://schemas.microsoft.com/office/drawing/2014/main" id="{97CB18CE-D516-4B5B-9398-32AA50AAB53F}"/>
              </a:ext>
            </a:extLst>
          </p:cNvPr>
          <p:cNvSpPr>
            <a:spLocks noGrp="1"/>
          </p:cNvSpPr>
          <p:nvPr/>
        </p:nvSpPr>
        <p:spPr>
          <a:xfrm>
            <a:off x="1425199" y="6204084"/>
            <a:ext cx="216188" cy="42494"/>
          </a:xfrm>
          <a:custGeom>
            <a:avLst/>
            <a:gdLst/>
            <a:ahLst/>
            <a:cxnLst/>
            <a:rect l="0" t="0" r="0" b="0"/>
            <a:pathLst>
              <a:path w="216188" h="42494">
                <a:moveTo>
                  <a:pt x="0" y="0"/>
                </a:moveTo>
                <a:lnTo>
                  <a:pt x="216188" y="42494"/>
                </a:lnTo>
              </a:path>
            </a:pathLst>
          </a:custGeom>
          <a:noFill/>
          <a:ln w="7760">
            <a:solidFill>
              <a:srgbClr val="5057B9">
                <a:alpha val="10000"/>
              </a:srgbClr>
            </a:solidFill>
            <a:prstDash val="solid"/>
          </a:ln>
        </p:spPr>
      </p:sp>
      <p:sp>
        <p:nvSpPr>
          <p:cNvPr id="746" name="lumia-token-stream-curve">
            <a:extLst>
              <a:ext uri="{FF2B5EF4-FFF2-40B4-BE49-F238E27FC236}">
                <a16:creationId xmlns:a16="http://schemas.microsoft.com/office/drawing/2014/main" id="{E5A76A0F-CB0A-4315-B4B9-A9E467FF752B}"/>
              </a:ext>
            </a:extLst>
          </p:cNvPr>
          <p:cNvSpPr>
            <a:spLocks noGrp="1"/>
          </p:cNvSpPr>
          <p:nvPr/>
        </p:nvSpPr>
        <p:spPr>
          <a:xfrm>
            <a:off x="1641387" y="6246578"/>
            <a:ext cx="220655" cy="46749"/>
          </a:xfrm>
          <a:custGeom>
            <a:avLst/>
            <a:gdLst/>
            <a:ahLst/>
            <a:cxnLst/>
            <a:rect l="0" t="0" r="0" b="0"/>
            <a:pathLst>
              <a:path w="220655" h="46749">
                <a:moveTo>
                  <a:pt x="0" y="0"/>
                </a:moveTo>
                <a:lnTo>
                  <a:pt x="220655" y="46749"/>
                </a:lnTo>
              </a:path>
            </a:pathLst>
          </a:custGeom>
          <a:noFill/>
          <a:ln w="7760">
            <a:solidFill>
              <a:srgbClr val="5250B0">
                <a:alpha val="10000"/>
              </a:srgbClr>
            </a:solidFill>
            <a:prstDash val="solid"/>
          </a:ln>
        </p:spPr>
      </p:sp>
      <p:sp>
        <p:nvSpPr>
          <p:cNvPr id="747" name="lumia-token-stream-curve">
            <a:extLst>
              <a:ext uri="{FF2B5EF4-FFF2-40B4-BE49-F238E27FC236}">
                <a16:creationId xmlns:a16="http://schemas.microsoft.com/office/drawing/2014/main" id="{F344B181-0918-4C52-B666-C9DE588F2C34}"/>
              </a:ext>
            </a:extLst>
          </p:cNvPr>
          <p:cNvSpPr>
            <a:spLocks noGrp="1"/>
          </p:cNvSpPr>
          <p:nvPr/>
        </p:nvSpPr>
        <p:spPr>
          <a:xfrm>
            <a:off x="1862042" y="6293328"/>
            <a:ext cx="225015" cy="48986"/>
          </a:xfrm>
          <a:custGeom>
            <a:avLst/>
            <a:gdLst/>
            <a:ahLst/>
            <a:cxnLst/>
            <a:rect l="0" t="0" r="0" b="0"/>
            <a:pathLst>
              <a:path w="225015" h="48986">
                <a:moveTo>
                  <a:pt x="0" y="0"/>
                </a:moveTo>
                <a:lnTo>
                  <a:pt x="225015" y="48986"/>
                </a:lnTo>
              </a:path>
            </a:pathLst>
          </a:custGeom>
          <a:noFill/>
          <a:ln w="7760">
            <a:solidFill>
              <a:srgbClr val="544AA8">
                <a:alpha val="10000"/>
              </a:srgbClr>
            </a:solidFill>
            <a:prstDash val="solid"/>
          </a:ln>
        </p:spPr>
      </p:sp>
      <p:sp>
        <p:nvSpPr>
          <p:cNvPr id="748" name="lumia-token-stream-curve">
            <a:extLst>
              <a:ext uri="{FF2B5EF4-FFF2-40B4-BE49-F238E27FC236}">
                <a16:creationId xmlns:a16="http://schemas.microsoft.com/office/drawing/2014/main" id="{27DBAA0D-E0E5-4C9E-87C2-1866FB78D14E}"/>
              </a:ext>
            </a:extLst>
          </p:cNvPr>
          <p:cNvSpPr>
            <a:spLocks noGrp="1"/>
          </p:cNvSpPr>
          <p:nvPr/>
        </p:nvSpPr>
        <p:spPr>
          <a:xfrm>
            <a:off x="2087057" y="6342314"/>
            <a:ext cx="229268" cy="48491"/>
          </a:xfrm>
          <a:custGeom>
            <a:avLst/>
            <a:gdLst/>
            <a:ahLst/>
            <a:cxnLst/>
            <a:rect l="0" t="0" r="0" b="0"/>
            <a:pathLst>
              <a:path w="229268" h="48491">
                <a:moveTo>
                  <a:pt x="0" y="0"/>
                </a:moveTo>
                <a:lnTo>
                  <a:pt x="229268" y="48491"/>
                </a:lnTo>
              </a:path>
            </a:pathLst>
          </a:custGeom>
          <a:noFill/>
          <a:ln w="7760">
            <a:solidFill>
              <a:srgbClr val="5643A0">
                <a:alpha val="10000"/>
              </a:srgbClr>
            </a:solidFill>
            <a:prstDash val="solid"/>
          </a:ln>
        </p:spPr>
      </p:sp>
      <p:sp>
        <p:nvSpPr>
          <p:cNvPr id="749" name="lumia-token-stream-curve">
            <a:extLst>
              <a:ext uri="{FF2B5EF4-FFF2-40B4-BE49-F238E27FC236}">
                <a16:creationId xmlns:a16="http://schemas.microsoft.com/office/drawing/2014/main" id="{BC37E0A9-0BD4-41C3-A46B-F38FDC25D5E5}"/>
              </a:ext>
            </a:extLst>
          </p:cNvPr>
          <p:cNvSpPr>
            <a:spLocks noGrp="1"/>
          </p:cNvSpPr>
          <p:nvPr/>
        </p:nvSpPr>
        <p:spPr>
          <a:xfrm>
            <a:off x="2316325" y="6390805"/>
            <a:ext cx="233415" cy="44723"/>
          </a:xfrm>
          <a:custGeom>
            <a:avLst/>
            <a:gdLst/>
            <a:ahLst/>
            <a:cxnLst/>
            <a:rect l="0" t="0" r="0" b="0"/>
            <a:pathLst>
              <a:path w="233415" h="44723">
                <a:moveTo>
                  <a:pt x="0" y="0"/>
                </a:moveTo>
                <a:lnTo>
                  <a:pt x="233415" y="44723"/>
                </a:lnTo>
              </a:path>
            </a:pathLst>
          </a:custGeom>
          <a:noFill/>
          <a:ln w="7760">
            <a:solidFill>
              <a:srgbClr val="583D97">
                <a:alpha val="10000"/>
              </a:srgbClr>
            </a:solidFill>
            <a:prstDash val="solid"/>
          </a:ln>
        </p:spPr>
      </p:sp>
      <p:sp>
        <p:nvSpPr>
          <p:cNvPr id="750" name="lumia-token-stream-curve">
            <a:extLst>
              <a:ext uri="{FF2B5EF4-FFF2-40B4-BE49-F238E27FC236}">
                <a16:creationId xmlns:a16="http://schemas.microsoft.com/office/drawing/2014/main" id="{E33D6669-1F9C-4C47-AA37-ED913FD0D6FE}"/>
              </a:ext>
            </a:extLst>
          </p:cNvPr>
          <p:cNvSpPr>
            <a:spLocks noGrp="1"/>
          </p:cNvSpPr>
          <p:nvPr/>
        </p:nvSpPr>
        <p:spPr>
          <a:xfrm>
            <a:off x="2549741" y="6435528"/>
            <a:ext cx="237456" cy="37398"/>
          </a:xfrm>
          <a:custGeom>
            <a:avLst/>
            <a:gdLst/>
            <a:ahLst/>
            <a:cxnLst/>
            <a:rect l="0" t="0" r="0" b="0"/>
            <a:pathLst>
              <a:path w="237456" h="37398">
                <a:moveTo>
                  <a:pt x="0" y="0"/>
                </a:moveTo>
                <a:lnTo>
                  <a:pt x="237456" y="37398"/>
                </a:lnTo>
              </a:path>
            </a:pathLst>
          </a:custGeom>
          <a:noFill/>
          <a:ln w="7760">
            <a:solidFill>
              <a:srgbClr val="623C8F">
                <a:alpha val="10000"/>
              </a:srgbClr>
            </a:solidFill>
            <a:prstDash val="solid"/>
          </a:ln>
        </p:spPr>
      </p:sp>
      <p:sp>
        <p:nvSpPr>
          <p:cNvPr id="751" name="lumia-token-stream-curve">
            <a:extLst>
              <a:ext uri="{FF2B5EF4-FFF2-40B4-BE49-F238E27FC236}">
                <a16:creationId xmlns:a16="http://schemas.microsoft.com/office/drawing/2014/main" id="{BF3B7144-45F6-4C41-9621-A41CE26739FF}"/>
              </a:ext>
            </a:extLst>
          </p:cNvPr>
          <p:cNvSpPr>
            <a:spLocks noGrp="1"/>
          </p:cNvSpPr>
          <p:nvPr/>
        </p:nvSpPr>
        <p:spPr>
          <a:xfrm>
            <a:off x="2787196" y="6472926"/>
            <a:ext cx="241389" cy="26558"/>
          </a:xfrm>
          <a:custGeom>
            <a:avLst/>
            <a:gdLst/>
            <a:ahLst/>
            <a:cxnLst/>
            <a:rect l="0" t="0" r="0" b="0"/>
            <a:pathLst>
              <a:path w="241389" h="26558">
                <a:moveTo>
                  <a:pt x="0" y="0"/>
                </a:moveTo>
                <a:lnTo>
                  <a:pt x="241389" y="26558"/>
                </a:lnTo>
              </a:path>
            </a:pathLst>
          </a:custGeom>
          <a:noFill/>
          <a:ln w="7760">
            <a:solidFill>
              <a:srgbClr val="6F3C86">
                <a:alpha val="10000"/>
              </a:srgbClr>
            </a:solidFill>
            <a:prstDash val="solid"/>
          </a:ln>
        </p:spPr>
      </p:sp>
      <p:sp>
        <p:nvSpPr>
          <p:cNvPr id="752" name="lumia-token-stream-curve">
            <a:extLst>
              <a:ext uri="{FF2B5EF4-FFF2-40B4-BE49-F238E27FC236}">
                <a16:creationId xmlns:a16="http://schemas.microsoft.com/office/drawing/2014/main" id="{97858873-4D2C-43D7-9D09-862C05780E23}"/>
              </a:ext>
            </a:extLst>
          </p:cNvPr>
          <p:cNvSpPr>
            <a:spLocks noGrp="1"/>
          </p:cNvSpPr>
          <p:nvPr/>
        </p:nvSpPr>
        <p:spPr>
          <a:xfrm>
            <a:off x="3028585" y="6499484"/>
            <a:ext cx="245216" cy="12619"/>
          </a:xfrm>
          <a:custGeom>
            <a:avLst/>
            <a:gdLst/>
            <a:ahLst/>
            <a:cxnLst/>
            <a:rect l="0" t="0" r="0" b="0"/>
            <a:pathLst>
              <a:path w="245216" h="12619">
                <a:moveTo>
                  <a:pt x="0" y="0"/>
                </a:moveTo>
                <a:lnTo>
                  <a:pt x="245216" y="12619"/>
                </a:lnTo>
              </a:path>
            </a:pathLst>
          </a:custGeom>
          <a:noFill/>
          <a:ln w="7760">
            <a:solidFill>
              <a:srgbClr val="7C3D7E">
                <a:alpha val="11000"/>
              </a:srgbClr>
            </a:solidFill>
            <a:prstDash val="solid"/>
          </a:ln>
        </p:spPr>
      </p:sp>
      <p:sp>
        <p:nvSpPr>
          <p:cNvPr id="753" name="lumia-token-stream-curve">
            <a:extLst>
              <a:ext uri="{FF2B5EF4-FFF2-40B4-BE49-F238E27FC236}">
                <a16:creationId xmlns:a16="http://schemas.microsoft.com/office/drawing/2014/main" id="{05CEFAAE-0CED-42FA-8705-4712F2684ABA}"/>
              </a:ext>
            </a:extLst>
          </p:cNvPr>
          <p:cNvSpPr>
            <a:spLocks noGrp="1"/>
          </p:cNvSpPr>
          <p:nvPr/>
        </p:nvSpPr>
        <p:spPr>
          <a:xfrm>
            <a:off x="3273801" y="6508474"/>
            <a:ext cx="248937" cy="9525"/>
          </a:xfrm>
          <a:custGeom>
            <a:avLst/>
            <a:gdLst/>
            <a:ahLst/>
            <a:cxnLst/>
            <a:rect l="0" t="0" r="0" b="0"/>
            <a:pathLst>
              <a:path w="248937" h="9525">
                <a:moveTo>
                  <a:pt x="0" y="3630"/>
                </a:moveTo>
                <a:lnTo>
                  <a:pt x="248937" y="0"/>
                </a:lnTo>
              </a:path>
            </a:pathLst>
          </a:custGeom>
          <a:noFill/>
          <a:ln w="7760">
            <a:solidFill>
              <a:srgbClr val="893E75">
                <a:alpha val="11000"/>
              </a:srgbClr>
            </a:solidFill>
            <a:prstDash val="solid"/>
          </a:ln>
        </p:spPr>
      </p:sp>
      <p:sp>
        <p:nvSpPr>
          <p:cNvPr id="754" name="lumia-token-stream-curve">
            <a:extLst>
              <a:ext uri="{FF2B5EF4-FFF2-40B4-BE49-F238E27FC236}">
                <a16:creationId xmlns:a16="http://schemas.microsoft.com/office/drawing/2014/main" id="{DA03E09F-DE74-4997-8B98-5D31CBA90955}"/>
              </a:ext>
            </a:extLst>
          </p:cNvPr>
          <p:cNvSpPr>
            <a:spLocks noGrp="1"/>
          </p:cNvSpPr>
          <p:nvPr/>
        </p:nvSpPr>
        <p:spPr>
          <a:xfrm>
            <a:off x="3522738" y="6487408"/>
            <a:ext cx="252550" cy="21066"/>
          </a:xfrm>
          <a:custGeom>
            <a:avLst/>
            <a:gdLst/>
            <a:ahLst/>
            <a:cxnLst/>
            <a:rect l="0" t="0" r="0" b="0"/>
            <a:pathLst>
              <a:path w="252550" h="21066">
                <a:moveTo>
                  <a:pt x="0" y="21066"/>
                </a:moveTo>
                <a:lnTo>
                  <a:pt x="252550" y="0"/>
                </a:lnTo>
              </a:path>
            </a:pathLst>
          </a:custGeom>
          <a:noFill/>
          <a:ln w="7761">
            <a:solidFill>
              <a:srgbClr val="963E6C">
                <a:alpha val="11000"/>
              </a:srgbClr>
            </a:solidFill>
            <a:prstDash val="solid"/>
          </a:ln>
        </p:spPr>
      </p:sp>
      <p:sp>
        <p:nvSpPr>
          <p:cNvPr id="755" name="lumia-token-stream-curve">
            <a:extLst>
              <a:ext uri="{FF2B5EF4-FFF2-40B4-BE49-F238E27FC236}">
                <a16:creationId xmlns:a16="http://schemas.microsoft.com/office/drawing/2014/main" id="{811B23B1-1F35-48EA-8C9F-0AF1FE90E8EF}"/>
              </a:ext>
            </a:extLst>
          </p:cNvPr>
          <p:cNvSpPr>
            <a:spLocks noGrp="1"/>
          </p:cNvSpPr>
          <p:nvPr/>
        </p:nvSpPr>
        <p:spPr>
          <a:xfrm>
            <a:off x="3775288" y="6449086"/>
            <a:ext cx="256058" cy="38322"/>
          </a:xfrm>
          <a:custGeom>
            <a:avLst/>
            <a:gdLst/>
            <a:ahLst/>
            <a:cxnLst/>
            <a:rect l="0" t="0" r="0" b="0"/>
            <a:pathLst>
              <a:path w="256058" h="38322">
                <a:moveTo>
                  <a:pt x="0" y="38322"/>
                </a:moveTo>
                <a:lnTo>
                  <a:pt x="256058" y="0"/>
                </a:lnTo>
              </a:path>
            </a:pathLst>
          </a:custGeom>
          <a:noFill/>
          <a:ln w="7785">
            <a:solidFill>
              <a:srgbClr val="A33F64">
                <a:alpha val="11000"/>
              </a:srgbClr>
            </a:solidFill>
            <a:prstDash val="solid"/>
          </a:ln>
        </p:spPr>
      </p:sp>
      <p:sp>
        <p:nvSpPr>
          <p:cNvPr id="756" name="lumia-token-stream-curve">
            <a:extLst>
              <a:ext uri="{FF2B5EF4-FFF2-40B4-BE49-F238E27FC236}">
                <a16:creationId xmlns:a16="http://schemas.microsoft.com/office/drawing/2014/main" id="{9209E553-4153-4FE0-8C5A-A8FF61DBEDA5}"/>
              </a:ext>
            </a:extLst>
          </p:cNvPr>
          <p:cNvSpPr>
            <a:spLocks noGrp="1"/>
          </p:cNvSpPr>
          <p:nvPr/>
        </p:nvSpPr>
        <p:spPr>
          <a:xfrm>
            <a:off x="4031346" y="6395164"/>
            <a:ext cx="259458" cy="53922"/>
          </a:xfrm>
          <a:custGeom>
            <a:avLst/>
            <a:gdLst/>
            <a:ahLst/>
            <a:cxnLst/>
            <a:rect l="0" t="0" r="0" b="0"/>
            <a:pathLst>
              <a:path w="259458" h="53922">
                <a:moveTo>
                  <a:pt x="0" y="53922"/>
                </a:moveTo>
                <a:lnTo>
                  <a:pt x="259458" y="0"/>
                </a:lnTo>
              </a:path>
            </a:pathLst>
          </a:custGeom>
          <a:noFill/>
          <a:ln w="7839">
            <a:solidFill>
              <a:srgbClr val="B0405B">
                <a:alpha val="12000"/>
              </a:srgbClr>
            </a:solidFill>
            <a:prstDash val="solid"/>
          </a:ln>
        </p:spPr>
      </p:sp>
      <p:sp>
        <p:nvSpPr>
          <p:cNvPr id="757" name="lumia-token-stream-curve">
            <a:extLst>
              <a:ext uri="{FF2B5EF4-FFF2-40B4-BE49-F238E27FC236}">
                <a16:creationId xmlns:a16="http://schemas.microsoft.com/office/drawing/2014/main" id="{941BE60A-6677-41A8-A912-AA66FF446B34}"/>
              </a:ext>
            </a:extLst>
          </p:cNvPr>
          <p:cNvSpPr>
            <a:spLocks noGrp="1"/>
          </p:cNvSpPr>
          <p:nvPr/>
        </p:nvSpPr>
        <p:spPr>
          <a:xfrm>
            <a:off x="4290804" y="6328715"/>
            <a:ext cx="262752" cy="66449"/>
          </a:xfrm>
          <a:custGeom>
            <a:avLst/>
            <a:gdLst/>
            <a:ahLst/>
            <a:cxnLst/>
            <a:rect l="0" t="0" r="0" b="0"/>
            <a:pathLst>
              <a:path w="262752" h="66449">
                <a:moveTo>
                  <a:pt x="0" y="66449"/>
                </a:moveTo>
                <a:lnTo>
                  <a:pt x="262752" y="0"/>
                </a:lnTo>
              </a:path>
            </a:pathLst>
          </a:custGeom>
          <a:noFill/>
          <a:ln w="7920">
            <a:solidFill>
              <a:srgbClr val="BD4153">
                <a:alpha val="12000"/>
              </a:srgbClr>
            </a:solidFill>
            <a:prstDash val="solid"/>
          </a:ln>
        </p:spPr>
      </p:sp>
      <p:sp>
        <p:nvSpPr>
          <p:cNvPr id="758" name="lumia-token-stream-curve">
            <a:extLst>
              <a:ext uri="{FF2B5EF4-FFF2-40B4-BE49-F238E27FC236}">
                <a16:creationId xmlns:a16="http://schemas.microsoft.com/office/drawing/2014/main" id="{EB5F36A3-56FC-4222-9D11-6364BF8A2FBC}"/>
              </a:ext>
            </a:extLst>
          </p:cNvPr>
          <p:cNvSpPr>
            <a:spLocks noGrp="1"/>
          </p:cNvSpPr>
          <p:nvPr/>
        </p:nvSpPr>
        <p:spPr>
          <a:xfrm>
            <a:off x="4553556" y="6253991"/>
            <a:ext cx="265939" cy="74725"/>
          </a:xfrm>
          <a:custGeom>
            <a:avLst/>
            <a:gdLst/>
            <a:ahLst/>
            <a:cxnLst/>
            <a:rect l="0" t="0" r="0" b="0"/>
            <a:pathLst>
              <a:path w="265939" h="74725">
                <a:moveTo>
                  <a:pt x="0" y="74725"/>
                </a:moveTo>
                <a:lnTo>
                  <a:pt x="265939" y="0"/>
                </a:lnTo>
              </a:path>
            </a:pathLst>
          </a:custGeom>
          <a:noFill/>
          <a:ln w="8027">
            <a:solidFill>
              <a:srgbClr val="CA414A">
                <a:alpha val="13000"/>
              </a:srgbClr>
            </a:solidFill>
            <a:prstDash val="solid"/>
          </a:ln>
        </p:spPr>
      </p:sp>
      <p:sp>
        <p:nvSpPr>
          <p:cNvPr id="759" name="lumia-token-stream-curve">
            <a:extLst>
              <a:ext uri="{FF2B5EF4-FFF2-40B4-BE49-F238E27FC236}">
                <a16:creationId xmlns:a16="http://schemas.microsoft.com/office/drawing/2014/main" id="{3FDB90A9-353D-4E9C-8192-EAFA71C1DE81}"/>
              </a:ext>
            </a:extLst>
          </p:cNvPr>
          <p:cNvSpPr>
            <a:spLocks noGrp="1"/>
          </p:cNvSpPr>
          <p:nvPr/>
        </p:nvSpPr>
        <p:spPr>
          <a:xfrm>
            <a:off x="4819496" y="6176002"/>
            <a:ext cx="269020" cy="77988"/>
          </a:xfrm>
          <a:custGeom>
            <a:avLst/>
            <a:gdLst/>
            <a:ahLst/>
            <a:cxnLst/>
            <a:rect l="0" t="0" r="0" b="0"/>
            <a:pathLst>
              <a:path w="269020" h="77988">
                <a:moveTo>
                  <a:pt x="0" y="77988"/>
                </a:moveTo>
                <a:lnTo>
                  <a:pt x="269020" y="0"/>
                </a:lnTo>
              </a:path>
            </a:pathLst>
          </a:custGeom>
          <a:noFill/>
          <a:ln w="8157">
            <a:solidFill>
              <a:srgbClr val="D74242">
                <a:alpha val="13000"/>
              </a:srgbClr>
            </a:solidFill>
            <a:prstDash val="solid"/>
          </a:ln>
        </p:spPr>
      </p:sp>
      <p:sp>
        <p:nvSpPr>
          <p:cNvPr id="760" name="lumia-token-stream-curve">
            <a:extLst>
              <a:ext uri="{FF2B5EF4-FFF2-40B4-BE49-F238E27FC236}">
                <a16:creationId xmlns:a16="http://schemas.microsoft.com/office/drawing/2014/main" id="{21782905-B5EE-4754-B481-195847B2B078}"/>
              </a:ext>
            </a:extLst>
          </p:cNvPr>
          <p:cNvSpPr>
            <a:spLocks noGrp="1"/>
          </p:cNvSpPr>
          <p:nvPr/>
        </p:nvSpPr>
        <p:spPr>
          <a:xfrm>
            <a:off x="5088516" y="6099966"/>
            <a:ext cx="271994" cy="76037"/>
          </a:xfrm>
          <a:custGeom>
            <a:avLst/>
            <a:gdLst/>
            <a:ahLst/>
            <a:cxnLst/>
            <a:rect l="0" t="0" r="0" b="0"/>
            <a:pathLst>
              <a:path w="271994" h="76037">
                <a:moveTo>
                  <a:pt x="0" y="76037"/>
                </a:moveTo>
                <a:lnTo>
                  <a:pt x="271994" y="0"/>
                </a:lnTo>
              </a:path>
            </a:pathLst>
          </a:custGeom>
          <a:noFill/>
          <a:ln w="8307">
            <a:solidFill>
              <a:srgbClr val="E44339">
                <a:alpha val="13000"/>
              </a:srgbClr>
            </a:solidFill>
            <a:prstDash val="solid"/>
          </a:ln>
        </p:spPr>
      </p:sp>
      <p:sp>
        <p:nvSpPr>
          <p:cNvPr id="761" name="lumia-token-stream-curve">
            <a:extLst>
              <a:ext uri="{FF2B5EF4-FFF2-40B4-BE49-F238E27FC236}">
                <a16:creationId xmlns:a16="http://schemas.microsoft.com/office/drawing/2014/main" id="{956E0BBA-4047-480F-BC9F-B7A587275492}"/>
              </a:ext>
            </a:extLst>
          </p:cNvPr>
          <p:cNvSpPr>
            <a:spLocks noGrp="1"/>
          </p:cNvSpPr>
          <p:nvPr/>
        </p:nvSpPr>
        <p:spPr>
          <a:xfrm>
            <a:off x="5360510" y="6030659"/>
            <a:ext cx="274862" cy="69306"/>
          </a:xfrm>
          <a:custGeom>
            <a:avLst/>
            <a:gdLst/>
            <a:ahLst/>
            <a:cxnLst/>
            <a:rect l="0" t="0" r="0" b="0"/>
            <a:pathLst>
              <a:path w="274862" h="69306">
                <a:moveTo>
                  <a:pt x="0" y="69306"/>
                </a:moveTo>
                <a:lnTo>
                  <a:pt x="274862" y="0"/>
                </a:lnTo>
              </a:path>
            </a:pathLst>
          </a:custGeom>
          <a:noFill/>
          <a:ln w="8477">
            <a:solidFill>
              <a:srgbClr val="EB4833">
                <a:alpha val="14000"/>
              </a:srgbClr>
            </a:solidFill>
            <a:prstDash val="solid"/>
          </a:ln>
        </p:spPr>
      </p:sp>
      <p:sp>
        <p:nvSpPr>
          <p:cNvPr id="762" name="lumia-token-stream-curve">
            <a:extLst>
              <a:ext uri="{FF2B5EF4-FFF2-40B4-BE49-F238E27FC236}">
                <a16:creationId xmlns:a16="http://schemas.microsoft.com/office/drawing/2014/main" id="{489CDBF6-45A4-451C-841D-287EC6A541D8}"/>
              </a:ext>
            </a:extLst>
          </p:cNvPr>
          <p:cNvSpPr>
            <a:spLocks noGrp="1"/>
          </p:cNvSpPr>
          <p:nvPr/>
        </p:nvSpPr>
        <p:spPr>
          <a:xfrm>
            <a:off x="5635372" y="5971783"/>
            <a:ext cx="277623" cy="58877"/>
          </a:xfrm>
          <a:custGeom>
            <a:avLst/>
            <a:gdLst/>
            <a:ahLst/>
            <a:cxnLst/>
            <a:rect l="0" t="0" r="0" b="0"/>
            <a:pathLst>
              <a:path w="277623" h="58877">
                <a:moveTo>
                  <a:pt x="0" y="58877"/>
                </a:moveTo>
                <a:lnTo>
                  <a:pt x="277623" y="0"/>
                </a:lnTo>
              </a:path>
            </a:pathLst>
          </a:custGeom>
          <a:noFill/>
          <a:ln w="8663">
            <a:solidFill>
              <a:srgbClr val="EC532F">
                <a:alpha val="14000"/>
              </a:srgbClr>
            </a:solidFill>
            <a:prstDash val="solid"/>
          </a:ln>
        </p:spPr>
      </p:sp>
      <p:sp>
        <p:nvSpPr>
          <p:cNvPr id="763" name="lumia-token-stream-curve">
            <a:extLst>
              <a:ext uri="{FF2B5EF4-FFF2-40B4-BE49-F238E27FC236}">
                <a16:creationId xmlns:a16="http://schemas.microsoft.com/office/drawing/2014/main" id="{70257654-12CA-4BA4-8B88-1CBBD564BC41}"/>
              </a:ext>
            </a:extLst>
          </p:cNvPr>
          <p:cNvSpPr>
            <a:spLocks noGrp="1"/>
          </p:cNvSpPr>
          <p:nvPr/>
        </p:nvSpPr>
        <p:spPr>
          <a:xfrm>
            <a:off x="5912994" y="5925396"/>
            <a:ext cx="280277" cy="46386"/>
          </a:xfrm>
          <a:custGeom>
            <a:avLst/>
            <a:gdLst/>
            <a:ahLst/>
            <a:cxnLst/>
            <a:rect l="0" t="0" r="0" b="0"/>
            <a:pathLst>
              <a:path w="280277" h="46386">
                <a:moveTo>
                  <a:pt x="0" y="46386"/>
                </a:moveTo>
                <a:lnTo>
                  <a:pt x="280277" y="0"/>
                </a:lnTo>
              </a:path>
            </a:pathLst>
          </a:custGeom>
          <a:noFill/>
          <a:ln w="8863">
            <a:solidFill>
              <a:srgbClr val="EE5E2A">
                <a:alpha val="15000"/>
              </a:srgbClr>
            </a:solidFill>
            <a:prstDash val="solid"/>
          </a:ln>
        </p:spPr>
      </p:sp>
      <p:sp>
        <p:nvSpPr>
          <p:cNvPr id="764" name="lumia-token-stream-curve">
            <a:extLst>
              <a:ext uri="{FF2B5EF4-FFF2-40B4-BE49-F238E27FC236}">
                <a16:creationId xmlns:a16="http://schemas.microsoft.com/office/drawing/2014/main" id="{4E826DCF-D0B6-4DF3-9E0D-E8239DC5B7FA}"/>
              </a:ext>
            </a:extLst>
          </p:cNvPr>
          <p:cNvSpPr>
            <a:spLocks noGrp="1"/>
          </p:cNvSpPr>
          <p:nvPr/>
        </p:nvSpPr>
        <p:spPr>
          <a:xfrm>
            <a:off x="6193271" y="5891537"/>
            <a:ext cx="282824" cy="33859"/>
          </a:xfrm>
          <a:custGeom>
            <a:avLst/>
            <a:gdLst/>
            <a:ahLst/>
            <a:cxnLst/>
            <a:rect l="0" t="0" r="0" b="0"/>
            <a:pathLst>
              <a:path w="282824" h="33859">
                <a:moveTo>
                  <a:pt x="0" y="33859"/>
                </a:moveTo>
                <a:lnTo>
                  <a:pt x="282824" y="0"/>
                </a:lnTo>
              </a:path>
            </a:pathLst>
          </a:custGeom>
          <a:noFill/>
          <a:ln w="9075">
            <a:solidFill>
              <a:srgbClr val="EF6926">
                <a:alpha val="15000"/>
              </a:srgbClr>
            </a:solidFill>
            <a:prstDash val="solid"/>
          </a:ln>
        </p:spPr>
      </p:sp>
      <p:sp>
        <p:nvSpPr>
          <p:cNvPr id="765" name="lumia-token-stream-curve">
            <a:extLst>
              <a:ext uri="{FF2B5EF4-FFF2-40B4-BE49-F238E27FC236}">
                <a16:creationId xmlns:a16="http://schemas.microsoft.com/office/drawing/2014/main" id="{13647329-D4C0-46E4-9BC6-58D7938191E1}"/>
              </a:ext>
            </a:extLst>
          </p:cNvPr>
          <p:cNvSpPr>
            <a:spLocks noGrp="1"/>
          </p:cNvSpPr>
          <p:nvPr/>
        </p:nvSpPr>
        <p:spPr>
          <a:xfrm>
            <a:off x="6476095" y="5868078"/>
            <a:ext cx="285265" cy="23459"/>
          </a:xfrm>
          <a:custGeom>
            <a:avLst/>
            <a:gdLst/>
            <a:ahLst/>
            <a:cxnLst/>
            <a:rect l="0" t="0" r="0" b="0"/>
            <a:pathLst>
              <a:path w="285265" h="23459">
                <a:moveTo>
                  <a:pt x="0" y="23459"/>
                </a:moveTo>
                <a:lnTo>
                  <a:pt x="285265" y="0"/>
                </a:lnTo>
              </a:path>
            </a:pathLst>
          </a:custGeom>
          <a:noFill/>
          <a:ln w="9297">
            <a:solidFill>
              <a:srgbClr val="F17322">
                <a:alpha val="16000"/>
              </a:srgbClr>
            </a:solidFill>
            <a:prstDash val="solid"/>
          </a:ln>
        </p:spPr>
      </p:sp>
      <p:sp>
        <p:nvSpPr>
          <p:cNvPr id="766" name="lumia-token-stream-curve">
            <a:extLst>
              <a:ext uri="{FF2B5EF4-FFF2-40B4-BE49-F238E27FC236}">
                <a16:creationId xmlns:a16="http://schemas.microsoft.com/office/drawing/2014/main" id="{3C577EAE-E560-40EA-9EDD-1B2C0D63B438}"/>
              </a:ext>
            </a:extLst>
          </p:cNvPr>
          <p:cNvSpPr>
            <a:spLocks noGrp="1"/>
          </p:cNvSpPr>
          <p:nvPr/>
        </p:nvSpPr>
        <p:spPr>
          <a:xfrm>
            <a:off x="6761361" y="5850878"/>
            <a:ext cx="287600" cy="17200"/>
          </a:xfrm>
          <a:custGeom>
            <a:avLst/>
            <a:gdLst/>
            <a:ahLst/>
            <a:cxnLst/>
            <a:rect l="0" t="0" r="0" b="0"/>
            <a:pathLst>
              <a:path w="287600" h="17200">
                <a:moveTo>
                  <a:pt x="0" y="17200"/>
                </a:moveTo>
                <a:lnTo>
                  <a:pt x="287600" y="0"/>
                </a:lnTo>
              </a:path>
            </a:pathLst>
          </a:custGeom>
          <a:noFill/>
          <a:ln w="9526">
            <a:solidFill>
              <a:srgbClr val="F27E1E">
                <a:alpha val="16000"/>
              </a:srgbClr>
            </a:solidFill>
            <a:prstDash val="solid"/>
          </a:ln>
        </p:spPr>
      </p:sp>
      <p:sp>
        <p:nvSpPr>
          <p:cNvPr id="767" name="lumia-token-stream-curve">
            <a:extLst>
              <a:ext uri="{FF2B5EF4-FFF2-40B4-BE49-F238E27FC236}">
                <a16:creationId xmlns:a16="http://schemas.microsoft.com/office/drawing/2014/main" id="{E412B616-96D0-47AE-868B-0A79D0DC827E}"/>
              </a:ext>
            </a:extLst>
          </p:cNvPr>
          <p:cNvSpPr>
            <a:spLocks noGrp="1"/>
          </p:cNvSpPr>
          <p:nvPr/>
        </p:nvSpPr>
        <p:spPr>
          <a:xfrm>
            <a:off x="7048960" y="5834226"/>
            <a:ext cx="289827" cy="16652"/>
          </a:xfrm>
          <a:custGeom>
            <a:avLst/>
            <a:gdLst/>
            <a:ahLst/>
            <a:cxnLst/>
            <a:rect l="0" t="0" r="0" b="0"/>
            <a:pathLst>
              <a:path w="289827" h="16652">
                <a:moveTo>
                  <a:pt x="0" y="16652"/>
                </a:moveTo>
                <a:lnTo>
                  <a:pt x="289827" y="0"/>
                </a:lnTo>
              </a:path>
            </a:pathLst>
          </a:custGeom>
          <a:noFill/>
          <a:ln w="9761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768" name="lumia-token-stream-curve">
            <a:extLst>
              <a:ext uri="{FF2B5EF4-FFF2-40B4-BE49-F238E27FC236}">
                <a16:creationId xmlns:a16="http://schemas.microsoft.com/office/drawing/2014/main" id="{C7D281C0-A7FD-483C-9122-4B8B7173AC2C}"/>
              </a:ext>
            </a:extLst>
          </p:cNvPr>
          <p:cNvSpPr>
            <a:spLocks noGrp="1"/>
          </p:cNvSpPr>
          <p:nvPr/>
        </p:nvSpPr>
        <p:spPr>
          <a:xfrm>
            <a:off x="7338788" y="5811537"/>
            <a:ext cx="291949" cy="22689"/>
          </a:xfrm>
          <a:custGeom>
            <a:avLst/>
            <a:gdLst/>
            <a:ahLst/>
            <a:cxnLst/>
            <a:rect l="0" t="0" r="0" b="0"/>
            <a:pathLst>
              <a:path w="291949" h="22689">
                <a:moveTo>
                  <a:pt x="0" y="22689"/>
                </a:moveTo>
                <a:lnTo>
                  <a:pt x="291949" y="0"/>
                </a:lnTo>
              </a:path>
            </a:pathLst>
          </a:custGeom>
          <a:noFill/>
          <a:ln w="9999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769" name="lumia-token-stream-curve">
            <a:extLst>
              <a:ext uri="{FF2B5EF4-FFF2-40B4-BE49-F238E27FC236}">
                <a16:creationId xmlns:a16="http://schemas.microsoft.com/office/drawing/2014/main" id="{BBE73BEA-9ADA-4526-B1F3-8F69FBB0F129}"/>
              </a:ext>
            </a:extLst>
          </p:cNvPr>
          <p:cNvSpPr>
            <a:spLocks noGrp="1"/>
          </p:cNvSpPr>
          <p:nvPr/>
        </p:nvSpPr>
        <p:spPr>
          <a:xfrm>
            <a:off x="7630737" y="5776226"/>
            <a:ext cx="293963" cy="35311"/>
          </a:xfrm>
          <a:custGeom>
            <a:avLst/>
            <a:gdLst/>
            <a:ahLst/>
            <a:cxnLst/>
            <a:rect l="0" t="0" r="0" b="0"/>
            <a:pathLst>
              <a:path w="293963" h="35311">
                <a:moveTo>
                  <a:pt x="0" y="35311"/>
                </a:moveTo>
                <a:lnTo>
                  <a:pt x="293963" y="0"/>
                </a:lnTo>
              </a:path>
            </a:pathLst>
          </a:custGeom>
          <a:noFill/>
          <a:ln w="10238">
            <a:solidFill>
              <a:srgbClr val="F79E11">
                <a:alpha val="18000"/>
              </a:srgbClr>
            </a:solidFill>
            <a:prstDash val="solid"/>
          </a:ln>
        </p:spPr>
      </p:sp>
      <p:sp>
        <p:nvSpPr>
          <p:cNvPr id="770" name="lumia-token-stream-curve">
            <a:extLst>
              <a:ext uri="{FF2B5EF4-FFF2-40B4-BE49-F238E27FC236}">
                <a16:creationId xmlns:a16="http://schemas.microsoft.com/office/drawing/2014/main" id="{872365A0-9348-40FE-9F4E-AA7E2C58F086}"/>
              </a:ext>
            </a:extLst>
          </p:cNvPr>
          <p:cNvSpPr>
            <a:spLocks noGrp="1"/>
          </p:cNvSpPr>
          <p:nvPr/>
        </p:nvSpPr>
        <p:spPr>
          <a:xfrm>
            <a:off x="7924700" y="5722630"/>
            <a:ext cx="295871" cy="53596"/>
          </a:xfrm>
          <a:custGeom>
            <a:avLst/>
            <a:gdLst/>
            <a:ahLst/>
            <a:cxnLst/>
            <a:rect l="0" t="0" r="0" b="0"/>
            <a:pathLst>
              <a:path w="295871" h="53596">
                <a:moveTo>
                  <a:pt x="0" y="53596"/>
                </a:moveTo>
                <a:lnTo>
                  <a:pt x="295871" y="0"/>
                </a:lnTo>
              </a:path>
            </a:pathLst>
          </a:custGeom>
          <a:noFill/>
          <a:ln w="10475">
            <a:solidFill>
              <a:srgbClr val="F8A90C">
                <a:alpha val="18000"/>
              </a:srgbClr>
            </a:solidFill>
            <a:prstDash val="solid"/>
          </a:ln>
        </p:spPr>
      </p:sp>
      <p:sp>
        <p:nvSpPr>
          <p:cNvPr id="771" name="lumia-token-stream-curve">
            <a:extLst>
              <a:ext uri="{FF2B5EF4-FFF2-40B4-BE49-F238E27FC236}">
                <a16:creationId xmlns:a16="http://schemas.microsoft.com/office/drawing/2014/main" id="{E526B4B4-7E0E-4CAC-9B80-3C7D008F8D9A}"/>
              </a:ext>
            </a:extLst>
          </p:cNvPr>
          <p:cNvSpPr>
            <a:spLocks noGrp="1"/>
          </p:cNvSpPr>
          <p:nvPr/>
        </p:nvSpPr>
        <p:spPr>
          <a:xfrm>
            <a:off x="8220571" y="5646860"/>
            <a:ext cx="297672" cy="75771"/>
          </a:xfrm>
          <a:custGeom>
            <a:avLst/>
            <a:gdLst/>
            <a:ahLst/>
            <a:cxnLst/>
            <a:rect l="0" t="0" r="0" b="0"/>
            <a:pathLst>
              <a:path w="297672" h="75771">
                <a:moveTo>
                  <a:pt x="0" y="75771"/>
                </a:moveTo>
                <a:lnTo>
                  <a:pt x="297672" y="0"/>
                </a:lnTo>
              </a:path>
            </a:pathLst>
          </a:custGeom>
          <a:noFill/>
          <a:ln w="10709">
            <a:solidFill>
              <a:srgbClr val="FAB408">
                <a:alpha val="19000"/>
              </a:srgbClr>
            </a:solidFill>
            <a:prstDash val="solid"/>
          </a:ln>
        </p:spPr>
      </p:sp>
      <p:sp>
        <p:nvSpPr>
          <p:cNvPr id="772" name="lumia-token-stream-curve">
            <a:extLst>
              <a:ext uri="{FF2B5EF4-FFF2-40B4-BE49-F238E27FC236}">
                <a16:creationId xmlns:a16="http://schemas.microsoft.com/office/drawing/2014/main" id="{D8EA2082-9911-4386-B17A-3C0F15C170AF}"/>
              </a:ext>
            </a:extLst>
          </p:cNvPr>
          <p:cNvSpPr>
            <a:spLocks noGrp="1"/>
          </p:cNvSpPr>
          <p:nvPr/>
        </p:nvSpPr>
        <p:spPr>
          <a:xfrm>
            <a:off x="8518243" y="5547429"/>
            <a:ext cx="299367" cy="99431"/>
          </a:xfrm>
          <a:custGeom>
            <a:avLst/>
            <a:gdLst/>
            <a:ahLst/>
            <a:cxnLst/>
            <a:rect l="0" t="0" r="0" b="0"/>
            <a:pathLst>
              <a:path w="299367" h="99431">
                <a:moveTo>
                  <a:pt x="0" y="99431"/>
                </a:moveTo>
                <a:lnTo>
                  <a:pt x="299367" y="0"/>
                </a:lnTo>
              </a:path>
            </a:pathLst>
          </a:custGeom>
          <a:noFill/>
          <a:ln w="10936">
            <a:solidFill>
              <a:srgbClr val="F7BC07">
                <a:alpha val="19000"/>
              </a:srgbClr>
            </a:solidFill>
            <a:prstDash val="solid"/>
          </a:ln>
        </p:spPr>
      </p:sp>
      <p:sp>
        <p:nvSpPr>
          <p:cNvPr id="773" name="lumia-token-stream-curve">
            <a:extLst>
              <a:ext uri="{FF2B5EF4-FFF2-40B4-BE49-F238E27FC236}">
                <a16:creationId xmlns:a16="http://schemas.microsoft.com/office/drawing/2014/main" id="{DB42E7CA-8F51-4CF4-AA4A-4AA346D2DC86}"/>
              </a:ext>
            </a:extLst>
          </p:cNvPr>
          <p:cNvSpPr>
            <a:spLocks noGrp="1"/>
          </p:cNvSpPr>
          <p:nvPr/>
        </p:nvSpPr>
        <p:spPr>
          <a:xfrm>
            <a:off x="8817610" y="5425565"/>
            <a:ext cx="300955" cy="121864"/>
          </a:xfrm>
          <a:custGeom>
            <a:avLst/>
            <a:gdLst/>
            <a:ahLst/>
            <a:cxnLst/>
            <a:rect l="0" t="0" r="0" b="0"/>
            <a:pathLst>
              <a:path w="300955" h="121864">
                <a:moveTo>
                  <a:pt x="0" y="121864"/>
                </a:moveTo>
                <a:lnTo>
                  <a:pt x="300955" y="0"/>
                </a:lnTo>
              </a:path>
            </a:pathLst>
          </a:custGeom>
          <a:noFill/>
          <a:ln w="11156">
            <a:solidFill>
              <a:srgbClr val="E5BA0E">
                <a:alpha val="19000"/>
              </a:srgbClr>
            </a:solidFill>
            <a:prstDash val="solid"/>
          </a:ln>
        </p:spPr>
      </p:sp>
      <p:sp>
        <p:nvSpPr>
          <p:cNvPr id="774" name="lumia-token-stream-curve">
            <a:extLst>
              <a:ext uri="{FF2B5EF4-FFF2-40B4-BE49-F238E27FC236}">
                <a16:creationId xmlns:a16="http://schemas.microsoft.com/office/drawing/2014/main" id="{18CA63A7-22DA-41C5-ACFC-DCA709BC2B44}"/>
              </a:ext>
            </a:extLst>
          </p:cNvPr>
          <p:cNvSpPr>
            <a:spLocks noGrp="1"/>
          </p:cNvSpPr>
          <p:nvPr/>
        </p:nvSpPr>
        <p:spPr>
          <a:xfrm>
            <a:off x="9118565" y="5285126"/>
            <a:ext cx="302436" cy="140439"/>
          </a:xfrm>
          <a:custGeom>
            <a:avLst/>
            <a:gdLst/>
            <a:ahLst/>
            <a:cxnLst/>
            <a:rect l="0" t="0" r="0" b="0"/>
            <a:pathLst>
              <a:path w="302436" h="140439">
                <a:moveTo>
                  <a:pt x="0" y="140439"/>
                </a:moveTo>
                <a:lnTo>
                  <a:pt x="302436" y="0"/>
                </a:lnTo>
              </a:path>
            </a:pathLst>
          </a:custGeom>
          <a:noFill/>
          <a:ln w="11365">
            <a:solidFill>
              <a:srgbClr val="D3B815">
                <a:alpha val="20000"/>
              </a:srgbClr>
            </a:solidFill>
            <a:prstDash val="solid"/>
          </a:ln>
        </p:spPr>
      </p:sp>
      <p:sp>
        <p:nvSpPr>
          <p:cNvPr id="775" name="lumia-token-stream-curve">
            <a:extLst>
              <a:ext uri="{FF2B5EF4-FFF2-40B4-BE49-F238E27FC236}">
                <a16:creationId xmlns:a16="http://schemas.microsoft.com/office/drawing/2014/main" id="{06F468F5-4EA3-448A-88C5-B4F1353A37C3}"/>
              </a:ext>
            </a:extLst>
          </p:cNvPr>
          <p:cNvSpPr>
            <a:spLocks noGrp="1"/>
          </p:cNvSpPr>
          <p:nvPr/>
        </p:nvSpPr>
        <p:spPr>
          <a:xfrm>
            <a:off x="9421001" y="5132116"/>
            <a:ext cx="303811" cy="153010"/>
          </a:xfrm>
          <a:custGeom>
            <a:avLst/>
            <a:gdLst/>
            <a:ahLst/>
            <a:cxnLst/>
            <a:rect l="0" t="0" r="0" b="0"/>
            <a:pathLst>
              <a:path w="303811" h="153010">
                <a:moveTo>
                  <a:pt x="0" y="153010"/>
                </a:moveTo>
                <a:lnTo>
                  <a:pt x="303811" y="0"/>
                </a:lnTo>
              </a:path>
            </a:pathLst>
          </a:custGeom>
          <a:noFill/>
          <a:ln w="11562">
            <a:solidFill>
              <a:srgbClr val="C2B61C">
                <a:alpha val="20000"/>
              </a:srgbClr>
            </a:solidFill>
            <a:prstDash val="solid"/>
          </a:ln>
        </p:spPr>
      </p:sp>
      <p:sp>
        <p:nvSpPr>
          <p:cNvPr id="776" name="lumia-token-stream-curve">
            <a:extLst>
              <a:ext uri="{FF2B5EF4-FFF2-40B4-BE49-F238E27FC236}">
                <a16:creationId xmlns:a16="http://schemas.microsoft.com/office/drawing/2014/main" id="{30863CFB-73A7-49B7-933F-D244B1F4C4D3}"/>
              </a:ext>
            </a:extLst>
          </p:cNvPr>
          <p:cNvSpPr>
            <a:spLocks noGrp="1"/>
          </p:cNvSpPr>
          <p:nvPr/>
        </p:nvSpPr>
        <p:spPr>
          <a:xfrm>
            <a:off x="9724812" y="4973852"/>
            <a:ext cx="305079" cy="158264"/>
          </a:xfrm>
          <a:custGeom>
            <a:avLst/>
            <a:gdLst/>
            <a:ahLst/>
            <a:cxnLst/>
            <a:rect l="0" t="0" r="0" b="0"/>
            <a:pathLst>
              <a:path w="305079" h="158264">
                <a:moveTo>
                  <a:pt x="0" y="158264"/>
                </a:moveTo>
                <a:lnTo>
                  <a:pt x="305079" y="0"/>
                </a:lnTo>
              </a:path>
            </a:pathLst>
          </a:custGeom>
          <a:noFill/>
          <a:ln w="11744">
            <a:solidFill>
              <a:srgbClr val="B0B422">
                <a:alpha val="20000"/>
              </a:srgbClr>
            </a:solidFill>
            <a:prstDash val="solid"/>
          </a:ln>
        </p:spPr>
      </p:sp>
      <p:sp>
        <p:nvSpPr>
          <p:cNvPr id="777" name="lumia-token-stream-curve">
            <a:extLst>
              <a:ext uri="{FF2B5EF4-FFF2-40B4-BE49-F238E27FC236}">
                <a16:creationId xmlns:a16="http://schemas.microsoft.com/office/drawing/2014/main" id="{875A6C08-1AC7-4BA9-91D8-49A2782A8A35}"/>
              </a:ext>
            </a:extLst>
          </p:cNvPr>
          <p:cNvSpPr>
            <a:spLocks noGrp="1"/>
          </p:cNvSpPr>
          <p:nvPr/>
        </p:nvSpPr>
        <p:spPr>
          <a:xfrm>
            <a:off x="10029892" y="4817901"/>
            <a:ext cx="306241" cy="155951"/>
          </a:xfrm>
          <a:custGeom>
            <a:avLst/>
            <a:gdLst/>
            <a:ahLst/>
            <a:cxnLst/>
            <a:rect l="0" t="0" r="0" b="0"/>
            <a:pathLst>
              <a:path w="306241" h="155951">
                <a:moveTo>
                  <a:pt x="0" y="155951"/>
                </a:moveTo>
                <a:lnTo>
                  <a:pt x="306241" y="0"/>
                </a:lnTo>
              </a:path>
            </a:pathLst>
          </a:custGeom>
          <a:noFill/>
          <a:ln w="11909">
            <a:solidFill>
              <a:srgbClr val="9EB329">
                <a:alpha val="21000"/>
              </a:srgbClr>
            </a:solidFill>
            <a:prstDash val="solid"/>
          </a:ln>
        </p:spPr>
      </p:sp>
      <p:sp>
        <p:nvSpPr>
          <p:cNvPr id="778" name="lumia-token-stream-curve">
            <a:extLst>
              <a:ext uri="{FF2B5EF4-FFF2-40B4-BE49-F238E27FC236}">
                <a16:creationId xmlns:a16="http://schemas.microsoft.com/office/drawing/2014/main" id="{C20ADA6C-8D53-4ED1-BD37-FF8AFB973D18}"/>
              </a:ext>
            </a:extLst>
          </p:cNvPr>
          <p:cNvSpPr>
            <a:spLocks noGrp="1"/>
          </p:cNvSpPr>
          <p:nvPr/>
        </p:nvSpPr>
        <p:spPr>
          <a:xfrm>
            <a:off x="10336133" y="4670932"/>
            <a:ext cx="307296" cy="146968"/>
          </a:xfrm>
          <a:custGeom>
            <a:avLst/>
            <a:gdLst/>
            <a:ahLst/>
            <a:cxnLst/>
            <a:rect l="0" t="0" r="0" b="0"/>
            <a:pathLst>
              <a:path w="307296" h="146968">
                <a:moveTo>
                  <a:pt x="0" y="146968"/>
                </a:moveTo>
                <a:lnTo>
                  <a:pt x="307296" y="0"/>
                </a:lnTo>
              </a:path>
            </a:pathLst>
          </a:custGeom>
          <a:noFill/>
          <a:ln w="12055">
            <a:solidFill>
              <a:srgbClr val="8CB130">
                <a:alpha val="21000"/>
              </a:srgbClr>
            </a:solidFill>
            <a:prstDash val="solid"/>
          </a:ln>
        </p:spPr>
      </p:sp>
      <p:sp>
        <p:nvSpPr>
          <p:cNvPr id="779" name="lumia-token-stream-curve">
            <a:extLst>
              <a:ext uri="{FF2B5EF4-FFF2-40B4-BE49-F238E27FC236}">
                <a16:creationId xmlns:a16="http://schemas.microsoft.com/office/drawing/2014/main" id="{0DF24C32-3243-4516-BEE1-88E384430725}"/>
              </a:ext>
            </a:extLst>
          </p:cNvPr>
          <p:cNvSpPr>
            <a:spLocks noGrp="1"/>
          </p:cNvSpPr>
          <p:nvPr/>
        </p:nvSpPr>
        <p:spPr>
          <a:xfrm>
            <a:off x="10643428" y="4537682"/>
            <a:ext cx="308244" cy="133250"/>
          </a:xfrm>
          <a:custGeom>
            <a:avLst/>
            <a:gdLst/>
            <a:ahLst/>
            <a:cxnLst/>
            <a:rect l="0" t="0" r="0" b="0"/>
            <a:pathLst>
              <a:path w="308244" h="133250">
                <a:moveTo>
                  <a:pt x="0" y="133250"/>
                </a:moveTo>
                <a:lnTo>
                  <a:pt x="308244" y="0"/>
                </a:lnTo>
              </a:path>
            </a:pathLst>
          </a:custGeom>
          <a:noFill/>
          <a:ln w="12179">
            <a:solidFill>
              <a:srgbClr val="7BAF37">
                <a:alpha val="21000"/>
              </a:srgbClr>
            </a:solidFill>
            <a:prstDash val="solid"/>
          </a:ln>
        </p:spPr>
      </p:sp>
      <p:sp>
        <p:nvSpPr>
          <p:cNvPr id="780" name="lumia-token-stream-curve">
            <a:extLst>
              <a:ext uri="{FF2B5EF4-FFF2-40B4-BE49-F238E27FC236}">
                <a16:creationId xmlns:a16="http://schemas.microsoft.com/office/drawing/2014/main" id="{C0E3DEBF-D8CF-44B6-B87A-85280BBBAAA6}"/>
              </a:ext>
            </a:extLst>
          </p:cNvPr>
          <p:cNvSpPr>
            <a:spLocks noGrp="1"/>
          </p:cNvSpPr>
          <p:nvPr/>
        </p:nvSpPr>
        <p:spPr>
          <a:xfrm>
            <a:off x="10951673" y="4420175"/>
            <a:ext cx="309086" cy="117507"/>
          </a:xfrm>
          <a:custGeom>
            <a:avLst/>
            <a:gdLst/>
            <a:ahLst/>
            <a:cxnLst/>
            <a:rect l="0" t="0" r="0" b="0"/>
            <a:pathLst>
              <a:path w="309086" h="117507">
                <a:moveTo>
                  <a:pt x="0" y="117507"/>
                </a:moveTo>
                <a:lnTo>
                  <a:pt x="309086" y="0"/>
                </a:lnTo>
              </a:path>
            </a:pathLst>
          </a:custGeom>
          <a:noFill/>
          <a:ln w="12280">
            <a:solidFill>
              <a:srgbClr val="69AD3E">
                <a:alpha val="21000"/>
              </a:srgbClr>
            </a:solidFill>
            <a:prstDash val="solid"/>
          </a:ln>
        </p:spPr>
      </p:sp>
      <p:sp>
        <p:nvSpPr>
          <p:cNvPr id="781" name="lumia-token-stream-curve">
            <a:extLst>
              <a:ext uri="{FF2B5EF4-FFF2-40B4-BE49-F238E27FC236}">
                <a16:creationId xmlns:a16="http://schemas.microsoft.com/office/drawing/2014/main" id="{C8A5862E-5DD8-4056-B875-3D29F2C978FA}"/>
              </a:ext>
            </a:extLst>
          </p:cNvPr>
          <p:cNvSpPr>
            <a:spLocks noGrp="1"/>
          </p:cNvSpPr>
          <p:nvPr/>
        </p:nvSpPr>
        <p:spPr>
          <a:xfrm>
            <a:off x="11260758" y="4317358"/>
            <a:ext cx="309821" cy="102817"/>
          </a:xfrm>
          <a:custGeom>
            <a:avLst/>
            <a:gdLst/>
            <a:ahLst/>
            <a:cxnLst/>
            <a:rect l="0" t="0" r="0" b="0"/>
            <a:pathLst>
              <a:path w="309821" h="102817">
                <a:moveTo>
                  <a:pt x="0" y="102817"/>
                </a:moveTo>
                <a:lnTo>
                  <a:pt x="309821" y="0"/>
                </a:lnTo>
              </a:path>
            </a:pathLst>
          </a:custGeom>
          <a:noFill/>
          <a:ln w="12354">
            <a:solidFill>
              <a:srgbClr val="57AC45">
                <a:alpha val="21000"/>
              </a:srgbClr>
            </a:solidFill>
            <a:prstDash val="solid"/>
          </a:ln>
        </p:spPr>
      </p:sp>
      <p:sp>
        <p:nvSpPr>
          <p:cNvPr id="782" name="lumia-token-stream-curve">
            <a:extLst>
              <a:ext uri="{FF2B5EF4-FFF2-40B4-BE49-F238E27FC236}">
                <a16:creationId xmlns:a16="http://schemas.microsoft.com/office/drawing/2014/main" id="{F7D6BA6C-FD21-4CF6-A889-9228DF860752}"/>
              </a:ext>
            </a:extLst>
          </p:cNvPr>
          <p:cNvSpPr>
            <a:spLocks noGrp="1"/>
          </p:cNvSpPr>
          <p:nvPr/>
        </p:nvSpPr>
        <p:spPr>
          <a:xfrm>
            <a:off x="11570579" y="4225201"/>
            <a:ext cx="310449" cy="92157"/>
          </a:xfrm>
          <a:custGeom>
            <a:avLst/>
            <a:gdLst/>
            <a:ahLst/>
            <a:cxnLst/>
            <a:rect l="0" t="0" r="0" b="0"/>
            <a:pathLst>
              <a:path w="310449" h="92157">
                <a:moveTo>
                  <a:pt x="0" y="92157"/>
                </a:moveTo>
                <a:lnTo>
                  <a:pt x="310449" y="0"/>
                </a:lnTo>
              </a:path>
            </a:pathLst>
          </a:custGeom>
          <a:noFill/>
          <a:ln w="12401">
            <a:solidFill>
              <a:srgbClr val="46AA4C">
                <a:alpha val="22000"/>
              </a:srgbClr>
            </a:solidFill>
            <a:prstDash val="solid"/>
          </a:ln>
        </p:spPr>
      </p:sp>
      <p:sp>
        <p:nvSpPr>
          <p:cNvPr id="783" name="lumia-token-stream-curve">
            <a:extLst>
              <a:ext uri="{FF2B5EF4-FFF2-40B4-BE49-F238E27FC236}">
                <a16:creationId xmlns:a16="http://schemas.microsoft.com/office/drawing/2014/main" id="{71664407-2FC4-4B92-8787-EB2D1238F9A0}"/>
              </a:ext>
            </a:extLst>
          </p:cNvPr>
          <p:cNvSpPr>
            <a:spLocks noGrp="1"/>
          </p:cNvSpPr>
          <p:nvPr/>
        </p:nvSpPr>
        <p:spPr>
          <a:xfrm>
            <a:off x="11881029" y="4137273"/>
            <a:ext cx="310971" cy="87928"/>
          </a:xfrm>
          <a:custGeom>
            <a:avLst/>
            <a:gdLst/>
            <a:ahLst/>
            <a:cxnLst/>
            <a:rect l="0" t="0" r="0" b="0"/>
            <a:pathLst>
              <a:path w="310971" h="87928">
                <a:moveTo>
                  <a:pt x="0" y="87928"/>
                </a:moveTo>
                <a:lnTo>
                  <a:pt x="310971" y="0"/>
                </a:lnTo>
              </a:path>
            </a:pathLst>
          </a:custGeom>
          <a:noFill/>
          <a:ln w="12417">
            <a:solidFill>
              <a:srgbClr val="34A853">
                <a:alpha val="22000"/>
              </a:srgbClr>
            </a:solidFill>
            <a:prstDash val="solid"/>
          </a:ln>
        </p:spPr>
      </p:sp>
      <p:sp>
        <p:nvSpPr>
          <p:cNvPr id="784" name="lumia-token-stream-curve">
            <a:extLst>
              <a:ext uri="{FF2B5EF4-FFF2-40B4-BE49-F238E27FC236}">
                <a16:creationId xmlns:a16="http://schemas.microsoft.com/office/drawing/2014/main" id="{9BEBA04A-E0D9-4913-A25D-580FC6641021}"/>
              </a:ext>
            </a:extLst>
          </p:cNvPr>
          <p:cNvSpPr>
            <a:spLocks noGrp="1"/>
          </p:cNvSpPr>
          <p:nvPr/>
        </p:nvSpPr>
        <p:spPr>
          <a:xfrm>
            <a:off x="36947" y="6091671"/>
            <a:ext cx="182342" cy="45199"/>
          </a:xfrm>
          <a:custGeom>
            <a:avLst/>
            <a:gdLst/>
            <a:ahLst/>
            <a:cxnLst/>
            <a:rect l="0" t="0" r="0" b="0"/>
            <a:pathLst>
              <a:path w="182342" h="45199">
                <a:moveTo>
                  <a:pt x="0" y="0"/>
                </a:moveTo>
                <a:lnTo>
                  <a:pt x="182342" y="45199"/>
                </a:lnTo>
              </a:path>
            </a:pathLst>
          </a:custGeom>
          <a:noFill/>
          <a:ln w="8031">
            <a:solidFill>
              <a:srgbClr val="4285F4">
                <a:alpha val="10000"/>
              </a:srgbClr>
            </a:solidFill>
            <a:prstDash val="solid"/>
          </a:ln>
        </p:spPr>
      </p:sp>
      <p:sp>
        <p:nvSpPr>
          <p:cNvPr id="785" name="lumia-token-stream-curve">
            <a:extLst>
              <a:ext uri="{FF2B5EF4-FFF2-40B4-BE49-F238E27FC236}">
                <a16:creationId xmlns:a16="http://schemas.microsoft.com/office/drawing/2014/main" id="{DB264A93-4FE3-4485-ABCA-992D72E567C8}"/>
              </a:ext>
            </a:extLst>
          </p:cNvPr>
          <p:cNvSpPr>
            <a:spLocks noGrp="1"/>
          </p:cNvSpPr>
          <p:nvPr/>
        </p:nvSpPr>
        <p:spPr>
          <a:xfrm>
            <a:off x="219289" y="6136870"/>
            <a:ext cx="187550" cy="49211"/>
          </a:xfrm>
          <a:custGeom>
            <a:avLst/>
            <a:gdLst/>
            <a:ahLst/>
            <a:cxnLst/>
            <a:rect l="0" t="0" r="0" b="0"/>
            <a:pathLst>
              <a:path w="187550" h="49211">
                <a:moveTo>
                  <a:pt x="0" y="0"/>
                </a:moveTo>
                <a:lnTo>
                  <a:pt x="187550" y="49211"/>
                </a:lnTo>
              </a:path>
            </a:pathLst>
          </a:custGeom>
          <a:noFill/>
          <a:ln w="8031">
            <a:solidFill>
              <a:srgbClr val="447EEC">
                <a:alpha val="10000"/>
              </a:srgbClr>
            </a:solidFill>
            <a:prstDash val="solid"/>
          </a:ln>
        </p:spPr>
      </p:sp>
      <p:sp>
        <p:nvSpPr>
          <p:cNvPr id="786" name="lumia-token-stream-curve">
            <a:extLst>
              <a:ext uri="{FF2B5EF4-FFF2-40B4-BE49-F238E27FC236}">
                <a16:creationId xmlns:a16="http://schemas.microsoft.com/office/drawing/2014/main" id="{75B3E9B0-7926-490D-A2E3-C5C7F6F9DDBF}"/>
              </a:ext>
            </a:extLst>
          </p:cNvPr>
          <p:cNvSpPr>
            <a:spLocks noGrp="1"/>
          </p:cNvSpPr>
          <p:nvPr/>
        </p:nvSpPr>
        <p:spPr>
          <a:xfrm>
            <a:off x="406839" y="6186081"/>
            <a:ext cx="192650" cy="53617"/>
          </a:xfrm>
          <a:custGeom>
            <a:avLst/>
            <a:gdLst/>
            <a:ahLst/>
            <a:cxnLst/>
            <a:rect l="0" t="0" r="0" b="0"/>
            <a:pathLst>
              <a:path w="192650" h="53617">
                <a:moveTo>
                  <a:pt x="0" y="0"/>
                </a:moveTo>
                <a:lnTo>
                  <a:pt x="192650" y="53617"/>
                </a:lnTo>
              </a:path>
            </a:pathLst>
          </a:custGeom>
          <a:noFill/>
          <a:ln w="8031">
            <a:solidFill>
              <a:srgbClr val="4678E3">
                <a:alpha val="10000"/>
              </a:srgbClr>
            </a:solidFill>
            <a:prstDash val="solid"/>
          </a:ln>
        </p:spPr>
      </p:sp>
      <p:sp>
        <p:nvSpPr>
          <p:cNvPr id="787" name="lumia-token-stream-curve">
            <a:extLst>
              <a:ext uri="{FF2B5EF4-FFF2-40B4-BE49-F238E27FC236}">
                <a16:creationId xmlns:a16="http://schemas.microsoft.com/office/drawing/2014/main" id="{F96FE58C-0B51-4DBE-BA80-75282B628036}"/>
              </a:ext>
            </a:extLst>
          </p:cNvPr>
          <p:cNvSpPr>
            <a:spLocks noGrp="1"/>
          </p:cNvSpPr>
          <p:nvPr/>
        </p:nvSpPr>
        <p:spPr>
          <a:xfrm>
            <a:off x="599489" y="6239698"/>
            <a:ext cx="197644" cy="57893"/>
          </a:xfrm>
          <a:custGeom>
            <a:avLst/>
            <a:gdLst/>
            <a:ahLst/>
            <a:cxnLst/>
            <a:rect l="0" t="0" r="0" b="0"/>
            <a:pathLst>
              <a:path w="197644" h="57893">
                <a:moveTo>
                  <a:pt x="0" y="0"/>
                </a:moveTo>
                <a:lnTo>
                  <a:pt x="197644" y="57893"/>
                </a:lnTo>
              </a:path>
            </a:pathLst>
          </a:custGeom>
          <a:noFill/>
          <a:ln w="8031">
            <a:solidFill>
              <a:srgbClr val="4871DB">
                <a:alpha val="10000"/>
              </a:srgbClr>
            </a:solidFill>
            <a:prstDash val="solid"/>
          </a:ln>
        </p:spPr>
      </p:sp>
      <p:sp>
        <p:nvSpPr>
          <p:cNvPr id="788" name="lumia-token-stream-curve">
            <a:extLst>
              <a:ext uri="{FF2B5EF4-FFF2-40B4-BE49-F238E27FC236}">
                <a16:creationId xmlns:a16="http://schemas.microsoft.com/office/drawing/2014/main" id="{2E4B4DDC-DB21-46C2-89D8-42168EB510B1}"/>
              </a:ext>
            </a:extLst>
          </p:cNvPr>
          <p:cNvSpPr>
            <a:spLocks noGrp="1"/>
          </p:cNvSpPr>
          <p:nvPr/>
        </p:nvSpPr>
        <p:spPr>
          <a:xfrm>
            <a:off x="797134" y="6297591"/>
            <a:ext cx="202531" cy="61431"/>
          </a:xfrm>
          <a:custGeom>
            <a:avLst/>
            <a:gdLst/>
            <a:ahLst/>
            <a:cxnLst/>
            <a:rect l="0" t="0" r="0" b="0"/>
            <a:pathLst>
              <a:path w="202531" h="61431">
                <a:moveTo>
                  <a:pt x="0" y="0"/>
                </a:moveTo>
                <a:lnTo>
                  <a:pt x="202531" y="61431"/>
                </a:lnTo>
              </a:path>
            </a:pathLst>
          </a:custGeom>
          <a:noFill/>
          <a:ln w="8031">
            <a:solidFill>
              <a:srgbClr val="4A6BD2">
                <a:alpha val="10000"/>
              </a:srgbClr>
            </a:solidFill>
            <a:prstDash val="solid"/>
          </a:ln>
        </p:spPr>
      </p:sp>
      <p:sp>
        <p:nvSpPr>
          <p:cNvPr id="789" name="lumia-token-stream-curve">
            <a:extLst>
              <a:ext uri="{FF2B5EF4-FFF2-40B4-BE49-F238E27FC236}">
                <a16:creationId xmlns:a16="http://schemas.microsoft.com/office/drawing/2014/main" id="{0090B15B-1CDA-41C9-95C0-121D7A227801}"/>
              </a:ext>
            </a:extLst>
          </p:cNvPr>
          <p:cNvSpPr>
            <a:spLocks noGrp="1"/>
          </p:cNvSpPr>
          <p:nvPr/>
        </p:nvSpPr>
        <p:spPr>
          <a:xfrm>
            <a:off x="999665" y="6359022"/>
            <a:ext cx="207312" cy="63588"/>
          </a:xfrm>
          <a:custGeom>
            <a:avLst/>
            <a:gdLst/>
            <a:ahLst/>
            <a:cxnLst/>
            <a:rect l="0" t="0" r="0" b="0"/>
            <a:pathLst>
              <a:path w="207312" h="63588">
                <a:moveTo>
                  <a:pt x="0" y="0"/>
                </a:moveTo>
                <a:lnTo>
                  <a:pt x="207312" y="63588"/>
                </a:lnTo>
              </a:path>
            </a:pathLst>
          </a:custGeom>
          <a:noFill/>
          <a:ln w="8031">
            <a:solidFill>
              <a:srgbClr val="4C64CA">
                <a:alpha val="10000"/>
              </a:srgbClr>
            </a:solidFill>
            <a:prstDash val="solid"/>
          </a:ln>
        </p:spPr>
      </p:sp>
      <p:sp>
        <p:nvSpPr>
          <p:cNvPr id="790" name="lumia-token-stream-curve">
            <a:extLst>
              <a:ext uri="{FF2B5EF4-FFF2-40B4-BE49-F238E27FC236}">
                <a16:creationId xmlns:a16="http://schemas.microsoft.com/office/drawing/2014/main" id="{3F52FAB5-6367-45F8-9FB7-8BAE64F7B271}"/>
              </a:ext>
            </a:extLst>
          </p:cNvPr>
          <p:cNvSpPr>
            <a:spLocks noGrp="1"/>
          </p:cNvSpPr>
          <p:nvPr/>
        </p:nvSpPr>
        <p:spPr>
          <a:xfrm>
            <a:off x="1206977" y="6422610"/>
            <a:ext cx="211985" cy="63735"/>
          </a:xfrm>
          <a:custGeom>
            <a:avLst/>
            <a:gdLst/>
            <a:ahLst/>
            <a:cxnLst/>
            <a:rect l="0" t="0" r="0" b="0"/>
            <a:pathLst>
              <a:path w="211985" h="63735">
                <a:moveTo>
                  <a:pt x="0" y="0"/>
                </a:moveTo>
                <a:lnTo>
                  <a:pt x="211985" y="63735"/>
                </a:lnTo>
              </a:path>
            </a:pathLst>
          </a:custGeom>
          <a:noFill/>
          <a:ln w="8031">
            <a:solidFill>
              <a:srgbClr val="4E5EC1">
                <a:alpha val="10000"/>
              </a:srgbClr>
            </a:solidFill>
            <a:prstDash val="solid"/>
          </a:ln>
        </p:spPr>
      </p:sp>
      <p:sp>
        <p:nvSpPr>
          <p:cNvPr id="791" name="lumia-token-stream-curve">
            <a:extLst>
              <a:ext uri="{FF2B5EF4-FFF2-40B4-BE49-F238E27FC236}">
                <a16:creationId xmlns:a16="http://schemas.microsoft.com/office/drawing/2014/main" id="{DE922637-5CC6-4A31-8A30-AC7791CF7C42}"/>
              </a:ext>
            </a:extLst>
          </p:cNvPr>
          <p:cNvSpPr>
            <a:spLocks noGrp="1"/>
          </p:cNvSpPr>
          <p:nvPr/>
        </p:nvSpPr>
        <p:spPr>
          <a:xfrm>
            <a:off x="1418962" y="6486345"/>
            <a:ext cx="216551" cy="61326"/>
          </a:xfrm>
          <a:custGeom>
            <a:avLst/>
            <a:gdLst/>
            <a:ahLst/>
            <a:cxnLst/>
            <a:rect l="0" t="0" r="0" b="0"/>
            <a:pathLst>
              <a:path w="216551" h="61326">
                <a:moveTo>
                  <a:pt x="0" y="0"/>
                </a:moveTo>
                <a:lnTo>
                  <a:pt x="216551" y="61326"/>
                </a:lnTo>
              </a:path>
            </a:pathLst>
          </a:custGeom>
          <a:noFill/>
          <a:ln w="8031">
            <a:solidFill>
              <a:srgbClr val="5057B9">
                <a:alpha val="10000"/>
              </a:srgbClr>
            </a:solidFill>
            <a:prstDash val="solid"/>
          </a:ln>
        </p:spPr>
      </p:sp>
      <p:sp>
        <p:nvSpPr>
          <p:cNvPr id="792" name="lumia-token-stream-curve">
            <a:extLst>
              <a:ext uri="{FF2B5EF4-FFF2-40B4-BE49-F238E27FC236}">
                <a16:creationId xmlns:a16="http://schemas.microsoft.com/office/drawing/2014/main" id="{B7D5A13C-99E5-4E9D-A9FB-4404C718D3B8}"/>
              </a:ext>
            </a:extLst>
          </p:cNvPr>
          <p:cNvSpPr>
            <a:spLocks noGrp="1"/>
          </p:cNvSpPr>
          <p:nvPr/>
        </p:nvSpPr>
        <p:spPr>
          <a:xfrm>
            <a:off x="1635513" y="6547671"/>
            <a:ext cx="221011" cy="55967"/>
          </a:xfrm>
          <a:custGeom>
            <a:avLst/>
            <a:gdLst/>
            <a:ahLst/>
            <a:cxnLst/>
            <a:rect l="0" t="0" r="0" b="0"/>
            <a:pathLst>
              <a:path w="221011" h="55967">
                <a:moveTo>
                  <a:pt x="0" y="0"/>
                </a:moveTo>
                <a:lnTo>
                  <a:pt x="221011" y="55967"/>
                </a:lnTo>
              </a:path>
            </a:pathLst>
          </a:custGeom>
          <a:noFill/>
          <a:ln w="8031">
            <a:solidFill>
              <a:srgbClr val="5250B0">
                <a:alpha val="10000"/>
              </a:srgbClr>
            </a:solidFill>
            <a:prstDash val="solid"/>
          </a:ln>
        </p:spPr>
      </p:sp>
      <p:sp>
        <p:nvSpPr>
          <p:cNvPr id="793" name="lumia-token-stream-curve">
            <a:extLst>
              <a:ext uri="{FF2B5EF4-FFF2-40B4-BE49-F238E27FC236}">
                <a16:creationId xmlns:a16="http://schemas.microsoft.com/office/drawing/2014/main" id="{D6696CFF-64A9-4184-9186-109F57F42673}"/>
              </a:ext>
            </a:extLst>
          </p:cNvPr>
          <p:cNvSpPr>
            <a:spLocks noGrp="1"/>
          </p:cNvSpPr>
          <p:nvPr/>
        </p:nvSpPr>
        <p:spPr>
          <a:xfrm>
            <a:off x="1856523" y="6603638"/>
            <a:ext cx="225363" cy="47486"/>
          </a:xfrm>
          <a:custGeom>
            <a:avLst/>
            <a:gdLst/>
            <a:ahLst/>
            <a:cxnLst/>
            <a:rect l="0" t="0" r="0" b="0"/>
            <a:pathLst>
              <a:path w="225363" h="47486">
                <a:moveTo>
                  <a:pt x="0" y="0"/>
                </a:moveTo>
                <a:lnTo>
                  <a:pt x="225363" y="47486"/>
                </a:lnTo>
              </a:path>
            </a:pathLst>
          </a:custGeom>
          <a:noFill/>
          <a:ln w="8031">
            <a:solidFill>
              <a:srgbClr val="544AA8">
                <a:alpha val="10000"/>
              </a:srgbClr>
            </a:solidFill>
            <a:prstDash val="solid"/>
          </a:ln>
        </p:spPr>
      </p:sp>
      <p:sp>
        <p:nvSpPr>
          <p:cNvPr id="794" name="lumia-token-stream-curve">
            <a:extLst>
              <a:ext uri="{FF2B5EF4-FFF2-40B4-BE49-F238E27FC236}">
                <a16:creationId xmlns:a16="http://schemas.microsoft.com/office/drawing/2014/main" id="{FA265518-CE62-4D0C-A758-3B5D61D6D3B7}"/>
              </a:ext>
            </a:extLst>
          </p:cNvPr>
          <p:cNvSpPr>
            <a:spLocks noGrp="1"/>
          </p:cNvSpPr>
          <p:nvPr/>
        </p:nvSpPr>
        <p:spPr>
          <a:xfrm>
            <a:off x="2081887" y="6651124"/>
            <a:ext cx="229609" cy="35984"/>
          </a:xfrm>
          <a:custGeom>
            <a:avLst/>
            <a:gdLst/>
            <a:ahLst/>
            <a:cxnLst/>
            <a:rect l="0" t="0" r="0" b="0"/>
            <a:pathLst>
              <a:path w="229609" h="35984">
                <a:moveTo>
                  <a:pt x="0" y="0"/>
                </a:moveTo>
                <a:lnTo>
                  <a:pt x="229609" y="35984"/>
                </a:lnTo>
              </a:path>
            </a:pathLst>
          </a:custGeom>
          <a:noFill/>
          <a:ln w="8031">
            <a:solidFill>
              <a:srgbClr val="5643A0">
                <a:alpha val="10000"/>
              </a:srgbClr>
            </a:solidFill>
            <a:prstDash val="solid"/>
          </a:ln>
        </p:spPr>
      </p:sp>
      <p:sp>
        <p:nvSpPr>
          <p:cNvPr id="795" name="lumia-token-stream-curve">
            <a:extLst>
              <a:ext uri="{FF2B5EF4-FFF2-40B4-BE49-F238E27FC236}">
                <a16:creationId xmlns:a16="http://schemas.microsoft.com/office/drawing/2014/main" id="{6A01E59C-07E5-4139-81C1-DC203AA599FE}"/>
              </a:ext>
            </a:extLst>
          </p:cNvPr>
          <p:cNvSpPr>
            <a:spLocks noGrp="1"/>
          </p:cNvSpPr>
          <p:nvPr/>
        </p:nvSpPr>
        <p:spPr>
          <a:xfrm>
            <a:off x="2311495" y="6687108"/>
            <a:ext cx="233748" cy="18492"/>
          </a:xfrm>
          <a:custGeom>
            <a:avLst/>
            <a:gdLst/>
            <a:ahLst/>
            <a:cxnLst/>
            <a:rect l="0" t="0" r="0" b="0"/>
            <a:pathLst>
              <a:path w="233748" h="18492">
                <a:moveTo>
                  <a:pt x="0" y="0"/>
                </a:moveTo>
                <a:lnTo>
                  <a:pt x="233748" y="18492"/>
                </a:lnTo>
              </a:path>
            </a:pathLst>
          </a:custGeom>
          <a:noFill/>
          <a:ln w="8031">
            <a:solidFill>
              <a:srgbClr val="583D97">
                <a:alpha val="11000"/>
              </a:srgbClr>
            </a:solidFill>
            <a:prstDash val="solid"/>
          </a:ln>
        </p:spPr>
      </p:sp>
      <p:sp>
        <p:nvSpPr>
          <p:cNvPr id="796" name="lumia-token-stream-curve">
            <a:extLst>
              <a:ext uri="{FF2B5EF4-FFF2-40B4-BE49-F238E27FC236}">
                <a16:creationId xmlns:a16="http://schemas.microsoft.com/office/drawing/2014/main" id="{C95451A2-DD78-409D-BE61-AC86BC4923C3}"/>
              </a:ext>
            </a:extLst>
          </p:cNvPr>
          <p:cNvSpPr>
            <a:spLocks noGrp="1"/>
          </p:cNvSpPr>
          <p:nvPr/>
        </p:nvSpPr>
        <p:spPr>
          <a:xfrm>
            <a:off x="2545243" y="6705600"/>
            <a:ext cx="237780" cy="9525"/>
          </a:xfrm>
          <a:custGeom>
            <a:avLst/>
            <a:gdLst/>
            <a:ahLst/>
            <a:cxnLst/>
            <a:rect l="0" t="0" r="0" b="0"/>
            <a:pathLst>
              <a:path w="237780" h="9525">
                <a:moveTo>
                  <a:pt x="0" y="0"/>
                </a:moveTo>
                <a:lnTo>
                  <a:pt x="237780" y="0"/>
                </a:lnTo>
              </a:path>
            </a:pathLst>
          </a:custGeom>
          <a:noFill/>
          <a:ln w="8031">
            <a:solidFill>
              <a:srgbClr val="623C8F">
                <a:alpha val="11000"/>
              </a:srgbClr>
            </a:solidFill>
            <a:prstDash val="solid"/>
          </a:ln>
        </p:spPr>
      </p:sp>
      <p:sp>
        <p:nvSpPr>
          <p:cNvPr id="797" name="lumia-token-stream-curve">
            <a:extLst>
              <a:ext uri="{FF2B5EF4-FFF2-40B4-BE49-F238E27FC236}">
                <a16:creationId xmlns:a16="http://schemas.microsoft.com/office/drawing/2014/main" id="{64ED2F83-6ADC-481E-B4E0-EC0957E03C46}"/>
              </a:ext>
            </a:extLst>
          </p:cNvPr>
          <p:cNvSpPr>
            <a:spLocks noGrp="1"/>
          </p:cNvSpPr>
          <p:nvPr/>
        </p:nvSpPr>
        <p:spPr>
          <a:xfrm>
            <a:off x="2783023" y="6703829"/>
            <a:ext cx="241704" cy="9525"/>
          </a:xfrm>
          <a:custGeom>
            <a:avLst/>
            <a:gdLst/>
            <a:ahLst/>
            <a:cxnLst/>
            <a:rect l="0" t="0" r="0" b="0"/>
            <a:pathLst>
              <a:path w="241704" h="9525">
                <a:moveTo>
                  <a:pt x="0" y="1771"/>
                </a:moveTo>
                <a:lnTo>
                  <a:pt x="241704" y="0"/>
                </a:lnTo>
              </a:path>
            </a:pathLst>
          </a:custGeom>
          <a:noFill/>
          <a:ln w="8031">
            <a:solidFill>
              <a:srgbClr val="6F3C86">
                <a:alpha val="11000"/>
              </a:srgbClr>
            </a:solidFill>
            <a:prstDash val="solid"/>
          </a:ln>
        </p:spPr>
      </p:sp>
      <p:sp>
        <p:nvSpPr>
          <p:cNvPr id="798" name="lumia-token-stream-curve">
            <a:extLst>
              <a:ext uri="{FF2B5EF4-FFF2-40B4-BE49-F238E27FC236}">
                <a16:creationId xmlns:a16="http://schemas.microsoft.com/office/drawing/2014/main" id="{198B8882-C331-4F92-B428-7B8C81C7D262}"/>
              </a:ext>
            </a:extLst>
          </p:cNvPr>
          <p:cNvSpPr>
            <a:spLocks noGrp="1"/>
          </p:cNvSpPr>
          <p:nvPr/>
        </p:nvSpPr>
        <p:spPr>
          <a:xfrm>
            <a:off x="3024727" y="6676242"/>
            <a:ext cx="245523" cy="27587"/>
          </a:xfrm>
          <a:custGeom>
            <a:avLst/>
            <a:gdLst/>
            <a:ahLst/>
            <a:cxnLst/>
            <a:rect l="0" t="0" r="0" b="0"/>
            <a:pathLst>
              <a:path w="245523" h="27587">
                <a:moveTo>
                  <a:pt x="0" y="27587"/>
                </a:moveTo>
                <a:lnTo>
                  <a:pt x="245523" y="0"/>
                </a:lnTo>
              </a:path>
            </a:pathLst>
          </a:custGeom>
          <a:noFill/>
          <a:ln w="8031">
            <a:solidFill>
              <a:srgbClr val="7C3D7E">
                <a:alpha val="11000"/>
              </a:srgbClr>
            </a:solidFill>
            <a:prstDash val="solid"/>
          </a:ln>
        </p:spPr>
      </p:sp>
      <p:sp>
        <p:nvSpPr>
          <p:cNvPr id="799" name="lumia-token-stream-curve">
            <a:extLst>
              <a:ext uri="{FF2B5EF4-FFF2-40B4-BE49-F238E27FC236}">
                <a16:creationId xmlns:a16="http://schemas.microsoft.com/office/drawing/2014/main" id="{E2BD03C5-7FA9-456B-9D65-49BA8319318F}"/>
              </a:ext>
            </a:extLst>
          </p:cNvPr>
          <p:cNvSpPr>
            <a:spLocks noGrp="1"/>
          </p:cNvSpPr>
          <p:nvPr/>
        </p:nvSpPr>
        <p:spPr>
          <a:xfrm>
            <a:off x="3270250" y="6633712"/>
            <a:ext cx="249234" cy="42530"/>
          </a:xfrm>
          <a:custGeom>
            <a:avLst/>
            <a:gdLst/>
            <a:ahLst/>
            <a:cxnLst/>
            <a:rect l="0" t="0" r="0" b="0"/>
            <a:pathLst>
              <a:path w="249234" h="42530">
                <a:moveTo>
                  <a:pt x="0" y="42530"/>
                </a:moveTo>
                <a:lnTo>
                  <a:pt x="249234" y="0"/>
                </a:lnTo>
              </a:path>
            </a:pathLst>
          </a:custGeom>
          <a:noFill/>
          <a:ln w="8031">
            <a:solidFill>
              <a:srgbClr val="893E75">
                <a:alpha val="11000"/>
              </a:srgbClr>
            </a:solidFill>
            <a:prstDash val="solid"/>
          </a:ln>
        </p:spPr>
      </p:sp>
      <p:sp>
        <p:nvSpPr>
          <p:cNvPr id="800" name="lumia-token-stream-curve">
            <a:extLst>
              <a:ext uri="{FF2B5EF4-FFF2-40B4-BE49-F238E27FC236}">
                <a16:creationId xmlns:a16="http://schemas.microsoft.com/office/drawing/2014/main" id="{19C69D84-0E33-40AB-BD38-2396E8E736A0}"/>
              </a:ext>
            </a:extLst>
          </p:cNvPr>
          <p:cNvSpPr>
            <a:spLocks noGrp="1"/>
          </p:cNvSpPr>
          <p:nvPr/>
        </p:nvSpPr>
        <p:spPr>
          <a:xfrm>
            <a:off x="3519483" y="6579129"/>
            <a:ext cx="252838" cy="54584"/>
          </a:xfrm>
          <a:custGeom>
            <a:avLst/>
            <a:gdLst/>
            <a:ahLst/>
            <a:cxnLst/>
            <a:rect l="0" t="0" r="0" b="0"/>
            <a:pathLst>
              <a:path w="252838" h="54584">
                <a:moveTo>
                  <a:pt x="0" y="54584"/>
                </a:moveTo>
                <a:lnTo>
                  <a:pt x="252838" y="0"/>
                </a:lnTo>
              </a:path>
            </a:pathLst>
          </a:custGeom>
          <a:noFill/>
          <a:ln w="8032">
            <a:solidFill>
              <a:srgbClr val="963E6C">
                <a:alpha val="12000"/>
              </a:srgbClr>
            </a:solidFill>
            <a:prstDash val="solid"/>
          </a:ln>
        </p:spPr>
      </p:sp>
      <p:sp>
        <p:nvSpPr>
          <p:cNvPr id="801" name="lumia-token-stream-curve">
            <a:extLst>
              <a:ext uri="{FF2B5EF4-FFF2-40B4-BE49-F238E27FC236}">
                <a16:creationId xmlns:a16="http://schemas.microsoft.com/office/drawing/2014/main" id="{9CD1467F-1328-4423-B010-439C3B96AA59}"/>
              </a:ext>
            </a:extLst>
          </p:cNvPr>
          <p:cNvSpPr>
            <a:spLocks noGrp="1"/>
          </p:cNvSpPr>
          <p:nvPr/>
        </p:nvSpPr>
        <p:spPr>
          <a:xfrm>
            <a:off x="3772321" y="6516444"/>
            <a:ext cx="256335" cy="62685"/>
          </a:xfrm>
          <a:custGeom>
            <a:avLst/>
            <a:gdLst/>
            <a:ahLst/>
            <a:cxnLst/>
            <a:rect l="0" t="0" r="0" b="0"/>
            <a:pathLst>
              <a:path w="256335" h="62685">
                <a:moveTo>
                  <a:pt x="0" y="62685"/>
                </a:moveTo>
                <a:lnTo>
                  <a:pt x="256335" y="0"/>
                </a:lnTo>
              </a:path>
            </a:pathLst>
          </a:custGeom>
          <a:noFill/>
          <a:ln w="8057">
            <a:solidFill>
              <a:srgbClr val="A33F64">
                <a:alpha val="12000"/>
              </a:srgbClr>
            </a:solidFill>
            <a:prstDash val="solid"/>
          </a:ln>
        </p:spPr>
      </p:sp>
      <p:sp>
        <p:nvSpPr>
          <p:cNvPr id="802" name="lumia-token-stream-curve">
            <a:extLst>
              <a:ext uri="{FF2B5EF4-FFF2-40B4-BE49-F238E27FC236}">
                <a16:creationId xmlns:a16="http://schemas.microsoft.com/office/drawing/2014/main" id="{5068B3D3-AF24-4A8C-B224-D26B0524041B}"/>
              </a:ext>
            </a:extLst>
          </p:cNvPr>
          <p:cNvSpPr>
            <a:spLocks noGrp="1"/>
          </p:cNvSpPr>
          <p:nvPr/>
        </p:nvSpPr>
        <p:spPr>
          <a:xfrm>
            <a:off x="4028657" y="6450326"/>
            <a:ext cx="259726" cy="66118"/>
          </a:xfrm>
          <a:custGeom>
            <a:avLst/>
            <a:gdLst/>
            <a:ahLst/>
            <a:cxnLst/>
            <a:rect l="0" t="0" r="0" b="0"/>
            <a:pathLst>
              <a:path w="259726" h="66118">
                <a:moveTo>
                  <a:pt x="0" y="66118"/>
                </a:moveTo>
                <a:lnTo>
                  <a:pt x="259726" y="0"/>
                </a:lnTo>
              </a:path>
            </a:pathLst>
          </a:custGeom>
          <a:noFill/>
          <a:ln w="8112">
            <a:solidFill>
              <a:srgbClr val="B0405B">
                <a:alpha val="12000"/>
              </a:srgbClr>
            </a:solidFill>
            <a:prstDash val="solid"/>
          </a:ln>
        </p:spPr>
      </p:sp>
      <p:sp>
        <p:nvSpPr>
          <p:cNvPr id="803" name="lumia-token-stream-curve">
            <a:extLst>
              <a:ext uri="{FF2B5EF4-FFF2-40B4-BE49-F238E27FC236}">
                <a16:creationId xmlns:a16="http://schemas.microsoft.com/office/drawing/2014/main" id="{C4786515-316E-4E25-BB6A-EDFE08B894EA}"/>
              </a:ext>
            </a:extLst>
          </p:cNvPr>
          <p:cNvSpPr>
            <a:spLocks noGrp="1"/>
          </p:cNvSpPr>
          <p:nvPr/>
        </p:nvSpPr>
        <p:spPr>
          <a:xfrm>
            <a:off x="4288383" y="6385675"/>
            <a:ext cx="263010" cy="64650"/>
          </a:xfrm>
          <a:custGeom>
            <a:avLst/>
            <a:gdLst/>
            <a:ahLst/>
            <a:cxnLst/>
            <a:rect l="0" t="0" r="0" b="0"/>
            <a:pathLst>
              <a:path w="263010" h="64650">
                <a:moveTo>
                  <a:pt x="0" y="64650"/>
                </a:moveTo>
                <a:lnTo>
                  <a:pt x="263010" y="0"/>
                </a:lnTo>
              </a:path>
            </a:pathLst>
          </a:custGeom>
          <a:noFill/>
          <a:ln w="8196">
            <a:solidFill>
              <a:srgbClr val="BD4153">
                <a:alpha val="13000"/>
              </a:srgbClr>
            </a:solidFill>
            <a:prstDash val="solid"/>
          </a:ln>
        </p:spPr>
      </p:sp>
      <p:sp>
        <p:nvSpPr>
          <p:cNvPr id="804" name="lumia-token-stream-curve">
            <a:extLst>
              <a:ext uri="{FF2B5EF4-FFF2-40B4-BE49-F238E27FC236}">
                <a16:creationId xmlns:a16="http://schemas.microsoft.com/office/drawing/2014/main" id="{2BD63E22-5345-47C7-B390-C2079E0C042F}"/>
              </a:ext>
            </a:extLst>
          </p:cNvPr>
          <p:cNvSpPr>
            <a:spLocks noGrp="1"/>
          </p:cNvSpPr>
          <p:nvPr/>
        </p:nvSpPr>
        <p:spPr>
          <a:xfrm>
            <a:off x="4551392" y="6327065"/>
            <a:ext cx="266186" cy="58610"/>
          </a:xfrm>
          <a:custGeom>
            <a:avLst/>
            <a:gdLst/>
            <a:ahLst/>
            <a:cxnLst/>
            <a:rect l="0" t="0" r="0" b="0"/>
            <a:pathLst>
              <a:path w="266186" h="58610">
                <a:moveTo>
                  <a:pt x="0" y="58610"/>
                </a:moveTo>
                <a:lnTo>
                  <a:pt x="266186" y="0"/>
                </a:lnTo>
              </a:path>
            </a:pathLst>
          </a:custGeom>
          <a:noFill/>
          <a:ln w="8307">
            <a:solidFill>
              <a:srgbClr val="CA414A">
                <a:alpha val="13000"/>
              </a:srgbClr>
            </a:solidFill>
            <a:prstDash val="solid"/>
          </a:ln>
        </p:spPr>
      </p:sp>
      <p:sp>
        <p:nvSpPr>
          <p:cNvPr id="805" name="lumia-token-stream-curve">
            <a:extLst>
              <a:ext uri="{FF2B5EF4-FFF2-40B4-BE49-F238E27FC236}">
                <a16:creationId xmlns:a16="http://schemas.microsoft.com/office/drawing/2014/main" id="{089C0164-7D1C-424F-8955-988CF7CEB0AC}"/>
              </a:ext>
            </a:extLst>
          </p:cNvPr>
          <p:cNvSpPr>
            <a:spLocks noGrp="1"/>
          </p:cNvSpPr>
          <p:nvPr/>
        </p:nvSpPr>
        <p:spPr>
          <a:xfrm>
            <a:off x="4817579" y="6278154"/>
            <a:ext cx="269256" cy="48911"/>
          </a:xfrm>
          <a:custGeom>
            <a:avLst/>
            <a:gdLst/>
            <a:ahLst/>
            <a:cxnLst/>
            <a:rect l="0" t="0" r="0" b="0"/>
            <a:pathLst>
              <a:path w="269256" h="48911">
                <a:moveTo>
                  <a:pt x="0" y="48911"/>
                </a:moveTo>
                <a:lnTo>
                  <a:pt x="269256" y="0"/>
                </a:lnTo>
              </a:path>
            </a:pathLst>
          </a:custGeom>
          <a:noFill/>
          <a:ln w="8441">
            <a:solidFill>
              <a:srgbClr val="D74242">
                <a:alpha val="14000"/>
              </a:srgbClr>
            </a:solidFill>
            <a:prstDash val="solid"/>
          </a:ln>
        </p:spPr>
      </p:sp>
      <p:sp>
        <p:nvSpPr>
          <p:cNvPr id="806" name="lumia-token-stream-curve">
            <a:extLst>
              <a:ext uri="{FF2B5EF4-FFF2-40B4-BE49-F238E27FC236}">
                <a16:creationId xmlns:a16="http://schemas.microsoft.com/office/drawing/2014/main" id="{A3D242F1-496E-4407-884B-97CA3C42499A}"/>
              </a:ext>
            </a:extLst>
          </p:cNvPr>
          <p:cNvSpPr>
            <a:spLocks noGrp="1"/>
          </p:cNvSpPr>
          <p:nvPr/>
        </p:nvSpPr>
        <p:spPr>
          <a:xfrm>
            <a:off x="5086835" y="6241161"/>
            <a:ext cx="272219" cy="36993"/>
          </a:xfrm>
          <a:custGeom>
            <a:avLst/>
            <a:gdLst/>
            <a:ahLst/>
            <a:cxnLst/>
            <a:rect l="0" t="0" r="0" b="0"/>
            <a:pathLst>
              <a:path w="272219" h="36993">
                <a:moveTo>
                  <a:pt x="0" y="36993"/>
                </a:moveTo>
                <a:lnTo>
                  <a:pt x="272219" y="0"/>
                </a:lnTo>
              </a:path>
            </a:pathLst>
          </a:custGeom>
          <a:noFill/>
          <a:ln w="8597">
            <a:solidFill>
              <a:srgbClr val="E44339">
                <a:alpha val="14000"/>
              </a:srgbClr>
            </a:solidFill>
            <a:prstDash val="solid"/>
          </a:ln>
        </p:spPr>
      </p:sp>
      <p:sp>
        <p:nvSpPr>
          <p:cNvPr id="807" name="lumia-token-stream-curve">
            <a:extLst>
              <a:ext uri="{FF2B5EF4-FFF2-40B4-BE49-F238E27FC236}">
                <a16:creationId xmlns:a16="http://schemas.microsoft.com/office/drawing/2014/main" id="{26500C11-93CA-4BB5-ADD4-34D59DA3F093}"/>
              </a:ext>
            </a:extLst>
          </p:cNvPr>
          <p:cNvSpPr>
            <a:spLocks noGrp="1"/>
          </p:cNvSpPr>
          <p:nvPr/>
        </p:nvSpPr>
        <p:spPr>
          <a:xfrm>
            <a:off x="5359054" y="6216470"/>
            <a:ext cx="275075" cy="24691"/>
          </a:xfrm>
          <a:custGeom>
            <a:avLst/>
            <a:gdLst/>
            <a:ahLst/>
            <a:cxnLst/>
            <a:rect l="0" t="0" r="0" b="0"/>
            <a:pathLst>
              <a:path w="275075" h="24691">
                <a:moveTo>
                  <a:pt x="0" y="24691"/>
                </a:moveTo>
                <a:lnTo>
                  <a:pt x="275075" y="0"/>
                </a:lnTo>
              </a:path>
            </a:pathLst>
          </a:custGeom>
          <a:noFill/>
          <a:ln w="8772">
            <a:solidFill>
              <a:srgbClr val="EB4833">
                <a:alpha val="15000"/>
              </a:srgbClr>
            </a:solidFill>
            <a:prstDash val="solid"/>
          </a:ln>
        </p:spPr>
      </p:sp>
      <p:sp>
        <p:nvSpPr>
          <p:cNvPr id="808" name="lumia-token-stream-curve">
            <a:extLst>
              <a:ext uri="{FF2B5EF4-FFF2-40B4-BE49-F238E27FC236}">
                <a16:creationId xmlns:a16="http://schemas.microsoft.com/office/drawing/2014/main" id="{87B2AFF2-78C7-4525-9ECA-0326F963BF49}"/>
              </a:ext>
            </a:extLst>
          </p:cNvPr>
          <p:cNvSpPr>
            <a:spLocks noGrp="1"/>
          </p:cNvSpPr>
          <p:nvPr/>
        </p:nvSpPr>
        <p:spPr>
          <a:xfrm>
            <a:off x="5634129" y="6202445"/>
            <a:ext cx="277824" cy="14025"/>
          </a:xfrm>
          <a:custGeom>
            <a:avLst/>
            <a:gdLst/>
            <a:ahLst/>
            <a:cxnLst/>
            <a:rect l="0" t="0" r="0" b="0"/>
            <a:pathLst>
              <a:path w="277824" h="14025">
                <a:moveTo>
                  <a:pt x="0" y="14025"/>
                </a:moveTo>
                <a:lnTo>
                  <a:pt x="277824" y="0"/>
                </a:lnTo>
              </a:path>
            </a:pathLst>
          </a:custGeom>
          <a:noFill/>
          <a:ln w="8965">
            <a:solidFill>
              <a:srgbClr val="EC532F">
                <a:alpha val="15000"/>
              </a:srgbClr>
            </a:solidFill>
            <a:prstDash val="solid"/>
          </a:ln>
        </p:spPr>
      </p:sp>
      <p:sp>
        <p:nvSpPr>
          <p:cNvPr id="809" name="lumia-token-stream-curve">
            <a:extLst>
              <a:ext uri="{FF2B5EF4-FFF2-40B4-BE49-F238E27FC236}">
                <a16:creationId xmlns:a16="http://schemas.microsoft.com/office/drawing/2014/main" id="{C3BF6C82-C1C2-4CA2-8665-812702FA2295}"/>
              </a:ext>
            </a:extLst>
          </p:cNvPr>
          <p:cNvSpPr>
            <a:spLocks noGrp="1"/>
          </p:cNvSpPr>
          <p:nvPr/>
        </p:nvSpPr>
        <p:spPr>
          <a:xfrm>
            <a:off x="5911953" y="6195491"/>
            <a:ext cx="280466" cy="9525"/>
          </a:xfrm>
          <a:custGeom>
            <a:avLst/>
            <a:gdLst/>
            <a:ahLst/>
            <a:cxnLst/>
            <a:rect l="0" t="0" r="0" b="0"/>
            <a:pathLst>
              <a:path w="280466" h="9525">
                <a:moveTo>
                  <a:pt x="0" y="6954"/>
                </a:moveTo>
                <a:lnTo>
                  <a:pt x="280466" y="0"/>
                </a:lnTo>
              </a:path>
            </a:pathLst>
          </a:custGeom>
          <a:noFill/>
          <a:ln w="9172">
            <a:solidFill>
              <a:srgbClr val="EE5E2A">
                <a:alpha val="16000"/>
              </a:srgbClr>
            </a:solidFill>
            <a:prstDash val="solid"/>
          </a:ln>
        </p:spPr>
      </p:sp>
      <p:sp>
        <p:nvSpPr>
          <p:cNvPr id="810" name="lumia-token-stream-curve">
            <a:extLst>
              <a:ext uri="{FF2B5EF4-FFF2-40B4-BE49-F238E27FC236}">
                <a16:creationId xmlns:a16="http://schemas.microsoft.com/office/drawing/2014/main" id="{07EE581A-2067-4E8A-8479-294F751434C4}"/>
              </a:ext>
            </a:extLst>
          </p:cNvPr>
          <p:cNvSpPr>
            <a:spLocks noGrp="1"/>
          </p:cNvSpPr>
          <p:nvPr/>
        </p:nvSpPr>
        <p:spPr>
          <a:xfrm>
            <a:off x="6192420" y="6190394"/>
            <a:ext cx="283002" cy="9525"/>
          </a:xfrm>
          <a:custGeom>
            <a:avLst/>
            <a:gdLst/>
            <a:ahLst/>
            <a:cxnLst/>
            <a:rect l="0" t="0" r="0" b="0"/>
            <a:pathLst>
              <a:path w="283002" h="9525">
                <a:moveTo>
                  <a:pt x="0" y="5097"/>
                </a:moveTo>
                <a:lnTo>
                  <a:pt x="283002" y="0"/>
                </a:lnTo>
              </a:path>
            </a:pathLst>
          </a:custGeom>
          <a:noFill/>
          <a:ln w="9392">
            <a:solidFill>
              <a:srgbClr val="EF6926">
                <a:alpha val="16000"/>
              </a:srgbClr>
            </a:solidFill>
            <a:prstDash val="solid"/>
          </a:ln>
        </p:spPr>
      </p:sp>
      <p:sp>
        <p:nvSpPr>
          <p:cNvPr id="811" name="lumia-token-stream-curve">
            <a:extLst>
              <a:ext uri="{FF2B5EF4-FFF2-40B4-BE49-F238E27FC236}">
                <a16:creationId xmlns:a16="http://schemas.microsoft.com/office/drawing/2014/main" id="{B13E9DF9-C89B-4627-BD27-B0F323EB8A1F}"/>
              </a:ext>
            </a:extLst>
          </p:cNvPr>
          <p:cNvSpPr>
            <a:spLocks noGrp="1"/>
          </p:cNvSpPr>
          <p:nvPr/>
        </p:nvSpPr>
        <p:spPr>
          <a:xfrm>
            <a:off x="6475421" y="6180903"/>
            <a:ext cx="285430" cy="9525"/>
          </a:xfrm>
          <a:custGeom>
            <a:avLst/>
            <a:gdLst/>
            <a:ahLst/>
            <a:cxnLst/>
            <a:rect l="0" t="0" r="0" b="0"/>
            <a:pathLst>
              <a:path w="285430" h="9525">
                <a:moveTo>
                  <a:pt x="0" y="9491"/>
                </a:moveTo>
                <a:lnTo>
                  <a:pt x="285430" y="0"/>
                </a:lnTo>
              </a:path>
            </a:pathLst>
          </a:custGeom>
          <a:noFill/>
          <a:ln w="9621">
            <a:solidFill>
              <a:srgbClr val="F17322">
                <a:alpha val="17000"/>
              </a:srgbClr>
            </a:solidFill>
            <a:prstDash val="solid"/>
          </a:ln>
        </p:spPr>
      </p:sp>
      <p:sp>
        <p:nvSpPr>
          <p:cNvPr id="812" name="lumia-token-stream-curve">
            <a:extLst>
              <a:ext uri="{FF2B5EF4-FFF2-40B4-BE49-F238E27FC236}">
                <a16:creationId xmlns:a16="http://schemas.microsoft.com/office/drawing/2014/main" id="{B0D2226E-A45F-432C-AC5F-D7E9F1C9A140}"/>
              </a:ext>
            </a:extLst>
          </p:cNvPr>
          <p:cNvSpPr>
            <a:spLocks noGrp="1"/>
          </p:cNvSpPr>
          <p:nvPr/>
        </p:nvSpPr>
        <p:spPr>
          <a:xfrm>
            <a:off x="6760852" y="6160510"/>
            <a:ext cx="287752" cy="20393"/>
          </a:xfrm>
          <a:custGeom>
            <a:avLst/>
            <a:gdLst/>
            <a:ahLst/>
            <a:cxnLst/>
            <a:rect l="0" t="0" r="0" b="0"/>
            <a:pathLst>
              <a:path w="287752" h="20393">
                <a:moveTo>
                  <a:pt x="0" y="20393"/>
                </a:moveTo>
                <a:lnTo>
                  <a:pt x="287752" y="0"/>
                </a:lnTo>
              </a:path>
            </a:pathLst>
          </a:custGeom>
          <a:noFill/>
          <a:ln w="9859">
            <a:solidFill>
              <a:srgbClr val="F27E1E">
                <a:alpha val="17000"/>
              </a:srgbClr>
            </a:solidFill>
            <a:prstDash val="solid"/>
          </a:ln>
        </p:spPr>
      </p:sp>
      <p:sp>
        <p:nvSpPr>
          <p:cNvPr id="813" name="lumia-token-stream-curve">
            <a:extLst>
              <a:ext uri="{FF2B5EF4-FFF2-40B4-BE49-F238E27FC236}">
                <a16:creationId xmlns:a16="http://schemas.microsoft.com/office/drawing/2014/main" id="{77B06207-719E-46C2-9552-96762BB27D76}"/>
              </a:ext>
            </a:extLst>
          </p:cNvPr>
          <p:cNvSpPr>
            <a:spLocks noGrp="1"/>
          </p:cNvSpPr>
          <p:nvPr/>
        </p:nvSpPr>
        <p:spPr>
          <a:xfrm>
            <a:off x="7048603" y="6123317"/>
            <a:ext cx="289966" cy="37193"/>
          </a:xfrm>
          <a:custGeom>
            <a:avLst/>
            <a:gdLst/>
            <a:ahLst/>
            <a:cxnLst/>
            <a:rect l="0" t="0" r="0" b="0"/>
            <a:pathLst>
              <a:path w="289966" h="37193">
                <a:moveTo>
                  <a:pt x="0" y="37193"/>
                </a:moveTo>
                <a:lnTo>
                  <a:pt x="289966" y="0"/>
                </a:lnTo>
              </a:path>
            </a:pathLst>
          </a:custGeom>
          <a:noFill/>
          <a:ln w="10102">
            <a:solidFill>
              <a:srgbClr val="F48919">
                <a:alpha val="18000"/>
              </a:srgbClr>
            </a:solidFill>
            <a:prstDash val="solid"/>
          </a:ln>
        </p:spPr>
      </p:sp>
      <p:sp>
        <p:nvSpPr>
          <p:cNvPr id="814" name="lumia-token-stream-curve">
            <a:extLst>
              <a:ext uri="{FF2B5EF4-FFF2-40B4-BE49-F238E27FC236}">
                <a16:creationId xmlns:a16="http://schemas.microsoft.com/office/drawing/2014/main" id="{A040AB6B-6DB8-4C08-9EA3-E9E5F9E674CF}"/>
              </a:ext>
            </a:extLst>
          </p:cNvPr>
          <p:cNvSpPr>
            <a:spLocks noGrp="1"/>
          </p:cNvSpPr>
          <p:nvPr/>
        </p:nvSpPr>
        <p:spPr>
          <a:xfrm>
            <a:off x="7338570" y="6064884"/>
            <a:ext cx="292074" cy="58433"/>
          </a:xfrm>
          <a:custGeom>
            <a:avLst/>
            <a:gdLst/>
            <a:ahLst/>
            <a:cxnLst/>
            <a:rect l="0" t="0" r="0" b="0"/>
            <a:pathLst>
              <a:path w="292074" h="58433">
                <a:moveTo>
                  <a:pt x="0" y="58433"/>
                </a:moveTo>
                <a:lnTo>
                  <a:pt x="292074" y="0"/>
                </a:lnTo>
              </a:path>
            </a:pathLst>
          </a:custGeom>
          <a:noFill/>
          <a:ln w="10348">
            <a:solidFill>
              <a:srgbClr val="F59415">
                <a:alpha val="18000"/>
              </a:srgbClr>
            </a:solidFill>
            <a:prstDash val="solid"/>
          </a:ln>
        </p:spPr>
      </p:sp>
      <p:sp>
        <p:nvSpPr>
          <p:cNvPr id="815" name="lumia-token-stream-curve">
            <a:extLst>
              <a:ext uri="{FF2B5EF4-FFF2-40B4-BE49-F238E27FC236}">
                <a16:creationId xmlns:a16="http://schemas.microsoft.com/office/drawing/2014/main" id="{F1BEAA12-B205-45E7-8D7B-2094E5826AE8}"/>
              </a:ext>
            </a:extLst>
          </p:cNvPr>
          <p:cNvSpPr>
            <a:spLocks noGrp="1"/>
          </p:cNvSpPr>
          <p:nvPr/>
        </p:nvSpPr>
        <p:spPr>
          <a:xfrm>
            <a:off x="7630644" y="5982921"/>
            <a:ext cx="294075" cy="81962"/>
          </a:xfrm>
          <a:custGeom>
            <a:avLst/>
            <a:gdLst/>
            <a:ahLst/>
            <a:cxnLst/>
            <a:rect l="0" t="0" r="0" b="0"/>
            <a:pathLst>
              <a:path w="294075" h="81962">
                <a:moveTo>
                  <a:pt x="0" y="81962"/>
                </a:moveTo>
                <a:lnTo>
                  <a:pt x="294075" y="0"/>
                </a:lnTo>
              </a:path>
            </a:pathLst>
          </a:custGeom>
          <a:noFill/>
          <a:ln w="10595">
            <a:solidFill>
              <a:srgbClr val="F79E11">
                <a:alpha val="19000"/>
              </a:srgbClr>
            </a:solidFill>
            <a:prstDash val="solid"/>
          </a:ln>
        </p:spPr>
      </p:sp>
      <p:sp>
        <p:nvSpPr>
          <p:cNvPr id="816" name="lumia-token-stream-curve">
            <a:extLst>
              <a:ext uri="{FF2B5EF4-FFF2-40B4-BE49-F238E27FC236}">
                <a16:creationId xmlns:a16="http://schemas.microsoft.com/office/drawing/2014/main" id="{37F67AEA-27F6-48C8-8C03-F3A88CE13974}"/>
              </a:ext>
            </a:extLst>
          </p:cNvPr>
          <p:cNvSpPr>
            <a:spLocks noGrp="1"/>
          </p:cNvSpPr>
          <p:nvPr/>
        </p:nvSpPr>
        <p:spPr>
          <a:xfrm>
            <a:off x="7924719" y="5877714"/>
            <a:ext cx="295969" cy="105207"/>
          </a:xfrm>
          <a:custGeom>
            <a:avLst/>
            <a:gdLst/>
            <a:ahLst/>
            <a:cxnLst/>
            <a:rect l="0" t="0" r="0" b="0"/>
            <a:pathLst>
              <a:path w="295969" h="105207">
                <a:moveTo>
                  <a:pt x="0" y="105207"/>
                </a:moveTo>
                <a:lnTo>
                  <a:pt x="295969" y="0"/>
                </a:lnTo>
              </a:path>
            </a:pathLst>
          </a:custGeom>
          <a:noFill/>
          <a:ln w="10840">
            <a:solidFill>
              <a:srgbClr val="F8A90C">
                <a:alpha val="19000"/>
              </a:srgbClr>
            </a:solidFill>
            <a:prstDash val="solid"/>
          </a:ln>
        </p:spPr>
      </p:sp>
      <p:sp>
        <p:nvSpPr>
          <p:cNvPr id="817" name="lumia-token-stream-curve">
            <a:extLst>
              <a:ext uri="{FF2B5EF4-FFF2-40B4-BE49-F238E27FC236}">
                <a16:creationId xmlns:a16="http://schemas.microsoft.com/office/drawing/2014/main" id="{1CD3905F-373E-4C41-9688-8E486242943D}"/>
              </a:ext>
            </a:extLst>
          </p:cNvPr>
          <p:cNvSpPr>
            <a:spLocks noGrp="1"/>
          </p:cNvSpPr>
          <p:nvPr/>
        </p:nvSpPr>
        <p:spPr>
          <a:xfrm>
            <a:off x="8220688" y="5752196"/>
            <a:ext cx="297756" cy="125518"/>
          </a:xfrm>
          <a:custGeom>
            <a:avLst/>
            <a:gdLst/>
            <a:ahLst/>
            <a:cxnLst/>
            <a:rect l="0" t="0" r="0" b="0"/>
            <a:pathLst>
              <a:path w="297756" h="125518">
                <a:moveTo>
                  <a:pt x="0" y="125518"/>
                </a:moveTo>
                <a:lnTo>
                  <a:pt x="297756" y="0"/>
                </a:lnTo>
              </a:path>
            </a:pathLst>
          </a:custGeom>
          <a:noFill/>
          <a:ln w="11082">
            <a:solidFill>
              <a:srgbClr val="FAB408">
                <a:alpha val="20000"/>
              </a:srgbClr>
            </a:solidFill>
            <a:prstDash val="solid"/>
          </a:ln>
        </p:spPr>
      </p:sp>
      <p:sp>
        <p:nvSpPr>
          <p:cNvPr id="818" name="lumia-token-stream-curve">
            <a:extLst>
              <a:ext uri="{FF2B5EF4-FFF2-40B4-BE49-F238E27FC236}">
                <a16:creationId xmlns:a16="http://schemas.microsoft.com/office/drawing/2014/main" id="{E0F090DD-1EEE-4990-907D-3FCF88CC04C7}"/>
              </a:ext>
            </a:extLst>
          </p:cNvPr>
          <p:cNvSpPr>
            <a:spLocks noGrp="1"/>
          </p:cNvSpPr>
          <p:nvPr/>
        </p:nvSpPr>
        <p:spPr>
          <a:xfrm>
            <a:off x="8518444" y="5611636"/>
            <a:ext cx="299436" cy="140560"/>
          </a:xfrm>
          <a:custGeom>
            <a:avLst/>
            <a:gdLst/>
            <a:ahLst/>
            <a:cxnLst/>
            <a:rect l="0" t="0" r="0" b="0"/>
            <a:pathLst>
              <a:path w="299436" h="140560">
                <a:moveTo>
                  <a:pt x="0" y="140560"/>
                </a:moveTo>
                <a:lnTo>
                  <a:pt x="299436" y="0"/>
                </a:lnTo>
              </a:path>
            </a:pathLst>
          </a:custGeom>
          <a:noFill/>
          <a:ln w="11318">
            <a:solidFill>
              <a:srgbClr val="F7BC07">
                <a:alpha val="20000"/>
              </a:srgbClr>
            </a:solidFill>
            <a:prstDash val="solid"/>
          </a:ln>
        </p:spPr>
      </p:sp>
      <p:sp>
        <p:nvSpPr>
          <p:cNvPr id="819" name="lumia-token-stream-curve">
            <a:extLst>
              <a:ext uri="{FF2B5EF4-FFF2-40B4-BE49-F238E27FC236}">
                <a16:creationId xmlns:a16="http://schemas.microsoft.com/office/drawing/2014/main" id="{C5F6199E-72E6-4D6B-8AF3-C0AC81A0042D}"/>
              </a:ext>
            </a:extLst>
          </p:cNvPr>
          <p:cNvSpPr>
            <a:spLocks noGrp="1"/>
          </p:cNvSpPr>
          <p:nvPr/>
        </p:nvSpPr>
        <p:spPr>
          <a:xfrm>
            <a:off x="8817881" y="5462958"/>
            <a:ext cx="301010" cy="148678"/>
          </a:xfrm>
          <a:custGeom>
            <a:avLst/>
            <a:gdLst/>
            <a:ahLst/>
            <a:cxnLst/>
            <a:rect l="0" t="0" r="0" b="0"/>
            <a:pathLst>
              <a:path w="301010" h="148678">
                <a:moveTo>
                  <a:pt x="0" y="148678"/>
                </a:moveTo>
                <a:lnTo>
                  <a:pt x="301010" y="0"/>
                </a:lnTo>
              </a:path>
            </a:pathLst>
          </a:custGeom>
          <a:noFill/>
          <a:ln w="11545">
            <a:solidFill>
              <a:srgbClr val="E5BA0E">
                <a:alpha val="20000"/>
              </a:srgbClr>
            </a:solidFill>
            <a:prstDash val="solid"/>
          </a:ln>
        </p:spPr>
      </p:sp>
      <p:sp>
        <p:nvSpPr>
          <p:cNvPr id="820" name="lumia-token-stream-curve">
            <a:extLst>
              <a:ext uri="{FF2B5EF4-FFF2-40B4-BE49-F238E27FC236}">
                <a16:creationId xmlns:a16="http://schemas.microsoft.com/office/drawing/2014/main" id="{E73C770B-6775-4E03-92EA-586218DBB803}"/>
              </a:ext>
            </a:extLst>
          </p:cNvPr>
          <p:cNvSpPr>
            <a:spLocks noGrp="1"/>
          </p:cNvSpPr>
          <p:nvPr/>
        </p:nvSpPr>
        <p:spPr>
          <a:xfrm>
            <a:off x="9118890" y="5313784"/>
            <a:ext cx="302476" cy="149174"/>
          </a:xfrm>
          <a:custGeom>
            <a:avLst/>
            <a:gdLst/>
            <a:ahLst/>
            <a:cxnLst/>
            <a:rect l="0" t="0" r="0" b="0"/>
            <a:pathLst>
              <a:path w="302476" h="149174">
                <a:moveTo>
                  <a:pt x="0" y="149174"/>
                </a:moveTo>
                <a:lnTo>
                  <a:pt x="302476" y="0"/>
                </a:lnTo>
              </a:path>
            </a:pathLst>
          </a:custGeom>
          <a:noFill/>
          <a:ln w="11762">
            <a:solidFill>
              <a:srgbClr val="D3B815">
                <a:alpha val="21000"/>
              </a:srgbClr>
            </a:solidFill>
            <a:prstDash val="solid"/>
          </a:ln>
        </p:spPr>
      </p:sp>
      <p:sp>
        <p:nvSpPr>
          <p:cNvPr id="821" name="lumia-token-stream-curve">
            <a:extLst>
              <a:ext uri="{FF2B5EF4-FFF2-40B4-BE49-F238E27FC236}">
                <a16:creationId xmlns:a16="http://schemas.microsoft.com/office/drawing/2014/main" id="{84A47891-6AF9-4512-96B1-2A40142FAC63}"/>
              </a:ext>
            </a:extLst>
          </p:cNvPr>
          <p:cNvSpPr>
            <a:spLocks noGrp="1"/>
          </p:cNvSpPr>
          <p:nvPr/>
        </p:nvSpPr>
        <p:spPr>
          <a:xfrm>
            <a:off x="9421366" y="5171325"/>
            <a:ext cx="303835" cy="142460"/>
          </a:xfrm>
          <a:custGeom>
            <a:avLst/>
            <a:gdLst/>
            <a:ahLst/>
            <a:cxnLst/>
            <a:rect l="0" t="0" r="0" b="0"/>
            <a:pathLst>
              <a:path w="303835" h="142460">
                <a:moveTo>
                  <a:pt x="0" y="142460"/>
                </a:moveTo>
                <a:lnTo>
                  <a:pt x="303835" y="0"/>
                </a:lnTo>
              </a:path>
            </a:pathLst>
          </a:custGeom>
          <a:noFill/>
          <a:ln w="11966">
            <a:solidFill>
              <a:srgbClr val="C2B61C">
                <a:alpha val="21000"/>
              </a:srgbClr>
            </a:solidFill>
            <a:prstDash val="solid"/>
          </a:ln>
        </p:spPr>
      </p:sp>
      <p:sp>
        <p:nvSpPr>
          <p:cNvPr id="822" name="lumia-token-stream-curve">
            <a:extLst>
              <a:ext uri="{FF2B5EF4-FFF2-40B4-BE49-F238E27FC236}">
                <a16:creationId xmlns:a16="http://schemas.microsoft.com/office/drawing/2014/main" id="{55BE8301-6F0C-4A23-99C3-8432D4A9DE4E}"/>
              </a:ext>
            </a:extLst>
          </p:cNvPr>
          <p:cNvSpPr>
            <a:spLocks noGrp="1"/>
          </p:cNvSpPr>
          <p:nvPr/>
        </p:nvSpPr>
        <p:spPr>
          <a:xfrm>
            <a:off x="9725202" y="5041283"/>
            <a:ext cx="305088" cy="130042"/>
          </a:xfrm>
          <a:custGeom>
            <a:avLst/>
            <a:gdLst/>
            <a:ahLst/>
            <a:cxnLst/>
            <a:rect l="0" t="0" r="0" b="0"/>
            <a:pathLst>
              <a:path w="305088" h="130042">
                <a:moveTo>
                  <a:pt x="0" y="130042"/>
                </a:moveTo>
                <a:lnTo>
                  <a:pt x="305088" y="0"/>
                </a:lnTo>
              </a:path>
            </a:pathLst>
          </a:custGeom>
          <a:noFill/>
          <a:ln w="12154">
            <a:solidFill>
              <a:srgbClr val="B0B422">
                <a:alpha val="22000"/>
              </a:srgbClr>
            </a:solidFill>
            <a:prstDash val="solid"/>
          </a:ln>
        </p:spPr>
      </p:sp>
      <p:sp>
        <p:nvSpPr>
          <p:cNvPr id="823" name="lumia-token-stream-curve">
            <a:extLst>
              <a:ext uri="{FF2B5EF4-FFF2-40B4-BE49-F238E27FC236}">
                <a16:creationId xmlns:a16="http://schemas.microsoft.com/office/drawing/2014/main" id="{61F188C1-4A66-4B23-8197-8D100DB2B8B1}"/>
              </a:ext>
            </a:extLst>
          </p:cNvPr>
          <p:cNvSpPr>
            <a:spLocks noGrp="1"/>
          </p:cNvSpPr>
          <p:nvPr/>
        </p:nvSpPr>
        <p:spPr>
          <a:xfrm>
            <a:off x="10030290" y="4926951"/>
            <a:ext cx="306234" cy="114331"/>
          </a:xfrm>
          <a:custGeom>
            <a:avLst/>
            <a:gdLst/>
            <a:ahLst/>
            <a:cxnLst/>
            <a:rect l="0" t="0" r="0" b="0"/>
            <a:pathLst>
              <a:path w="306234" h="114331">
                <a:moveTo>
                  <a:pt x="0" y="114331"/>
                </a:moveTo>
                <a:lnTo>
                  <a:pt x="306234" y="0"/>
                </a:lnTo>
              </a:path>
            </a:pathLst>
          </a:custGeom>
          <a:noFill/>
          <a:ln w="12325">
            <a:solidFill>
              <a:srgbClr val="9EB329">
                <a:alpha val="22000"/>
              </a:srgbClr>
            </a:solidFill>
            <a:prstDash val="solid"/>
          </a:ln>
        </p:spPr>
      </p:sp>
      <p:sp>
        <p:nvSpPr>
          <p:cNvPr id="824" name="lumia-token-stream-curve">
            <a:extLst>
              <a:ext uri="{FF2B5EF4-FFF2-40B4-BE49-F238E27FC236}">
                <a16:creationId xmlns:a16="http://schemas.microsoft.com/office/drawing/2014/main" id="{51E05AF0-E4B1-43B2-88D9-80E8F8D1E082}"/>
              </a:ext>
            </a:extLst>
          </p:cNvPr>
          <p:cNvSpPr>
            <a:spLocks noGrp="1"/>
          </p:cNvSpPr>
          <p:nvPr/>
        </p:nvSpPr>
        <p:spPr>
          <a:xfrm>
            <a:off x="10336524" y="4828645"/>
            <a:ext cx="307273" cy="98306"/>
          </a:xfrm>
          <a:custGeom>
            <a:avLst/>
            <a:gdLst/>
            <a:ahLst/>
            <a:cxnLst/>
            <a:rect l="0" t="0" r="0" b="0"/>
            <a:pathLst>
              <a:path w="307273" h="98306">
                <a:moveTo>
                  <a:pt x="0" y="98306"/>
                </a:moveTo>
                <a:lnTo>
                  <a:pt x="307273" y="0"/>
                </a:lnTo>
              </a:path>
            </a:pathLst>
          </a:custGeom>
          <a:noFill/>
          <a:ln w="12475">
            <a:solidFill>
              <a:srgbClr val="8CB130">
                <a:alpha val="22000"/>
              </a:srgbClr>
            </a:solidFill>
            <a:prstDash val="solid"/>
          </a:ln>
        </p:spPr>
      </p:sp>
      <p:sp>
        <p:nvSpPr>
          <p:cNvPr id="825" name="lumia-token-stream-curve">
            <a:extLst>
              <a:ext uri="{FF2B5EF4-FFF2-40B4-BE49-F238E27FC236}">
                <a16:creationId xmlns:a16="http://schemas.microsoft.com/office/drawing/2014/main" id="{B386943F-4EC1-4EDC-B896-1C59C671E174}"/>
              </a:ext>
            </a:extLst>
          </p:cNvPr>
          <p:cNvSpPr>
            <a:spLocks noGrp="1"/>
          </p:cNvSpPr>
          <p:nvPr/>
        </p:nvSpPr>
        <p:spPr>
          <a:xfrm>
            <a:off x="10643796" y="4743576"/>
            <a:ext cx="308205" cy="85069"/>
          </a:xfrm>
          <a:custGeom>
            <a:avLst/>
            <a:gdLst/>
            <a:ahLst/>
            <a:cxnLst/>
            <a:rect l="0" t="0" r="0" b="0"/>
            <a:pathLst>
              <a:path w="308205" h="85069">
                <a:moveTo>
                  <a:pt x="0" y="85069"/>
                </a:moveTo>
                <a:lnTo>
                  <a:pt x="308205" y="0"/>
                </a:lnTo>
              </a:path>
            </a:pathLst>
          </a:custGeom>
          <a:noFill/>
          <a:ln w="12604">
            <a:solidFill>
              <a:srgbClr val="7BAF37">
                <a:alpha val="22000"/>
              </a:srgbClr>
            </a:solidFill>
            <a:prstDash val="solid"/>
          </a:ln>
        </p:spPr>
      </p:sp>
      <p:sp>
        <p:nvSpPr>
          <p:cNvPr id="826" name="lumia-token-stream-curve">
            <a:extLst>
              <a:ext uri="{FF2B5EF4-FFF2-40B4-BE49-F238E27FC236}">
                <a16:creationId xmlns:a16="http://schemas.microsoft.com/office/drawing/2014/main" id="{CCB4A4B0-AA8C-4320-B847-6E2BAB88E2A6}"/>
              </a:ext>
            </a:extLst>
          </p:cNvPr>
          <p:cNvSpPr>
            <a:spLocks noGrp="1"/>
          </p:cNvSpPr>
          <p:nvPr/>
        </p:nvSpPr>
        <p:spPr>
          <a:xfrm>
            <a:off x="10952001" y="4666207"/>
            <a:ext cx="309030" cy="77369"/>
          </a:xfrm>
          <a:custGeom>
            <a:avLst/>
            <a:gdLst/>
            <a:ahLst/>
            <a:cxnLst/>
            <a:rect l="0" t="0" r="0" b="0"/>
            <a:pathLst>
              <a:path w="309030" h="77369">
                <a:moveTo>
                  <a:pt x="0" y="77369"/>
                </a:moveTo>
                <a:lnTo>
                  <a:pt x="309030" y="0"/>
                </a:lnTo>
              </a:path>
            </a:pathLst>
          </a:custGeom>
          <a:noFill/>
          <a:ln w="12708">
            <a:solidFill>
              <a:srgbClr val="69AD3E">
                <a:alpha val="23000"/>
              </a:srgbClr>
            </a:solidFill>
            <a:prstDash val="solid"/>
          </a:ln>
        </p:spPr>
      </p:sp>
      <p:sp>
        <p:nvSpPr>
          <p:cNvPr id="827" name="lumia-token-stream-curve">
            <a:extLst>
              <a:ext uri="{FF2B5EF4-FFF2-40B4-BE49-F238E27FC236}">
                <a16:creationId xmlns:a16="http://schemas.microsoft.com/office/drawing/2014/main" id="{54158607-F7A0-4E14-A453-C21A736DB2DE}"/>
              </a:ext>
            </a:extLst>
          </p:cNvPr>
          <p:cNvSpPr>
            <a:spLocks noGrp="1"/>
          </p:cNvSpPr>
          <p:nvPr/>
        </p:nvSpPr>
        <p:spPr>
          <a:xfrm>
            <a:off x="11261030" y="4589045"/>
            <a:ext cx="309748" cy="77162"/>
          </a:xfrm>
          <a:custGeom>
            <a:avLst/>
            <a:gdLst/>
            <a:ahLst/>
            <a:cxnLst/>
            <a:rect l="0" t="0" r="0" b="0"/>
            <a:pathLst>
              <a:path w="309748" h="77162">
                <a:moveTo>
                  <a:pt x="0" y="77162"/>
                </a:moveTo>
                <a:lnTo>
                  <a:pt x="309748" y="0"/>
                </a:lnTo>
              </a:path>
            </a:pathLst>
          </a:custGeom>
          <a:noFill/>
          <a:ln w="12785">
            <a:solidFill>
              <a:srgbClr val="57AC45">
                <a:alpha val="23000"/>
              </a:srgbClr>
            </a:solidFill>
            <a:prstDash val="solid"/>
          </a:ln>
        </p:spPr>
      </p:sp>
      <p:sp>
        <p:nvSpPr>
          <p:cNvPr id="828" name="lumia-token-stream-curve">
            <a:extLst>
              <a:ext uri="{FF2B5EF4-FFF2-40B4-BE49-F238E27FC236}">
                <a16:creationId xmlns:a16="http://schemas.microsoft.com/office/drawing/2014/main" id="{99640C3C-3BEC-414B-AE77-6D2F8CC534D1}"/>
              </a:ext>
            </a:extLst>
          </p:cNvPr>
          <p:cNvSpPr>
            <a:spLocks noGrp="1"/>
          </p:cNvSpPr>
          <p:nvPr/>
        </p:nvSpPr>
        <p:spPr>
          <a:xfrm>
            <a:off x="11570778" y="4503757"/>
            <a:ext cx="310359" cy="85288"/>
          </a:xfrm>
          <a:custGeom>
            <a:avLst/>
            <a:gdLst/>
            <a:ahLst/>
            <a:cxnLst/>
            <a:rect l="0" t="0" r="0" b="0"/>
            <a:pathLst>
              <a:path w="310359" h="85288">
                <a:moveTo>
                  <a:pt x="0" y="85288"/>
                </a:moveTo>
                <a:lnTo>
                  <a:pt x="310359" y="0"/>
                </a:lnTo>
              </a:path>
            </a:pathLst>
          </a:custGeom>
          <a:noFill/>
          <a:ln w="12833">
            <a:solidFill>
              <a:srgbClr val="46AA4C">
                <a:alpha val="23000"/>
              </a:srgbClr>
            </a:solidFill>
            <a:prstDash val="solid"/>
          </a:ln>
        </p:spPr>
      </p:sp>
      <p:sp>
        <p:nvSpPr>
          <p:cNvPr id="829" name="lumia-token-stream-curve">
            <a:extLst>
              <a:ext uri="{FF2B5EF4-FFF2-40B4-BE49-F238E27FC236}">
                <a16:creationId xmlns:a16="http://schemas.microsoft.com/office/drawing/2014/main" id="{59E23D07-DE8D-4548-9B63-AC08DE46B826}"/>
              </a:ext>
            </a:extLst>
          </p:cNvPr>
          <p:cNvSpPr>
            <a:spLocks noGrp="1"/>
          </p:cNvSpPr>
          <p:nvPr/>
        </p:nvSpPr>
        <p:spPr>
          <a:xfrm>
            <a:off x="11881137" y="4402439"/>
            <a:ext cx="310863" cy="101317"/>
          </a:xfrm>
          <a:custGeom>
            <a:avLst/>
            <a:gdLst/>
            <a:ahLst/>
            <a:cxnLst/>
            <a:rect l="0" t="0" r="0" b="0"/>
            <a:pathLst>
              <a:path w="310863" h="101317">
                <a:moveTo>
                  <a:pt x="0" y="101317"/>
                </a:moveTo>
                <a:lnTo>
                  <a:pt x="310863" y="0"/>
                </a:lnTo>
              </a:path>
            </a:pathLst>
          </a:custGeom>
          <a:noFill/>
          <a:ln w="12850">
            <a:solidFill>
              <a:srgbClr val="34A853">
                <a:alpha val="23000"/>
              </a:srgbClr>
            </a:solidFill>
            <a:prstDash val="solid"/>
          </a:ln>
        </p:spPr>
      </p:sp>
      <p:sp>
        <p:nvSpPr>
          <p:cNvPr id="830" name="lumia-token-stream-curve">
            <a:extLst>
              <a:ext uri="{FF2B5EF4-FFF2-40B4-BE49-F238E27FC236}">
                <a16:creationId xmlns:a16="http://schemas.microsoft.com/office/drawing/2014/main" id="{9AB6CE2A-6ECD-4245-8A4F-684A09AA4B28}"/>
              </a:ext>
            </a:extLst>
          </p:cNvPr>
          <p:cNvSpPr>
            <a:spLocks noGrp="1"/>
          </p:cNvSpPr>
          <p:nvPr/>
        </p:nvSpPr>
        <p:spPr>
          <a:xfrm>
            <a:off x="15241" y="6094894"/>
            <a:ext cx="183327" cy="85125"/>
          </a:xfrm>
          <a:custGeom>
            <a:avLst/>
            <a:gdLst/>
            <a:ahLst/>
            <a:cxnLst/>
            <a:rect l="0" t="0" r="0" b="0"/>
            <a:pathLst>
              <a:path w="183327" h="85125">
                <a:moveTo>
                  <a:pt x="0" y="0"/>
                </a:moveTo>
                <a:lnTo>
                  <a:pt x="183327" y="85125"/>
                </a:lnTo>
              </a:path>
            </a:pathLst>
          </a:custGeom>
          <a:noFill/>
          <a:ln w="8302">
            <a:solidFill>
              <a:srgbClr val="4285F4">
                <a:alpha val="10000"/>
              </a:srgbClr>
            </a:solidFill>
            <a:prstDash val="solid"/>
          </a:ln>
        </p:spPr>
      </p:sp>
      <p:sp>
        <p:nvSpPr>
          <p:cNvPr id="831" name="lumia-token-stream-curve">
            <a:extLst>
              <a:ext uri="{FF2B5EF4-FFF2-40B4-BE49-F238E27FC236}">
                <a16:creationId xmlns:a16="http://schemas.microsoft.com/office/drawing/2014/main" id="{7829857C-7DC9-4BD7-9B41-02781ACAD8D0}"/>
              </a:ext>
            </a:extLst>
          </p:cNvPr>
          <p:cNvSpPr>
            <a:spLocks noGrp="1"/>
          </p:cNvSpPr>
          <p:nvPr/>
        </p:nvSpPr>
        <p:spPr>
          <a:xfrm>
            <a:off x="198567" y="6180019"/>
            <a:ext cx="188521" cy="86025"/>
          </a:xfrm>
          <a:custGeom>
            <a:avLst/>
            <a:gdLst/>
            <a:ahLst/>
            <a:cxnLst/>
            <a:rect l="0" t="0" r="0" b="0"/>
            <a:pathLst>
              <a:path w="188521" h="86025">
                <a:moveTo>
                  <a:pt x="0" y="0"/>
                </a:moveTo>
                <a:lnTo>
                  <a:pt x="188521" y="86025"/>
                </a:lnTo>
              </a:path>
            </a:pathLst>
          </a:custGeom>
          <a:noFill/>
          <a:ln w="8302">
            <a:solidFill>
              <a:srgbClr val="447EEC">
                <a:alpha val="10000"/>
              </a:srgbClr>
            </a:solidFill>
            <a:prstDash val="solid"/>
          </a:ln>
        </p:spPr>
      </p:sp>
      <p:sp>
        <p:nvSpPr>
          <p:cNvPr id="832" name="lumia-token-stream-curve">
            <a:extLst>
              <a:ext uri="{FF2B5EF4-FFF2-40B4-BE49-F238E27FC236}">
                <a16:creationId xmlns:a16="http://schemas.microsoft.com/office/drawing/2014/main" id="{21C55871-13F8-4F39-B963-DC727FE1373C}"/>
              </a:ext>
            </a:extLst>
          </p:cNvPr>
          <p:cNvSpPr>
            <a:spLocks noGrp="1"/>
          </p:cNvSpPr>
          <p:nvPr/>
        </p:nvSpPr>
        <p:spPr>
          <a:xfrm>
            <a:off x="387089" y="6266044"/>
            <a:ext cx="193609" cy="85468"/>
          </a:xfrm>
          <a:custGeom>
            <a:avLst/>
            <a:gdLst/>
            <a:ahLst/>
            <a:cxnLst/>
            <a:rect l="0" t="0" r="0" b="0"/>
            <a:pathLst>
              <a:path w="193609" h="85468">
                <a:moveTo>
                  <a:pt x="0" y="0"/>
                </a:moveTo>
                <a:lnTo>
                  <a:pt x="193609" y="85468"/>
                </a:lnTo>
              </a:path>
            </a:pathLst>
          </a:custGeom>
          <a:noFill/>
          <a:ln w="8302">
            <a:solidFill>
              <a:srgbClr val="4678E3">
                <a:alpha val="10000"/>
              </a:srgbClr>
            </a:solidFill>
            <a:prstDash val="solid"/>
          </a:ln>
        </p:spPr>
      </p:sp>
      <p:sp>
        <p:nvSpPr>
          <p:cNvPr id="833" name="lumia-token-stream-curve">
            <a:extLst>
              <a:ext uri="{FF2B5EF4-FFF2-40B4-BE49-F238E27FC236}">
                <a16:creationId xmlns:a16="http://schemas.microsoft.com/office/drawing/2014/main" id="{3A03C98C-73FF-4636-A3B5-63C50125A0F5}"/>
              </a:ext>
            </a:extLst>
          </p:cNvPr>
          <p:cNvSpPr>
            <a:spLocks noGrp="1"/>
          </p:cNvSpPr>
          <p:nvPr/>
        </p:nvSpPr>
        <p:spPr>
          <a:xfrm>
            <a:off x="580697" y="6351513"/>
            <a:ext cx="198588" cy="82981"/>
          </a:xfrm>
          <a:custGeom>
            <a:avLst/>
            <a:gdLst/>
            <a:ahLst/>
            <a:cxnLst/>
            <a:rect l="0" t="0" r="0" b="0"/>
            <a:pathLst>
              <a:path w="198588" h="82981">
                <a:moveTo>
                  <a:pt x="0" y="0"/>
                </a:moveTo>
                <a:lnTo>
                  <a:pt x="198588" y="82981"/>
                </a:lnTo>
              </a:path>
            </a:pathLst>
          </a:custGeom>
          <a:noFill/>
          <a:ln w="8302">
            <a:solidFill>
              <a:srgbClr val="4871DB">
                <a:alpha val="10000"/>
              </a:srgbClr>
            </a:solidFill>
            <a:prstDash val="solid"/>
          </a:ln>
        </p:spPr>
      </p:sp>
      <p:sp>
        <p:nvSpPr>
          <p:cNvPr id="834" name="lumia-token-stream-curve">
            <a:extLst>
              <a:ext uri="{FF2B5EF4-FFF2-40B4-BE49-F238E27FC236}">
                <a16:creationId xmlns:a16="http://schemas.microsoft.com/office/drawing/2014/main" id="{0C745131-6F07-46D1-9557-2683CA05D494}"/>
              </a:ext>
            </a:extLst>
          </p:cNvPr>
          <p:cNvSpPr>
            <a:spLocks noGrp="1"/>
          </p:cNvSpPr>
          <p:nvPr/>
        </p:nvSpPr>
        <p:spPr>
          <a:xfrm>
            <a:off x="779285" y="6434494"/>
            <a:ext cx="203460" cy="78172"/>
          </a:xfrm>
          <a:custGeom>
            <a:avLst/>
            <a:gdLst/>
            <a:ahLst/>
            <a:cxnLst/>
            <a:rect l="0" t="0" r="0" b="0"/>
            <a:pathLst>
              <a:path w="203460" h="78172">
                <a:moveTo>
                  <a:pt x="0" y="0"/>
                </a:moveTo>
                <a:lnTo>
                  <a:pt x="203460" y="78172"/>
                </a:lnTo>
              </a:path>
            </a:pathLst>
          </a:custGeom>
          <a:noFill/>
          <a:ln w="8302">
            <a:solidFill>
              <a:srgbClr val="4A6BD2">
                <a:alpha val="10000"/>
              </a:srgbClr>
            </a:solidFill>
            <a:prstDash val="solid"/>
          </a:ln>
        </p:spPr>
      </p:sp>
      <p:sp>
        <p:nvSpPr>
          <p:cNvPr id="835" name="lumia-token-stream-curve">
            <a:extLst>
              <a:ext uri="{FF2B5EF4-FFF2-40B4-BE49-F238E27FC236}">
                <a16:creationId xmlns:a16="http://schemas.microsoft.com/office/drawing/2014/main" id="{C591D1C4-C617-4B85-8B2D-E9C1EA7EF589}"/>
              </a:ext>
            </a:extLst>
          </p:cNvPr>
          <p:cNvSpPr>
            <a:spLocks noGrp="1"/>
          </p:cNvSpPr>
          <p:nvPr/>
        </p:nvSpPr>
        <p:spPr>
          <a:xfrm>
            <a:off x="982746" y="6512665"/>
            <a:ext cx="208225" cy="70783"/>
          </a:xfrm>
          <a:custGeom>
            <a:avLst/>
            <a:gdLst/>
            <a:ahLst/>
            <a:cxnLst/>
            <a:rect l="0" t="0" r="0" b="0"/>
            <a:pathLst>
              <a:path w="208225" h="70783">
                <a:moveTo>
                  <a:pt x="0" y="0"/>
                </a:moveTo>
                <a:lnTo>
                  <a:pt x="208225" y="70783"/>
                </a:lnTo>
              </a:path>
            </a:pathLst>
          </a:custGeom>
          <a:noFill/>
          <a:ln w="8302">
            <a:solidFill>
              <a:srgbClr val="4C64CA">
                <a:alpha val="10000"/>
              </a:srgbClr>
            </a:solidFill>
            <a:prstDash val="solid"/>
          </a:ln>
        </p:spPr>
      </p:sp>
      <p:sp>
        <p:nvSpPr>
          <p:cNvPr id="836" name="lumia-token-stream-curve">
            <a:extLst>
              <a:ext uri="{FF2B5EF4-FFF2-40B4-BE49-F238E27FC236}">
                <a16:creationId xmlns:a16="http://schemas.microsoft.com/office/drawing/2014/main" id="{EFE8A7D5-88DF-485F-9707-9537C8E69377}"/>
              </a:ext>
            </a:extLst>
          </p:cNvPr>
          <p:cNvSpPr>
            <a:spLocks noGrp="1"/>
          </p:cNvSpPr>
          <p:nvPr/>
        </p:nvSpPr>
        <p:spPr>
          <a:xfrm>
            <a:off x="1190970" y="6583449"/>
            <a:ext cx="212882" cy="60747"/>
          </a:xfrm>
          <a:custGeom>
            <a:avLst/>
            <a:gdLst/>
            <a:ahLst/>
            <a:cxnLst/>
            <a:rect l="0" t="0" r="0" b="0"/>
            <a:pathLst>
              <a:path w="212882" h="60747">
                <a:moveTo>
                  <a:pt x="0" y="0"/>
                </a:moveTo>
                <a:lnTo>
                  <a:pt x="212882" y="60747"/>
                </a:lnTo>
              </a:path>
            </a:pathLst>
          </a:custGeom>
          <a:noFill/>
          <a:ln w="8302">
            <a:solidFill>
              <a:srgbClr val="4E5EC1">
                <a:alpha val="10000"/>
              </a:srgbClr>
            </a:solidFill>
            <a:prstDash val="solid"/>
          </a:ln>
        </p:spPr>
      </p:sp>
      <p:sp>
        <p:nvSpPr>
          <p:cNvPr id="837" name="lumia-token-stream-curve">
            <a:extLst>
              <a:ext uri="{FF2B5EF4-FFF2-40B4-BE49-F238E27FC236}">
                <a16:creationId xmlns:a16="http://schemas.microsoft.com/office/drawing/2014/main" id="{C32178B1-D26A-445F-BD3A-E96C6BDFF772}"/>
              </a:ext>
            </a:extLst>
          </p:cNvPr>
          <p:cNvSpPr>
            <a:spLocks noGrp="1"/>
          </p:cNvSpPr>
          <p:nvPr/>
        </p:nvSpPr>
        <p:spPr>
          <a:xfrm>
            <a:off x="1403852" y="6644196"/>
            <a:ext cx="217431" cy="48224"/>
          </a:xfrm>
          <a:custGeom>
            <a:avLst/>
            <a:gdLst/>
            <a:ahLst/>
            <a:cxnLst/>
            <a:rect l="0" t="0" r="0" b="0"/>
            <a:pathLst>
              <a:path w="217431" h="48224">
                <a:moveTo>
                  <a:pt x="0" y="0"/>
                </a:moveTo>
                <a:lnTo>
                  <a:pt x="217431" y="48224"/>
                </a:lnTo>
              </a:path>
            </a:pathLst>
          </a:custGeom>
          <a:noFill/>
          <a:ln w="8302">
            <a:solidFill>
              <a:srgbClr val="5057B9">
                <a:alpha val="10000"/>
              </a:srgbClr>
            </a:solidFill>
            <a:prstDash val="solid"/>
          </a:ln>
        </p:spPr>
      </p:sp>
      <p:sp>
        <p:nvSpPr>
          <p:cNvPr id="838" name="lumia-token-stream-curve">
            <a:extLst>
              <a:ext uri="{FF2B5EF4-FFF2-40B4-BE49-F238E27FC236}">
                <a16:creationId xmlns:a16="http://schemas.microsoft.com/office/drawing/2014/main" id="{357D997A-40EB-48B1-ABB4-FD351E9EBAE7}"/>
              </a:ext>
            </a:extLst>
          </p:cNvPr>
          <p:cNvSpPr>
            <a:spLocks noGrp="1"/>
          </p:cNvSpPr>
          <p:nvPr/>
        </p:nvSpPr>
        <p:spPr>
          <a:xfrm>
            <a:off x="1621283" y="6692420"/>
            <a:ext cx="221873" cy="13180"/>
          </a:xfrm>
          <a:custGeom>
            <a:avLst/>
            <a:gdLst/>
            <a:ahLst/>
            <a:cxnLst/>
            <a:rect l="0" t="0" r="0" b="0"/>
            <a:pathLst>
              <a:path w="221873" h="13180">
                <a:moveTo>
                  <a:pt x="0" y="0"/>
                </a:moveTo>
                <a:lnTo>
                  <a:pt x="221873" y="13180"/>
                </a:lnTo>
              </a:path>
            </a:pathLst>
          </a:custGeom>
          <a:noFill/>
          <a:ln w="8302">
            <a:solidFill>
              <a:srgbClr val="5250B0">
                <a:alpha val="10000"/>
              </a:srgbClr>
            </a:solidFill>
            <a:prstDash val="solid"/>
          </a:ln>
        </p:spPr>
      </p:sp>
      <p:sp>
        <p:nvSpPr>
          <p:cNvPr id="839" name="lumia-token-stream-curve">
            <a:extLst>
              <a:ext uri="{FF2B5EF4-FFF2-40B4-BE49-F238E27FC236}">
                <a16:creationId xmlns:a16="http://schemas.microsoft.com/office/drawing/2014/main" id="{06A5B43E-F0FE-4A3D-AE3B-B32143B63B50}"/>
              </a:ext>
            </a:extLst>
          </p:cNvPr>
          <p:cNvSpPr>
            <a:spLocks noGrp="1"/>
          </p:cNvSpPr>
          <p:nvPr/>
        </p:nvSpPr>
        <p:spPr>
          <a:xfrm>
            <a:off x="1843156" y="6705600"/>
            <a:ext cx="226207" cy="9525"/>
          </a:xfrm>
          <a:custGeom>
            <a:avLst/>
            <a:gdLst/>
            <a:ahLst/>
            <a:cxnLst/>
            <a:rect l="0" t="0" r="0" b="0"/>
            <a:pathLst>
              <a:path w="226207" h="9525">
                <a:moveTo>
                  <a:pt x="0" y="0"/>
                </a:moveTo>
                <a:lnTo>
                  <a:pt x="226207" y="0"/>
                </a:lnTo>
              </a:path>
            </a:pathLst>
          </a:custGeom>
          <a:noFill/>
          <a:ln w="8302">
            <a:solidFill>
              <a:srgbClr val="544AA8">
                <a:alpha val="10000"/>
              </a:srgbClr>
            </a:solidFill>
            <a:prstDash val="solid"/>
          </a:ln>
        </p:spPr>
      </p:sp>
      <p:sp>
        <p:nvSpPr>
          <p:cNvPr id="840" name="lumia-token-stream-curve">
            <a:extLst>
              <a:ext uri="{FF2B5EF4-FFF2-40B4-BE49-F238E27FC236}">
                <a16:creationId xmlns:a16="http://schemas.microsoft.com/office/drawing/2014/main" id="{52B89343-B1C3-4F87-8422-AC823B6A5922}"/>
              </a:ext>
            </a:extLst>
          </p:cNvPr>
          <p:cNvSpPr>
            <a:spLocks noGrp="1"/>
          </p:cNvSpPr>
          <p:nvPr/>
        </p:nvSpPr>
        <p:spPr>
          <a:xfrm>
            <a:off x="2069362" y="6705600"/>
            <a:ext cx="230434" cy="9525"/>
          </a:xfrm>
          <a:custGeom>
            <a:avLst/>
            <a:gdLst/>
            <a:ahLst/>
            <a:cxnLst/>
            <a:rect l="0" t="0" r="0" b="0"/>
            <a:pathLst>
              <a:path w="230434" h="9525">
                <a:moveTo>
                  <a:pt x="0" y="0"/>
                </a:moveTo>
                <a:lnTo>
                  <a:pt x="230434" y="0"/>
                </a:lnTo>
              </a:path>
            </a:pathLst>
          </a:custGeom>
          <a:noFill/>
          <a:ln w="8302">
            <a:solidFill>
              <a:srgbClr val="5643A0">
                <a:alpha val="10000"/>
              </a:srgbClr>
            </a:solidFill>
            <a:prstDash val="solid"/>
          </a:ln>
        </p:spPr>
      </p:sp>
      <p:sp>
        <p:nvSpPr>
          <p:cNvPr id="841" name="lumia-token-stream-curve">
            <a:extLst>
              <a:ext uri="{FF2B5EF4-FFF2-40B4-BE49-F238E27FC236}">
                <a16:creationId xmlns:a16="http://schemas.microsoft.com/office/drawing/2014/main" id="{B36C8C67-DA5A-4601-9009-7325EA08A796}"/>
              </a:ext>
            </a:extLst>
          </p:cNvPr>
          <p:cNvSpPr>
            <a:spLocks noGrp="1"/>
          </p:cNvSpPr>
          <p:nvPr/>
        </p:nvSpPr>
        <p:spPr>
          <a:xfrm>
            <a:off x="2299796" y="6705600"/>
            <a:ext cx="234553" cy="9525"/>
          </a:xfrm>
          <a:custGeom>
            <a:avLst/>
            <a:gdLst/>
            <a:ahLst/>
            <a:cxnLst/>
            <a:rect l="0" t="0" r="0" b="0"/>
            <a:pathLst>
              <a:path w="234553" h="9525">
                <a:moveTo>
                  <a:pt x="0" y="0"/>
                </a:moveTo>
                <a:lnTo>
                  <a:pt x="234553" y="0"/>
                </a:lnTo>
              </a:path>
            </a:pathLst>
          </a:custGeom>
          <a:noFill/>
          <a:ln w="8302">
            <a:solidFill>
              <a:srgbClr val="583D97">
                <a:alpha val="11000"/>
              </a:srgbClr>
            </a:solidFill>
            <a:prstDash val="solid"/>
          </a:ln>
        </p:spPr>
      </p:sp>
      <p:sp>
        <p:nvSpPr>
          <p:cNvPr id="842" name="lumia-token-stream-curve">
            <a:extLst>
              <a:ext uri="{FF2B5EF4-FFF2-40B4-BE49-F238E27FC236}">
                <a16:creationId xmlns:a16="http://schemas.microsoft.com/office/drawing/2014/main" id="{B633D77F-A4BF-4BD9-9E72-B2D02B80F421}"/>
              </a:ext>
            </a:extLst>
          </p:cNvPr>
          <p:cNvSpPr>
            <a:spLocks noGrp="1"/>
          </p:cNvSpPr>
          <p:nvPr/>
        </p:nvSpPr>
        <p:spPr>
          <a:xfrm>
            <a:off x="2534349" y="6700698"/>
            <a:ext cx="238564" cy="9525"/>
          </a:xfrm>
          <a:custGeom>
            <a:avLst/>
            <a:gdLst/>
            <a:ahLst/>
            <a:cxnLst/>
            <a:rect l="0" t="0" r="0" b="0"/>
            <a:pathLst>
              <a:path w="238564" h="9525">
                <a:moveTo>
                  <a:pt x="0" y="4902"/>
                </a:moveTo>
                <a:lnTo>
                  <a:pt x="238564" y="0"/>
                </a:lnTo>
              </a:path>
            </a:pathLst>
          </a:custGeom>
          <a:noFill/>
          <a:ln w="8302">
            <a:solidFill>
              <a:srgbClr val="623C8F">
                <a:alpha val="11000"/>
              </a:srgbClr>
            </a:solidFill>
            <a:prstDash val="solid"/>
          </a:ln>
        </p:spPr>
      </p:sp>
      <p:sp>
        <p:nvSpPr>
          <p:cNvPr id="843" name="lumia-token-stream-curve">
            <a:extLst>
              <a:ext uri="{FF2B5EF4-FFF2-40B4-BE49-F238E27FC236}">
                <a16:creationId xmlns:a16="http://schemas.microsoft.com/office/drawing/2014/main" id="{E7AF84CC-57B1-4478-8879-3DAFFC2A481C}"/>
              </a:ext>
            </a:extLst>
          </p:cNvPr>
          <p:cNvSpPr>
            <a:spLocks noGrp="1"/>
          </p:cNvSpPr>
          <p:nvPr/>
        </p:nvSpPr>
        <p:spPr>
          <a:xfrm>
            <a:off x="2772913" y="6659997"/>
            <a:ext cx="242468" cy="40701"/>
          </a:xfrm>
          <a:custGeom>
            <a:avLst/>
            <a:gdLst/>
            <a:ahLst/>
            <a:cxnLst/>
            <a:rect l="0" t="0" r="0" b="0"/>
            <a:pathLst>
              <a:path w="242468" h="40701">
                <a:moveTo>
                  <a:pt x="0" y="40701"/>
                </a:moveTo>
                <a:lnTo>
                  <a:pt x="242468" y="0"/>
                </a:lnTo>
              </a:path>
            </a:pathLst>
          </a:custGeom>
          <a:noFill/>
          <a:ln w="8302">
            <a:solidFill>
              <a:srgbClr val="6F3C86">
                <a:alpha val="11000"/>
              </a:srgbClr>
            </a:solidFill>
            <a:prstDash val="solid"/>
          </a:ln>
        </p:spPr>
      </p:sp>
      <p:sp>
        <p:nvSpPr>
          <p:cNvPr id="844" name="lumia-token-stream-curve">
            <a:extLst>
              <a:ext uri="{FF2B5EF4-FFF2-40B4-BE49-F238E27FC236}">
                <a16:creationId xmlns:a16="http://schemas.microsoft.com/office/drawing/2014/main" id="{1EFDFDF7-5A4D-41A6-BAC3-82CD6140675A}"/>
              </a:ext>
            </a:extLst>
          </p:cNvPr>
          <p:cNvSpPr>
            <a:spLocks noGrp="1"/>
          </p:cNvSpPr>
          <p:nvPr/>
        </p:nvSpPr>
        <p:spPr>
          <a:xfrm>
            <a:off x="3015381" y="6611479"/>
            <a:ext cx="246265" cy="48518"/>
          </a:xfrm>
          <a:custGeom>
            <a:avLst/>
            <a:gdLst/>
            <a:ahLst/>
            <a:cxnLst/>
            <a:rect l="0" t="0" r="0" b="0"/>
            <a:pathLst>
              <a:path w="246265" h="48518">
                <a:moveTo>
                  <a:pt x="0" y="48518"/>
                </a:moveTo>
                <a:lnTo>
                  <a:pt x="246265" y="0"/>
                </a:lnTo>
              </a:path>
            </a:pathLst>
          </a:custGeom>
          <a:noFill/>
          <a:ln w="8302">
            <a:solidFill>
              <a:srgbClr val="7C3D7E">
                <a:alpha val="11000"/>
              </a:srgbClr>
            </a:solidFill>
            <a:prstDash val="solid"/>
          </a:ln>
        </p:spPr>
      </p:sp>
      <p:sp>
        <p:nvSpPr>
          <p:cNvPr id="845" name="lumia-token-stream-curve">
            <a:extLst>
              <a:ext uri="{FF2B5EF4-FFF2-40B4-BE49-F238E27FC236}">
                <a16:creationId xmlns:a16="http://schemas.microsoft.com/office/drawing/2014/main" id="{8CF4BA5E-82F2-4443-8C65-2FE66C458C27}"/>
              </a:ext>
            </a:extLst>
          </p:cNvPr>
          <p:cNvSpPr>
            <a:spLocks noGrp="1"/>
          </p:cNvSpPr>
          <p:nvPr/>
        </p:nvSpPr>
        <p:spPr>
          <a:xfrm>
            <a:off x="3261646" y="6559480"/>
            <a:ext cx="249954" cy="51999"/>
          </a:xfrm>
          <a:custGeom>
            <a:avLst/>
            <a:gdLst/>
            <a:ahLst/>
            <a:cxnLst/>
            <a:rect l="0" t="0" r="0" b="0"/>
            <a:pathLst>
              <a:path w="249954" h="51999">
                <a:moveTo>
                  <a:pt x="0" y="51999"/>
                </a:moveTo>
                <a:lnTo>
                  <a:pt x="249954" y="0"/>
                </a:lnTo>
              </a:path>
            </a:pathLst>
          </a:custGeom>
          <a:noFill/>
          <a:ln w="8302">
            <a:solidFill>
              <a:srgbClr val="893E75">
                <a:alpha val="11000"/>
              </a:srgbClr>
            </a:solidFill>
            <a:prstDash val="solid"/>
          </a:ln>
        </p:spPr>
      </p:sp>
      <p:sp>
        <p:nvSpPr>
          <p:cNvPr id="846" name="lumia-token-stream-curve">
            <a:extLst>
              <a:ext uri="{FF2B5EF4-FFF2-40B4-BE49-F238E27FC236}">
                <a16:creationId xmlns:a16="http://schemas.microsoft.com/office/drawing/2014/main" id="{F55B235F-48C6-4EDB-8BEA-0841AD86A049}"/>
              </a:ext>
            </a:extLst>
          </p:cNvPr>
          <p:cNvSpPr>
            <a:spLocks noGrp="1"/>
          </p:cNvSpPr>
          <p:nvPr/>
        </p:nvSpPr>
        <p:spPr>
          <a:xfrm>
            <a:off x="3511600" y="6508552"/>
            <a:ext cx="253535" cy="50928"/>
          </a:xfrm>
          <a:custGeom>
            <a:avLst/>
            <a:gdLst/>
            <a:ahLst/>
            <a:cxnLst/>
            <a:rect l="0" t="0" r="0" b="0"/>
            <a:pathLst>
              <a:path w="253535" h="50928">
                <a:moveTo>
                  <a:pt x="0" y="50928"/>
                </a:moveTo>
                <a:lnTo>
                  <a:pt x="253535" y="0"/>
                </a:lnTo>
              </a:path>
            </a:pathLst>
          </a:custGeom>
          <a:noFill/>
          <a:ln w="8303">
            <a:solidFill>
              <a:srgbClr val="963E6C">
                <a:alpha val="12000"/>
              </a:srgbClr>
            </a:solidFill>
            <a:prstDash val="solid"/>
          </a:ln>
        </p:spPr>
      </p:sp>
      <p:sp>
        <p:nvSpPr>
          <p:cNvPr id="847" name="lumia-token-stream-curve">
            <a:extLst>
              <a:ext uri="{FF2B5EF4-FFF2-40B4-BE49-F238E27FC236}">
                <a16:creationId xmlns:a16="http://schemas.microsoft.com/office/drawing/2014/main" id="{BD204170-C9E2-4F14-9E19-014959E86A62}"/>
              </a:ext>
            </a:extLst>
          </p:cNvPr>
          <p:cNvSpPr>
            <a:spLocks noGrp="1"/>
          </p:cNvSpPr>
          <p:nvPr/>
        </p:nvSpPr>
        <p:spPr>
          <a:xfrm>
            <a:off x="3765134" y="6462975"/>
            <a:ext cx="257009" cy="45577"/>
          </a:xfrm>
          <a:custGeom>
            <a:avLst/>
            <a:gdLst/>
            <a:ahLst/>
            <a:cxnLst/>
            <a:rect l="0" t="0" r="0" b="0"/>
            <a:pathLst>
              <a:path w="257009" h="45577">
                <a:moveTo>
                  <a:pt x="0" y="45577"/>
                </a:moveTo>
                <a:lnTo>
                  <a:pt x="257009" y="0"/>
                </a:lnTo>
              </a:path>
            </a:pathLst>
          </a:custGeom>
          <a:noFill/>
          <a:ln w="8328">
            <a:solidFill>
              <a:srgbClr val="A33F64">
                <a:alpha val="12000"/>
              </a:srgbClr>
            </a:solidFill>
            <a:prstDash val="solid"/>
          </a:ln>
        </p:spPr>
      </p:sp>
      <p:sp>
        <p:nvSpPr>
          <p:cNvPr id="848" name="lumia-token-stream-curve">
            <a:extLst>
              <a:ext uri="{FF2B5EF4-FFF2-40B4-BE49-F238E27FC236}">
                <a16:creationId xmlns:a16="http://schemas.microsoft.com/office/drawing/2014/main" id="{58EE8293-D198-4335-8989-AB8D166E0AB3}"/>
              </a:ext>
            </a:extLst>
          </p:cNvPr>
          <p:cNvSpPr>
            <a:spLocks noGrp="1"/>
          </p:cNvSpPr>
          <p:nvPr/>
        </p:nvSpPr>
        <p:spPr>
          <a:xfrm>
            <a:off x="4022143" y="6426237"/>
            <a:ext cx="260375" cy="36738"/>
          </a:xfrm>
          <a:custGeom>
            <a:avLst/>
            <a:gdLst/>
            <a:ahLst/>
            <a:cxnLst/>
            <a:rect l="0" t="0" r="0" b="0"/>
            <a:pathLst>
              <a:path w="260375" h="36738">
                <a:moveTo>
                  <a:pt x="0" y="36738"/>
                </a:moveTo>
                <a:lnTo>
                  <a:pt x="260375" y="0"/>
                </a:lnTo>
              </a:path>
            </a:pathLst>
          </a:custGeom>
          <a:noFill/>
          <a:ln w="8386">
            <a:solidFill>
              <a:srgbClr val="B0405B">
                <a:alpha val="12000"/>
              </a:srgbClr>
            </a:solidFill>
            <a:prstDash val="solid"/>
          </a:ln>
        </p:spPr>
      </p:sp>
      <p:sp>
        <p:nvSpPr>
          <p:cNvPr id="849" name="lumia-token-stream-curve">
            <a:extLst>
              <a:ext uri="{FF2B5EF4-FFF2-40B4-BE49-F238E27FC236}">
                <a16:creationId xmlns:a16="http://schemas.microsoft.com/office/drawing/2014/main" id="{081CABC4-928A-4183-B4A0-A44DF3D3EDCE}"/>
              </a:ext>
            </a:extLst>
          </p:cNvPr>
          <p:cNvSpPr>
            <a:spLocks noGrp="1"/>
          </p:cNvSpPr>
          <p:nvPr/>
        </p:nvSpPr>
        <p:spPr>
          <a:xfrm>
            <a:off x="4282518" y="6400553"/>
            <a:ext cx="263633" cy="25684"/>
          </a:xfrm>
          <a:custGeom>
            <a:avLst/>
            <a:gdLst/>
            <a:ahLst/>
            <a:cxnLst/>
            <a:rect l="0" t="0" r="0" b="0"/>
            <a:pathLst>
              <a:path w="263633" h="25684">
                <a:moveTo>
                  <a:pt x="0" y="25684"/>
                </a:moveTo>
                <a:lnTo>
                  <a:pt x="263633" y="0"/>
                </a:lnTo>
              </a:path>
            </a:pathLst>
          </a:custGeom>
          <a:noFill/>
          <a:ln w="8473">
            <a:solidFill>
              <a:srgbClr val="BD4153">
                <a:alpha val="13000"/>
              </a:srgbClr>
            </a:solidFill>
            <a:prstDash val="solid"/>
          </a:ln>
        </p:spPr>
      </p:sp>
      <p:sp>
        <p:nvSpPr>
          <p:cNvPr id="850" name="lumia-token-stream-curve">
            <a:extLst>
              <a:ext uri="{FF2B5EF4-FFF2-40B4-BE49-F238E27FC236}">
                <a16:creationId xmlns:a16="http://schemas.microsoft.com/office/drawing/2014/main" id="{9628DF15-7DDC-4DD7-8C72-85B678B677E3}"/>
              </a:ext>
            </a:extLst>
          </p:cNvPr>
          <p:cNvSpPr>
            <a:spLocks noGrp="1"/>
          </p:cNvSpPr>
          <p:nvPr/>
        </p:nvSpPr>
        <p:spPr>
          <a:xfrm>
            <a:off x="4546151" y="6386488"/>
            <a:ext cx="266784" cy="14065"/>
          </a:xfrm>
          <a:custGeom>
            <a:avLst/>
            <a:gdLst/>
            <a:ahLst/>
            <a:cxnLst/>
            <a:rect l="0" t="0" r="0" b="0"/>
            <a:pathLst>
              <a:path w="266784" h="14065">
                <a:moveTo>
                  <a:pt x="0" y="14065"/>
                </a:moveTo>
                <a:lnTo>
                  <a:pt x="266784" y="0"/>
                </a:lnTo>
              </a:path>
            </a:pathLst>
          </a:custGeom>
          <a:noFill/>
          <a:ln w="8587">
            <a:solidFill>
              <a:srgbClr val="CA414A">
                <a:alpha val="13000"/>
              </a:srgbClr>
            </a:solidFill>
            <a:prstDash val="solid"/>
          </a:ln>
        </p:spPr>
      </p:sp>
      <p:sp>
        <p:nvSpPr>
          <p:cNvPr id="851" name="lumia-token-stream-curve">
            <a:extLst>
              <a:ext uri="{FF2B5EF4-FFF2-40B4-BE49-F238E27FC236}">
                <a16:creationId xmlns:a16="http://schemas.microsoft.com/office/drawing/2014/main" id="{3E0F33B0-BF1C-4CD7-9F65-8D4775E83569}"/>
              </a:ext>
            </a:extLst>
          </p:cNvPr>
          <p:cNvSpPr>
            <a:spLocks noGrp="1"/>
          </p:cNvSpPr>
          <p:nvPr/>
        </p:nvSpPr>
        <p:spPr>
          <a:xfrm>
            <a:off x="4812935" y="6382747"/>
            <a:ext cx="269828" cy="9525"/>
          </a:xfrm>
          <a:custGeom>
            <a:avLst/>
            <a:gdLst/>
            <a:ahLst/>
            <a:cxnLst/>
            <a:rect l="0" t="0" r="0" b="0"/>
            <a:pathLst>
              <a:path w="269828" h="9525">
                <a:moveTo>
                  <a:pt x="0" y="3741"/>
                </a:moveTo>
                <a:lnTo>
                  <a:pt x="269828" y="0"/>
                </a:lnTo>
              </a:path>
            </a:pathLst>
          </a:custGeom>
          <a:noFill/>
          <a:ln w="8726">
            <a:solidFill>
              <a:srgbClr val="D74242">
                <a:alpha val="14000"/>
              </a:srgbClr>
            </a:solidFill>
            <a:prstDash val="solid"/>
          </a:ln>
        </p:spPr>
      </p:sp>
      <p:sp>
        <p:nvSpPr>
          <p:cNvPr id="852" name="lumia-token-stream-curve">
            <a:extLst>
              <a:ext uri="{FF2B5EF4-FFF2-40B4-BE49-F238E27FC236}">
                <a16:creationId xmlns:a16="http://schemas.microsoft.com/office/drawing/2014/main" id="{E6B3A981-2ED7-44C7-A093-C04E2805EB3C}"/>
              </a:ext>
            </a:extLst>
          </p:cNvPr>
          <p:cNvSpPr>
            <a:spLocks noGrp="1"/>
          </p:cNvSpPr>
          <p:nvPr/>
        </p:nvSpPr>
        <p:spPr>
          <a:xfrm>
            <a:off x="5082763" y="6382747"/>
            <a:ext cx="272764" cy="9525"/>
          </a:xfrm>
          <a:custGeom>
            <a:avLst/>
            <a:gdLst/>
            <a:ahLst/>
            <a:cxnLst/>
            <a:rect l="0" t="0" r="0" b="0"/>
            <a:pathLst>
              <a:path w="272764" h="9525">
                <a:moveTo>
                  <a:pt x="0" y="0"/>
                </a:moveTo>
                <a:lnTo>
                  <a:pt x="272764" y="3438"/>
                </a:lnTo>
              </a:path>
            </a:pathLst>
          </a:custGeom>
          <a:noFill/>
          <a:ln w="8887">
            <a:solidFill>
              <a:srgbClr val="E44339">
                <a:alpha val="14000"/>
              </a:srgbClr>
            </a:solidFill>
            <a:prstDash val="solid"/>
          </a:ln>
        </p:spPr>
      </p:sp>
      <p:sp>
        <p:nvSpPr>
          <p:cNvPr id="853" name="lumia-token-stream-curve">
            <a:extLst>
              <a:ext uri="{FF2B5EF4-FFF2-40B4-BE49-F238E27FC236}">
                <a16:creationId xmlns:a16="http://schemas.microsoft.com/office/drawing/2014/main" id="{694A5E7B-95CE-4D03-81EA-115E9A9A2507}"/>
              </a:ext>
            </a:extLst>
          </p:cNvPr>
          <p:cNvSpPr>
            <a:spLocks noGrp="1"/>
          </p:cNvSpPr>
          <p:nvPr/>
        </p:nvSpPr>
        <p:spPr>
          <a:xfrm>
            <a:off x="5355527" y="6386185"/>
            <a:ext cx="275592" cy="9525"/>
          </a:xfrm>
          <a:custGeom>
            <a:avLst/>
            <a:gdLst/>
            <a:ahLst/>
            <a:cxnLst/>
            <a:rect l="0" t="0" r="0" b="0"/>
            <a:pathLst>
              <a:path w="275592" h="9525">
                <a:moveTo>
                  <a:pt x="0" y="0"/>
                </a:moveTo>
                <a:lnTo>
                  <a:pt x="275592" y="5872"/>
                </a:lnTo>
              </a:path>
            </a:pathLst>
          </a:custGeom>
          <a:noFill/>
          <a:ln w="9068">
            <a:solidFill>
              <a:srgbClr val="EB4833">
                <a:alpha val="15000"/>
              </a:srgbClr>
            </a:solidFill>
            <a:prstDash val="solid"/>
          </a:ln>
        </p:spPr>
      </p:sp>
      <p:sp>
        <p:nvSpPr>
          <p:cNvPr id="854" name="lumia-token-stream-curve">
            <a:extLst>
              <a:ext uri="{FF2B5EF4-FFF2-40B4-BE49-F238E27FC236}">
                <a16:creationId xmlns:a16="http://schemas.microsoft.com/office/drawing/2014/main" id="{B8964118-ED8A-4CBC-A81C-7889BA5F8085}"/>
              </a:ext>
            </a:extLst>
          </p:cNvPr>
          <p:cNvSpPr>
            <a:spLocks noGrp="1"/>
          </p:cNvSpPr>
          <p:nvPr/>
        </p:nvSpPr>
        <p:spPr>
          <a:xfrm>
            <a:off x="5631119" y="6392057"/>
            <a:ext cx="278313" cy="9525"/>
          </a:xfrm>
          <a:custGeom>
            <a:avLst/>
            <a:gdLst/>
            <a:ahLst/>
            <a:cxnLst/>
            <a:rect l="0" t="0" r="0" b="0"/>
            <a:pathLst>
              <a:path w="278313" h="9525">
                <a:moveTo>
                  <a:pt x="0" y="0"/>
                </a:moveTo>
                <a:lnTo>
                  <a:pt x="278313" y="2449"/>
                </a:lnTo>
              </a:path>
            </a:pathLst>
          </a:custGeom>
          <a:noFill/>
          <a:ln w="9267">
            <a:solidFill>
              <a:srgbClr val="EC532F">
                <a:alpha val="15000"/>
              </a:srgbClr>
            </a:solidFill>
            <a:prstDash val="solid"/>
          </a:ln>
        </p:spPr>
      </p:sp>
      <p:sp>
        <p:nvSpPr>
          <p:cNvPr id="855" name="lumia-token-stream-curve">
            <a:extLst>
              <a:ext uri="{FF2B5EF4-FFF2-40B4-BE49-F238E27FC236}">
                <a16:creationId xmlns:a16="http://schemas.microsoft.com/office/drawing/2014/main" id="{4A43518D-202C-46B4-BF6B-858B09395EDA}"/>
              </a:ext>
            </a:extLst>
          </p:cNvPr>
          <p:cNvSpPr>
            <a:spLocks noGrp="1"/>
          </p:cNvSpPr>
          <p:nvPr/>
        </p:nvSpPr>
        <p:spPr>
          <a:xfrm>
            <a:off x="5909431" y="6387241"/>
            <a:ext cx="280926" cy="9525"/>
          </a:xfrm>
          <a:custGeom>
            <a:avLst/>
            <a:gdLst/>
            <a:ahLst/>
            <a:cxnLst/>
            <a:rect l="0" t="0" r="0" b="0"/>
            <a:pathLst>
              <a:path w="280926" h="9525">
                <a:moveTo>
                  <a:pt x="0" y="7265"/>
                </a:moveTo>
                <a:lnTo>
                  <a:pt x="280926" y="0"/>
                </a:lnTo>
              </a:path>
            </a:pathLst>
          </a:custGeom>
          <a:noFill/>
          <a:ln w="9481">
            <a:solidFill>
              <a:srgbClr val="EE5E2A">
                <a:alpha val="16000"/>
              </a:srgbClr>
            </a:solidFill>
            <a:prstDash val="solid"/>
          </a:ln>
        </p:spPr>
      </p:sp>
      <p:sp>
        <p:nvSpPr>
          <p:cNvPr id="856" name="lumia-token-stream-curve">
            <a:extLst>
              <a:ext uri="{FF2B5EF4-FFF2-40B4-BE49-F238E27FC236}">
                <a16:creationId xmlns:a16="http://schemas.microsoft.com/office/drawing/2014/main" id="{43995435-2BE7-496A-BF0A-B337DE47C9F4}"/>
              </a:ext>
            </a:extLst>
          </p:cNvPr>
          <p:cNvSpPr>
            <a:spLocks noGrp="1"/>
          </p:cNvSpPr>
          <p:nvPr/>
        </p:nvSpPr>
        <p:spPr>
          <a:xfrm>
            <a:off x="6190357" y="6364336"/>
            <a:ext cx="283432" cy="22906"/>
          </a:xfrm>
          <a:custGeom>
            <a:avLst/>
            <a:gdLst/>
            <a:ahLst/>
            <a:cxnLst/>
            <a:rect l="0" t="0" r="0" b="0"/>
            <a:pathLst>
              <a:path w="283432" h="22906">
                <a:moveTo>
                  <a:pt x="0" y="22906"/>
                </a:moveTo>
                <a:lnTo>
                  <a:pt x="283432" y="0"/>
                </a:lnTo>
              </a:path>
            </a:pathLst>
          </a:custGeom>
          <a:noFill/>
          <a:ln w="9708">
            <a:solidFill>
              <a:srgbClr val="EF6926">
                <a:alpha val="16000"/>
              </a:srgbClr>
            </a:solidFill>
            <a:prstDash val="solid"/>
          </a:ln>
        </p:spPr>
      </p:sp>
      <p:sp>
        <p:nvSpPr>
          <p:cNvPr id="857" name="lumia-token-stream-curve">
            <a:extLst>
              <a:ext uri="{FF2B5EF4-FFF2-40B4-BE49-F238E27FC236}">
                <a16:creationId xmlns:a16="http://schemas.microsoft.com/office/drawing/2014/main" id="{5EE5E1D4-18A4-44F2-B2A6-335667FD9F79}"/>
              </a:ext>
            </a:extLst>
          </p:cNvPr>
          <p:cNvSpPr>
            <a:spLocks noGrp="1"/>
          </p:cNvSpPr>
          <p:nvPr/>
        </p:nvSpPr>
        <p:spPr>
          <a:xfrm>
            <a:off x="6473789" y="6321037"/>
            <a:ext cx="285830" cy="43298"/>
          </a:xfrm>
          <a:custGeom>
            <a:avLst/>
            <a:gdLst/>
            <a:ahLst/>
            <a:cxnLst/>
            <a:rect l="0" t="0" r="0" b="0"/>
            <a:pathLst>
              <a:path w="285830" h="43298">
                <a:moveTo>
                  <a:pt x="0" y="43298"/>
                </a:moveTo>
                <a:lnTo>
                  <a:pt x="285830" y="0"/>
                </a:lnTo>
              </a:path>
            </a:pathLst>
          </a:custGeom>
          <a:noFill/>
          <a:ln w="9946">
            <a:solidFill>
              <a:srgbClr val="F17322">
                <a:alpha val="17000"/>
              </a:srgbClr>
            </a:solidFill>
            <a:prstDash val="solid"/>
          </a:ln>
        </p:spPr>
      </p:sp>
      <p:sp>
        <p:nvSpPr>
          <p:cNvPr id="858" name="lumia-token-stream-curve">
            <a:extLst>
              <a:ext uri="{FF2B5EF4-FFF2-40B4-BE49-F238E27FC236}">
                <a16:creationId xmlns:a16="http://schemas.microsoft.com/office/drawing/2014/main" id="{6F37EA7E-EA3A-4533-8AEA-FCDED0C78D87}"/>
              </a:ext>
            </a:extLst>
          </p:cNvPr>
          <p:cNvSpPr>
            <a:spLocks noGrp="1"/>
          </p:cNvSpPr>
          <p:nvPr/>
        </p:nvSpPr>
        <p:spPr>
          <a:xfrm>
            <a:off x="6759619" y="6254482"/>
            <a:ext cx="288120" cy="66555"/>
          </a:xfrm>
          <a:custGeom>
            <a:avLst/>
            <a:gdLst/>
            <a:ahLst/>
            <a:cxnLst/>
            <a:rect l="0" t="0" r="0" b="0"/>
            <a:pathLst>
              <a:path w="288120" h="66555">
                <a:moveTo>
                  <a:pt x="0" y="66555"/>
                </a:moveTo>
                <a:lnTo>
                  <a:pt x="288120" y="0"/>
                </a:lnTo>
              </a:path>
            </a:pathLst>
          </a:custGeom>
          <a:noFill/>
          <a:ln w="10191">
            <a:solidFill>
              <a:srgbClr val="F27E1E">
                <a:alpha val="17000"/>
              </a:srgbClr>
            </a:solidFill>
            <a:prstDash val="solid"/>
          </a:ln>
        </p:spPr>
      </p:sp>
      <p:sp>
        <p:nvSpPr>
          <p:cNvPr id="859" name="lumia-token-stream-curve">
            <a:extLst>
              <a:ext uri="{FF2B5EF4-FFF2-40B4-BE49-F238E27FC236}">
                <a16:creationId xmlns:a16="http://schemas.microsoft.com/office/drawing/2014/main" id="{3DAB7F0B-FC7A-4B65-B6DE-ADF019D8B118}"/>
              </a:ext>
            </a:extLst>
          </p:cNvPr>
          <p:cNvSpPr>
            <a:spLocks noGrp="1"/>
          </p:cNvSpPr>
          <p:nvPr/>
        </p:nvSpPr>
        <p:spPr>
          <a:xfrm>
            <a:off x="7047739" y="6164191"/>
            <a:ext cx="290303" cy="90291"/>
          </a:xfrm>
          <a:custGeom>
            <a:avLst/>
            <a:gdLst/>
            <a:ahLst/>
            <a:cxnLst/>
            <a:rect l="0" t="0" r="0" b="0"/>
            <a:pathLst>
              <a:path w="290303" h="90291">
                <a:moveTo>
                  <a:pt x="0" y="90291"/>
                </a:moveTo>
                <a:lnTo>
                  <a:pt x="290303" y="0"/>
                </a:lnTo>
              </a:path>
            </a:pathLst>
          </a:custGeom>
          <a:noFill/>
          <a:ln w="10442">
            <a:solidFill>
              <a:srgbClr val="F48919">
                <a:alpha val="18000"/>
              </a:srgbClr>
            </a:solidFill>
            <a:prstDash val="solid"/>
          </a:ln>
        </p:spPr>
      </p:sp>
      <p:sp>
        <p:nvSpPr>
          <p:cNvPr id="860" name="lumia-token-stream-curve">
            <a:extLst>
              <a:ext uri="{FF2B5EF4-FFF2-40B4-BE49-F238E27FC236}">
                <a16:creationId xmlns:a16="http://schemas.microsoft.com/office/drawing/2014/main" id="{3E1F1BFD-0BE7-41A9-B410-64FF060AFACB}"/>
              </a:ext>
            </a:extLst>
          </p:cNvPr>
          <p:cNvSpPr>
            <a:spLocks noGrp="1"/>
          </p:cNvSpPr>
          <p:nvPr/>
        </p:nvSpPr>
        <p:spPr>
          <a:xfrm>
            <a:off x="7338042" y="6052264"/>
            <a:ext cx="292379" cy="111927"/>
          </a:xfrm>
          <a:custGeom>
            <a:avLst/>
            <a:gdLst/>
            <a:ahLst/>
            <a:cxnLst/>
            <a:rect l="0" t="0" r="0" b="0"/>
            <a:pathLst>
              <a:path w="292379" h="111927">
                <a:moveTo>
                  <a:pt x="0" y="111927"/>
                </a:moveTo>
                <a:lnTo>
                  <a:pt x="292379" y="0"/>
                </a:lnTo>
              </a:path>
            </a:pathLst>
          </a:custGeom>
          <a:noFill/>
          <a:ln w="10697">
            <a:solidFill>
              <a:srgbClr val="F59415">
                <a:alpha val="18000"/>
              </a:srgbClr>
            </a:solidFill>
            <a:prstDash val="solid"/>
          </a:ln>
        </p:spPr>
      </p:sp>
      <p:sp>
        <p:nvSpPr>
          <p:cNvPr id="861" name="lumia-token-stream-curve">
            <a:extLst>
              <a:ext uri="{FF2B5EF4-FFF2-40B4-BE49-F238E27FC236}">
                <a16:creationId xmlns:a16="http://schemas.microsoft.com/office/drawing/2014/main" id="{9C1F35BA-F966-4A34-B2CD-F6ABA3CA2097}"/>
              </a:ext>
            </a:extLst>
          </p:cNvPr>
          <p:cNvSpPr>
            <a:spLocks noGrp="1"/>
          </p:cNvSpPr>
          <p:nvPr/>
        </p:nvSpPr>
        <p:spPr>
          <a:xfrm>
            <a:off x="7630420" y="5923217"/>
            <a:ext cx="294346" cy="129048"/>
          </a:xfrm>
          <a:custGeom>
            <a:avLst/>
            <a:gdLst/>
            <a:ahLst/>
            <a:cxnLst/>
            <a:rect l="0" t="0" r="0" b="0"/>
            <a:pathLst>
              <a:path w="294346" h="129048">
                <a:moveTo>
                  <a:pt x="0" y="129048"/>
                </a:moveTo>
                <a:lnTo>
                  <a:pt x="294346" y="0"/>
                </a:lnTo>
              </a:path>
            </a:pathLst>
          </a:custGeom>
          <a:noFill/>
          <a:ln w="10952">
            <a:solidFill>
              <a:srgbClr val="F79E11">
                <a:alpha val="19000"/>
              </a:srgbClr>
            </a:solidFill>
            <a:prstDash val="solid"/>
          </a:ln>
        </p:spPr>
      </p:sp>
      <p:sp>
        <p:nvSpPr>
          <p:cNvPr id="862" name="lumia-token-stream-curve">
            <a:extLst>
              <a:ext uri="{FF2B5EF4-FFF2-40B4-BE49-F238E27FC236}">
                <a16:creationId xmlns:a16="http://schemas.microsoft.com/office/drawing/2014/main" id="{9459A40C-C009-4905-AAB6-9DB64FE75CCF}"/>
              </a:ext>
            </a:extLst>
          </p:cNvPr>
          <p:cNvSpPr>
            <a:spLocks noGrp="1"/>
          </p:cNvSpPr>
          <p:nvPr/>
        </p:nvSpPr>
        <p:spPr>
          <a:xfrm>
            <a:off x="7924767" y="5783451"/>
            <a:ext cx="296207" cy="139765"/>
          </a:xfrm>
          <a:custGeom>
            <a:avLst/>
            <a:gdLst/>
            <a:ahLst/>
            <a:cxnLst/>
            <a:rect l="0" t="0" r="0" b="0"/>
            <a:pathLst>
              <a:path w="296207" h="139765">
                <a:moveTo>
                  <a:pt x="0" y="139765"/>
                </a:moveTo>
                <a:lnTo>
                  <a:pt x="296207" y="0"/>
                </a:lnTo>
              </a:path>
            </a:pathLst>
          </a:custGeom>
          <a:noFill/>
          <a:ln w="11206">
            <a:solidFill>
              <a:srgbClr val="F8A90C">
                <a:alpha val="19000"/>
              </a:srgbClr>
            </a:solidFill>
            <a:prstDash val="solid"/>
          </a:ln>
        </p:spPr>
      </p:sp>
      <p:sp>
        <p:nvSpPr>
          <p:cNvPr id="863" name="lumia-token-stream-curve">
            <a:extLst>
              <a:ext uri="{FF2B5EF4-FFF2-40B4-BE49-F238E27FC236}">
                <a16:creationId xmlns:a16="http://schemas.microsoft.com/office/drawing/2014/main" id="{1003A19A-7F77-4041-8C4C-622E2B4CF40B}"/>
              </a:ext>
            </a:extLst>
          </p:cNvPr>
          <p:cNvSpPr>
            <a:spLocks noGrp="1"/>
          </p:cNvSpPr>
          <p:nvPr/>
        </p:nvSpPr>
        <p:spPr>
          <a:xfrm>
            <a:off x="8220973" y="5640428"/>
            <a:ext cx="297959" cy="143023"/>
          </a:xfrm>
          <a:custGeom>
            <a:avLst/>
            <a:gdLst/>
            <a:ahLst/>
            <a:cxnLst/>
            <a:rect l="0" t="0" r="0" b="0"/>
            <a:pathLst>
              <a:path w="297959" h="143023">
                <a:moveTo>
                  <a:pt x="0" y="143023"/>
                </a:moveTo>
                <a:lnTo>
                  <a:pt x="297959" y="0"/>
                </a:lnTo>
              </a:path>
            </a:pathLst>
          </a:custGeom>
          <a:noFill/>
          <a:ln w="11456">
            <a:solidFill>
              <a:srgbClr val="FAB408">
                <a:alpha val="20000"/>
              </a:srgbClr>
            </a:solidFill>
            <a:prstDash val="solid"/>
          </a:ln>
        </p:spPr>
      </p:sp>
      <p:sp>
        <p:nvSpPr>
          <p:cNvPr id="864" name="lumia-token-stream-curve">
            <a:extLst>
              <a:ext uri="{FF2B5EF4-FFF2-40B4-BE49-F238E27FC236}">
                <a16:creationId xmlns:a16="http://schemas.microsoft.com/office/drawing/2014/main" id="{3B9377FE-DD8D-443D-BE76-D67963B5ADCA}"/>
              </a:ext>
            </a:extLst>
          </p:cNvPr>
          <p:cNvSpPr>
            <a:spLocks noGrp="1"/>
          </p:cNvSpPr>
          <p:nvPr/>
        </p:nvSpPr>
        <p:spPr>
          <a:xfrm>
            <a:off x="8518933" y="5501628"/>
            <a:ext cx="299604" cy="138800"/>
          </a:xfrm>
          <a:custGeom>
            <a:avLst/>
            <a:gdLst/>
            <a:ahLst/>
            <a:cxnLst/>
            <a:rect l="0" t="0" r="0" b="0"/>
            <a:pathLst>
              <a:path w="299604" h="138800">
                <a:moveTo>
                  <a:pt x="0" y="138800"/>
                </a:moveTo>
                <a:lnTo>
                  <a:pt x="299604" y="0"/>
                </a:lnTo>
              </a:path>
            </a:pathLst>
          </a:custGeom>
          <a:noFill/>
          <a:ln w="11699">
            <a:solidFill>
              <a:srgbClr val="F7BC07">
                <a:alpha val="20000"/>
              </a:srgbClr>
            </a:solidFill>
            <a:prstDash val="solid"/>
          </a:ln>
        </p:spPr>
      </p:sp>
      <p:sp>
        <p:nvSpPr>
          <p:cNvPr id="865" name="lumia-token-stream-curve">
            <a:extLst>
              <a:ext uri="{FF2B5EF4-FFF2-40B4-BE49-F238E27FC236}">
                <a16:creationId xmlns:a16="http://schemas.microsoft.com/office/drawing/2014/main" id="{C8692646-C25B-453B-A569-02325E981C7A}"/>
              </a:ext>
            </a:extLst>
          </p:cNvPr>
          <p:cNvSpPr>
            <a:spLocks noGrp="1"/>
          </p:cNvSpPr>
          <p:nvPr/>
        </p:nvSpPr>
        <p:spPr>
          <a:xfrm>
            <a:off x="8818537" y="5373462"/>
            <a:ext cx="301142" cy="128166"/>
          </a:xfrm>
          <a:custGeom>
            <a:avLst/>
            <a:gdLst/>
            <a:ahLst/>
            <a:cxnLst/>
            <a:rect l="0" t="0" r="0" b="0"/>
            <a:pathLst>
              <a:path w="301142" h="128166">
                <a:moveTo>
                  <a:pt x="0" y="128166"/>
                </a:moveTo>
                <a:lnTo>
                  <a:pt x="301142" y="0"/>
                </a:lnTo>
              </a:path>
            </a:pathLst>
          </a:custGeom>
          <a:noFill/>
          <a:ln w="11934">
            <a:solidFill>
              <a:srgbClr val="E5BA0E">
                <a:alpha val="20000"/>
              </a:srgbClr>
            </a:solidFill>
            <a:prstDash val="solid"/>
          </a:ln>
        </p:spPr>
      </p:sp>
      <p:sp>
        <p:nvSpPr>
          <p:cNvPr id="866" name="lumia-token-stream-curve">
            <a:extLst>
              <a:ext uri="{FF2B5EF4-FFF2-40B4-BE49-F238E27FC236}">
                <a16:creationId xmlns:a16="http://schemas.microsoft.com/office/drawing/2014/main" id="{FF3607DF-DF5E-48C1-AF33-E09E01CA588C}"/>
              </a:ext>
            </a:extLst>
          </p:cNvPr>
          <p:cNvSpPr>
            <a:spLocks noGrp="1"/>
          </p:cNvSpPr>
          <p:nvPr/>
        </p:nvSpPr>
        <p:spPr>
          <a:xfrm>
            <a:off x="9119679" y="5260286"/>
            <a:ext cx="302572" cy="113176"/>
          </a:xfrm>
          <a:custGeom>
            <a:avLst/>
            <a:gdLst/>
            <a:ahLst/>
            <a:cxnLst/>
            <a:rect l="0" t="0" r="0" b="0"/>
            <a:pathLst>
              <a:path w="302572" h="113176">
                <a:moveTo>
                  <a:pt x="0" y="113176"/>
                </a:moveTo>
                <a:lnTo>
                  <a:pt x="302572" y="0"/>
                </a:lnTo>
              </a:path>
            </a:pathLst>
          </a:custGeom>
          <a:noFill/>
          <a:ln w="12158">
            <a:solidFill>
              <a:srgbClr val="D3B815">
                <a:alpha val="21000"/>
              </a:srgbClr>
            </a:solidFill>
            <a:prstDash val="solid"/>
          </a:ln>
        </p:spPr>
      </p:sp>
      <p:sp>
        <p:nvSpPr>
          <p:cNvPr id="867" name="lumia-token-stream-curve">
            <a:extLst>
              <a:ext uri="{FF2B5EF4-FFF2-40B4-BE49-F238E27FC236}">
                <a16:creationId xmlns:a16="http://schemas.microsoft.com/office/drawing/2014/main" id="{725B1EA5-199F-4D58-A584-436A14C916C0}"/>
              </a:ext>
            </a:extLst>
          </p:cNvPr>
          <p:cNvSpPr>
            <a:spLocks noGrp="1"/>
          </p:cNvSpPr>
          <p:nvPr/>
        </p:nvSpPr>
        <p:spPr>
          <a:xfrm>
            <a:off x="9422251" y="5163686"/>
            <a:ext cx="303894" cy="96599"/>
          </a:xfrm>
          <a:custGeom>
            <a:avLst/>
            <a:gdLst/>
            <a:ahLst/>
            <a:cxnLst/>
            <a:rect l="0" t="0" r="0" b="0"/>
            <a:pathLst>
              <a:path w="303894" h="96599">
                <a:moveTo>
                  <a:pt x="0" y="96599"/>
                </a:moveTo>
                <a:lnTo>
                  <a:pt x="303894" y="0"/>
                </a:lnTo>
              </a:path>
            </a:pathLst>
          </a:custGeom>
          <a:noFill/>
          <a:ln w="12369">
            <a:solidFill>
              <a:srgbClr val="C2B61C">
                <a:alpha val="21000"/>
              </a:srgbClr>
            </a:solidFill>
            <a:prstDash val="solid"/>
          </a:ln>
        </p:spPr>
      </p:sp>
      <p:sp>
        <p:nvSpPr>
          <p:cNvPr id="868" name="lumia-token-stream-curve">
            <a:extLst>
              <a:ext uri="{FF2B5EF4-FFF2-40B4-BE49-F238E27FC236}">
                <a16:creationId xmlns:a16="http://schemas.microsoft.com/office/drawing/2014/main" id="{EDF103BD-0155-4C30-926A-20491E003719}"/>
              </a:ext>
            </a:extLst>
          </p:cNvPr>
          <p:cNvSpPr>
            <a:spLocks noGrp="1"/>
          </p:cNvSpPr>
          <p:nvPr/>
        </p:nvSpPr>
        <p:spPr>
          <a:xfrm>
            <a:off x="9726145" y="5082156"/>
            <a:ext cx="305109" cy="81530"/>
          </a:xfrm>
          <a:custGeom>
            <a:avLst/>
            <a:gdLst/>
            <a:ahLst/>
            <a:cxnLst/>
            <a:rect l="0" t="0" r="0" b="0"/>
            <a:pathLst>
              <a:path w="305109" h="81530">
                <a:moveTo>
                  <a:pt x="0" y="81530"/>
                </a:moveTo>
                <a:lnTo>
                  <a:pt x="305109" y="0"/>
                </a:lnTo>
              </a:path>
            </a:pathLst>
          </a:custGeom>
          <a:noFill/>
          <a:ln w="12564">
            <a:solidFill>
              <a:srgbClr val="B0B422">
                <a:alpha val="22000"/>
              </a:srgbClr>
            </a:solidFill>
            <a:prstDash val="solid"/>
          </a:ln>
        </p:spPr>
      </p:sp>
      <p:sp>
        <p:nvSpPr>
          <p:cNvPr id="869" name="lumia-token-stream-curve">
            <a:extLst>
              <a:ext uri="{FF2B5EF4-FFF2-40B4-BE49-F238E27FC236}">
                <a16:creationId xmlns:a16="http://schemas.microsoft.com/office/drawing/2014/main" id="{15898198-AAEF-4D92-BAB9-D4E98484EB83}"/>
              </a:ext>
            </a:extLst>
          </p:cNvPr>
          <p:cNvSpPr>
            <a:spLocks noGrp="1"/>
          </p:cNvSpPr>
          <p:nvPr/>
        </p:nvSpPr>
        <p:spPr>
          <a:xfrm>
            <a:off x="10031254" y="5011229"/>
            <a:ext cx="306217" cy="70927"/>
          </a:xfrm>
          <a:custGeom>
            <a:avLst/>
            <a:gdLst/>
            <a:ahLst/>
            <a:cxnLst/>
            <a:rect l="0" t="0" r="0" b="0"/>
            <a:pathLst>
              <a:path w="306217" h="70927">
                <a:moveTo>
                  <a:pt x="0" y="70927"/>
                </a:moveTo>
                <a:lnTo>
                  <a:pt x="306217" y="0"/>
                </a:lnTo>
              </a:path>
            </a:pathLst>
          </a:custGeom>
          <a:noFill/>
          <a:ln w="12740">
            <a:solidFill>
              <a:srgbClr val="9EB329">
                <a:alpha val="22000"/>
              </a:srgbClr>
            </a:solidFill>
            <a:prstDash val="solid"/>
          </a:ln>
        </p:spPr>
      </p:sp>
      <p:sp>
        <p:nvSpPr>
          <p:cNvPr id="870" name="lumia-token-stream-curve">
            <a:extLst>
              <a:ext uri="{FF2B5EF4-FFF2-40B4-BE49-F238E27FC236}">
                <a16:creationId xmlns:a16="http://schemas.microsoft.com/office/drawing/2014/main" id="{875782EB-FDA3-42A3-B11B-7C4257AB32F3}"/>
              </a:ext>
            </a:extLst>
          </p:cNvPr>
          <p:cNvSpPr>
            <a:spLocks noGrp="1"/>
          </p:cNvSpPr>
          <p:nvPr/>
        </p:nvSpPr>
        <p:spPr>
          <a:xfrm>
            <a:off x="10337471" y="4944078"/>
            <a:ext cx="307216" cy="67151"/>
          </a:xfrm>
          <a:custGeom>
            <a:avLst/>
            <a:gdLst/>
            <a:ahLst/>
            <a:cxnLst/>
            <a:rect l="0" t="0" r="0" b="0"/>
            <a:pathLst>
              <a:path w="307216" h="67151">
                <a:moveTo>
                  <a:pt x="0" y="67151"/>
                </a:moveTo>
                <a:lnTo>
                  <a:pt x="307216" y="0"/>
                </a:lnTo>
              </a:path>
            </a:pathLst>
          </a:custGeom>
          <a:noFill/>
          <a:ln w="12896">
            <a:solidFill>
              <a:srgbClr val="8CB130">
                <a:alpha val="22000"/>
              </a:srgbClr>
            </a:solidFill>
            <a:prstDash val="solid"/>
          </a:ln>
        </p:spPr>
      </p:sp>
      <p:sp>
        <p:nvSpPr>
          <p:cNvPr id="871" name="lumia-token-stream-curve">
            <a:extLst>
              <a:ext uri="{FF2B5EF4-FFF2-40B4-BE49-F238E27FC236}">
                <a16:creationId xmlns:a16="http://schemas.microsoft.com/office/drawing/2014/main" id="{30E48EC7-FA69-4BF3-98C9-08C28244DE6D}"/>
              </a:ext>
            </a:extLst>
          </p:cNvPr>
          <p:cNvSpPr>
            <a:spLocks noGrp="1"/>
          </p:cNvSpPr>
          <p:nvPr/>
        </p:nvSpPr>
        <p:spPr>
          <a:xfrm>
            <a:off x="10644687" y="4872495"/>
            <a:ext cx="308108" cy="71582"/>
          </a:xfrm>
          <a:custGeom>
            <a:avLst/>
            <a:gdLst/>
            <a:ahLst/>
            <a:cxnLst/>
            <a:rect l="0" t="0" r="0" b="0"/>
            <a:pathLst>
              <a:path w="308108" h="71582">
                <a:moveTo>
                  <a:pt x="0" y="71582"/>
                </a:moveTo>
                <a:lnTo>
                  <a:pt x="308108" y="0"/>
                </a:lnTo>
              </a:path>
            </a:pathLst>
          </a:custGeom>
          <a:noFill/>
          <a:ln w="13029">
            <a:solidFill>
              <a:srgbClr val="7BAF37">
                <a:alpha val="22000"/>
              </a:srgbClr>
            </a:solidFill>
            <a:prstDash val="solid"/>
          </a:ln>
        </p:spPr>
      </p:sp>
      <p:sp>
        <p:nvSpPr>
          <p:cNvPr id="872" name="lumia-token-stream-curve">
            <a:extLst>
              <a:ext uri="{FF2B5EF4-FFF2-40B4-BE49-F238E27FC236}">
                <a16:creationId xmlns:a16="http://schemas.microsoft.com/office/drawing/2014/main" id="{57CDBE5D-B82A-400E-B47E-B85AFCF05B36}"/>
              </a:ext>
            </a:extLst>
          </p:cNvPr>
          <p:cNvSpPr>
            <a:spLocks noGrp="1"/>
          </p:cNvSpPr>
          <p:nvPr/>
        </p:nvSpPr>
        <p:spPr>
          <a:xfrm>
            <a:off x="10952796" y="4788117"/>
            <a:ext cx="308893" cy="84378"/>
          </a:xfrm>
          <a:custGeom>
            <a:avLst/>
            <a:gdLst/>
            <a:ahLst/>
            <a:cxnLst/>
            <a:rect l="0" t="0" r="0" b="0"/>
            <a:pathLst>
              <a:path w="308893" h="84378">
                <a:moveTo>
                  <a:pt x="0" y="84378"/>
                </a:moveTo>
                <a:lnTo>
                  <a:pt x="308893" y="0"/>
                </a:lnTo>
              </a:path>
            </a:pathLst>
          </a:custGeom>
          <a:noFill/>
          <a:ln w="13136">
            <a:solidFill>
              <a:srgbClr val="69AD3E">
                <a:alpha val="23000"/>
              </a:srgbClr>
            </a:solidFill>
            <a:prstDash val="solid"/>
          </a:ln>
        </p:spPr>
      </p:sp>
      <p:sp>
        <p:nvSpPr>
          <p:cNvPr id="873" name="lumia-token-stream-curve">
            <a:extLst>
              <a:ext uri="{FF2B5EF4-FFF2-40B4-BE49-F238E27FC236}">
                <a16:creationId xmlns:a16="http://schemas.microsoft.com/office/drawing/2014/main" id="{39C64812-6322-43B4-AD4B-88B503B49A36}"/>
              </a:ext>
            </a:extLst>
          </p:cNvPr>
          <p:cNvSpPr>
            <a:spLocks noGrp="1"/>
          </p:cNvSpPr>
          <p:nvPr/>
        </p:nvSpPr>
        <p:spPr>
          <a:xfrm>
            <a:off x="11261689" y="4683700"/>
            <a:ext cx="309570" cy="104418"/>
          </a:xfrm>
          <a:custGeom>
            <a:avLst/>
            <a:gdLst/>
            <a:ahLst/>
            <a:cxnLst/>
            <a:rect l="0" t="0" r="0" b="0"/>
            <a:pathLst>
              <a:path w="309570" h="104418">
                <a:moveTo>
                  <a:pt x="0" y="104418"/>
                </a:moveTo>
                <a:lnTo>
                  <a:pt x="309570" y="0"/>
                </a:lnTo>
              </a:path>
            </a:pathLst>
          </a:custGeom>
          <a:noFill/>
          <a:ln w="13216">
            <a:solidFill>
              <a:srgbClr val="57AC45">
                <a:alpha val="23000"/>
              </a:srgbClr>
            </a:solidFill>
            <a:prstDash val="solid"/>
          </a:ln>
        </p:spPr>
      </p:sp>
      <p:sp>
        <p:nvSpPr>
          <p:cNvPr id="874" name="lumia-token-stream-curve">
            <a:extLst>
              <a:ext uri="{FF2B5EF4-FFF2-40B4-BE49-F238E27FC236}">
                <a16:creationId xmlns:a16="http://schemas.microsoft.com/office/drawing/2014/main" id="{C5EE2912-4E69-42D5-BE7B-4BD814C22A56}"/>
              </a:ext>
            </a:extLst>
          </p:cNvPr>
          <p:cNvSpPr>
            <a:spLocks noGrp="1"/>
          </p:cNvSpPr>
          <p:nvPr/>
        </p:nvSpPr>
        <p:spPr>
          <a:xfrm>
            <a:off x="11571259" y="4554250"/>
            <a:ext cx="310140" cy="129449"/>
          </a:xfrm>
          <a:custGeom>
            <a:avLst/>
            <a:gdLst/>
            <a:ahLst/>
            <a:cxnLst/>
            <a:rect l="0" t="0" r="0" b="0"/>
            <a:pathLst>
              <a:path w="310140" h="129449">
                <a:moveTo>
                  <a:pt x="0" y="129449"/>
                </a:moveTo>
                <a:lnTo>
                  <a:pt x="310140" y="0"/>
                </a:lnTo>
              </a:path>
            </a:pathLst>
          </a:custGeom>
          <a:noFill/>
          <a:ln w="13266">
            <a:solidFill>
              <a:srgbClr val="46AA4C">
                <a:alpha val="23000"/>
              </a:srgbClr>
            </a:solidFill>
            <a:prstDash val="solid"/>
          </a:ln>
        </p:spPr>
      </p:sp>
      <p:sp>
        <p:nvSpPr>
          <p:cNvPr id="875" name="lumia-token-stream-curve">
            <a:extLst>
              <a:ext uri="{FF2B5EF4-FFF2-40B4-BE49-F238E27FC236}">
                <a16:creationId xmlns:a16="http://schemas.microsoft.com/office/drawing/2014/main" id="{D0110550-32FC-4A6A-961B-44249D37FD05}"/>
              </a:ext>
            </a:extLst>
          </p:cNvPr>
          <p:cNvSpPr>
            <a:spLocks noGrp="1"/>
          </p:cNvSpPr>
          <p:nvPr/>
        </p:nvSpPr>
        <p:spPr>
          <a:xfrm>
            <a:off x="11881398" y="4397828"/>
            <a:ext cx="310602" cy="156422"/>
          </a:xfrm>
          <a:custGeom>
            <a:avLst/>
            <a:gdLst/>
            <a:ahLst/>
            <a:cxnLst/>
            <a:rect l="0" t="0" r="0" b="0"/>
            <a:pathLst>
              <a:path w="310602" h="156422">
                <a:moveTo>
                  <a:pt x="0" y="156422"/>
                </a:moveTo>
                <a:lnTo>
                  <a:pt x="310602" y="0"/>
                </a:lnTo>
              </a:path>
            </a:pathLst>
          </a:custGeom>
          <a:noFill/>
          <a:ln w="13283">
            <a:solidFill>
              <a:srgbClr val="34A853">
                <a:alpha val="23000"/>
              </a:srgbClr>
            </a:solidFill>
            <a:prstDash val="solid"/>
          </a:ln>
        </p:spPr>
      </p:sp>
      <p:sp>
        <p:nvSpPr>
          <p:cNvPr id="876" name="lumia-token-stream-curve">
            <a:extLst>
              <a:ext uri="{FF2B5EF4-FFF2-40B4-BE49-F238E27FC236}">
                <a16:creationId xmlns:a16="http://schemas.microsoft.com/office/drawing/2014/main" id="{95FE0D73-9D30-4489-993F-8427A6FC81C3}"/>
              </a:ext>
            </a:extLst>
          </p:cNvPr>
          <p:cNvSpPr>
            <a:spLocks noGrp="1"/>
          </p:cNvSpPr>
          <p:nvPr/>
        </p:nvSpPr>
        <p:spPr>
          <a:xfrm>
            <a:off x="0" y="6328447"/>
            <a:ext cx="137123" cy="96205"/>
          </a:xfrm>
          <a:custGeom>
            <a:avLst/>
            <a:gdLst/>
            <a:ahLst/>
            <a:cxnLst/>
            <a:rect l="0" t="0" r="0" b="0"/>
            <a:pathLst>
              <a:path w="137123" h="96205">
                <a:moveTo>
                  <a:pt x="0" y="0"/>
                </a:moveTo>
                <a:lnTo>
                  <a:pt x="137123" y="96205"/>
                </a:lnTo>
              </a:path>
            </a:pathLst>
          </a:custGeom>
          <a:noFill/>
          <a:ln w="8573">
            <a:solidFill>
              <a:srgbClr val="4285F4">
                <a:alpha val="11000"/>
              </a:srgbClr>
            </a:solidFill>
            <a:prstDash val="solid"/>
          </a:ln>
        </p:spPr>
      </p:sp>
      <p:sp>
        <p:nvSpPr>
          <p:cNvPr id="877" name="lumia-token-stream-curve">
            <a:extLst>
              <a:ext uri="{FF2B5EF4-FFF2-40B4-BE49-F238E27FC236}">
                <a16:creationId xmlns:a16="http://schemas.microsoft.com/office/drawing/2014/main" id="{736FCF6A-61F8-4D13-982B-A3AFA578F99E}"/>
              </a:ext>
            </a:extLst>
          </p:cNvPr>
          <p:cNvSpPr>
            <a:spLocks noGrp="1"/>
          </p:cNvSpPr>
          <p:nvPr/>
        </p:nvSpPr>
        <p:spPr>
          <a:xfrm>
            <a:off x="137123" y="6424651"/>
            <a:ext cx="191403" cy="89846"/>
          </a:xfrm>
          <a:custGeom>
            <a:avLst/>
            <a:gdLst/>
            <a:ahLst/>
            <a:cxnLst/>
            <a:rect l="0" t="0" r="0" b="0"/>
            <a:pathLst>
              <a:path w="191403" h="89846">
                <a:moveTo>
                  <a:pt x="0" y="0"/>
                </a:moveTo>
                <a:lnTo>
                  <a:pt x="191403" y="89846"/>
                </a:lnTo>
              </a:path>
            </a:pathLst>
          </a:custGeom>
          <a:noFill/>
          <a:ln w="8573">
            <a:solidFill>
              <a:srgbClr val="447EEC">
                <a:alpha val="11000"/>
              </a:srgbClr>
            </a:solidFill>
            <a:prstDash val="solid"/>
          </a:ln>
        </p:spPr>
      </p:sp>
      <p:sp>
        <p:nvSpPr>
          <p:cNvPr id="878" name="lumia-token-stream-curve">
            <a:extLst>
              <a:ext uri="{FF2B5EF4-FFF2-40B4-BE49-F238E27FC236}">
                <a16:creationId xmlns:a16="http://schemas.microsoft.com/office/drawing/2014/main" id="{44B306D5-FE82-45C5-997B-73293BC1268B}"/>
              </a:ext>
            </a:extLst>
          </p:cNvPr>
          <p:cNvSpPr>
            <a:spLocks noGrp="1"/>
          </p:cNvSpPr>
          <p:nvPr/>
        </p:nvSpPr>
        <p:spPr>
          <a:xfrm>
            <a:off x="328526" y="6514498"/>
            <a:ext cx="196449" cy="81251"/>
          </a:xfrm>
          <a:custGeom>
            <a:avLst/>
            <a:gdLst/>
            <a:ahLst/>
            <a:cxnLst/>
            <a:rect l="0" t="0" r="0" b="0"/>
            <a:pathLst>
              <a:path w="196449" h="81251">
                <a:moveTo>
                  <a:pt x="0" y="0"/>
                </a:moveTo>
                <a:lnTo>
                  <a:pt x="196449" y="81251"/>
                </a:lnTo>
              </a:path>
            </a:pathLst>
          </a:custGeom>
          <a:noFill/>
          <a:ln w="8573">
            <a:solidFill>
              <a:srgbClr val="4678E3">
                <a:alpha val="11000"/>
              </a:srgbClr>
            </a:solidFill>
            <a:prstDash val="solid"/>
          </a:ln>
        </p:spPr>
      </p:sp>
      <p:sp>
        <p:nvSpPr>
          <p:cNvPr id="879" name="lumia-token-stream-curve">
            <a:extLst>
              <a:ext uri="{FF2B5EF4-FFF2-40B4-BE49-F238E27FC236}">
                <a16:creationId xmlns:a16="http://schemas.microsoft.com/office/drawing/2014/main" id="{A15888AB-4562-449A-A059-AEB7480B103E}"/>
              </a:ext>
            </a:extLst>
          </p:cNvPr>
          <p:cNvSpPr>
            <a:spLocks noGrp="1"/>
          </p:cNvSpPr>
          <p:nvPr/>
        </p:nvSpPr>
        <p:spPr>
          <a:xfrm>
            <a:off x="524975" y="6595749"/>
            <a:ext cx="201387" cy="70422"/>
          </a:xfrm>
          <a:custGeom>
            <a:avLst/>
            <a:gdLst/>
            <a:ahLst/>
            <a:cxnLst/>
            <a:rect l="0" t="0" r="0" b="0"/>
            <a:pathLst>
              <a:path w="201387" h="70422">
                <a:moveTo>
                  <a:pt x="0" y="0"/>
                </a:moveTo>
                <a:lnTo>
                  <a:pt x="201387" y="70422"/>
                </a:lnTo>
              </a:path>
            </a:pathLst>
          </a:custGeom>
          <a:noFill/>
          <a:ln w="8573">
            <a:solidFill>
              <a:srgbClr val="4871DB">
                <a:alpha val="11000"/>
              </a:srgbClr>
            </a:solidFill>
            <a:prstDash val="solid"/>
          </a:ln>
        </p:spPr>
      </p:sp>
      <p:sp>
        <p:nvSpPr>
          <p:cNvPr id="880" name="lumia-token-stream-curve">
            <a:extLst>
              <a:ext uri="{FF2B5EF4-FFF2-40B4-BE49-F238E27FC236}">
                <a16:creationId xmlns:a16="http://schemas.microsoft.com/office/drawing/2014/main" id="{41163EBB-8003-45BB-BF89-55C7D01F5044}"/>
              </a:ext>
            </a:extLst>
          </p:cNvPr>
          <p:cNvSpPr>
            <a:spLocks noGrp="1"/>
          </p:cNvSpPr>
          <p:nvPr/>
        </p:nvSpPr>
        <p:spPr>
          <a:xfrm>
            <a:off x="726361" y="6666171"/>
            <a:ext cx="206214" cy="39429"/>
          </a:xfrm>
          <a:custGeom>
            <a:avLst/>
            <a:gdLst/>
            <a:ahLst/>
            <a:cxnLst/>
            <a:rect l="0" t="0" r="0" b="0"/>
            <a:pathLst>
              <a:path w="206214" h="39429">
                <a:moveTo>
                  <a:pt x="0" y="0"/>
                </a:moveTo>
                <a:lnTo>
                  <a:pt x="206214" y="39429"/>
                </a:lnTo>
              </a:path>
            </a:pathLst>
          </a:custGeom>
          <a:noFill/>
          <a:ln w="8573">
            <a:solidFill>
              <a:srgbClr val="4A6BD2">
                <a:alpha val="11000"/>
              </a:srgbClr>
            </a:solidFill>
            <a:prstDash val="solid"/>
          </a:ln>
        </p:spPr>
      </p:sp>
      <p:sp>
        <p:nvSpPr>
          <p:cNvPr id="881" name="lumia-token-stream-curve">
            <a:extLst>
              <a:ext uri="{FF2B5EF4-FFF2-40B4-BE49-F238E27FC236}">
                <a16:creationId xmlns:a16="http://schemas.microsoft.com/office/drawing/2014/main" id="{41E9647F-96F3-4CEF-9989-342B8765A373}"/>
              </a:ext>
            </a:extLst>
          </p:cNvPr>
          <p:cNvSpPr>
            <a:spLocks noGrp="1"/>
          </p:cNvSpPr>
          <p:nvPr/>
        </p:nvSpPr>
        <p:spPr>
          <a:xfrm>
            <a:off x="932575" y="6705600"/>
            <a:ext cx="210932" cy="9525"/>
          </a:xfrm>
          <a:custGeom>
            <a:avLst/>
            <a:gdLst/>
            <a:ahLst/>
            <a:cxnLst/>
            <a:rect l="0" t="0" r="0" b="0"/>
            <a:pathLst>
              <a:path w="210932" h="9525">
                <a:moveTo>
                  <a:pt x="0" y="0"/>
                </a:moveTo>
                <a:lnTo>
                  <a:pt x="210932" y="0"/>
                </a:lnTo>
              </a:path>
            </a:pathLst>
          </a:custGeom>
          <a:noFill/>
          <a:ln w="8573">
            <a:solidFill>
              <a:srgbClr val="4C64CA">
                <a:alpha val="11000"/>
              </a:srgbClr>
            </a:solidFill>
            <a:prstDash val="solid"/>
          </a:ln>
        </p:spPr>
      </p:sp>
      <p:sp>
        <p:nvSpPr>
          <p:cNvPr id="882" name="lumia-token-stream-curve">
            <a:extLst>
              <a:ext uri="{FF2B5EF4-FFF2-40B4-BE49-F238E27FC236}">
                <a16:creationId xmlns:a16="http://schemas.microsoft.com/office/drawing/2014/main" id="{27E87C64-ACDD-4103-84DF-2B453ECA943C}"/>
              </a:ext>
            </a:extLst>
          </p:cNvPr>
          <p:cNvSpPr>
            <a:spLocks noGrp="1"/>
          </p:cNvSpPr>
          <p:nvPr/>
        </p:nvSpPr>
        <p:spPr>
          <a:xfrm>
            <a:off x="1143508" y="6705600"/>
            <a:ext cx="215541" cy="9525"/>
          </a:xfrm>
          <a:custGeom>
            <a:avLst/>
            <a:gdLst/>
            <a:ahLst/>
            <a:cxnLst/>
            <a:rect l="0" t="0" r="0" b="0"/>
            <a:pathLst>
              <a:path w="215541" h="9525">
                <a:moveTo>
                  <a:pt x="0" y="0"/>
                </a:moveTo>
                <a:lnTo>
                  <a:pt x="215541" y="0"/>
                </a:lnTo>
              </a:path>
            </a:pathLst>
          </a:custGeom>
          <a:noFill/>
          <a:ln w="8573">
            <a:solidFill>
              <a:srgbClr val="4E5EC1">
                <a:alpha val="11000"/>
              </a:srgbClr>
            </a:solidFill>
            <a:prstDash val="solid"/>
          </a:ln>
        </p:spPr>
      </p:sp>
      <p:sp>
        <p:nvSpPr>
          <p:cNvPr id="883" name="lumia-token-stream-curve">
            <a:extLst>
              <a:ext uri="{FF2B5EF4-FFF2-40B4-BE49-F238E27FC236}">
                <a16:creationId xmlns:a16="http://schemas.microsoft.com/office/drawing/2014/main" id="{0448A895-AB42-4BB9-92C4-3B71FC0FC8B7}"/>
              </a:ext>
            </a:extLst>
          </p:cNvPr>
          <p:cNvSpPr>
            <a:spLocks noGrp="1"/>
          </p:cNvSpPr>
          <p:nvPr/>
        </p:nvSpPr>
        <p:spPr>
          <a:xfrm>
            <a:off x="1359048" y="6705600"/>
            <a:ext cx="220040" cy="9525"/>
          </a:xfrm>
          <a:custGeom>
            <a:avLst/>
            <a:gdLst/>
            <a:ahLst/>
            <a:cxnLst/>
            <a:rect l="0" t="0" r="0" b="0"/>
            <a:pathLst>
              <a:path w="220040" h="9525">
                <a:moveTo>
                  <a:pt x="0" y="0"/>
                </a:moveTo>
                <a:lnTo>
                  <a:pt x="220040" y="0"/>
                </a:lnTo>
              </a:path>
            </a:pathLst>
          </a:custGeom>
          <a:noFill/>
          <a:ln w="8573">
            <a:solidFill>
              <a:srgbClr val="5057B9">
                <a:alpha val="11000"/>
              </a:srgbClr>
            </a:solidFill>
            <a:prstDash val="solid"/>
          </a:ln>
        </p:spPr>
      </p:sp>
      <p:sp>
        <p:nvSpPr>
          <p:cNvPr id="884" name="lumia-token-stream-curve">
            <a:extLst>
              <a:ext uri="{FF2B5EF4-FFF2-40B4-BE49-F238E27FC236}">
                <a16:creationId xmlns:a16="http://schemas.microsoft.com/office/drawing/2014/main" id="{CA452661-D3E1-42C8-B41A-23E7B35269C1}"/>
              </a:ext>
            </a:extLst>
          </p:cNvPr>
          <p:cNvSpPr>
            <a:spLocks noGrp="1"/>
          </p:cNvSpPr>
          <p:nvPr/>
        </p:nvSpPr>
        <p:spPr>
          <a:xfrm>
            <a:off x="1579088" y="6705600"/>
            <a:ext cx="224429" cy="9525"/>
          </a:xfrm>
          <a:custGeom>
            <a:avLst/>
            <a:gdLst/>
            <a:ahLst/>
            <a:cxnLst/>
            <a:rect l="0" t="0" r="0" b="0"/>
            <a:pathLst>
              <a:path w="224429" h="9525">
                <a:moveTo>
                  <a:pt x="0" y="0"/>
                </a:moveTo>
                <a:lnTo>
                  <a:pt x="224429" y="0"/>
                </a:lnTo>
              </a:path>
            </a:pathLst>
          </a:custGeom>
          <a:noFill/>
          <a:ln w="8573">
            <a:solidFill>
              <a:srgbClr val="5250B0">
                <a:alpha val="11000"/>
              </a:srgbClr>
            </a:solidFill>
            <a:prstDash val="solid"/>
          </a:ln>
        </p:spPr>
      </p:sp>
      <p:sp>
        <p:nvSpPr>
          <p:cNvPr id="885" name="lumia-token-stream-curve">
            <a:extLst>
              <a:ext uri="{FF2B5EF4-FFF2-40B4-BE49-F238E27FC236}">
                <a16:creationId xmlns:a16="http://schemas.microsoft.com/office/drawing/2014/main" id="{4A06214D-BD11-42A4-B2BE-5346BC72B99C}"/>
              </a:ext>
            </a:extLst>
          </p:cNvPr>
          <p:cNvSpPr>
            <a:spLocks noGrp="1"/>
          </p:cNvSpPr>
          <p:nvPr/>
        </p:nvSpPr>
        <p:spPr>
          <a:xfrm>
            <a:off x="1803517" y="6705600"/>
            <a:ext cx="228709" cy="9525"/>
          </a:xfrm>
          <a:custGeom>
            <a:avLst/>
            <a:gdLst/>
            <a:ahLst/>
            <a:cxnLst/>
            <a:rect l="0" t="0" r="0" b="0"/>
            <a:pathLst>
              <a:path w="228709" h="9525">
                <a:moveTo>
                  <a:pt x="0" y="0"/>
                </a:moveTo>
                <a:lnTo>
                  <a:pt x="228709" y="0"/>
                </a:lnTo>
              </a:path>
            </a:pathLst>
          </a:custGeom>
          <a:noFill/>
          <a:ln w="8573">
            <a:solidFill>
              <a:srgbClr val="544AA8">
                <a:alpha val="11000"/>
              </a:srgbClr>
            </a:solidFill>
            <a:prstDash val="solid"/>
          </a:ln>
        </p:spPr>
      </p:sp>
      <p:sp>
        <p:nvSpPr>
          <p:cNvPr id="886" name="lumia-token-stream-curve">
            <a:extLst>
              <a:ext uri="{FF2B5EF4-FFF2-40B4-BE49-F238E27FC236}">
                <a16:creationId xmlns:a16="http://schemas.microsoft.com/office/drawing/2014/main" id="{86B2B939-D841-475C-B357-7653EF2649CB}"/>
              </a:ext>
            </a:extLst>
          </p:cNvPr>
          <p:cNvSpPr>
            <a:spLocks noGrp="1"/>
          </p:cNvSpPr>
          <p:nvPr/>
        </p:nvSpPr>
        <p:spPr>
          <a:xfrm>
            <a:off x="2032226" y="6705600"/>
            <a:ext cx="232879" cy="9525"/>
          </a:xfrm>
          <a:custGeom>
            <a:avLst/>
            <a:gdLst/>
            <a:ahLst/>
            <a:cxnLst/>
            <a:rect l="0" t="0" r="0" b="0"/>
            <a:pathLst>
              <a:path w="232879" h="9525">
                <a:moveTo>
                  <a:pt x="0" y="0"/>
                </a:moveTo>
                <a:lnTo>
                  <a:pt x="232879" y="0"/>
                </a:lnTo>
              </a:path>
            </a:pathLst>
          </a:custGeom>
          <a:noFill/>
          <a:ln w="8573">
            <a:solidFill>
              <a:srgbClr val="5643A0">
                <a:alpha val="11000"/>
              </a:srgbClr>
            </a:solidFill>
            <a:prstDash val="solid"/>
          </a:ln>
        </p:spPr>
      </p:sp>
      <p:sp>
        <p:nvSpPr>
          <p:cNvPr id="887" name="lumia-token-stream-curve">
            <a:extLst>
              <a:ext uri="{FF2B5EF4-FFF2-40B4-BE49-F238E27FC236}">
                <a16:creationId xmlns:a16="http://schemas.microsoft.com/office/drawing/2014/main" id="{C8FA30CE-8B9F-4EB3-A1FD-42B202A3AC49}"/>
              </a:ext>
            </a:extLst>
          </p:cNvPr>
          <p:cNvSpPr>
            <a:spLocks noGrp="1"/>
          </p:cNvSpPr>
          <p:nvPr/>
        </p:nvSpPr>
        <p:spPr>
          <a:xfrm>
            <a:off x="2265106" y="6705600"/>
            <a:ext cx="236940" cy="9525"/>
          </a:xfrm>
          <a:custGeom>
            <a:avLst/>
            <a:gdLst/>
            <a:ahLst/>
            <a:cxnLst/>
            <a:rect l="0" t="0" r="0" b="0"/>
            <a:pathLst>
              <a:path w="236940" h="9525">
                <a:moveTo>
                  <a:pt x="0" y="0"/>
                </a:moveTo>
                <a:lnTo>
                  <a:pt x="236940" y="0"/>
                </a:lnTo>
              </a:path>
            </a:pathLst>
          </a:custGeom>
          <a:noFill/>
          <a:ln w="8573">
            <a:solidFill>
              <a:srgbClr val="583D97">
                <a:alpha val="11000"/>
              </a:srgbClr>
            </a:solidFill>
            <a:prstDash val="solid"/>
          </a:ln>
        </p:spPr>
      </p:sp>
      <p:sp>
        <p:nvSpPr>
          <p:cNvPr id="888" name="lumia-token-stream-curve">
            <a:extLst>
              <a:ext uri="{FF2B5EF4-FFF2-40B4-BE49-F238E27FC236}">
                <a16:creationId xmlns:a16="http://schemas.microsoft.com/office/drawing/2014/main" id="{CBC53108-89E0-4582-AD73-581185E9F6C3}"/>
              </a:ext>
            </a:extLst>
          </p:cNvPr>
          <p:cNvSpPr>
            <a:spLocks noGrp="1"/>
          </p:cNvSpPr>
          <p:nvPr/>
        </p:nvSpPr>
        <p:spPr>
          <a:xfrm>
            <a:off x="2502046" y="6687817"/>
            <a:ext cx="240891" cy="17783"/>
          </a:xfrm>
          <a:custGeom>
            <a:avLst/>
            <a:gdLst/>
            <a:ahLst/>
            <a:cxnLst/>
            <a:rect l="0" t="0" r="0" b="0"/>
            <a:pathLst>
              <a:path w="240891" h="17783">
                <a:moveTo>
                  <a:pt x="0" y="17783"/>
                </a:moveTo>
                <a:lnTo>
                  <a:pt x="240891" y="0"/>
                </a:lnTo>
              </a:path>
            </a:pathLst>
          </a:custGeom>
          <a:noFill/>
          <a:ln w="8573">
            <a:solidFill>
              <a:srgbClr val="623C8F">
                <a:alpha val="11000"/>
              </a:srgbClr>
            </a:solidFill>
            <a:prstDash val="solid"/>
          </a:ln>
        </p:spPr>
      </p:sp>
      <p:sp>
        <p:nvSpPr>
          <p:cNvPr id="889" name="lumia-token-stream-curve">
            <a:extLst>
              <a:ext uri="{FF2B5EF4-FFF2-40B4-BE49-F238E27FC236}">
                <a16:creationId xmlns:a16="http://schemas.microsoft.com/office/drawing/2014/main" id="{25D52958-C673-4F0C-AE12-BB9F41DA045E}"/>
              </a:ext>
            </a:extLst>
          </p:cNvPr>
          <p:cNvSpPr>
            <a:spLocks noGrp="1"/>
          </p:cNvSpPr>
          <p:nvPr/>
        </p:nvSpPr>
        <p:spPr>
          <a:xfrm>
            <a:off x="2742937" y="6651598"/>
            <a:ext cx="244733" cy="36220"/>
          </a:xfrm>
          <a:custGeom>
            <a:avLst/>
            <a:gdLst/>
            <a:ahLst/>
            <a:cxnLst/>
            <a:rect l="0" t="0" r="0" b="0"/>
            <a:pathLst>
              <a:path w="244733" h="36220">
                <a:moveTo>
                  <a:pt x="0" y="36220"/>
                </a:moveTo>
                <a:lnTo>
                  <a:pt x="244733" y="0"/>
                </a:lnTo>
              </a:path>
            </a:pathLst>
          </a:custGeom>
          <a:noFill/>
          <a:ln w="8573">
            <a:solidFill>
              <a:srgbClr val="6F3C86">
                <a:alpha val="11000"/>
              </a:srgbClr>
            </a:solidFill>
            <a:prstDash val="solid"/>
          </a:ln>
        </p:spPr>
      </p:sp>
      <p:sp>
        <p:nvSpPr>
          <p:cNvPr id="890" name="lumia-token-stream-curve">
            <a:extLst>
              <a:ext uri="{FF2B5EF4-FFF2-40B4-BE49-F238E27FC236}">
                <a16:creationId xmlns:a16="http://schemas.microsoft.com/office/drawing/2014/main" id="{7F34E803-6049-42DF-9AA9-1322AFCEAD9D}"/>
              </a:ext>
            </a:extLst>
          </p:cNvPr>
          <p:cNvSpPr>
            <a:spLocks noGrp="1"/>
          </p:cNvSpPr>
          <p:nvPr/>
        </p:nvSpPr>
        <p:spPr>
          <a:xfrm>
            <a:off x="2987670" y="6620483"/>
            <a:ext cx="248465" cy="31114"/>
          </a:xfrm>
          <a:custGeom>
            <a:avLst/>
            <a:gdLst/>
            <a:ahLst/>
            <a:cxnLst/>
            <a:rect l="0" t="0" r="0" b="0"/>
            <a:pathLst>
              <a:path w="248465" h="31114">
                <a:moveTo>
                  <a:pt x="0" y="31114"/>
                </a:moveTo>
                <a:lnTo>
                  <a:pt x="248465" y="0"/>
                </a:lnTo>
              </a:path>
            </a:pathLst>
          </a:custGeom>
          <a:noFill/>
          <a:ln w="8573">
            <a:solidFill>
              <a:srgbClr val="7C3D7E">
                <a:alpha val="12000"/>
              </a:srgbClr>
            </a:solidFill>
            <a:prstDash val="solid"/>
          </a:ln>
        </p:spPr>
      </p:sp>
      <p:sp>
        <p:nvSpPr>
          <p:cNvPr id="891" name="lumia-token-stream-curve">
            <a:extLst>
              <a:ext uri="{FF2B5EF4-FFF2-40B4-BE49-F238E27FC236}">
                <a16:creationId xmlns:a16="http://schemas.microsoft.com/office/drawing/2014/main" id="{1091E19B-33B5-4485-B22E-F822564DBF1C}"/>
              </a:ext>
            </a:extLst>
          </p:cNvPr>
          <p:cNvSpPr>
            <a:spLocks noGrp="1"/>
          </p:cNvSpPr>
          <p:nvPr/>
        </p:nvSpPr>
        <p:spPr>
          <a:xfrm>
            <a:off x="3236135" y="6597757"/>
            <a:ext cx="252088" cy="22726"/>
          </a:xfrm>
          <a:custGeom>
            <a:avLst/>
            <a:gdLst/>
            <a:ahLst/>
            <a:cxnLst/>
            <a:rect l="0" t="0" r="0" b="0"/>
            <a:pathLst>
              <a:path w="252088" h="22726">
                <a:moveTo>
                  <a:pt x="0" y="22726"/>
                </a:moveTo>
                <a:lnTo>
                  <a:pt x="252088" y="0"/>
                </a:lnTo>
              </a:path>
            </a:pathLst>
          </a:custGeom>
          <a:noFill/>
          <a:ln w="8573">
            <a:solidFill>
              <a:srgbClr val="893E75">
                <a:alpha val="12000"/>
              </a:srgbClr>
            </a:solidFill>
            <a:prstDash val="solid"/>
          </a:ln>
        </p:spPr>
      </p:sp>
      <p:sp>
        <p:nvSpPr>
          <p:cNvPr id="892" name="lumia-token-stream-curve">
            <a:extLst>
              <a:ext uri="{FF2B5EF4-FFF2-40B4-BE49-F238E27FC236}">
                <a16:creationId xmlns:a16="http://schemas.microsoft.com/office/drawing/2014/main" id="{328F6F13-3E48-4177-A245-9411E67892D2}"/>
              </a:ext>
            </a:extLst>
          </p:cNvPr>
          <p:cNvSpPr>
            <a:spLocks noGrp="1"/>
          </p:cNvSpPr>
          <p:nvPr/>
        </p:nvSpPr>
        <p:spPr>
          <a:xfrm>
            <a:off x="3488223" y="6585561"/>
            <a:ext cx="255601" cy="12196"/>
          </a:xfrm>
          <a:custGeom>
            <a:avLst/>
            <a:gdLst/>
            <a:ahLst/>
            <a:cxnLst/>
            <a:rect l="0" t="0" r="0" b="0"/>
            <a:pathLst>
              <a:path w="255601" h="12196">
                <a:moveTo>
                  <a:pt x="0" y="12196"/>
                </a:moveTo>
                <a:lnTo>
                  <a:pt x="255601" y="0"/>
                </a:lnTo>
              </a:path>
            </a:pathLst>
          </a:custGeom>
          <a:noFill/>
          <a:ln w="8574">
            <a:solidFill>
              <a:srgbClr val="963E6C">
                <a:alpha val="12000"/>
              </a:srgbClr>
            </a:solidFill>
            <a:prstDash val="solid"/>
          </a:ln>
        </p:spPr>
      </p:sp>
      <p:sp>
        <p:nvSpPr>
          <p:cNvPr id="893" name="lumia-token-stream-curve">
            <a:extLst>
              <a:ext uri="{FF2B5EF4-FFF2-40B4-BE49-F238E27FC236}">
                <a16:creationId xmlns:a16="http://schemas.microsoft.com/office/drawing/2014/main" id="{F3DF7942-5D54-4A22-89EF-C8462028B744}"/>
              </a:ext>
            </a:extLst>
          </p:cNvPr>
          <p:cNvSpPr>
            <a:spLocks noGrp="1"/>
          </p:cNvSpPr>
          <p:nvPr/>
        </p:nvSpPr>
        <p:spPr>
          <a:xfrm>
            <a:off x="3743824" y="6584539"/>
            <a:ext cx="259004" cy="9525"/>
          </a:xfrm>
          <a:custGeom>
            <a:avLst/>
            <a:gdLst/>
            <a:ahLst/>
            <a:cxnLst/>
            <a:rect l="0" t="0" r="0" b="0"/>
            <a:pathLst>
              <a:path w="259004" h="9525">
                <a:moveTo>
                  <a:pt x="0" y="1021"/>
                </a:moveTo>
                <a:lnTo>
                  <a:pt x="259004" y="0"/>
                </a:lnTo>
              </a:path>
            </a:pathLst>
          </a:custGeom>
          <a:noFill/>
          <a:ln w="8600">
            <a:solidFill>
              <a:srgbClr val="A33F64">
                <a:alpha val="13000"/>
              </a:srgbClr>
            </a:solidFill>
            <a:prstDash val="solid"/>
          </a:ln>
        </p:spPr>
      </p:sp>
      <p:sp>
        <p:nvSpPr>
          <p:cNvPr id="894" name="lumia-token-stream-curve">
            <a:extLst>
              <a:ext uri="{FF2B5EF4-FFF2-40B4-BE49-F238E27FC236}">
                <a16:creationId xmlns:a16="http://schemas.microsoft.com/office/drawing/2014/main" id="{3F38E4B3-84D0-445A-84D8-1F82A23E5A1F}"/>
              </a:ext>
            </a:extLst>
          </p:cNvPr>
          <p:cNvSpPr>
            <a:spLocks noGrp="1"/>
          </p:cNvSpPr>
          <p:nvPr/>
        </p:nvSpPr>
        <p:spPr>
          <a:xfrm>
            <a:off x="4002828" y="6584539"/>
            <a:ext cx="262298" cy="9525"/>
          </a:xfrm>
          <a:custGeom>
            <a:avLst/>
            <a:gdLst/>
            <a:ahLst/>
            <a:cxnLst/>
            <a:rect l="0" t="0" r="0" b="0"/>
            <a:pathLst>
              <a:path w="262298" h="9525">
                <a:moveTo>
                  <a:pt x="0" y="0"/>
                </a:moveTo>
                <a:lnTo>
                  <a:pt x="262298" y="9085"/>
                </a:lnTo>
              </a:path>
            </a:pathLst>
          </a:custGeom>
          <a:noFill/>
          <a:ln w="8659">
            <a:solidFill>
              <a:srgbClr val="B0405B">
                <a:alpha val="13000"/>
              </a:srgbClr>
            </a:solidFill>
            <a:prstDash val="solid"/>
          </a:ln>
        </p:spPr>
      </p:sp>
      <p:sp>
        <p:nvSpPr>
          <p:cNvPr id="895" name="lumia-token-stream-curve">
            <a:extLst>
              <a:ext uri="{FF2B5EF4-FFF2-40B4-BE49-F238E27FC236}">
                <a16:creationId xmlns:a16="http://schemas.microsoft.com/office/drawing/2014/main" id="{0A63E5CC-56A1-4E08-8C96-6329B93CE9E9}"/>
              </a:ext>
            </a:extLst>
          </p:cNvPr>
          <p:cNvSpPr>
            <a:spLocks noGrp="1"/>
          </p:cNvSpPr>
          <p:nvPr/>
        </p:nvSpPr>
        <p:spPr>
          <a:xfrm>
            <a:off x="4265126" y="6593624"/>
            <a:ext cx="265483" cy="16381"/>
          </a:xfrm>
          <a:custGeom>
            <a:avLst/>
            <a:gdLst/>
            <a:ahLst/>
            <a:cxnLst/>
            <a:rect l="0" t="0" r="0" b="0"/>
            <a:pathLst>
              <a:path w="265483" h="16381">
                <a:moveTo>
                  <a:pt x="0" y="0"/>
                </a:moveTo>
                <a:lnTo>
                  <a:pt x="265483" y="16381"/>
                </a:lnTo>
              </a:path>
            </a:pathLst>
          </a:custGeom>
          <a:noFill/>
          <a:ln w="8749">
            <a:solidFill>
              <a:srgbClr val="BD4153">
                <a:alpha val="13000"/>
              </a:srgbClr>
            </a:solidFill>
            <a:prstDash val="solid"/>
          </a:ln>
        </p:spPr>
      </p:sp>
      <p:sp>
        <p:nvSpPr>
          <p:cNvPr id="896" name="lumia-token-stream-curve">
            <a:extLst>
              <a:ext uri="{FF2B5EF4-FFF2-40B4-BE49-F238E27FC236}">
                <a16:creationId xmlns:a16="http://schemas.microsoft.com/office/drawing/2014/main" id="{36846949-E4A2-4A47-8191-4B8B53898A69}"/>
              </a:ext>
            </a:extLst>
          </p:cNvPr>
          <p:cNvSpPr>
            <a:spLocks noGrp="1"/>
          </p:cNvSpPr>
          <p:nvPr/>
        </p:nvSpPr>
        <p:spPr>
          <a:xfrm>
            <a:off x="4530609" y="6610005"/>
            <a:ext cx="268557" cy="19313"/>
          </a:xfrm>
          <a:custGeom>
            <a:avLst/>
            <a:gdLst/>
            <a:ahLst/>
            <a:cxnLst/>
            <a:rect l="0" t="0" r="0" b="0"/>
            <a:pathLst>
              <a:path w="268557" h="19313">
                <a:moveTo>
                  <a:pt x="0" y="0"/>
                </a:moveTo>
                <a:lnTo>
                  <a:pt x="268557" y="19313"/>
                </a:lnTo>
              </a:path>
            </a:pathLst>
          </a:custGeom>
          <a:noFill/>
          <a:ln w="8867">
            <a:solidFill>
              <a:srgbClr val="CA414A">
                <a:alpha val="14000"/>
              </a:srgbClr>
            </a:solidFill>
            <a:prstDash val="solid"/>
          </a:ln>
        </p:spPr>
      </p:sp>
      <p:sp>
        <p:nvSpPr>
          <p:cNvPr id="897" name="lumia-token-stream-curve">
            <a:extLst>
              <a:ext uri="{FF2B5EF4-FFF2-40B4-BE49-F238E27FC236}">
                <a16:creationId xmlns:a16="http://schemas.microsoft.com/office/drawing/2014/main" id="{853583B1-1EA4-4B71-8A96-C1B10F24D60B}"/>
              </a:ext>
            </a:extLst>
          </p:cNvPr>
          <p:cNvSpPr>
            <a:spLocks noGrp="1"/>
          </p:cNvSpPr>
          <p:nvPr/>
        </p:nvSpPr>
        <p:spPr>
          <a:xfrm>
            <a:off x="4799166" y="6629318"/>
            <a:ext cx="271523" cy="16736"/>
          </a:xfrm>
          <a:custGeom>
            <a:avLst/>
            <a:gdLst/>
            <a:ahLst/>
            <a:cxnLst/>
            <a:rect l="0" t="0" r="0" b="0"/>
            <a:pathLst>
              <a:path w="271523" h="16736">
                <a:moveTo>
                  <a:pt x="0" y="0"/>
                </a:moveTo>
                <a:lnTo>
                  <a:pt x="271523" y="16736"/>
                </a:lnTo>
              </a:path>
            </a:pathLst>
          </a:custGeom>
          <a:noFill/>
          <a:ln w="9010">
            <a:solidFill>
              <a:srgbClr val="D74242">
                <a:alpha val="14000"/>
              </a:srgbClr>
            </a:solidFill>
            <a:prstDash val="solid"/>
          </a:ln>
        </p:spPr>
      </p:sp>
      <p:sp>
        <p:nvSpPr>
          <p:cNvPr id="898" name="lumia-token-stream-curve">
            <a:extLst>
              <a:ext uri="{FF2B5EF4-FFF2-40B4-BE49-F238E27FC236}">
                <a16:creationId xmlns:a16="http://schemas.microsoft.com/office/drawing/2014/main" id="{FD41EAD8-994E-4089-BEA5-780E03B97B5B}"/>
              </a:ext>
            </a:extLst>
          </p:cNvPr>
          <p:cNvSpPr>
            <a:spLocks noGrp="1"/>
          </p:cNvSpPr>
          <p:nvPr/>
        </p:nvSpPr>
        <p:spPr>
          <a:xfrm>
            <a:off x="5070689" y="6646055"/>
            <a:ext cx="274379" cy="9525"/>
          </a:xfrm>
          <a:custGeom>
            <a:avLst/>
            <a:gdLst/>
            <a:ahLst/>
            <a:cxnLst/>
            <a:rect l="0" t="0" r="0" b="0"/>
            <a:pathLst>
              <a:path w="274379" h="9525">
                <a:moveTo>
                  <a:pt x="0" y="0"/>
                </a:moveTo>
                <a:lnTo>
                  <a:pt x="274379" y="8100"/>
                </a:lnTo>
              </a:path>
            </a:pathLst>
          </a:custGeom>
          <a:noFill/>
          <a:ln w="9177">
            <a:solidFill>
              <a:srgbClr val="E44339">
                <a:alpha val="15000"/>
              </a:srgbClr>
            </a:solidFill>
            <a:prstDash val="solid"/>
          </a:ln>
        </p:spPr>
      </p:sp>
      <p:sp>
        <p:nvSpPr>
          <p:cNvPr id="899" name="lumia-token-stream-curve">
            <a:extLst>
              <a:ext uri="{FF2B5EF4-FFF2-40B4-BE49-F238E27FC236}">
                <a16:creationId xmlns:a16="http://schemas.microsoft.com/office/drawing/2014/main" id="{04AD5FBC-3758-404D-A395-D5A6BF722FF0}"/>
              </a:ext>
            </a:extLst>
          </p:cNvPr>
          <p:cNvSpPr>
            <a:spLocks noGrp="1"/>
          </p:cNvSpPr>
          <p:nvPr/>
        </p:nvSpPr>
        <p:spPr>
          <a:xfrm>
            <a:off x="5345067" y="6647734"/>
            <a:ext cx="277125" cy="9525"/>
          </a:xfrm>
          <a:custGeom>
            <a:avLst/>
            <a:gdLst/>
            <a:ahLst/>
            <a:cxnLst/>
            <a:rect l="0" t="0" r="0" b="0"/>
            <a:pathLst>
              <a:path w="277125" h="9525">
                <a:moveTo>
                  <a:pt x="0" y="6421"/>
                </a:moveTo>
                <a:lnTo>
                  <a:pt x="277125" y="0"/>
                </a:lnTo>
              </a:path>
            </a:pathLst>
          </a:custGeom>
          <a:noFill/>
          <a:ln w="9364">
            <a:solidFill>
              <a:srgbClr val="EB4833">
                <a:alpha val="15000"/>
              </a:srgbClr>
            </a:solidFill>
            <a:prstDash val="solid"/>
          </a:ln>
        </p:spPr>
      </p:sp>
      <p:sp>
        <p:nvSpPr>
          <p:cNvPr id="900" name="lumia-token-stream-curve">
            <a:extLst>
              <a:ext uri="{FF2B5EF4-FFF2-40B4-BE49-F238E27FC236}">
                <a16:creationId xmlns:a16="http://schemas.microsoft.com/office/drawing/2014/main" id="{61D8BDC5-4FCB-496E-A0B4-05C64AA4EC5E}"/>
              </a:ext>
            </a:extLst>
          </p:cNvPr>
          <p:cNvSpPr>
            <a:spLocks noGrp="1"/>
          </p:cNvSpPr>
          <p:nvPr/>
        </p:nvSpPr>
        <p:spPr>
          <a:xfrm>
            <a:off x="5622192" y="6621853"/>
            <a:ext cx="279761" cy="25881"/>
          </a:xfrm>
          <a:custGeom>
            <a:avLst/>
            <a:gdLst/>
            <a:ahLst/>
            <a:cxnLst/>
            <a:rect l="0" t="0" r="0" b="0"/>
            <a:pathLst>
              <a:path w="279761" h="25881">
                <a:moveTo>
                  <a:pt x="0" y="25881"/>
                </a:moveTo>
                <a:lnTo>
                  <a:pt x="279761" y="0"/>
                </a:lnTo>
              </a:path>
            </a:pathLst>
          </a:custGeom>
          <a:noFill/>
          <a:ln w="9569">
            <a:solidFill>
              <a:srgbClr val="EC532F">
                <a:alpha val="16000"/>
              </a:srgbClr>
            </a:solidFill>
            <a:prstDash val="solid"/>
          </a:ln>
        </p:spPr>
      </p:sp>
      <p:sp>
        <p:nvSpPr>
          <p:cNvPr id="901" name="lumia-token-stream-curve">
            <a:extLst>
              <a:ext uri="{FF2B5EF4-FFF2-40B4-BE49-F238E27FC236}">
                <a16:creationId xmlns:a16="http://schemas.microsoft.com/office/drawing/2014/main" id="{797EDE67-C7FE-4CAD-93CA-439B1C2D18D0}"/>
              </a:ext>
            </a:extLst>
          </p:cNvPr>
          <p:cNvSpPr>
            <a:spLocks noGrp="1"/>
          </p:cNvSpPr>
          <p:nvPr/>
        </p:nvSpPr>
        <p:spPr>
          <a:xfrm>
            <a:off x="5901954" y="6573225"/>
            <a:ext cx="282288" cy="48628"/>
          </a:xfrm>
          <a:custGeom>
            <a:avLst/>
            <a:gdLst/>
            <a:ahLst/>
            <a:cxnLst/>
            <a:rect l="0" t="0" r="0" b="0"/>
            <a:pathLst>
              <a:path w="282288" h="48628">
                <a:moveTo>
                  <a:pt x="0" y="48628"/>
                </a:moveTo>
                <a:lnTo>
                  <a:pt x="282288" y="0"/>
                </a:lnTo>
              </a:path>
            </a:pathLst>
          </a:custGeom>
          <a:noFill/>
          <a:ln w="9790">
            <a:solidFill>
              <a:srgbClr val="EE5E2A">
                <a:alpha val="16000"/>
              </a:srgbClr>
            </a:solidFill>
            <a:prstDash val="solid"/>
          </a:ln>
        </p:spPr>
      </p:sp>
      <p:sp>
        <p:nvSpPr>
          <p:cNvPr id="902" name="lumia-token-stream-curve">
            <a:extLst>
              <a:ext uri="{FF2B5EF4-FFF2-40B4-BE49-F238E27FC236}">
                <a16:creationId xmlns:a16="http://schemas.microsoft.com/office/drawing/2014/main" id="{5205ECB8-31CE-4D34-B251-5A8BBF0E5E69}"/>
              </a:ext>
            </a:extLst>
          </p:cNvPr>
          <p:cNvSpPr>
            <a:spLocks noGrp="1"/>
          </p:cNvSpPr>
          <p:nvPr/>
        </p:nvSpPr>
        <p:spPr>
          <a:xfrm>
            <a:off x="6184242" y="6500757"/>
            <a:ext cx="284706" cy="72469"/>
          </a:xfrm>
          <a:custGeom>
            <a:avLst/>
            <a:gdLst/>
            <a:ahLst/>
            <a:cxnLst/>
            <a:rect l="0" t="0" r="0" b="0"/>
            <a:pathLst>
              <a:path w="284706" h="72469">
                <a:moveTo>
                  <a:pt x="0" y="72469"/>
                </a:moveTo>
                <a:lnTo>
                  <a:pt x="284706" y="0"/>
                </a:lnTo>
              </a:path>
            </a:pathLst>
          </a:custGeom>
          <a:noFill/>
          <a:ln w="10025">
            <a:solidFill>
              <a:srgbClr val="EF6926">
                <a:alpha val="17000"/>
              </a:srgbClr>
            </a:solidFill>
            <a:prstDash val="solid"/>
          </a:ln>
        </p:spPr>
      </p:sp>
      <p:sp>
        <p:nvSpPr>
          <p:cNvPr id="903" name="lumia-token-stream-curve">
            <a:extLst>
              <a:ext uri="{FF2B5EF4-FFF2-40B4-BE49-F238E27FC236}">
                <a16:creationId xmlns:a16="http://schemas.microsoft.com/office/drawing/2014/main" id="{D3BCF445-7807-4D95-B0B9-F409465AD6E3}"/>
              </a:ext>
            </a:extLst>
          </p:cNvPr>
          <p:cNvSpPr>
            <a:spLocks noGrp="1"/>
          </p:cNvSpPr>
          <p:nvPr/>
        </p:nvSpPr>
        <p:spPr>
          <a:xfrm>
            <a:off x="6468948" y="6405825"/>
            <a:ext cx="287014" cy="94931"/>
          </a:xfrm>
          <a:custGeom>
            <a:avLst/>
            <a:gdLst/>
            <a:ahLst/>
            <a:cxnLst/>
            <a:rect l="0" t="0" r="0" b="0"/>
            <a:pathLst>
              <a:path w="287014" h="94931">
                <a:moveTo>
                  <a:pt x="0" y="94931"/>
                </a:moveTo>
                <a:lnTo>
                  <a:pt x="287014" y="0"/>
                </a:lnTo>
              </a:path>
            </a:pathLst>
          </a:custGeom>
          <a:noFill/>
          <a:ln w="10270">
            <a:solidFill>
              <a:srgbClr val="F17322">
                <a:alpha val="18000"/>
              </a:srgbClr>
            </a:solidFill>
            <a:prstDash val="solid"/>
          </a:ln>
        </p:spPr>
      </p:sp>
      <p:sp>
        <p:nvSpPr>
          <p:cNvPr id="904" name="lumia-token-stream-curve">
            <a:extLst>
              <a:ext uri="{FF2B5EF4-FFF2-40B4-BE49-F238E27FC236}">
                <a16:creationId xmlns:a16="http://schemas.microsoft.com/office/drawing/2014/main" id="{1595A4B5-57C5-4275-B154-784326FE3705}"/>
              </a:ext>
            </a:extLst>
          </p:cNvPr>
          <p:cNvSpPr>
            <a:spLocks noGrp="1"/>
          </p:cNvSpPr>
          <p:nvPr/>
        </p:nvSpPr>
        <p:spPr>
          <a:xfrm>
            <a:off x="6755962" y="6292236"/>
            <a:ext cx="289213" cy="113589"/>
          </a:xfrm>
          <a:custGeom>
            <a:avLst/>
            <a:gdLst/>
            <a:ahLst/>
            <a:cxnLst/>
            <a:rect l="0" t="0" r="0" b="0"/>
            <a:pathLst>
              <a:path w="289213" h="113589">
                <a:moveTo>
                  <a:pt x="0" y="113589"/>
                </a:moveTo>
                <a:lnTo>
                  <a:pt x="289213" y="0"/>
                </a:lnTo>
              </a:path>
            </a:pathLst>
          </a:custGeom>
          <a:noFill/>
          <a:ln w="10523">
            <a:solidFill>
              <a:srgbClr val="F27E1E">
                <a:alpha val="18000"/>
              </a:srgbClr>
            </a:solidFill>
            <a:prstDash val="solid"/>
          </a:ln>
        </p:spPr>
      </p:sp>
      <p:sp>
        <p:nvSpPr>
          <p:cNvPr id="905" name="lumia-token-stream-curve">
            <a:extLst>
              <a:ext uri="{FF2B5EF4-FFF2-40B4-BE49-F238E27FC236}">
                <a16:creationId xmlns:a16="http://schemas.microsoft.com/office/drawing/2014/main" id="{692EA523-4EB7-40EC-8481-2DF708C87624}"/>
              </a:ext>
            </a:extLst>
          </p:cNvPr>
          <p:cNvSpPr>
            <a:spLocks noGrp="1"/>
          </p:cNvSpPr>
          <p:nvPr/>
        </p:nvSpPr>
        <p:spPr>
          <a:xfrm>
            <a:off x="7045175" y="6165828"/>
            <a:ext cx="291301" cy="126408"/>
          </a:xfrm>
          <a:custGeom>
            <a:avLst/>
            <a:gdLst/>
            <a:ahLst/>
            <a:cxnLst/>
            <a:rect l="0" t="0" r="0" b="0"/>
            <a:pathLst>
              <a:path w="291301" h="126408">
                <a:moveTo>
                  <a:pt x="0" y="126408"/>
                </a:moveTo>
                <a:lnTo>
                  <a:pt x="291301" y="0"/>
                </a:lnTo>
              </a:path>
            </a:pathLst>
          </a:custGeom>
          <a:noFill/>
          <a:ln w="10783">
            <a:solidFill>
              <a:srgbClr val="F48919">
                <a:alpha val="19000"/>
              </a:srgbClr>
            </a:solidFill>
            <a:prstDash val="solid"/>
          </a:ln>
        </p:spPr>
      </p:sp>
      <p:sp>
        <p:nvSpPr>
          <p:cNvPr id="906" name="lumia-token-stream-curve">
            <a:extLst>
              <a:ext uri="{FF2B5EF4-FFF2-40B4-BE49-F238E27FC236}">
                <a16:creationId xmlns:a16="http://schemas.microsoft.com/office/drawing/2014/main" id="{28098E23-541A-40F1-9D54-65589103A9C6}"/>
              </a:ext>
            </a:extLst>
          </p:cNvPr>
          <p:cNvSpPr>
            <a:spLocks noGrp="1"/>
          </p:cNvSpPr>
          <p:nvPr/>
        </p:nvSpPr>
        <p:spPr>
          <a:xfrm>
            <a:off x="7336476" y="6033765"/>
            <a:ext cx="293281" cy="132063"/>
          </a:xfrm>
          <a:custGeom>
            <a:avLst/>
            <a:gdLst/>
            <a:ahLst/>
            <a:cxnLst/>
            <a:rect l="0" t="0" r="0" b="0"/>
            <a:pathLst>
              <a:path w="293281" h="132063">
                <a:moveTo>
                  <a:pt x="0" y="132063"/>
                </a:moveTo>
                <a:lnTo>
                  <a:pt x="293281" y="0"/>
                </a:lnTo>
              </a:path>
            </a:pathLst>
          </a:custGeom>
          <a:noFill/>
          <a:ln w="11045">
            <a:solidFill>
              <a:srgbClr val="F59415">
                <a:alpha val="19000"/>
              </a:srgbClr>
            </a:solidFill>
            <a:prstDash val="solid"/>
          </a:ln>
        </p:spPr>
      </p:sp>
      <p:sp>
        <p:nvSpPr>
          <p:cNvPr id="907" name="lumia-token-stream-curve">
            <a:extLst>
              <a:ext uri="{FF2B5EF4-FFF2-40B4-BE49-F238E27FC236}">
                <a16:creationId xmlns:a16="http://schemas.microsoft.com/office/drawing/2014/main" id="{A51046E6-CA78-44C7-9699-7652D400F170}"/>
              </a:ext>
            </a:extLst>
          </p:cNvPr>
          <p:cNvSpPr>
            <a:spLocks noGrp="1"/>
          </p:cNvSpPr>
          <p:nvPr/>
        </p:nvSpPr>
        <p:spPr>
          <a:xfrm>
            <a:off x="7629757" y="5903589"/>
            <a:ext cx="295151" cy="130176"/>
          </a:xfrm>
          <a:custGeom>
            <a:avLst/>
            <a:gdLst/>
            <a:ahLst/>
            <a:cxnLst/>
            <a:rect l="0" t="0" r="0" b="0"/>
            <a:pathLst>
              <a:path w="295151" h="130176">
                <a:moveTo>
                  <a:pt x="0" y="130176"/>
                </a:moveTo>
                <a:lnTo>
                  <a:pt x="295151" y="0"/>
                </a:lnTo>
              </a:path>
            </a:pathLst>
          </a:custGeom>
          <a:noFill/>
          <a:ln w="11309">
            <a:solidFill>
              <a:srgbClr val="F79E11">
                <a:alpha val="20000"/>
              </a:srgbClr>
            </a:solidFill>
            <a:prstDash val="solid"/>
          </a:ln>
        </p:spPr>
      </p:sp>
      <p:sp>
        <p:nvSpPr>
          <p:cNvPr id="908" name="lumia-token-stream-curve">
            <a:extLst>
              <a:ext uri="{FF2B5EF4-FFF2-40B4-BE49-F238E27FC236}">
                <a16:creationId xmlns:a16="http://schemas.microsoft.com/office/drawing/2014/main" id="{46D46AFB-80F9-4BA6-8534-C4F41339BFD7}"/>
              </a:ext>
            </a:extLst>
          </p:cNvPr>
          <p:cNvSpPr>
            <a:spLocks noGrp="1"/>
          </p:cNvSpPr>
          <p:nvPr/>
        </p:nvSpPr>
        <p:spPr>
          <a:xfrm>
            <a:off x="7924907" y="5782164"/>
            <a:ext cx="296911" cy="121425"/>
          </a:xfrm>
          <a:custGeom>
            <a:avLst/>
            <a:gdLst/>
            <a:ahLst/>
            <a:cxnLst/>
            <a:rect l="0" t="0" r="0" b="0"/>
            <a:pathLst>
              <a:path w="296911" h="121425">
                <a:moveTo>
                  <a:pt x="0" y="121425"/>
                </a:moveTo>
                <a:lnTo>
                  <a:pt x="296911" y="0"/>
                </a:lnTo>
              </a:path>
            </a:pathLst>
          </a:custGeom>
          <a:noFill/>
          <a:ln w="11571">
            <a:solidFill>
              <a:srgbClr val="F8A90C">
                <a:alpha val="20000"/>
              </a:srgbClr>
            </a:solidFill>
            <a:prstDash val="solid"/>
          </a:ln>
        </p:spPr>
      </p:sp>
      <p:sp>
        <p:nvSpPr>
          <p:cNvPr id="909" name="lumia-token-stream-curve">
            <a:extLst>
              <a:ext uri="{FF2B5EF4-FFF2-40B4-BE49-F238E27FC236}">
                <a16:creationId xmlns:a16="http://schemas.microsoft.com/office/drawing/2014/main" id="{A391826B-E73B-48C9-93A6-3ED60950D5F8}"/>
              </a:ext>
            </a:extLst>
          </p:cNvPr>
          <p:cNvSpPr>
            <a:spLocks noGrp="1"/>
          </p:cNvSpPr>
          <p:nvPr/>
        </p:nvSpPr>
        <p:spPr>
          <a:xfrm>
            <a:off x="8221818" y="5674661"/>
            <a:ext cx="298562" cy="107502"/>
          </a:xfrm>
          <a:custGeom>
            <a:avLst/>
            <a:gdLst/>
            <a:ahLst/>
            <a:cxnLst/>
            <a:rect l="0" t="0" r="0" b="0"/>
            <a:pathLst>
              <a:path w="298562" h="107502">
                <a:moveTo>
                  <a:pt x="0" y="107502"/>
                </a:moveTo>
                <a:lnTo>
                  <a:pt x="298562" y="0"/>
                </a:lnTo>
              </a:path>
            </a:pathLst>
          </a:custGeom>
          <a:noFill/>
          <a:ln w="11829">
            <a:solidFill>
              <a:srgbClr val="FAB408">
                <a:alpha val="21000"/>
              </a:srgbClr>
            </a:solidFill>
            <a:prstDash val="solid"/>
          </a:ln>
        </p:spPr>
      </p:sp>
      <p:sp>
        <p:nvSpPr>
          <p:cNvPr id="910" name="lumia-token-stream-curve">
            <a:extLst>
              <a:ext uri="{FF2B5EF4-FFF2-40B4-BE49-F238E27FC236}">
                <a16:creationId xmlns:a16="http://schemas.microsoft.com/office/drawing/2014/main" id="{DC3725E8-926C-4E6F-A7A2-1C3A036D11F2}"/>
              </a:ext>
            </a:extLst>
          </p:cNvPr>
          <p:cNvSpPr>
            <a:spLocks noGrp="1"/>
          </p:cNvSpPr>
          <p:nvPr/>
        </p:nvSpPr>
        <p:spPr>
          <a:xfrm>
            <a:off x="8520380" y="5583743"/>
            <a:ext cx="300103" cy="90919"/>
          </a:xfrm>
          <a:custGeom>
            <a:avLst/>
            <a:gdLst/>
            <a:ahLst/>
            <a:cxnLst/>
            <a:rect l="0" t="0" r="0" b="0"/>
            <a:pathLst>
              <a:path w="300103" h="90919">
                <a:moveTo>
                  <a:pt x="0" y="90919"/>
                </a:moveTo>
                <a:lnTo>
                  <a:pt x="300103" y="0"/>
                </a:lnTo>
              </a:path>
            </a:pathLst>
          </a:custGeom>
          <a:noFill/>
          <a:ln w="12081">
            <a:solidFill>
              <a:srgbClr val="F7BC07">
                <a:alpha val="21000"/>
              </a:srgbClr>
            </a:solidFill>
            <a:prstDash val="solid"/>
          </a:ln>
        </p:spPr>
      </p:sp>
      <p:sp>
        <p:nvSpPr>
          <p:cNvPr id="911" name="lumia-token-stream-curve">
            <a:extLst>
              <a:ext uri="{FF2B5EF4-FFF2-40B4-BE49-F238E27FC236}">
                <a16:creationId xmlns:a16="http://schemas.microsoft.com/office/drawing/2014/main" id="{2A858F7E-BEE9-4A91-83C1-4E399324AAD9}"/>
              </a:ext>
            </a:extLst>
          </p:cNvPr>
          <p:cNvSpPr>
            <a:spLocks noGrp="1"/>
          </p:cNvSpPr>
          <p:nvPr/>
        </p:nvSpPr>
        <p:spPr>
          <a:xfrm>
            <a:off x="8820483" y="5509075"/>
            <a:ext cx="301534" cy="74667"/>
          </a:xfrm>
          <a:custGeom>
            <a:avLst/>
            <a:gdLst/>
            <a:ahLst/>
            <a:cxnLst/>
            <a:rect l="0" t="0" r="0" b="0"/>
            <a:pathLst>
              <a:path w="301534" h="74667">
                <a:moveTo>
                  <a:pt x="0" y="74667"/>
                </a:moveTo>
                <a:lnTo>
                  <a:pt x="301534" y="0"/>
                </a:lnTo>
              </a:path>
            </a:pathLst>
          </a:custGeom>
          <a:noFill/>
          <a:ln w="12324">
            <a:solidFill>
              <a:srgbClr val="E5BA0E">
                <a:alpha val="22000"/>
              </a:srgbClr>
            </a:solidFill>
            <a:prstDash val="solid"/>
          </a:ln>
        </p:spPr>
      </p:sp>
      <p:sp>
        <p:nvSpPr>
          <p:cNvPr id="912" name="lumia-token-stream-curve">
            <a:extLst>
              <a:ext uri="{FF2B5EF4-FFF2-40B4-BE49-F238E27FC236}">
                <a16:creationId xmlns:a16="http://schemas.microsoft.com/office/drawing/2014/main" id="{F5902E1D-1581-4464-B08E-3C8C6A533ACC}"/>
              </a:ext>
            </a:extLst>
          </p:cNvPr>
          <p:cNvSpPr>
            <a:spLocks noGrp="1"/>
          </p:cNvSpPr>
          <p:nvPr/>
        </p:nvSpPr>
        <p:spPr>
          <a:xfrm>
            <a:off x="9122017" y="5447281"/>
            <a:ext cx="302856" cy="61794"/>
          </a:xfrm>
          <a:custGeom>
            <a:avLst/>
            <a:gdLst/>
            <a:ahLst/>
            <a:cxnLst/>
            <a:rect l="0" t="0" r="0" b="0"/>
            <a:pathLst>
              <a:path w="302856" h="61794">
                <a:moveTo>
                  <a:pt x="0" y="61794"/>
                </a:moveTo>
                <a:lnTo>
                  <a:pt x="302856" y="0"/>
                </a:lnTo>
              </a:path>
            </a:pathLst>
          </a:custGeom>
          <a:noFill/>
          <a:ln w="12555">
            <a:solidFill>
              <a:srgbClr val="D3B815">
                <a:alpha val="22000"/>
              </a:srgbClr>
            </a:solidFill>
            <a:prstDash val="solid"/>
          </a:ln>
        </p:spPr>
      </p:sp>
      <p:sp>
        <p:nvSpPr>
          <p:cNvPr id="913" name="lumia-token-stream-curve">
            <a:extLst>
              <a:ext uri="{FF2B5EF4-FFF2-40B4-BE49-F238E27FC236}">
                <a16:creationId xmlns:a16="http://schemas.microsoft.com/office/drawing/2014/main" id="{03BC1A6B-0AD1-4EFC-9694-3F4C1E0F9C32}"/>
              </a:ext>
            </a:extLst>
          </p:cNvPr>
          <p:cNvSpPr>
            <a:spLocks noGrp="1"/>
          </p:cNvSpPr>
          <p:nvPr/>
        </p:nvSpPr>
        <p:spPr>
          <a:xfrm>
            <a:off x="9424874" y="5392340"/>
            <a:ext cx="304069" cy="54941"/>
          </a:xfrm>
          <a:custGeom>
            <a:avLst/>
            <a:gdLst/>
            <a:ahLst/>
            <a:cxnLst/>
            <a:rect l="0" t="0" r="0" b="0"/>
            <a:pathLst>
              <a:path w="304069" h="54941">
                <a:moveTo>
                  <a:pt x="0" y="54941"/>
                </a:moveTo>
                <a:lnTo>
                  <a:pt x="304069" y="0"/>
                </a:lnTo>
              </a:path>
            </a:pathLst>
          </a:custGeom>
          <a:noFill/>
          <a:ln w="12772">
            <a:solidFill>
              <a:srgbClr val="C2B61C">
                <a:alpha val="22000"/>
              </a:srgbClr>
            </a:solidFill>
            <a:prstDash val="solid"/>
          </a:ln>
        </p:spPr>
      </p:sp>
      <p:sp>
        <p:nvSpPr>
          <p:cNvPr id="914" name="lumia-token-stream-curve">
            <a:extLst>
              <a:ext uri="{FF2B5EF4-FFF2-40B4-BE49-F238E27FC236}">
                <a16:creationId xmlns:a16="http://schemas.microsoft.com/office/drawing/2014/main" id="{65ABCDB4-5767-48C5-B139-60D22D7B9A0E}"/>
              </a:ext>
            </a:extLst>
          </p:cNvPr>
          <p:cNvSpPr>
            <a:spLocks noGrp="1"/>
          </p:cNvSpPr>
          <p:nvPr/>
        </p:nvSpPr>
        <p:spPr>
          <a:xfrm>
            <a:off x="9728943" y="5336416"/>
            <a:ext cx="305172" cy="55925"/>
          </a:xfrm>
          <a:custGeom>
            <a:avLst/>
            <a:gdLst/>
            <a:ahLst/>
            <a:cxnLst/>
            <a:rect l="0" t="0" r="0" b="0"/>
            <a:pathLst>
              <a:path w="305172" h="55925">
                <a:moveTo>
                  <a:pt x="0" y="55925"/>
                </a:moveTo>
                <a:lnTo>
                  <a:pt x="305172" y="0"/>
                </a:lnTo>
              </a:path>
            </a:pathLst>
          </a:custGeom>
          <a:noFill/>
          <a:ln w="12973">
            <a:solidFill>
              <a:srgbClr val="B0B422">
                <a:alpha val="23000"/>
              </a:srgbClr>
            </a:solidFill>
            <a:prstDash val="solid"/>
          </a:ln>
        </p:spPr>
      </p:sp>
      <p:sp>
        <p:nvSpPr>
          <p:cNvPr id="915" name="lumia-token-stream-curve">
            <a:extLst>
              <a:ext uri="{FF2B5EF4-FFF2-40B4-BE49-F238E27FC236}">
                <a16:creationId xmlns:a16="http://schemas.microsoft.com/office/drawing/2014/main" id="{A61FBFC4-6E4A-428E-B270-1D1B122BDD40}"/>
              </a:ext>
            </a:extLst>
          </p:cNvPr>
          <p:cNvSpPr>
            <a:spLocks noGrp="1"/>
          </p:cNvSpPr>
          <p:nvPr/>
        </p:nvSpPr>
        <p:spPr>
          <a:xfrm>
            <a:off x="10034115" y="5270981"/>
            <a:ext cx="306165" cy="65435"/>
          </a:xfrm>
          <a:custGeom>
            <a:avLst/>
            <a:gdLst/>
            <a:ahLst/>
            <a:cxnLst/>
            <a:rect l="0" t="0" r="0" b="0"/>
            <a:pathLst>
              <a:path w="306165" h="65435">
                <a:moveTo>
                  <a:pt x="0" y="65435"/>
                </a:moveTo>
                <a:lnTo>
                  <a:pt x="306165" y="0"/>
                </a:lnTo>
              </a:path>
            </a:pathLst>
          </a:custGeom>
          <a:noFill/>
          <a:ln w="13156">
            <a:solidFill>
              <a:srgbClr val="9EB329">
                <a:alpha val="23000"/>
              </a:srgbClr>
            </a:solidFill>
            <a:prstDash val="solid"/>
          </a:ln>
        </p:spPr>
      </p:sp>
      <p:sp>
        <p:nvSpPr>
          <p:cNvPr id="916" name="lumia-token-stream-curve">
            <a:extLst>
              <a:ext uri="{FF2B5EF4-FFF2-40B4-BE49-F238E27FC236}">
                <a16:creationId xmlns:a16="http://schemas.microsoft.com/office/drawing/2014/main" id="{60F46413-47CC-496B-8C3E-773418595DAF}"/>
              </a:ext>
            </a:extLst>
          </p:cNvPr>
          <p:cNvSpPr>
            <a:spLocks noGrp="1"/>
          </p:cNvSpPr>
          <p:nvPr/>
        </p:nvSpPr>
        <p:spPr>
          <a:xfrm>
            <a:off x="10340280" y="5188090"/>
            <a:ext cx="307049" cy="82890"/>
          </a:xfrm>
          <a:custGeom>
            <a:avLst/>
            <a:gdLst/>
            <a:ahLst/>
            <a:cxnLst/>
            <a:rect l="0" t="0" r="0" b="0"/>
            <a:pathLst>
              <a:path w="307049" h="82890">
                <a:moveTo>
                  <a:pt x="0" y="82890"/>
                </a:moveTo>
                <a:lnTo>
                  <a:pt x="307049" y="0"/>
                </a:lnTo>
              </a:path>
            </a:pathLst>
          </a:custGeom>
          <a:noFill/>
          <a:ln w="13316">
            <a:solidFill>
              <a:srgbClr val="8CB130">
                <a:alpha val="23000"/>
              </a:srgbClr>
            </a:solidFill>
            <a:prstDash val="solid"/>
          </a:ln>
        </p:spPr>
      </p:sp>
      <p:sp>
        <p:nvSpPr>
          <p:cNvPr id="917" name="lumia-token-stream-curve">
            <a:extLst>
              <a:ext uri="{FF2B5EF4-FFF2-40B4-BE49-F238E27FC236}">
                <a16:creationId xmlns:a16="http://schemas.microsoft.com/office/drawing/2014/main" id="{B041851C-211B-4894-B351-931736FE6DB8}"/>
              </a:ext>
            </a:extLst>
          </p:cNvPr>
          <p:cNvSpPr>
            <a:spLocks noGrp="1"/>
          </p:cNvSpPr>
          <p:nvPr/>
        </p:nvSpPr>
        <p:spPr>
          <a:xfrm>
            <a:off x="10647329" y="5081600"/>
            <a:ext cx="307824" cy="106490"/>
          </a:xfrm>
          <a:custGeom>
            <a:avLst/>
            <a:gdLst/>
            <a:ahLst/>
            <a:cxnLst/>
            <a:rect l="0" t="0" r="0" b="0"/>
            <a:pathLst>
              <a:path w="307824" h="106490">
                <a:moveTo>
                  <a:pt x="0" y="106490"/>
                </a:moveTo>
                <a:lnTo>
                  <a:pt x="307824" y="0"/>
                </a:lnTo>
              </a:path>
            </a:pathLst>
          </a:custGeom>
          <a:noFill/>
          <a:ln w="13454">
            <a:solidFill>
              <a:srgbClr val="7BAF37">
                <a:alpha val="24000"/>
              </a:srgbClr>
            </a:solidFill>
            <a:prstDash val="solid"/>
          </a:ln>
        </p:spPr>
      </p:sp>
      <p:sp>
        <p:nvSpPr>
          <p:cNvPr id="918" name="lumia-token-stream-curve">
            <a:extLst>
              <a:ext uri="{FF2B5EF4-FFF2-40B4-BE49-F238E27FC236}">
                <a16:creationId xmlns:a16="http://schemas.microsoft.com/office/drawing/2014/main" id="{5B55E21F-0832-4146-9A0D-9915D86519CD}"/>
              </a:ext>
            </a:extLst>
          </p:cNvPr>
          <p:cNvSpPr>
            <a:spLocks noGrp="1"/>
          </p:cNvSpPr>
          <p:nvPr/>
        </p:nvSpPr>
        <p:spPr>
          <a:xfrm>
            <a:off x="10955153" y="4948131"/>
            <a:ext cx="308488" cy="133469"/>
          </a:xfrm>
          <a:custGeom>
            <a:avLst/>
            <a:gdLst/>
            <a:ahLst/>
            <a:cxnLst/>
            <a:rect l="0" t="0" r="0" b="0"/>
            <a:pathLst>
              <a:path w="308488" h="133469">
                <a:moveTo>
                  <a:pt x="0" y="133469"/>
                </a:moveTo>
                <a:lnTo>
                  <a:pt x="308488" y="0"/>
                </a:lnTo>
              </a:path>
            </a:pathLst>
          </a:custGeom>
          <a:noFill/>
          <a:ln w="13565">
            <a:solidFill>
              <a:srgbClr val="69AD3E">
                <a:alpha val="24000"/>
              </a:srgbClr>
            </a:solidFill>
            <a:prstDash val="solid"/>
          </a:ln>
        </p:spPr>
      </p:sp>
      <p:sp>
        <p:nvSpPr>
          <p:cNvPr id="919" name="lumia-token-stream-curve">
            <a:extLst>
              <a:ext uri="{FF2B5EF4-FFF2-40B4-BE49-F238E27FC236}">
                <a16:creationId xmlns:a16="http://schemas.microsoft.com/office/drawing/2014/main" id="{F770F375-79B0-464B-AEA1-D56276D15FCF}"/>
              </a:ext>
            </a:extLst>
          </p:cNvPr>
          <p:cNvSpPr>
            <a:spLocks noGrp="1"/>
          </p:cNvSpPr>
          <p:nvPr/>
        </p:nvSpPr>
        <p:spPr>
          <a:xfrm>
            <a:off x="11263641" y="4787634"/>
            <a:ext cx="309044" cy="160497"/>
          </a:xfrm>
          <a:custGeom>
            <a:avLst/>
            <a:gdLst/>
            <a:ahLst/>
            <a:cxnLst/>
            <a:rect l="0" t="0" r="0" b="0"/>
            <a:pathLst>
              <a:path w="309044" h="160497">
                <a:moveTo>
                  <a:pt x="0" y="160497"/>
                </a:moveTo>
                <a:lnTo>
                  <a:pt x="309044" y="0"/>
                </a:lnTo>
              </a:path>
            </a:pathLst>
          </a:custGeom>
          <a:noFill/>
          <a:ln w="13647">
            <a:solidFill>
              <a:srgbClr val="57AC45">
                <a:alpha val="24000"/>
              </a:srgbClr>
            </a:solidFill>
            <a:prstDash val="solid"/>
          </a:ln>
        </p:spPr>
      </p:sp>
      <p:sp>
        <p:nvSpPr>
          <p:cNvPr id="920" name="lumia-token-stream-curve">
            <a:extLst>
              <a:ext uri="{FF2B5EF4-FFF2-40B4-BE49-F238E27FC236}">
                <a16:creationId xmlns:a16="http://schemas.microsoft.com/office/drawing/2014/main" id="{ADC3D97F-4D01-4332-92A0-D577CAA35708}"/>
              </a:ext>
            </a:extLst>
          </p:cNvPr>
          <p:cNvSpPr>
            <a:spLocks noGrp="1"/>
          </p:cNvSpPr>
          <p:nvPr/>
        </p:nvSpPr>
        <p:spPr>
          <a:xfrm>
            <a:off x="11572685" y="4603438"/>
            <a:ext cx="309489" cy="184197"/>
          </a:xfrm>
          <a:custGeom>
            <a:avLst/>
            <a:gdLst/>
            <a:ahLst/>
            <a:cxnLst/>
            <a:rect l="0" t="0" r="0" b="0"/>
            <a:pathLst>
              <a:path w="309489" h="184197">
                <a:moveTo>
                  <a:pt x="0" y="184197"/>
                </a:moveTo>
                <a:lnTo>
                  <a:pt x="309489" y="0"/>
                </a:lnTo>
              </a:path>
            </a:pathLst>
          </a:custGeom>
          <a:noFill/>
          <a:ln w="13698">
            <a:solidFill>
              <a:srgbClr val="46AA4C">
                <a:alpha val="24000"/>
              </a:srgbClr>
            </a:solidFill>
            <a:prstDash val="solid"/>
          </a:ln>
        </p:spPr>
      </p:sp>
      <p:sp>
        <p:nvSpPr>
          <p:cNvPr id="921" name="lumia-token-stream-curve">
            <a:extLst>
              <a:ext uri="{FF2B5EF4-FFF2-40B4-BE49-F238E27FC236}">
                <a16:creationId xmlns:a16="http://schemas.microsoft.com/office/drawing/2014/main" id="{D024FC5D-CDA3-40B3-BFDC-6338F23E6DE4}"/>
              </a:ext>
            </a:extLst>
          </p:cNvPr>
          <p:cNvSpPr>
            <a:spLocks noGrp="1"/>
          </p:cNvSpPr>
          <p:nvPr/>
        </p:nvSpPr>
        <p:spPr>
          <a:xfrm>
            <a:off x="11882174" y="4401775"/>
            <a:ext cx="309826" cy="201662"/>
          </a:xfrm>
          <a:custGeom>
            <a:avLst/>
            <a:gdLst/>
            <a:ahLst/>
            <a:cxnLst/>
            <a:rect l="0" t="0" r="0" b="0"/>
            <a:pathLst>
              <a:path w="309826" h="201662">
                <a:moveTo>
                  <a:pt x="0" y="201662"/>
                </a:moveTo>
                <a:lnTo>
                  <a:pt x="309826" y="0"/>
                </a:lnTo>
              </a:path>
            </a:pathLst>
          </a:custGeom>
          <a:noFill/>
          <a:ln w="13716">
            <a:solidFill>
              <a:srgbClr val="34A853">
                <a:alpha val="24000"/>
              </a:srgbClr>
            </a:solidFill>
            <a:prstDash val="solid"/>
          </a:ln>
        </p:spPr>
      </p:sp>
      <p:sp>
        <p:nvSpPr>
          <p:cNvPr id="922" name="lumia-token-particle-soft-glow">
            <a:extLst>
              <a:ext uri="{FF2B5EF4-FFF2-40B4-BE49-F238E27FC236}">
                <a16:creationId xmlns:a16="http://schemas.microsoft.com/office/drawing/2014/main" id="{62612643-18CE-4D04-BBFA-9D8FE33866D7}"/>
              </a:ext>
            </a:extLst>
          </p:cNvPr>
          <p:cNvSpPr>
            <a:spLocks noGrp="1"/>
          </p:cNvSpPr>
          <p:nvPr/>
        </p:nvSpPr>
        <p:spPr>
          <a:xfrm rot="2672643">
            <a:off x="7646073" y="5602698"/>
            <a:ext cx="133138" cy="133138"/>
          </a:xfrm>
          <a:prstGeom prst="ellipse">
            <a:avLst/>
          </a:prstGeom>
          <a:solidFill>
            <a:srgbClr val="F79D11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923" name="lumia-token-particle">
            <a:extLst>
              <a:ext uri="{FF2B5EF4-FFF2-40B4-BE49-F238E27FC236}">
                <a16:creationId xmlns:a16="http://schemas.microsoft.com/office/drawing/2014/main" id="{6FCA7E00-1745-4526-A9FF-E544B1D936A5}"/>
              </a:ext>
            </a:extLst>
          </p:cNvPr>
          <p:cNvSpPr>
            <a:spLocks noGrp="1"/>
          </p:cNvSpPr>
          <p:nvPr/>
        </p:nvSpPr>
        <p:spPr>
          <a:xfrm rot="2114229">
            <a:off x="7684905" y="5641530"/>
            <a:ext cx="55474" cy="55474"/>
          </a:xfrm>
          <a:prstGeom prst="ellipse">
            <a:avLst/>
          </a:prstGeom>
          <a:solidFill>
            <a:srgbClr val="F79D11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924" name="lumia-token-particle">
            <a:extLst>
              <a:ext uri="{FF2B5EF4-FFF2-40B4-BE49-F238E27FC236}">
                <a16:creationId xmlns:a16="http://schemas.microsoft.com/office/drawing/2014/main" id="{4F652425-AC16-4525-860D-52FD2DF9AEEE}"/>
              </a:ext>
            </a:extLst>
          </p:cNvPr>
          <p:cNvSpPr>
            <a:spLocks noGrp="1"/>
          </p:cNvSpPr>
          <p:nvPr/>
        </p:nvSpPr>
        <p:spPr>
          <a:xfrm rot="2634823">
            <a:off x="9788414" y="4271959"/>
            <a:ext cx="36225" cy="36225"/>
          </a:xfrm>
          <a:prstGeom prst="ellipse">
            <a:avLst/>
          </a:prstGeom>
          <a:solidFill>
            <a:srgbClr val="B3B521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925" name="lumia-token-particle">
            <a:extLst>
              <a:ext uri="{FF2B5EF4-FFF2-40B4-BE49-F238E27FC236}">
                <a16:creationId xmlns:a16="http://schemas.microsoft.com/office/drawing/2014/main" id="{1940D2A2-AEA8-40BA-991E-457CC84C53FF}"/>
              </a:ext>
            </a:extLst>
          </p:cNvPr>
          <p:cNvSpPr>
            <a:spLocks noGrp="1"/>
          </p:cNvSpPr>
          <p:nvPr/>
        </p:nvSpPr>
        <p:spPr>
          <a:xfrm rot="748202">
            <a:off x="10356768" y="4237829"/>
            <a:ext cx="48043" cy="48043"/>
          </a:xfrm>
          <a:prstGeom prst="roundRect">
            <a:avLst>
              <a:gd name="adj" fmla="val 18000"/>
            </a:avLst>
          </a:prstGeom>
          <a:solidFill>
            <a:srgbClr val="A2B328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926" name="lumia-token-particle-soft-glow">
            <a:extLst>
              <a:ext uri="{FF2B5EF4-FFF2-40B4-BE49-F238E27FC236}">
                <a16:creationId xmlns:a16="http://schemas.microsoft.com/office/drawing/2014/main" id="{860196D2-EA28-46E5-AB72-815D6007579B}"/>
              </a:ext>
            </a:extLst>
          </p:cNvPr>
          <p:cNvSpPr>
            <a:spLocks noGrp="1"/>
          </p:cNvSpPr>
          <p:nvPr/>
        </p:nvSpPr>
        <p:spPr>
          <a:xfrm rot="344913">
            <a:off x="8380245" y="5008289"/>
            <a:ext cx="200894" cy="200894"/>
          </a:xfrm>
          <a:prstGeom prst="roundRect">
            <a:avLst>
              <a:gd name="adj" fmla="val 18000"/>
            </a:avLst>
          </a:prstGeom>
          <a:solidFill>
            <a:srgbClr val="FBBB06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927" name="lumia-token-particle">
            <a:extLst>
              <a:ext uri="{FF2B5EF4-FFF2-40B4-BE49-F238E27FC236}">
                <a16:creationId xmlns:a16="http://schemas.microsoft.com/office/drawing/2014/main" id="{4A0F3647-EDFA-4D02-A91D-5B72B78C9B15}"/>
              </a:ext>
            </a:extLst>
          </p:cNvPr>
          <p:cNvSpPr>
            <a:spLocks noGrp="1"/>
          </p:cNvSpPr>
          <p:nvPr/>
        </p:nvSpPr>
        <p:spPr>
          <a:xfrm rot="1407836">
            <a:off x="8438839" y="5066883"/>
            <a:ext cx="83706" cy="83706"/>
          </a:xfrm>
          <a:prstGeom prst="roundRect">
            <a:avLst>
              <a:gd name="adj" fmla="val 18000"/>
            </a:avLst>
          </a:prstGeom>
          <a:solidFill>
            <a:srgbClr val="FBBB06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928" name="lumia-token-particle">
            <a:extLst>
              <a:ext uri="{FF2B5EF4-FFF2-40B4-BE49-F238E27FC236}">
                <a16:creationId xmlns:a16="http://schemas.microsoft.com/office/drawing/2014/main" id="{C452B9B5-13CE-49FA-BE52-CFAE7563175E}"/>
              </a:ext>
            </a:extLst>
          </p:cNvPr>
          <p:cNvSpPr>
            <a:spLocks noGrp="1"/>
          </p:cNvSpPr>
          <p:nvPr/>
        </p:nvSpPr>
        <p:spPr>
          <a:xfrm rot="1296983">
            <a:off x="7668284" y="5512246"/>
            <a:ext cx="19727" cy="19727"/>
          </a:xfrm>
          <a:prstGeom prst="roundRect">
            <a:avLst>
              <a:gd name="adj" fmla="val 19314"/>
            </a:avLst>
          </a:prstGeom>
          <a:solidFill>
            <a:srgbClr val="F59315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929" name="lumia-token-particle">
            <a:extLst>
              <a:ext uri="{FF2B5EF4-FFF2-40B4-BE49-F238E27FC236}">
                <a16:creationId xmlns:a16="http://schemas.microsoft.com/office/drawing/2014/main" id="{5278929E-50EC-4311-9D0C-C59111A9908C}"/>
              </a:ext>
            </a:extLst>
          </p:cNvPr>
          <p:cNvSpPr>
            <a:spLocks noGrp="1"/>
          </p:cNvSpPr>
          <p:nvPr/>
        </p:nvSpPr>
        <p:spPr>
          <a:xfrm rot="1792682">
            <a:off x="8843723" y="4987106"/>
            <a:ext cx="57956" cy="57956"/>
          </a:xfrm>
          <a:prstGeom prst="ellipse">
            <a:avLst/>
          </a:prstGeom>
          <a:solidFill>
            <a:srgbClr val="FBBB05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930" name="lumia-token-particle">
            <a:extLst>
              <a:ext uri="{FF2B5EF4-FFF2-40B4-BE49-F238E27FC236}">
                <a16:creationId xmlns:a16="http://schemas.microsoft.com/office/drawing/2014/main" id="{A3B4E837-FE2A-463A-A38B-1D0CD5A4E556}"/>
              </a:ext>
            </a:extLst>
          </p:cNvPr>
          <p:cNvSpPr>
            <a:spLocks noGrp="1"/>
          </p:cNvSpPr>
          <p:nvPr/>
        </p:nvSpPr>
        <p:spPr>
          <a:xfrm rot="1641154">
            <a:off x="4286995" y="5656877"/>
            <a:ext cx="13818" cy="13818"/>
          </a:xfrm>
          <a:prstGeom prst="roundRect">
            <a:avLst>
              <a:gd name="adj" fmla="val 27573"/>
            </a:avLst>
          </a:prstGeom>
          <a:solidFill>
            <a:srgbClr val="BF4151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931" name="lumia-token-particle">
            <a:extLst>
              <a:ext uri="{FF2B5EF4-FFF2-40B4-BE49-F238E27FC236}">
                <a16:creationId xmlns:a16="http://schemas.microsoft.com/office/drawing/2014/main" id="{84B912F8-EC30-430D-8692-58EDD5118208}"/>
              </a:ext>
            </a:extLst>
          </p:cNvPr>
          <p:cNvSpPr>
            <a:spLocks noGrp="1"/>
          </p:cNvSpPr>
          <p:nvPr/>
        </p:nvSpPr>
        <p:spPr>
          <a:xfrm rot="464771">
            <a:off x="7551006" y="5055830"/>
            <a:ext cx="30696" cy="30696"/>
          </a:xfrm>
          <a:prstGeom prst="roundRect">
            <a:avLst>
              <a:gd name="adj" fmla="val 18000"/>
            </a:avLst>
          </a:prstGeom>
          <a:solidFill>
            <a:srgbClr val="F59116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932" name="lumia-token-particle">
            <a:extLst>
              <a:ext uri="{FF2B5EF4-FFF2-40B4-BE49-F238E27FC236}">
                <a16:creationId xmlns:a16="http://schemas.microsoft.com/office/drawing/2014/main" id="{12884FB5-066E-4F55-946D-F2DD6F64FB36}"/>
              </a:ext>
            </a:extLst>
          </p:cNvPr>
          <p:cNvSpPr>
            <a:spLocks noGrp="1"/>
          </p:cNvSpPr>
          <p:nvPr/>
        </p:nvSpPr>
        <p:spPr>
          <a:xfrm rot="674243">
            <a:off x="2523432" y="6202719"/>
            <a:ext cx="15619" cy="15619"/>
          </a:xfrm>
          <a:prstGeom prst="ellipse">
            <a:avLst/>
          </a:prstGeom>
          <a:solidFill>
            <a:srgbClr val="5B3B93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933" name="lumia-token-particle">
            <a:extLst>
              <a:ext uri="{FF2B5EF4-FFF2-40B4-BE49-F238E27FC236}">
                <a16:creationId xmlns:a16="http://schemas.microsoft.com/office/drawing/2014/main" id="{B2CB49E2-7C3E-4F75-AC46-E8F87440E021}"/>
              </a:ext>
            </a:extLst>
          </p:cNvPr>
          <p:cNvSpPr>
            <a:spLocks noGrp="1"/>
          </p:cNvSpPr>
          <p:nvPr/>
        </p:nvSpPr>
        <p:spPr>
          <a:xfrm rot="1928845">
            <a:off x="5544379" y="6045142"/>
            <a:ext cx="16006" cy="16006"/>
          </a:xfrm>
          <a:prstGeom prst="ellipse">
            <a:avLst/>
          </a:prstGeom>
          <a:solidFill>
            <a:srgbClr val="EA4634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934" name="lumia-token-particle">
            <a:extLst>
              <a:ext uri="{FF2B5EF4-FFF2-40B4-BE49-F238E27FC236}">
                <a16:creationId xmlns:a16="http://schemas.microsoft.com/office/drawing/2014/main" id="{5CDF4BA2-A32F-4AE2-820E-86909A3FB932}"/>
              </a:ext>
            </a:extLst>
          </p:cNvPr>
          <p:cNvSpPr>
            <a:spLocks noGrp="1"/>
          </p:cNvSpPr>
          <p:nvPr/>
        </p:nvSpPr>
        <p:spPr>
          <a:xfrm rot="2575740">
            <a:off x="8587329" y="5219287"/>
            <a:ext cx="49029" cy="49029"/>
          </a:xfrm>
          <a:prstGeom prst="roundRect">
            <a:avLst>
              <a:gd name="adj" fmla="val 18000"/>
            </a:avLst>
          </a:prstGeom>
          <a:solidFill>
            <a:srgbClr val="FAB309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935" name="lumia-token-particle">
            <a:extLst>
              <a:ext uri="{FF2B5EF4-FFF2-40B4-BE49-F238E27FC236}">
                <a16:creationId xmlns:a16="http://schemas.microsoft.com/office/drawing/2014/main" id="{A081BB85-C572-4C0E-932C-D874777B1334}"/>
              </a:ext>
            </a:extLst>
          </p:cNvPr>
          <p:cNvSpPr>
            <a:spLocks noGrp="1"/>
          </p:cNvSpPr>
          <p:nvPr/>
        </p:nvSpPr>
        <p:spPr>
          <a:xfrm rot="564164">
            <a:off x="8093417" y="5390346"/>
            <a:ext cx="14998" cy="14998"/>
          </a:xfrm>
          <a:prstGeom prst="ellipse">
            <a:avLst/>
          </a:prstGeom>
          <a:solidFill>
            <a:srgbClr val="F9AF0A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936" name="lumia-token-particle">
            <a:extLst>
              <a:ext uri="{FF2B5EF4-FFF2-40B4-BE49-F238E27FC236}">
                <a16:creationId xmlns:a16="http://schemas.microsoft.com/office/drawing/2014/main" id="{A68A1119-52B3-4F44-A09B-62069845047D}"/>
              </a:ext>
            </a:extLst>
          </p:cNvPr>
          <p:cNvSpPr>
            <a:spLocks noGrp="1"/>
          </p:cNvSpPr>
          <p:nvPr/>
        </p:nvSpPr>
        <p:spPr>
          <a:xfrm rot="672876">
            <a:off x="11811747" y="4166476"/>
            <a:ext cx="30039" cy="30039"/>
          </a:xfrm>
          <a:prstGeom prst="ellipse">
            <a:avLst/>
          </a:prstGeom>
          <a:solidFill>
            <a:srgbClr val="54AB47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937" name="lumia-token-particle">
            <a:extLst>
              <a:ext uri="{FF2B5EF4-FFF2-40B4-BE49-F238E27FC236}">
                <a16:creationId xmlns:a16="http://schemas.microsoft.com/office/drawing/2014/main" id="{45E91A2A-D9F4-436C-A4D9-E1FAD55F9021}"/>
              </a:ext>
            </a:extLst>
          </p:cNvPr>
          <p:cNvSpPr>
            <a:spLocks noGrp="1"/>
          </p:cNvSpPr>
          <p:nvPr/>
        </p:nvSpPr>
        <p:spPr>
          <a:xfrm rot="1305959">
            <a:off x="4724247" y="5591466"/>
            <a:ext cx="13971" cy="13971"/>
          </a:xfrm>
          <a:prstGeom prst="ellipse">
            <a:avLst/>
          </a:prstGeom>
          <a:solidFill>
            <a:srgbClr val="D44243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938" name="lumia-token-particle-soft-glow">
            <a:extLst>
              <a:ext uri="{FF2B5EF4-FFF2-40B4-BE49-F238E27FC236}">
                <a16:creationId xmlns:a16="http://schemas.microsoft.com/office/drawing/2014/main" id="{CAB98C70-35FB-4225-AAD5-F147FFF93D06}"/>
              </a:ext>
            </a:extLst>
          </p:cNvPr>
          <p:cNvSpPr>
            <a:spLocks noGrp="1"/>
          </p:cNvSpPr>
          <p:nvPr/>
        </p:nvSpPr>
        <p:spPr>
          <a:xfrm rot="2292103">
            <a:off x="5240415" y="5830164"/>
            <a:ext cx="101147" cy="101147"/>
          </a:xfrm>
          <a:prstGeom prst="roundRect">
            <a:avLst>
              <a:gd name="adj" fmla="val 18000"/>
            </a:avLst>
          </a:prstGeom>
          <a:solidFill>
            <a:srgbClr val="E74337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939" name="lumia-token-particle">
            <a:extLst>
              <a:ext uri="{FF2B5EF4-FFF2-40B4-BE49-F238E27FC236}">
                <a16:creationId xmlns:a16="http://schemas.microsoft.com/office/drawing/2014/main" id="{76D4AB4B-0BC1-4267-8B54-698270722BEF}"/>
              </a:ext>
            </a:extLst>
          </p:cNvPr>
          <p:cNvSpPr>
            <a:spLocks noGrp="1"/>
          </p:cNvSpPr>
          <p:nvPr/>
        </p:nvSpPr>
        <p:spPr>
          <a:xfrm rot="1243195">
            <a:off x="5269916" y="5859665"/>
            <a:ext cx="42145" cy="42145"/>
          </a:xfrm>
          <a:prstGeom prst="roundRect">
            <a:avLst>
              <a:gd name="adj" fmla="val 18000"/>
            </a:avLst>
          </a:prstGeom>
          <a:solidFill>
            <a:srgbClr val="E74337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940" name="lumia-token-particle">
            <a:extLst>
              <a:ext uri="{FF2B5EF4-FFF2-40B4-BE49-F238E27FC236}">
                <a16:creationId xmlns:a16="http://schemas.microsoft.com/office/drawing/2014/main" id="{B80E2912-B422-4527-92B4-6272B6263674}"/>
              </a:ext>
            </a:extLst>
          </p:cNvPr>
          <p:cNvSpPr>
            <a:spLocks noGrp="1"/>
          </p:cNvSpPr>
          <p:nvPr/>
        </p:nvSpPr>
        <p:spPr>
          <a:xfrm rot="361621">
            <a:off x="10915213" y="4534439"/>
            <a:ext cx="24411" cy="24411"/>
          </a:xfrm>
          <a:prstGeom prst="roundRect">
            <a:avLst>
              <a:gd name="adj" fmla="val 18000"/>
            </a:avLst>
          </a:prstGeom>
          <a:solidFill>
            <a:srgbClr val="7BAF37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941" name="lumia-token-particle">
            <a:extLst>
              <a:ext uri="{FF2B5EF4-FFF2-40B4-BE49-F238E27FC236}">
                <a16:creationId xmlns:a16="http://schemas.microsoft.com/office/drawing/2014/main" id="{D0355ECB-4E51-4C45-BCB6-30D489734780}"/>
              </a:ext>
            </a:extLst>
          </p:cNvPr>
          <p:cNvSpPr>
            <a:spLocks noGrp="1"/>
          </p:cNvSpPr>
          <p:nvPr/>
        </p:nvSpPr>
        <p:spPr>
          <a:xfrm rot="661044">
            <a:off x="4715580" y="5799243"/>
            <a:ext cx="15788" cy="15788"/>
          </a:xfrm>
          <a:prstGeom prst="ellipse">
            <a:avLst/>
          </a:prstGeom>
          <a:solidFill>
            <a:srgbClr val="D44244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942" name="lumia-token-particle">
            <a:extLst>
              <a:ext uri="{FF2B5EF4-FFF2-40B4-BE49-F238E27FC236}">
                <a16:creationId xmlns:a16="http://schemas.microsoft.com/office/drawing/2014/main" id="{D61163DB-11FA-4896-A6DD-4716F5192080}"/>
              </a:ext>
            </a:extLst>
          </p:cNvPr>
          <p:cNvSpPr>
            <a:spLocks noGrp="1"/>
          </p:cNvSpPr>
          <p:nvPr/>
        </p:nvSpPr>
        <p:spPr>
          <a:xfrm rot="1398340">
            <a:off x="3944085" y="5961521"/>
            <a:ext cx="9061" cy="9061"/>
          </a:xfrm>
          <a:prstGeom prst="ellipse">
            <a:avLst/>
          </a:prstGeom>
          <a:solidFill>
            <a:srgbClr val="A43F63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943" name="lumia-token-particle-soft-glow">
            <a:extLst>
              <a:ext uri="{FF2B5EF4-FFF2-40B4-BE49-F238E27FC236}">
                <a16:creationId xmlns:a16="http://schemas.microsoft.com/office/drawing/2014/main" id="{C1A223F6-3EC7-451A-AC66-384114EA9085}"/>
              </a:ext>
            </a:extLst>
          </p:cNvPr>
          <p:cNvSpPr>
            <a:spLocks noGrp="1"/>
          </p:cNvSpPr>
          <p:nvPr/>
        </p:nvSpPr>
        <p:spPr>
          <a:xfrm rot="1691206">
            <a:off x="3132743" y="5937389"/>
            <a:ext cx="136480" cy="136480"/>
          </a:xfrm>
          <a:prstGeom prst="ellipse">
            <a:avLst/>
          </a:prstGeom>
          <a:solidFill>
            <a:srgbClr val="7F3D7B">
              <a:alpha val="9000"/>
            </a:srgbClr>
          </a:solidFill>
          <a:ln w="0">
            <a:noFill/>
            <a:prstDash val="solid"/>
          </a:ln>
        </p:spPr>
      </p:sp>
      <p:sp>
        <p:nvSpPr>
          <p:cNvPr id="944" name="lumia-token-particle">
            <a:extLst>
              <a:ext uri="{FF2B5EF4-FFF2-40B4-BE49-F238E27FC236}">
                <a16:creationId xmlns:a16="http://schemas.microsoft.com/office/drawing/2014/main" id="{387B3E42-9DB6-4397-A514-774E73AD72CA}"/>
              </a:ext>
            </a:extLst>
          </p:cNvPr>
          <p:cNvSpPr>
            <a:spLocks noGrp="1"/>
          </p:cNvSpPr>
          <p:nvPr/>
        </p:nvSpPr>
        <p:spPr>
          <a:xfrm rot="253047">
            <a:off x="3172549" y="5977196"/>
            <a:ext cx="56866" cy="56866"/>
          </a:xfrm>
          <a:prstGeom prst="ellipse">
            <a:avLst/>
          </a:prstGeom>
          <a:solidFill>
            <a:srgbClr val="7F3D7B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945" name="lumia-token-particle-soft-glow">
            <a:extLst>
              <a:ext uri="{FF2B5EF4-FFF2-40B4-BE49-F238E27FC236}">
                <a16:creationId xmlns:a16="http://schemas.microsoft.com/office/drawing/2014/main" id="{560661F3-8E59-4F54-B6AD-353F233FEDB3}"/>
              </a:ext>
            </a:extLst>
          </p:cNvPr>
          <p:cNvSpPr>
            <a:spLocks noGrp="1"/>
          </p:cNvSpPr>
          <p:nvPr/>
        </p:nvSpPr>
        <p:spPr>
          <a:xfrm rot="1559381">
            <a:off x="7787105" y="4677026"/>
            <a:ext cx="156017" cy="156017"/>
          </a:xfrm>
          <a:prstGeom prst="roundRect">
            <a:avLst>
              <a:gd name="adj" fmla="val 18000"/>
            </a:avLst>
          </a:prstGeom>
          <a:solidFill>
            <a:srgbClr val="F7A30F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946" name="lumia-token-particle">
            <a:extLst>
              <a:ext uri="{FF2B5EF4-FFF2-40B4-BE49-F238E27FC236}">
                <a16:creationId xmlns:a16="http://schemas.microsoft.com/office/drawing/2014/main" id="{A185BE0A-EEE5-426D-B0AD-E3D3D950B641}"/>
              </a:ext>
            </a:extLst>
          </p:cNvPr>
          <p:cNvSpPr>
            <a:spLocks noGrp="1"/>
          </p:cNvSpPr>
          <p:nvPr/>
        </p:nvSpPr>
        <p:spPr>
          <a:xfrm rot="279543">
            <a:off x="7832610" y="4722531"/>
            <a:ext cx="65007" cy="65007"/>
          </a:xfrm>
          <a:prstGeom prst="roundRect">
            <a:avLst>
              <a:gd name="adj" fmla="val 18000"/>
            </a:avLst>
          </a:prstGeom>
          <a:solidFill>
            <a:srgbClr val="F7A30F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947" name="lumia-token-particle">
            <a:extLst>
              <a:ext uri="{FF2B5EF4-FFF2-40B4-BE49-F238E27FC236}">
                <a16:creationId xmlns:a16="http://schemas.microsoft.com/office/drawing/2014/main" id="{683306E0-7B8B-46A0-A75A-E1C2572D0FEA}"/>
              </a:ext>
            </a:extLst>
          </p:cNvPr>
          <p:cNvSpPr>
            <a:spLocks noGrp="1"/>
          </p:cNvSpPr>
          <p:nvPr/>
        </p:nvSpPr>
        <p:spPr>
          <a:xfrm rot="2546290">
            <a:off x="2430327" y="6042348"/>
            <a:ext cx="7751" cy="7751"/>
          </a:xfrm>
          <a:prstGeom prst="ellipse">
            <a:avLst/>
          </a:prstGeom>
          <a:solidFill>
            <a:srgbClr val="5D3B92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948" name="lumia-token-particle-soft-glow">
            <a:extLst>
              <a:ext uri="{FF2B5EF4-FFF2-40B4-BE49-F238E27FC236}">
                <a16:creationId xmlns:a16="http://schemas.microsoft.com/office/drawing/2014/main" id="{B763535D-469A-4A1B-A9D0-A09D97529FF8}"/>
              </a:ext>
            </a:extLst>
          </p:cNvPr>
          <p:cNvSpPr>
            <a:spLocks noGrp="1"/>
          </p:cNvSpPr>
          <p:nvPr/>
        </p:nvSpPr>
        <p:spPr>
          <a:xfrm rot="1104379">
            <a:off x="5851895" y="5712411"/>
            <a:ext cx="93858" cy="93858"/>
          </a:xfrm>
          <a:prstGeom prst="roundRect">
            <a:avLst>
              <a:gd name="adj" fmla="val 18000"/>
            </a:avLst>
          </a:prstGeom>
          <a:solidFill>
            <a:srgbClr val="ED572D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949" name="lumia-token-particle">
            <a:extLst>
              <a:ext uri="{FF2B5EF4-FFF2-40B4-BE49-F238E27FC236}">
                <a16:creationId xmlns:a16="http://schemas.microsoft.com/office/drawing/2014/main" id="{D663041A-D7E7-4B5B-BAFC-2C95EC580877}"/>
              </a:ext>
            </a:extLst>
          </p:cNvPr>
          <p:cNvSpPr>
            <a:spLocks noGrp="1"/>
          </p:cNvSpPr>
          <p:nvPr/>
        </p:nvSpPr>
        <p:spPr>
          <a:xfrm rot="2483830">
            <a:off x="5879270" y="5739786"/>
            <a:ext cx="39107" cy="39107"/>
          </a:xfrm>
          <a:prstGeom prst="roundRect">
            <a:avLst>
              <a:gd name="adj" fmla="val 18000"/>
            </a:avLst>
          </a:prstGeom>
          <a:solidFill>
            <a:srgbClr val="ED572D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950" name="lumia-token-particle">
            <a:extLst>
              <a:ext uri="{FF2B5EF4-FFF2-40B4-BE49-F238E27FC236}">
                <a16:creationId xmlns:a16="http://schemas.microsoft.com/office/drawing/2014/main" id="{E2BD72C4-1591-49B1-9EE1-9A119B5A511D}"/>
              </a:ext>
            </a:extLst>
          </p:cNvPr>
          <p:cNvSpPr>
            <a:spLocks noGrp="1"/>
          </p:cNvSpPr>
          <p:nvPr/>
        </p:nvSpPr>
        <p:spPr>
          <a:xfrm rot="1466466">
            <a:off x="5094664" y="5661019"/>
            <a:ext cx="17398" cy="17398"/>
          </a:xfrm>
          <a:prstGeom prst="ellipse">
            <a:avLst/>
          </a:prstGeom>
          <a:solidFill>
            <a:srgbClr val="DF423C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951" name="lumia-token-particle">
            <a:extLst>
              <a:ext uri="{FF2B5EF4-FFF2-40B4-BE49-F238E27FC236}">
                <a16:creationId xmlns:a16="http://schemas.microsoft.com/office/drawing/2014/main" id="{299790A3-421B-410D-9BC4-345D1E03B6DE}"/>
              </a:ext>
            </a:extLst>
          </p:cNvPr>
          <p:cNvSpPr>
            <a:spLocks noGrp="1"/>
          </p:cNvSpPr>
          <p:nvPr/>
        </p:nvSpPr>
        <p:spPr>
          <a:xfrm rot="713602">
            <a:off x="7302584" y="5369308"/>
            <a:ext cx="18479" cy="18479"/>
          </a:xfrm>
          <a:prstGeom prst="roundRect">
            <a:avLst>
              <a:gd name="adj" fmla="val 20618"/>
            </a:avLst>
          </a:prstGeom>
          <a:solidFill>
            <a:srgbClr val="F3851B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952" name="lumia-token-particle">
            <a:extLst>
              <a:ext uri="{FF2B5EF4-FFF2-40B4-BE49-F238E27FC236}">
                <a16:creationId xmlns:a16="http://schemas.microsoft.com/office/drawing/2014/main" id="{8BAE0B03-D7DE-484E-AE3D-0E72CC7564B0}"/>
              </a:ext>
            </a:extLst>
          </p:cNvPr>
          <p:cNvSpPr>
            <a:spLocks noGrp="1"/>
          </p:cNvSpPr>
          <p:nvPr/>
        </p:nvSpPr>
        <p:spPr>
          <a:xfrm rot="288621">
            <a:off x="10480915" y="4718558"/>
            <a:ext cx="53088" cy="53088"/>
          </a:xfrm>
          <a:prstGeom prst="ellipse">
            <a:avLst/>
          </a:prstGeom>
          <a:solidFill>
            <a:srgbClr val="94B22D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953" name="lumia-token-particle">
            <a:extLst>
              <a:ext uri="{FF2B5EF4-FFF2-40B4-BE49-F238E27FC236}">
                <a16:creationId xmlns:a16="http://schemas.microsoft.com/office/drawing/2014/main" id="{820594EA-2310-4FAA-BDF9-DBECC25225AC}"/>
              </a:ext>
            </a:extLst>
          </p:cNvPr>
          <p:cNvSpPr>
            <a:spLocks noGrp="1"/>
          </p:cNvSpPr>
          <p:nvPr/>
        </p:nvSpPr>
        <p:spPr>
          <a:xfrm rot="2473918">
            <a:off x="5819338" y="5783530"/>
            <a:ext cx="14682" cy="14682"/>
          </a:xfrm>
          <a:prstGeom prst="roundRect">
            <a:avLst>
              <a:gd name="adj" fmla="val 25951"/>
            </a:avLst>
          </a:prstGeom>
          <a:solidFill>
            <a:srgbClr val="ED592C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954" name="lumia-token-particle">
            <a:extLst>
              <a:ext uri="{FF2B5EF4-FFF2-40B4-BE49-F238E27FC236}">
                <a16:creationId xmlns:a16="http://schemas.microsoft.com/office/drawing/2014/main" id="{37C5BC98-1C88-4C11-A1A3-B6EA04BDD016}"/>
              </a:ext>
            </a:extLst>
          </p:cNvPr>
          <p:cNvSpPr>
            <a:spLocks noGrp="1"/>
          </p:cNvSpPr>
          <p:nvPr/>
        </p:nvSpPr>
        <p:spPr>
          <a:xfrm rot="642736">
            <a:off x="10891903" y="4563314"/>
            <a:ext cx="43027" cy="43027"/>
          </a:xfrm>
          <a:prstGeom prst="roundRect">
            <a:avLst>
              <a:gd name="adj" fmla="val 18000"/>
            </a:avLst>
          </a:prstGeom>
          <a:solidFill>
            <a:srgbClr val="76AF39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955" name="lumia-token-particle">
            <a:extLst>
              <a:ext uri="{FF2B5EF4-FFF2-40B4-BE49-F238E27FC236}">
                <a16:creationId xmlns:a16="http://schemas.microsoft.com/office/drawing/2014/main" id="{87B5728E-46DE-4AF7-8E4A-443FEA609AEB}"/>
              </a:ext>
            </a:extLst>
          </p:cNvPr>
          <p:cNvSpPr>
            <a:spLocks noGrp="1"/>
          </p:cNvSpPr>
          <p:nvPr/>
        </p:nvSpPr>
        <p:spPr>
          <a:xfrm rot="1670711">
            <a:off x="8869854" y="4917372"/>
            <a:ext cx="50500" cy="50500"/>
          </a:xfrm>
          <a:prstGeom prst="roundRect">
            <a:avLst>
              <a:gd name="adj" fmla="val 18000"/>
            </a:avLst>
          </a:prstGeom>
          <a:solidFill>
            <a:srgbClr val="F8BC06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956" name="lumia-token-particle">
            <a:extLst>
              <a:ext uri="{FF2B5EF4-FFF2-40B4-BE49-F238E27FC236}">
                <a16:creationId xmlns:a16="http://schemas.microsoft.com/office/drawing/2014/main" id="{4372B0BD-1FBA-4CFE-8038-F987A59ECE54}"/>
              </a:ext>
            </a:extLst>
          </p:cNvPr>
          <p:cNvSpPr>
            <a:spLocks noGrp="1"/>
          </p:cNvSpPr>
          <p:nvPr/>
        </p:nvSpPr>
        <p:spPr>
          <a:xfrm rot="1806841">
            <a:off x="6093857" y="5952311"/>
            <a:ext cx="29709" cy="29709"/>
          </a:xfrm>
          <a:prstGeom prst="ellipse">
            <a:avLst/>
          </a:prstGeom>
          <a:solidFill>
            <a:srgbClr val="ED5A2C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957" name="lumia-token-particle">
            <a:extLst>
              <a:ext uri="{FF2B5EF4-FFF2-40B4-BE49-F238E27FC236}">
                <a16:creationId xmlns:a16="http://schemas.microsoft.com/office/drawing/2014/main" id="{9A1E0607-39C6-4733-BB96-7AFF435ABD59}"/>
              </a:ext>
            </a:extLst>
          </p:cNvPr>
          <p:cNvSpPr>
            <a:spLocks noGrp="1"/>
          </p:cNvSpPr>
          <p:nvPr/>
        </p:nvSpPr>
        <p:spPr>
          <a:xfrm rot="826887">
            <a:off x="10150456" y="4206297"/>
            <a:ext cx="64399" cy="64399"/>
          </a:xfrm>
          <a:prstGeom prst="roundRect">
            <a:avLst>
              <a:gd name="adj" fmla="val 18000"/>
            </a:avLst>
          </a:prstGeom>
          <a:solidFill>
            <a:srgbClr val="B1B522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958" name="lumia-token-particle">
            <a:extLst>
              <a:ext uri="{FF2B5EF4-FFF2-40B4-BE49-F238E27FC236}">
                <a16:creationId xmlns:a16="http://schemas.microsoft.com/office/drawing/2014/main" id="{BC52637C-FBDE-4E15-B189-9FEEFAB711AC}"/>
              </a:ext>
            </a:extLst>
          </p:cNvPr>
          <p:cNvSpPr>
            <a:spLocks noGrp="1"/>
          </p:cNvSpPr>
          <p:nvPr/>
        </p:nvSpPr>
        <p:spPr>
          <a:xfrm rot="544125">
            <a:off x="10404858" y="4560569"/>
            <a:ext cx="69422" cy="69422"/>
          </a:xfrm>
          <a:prstGeom prst="roundRect">
            <a:avLst>
              <a:gd name="adj" fmla="val 18000"/>
            </a:avLst>
          </a:prstGeom>
          <a:solidFill>
            <a:srgbClr val="87B033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959" name="lumia-token-particle">
            <a:extLst>
              <a:ext uri="{FF2B5EF4-FFF2-40B4-BE49-F238E27FC236}">
                <a16:creationId xmlns:a16="http://schemas.microsoft.com/office/drawing/2014/main" id="{B1EFECE4-2F42-4678-BD22-FB2EF8836410}"/>
              </a:ext>
            </a:extLst>
          </p:cNvPr>
          <p:cNvSpPr>
            <a:spLocks noGrp="1"/>
          </p:cNvSpPr>
          <p:nvPr/>
        </p:nvSpPr>
        <p:spPr>
          <a:xfrm rot="2509218">
            <a:off x="7201680" y="5927597"/>
            <a:ext cx="13289" cy="13289"/>
          </a:xfrm>
          <a:prstGeom prst="ellipse">
            <a:avLst/>
          </a:prstGeom>
          <a:solidFill>
            <a:srgbClr val="F48919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960" name="lumia-token-particle-soft-glow">
            <a:extLst>
              <a:ext uri="{FF2B5EF4-FFF2-40B4-BE49-F238E27FC236}">
                <a16:creationId xmlns:a16="http://schemas.microsoft.com/office/drawing/2014/main" id="{6C0A4612-902A-4014-BB39-F517732E8E9B}"/>
              </a:ext>
            </a:extLst>
          </p:cNvPr>
          <p:cNvSpPr>
            <a:spLocks noGrp="1"/>
          </p:cNvSpPr>
          <p:nvPr/>
        </p:nvSpPr>
        <p:spPr>
          <a:xfrm rot="877041">
            <a:off x="8027180" y="4872089"/>
            <a:ext cx="196861" cy="196861"/>
          </a:xfrm>
          <a:prstGeom prst="ellipse">
            <a:avLst/>
          </a:prstGeom>
          <a:solidFill>
            <a:srgbClr val="F9B10A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961" name="lumia-token-particle">
            <a:extLst>
              <a:ext uri="{FF2B5EF4-FFF2-40B4-BE49-F238E27FC236}">
                <a16:creationId xmlns:a16="http://schemas.microsoft.com/office/drawing/2014/main" id="{36C1B0AC-7191-4D44-9E3A-825BD4A0EF79}"/>
              </a:ext>
            </a:extLst>
          </p:cNvPr>
          <p:cNvSpPr>
            <a:spLocks noGrp="1"/>
          </p:cNvSpPr>
          <p:nvPr/>
        </p:nvSpPr>
        <p:spPr>
          <a:xfrm rot="1278665">
            <a:off x="8084597" y="4929507"/>
            <a:ext cx="82025" cy="82025"/>
          </a:xfrm>
          <a:prstGeom prst="ellipse">
            <a:avLst/>
          </a:prstGeom>
          <a:solidFill>
            <a:srgbClr val="F9B10A">
              <a:alpha val="77000"/>
            </a:srgbClr>
          </a:solidFill>
          <a:ln w="0">
            <a:noFill/>
            <a:prstDash val="solid"/>
          </a:ln>
        </p:spPr>
      </p:sp>
      <p:sp>
        <p:nvSpPr>
          <p:cNvPr id="962" name="lumia-token-particle-soft-glow">
            <a:extLst>
              <a:ext uri="{FF2B5EF4-FFF2-40B4-BE49-F238E27FC236}">
                <a16:creationId xmlns:a16="http://schemas.microsoft.com/office/drawing/2014/main" id="{85CA1085-698A-482B-B84A-92C6E5E14F8E}"/>
              </a:ext>
            </a:extLst>
          </p:cNvPr>
          <p:cNvSpPr>
            <a:spLocks noGrp="1"/>
          </p:cNvSpPr>
          <p:nvPr/>
        </p:nvSpPr>
        <p:spPr>
          <a:xfrm rot="1428675">
            <a:off x="7519917" y="4817289"/>
            <a:ext cx="147899" cy="147899"/>
          </a:xfrm>
          <a:prstGeom prst="roundRect">
            <a:avLst>
              <a:gd name="adj" fmla="val 18000"/>
            </a:avLst>
          </a:prstGeom>
          <a:solidFill>
            <a:srgbClr val="F58F17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963" name="lumia-token-particle">
            <a:extLst>
              <a:ext uri="{FF2B5EF4-FFF2-40B4-BE49-F238E27FC236}">
                <a16:creationId xmlns:a16="http://schemas.microsoft.com/office/drawing/2014/main" id="{40A05497-806A-4284-9E55-78D9017E3D0F}"/>
              </a:ext>
            </a:extLst>
          </p:cNvPr>
          <p:cNvSpPr>
            <a:spLocks noGrp="1"/>
          </p:cNvSpPr>
          <p:nvPr/>
        </p:nvSpPr>
        <p:spPr>
          <a:xfrm rot="2473925">
            <a:off x="7563055" y="4860426"/>
            <a:ext cx="61625" cy="61625"/>
          </a:xfrm>
          <a:prstGeom prst="roundRect">
            <a:avLst>
              <a:gd name="adj" fmla="val 18000"/>
            </a:avLst>
          </a:prstGeom>
          <a:solidFill>
            <a:srgbClr val="F58F17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964" name="lumia-token-particle">
            <a:extLst>
              <a:ext uri="{FF2B5EF4-FFF2-40B4-BE49-F238E27FC236}">
                <a16:creationId xmlns:a16="http://schemas.microsoft.com/office/drawing/2014/main" id="{69A13499-D713-429C-959F-65EAAF95BF84}"/>
              </a:ext>
            </a:extLst>
          </p:cNvPr>
          <p:cNvSpPr>
            <a:spLocks noGrp="1"/>
          </p:cNvSpPr>
          <p:nvPr/>
        </p:nvSpPr>
        <p:spPr>
          <a:xfrm rot="373353">
            <a:off x="6366740" y="5682928"/>
            <a:ext cx="12832" cy="12832"/>
          </a:xfrm>
          <a:prstGeom prst="roundRect">
            <a:avLst>
              <a:gd name="adj" fmla="val 29691"/>
            </a:avLst>
          </a:prstGeom>
          <a:solidFill>
            <a:srgbClr val="EF6428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965" name="lumia-token-particle-soft-glow">
            <a:extLst>
              <a:ext uri="{FF2B5EF4-FFF2-40B4-BE49-F238E27FC236}">
                <a16:creationId xmlns:a16="http://schemas.microsoft.com/office/drawing/2014/main" id="{EECFA480-7F35-41E7-ABD3-4C8FB5E1D42E}"/>
              </a:ext>
            </a:extLst>
          </p:cNvPr>
          <p:cNvSpPr>
            <a:spLocks noGrp="1"/>
          </p:cNvSpPr>
          <p:nvPr/>
        </p:nvSpPr>
        <p:spPr>
          <a:xfrm rot="123324">
            <a:off x="7937878" y="5054322"/>
            <a:ext cx="152665" cy="152665"/>
          </a:xfrm>
          <a:prstGeom prst="roundRect">
            <a:avLst>
              <a:gd name="adj" fmla="val 18000"/>
            </a:avLst>
          </a:prstGeom>
          <a:solidFill>
            <a:srgbClr val="F8A80D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966" name="lumia-token-particle">
            <a:extLst>
              <a:ext uri="{FF2B5EF4-FFF2-40B4-BE49-F238E27FC236}">
                <a16:creationId xmlns:a16="http://schemas.microsoft.com/office/drawing/2014/main" id="{0B56399D-1650-493F-A098-822CB35E96E5}"/>
              </a:ext>
            </a:extLst>
          </p:cNvPr>
          <p:cNvSpPr>
            <a:spLocks noGrp="1"/>
          </p:cNvSpPr>
          <p:nvPr/>
        </p:nvSpPr>
        <p:spPr>
          <a:xfrm rot="350113">
            <a:off x="7982405" y="5098849"/>
            <a:ext cx="63610" cy="63610"/>
          </a:xfrm>
          <a:prstGeom prst="roundRect">
            <a:avLst>
              <a:gd name="adj" fmla="val 18000"/>
            </a:avLst>
          </a:prstGeom>
          <a:solidFill>
            <a:srgbClr val="F8A80D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967" name="lumia-token-particle">
            <a:extLst>
              <a:ext uri="{FF2B5EF4-FFF2-40B4-BE49-F238E27FC236}">
                <a16:creationId xmlns:a16="http://schemas.microsoft.com/office/drawing/2014/main" id="{056D2467-4EBB-4039-81CB-0BC0F77E0792}"/>
              </a:ext>
            </a:extLst>
          </p:cNvPr>
          <p:cNvSpPr>
            <a:spLocks noGrp="1"/>
          </p:cNvSpPr>
          <p:nvPr/>
        </p:nvSpPr>
        <p:spPr>
          <a:xfrm rot="824892">
            <a:off x="5218906" y="5582091"/>
            <a:ext cx="20704" cy="20704"/>
          </a:xfrm>
          <a:prstGeom prst="ellipse">
            <a:avLst/>
          </a:prstGeom>
          <a:solidFill>
            <a:srgbClr val="E84336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968" name="lumia-token-particle">
            <a:extLst>
              <a:ext uri="{FF2B5EF4-FFF2-40B4-BE49-F238E27FC236}">
                <a16:creationId xmlns:a16="http://schemas.microsoft.com/office/drawing/2014/main" id="{205AF096-52A3-4F57-9F99-1677F36F8B50}"/>
              </a:ext>
            </a:extLst>
          </p:cNvPr>
          <p:cNvSpPr>
            <a:spLocks noGrp="1"/>
          </p:cNvSpPr>
          <p:nvPr/>
        </p:nvSpPr>
        <p:spPr>
          <a:xfrm rot="263977">
            <a:off x="10001935" y="4226380"/>
            <a:ext cx="32391" cy="32391"/>
          </a:xfrm>
          <a:prstGeom prst="ellipse">
            <a:avLst/>
          </a:prstGeom>
          <a:solidFill>
            <a:srgbClr val="A5B327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969" name="lumia-token-particle">
            <a:extLst>
              <a:ext uri="{FF2B5EF4-FFF2-40B4-BE49-F238E27FC236}">
                <a16:creationId xmlns:a16="http://schemas.microsoft.com/office/drawing/2014/main" id="{AF2EE492-41A7-4337-906A-F8B8BF6F6365}"/>
              </a:ext>
            </a:extLst>
          </p:cNvPr>
          <p:cNvSpPr>
            <a:spLocks noGrp="1"/>
          </p:cNvSpPr>
          <p:nvPr/>
        </p:nvSpPr>
        <p:spPr>
          <a:xfrm rot="147253">
            <a:off x="8936113" y="4667645"/>
            <a:ext cx="17862" cy="17862"/>
          </a:xfrm>
          <a:prstGeom prst="ellipse">
            <a:avLst/>
          </a:prstGeom>
          <a:solidFill>
            <a:srgbClr val="DEB911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970" name="lumia-token-particle">
            <a:extLst>
              <a:ext uri="{FF2B5EF4-FFF2-40B4-BE49-F238E27FC236}">
                <a16:creationId xmlns:a16="http://schemas.microsoft.com/office/drawing/2014/main" id="{5AF455D1-DDB6-4AE1-BB51-C3221786550E}"/>
              </a:ext>
            </a:extLst>
          </p:cNvPr>
          <p:cNvSpPr>
            <a:spLocks noGrp="1"/>
          </p:cNvSpPr>
          <p:nvPr/>
        </p:nvSpPr>
        <p:spPr>
          <a:xfrm rot="788253">
            <a:off x="9221276" y="4753701"/>
            <a:ext cx="16241" cy="16241"/>
          </a:xfrm>
          <a:prstGeom prst="ellipse">
            <a:avLst/>
          </a:prstGeom>
          <a:solidFill>
            <a:srgbClr val="E8BA0C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971" name="lumia-token-particle">
            <a:extLst>
              <a:ext uri="{FF2B5EF4-FFF2-40B4-BE49-F238E27FC236}">
                <a16:creationId xmlns:a16="http://schemas.microsoft.com/office/drawing/2014/main" id="{C1C8D3C9-71B1-48A8-917B-431784DF1C73}"/>
              </a:ext>
            </a:extLst>
          </p:cNvPr>
          <p:cNvSpPr>
            <a:spLocks noGrp="1"/>
          </p:cNvSpPr>
          <p:nvPr/>
        </p:nvSpPr>
        <p:spPr>
          <a:xfrm rot="1124375">
            <a:off x="6340743" y="5445515"/>
            <a:ext cx="19842" cy="19842"/>
          </a:xfrm>
          <a:prstGeom prst="ellipse">
            <a:avLst/>
          </a:prstGeom>
          <a:solidFill>
            <a:srgbClr val="F06E24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972" name="lumia-token-particle">
            <a:extLst>
              <a:ext uri="{FF2B5EF4-FFF2-40B4-BE49-F238E27FC236}">
                <a16:creationId xmlns:a16="http://schemas.microsoft.com/office/drawing/2014/main" id="{BC1B25F0-6382-4C1D-A8D5-E204CD9279A5}"/>
              </a:ext>
            </a:extLst>
          </p:cNvPr>
          <p:cNvSpPr>
            <a:spLocks noGrp="1"/>
          </p:cNvSpPr>
          <p:nvPr/>
        </p:nvSpPr>
        <p:spPr>
          <a:xfrm rot="530068">
            <a:off x="12159960" y="3443068"/>
            <a:ext cx="29018" cy="29018"/>
          </a:xfrm>
          <a:prstGeom prst="ellipse">
            <a:avLst/>
          </a:prstGeom>
          <a:solidFill>
            <a:srgbClr val="44AA4D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973" name="lumia-token-particle">
            <a:extLst>
              <a:ext uri="{FF2B5EF4-FFF2-40B4-BE49-F238E27FC236}">
                <a16:creationId xmlns:a16="http://schemas.microsoft.com/office/drawing/2014/main" id="{8E5B3A9C-65DB-4E55-9641-F6A0810DAD9A}"/>
              </a:ext>
            </a:extLst>
          </p:cNvPr>
          <p:cNvSpPr>
            <a:spLocks noGrp="1"/>
          </p:cNvSpPr>
          <p:nvPr/>
        </p:nvSpPr>
        <p:spPr>
          <a:xfrm rot="400202">
            <a:off x="9678518" y="4949383"/>
            <a:ext cx="16923" cy="16923"/>
          </a:xfrm>
          <a:prstGeom prst="ellipse">
            <a:avLst/>
          </a:prstGeom>
          <a:solidFill>
            <a:srgbClr val="CCB717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974" name="lumia-token-particle">
            <a:extLst>
              <a:ext uri="{FF2B5EF4-FFF2-40B4-BE49-F238E27FC236}">
                <a16:creationId xmlns:a16="http://schemas.microsoft.com/office/drawing/2014/main" id="{C83E1A3C-4F85-42D5-9835-F97600A14F39}"/>
              </a:ext>
            </a:extLst>
          </p:cNvPr>
          <p:cNvSpPr>
            <a:spLocks noGrp="1"/>
          </p:cNvSpPr>
          <p:nvPr/>
        </p:nvSpPr>
        <p:spPr>
          <a:xfrm rot="335599">
            <a:off x="10459255" y="4741938"/>
            <a:ext cx="31038" cy="31038"/>
          </a:xfrm>
          <a:prstGeom prst="roundRect">
            <a:avLst>
              <a:gd name="adj" fmla="val 18000"/>
            </a:avLst>
          </a:prstGeom>
          <a:solidFill>
            <a:srgbClr val="9BB22B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975" name="lumia-token-particle-soft-glow">
            <a:extLst>
              <a:ext uri="{FF2B5EF4-FFF2-40B4-BE49-F238E27FC236}">
                <a16:creationId xmlns:a16="http://schemas.microsoft.com/office/drawing/2014/main" id="{5BD68590-D9BB-4A1A-AB64-4B0AD1740464}"/>
              </a:ext>
            </a:extLst>
          </p:cNvPr>
          <p:cNvSpPr>
            <a:spLocks noGrp="1"/>
          </p:cNvSpPr>
          <p:nvPr/>
        </p:nvSpPr>
        <p:spPr>
          <a:xfrm rot="227509">
            <a:off x="12046726" y="3433869"/>
            <a:ext cx="290547" cy="290547"/>
          </a:xfrm>
          <a:prstGeom prst="roundRect">
            <a:avLst>
              <a:gd name="adj" fmla="val 18000"/>
            </a:avLst>
          </a:prstGeom>
          <a:solidFill>
            <a:srgbClr val="3BA950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976" name="lumia-token-particle">
            <a:extLst>
              <a:ext uri="{FF2B5EF4-FFF2-40B4-BE49-F238E27FC236}">
                <a16:creationId xmlns:a16="http://schemas.microsoft.com/office/drawing/2014/main" id="{56EF032E-6802-499F-9004-233D527446B9}"/>
              </a:ext>
            </a:extLst>
          </p:cNvPr>
          <p:cNvSpPr>
            <a:spLocks noGrp="1"/>
          </p:cNvSpPr>
          <p:nvPr/>
        </p:nvSpPr>
        <p:spPr>
          <a:xfrm rot="899591">
            <a:off x="12131469" y="3518612"/>
            <a:ext cx="121061" cy="121061"/>
          </a:xfrm>
          <a:prstGeom prst="roundRect">
            <a:avLst>
              <a:gd name="adj" fmla="val 18000"/>
            </a:avLst>
          </a:prstGeom>
          <a:solidFill>
            <a:srgbClr val="3BA950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977" name="lumia-token-particle">
            <a:extLst>
              <a:ext uri="{FF2B5EF4-FFF2-40B4-BE49-F238E27FC236}">
                <a16:creationId xmlns:a16="http://schemas.microsoft.com/office/drawing/2014/main" id="{09F10F56-FF6A-4E05-BAB9-EDE80BECE3E5}"/>
              </a:ext>
            </a:extLst>
          </p:cNvPr>
          <p:cNvSpPr>
            <a:spLocks noGrp="1"/>
          </p:cNvSpPr>
          <p:nvPr/>
        </p:nvSpPr>
        <p:spPr>
          <a:xfrm rot="2516941">
            <a:off x="1635716" y="5891170"/>
            <a:ext cx="11871" cy="11871"/>
          </a:xfrm>
          <a:prstGeom prst="ellipse">
            <a:avLst/>
          </a:prstGeom>
          <a:solidFill>
            <a:srgbClr val="5153B3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978" name="lumia-token-particle-soft-glow">
            <a:extLst>
              <a:ext uri="{FF2B5EF4-FFF2-40B4-BE49-F238E27FC236}">
                <a16:creationId xmlns:a16="http://schemas.microsoft.com/office/drawing/2014/main" id="{447B25E3-79EE-43BD-ADD5-5D49658D0269}"/>
              </a:ext>
            </a:extLst>
          </p:cNvPr>
          <p:cNvSpPr>
            <a:spLocks noGrp="1"/>
          </p:cNvSpPr>
          <p:nvPr/>
        </p:nvSpPr>
        <p:spPr>
          <a:xfrm rot="1544942">
            <a:off x="10307842" y="4322493"/>
            <a:ext cx="286727" cy="286727"/>
          </a:xfrm>
          <a:prstGeom prst="ellipse">
            <a:avLst/>
          </a:prstGeom>
          <a:solidFill>
            <a:srgbClr val="A0B329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979" name="lumia-token-particle">
            <a:extLst>
              <a:ext uri="{FF2B5EF4-FFF2-40B4-BE49-F238E27FC236}">
                <a16:creationId xmlns:a16="http://schemas.microsoft.com/office/drawing/2014/main" id="{7EF3CC00-8185-4E3C-88AF-1FFC0BD6D361}"/>
              </a:ext>
            </a:extLst>
          </p:cNvPr>
          <p:cNvSpPr>
            <a:spLocks noGrp="1"/>
          </p:cNvSpPr>
          <p:nvPr/>
        </p:nvSpPr>
        <p:spPr>
          <a:xfrm rot="943400">
            <a:off x="10391471" y="4406122"/>
            <a:ext cx="119469" cy="119469"/>
          </a:xfrm>
          <a:prstGeom prst="ellipse">
            <a:avLst/>
          </a:prstGeom>
          <a:solidFill>
            <a:srgbClr val="A0B329">
              <a:alpha val="81000"/>
            </a:srgbClr>
          </a:solidFill>
          <a:ln w="0">
            <a:noFill/>
            <a:prstDash val="solid"/>
          </a:ln>
        </p:spPr>
      </p:sp>
      <p:sp>
        <p:nvSpPr>
          <p:cNvPr id="980" name="lumia-token-particle">
            <a:extLst>
              <a:ext uri="{FF2B5EF4-FFF2-40B4-BE49-F238E27FC236}">
                <a16:creationId xmlns:a16="http://schemas.microsoft.com/office/drawing/2014/main" id="{E8B6A6C4-7769-4CFC-B398-2D4AC767BA4C}"/>
              </a:ext>
            </a:extLst>
          </p:cNvPr>
          <p:cNvSpPr>
            <a:spLocks noGrp="1"/>
          </p:cNvSpPr>
          <p:nvPr/>
        </p:nvSpPr>
        <p:spPr>
          <a:xfrm rot="1928459">
            <a:off x="2384944" y="5834455"/>
            <a:ext cx="19679" cy="19679"/>
          </a:xfrm>
          <a:prstGeom prst="roundRect">
            <a:avLst>
              <a:gd name="adj" fmla="val 19360"/>
            </a:avLst>
          </a:prstGeom>
          <a:solidFill>
            <a:srgbClr val="593B95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981" name="lumia-token-particle">
            <a:extLst>
              <a:ext uri="{FF2B5EF4-FFF2-40B4-BE49-F238E27FC236}">
                <a16:creationId xmlns:a16="http://schemas.microsoft.com/office/drawing/2014/main" id="{D8A22EF4-2AD5-4EA0-847D-99C7420353EC}"/>
              </a:ext>
            </a:extLst>
          </p:cNvPr>
          <p:cNvSpPr>
            <a:spLocks noGrp="1"/>
          </p:cNvSpPr>
          <p:nvPr/>
        </p:nvSpPr>
        <p:spPr>
          <a:xfrm rot="790030">
            <a:off x="3046051" y="5782215"/>
            <a:ext cx="30269" cy="30269"/>
          </a:xfrm>
          <a:prstGeom prst="ellipse">
            <a:avLst/>
          </a:prstGeom>
          <a:solidFill>
            <a:srgbClr val="813D7A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982" name="lumia-token-particle">
            <a:extLst>
              <a:ext uri="{FF2B5EF4-FFF2-40B4-BE49-F238E27FC236}">
                <a16:creationId xmlns:a16="http://schemas.microsoft.com/office/drawing/2014/main" id="{22E1B984-6732-46D4-946B-E88A2A404FEF}"/>
              </a:ext>
            </a:extLst>
          </p:cNvPr>
          <p:cNvSpPr>
            <a:spLocks noGrp="1"/>
          </p:cNvSpPr>
          <p:nvPr/>
        </p:nvSpPr>
        <p:spPr>
          <a:xfrm rot="302807">
            <a:off x="409429" y="5919274"/>
            <a:ext cx="14654" cy="14654"/>
          </a:xfrm>
          <a:prstGeom prst="ellipse">
            <a:avLst/>
          </a:prstGeom>
          <a:solidFill>
            <a:srgbClr val="4676E1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983" name="lumia-token-particle">
            <a:extLst>
              <a:ext uri="{FF2B5EF4-FFF2-40B4-BE49-F238E27FC236}">
                <a16:creationId xmlns:a16="http://schemas.microsoft.com/office/drawing/2014/main" id="{07D98817-E8A8-4CA3-8292-1D2B0CD73123}"/>
              </a:ext>
            </a:extLst>
          </p:cNvPr>
          <p:cNvSpPr>
            <a:spLocks noGrp="1"/>
          </p:cNvSpPr>
          <p:nvPr/>
        </p:nvSpPr>
        <p:spPr>
          <a:xfrm rot="150592">
            <a:off x="4751056" y="5786563"/>
            <a:ext cx="31486" cy="31486"/>
          </a:xfrm>
          <a:prstGeom prst="roundRect">
            <a:avLst>
              <a:gd name="adj" fmla="val 18000"/>
            </a:avLst>
          </a:prstGeom>
          <a:solidFill>
            <a:srgbClr val="CB4149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984" name="lumia-token-particle-soft-glow">
            <a:extLst>
              <a:ext uri="{FF2B5EF4-FFF2-40B4-BE49-F238E27FC236}">
                <a16:creationId xmlns:a16="http://schemas.microsoft.com/office/drawing/2014/main" id="{EAB4DEC5-F861-4640-B93C-59D1503876D2}"/>
              </a:ext>
            </a:extLst>
          </p:cNvPr>
          <p:cNvSpPr>
            <a:spLocks noGrp="1"/>
          </p:cNvSpPr>
          <p:nvPr/>
        </p:nvSpPr>
        <p:spPr>
          <a:xfrm rot="2228511">
            <a:off x="8239477" y="4840977"/>
            <a:ext cx="192587" cy="192587"/>
          </a:xfrm>
          <a:prstGeom prst="roundRect">
            <a:avLst>
              <a:gd name="adj" fmla="val 18000"/>
            </a:avLst>
          </a:prstGeom>
          <a:solidFill>
            <a:srgbClr val="FAB408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985" name="lumia-token-particle">
            <a:extLst>
              <a:ext uri="{FF2B5EF4-FFF2-40B4-BE49-F238E27FC236}">
                <a16:creationId xmlns:a16="http://schemas.microsoft.com/office/drawing/2014/main" id="{025D0C88-787A-4C7E-8D45-9164D4EFBC94}"/>
              </a:ext>
            </a:extLst>
          </p:cNvPr>
          <p:cNvSpPr>
            <a:spLocks noGrp="1"/>
          </p:cNvSpPr>
          <p:nvPr/>
        </p:nvSpPr>
        <p:spPr>
          <a:xfrm rot="1017352">
            <a:off x="8295648" y="4897148"/>
            <a:ext cx="80245" cy="80245"/>
          </a:xfrm>
          <a:prstGeom prst="roundRect">
            <a:avLst>
              <a:gd name="adj" fmla="val 18000"/>
            </a:avLst>
          </a:prstGeom>
          <a:solidFill>
            <a:srgbClr val="FAB408">
              <a:alpha val="77000"/>
            </a:srgbClr>
          </a:solidFill>
          <a:ln w="0">
            <a:noFill/>
            <a:prstDash val="solid"/>
          </a:ln>
        </p:spPr>
      </p:sp>
      <p:sp>
        <p:nvSpPr>
          <p:cNvPr id="986" name="lumia-token-particle">
            <a:extLst>
              <a:ext uri="{FF2B5EF4-FFF2-40B4-BE49-F238E27FC236}">
                <a16:creationId xmlns:a16="http://schemas.microsoft.com/office/drawing/2014/main" id="{68D8F3F1-6783-42B1-8539-CFBD9FBC3CC6}"/>
              </a:ext>
            </a:extLst>
          </p:cNvPr>
          <p:cNvSpPr>
            <a:spLocks noGrp="1"/>
          </p:cNvSpPr>
          <p:nvPr/>
        </p:nvSpPr>
        <p:spPr>
          <a:xfrm rot="2499891">
            <a:off x="11153538" y="3406981"/>
            <a:ext cx="31509" cy="31509"/>
          </a:xfrm>
          <a:prstGeom prst="ellipse">
            <a:avLst/>
          </a:prstGeom>
          <a:solidFill>
            <a:srgbClr val="62AD41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987" name="lumia-token-particle">
            <a:extLst>
              <a:ext uri="{FF2B5EF4-FFF2-40B4-BE49-F238E27FC236}">
                <a16:creationId xmlns:a16="http://schemas.microsoft.com/office/drawing/2014/main" id="{A726C81F-226E-48E3-84B5-912C2F3A9EF4}"/>
              </a:ext>
            </a:extLst>
          </p:cNvPr>
          <p:cNvSpPr>
            <a:spLocks noGrp="1"/>
          </p:cNvSpPr>
          <p:nvPr/>
        </p:nvSpPr>
        <p:spPr>
          <a:xfrm rot="2544359">
            <a:off x="419059" y="5933241"/>
            <a:ext cx="9532" cy="9532"/>
          </a:xfrm>
          <a:prstGeom prst="ellipse">
            <a:avLst/>
          </a:prstGeom>
          <a:solidFill>
            <a:srgbClr val="4775DF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988" name="lumia-token-particle">
            <a:extLst>
              <a:ext uri="{FF2B5EF4-FFF2-40B4-BE49-F238E27FC236}">
                <a16:creationId xmlns:a16="http://schemas.microsoft.com/office/drawing/2014/main" id="{FC886535-DB41-4859-94BC-91EF4FF1F28A}"/>
              </a:ext>
            </a:extLst>
          </p:cNvPr>
          <p:cNvSpPr>
            <a:spLocks noGrp="1"/>
          </p:cNvSpPr>
          <p:nvPr/>
        </p:nvSpPr>
        <p:spPr>
          <a:xfrm rot="151537">
            <a:off x="4538556" y="6109948"/>
            <a:ext cx="15114" cy="15114"/>
          </a:xfrm>
          <a:prstGeom prst="roundRect">
            <a:avLst>
              <a:gd name="adj" fmla="val 25209"/>
            </a:avLst>
          </a:prstGeom>
          <a:solidFill>
            <a:srgbClr val="C8414B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989" name="lumia-token-particle">
            <a:extLst>
              <a:ext uri="{FF2B5EF4-FFF2-40B4-BE49-F238E27FC236}">
                <a16:creationId xmlns:a16="http://schemas.microsoft.com/office/drawing/2014/main" id="{31B03CE1-B2C6-4773-86FE-A655186BF3DB}"/>
              </a:ext>
            </a:extLst>
          </p:cNvPr>
          <p:cNvSpPr>
            <a:spLocks noGrp="1"/>
          </p:cNvSpPr>
          <p:nvPr/>
        </p:nvSpPr>
        <p:spPr>
          <a:xfrm rot="1632269">
            <a:off x="9447514" y="4341861"/>
            <a:ext cx="53858" cy="53858"/>
          </a:xfrm>
          <a:prstGeom prst="ellipse">
            <a:avLst/>
          </a:prstGeom>
          <a:solidFill>
            <a:srgbClr val="CAB718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990" name="lumia-token-particle">
            <a:extLst>
              <a:ext uri="{FF2B5EF4-FFF2-40B4-BE49-F238E27FC236}">
                <a16:creationId xmlns:a16="http://schemas.microsoft.com/office/drawing/2014/main" id="{CFCC4692-DB09-446A-BFBE-8375FF7F34E6}"/>
              </a:ext>
            </a:extLst>
          </p:cNvPr>
          <p:cNvSpPr>
            <a:spLocks noGrp="1"/>
          </p:cNvSpPr>
          <p:nvPr/>
        </p:nvSpPr>
        <p:spPr>
          <a:xfrm rot="1862659">
            <a:off x="3503944" y="5709679"/>
            <a:ext cx="27934" cy="27934"/>
          </a:xfrm>
          <a:prstGeom prst="roundRect">
            <a:avLst>
              <a:gd name="adj" fmla="val 18000"/>
            </a:avLst>
          </a:prstGeom>
          <a:solidFill>
            <a:srgbClr val="963E6C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991" name="lumia-token-particle-soft-glow">
            <a:extLst>
              <a:ext uri="{FF2B5EF4-FFF2-40B4-BE49-F238E27FC236}">
                <a16:creationId xmlns:a16="http://schemas.microsoft.com/office/drawing/2014/main" id="{273E6A2E-E1BB-4CAE-BDEC-F91882B1E0D8}"/>
              </a:ext>
            </a:extLst>
          </p:cNvPr>
          <p:cNvSpPr>
            <a:spLocks noGrp="1"/>
          </p:cNvSpPr>
          <p:nvPr/>
        </p:nvSpPr>
        <p:spPr>
          <a:xfrm rot="355236">
            <a:off x="11635690" y="3845008"/>
            <a:ext cx="200530" cy="200530"/>
          </a:xfrm>
          <a:prstGeom prst="roundRect">
            <a:avLst>
              <a:gd name="adj" fmla="val 18000"/>
            </a:avLst>
          </a:prstGeom>
          <a:solidFill>
            <a:srgbClr val="46AA4C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992" name="lumia-token-particle">
            <a:extLst>
              <a:ext uri="{FF2B5EF4-FFF2-40B4-BE49-F238E27FC236}">
                <a16:creationId xmlns:a16="http://schemas.microsoft.com/office/drawing/2014/main" id="{B967776A-CD77-449E-8946-2B44101062DA}"/>
              </a:ext>
            </a:extLst>
          </p:cNvPr>
          <p:cNvSpPr>
            <a:spLocks noGrp="1"/>
          </p:cNvSpPr>
          <p:nvPr/>
        </p:nvSpPr>
        <p:spPr>
          <a:xfrm rot="2252434">
            <a:off x="11694177" y="3903496"/>
            <a:ext cx="83554" cy="83554"/>
          </a:xfrm>
          <a:prstGeom prst="roundRect">
            <a:avLst>
              <a:gd name="adj" fmla="val 18000"/>
            </a:avLst>
          </a:prstGeom>
          <a:solidFill>
            <a:srgbClr val="46AA4C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993" name="lumia-token-particle-soft-glow">
            <a:extLst>
              <a:ext uri="{FF2B5EF4-FFF2-40B4-BE49-F238E27FC236}">
                <a16:creationId xmlns:a16="http://schemas.microsoft.com/office/drawing/2014/main" id="{4DF9F376-B8B5-4437-AE63-944FE29CA1D0}"/>
              </a:ext>
            </a:extLst>
          </p:cNvPr>
          <p:cNvSpPr>
            <a:spLocks noGrp="1"/>
          </p:cNvSpPr>
          <p:nvPr/>
        </p:nvSpPr>
        <p:spPr>
          <a:xfrm rot="2539666">
            <a:off x="8657303" y="5287389"/>
            <a:ext cx="210626" cy="210626"/>
          </a:xfrm>
          <a:prstGeom prst="roundRect">
            <a:avLst>
              <a:gd name="adj" fmla="val 18000"/>
            </a:avLst>
          </a:prstGeom>
          <a:solidFill>
            <a:srgbClr val="F1BB09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994" name="lumia-token-particle">
            <a:extLst>
              <a:ext uri="{FF2B5EF4-FFF2-40B4-BE49-F238E27FC236}">
                <a16:creationId xmlns:a16="http://schemas.microsoft.com/office/drawing/2014/main" id="{2F6B72F8-DB8B-447E-8356-0C29A370D7FD}"/>
              </a:ext>
            </a:extLst>
          </p:cNvPr>
          <p:cNvSpPr>
            <a:spLocks noGrp="1"/>
          </p:cNvSpPr>
          <p:nvPr/>
        </p:nvSpPr>
        <p:spPr>
          <a:xfrm rot="951033">
            <a:off x="8718735" y="5348821"/>
            <a:ext cx="87761" cy="87761"/>
          </a:xfrm>
          <a:prstGeom prst="roundRect">
            <a:avLst>
              <a:gd name="adj" fmla="val 18000"/>
            </a:avLst>
          </a:prstGeom>
          <a:solidFill>
            <a:srgbClr val="F1BB09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995" name="lumia-token-particle">
            <a:extLst>
              <a:ext uri="{FF2B5EF4-FFF2-40B4-BE49-F238E27FC236}">
                <a16:creationId xmlns:a16="http://schemas.microsoft.com/office/drawing/2014/main" id="{38DF6BFB-D45A-4C47-B838-B78455BA714E}"/>
              </a:ext>
            </a:extLst>
          </p:cNvPr>
          <p:cNvSpPr>
            <a:spLocks noGrp="1"/>
          </p:cNvSpPr>
          <p:nvPr/>
        </p:nvSpPr>
        <p:spPr>
          <a:xfrm rot="2005358">
            <a:off x="7352142" y="5503372"/>
            <a:ext cx="18833" cy="18833"/>
          </a:xfrm>
          <a:prstGeom prst="ellipse">
            <a:avLst/>
          </a:prstGeom>
          <a:solidFill>
            <a:srgbClr val="F48D18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996" name="lumia-token-particle">
            <a:extLst>
              <a:ext uri="{FF2B5EF4-FFF2-40B4-BE49-F238E27FC236}">
                <a16:creationId xmlns:a16="http://schemas.microsoft.com/office/drawing/2014/main" id="{72BCFF13-D52C-4159-A90B-EE18035D0215}"/>
              </a:ext>
            </a:extLst>
          </p:cNvPr>
          <p:cNvSpPr>
            <a:spLocks noGrp="1"/>
          </p:cNvSpPr>
          <p:nvPr/>
        </p:nvSpPr>
        <p:spPr>
          <a:xfrm rot="1046073">
            <a:off x="6657774" y="5739647"/>
            <a:ext cx="15974" cy="15974"/>
          </a:xfrm>
          <a:prstGeom prst="roundRect">
            <a:avLst>
              <a:gd name="adj" fmla="val 23851"/>
            </a:avLst>
          </a:prstGeom>
          <a:solidFill>
            <a:srgbClr val="F27C1E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997" name="lumia-token-particle">
            <a:extLst>
              <a:ext uri="{FF2B5EF4-FFF2-40B4-BE49-F238E27FC236}">
                <a16:creationId xmlns:a16="http://schemas.microsoft.com/office/drawing/2014/main" id="{BEC3D130-7BB3-412E-8FFA-1381203D16AD}"/>
              </a:ext>
            </a:extLst>
          </p:cNvPr>
          <p:cNvSpPr>
            <a:spLocks noGrp="1"/>
          </p:cNvSpPr>
          <p:nvPr/>
        </p:nvSpPr>
        <p:spPr>
          <a:xfrm rot="1958333">
            <a:off x="5644027" y="5517369"/>
            <a:ext cx="14009" cy="14009"/>
          </a:xfrm>
          <a:prstGeom prst="roundRect">
            <a:avLst>
              <a:gd name="adj" fmla="val 27197"/>
            </a:avLst>
          </a:prstGeom>
          <a:solidFill>
            <a:srgbClr val="EB4932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998" name="lumia-token-particle">
            <a:extLst>
              <a:ext uri="{FF2B5EF4-FFF2-40B4-BE49-F238E27FC236}">
                <a16:creationId xmlns:a16="http://schemas.microsoft.com/office/drawing/2014/main" id="{FF1AE3D0-B3B5-4A80-9BC7-3A588D2F1FA2}"/>
              </a:ext>
            </a:extLst>
          </p:cNvPr>
          <p:cNvSpPr>
            <a:spLocks noGrp="1"/>
          </p:cNvSpPr>
          <p:nvPr/>
        </p:nvSpPr>
        <p:spPr>
          <a:xfrm rot="2665678">
            <a:off x="6448766" y="5391276"/>
            <a:ext cx="29566" cy="29566"/>
          </a:xfrm>
          <a:prstGeom prst="ellipse">
            <a:avLst/>
          </a:prstGeom>
          <a:solidFill>
            <a:srgbClr val="F17222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999" name="lumia-token-particle">
            <a:extLst>
              <a:ext uri="{FF2B5EF4-FFF2-40B4-BE49-F238E27FC236}">
                <a16:creationId xmlns:a16="http://schemas.microsoft.com/office/drawing/2014/main" id="{417551EA-775C-48AB-BEDD-98D5376558A4}"/>
              </a:ext>
            </a:extLst>
          </p:cNvPr>
          <p:cNvSpPr>
            <a:spLocks noGrp="1"/>
          </p:cNvSpPr>
          <p:nvPr/>
        </p:nvSpPr>
        <p:spPr>
          <a:xfrm rot="1855756">
            <a:off x="9333192" y="5341427"/>
            <a:ext cx="16674" cy="16674"/>
          </a:xfrm>
          <a:prstGeom prst="ellipse">
            <a:avLst/>
          </a:prstGeom>
          <a:solidFill>
            <a:srgbClr val="C6B71A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000" name="lumia-token-particle">
            <a:extLst>
              <a:ext uri="{FF2B5EF4-FFF2-40B4-BE49-F238E27FC236}">
                <a16:creationId xmlns:a16="http://schemas.microsoft.com/office/drawing/2014/main" id="{F845A348-B6DA-40D1-98BB-D362C102E573}"/>
              </a:ext>
            </a:extLst>
          </p:cNvPr>
          <p:cNvSpPr>
            <a:spLocks noGrp="1"/>
          </p:cNvSpPr>
          <p:nvPr/>
        </p:nvSpPr>
        <p:spPr>
          <a:xfrm rot="1959903">
            <a:off x="8074541" y="5545508"/>
            <a:ext cx="17492" cy="17492"/>
          </a:xfrm>
          <a:prstGeom prst="ellipse">
            <a:avLst/>
          </a:prstGeom>
          <a:solidFill>
            <a:srgbClr val="F8A40E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01" name="lumia-token-particle-soft-glow">
            <a:extLst>
              <a:ext uri="{FF2B5EF4-FFF2-40B4-BE49-F238E27FC236}">
                <a16:creationId xmlns:a16="http://schemas.microsoft.com/office/drawing/2014/main" id="{C3A2B6E3-EA66-4981-ADF1-4BE6B292CD98}"/>
              </a:ext>
            </a:extLst>
          </p:cNvPr>
          <p:cNvSpPr>
            <a:spLocks noGrp="1"/>
          </p:cNvSpPr>
          <p:nvPr/>
        </p:nvSpPr>
        <p:spPr>
          <a:xfrm rot="2074541">
            <a:off x="3058690" y="5657381"/>
            <a:ext cx="125909" cy="125909"/>
          </a:xfrm>
          <a:prstGeom prst="roundRect">
            <a:avLst>
              <a:gd name="adj" fmla="val 18000"/>
            </a:avLst>
          </a:prstGeom>
          <a:solidFill>
            <a:srgbClr val="813D7A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002" name="lumia-token-particle">
            <a:extLst>
              <a:ext uri="{FF2B5EF4-FFF2-40B4-BE49-F238E27FC236}">
                <a16:creationId xmlns:a16="http://schemas.microsoft.com/office/drawing/2014/main" id="{B4C33129-533F-43EF-B2E1-35212E8859DB}"/>
              </a:ext>
            </a:extLst>
          </p:cNvPr>
          <p:cNvSpPr>
            <a:spLocks noGrp="1"/>
          </p:cNvSpPr>
          <p:nvPr/>
        </p:nvSpPr>
        <p:spPr>
          <a:xfrm rot="1500539">
            <a:off x="3095414" y="5694104"/>
            <a:ext cx="52462" cy="52462"/>
          </a:xfrm>
          <a:prstGeom prst="roundRect">
            <a:avLst>
              <a:gd name="adj" fmla="val 18000"/>
            </a:avLst>
          </a:prstGeom>
          <a:solidFill>
            <a:srgbClr val="813D7A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003" name="lumia-token-particle">
            <a:extLst>
              <a:ext uri="{FF2B5EF4-FFF2-40B4-BE49-F238E27FC236}">
                <a16:creationId xmlns:a16="http://schemas.microsoft.com/office/drawing/2014/main" id="{BE813DE9-7FB2-40C5-9A01-257901112D92}"/>
              </a:ext>
            </a:extLst>
          </p:cNvPr>
          <p:cNvSpPr>
            <a:spLocks noGrp="1"/>
          </p:cNvSpPr>
          <p:nvPr/>
        </p:nvSpPr>
        <p:spPr>
          <a:xfrm rot="646996">
            <a:off x="1172258" y="5856710"/>
            <a:ext cx="16897" cy="16897"/>
          </a:xfrm>
          <a:prstGeom prst="ellipse">
            <a:avLst/>
          </a:prstGeom>
          <a:solidFill>
            <a:srgbClr val="4E5DC1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1004" name="lumia-token-particle">
            <a:extLst>
              <a:ext uri="{FF2B5EF4-FFF2-40B4-BE49-F238E27FC236}">
                <a16:creationId xmlns:a16="http://schemas.microsoft.com/office/drawing/2014/main" id="{C9F0F53E-704C-43AD-8032-7DAA5697CBDB}"/>
              </a:ext>
            </a:extLst>
          </p:cNvPr>
          <p:cNvSpPr>
            <a:spLocks noGrp="1"/>
          </p:cNvSpPr>
          <p:nvPr/>
        </p:nvSpPr>
        <p:spPr>
          <a:xfrm rot="1464339">
            <a:off x="1622144" y="5957136"/>
            <a:ext cx="8103" cy="8103"/>
          </a:xfrm>
          <a:prstGeom prst="roundRect">
            <a:avLst>
              <a:gd name="adj" fmla="val 47018"/>
            </a:avLst>
          </a:prstGeom>
          <a:solidFill>
            <a:srgbClr val="5151B1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1005" name="lumia-token-particle">
            <a:extLst>
              <a:ext uri="{FF2B5EF4-FFF2-40B4-BE49-F238E27FC236}">
                <a16:creationId xmlns:a16="http://schemas.microsoft.com/office/drawing/2014/main" id="{616D352C-383C-457E-91EA-748E680DF432}"/>
              </a:ext>
            </a:extLst>
          </p:cNvPr>
          <p:cNvSpPr>
            <a:spLocks noGrp="1"/>
          </p:cNvSpPr>
          <p:nvPr/>
        </p:nvSpPr>
        <p:spPr>
          <a:xfrm rot="1456815">
            <a:off x="3882065" y="5439280"/>
            <a:ext cx="28087" cy="28087"/>
          </a:xfrm>
          <a:prstGeom prst="ellipse">
            <a:avLst/>
          </a:prstGeom>
          <a:solidFill>
            <a:srgbClr val="AA405F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1006" name="lumia-token-particle">
            <a:extLst>
              <a:ext uri="{FF2B5EF4-FFF2-40B4-BE49-F238E27FC236}">
                <a16:creationId xmlns:a16="http://schemas.microsoft.com/office/drawing/2014/main" id="{A23CBFFC-C81C-408C-9D9B-481AAE408C30}"/>
              </a:ext>
            </a:extLst>
          </p:cNvPr>
          <p:cNvSpPr>
            <a:spLocks noGrp="1"/>
          </p:cNvSpPr>
          <p:nvPr/>
        </p:nvSpPr>
        <p:spPr>
          <a:xfrm rot="2183550">
            <a:off x="4497462" y="6384075"/>
            <a:ext cx="8907" cy="8907"/>
          </a:xfrm>
          <a:prstGeom prst="roundRect">
            <a:avLst>
              <a:gd name="adj" fmla="val 42777"/>
            </a:avLst>
          </a:prstGeom>
          <a:solidFill>
            <a:srgbClr val="C8414B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007" name="lumia-token-particle">
            <a:extLst>
              <a:ext uri="{FF2B5EF4-FFF2-40B4-BE49-F238E27FC236}">
                <a16:creationId xmlns:a16="http://schemas.microsoft.com/office/drawing/2014/main" id="{56AEB5DB-EB1A-4F94-8F85-DDEA0D8F0BD0}"/>
              </a:ext>
            </a:extLst>
          </p:cNvPr>
          <p:cNvSpPr>
            <a:spLocks noGrp="1"/>
          </p:cNvSpPr>
          <p:nvPr/>
        </p:nvSpPr>
        <p:spPr>
          <a:xfrm rot="485939">
            <a:off x="1322239" y="5918958"/>
            <a:ext cx="13696" cy="13696"/>
          </a:xfrm>
          <a:prstGeom prst="ellipse">
            <a:avLst/>
          </a:prstGeom>
          <a:solidFill>
            <a:srgbClr val="4F58BB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1008" name="lumia-token-particle">
            <a:extLst>
              <a:ext uri="{FF2B5EF4-FFF2-40B4-BE49-F238E27FC236}">
                <a16:creationId xmlns:a16="http://schemas.microsoft.com/office/drawing/2014/main" id="{89E9591F-0A10-4E88-9842-999CDE547833}"/>
              </a:ext>
            </a:extLst>
          </p:cNvPr>
          <p:cNvSpPr>
            <a:spLocks noGrp="1"/>
          </p:cNvSpPr>
          <p:nvPr/>
        </p:nvSpPr>
        <p:spPr>
          <a:xfrm rot="1148018">
            <a:off x="7896602" y="4844811"/>
            <a:ext cx="40393" cy="40393"/>
          </a:xfrm>
          <a:prstGeom prst="ellipse">
            <a:avLst/>
          </a:prstGeom>
          <a:solidFill>
            <a:srgbClr val="F69C12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009" name="lumia-token-particle">
            <a:extLst>
              <a:ext uri="{FF2B5EF4-FFF2-40B4-BE49-F238E27FC236}">
                <a16:creationId xmlns:a16="http://schemas.microsoft.com/office/drawing/2014/main" id="{5BDFC67F-0426-42AB-A422-677737B7C85B}"/>
              </a:ext>
            </a:extLst>
          </p:cNvPr>
          <p:cNvSpPr>
            <a:spLocks noGrp="1"/>
          </p:cNvSpPr>
          <p:nvPr/>
        </p:nvSpPr>
        <p:spPr>
          <a:xfrm rot="1245149">
            <a:off x="5509321" y="5980295"/>
            <a:ext cx="11943" cy="11943"/>
          </a:xfrm>
          <a:prstGeom prst="roundRect">
            <a:avLst>
              <a:gd name="adj" fmla="val 31900"/>
            </a:avLst>
          </a:prstGeom>
          <a:solidFill>
            <a:srgbClr val="EA4435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010" name="lumia-token-particle-soft-glow">
            <a:extLst>
              <a:ext uri="{FF2B5EF4-FFF2-40B4-BE49-F238E27FC236}">
                <a16:creationId xmlns:a16="http://schemas.microsoft.com/office/drawing/2014/main" id="{1A702441-BB2C-4D9D-8AD2-4649EA7F5768}"/>
              </a:ext>
            </a:extLst>
          </p:cNvPr>
          <p:cNvSpPr>
            <a:spLocks noGrp="1"/>
          </p:cNvSpPr>
          <p:nvPr/>
        </p:nvSpPr>
        <p:spPr>
          <a:xfrm rot="1671899">
            <a:off x="10950069" y="4287341"/>
            <a:ext cx="178240" cy="178240"/>
          </a:xfrm>
          <a:prstGeom prst="roundRect">
            <a:avLst>
              <a:gd name="adj" fmla="val 18000"/>
            </a:avLst>
          </a:prstGeom>
          <a:solidFill>
            <a:srgbClr val="7EAF36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011" name="lumia-token-particle">
            <a:extLst>
              <a:ext uri="{FF2B5EF4-FFF2-40B4-BE49-F238E27FC236}">
                <a16:creationId xmlns:a16="http://schemas.microsoft.com/office/drawing/2014/main" id="{56469A7C-DCB5-4855-8B01-5B3D22087F43}"/>
              </a:ext>
            </a:extLst>
          </p:cNvPr>
          <p:cNvSpPr>
            <a:spLocks noGrp="1"/>
          </p:cNvSpPr>
          <p:nvPr/>
        </p:nvSpPr>
        <p:spPr>
          <a:xfrm rot="1959055">
            <a:off x="11002056" y="4339328"/>
            <a:ext cx="74267" cy="74267"/>
          </a:xfrm>
          <a:prstGeom prst="roundRect">
            <a:avLst>
              <a:gd name="adj" fmla="val 18000"/>
            </a:avLst>
          </a:prstGeom>
          <a:solidFill>
            <a:srgbClr val="7EAF36">
              <a:alpha val="83000"/>
            </a:srgbClr>
          </a:solidFill>
          <a:ln w="0">
            <a:noFill/>
            <a:prstDash val="solid"/>
          </a:ln>
        </p:spPr>
      </p:sp>
      <p:sp>
        <p:nvSpPr>
          <p:cNvPr id="1012" name="lumia-token-particle">
            <a:extLst>
              <a:ext uri="{FF2B5EF4-FFF2-40B4-BE49-F238E27FC236}">
                <a16:creationId xmlns:a16="http://schemas.microsoft.com/office/drawing/2014/main" id="{3B1A1F44-0C84-4AB3-9D13-98F0E97C6B31}"/>
              </a:ext>
            </a:extLst>
          </p:cNvPr>
          <p:cNvSpPr>
            <a:spLocks noGrp="1"/>
          </p:cNvSpPr>
          <p:nvPr/>
        </p:nvSpPr>
        <p:spPr>
          <a:xfrm rot="607370">
            <a:off x="7163870" y="5188794"/>
            <a:ext cx="24574" cy="24574"/>
          </a:xfrm>
          <a:prstGeom prst="roundRect">
            <a:avLst>
              <a:gd name="adj" fmla="val 18000"/>
            </a:avLst>
          </a:prstGeom>
          <a:solidFill>
            <a:srgbClr val="F3811D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013" name="lumia-token-particle">
            <a:extLst>
              <a:ext uri="{FF2B5EF4-FFF2-40B4-BE49-F238E27FC236}">
                <a16:creationId xmlns:a16="http://schemas.microsoft.com/office/drawing/2014/main" id="{D4D34999-4D95-40AA-8FAF-AB923C083AA0}"/>
              </a:ext>
            </a:extLst>
          </p:cNvPr>
          <p:cNvSpPr>
            <a:spLocks noGrp="1"/>
          </p:cNvSpPr>
          <p:nvPr/>
        </p:nvSpPr>
        <p:spPr>
          <a:xfrm rot="545601">
            <a:off x="5397065" y="5453211"/>
            <a:ext cx="9078" cy="9078"/>
          </a:xfrm>
          <a:prstGeom prst="ellipse">
            <a:avLst/>
          </a:prstGeom>
          <a:solidFill>
            <a:srgbClr val="EA4534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014" name="lumia-token-particle-soft-glow">
            <a:extLst>
              <a:ext uri="{FF2B5EF4-FFF2-40B4-BE49-F238E27FC236}">
                <a16:creationId xmlns:a16="http://schemas.microsoft.com/office/drawing/2014/main" id="{FBAF76F7-6F38-40C6-AD97-CCBA3F21A958}"/>
              </a:ext>
            </a:extLst>
          </p:cNvPr>
          <p:cNvSpPr>
            <a:spLocks noGrp="1"/>
          </p:cNvSpPr>
          <p:nvPr/>
        </p:nvSpPr>
        <p:spPr>
          <a:xfrm rot="496540">
            <a:off x="5400420" y="5520256"/>
            <a:ext cx="131302" cy="131302"/>
          </a:xfrm>
          <a:prstGeom prst="ellipse">
            <a:avLst/>
          </a:prstGeom>
          <a:solidFill>
            <a:srgbClr val="E84337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015" name="lumia-token-particle">
            <a:extLst>
              <a:ext uri="{FF2B5EF4-FFF2-40B4-BE49-F238E27FC236}">
                <a16:creationId xmlns:a16="http://schemas.microsoft.com/office/drawing/2014/main" id="{365750DF-424A-47A7-A36A-257041B7D236}"/>
              </a:ext>
            </a:extLst>
          </p:cNvPr>
          <p:cNvSpPr>
            <a:spLocks noGrp="1"/>
          </p:cNvSpPr>
          <p:nvPr/>
        </p:nvSpPr>
        <p:spPr>
          <a:xfrm rot="1560187">
            <a:off x="5438717" y="5558552"/>
            <a:ext cx="54709" cy="54709"/>
          </a:xfrm>
          <a:prstGeom prst="ellipse">
            <a:avLst/>
          </a:prstGeom>
          <a:solidFill>
            <a:srgbClr val="E84337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016" name="lumia-token-particle">
            <a:extLst>
              <a:ext uri="{FF2B5EF4-FFF2-40B4-BE49-F238E27FC236}">
                <a16:creationId xmlns:a16="http://schemas.microsoft.com/office/drawing/2014/main" id="{8846B11C-0A51-431B-8590-27FAED6E7869}"/>
              </a:ext>
            </a:extLst>
          </p:cNvPr>
          <p:cNvSpPr>
            <a:spLocks noGrp="1"/>
          </p:cNvSpPr>
          <p:nvPr/>
        </p:nvSpPr>
        <p:spPr>
          <a:xfrm rot="2382596">
            <a:off x="5691455" y="5413353"/>
            <a:ext cx="8184" cy="8184"/>
          </a:xfrm>
          <a:prstGeom prst="roundRect">
            <a:avLst>
              <a:gd name="adj" fmla="val 46556"/>
            </a:avLst>
          </a:prstGeom>
          <a:solidFill>
            <a:srgbClr val="EC532E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017" name="lumia-token-particle">
            <a:extLst>
              <a:ext uri="{FF2B5EF4-FFF2-40B4-BE49-F238E27FC236}">
                <a16:creationId xmlns:a16="http://schemas.microsoft.com/office/drawing/2014/main" id="{F965CB49-7436-41A4-8D2F-8495F07CE4EC}"/>
              </a:ext>
            </a:extLst>
          </p:cNvPr>
          <p:cNvSpPr>
            <a:spLocks noGrp="1"/>
          </p:cNvSpPr>
          <p:nvPr/>
        </p:nvSpPr>
        <p:spPr>
          <a:xfrm rot="2644837">
            <a:off x="10034176" y="4192542"/>
            <a:ext cx="21188" cy="21188"/>
          </a:xfrm>
          <a:prstGeom prst="roundRect">
            <a:avLst>
              <a:gd name="adj" fmla="val 18000"/>
            </a:avLst>
          </a:prstGeom>
          <a:solidFill>
            <a:srgbClr val="B7B520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018" name="lumia-token-particle-soft-glow">
            <a:extLst>
              <a:ext uri="{FF2B5EF4-FFF2-40B4-BE49-F238E27FC236}">
                <a16:creationId xmlns:a16="http://schemas.microsoft.com/office/drawing/2014/main" id="{41DC8B6F-4CFE-47B1-A42D-94AF4C48F012}"/>
              </a:ext>
            </a:extLst>
          </p:cNvPr>
          <p:cNvSpPr>
            <a:spLocks noGrp="1"/>
          </p:cNvSpPr>
          <p:nvPr/>
        </p:nvSpPr>
        <p:spPr>
          <a:xfrm rot="2196525">
            <a:off x="11062442" y="4328317"/>
            <a:ext cx="231843" cy="231843"/>
          </a:xfrm>
          <a:prstGeom prst="ellipse">
            <a:avLst/>
          </a:prstGeom>
          <a:solidFill>
            <a:srgbClr val="69AD3E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019" name="lumia-token-particle">
            <a:extLst>
              <a:ext uri="{FF2B5EF4-FFF2-40B4-BE49-F238E27FC236}">
                <a16:creationId xmlns:a16="http://schemas.microsoft.com/office/drawing/2014/main" id="{91BF3FC7-BBD3-418A-8B0D-D8721D593841}"/>
              </a:ext>
            </a:extLst>
          </p:cNvPr>
          <p:cNvSpPr>
            <a:spLocks noGrp="1"/>
          </p:cNvSpPr>
          <p:nvPr/>
        </p:nvSpPr>
        <p:spPr>
          <a:xfrm rot="851812">
            <a:off x="11130063" y="4395938"/>
            <a:ext cx="96601" cy="96601"/>
          </a:xfrm>
          <a:prstGeom prst="ellipse">
            <a:avLst/>
          </a:prstGeom>
          <a:solidFill>
            <a:srgbClr val="69AD3E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1020" name="lumia-token-particle">
            <a:extLst>
              <a:ext uri="{FF2B5EF4-FFF2-40B4-BE49-F238E27FC236}">
                <a16:creationId xmlns:a16="http://schemas.microsoft.com/office/drawing/2014/main" id="{32A4FD5C-3A10-4DC3-8DA4-126C6791AF4E}"/>
              </a:ext>
            </a:extLst>
          </p:cNvPr>
          <p:cNvSpPr>
            <a:spLocks noGrp="1"/>
          </p:cNvSpPr>
          <p:nvPr/>
        </p:nvSpPr>
        <p:spPr>
          <a:xfrm rot="1247626">
            <a:off x="5741289" y="5439465"/>
            <a:ext cx="25479" cy="25479"/>
          </a:xfrm>
          <a:prstGeom prst="ellipse">
            <a:avLst/>
          </a:prstGeom>
          <a:solidFill>
            <a:srgbClr val="EB4D31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1021" name="lumia-token-particle">
            <a:extLst>
              <a:ext uri="{FF2B5EF4-FFF2-40B4-BE49-F238E27FC236}">
                <a16:creationId xmlns:a16="http://schemas.microsoft.com/office/drawing/2014/main" id="{9417B73B-9263-41F7-9BE9-7C92F47D19BC}"/>
              </a:ext>
            </a:extLst>
          </p:cNvPr>
          <p:cNvSpPr>
            <a:spLocks noGrp="1"/>
          </p:cNvSpPr>
          <p:nvPr/>
        </p:nvSpPr>
        <p:spPr>
          <a:xfrm rot="2526784">
            <a:off x="7298072" y="4927862"/>
            <a:ext cx="18917" cy="18917"/>
          </a:xfrm>
          <a:prstGeom prst="ellipse">
            <a:avLst/>
          </a:prstGeom>
          <a:solidFill>
            <a:srgbClr val="F4871A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22" name="lumia-token-particle">
            <a:extLst>
              <a:ext uri="{FF2B5EF4-FFF2-40B4-BE49-F238E27FC236}">
                <a16:creationId xmlns:a16="http://schemas.microsoft.com/office/drawing/2014/main" id="{2DB6C847-7FA3-4875-8917-A54F25815383}"/>
              </a:ext>
            </a:extLst>
          </p:cNvPr>
          <p:cNvSpPr>
            <a:spLocks noGrp="1"/>
          </p:cNvSpPr>
          <p:nvPr/>
        </p:nvSpPr>
        <p:spPr>
          <a:xfrm rot="1946065">
            <a:off x="4952552" y="5897144"/>
            <a:ext cx="10895" cy="10895"/>
          </a:xfrm>
          <a:prstGeom prst="ellipse">
            <a:avLst/>
          </a:prstGeom>
          <a:solidFill>
            <a:srgbClr val="D74242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023" name="lumia-token-particle">
            <a:extLst>
              <a:ext uri="{FF2B5EF4-FFF2-40B4-BE49-F238E27FC236}">
                <a16:creationId xmlns:a16="http://schemas.microsoft.com/office/drawing/2014/main" id="{71F3986C-3331-4612-827E-48AFDD0AF591}"/>
              </a:ext>
            </a:extLst>
          </p:cNvPr>
          <p:cNvSpPr>
            <a:spLocks noGrp="1"/>
          </p:cNvSpPr>
          <p:nvPr/>
        </p:nvSpPr>
        <p:spPr>
          <a:xfrm rot="180962">
            <a:off x="5993590" y="6079770"/>
            <a:ext cx="8650" cy="8650"/>
          </a:xfrm>
          <a:prstGeom prst="ellipse">
            <a:avLst/>
          </a:prstGeom>
          <a:solidFill>
            <a:srgbClr val="ED5A2C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024" name="lumia-token-particle-soft-glow">
            <a:extLst>
              <a:ext uri="{FF2B5EF4-FFF2-40B4-BE49-F238E27FC236}">
                <a16:creationId xmlns:a16="http://schemas.microsoft.com/office/drawing/2014/main" id="{EF4C0ECA-5A91-4789-840F-132EEEB95506}"/>
              </a:ext>
            </a:extLst>
          </p:cNvPr>
          <p:cNvSpPr>
            <a:spLocks noGrp="1"/>
          </p:cNvSpPr>
          <p:nvPr/>
        </p:nvSpPr>
        <p:spPr>
          <a:xfrm rot="2545203">
            <a:off x="9588117" y="4441324"/>
            <a:ext cx="280627" cy="280627"/>
          </a:xfrm>
          <a:prstGeom prst="roundRect">
            <a:avLst>
              <a:gd name="adj" fmla="val 18000"/>
            </a:avLst>
          </a:prstGeom>
          <a:solidFill>
            <a:srgbClr val="B5B521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025" name="lumia-token-particle">
            <a:extLst>
              <a:ext uri="{FF2B5EF4-FFF2-40B4-BE49-F238E27FC236}">
                <a16:creationId xmlns:a16="http://schemas.microsoft.com/office/drawing/2014/main" id="{C0C3EC80-B642-4D0A-9519-E6A72321B559}"/>
              </a:ext>
            </a:extLst>
          </p:cNvPr>
          <p:cNvSpPr>
            <a:spLocks noGrp="1"/>
          </p:cNvSpPr>
          <p:nvPr/>
        </p:nvSpPr>
        <p:spPr>
          <a:xfrm rot="1214348">
            <a:off x="9669967" y="4523173"/>
            <a:ext cx="116928" cy="116928"/>
          </a:xfrm>
          <a:prstGeom prst="roundRect">
            <a:avLst>
              <a:gd name="adj" fmla="val 18000"/>
            </a:avLst>
          </a:prstGeom>
          <a:solidFill>
            <a:srgbClr val="B5B521">
              <a:alpha val="81000"/>
            </a:srgbClr>
          </a:solidFill>
          <a:ln w="0">
            <a:noFill/>
            <a:prstDash val="solid"/>
          </a:ln>
        </p:spPr>
      </p:sp>
      <p:sp>
        <p:nvSpPr>
          <p:cNvPr id="1026" name="lumia-token-particle">
            <a:extLst>
              <a:ext uri="{FF2B5EF4-FFF2-40B4-BE49-F238E27FC236}">
                <a16:creationId xmlns:a16="http://schemas.microsoft.com/office/drawing/2014/main" id="{D415E367-DAA0-467D-91D2-BC191C6B3B09}"/>
              </a:ext>
            </a:extLst>
          </p:cNvPr>
          <p:cNvSpPr>
            <a:spLocks noGrp="1"/>
          </p:cNvSpPr>
          <p:nvPr/>
        </p:nvSpPr>
        <p:spPr>
          <a:xfrm rot="1794975">
            <a:off x="8188152" y="5696686"/>
            <a:ext cx="13494" cy="13494"/>
          </a:xfrm>
          <a:prstGeom prst="ellipse">
            <a:avLst/>
          </a:prstGeom>
          <a:solidFill>
            <a:srgbClr val="F8A40F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27" name="lumia-token-particle-soft-glow">
            <a:extLst>
              <a:ext uri="{FF2B5EF4-FFF2-40B4-BE49-F238E27FC236}">
                <a16:creationId xmlns:a16="http://schemas.microsoft.com/office/drawing/2014/main" id="{023EBB67-439F-4AD3-9CAA-AD0B34541E60}"/>
              </a:ext>
            </a:extLst>
          </p:cNvPr>
          <p:cNvSpPr>
            <a:spLocks noGrp="1"/>
          </p:cNvSpPr>
          <p:nvPr/>
        </p:nvSpPr>
        <p:spPr>
          <a:xfrm rot="1980259">
            <a:off x="11965421" y="2997814"/>
            <a:ext cx="289780" cy="289780"/>
          </a:xfrm>
          <a:prstGeom prst="roundRect">
            <a:avLst>
              <a:gd name="adj" fmla="val 18000"/>
            </a:avLst>
          </a:prstGeom>
          <a:solidFill>
            <a:srgbClr val="34A853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028" name="lumia-token-particle">
            <a:extLst>
              <a:ext uri="{FF2B5EF4-FFF2-40B4-BE49-F238E27FC236}">
                <a16:creationId xmlns:a16="http://schemas.microsoft.com/office/drawing/2014/main" id="{348787A6-576C-4B11-BF2F-04BFDE350574}"/>
              </a:ext>
            </a:extLst>
          </p:cNvPr>
          <p:cNvSpPr>
            <a:spLocks noGrp="1"/>
          </p:cNvSpPr>
          <p:nvPr/>
        </p:nvSpPr>
        <p:spPr>
          <a:xfrm rot="1862947">
            <a:off x="12049940" y="3082333"/>
            <a:ext cx="120742" cy="120742"/>
          </a:xfrm>
          <a:prstGeom prst="roundRect">
            <a:avLst>
              <a:gd name="adj" fmla="val 18000"/>
            </a:avLst>
          </a:prstGeom>
          <a:solidFill>
            <a:srgbClr val="34A853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1029" name="lumia-token-particle">
            <a:extLst>
              <a:ext uri="{FF2B5EF4-FFF2-40B4-BE49-F238E27FC236}">
                <a16:creationId xmlns:a16="http://schemas.microsoft.com/office/drawing/2014/main" id="{B62B9872-D2A4-4BF3-AC1B-0A8CA45E109F}"/>
              </a:ext>
            </a:extLst>
          </p:cNvPr>
          <p:cNvSpPr>
            <a:spLocks noGrp="1"/>
          </p:cNvSpPr>
          <p:nvPr/>
        </p:nvSpPr>
        <p:spPr>
          <a:xfrm rot="388799">
            <a:off x="11316812" y="3945068"/>
            <a:ext cx="30749" cy="30749"/>
          </a:xfrm>
          <a:prstGeom prst="roundRect">
            <a:avLst>
              <a:gd name="adj" fmla="val 18000"/>
            </a:avLst>
          </a:prstGeom>
          <a:solidFill>
            <a:srgbClr val="56AB46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030" name="lumia-token-particle">
            <a:extLst>
              <a:ext uri="{FF2B5EF4-FFF2-40B4-BE49-F238E27FC236}">
                <a16:creationId xmlns:a16="http://schemas.microsoft.com/office/drawing/2014/main" id="{EC393F5B-AB5D-4CC8-89E4-933CC707C74D}"/>
              </a:ext>
            </a:extLst>
          </p:cNvPr>
          <p:cNvSpPr>
            <a:spLocks noGrp="1"/>
          </p:cNvSpPr>
          <p:nvPr/>
        </p:nvSpPr>
        <p:spPr>
          <a:xfrm rot="1152880">
            <a:off x="9804514" y="3993718"/>
            <a:ext cx="16459" cy="16459"/>
          </a:xfrm>
          <a:prstGeom prst="roundRect">
            <a:avLst>
              <a:gd name="adj" fmla="val 23148"/>
            </a:avLst>
          </a:prstGeom>
          <a:solidFill>
            <a:srgbClr val="B6B520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031" name="lumia-token-particle-soft-glow">
            <a:extLst>
              <a:ext uri="{FF2B5EF4-FFF2-40B4-BE49-F238E27FC236}">
                <a16:creationId xmlns:a16="http://schemas.microsoft.com/office/drawing/2014/main" id="{2E8FF0BC-7713-4413-8536-F75B755C98FE}"/>
              </a:ext>
            </a:extLst>
          </p:cNvPr>
          <p:cNvSpPr>
            <a:spLocks noGrp="1"/>
          </p:cNvSpPr>
          <p:nvPr/>
        </p:nvSpPr>
        <p:spPr>
          <a:xfrm rot="1374724">
            <a:off x="4228900" y="5718018"/>
            <a:ext cx="122393" cy="122393"/>
          </a:xfrm>
          <a:prstGeom prst="ellipse">
            <a:avLst/>
          </a:prstGeom>
          <a:solidFill>
            <a:srgbClr val="B8405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032" name="lumia-token-particle">
            <a:extLst>
              <a:ext uri="{FF2B5EF4-FFF2-40B4-BE49-F238E27FC236}">
                <a16:creationId xmlns:a16="http://schemas.microsoft.com/office/drawing/2014/main" id="{86D428A6-BC92-463B-9557-B1D3D0DF0F21}"/>
              </a:ext>
            </a:extLst>
          </p:cNvPr>
          <p:cNvSpPr>
            <a:spLocks noGrp="1"/>
          </p:cNvSpPr>
          <p:nvPr/>
        </p:nvSpPr>
        <p:spPr>
          <a:xfrm rot="2052971">
            <a:off x="4264598" y="5753716"/>
            <a:ext cx="50997" cy="50997"/>
          </a:xfrm>
          <a:prstGeom prst="ellipse">
            <a:avLst/>
          </a:prstGeom>
          <a:solidFill>
            <a:srgbClr val="B84056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033" name="lumia-token-particle">
            <a:extLst>
              <a:ext uri="{FF2B5EF4-FFF2-40B4-BE49-F238E27FC236}">
                <a16:creationId xmlns:a16="http://schemas.microsoft.com/office/drawing/2014/main" id="{0E04D61F-9E34-4736-B56E-038F1494917A}"/>
              </a:ext>
            </a:extLst>
          </p:cNvPr>
          <p:cNvSpPr>
            <a:spLocks noGrp="1"/>
          </p:cNvSpPr>
          <p:nvPr/>
        </p:nvSpPr>
        <p:spPr>
          <a:xfrm rot="1416731">
            <a:off x="9486116" y="4353422"/>
            <a:ext cx="31018" cy="31018"/>
          </a:xfrm>
          <a:prstGeom prst="ellipse">
            <a:avLst/>
          </a:prstGeom>
          <a:solidFill>
            <a:srgbClr val="C3B61B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034" name="lumia-token-particle">
            <a:extLst>
              <a:ext uri="{FF2B5EF4-FFF2-40B4-BE49-F238E27FC236}">
                <a16:creationId xmlns:a16="http://schemas.microsoft.com/office/drawing/2014/main" id="{8608F9AC-46BC-4428-B5FD-F6C107D9B8C1}"/>
              </a:ext>
            </a:extLst>
          </p:cNvPr>
          <p:cNvSpPr>
            <a:spLocks noGrp="1"/>
          </p:cNvSpPr>
          <p:nvPr/>
        </p:nvSpPr>
        <p:spPr>
          <a:xfrm rot="1313940">
            <a:off x="9223949" y="4608376"/>
            <a:ext cx="22850" cy="22850"/>
          </a:xfrm>
          <a:prstGeom prst="ellipse">
            <a:avLst/>
          </a:prstGeom>
          <a:solidFill>
            <a:srgbClr val="D4B814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035" name="lumia-token-particle-soft-glow">
            <a:extLst>
              <a:ext uri="{FF2B5EF4-FFF2-40B4-BE49-F238E27FC236}">
                <a16:creationId xmlns:a16="http://schemas.microsoft.com/office/drawing/2014/main" id="{AB3C185A-250F-47DA-AE41-77FFB7E3F2DA}"/>
              </a:ext>
            </a:extLst>
          </p:cNvPr>
          <p:cNvSpPr>
            <a:spLocks noGrp="1"/>
          </p:cNvSpPr>
          <p:nvPr/>
        </p:nvSpPr>
        <p:spPr>
          <a:xfrm rot="190997">
            <a:off x="3203920" y="6027659"/>
            <a:ext cx="87073" cy="87073"/>
          </a:xfrm>
          <a:prstGeom prst="roundRect">
            <a:avLst>
              <a:gd name="adj" fmla="val 18000"/>
            </a:avLst>
          </a:prstGeom>
          <a:solidFill>
            <a:srgbClr val="873E7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036" name="lumia-token-particle">
            <a:extLst>
              <a:ext uri="{FF2B5EF4-FFF2-40B4-BE49-F238E27FC236}">
                <a16:creationId xmlns:a16="http://schemas.microsoft.com/office/drawing/2014/main" id="{4D12F147-1CB9-422F-A2B9-FD3D538AE6A1}"/>
              </a:ext>
            </a:extLst>
          </p:cNvPr>
          <p:cNvSpPr>
            <a:spLocks noGrp="1"/>
          </p:cNvSpPr>
          <p:nvPr/>
        </p:nvSpPr>
        <p:spPr>
          <a:xfrm rot="1325233">
            <a:off x="3229317" y="6053056"/>
            <a:ext cx="36280" cy="36280"/>
          </a:xfrm>
          <a:prstGeom prst="roundRect">
            <a:avLst>
              <a:gd name="adj" fmla="val 18000"/>
            </a:avLst>
          </a:prstGeom>
          <a:solidFill>
            <a:srgbClr val="873E76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1037" name="lumia-token-particle">
            <a:extLst>
              <a:ext uri="{FF2B5EF4-FFF2-40B4-BE49-F238E27FC236}">
                <a16:creationId xmlns:a16="http://schemas.microsoft.com/office/drawing/2014/main" id="{56B6A79D-86D0-4985-82B8-2846F883C843}"/>
              </a:ext>
            </a:extLst>
          </p:cNvPr>
          <p:cNvSpPr>
            <a:spLocks noGrp="1"/>
          </p:cNvSpPr>
          <p:nvPr/>
        </p:nvSpPr>
        <p:spPr>
          <a:xfrm rot="1620496">
            <a:off x="7958437" y="4904158"/>
            <a:ext cx="21392" cy="21392"/>
          </a:xfrm>
          <a:prstGeom prst="roundRect">
            <a:avLst>
              <a:gd name="adj" fmla="val 18000"/>
            </a:avLst>
          </a:prstGeom>
          <a:solidFill>
            <a:srgbClr val="F79E11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38" name="lumia-token-particle-soft-glow">
            <a:extLst>
              <a:ext uri="{FF2B5EF4-FFF2-40B4-BE49-F238E27FC236}">
                <a16:creationId xmlns:a16="http://schemas.microsoft.com/office/drawing/2014/main" id="{C4B2DB54-7F96-4481-8587-56E0DEDE0D04}"/>
              </a:ext>
            </a:extLst>
          </p:cNvPr>
          <p:cNvSpPr>
            <a:spLocks noGrp="1"/>
          </p:cNvSpPr>
          <p:nvPr/>
        </p:nvSpPr>
        <p:spPr>
          <a:xfrm rot="915994">
            <a:off x="1929197" y="6093870"/>
            <a:ext cx="133101" cy="133101"/>
          </a:xfrm>
          <a:prstGeom prst="ellipse">
            <a:avLst/>
          </a:prstGeom>
          <a:solidFill>
            <a:srgbClr val="5448A5">
              <a:alpha val="8000"/>
            </a:srgbClr>
          </a:solidFill>
          <a:ln w="0">
            <a:noFill/>
            <a:prstDash val="solid"/>
          </a:ln>
        </p:spPr>
      </p:sp>
      <p:sp>
        <p:nvSpPr>
          <p:cNvPr id="1039" name="lumia-token-particle">
            <a:extLst>
              <a:ext uri="{FF2B5EF4-FFF2-40B4-BE49-F238E27FC236}">
                <a16:creationId xmlns:a16="http://schemas.microsoft.com/office/drawing/2014/main" id="{C84BB055-0FB3-44BC-971E-5AFAED4B9531}"/>
              </a:ext>
            </a:extLst>
          </p:cNvPr>
          <p:cNvSpPr>
            <a:spLocks noGrp="1"/>
          </p:cNvSpPr>
          <p:nvPr/>
        </p:nvSpPr>
        <p:spPr>
          <a:xfrm rot="1944229">
            <a:off x="1968018" y="6132691"/>
            <a:ext cx="55459" cy="55459"/>
          </a:xfrm>
          <a:prstGeom prst="ellipse">
            <a:avLst/>
          </a:prstGeom>
          <a:solidFill>
            <a:srgbClr val="5448A5">
              <a:alpha val="60000"/>
            </a:srgbClr>
          </a:solidFill>
          <a:ln w="0">
            <a:noFill/>
            <a:prstDash val="solid"/>
          </a:ln>
        </p:spPr>
      </p:sp>
      <p:sp>
        <p:nvSpPr>
          <p:cNvPr id="1040" name="lumia-token-particle">
            <a:extLst>
              <a:ext uri="{FF2B5EF4-FFF2-40B4-BE49-F238E27FC236}">
                <a16:creationId xmlns:a16="http://schemas.microsoft.com/office/drawing/2014/main" id="{F2CEC549-B3D8-45C0-A0D9-3E76E9305B5C}"/>
              </a:ext>
            </a:extLst>
          </p:cNvPr>
          <p:cNvSpPr>
            <a:spLocks noGrp="1"/>
          </p:cNvSpPr>
          <p:nvPr/>
        </p:nvSpPr>
        <p:spPr>
          <a:xfrm rot="213607">
            <a:off x="5814770" y="5646057"/>
            <a:ext cx="27905" cy="27905"/>
          </a:xfrm>
          <a:prstGeom prst="roundRect">
            <a:avLst>
              <a:gd name="adj" fmla="val 18000"/>
            </a:avLst>
          </a:prstGeom>
          <a:solidFill>
            <a:srgbClr val="ED582D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1041" name="lumia-token-particle">
            <a:extLst>
              <a:ext uri="{FF2B5EF4-FFF2-40B4-BE49-F238E27FC236}">
                <a16:creationId xmlns:a16="http://schemas.microsoft.com/office/drawing/2014/main" id="{87AFBAF0-C191-4537-A7B2-E6DE5F84FF9A}"/>
              </a:ext>
            </a:extLst>
          </p:cNvPr>
          <p:cNvSpPr>
            <a:spLocks noGrp="1"/>
          </p:cNvSpPr>
          <p:nvPr/>
        </p:nvSpPr>
        <p:spPr>
          <a:xfrm rot="345096">
            <a:off x="7758566" y="5350453"/>
            <a:ext cx="27429" cy="27429"/>
          </a:xfrm>
          <a:prstGeom prst="roundRect">
            <a:avLst>
              <a:gd name="adj" fmla="val 18000"/>
            </a:avLst>
          </a:prstGeom>
          <a:solidFill>
            <a:srgbClr val="F8A30F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042" name="lumia-token-particle">
            <a:extLst>
              <a:ext uri="{FF2B5EF4-FFF2-40B4-BE49-F238E27FC236}">
                <a16:creationId xmlns:a16="http://schemas.microsoft.com/office/drawing/2014/main" id="{73CECE46-0212-4DCA-8A57-D311ED76D68F}"/>
              </a:ext>
            </a:extLst>
          </p:cNvPr>
          <p:cNvSpPr>
            <a:spLocks noGrp="1"/>
          </p:cNvSpPr>
          <p:nvPr/>
        </p:nvSpPr>
        <p:spPr>
          <a:xfrm rot="1108797">
            <a:off x="9812676" y="4520128"/>
            <a:ext cx="31448" cy="31448"/>
          </a:xfrm>
          <a:prstGeom prst="roundRect">
            <a:avLst>
              <a:gd name="adj" fmla="val 18000"/>
            </a:avLst>
          </a:prstGeom>
          <a:solidFill>
            <a:srgbClr val="B5B520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043" name="lumia-token-particle">
            <a:extLst>
              <a:ext uri="{FF2B5EF4-FFF2-40B4-BE49-F238E27FC236}">
                <a16:creationId xmlns:a16="http://schemas.microsoft.com/office/drawing/2014/main" id="{DB0CBEDA-D8A8-4CD9-8CB4-8E2DBAE01E29}"/>
              </a:ext>
            </a:extLst>
          </p:cNvPr>
          <p:cNvSpPr>
            <a:spLocks noGrp="1"/>
          </p:cNvSpPr>
          <p:nvPr/>
        </p:nvSpPr>
        <p:spPr>
          <a:xfrm rot="2522145">
            <a:off x="11339000" y="4173709"/>
            <a:ext cx="21346" cy="21346"/>
          </a:xfrm>
          <a:prstGeom prst="ellipse">
            <a:avLst/>
          </a:prstGeom>
          <a:solidFill>
            <a:srgbClr val="59AC45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044" name="lumia-token-particle-soft-glow">
            <a:extLst>
              <a:ext uri="{FF2B5EF4-FFF2-40B4-BE49-F238E27FC236}">
                <a16:creationId xmlns:a16="http://schemas.microsoft.com/office/drawing/2014/main" id="{5777175F-FB06-4E19-AE8C-F0CB9F2EB816}"/>
              </a:ext>
            </a:extLst>
          </p:cNvPr>
          <p:cNvSpPr>
            <a:spLocks noGrp="1"/>
          </p:cNvSpPr>
          <p:nvPr/>
        </p:nvSpPr>
        <p:spPr>
          <a:xfrm rot="677031">
            <a:off x="10186429" y="3699812"/>
            <a:ext cx="200941" cy="200941"/>
          </a:xfrm>
          <a:prstGeom prst="ellipse">
            <a:avLst/>
          </a:prstGeom>
          <a:solidFill>
            <a:srgbClr val="A4B327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045" name="lumia-token-particle">
            <a:extLst>
              <a:ext uri="{FF2B5EF4-FFF2-40B4-BE49-F238E27FC236}">
                <a16:creationId xmlns:a16="http://schemas.microsoft.com/office/drawing/2014/main" id="{0048CB9B-9892-42BA-9C0C-CCC33D5DAEE3}"/>
              </a:ext>
            </a:extLst>
          </p:cNvPr>
          <p:cNvSpPr>
            <a:spLocks noGrp="1"/>
          </p:cNvSpPr>
          <p:nvPr/>
        </p:nvSpPr>
        <p:spPr>
          <a:xfrm rot="2378955">
            <a:off x="10245037" y="3758420"/>
            <a:ext cx="83725" cy="83725"/>
          </a:xfrm>
          <a:prstGeom prst="ellipse">
            <a:avLst/>
          </a:prstGeom>
          <a:solidFill>
            <a:srgbClr val="A4B327">
              <a:alpha val="81000"/>
            </a:srgbClr>
          </a:solidFill>
          <a:ln w="0">
            <a:noFill/>
            <a:prstDash val="solid"/>
          </a:ln>
        </p:spPr>
      </p:sp>
      <p:sp>
        <p:nvSpPr>
          <p:cNvPr id="1046" name="lumia-token-particle">
            <a:extLst>
              <a:ext uri="{FF2B5EF4-FFF2-40B4-BE49-F238E27FC236}">
                <a16:creationId xmlns:a16="http://schemas.microsoft.com/office/drawing/2014/main" id="{EF619F17-7FE4-490D-9255-0E03EE57BA4A}"/>
              </a:ext>
            </a:extLst>
          </p:cNvPr>
          <p:cNvSpPr>
            <a:spLocks noGrp="1"/>
          </p:cNvSpPr>
          <p:nvPr/>
        </p:nvSpPr>
        <p:spPr>
          <a:xfrm rot="1655448">
            <a:off x="5995978" y="6048708"/>
            <a:ext cx="18768" cy="18768"/>
          </a:xfrm>
          <a:prstGeom prst="ellipse">
            <a:avLst/>
          </a:prstGeom>
          <a:solidFill>
            <a:srgbClr val="EE6329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047" name="lumia-token-particle">
            <a:extLst>
              <a:ext uri="{FF2B5EF4-FFF2-40B4-BE49-F238E27FC236}">
                <a16:creationId xmlns:a16="http://schemas.microsoft.com/office/drawing/2014/main" id="{B71BF905-D02B-4053-84AE-FD24FC467085}"/>
              </a:ext>
            </a:extLst>
          </p:cNvPr>
          <p:cNvSpPr>
            <a:spLocks noGrp="1"/>
          </p:cNvSpPr>
          <p:nvPr/>
        </p:nvSpPr>
        <p:spPr>
          <a:xfrm rot="571481">
            <a:off x="8144688" y="4992791"/>
            <a:ext cx="16721" cy="16721"/>
          </a:xfrm>
          <a:prstGeom prst="roundRect">
            <a:avLst>
              <a:gd name="adj" fmla="val 22785"/>
            </a:avLst>
          </a:prstGeom>
          <a:solidFill>
            <a:srgbClr val="F8A40F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48" name="lumia-token-particle">
            <a:extLst>
              <a:ext uri="{FF2B5EF4-FFF2-40B4-BE49-F238E27FC236}">
                <a16:creationId xmlns:a16="http://schemas.microsoft.com/office/drawing/2014/main" id="{67BCDABF-9844-4DFD-AF81-85B6C61BEC9D}"/>
              </a:ext>
            </a:extLst>
          </p:cNvPr>
          <p:cNvSpPr>
            <a:spLocks noGrp="1"/>
          </p:cNvSpPr>
          <p:nvPr/>
        </p:nvSpPr>
        <p:spPr>
          <a:xfrm rot="460557">
            <a:off x="6141870" y="5515515"/>
            <a:ext cx="18179" cy="18179"/>
          </a:xfrm>
          <a:prstGeom prst="roundRect">
            <a:avLst>
              <a:gd name="adj" fmla="val 20958"/>
            </a:avLst>
          </a:prstGeom>
          <a:solidFill>
            <a:srgbClr val="EF6826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049" name="lumia-token-particle">
            <a:extLst>
              <a:ext uri="{FF2B5EF4-FFF2-40B4-BE49-F238E27FC236}">
                <a16:creationId xmlns:a16="http://schemas.microsoft.com/office/drawing/2014/main" id="{11664A57-E87F-4DA6-88D6-D724AF428692}"/>
              </a:ext>
            </a:extLst>
          </p:cNvPr>
          <p:cNvSpPr>
            <a:spLocks noGrp="1"/>
          </p:cNvSpPr>
          <p:nvPr/>
        </p:nvSpPr>
        <p:spPr>
          <a:xfrm rot="432884">
            <a:off x="8148643" y="5561479"/>
            <a:ext cx="18407" cy="18407"/>
          </a:xfrm>
          <a:prstGeom prst="roundRect">
            <a:avLst>
              <a:gd name="adj" fmla="val 20699"/>
            </a:avLst>
          </a:prstGeom>
          <a:solidFill>
            <a:srgbClr val="F9AE0B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50" name="lumia-token-particle">
            <a:extLst>
              <a:ext uri="{FF2B5EF4-FFF2-40B4-BE49-F238E27FC236}">
                <a16:creationId xmlns:a16="http://schemas.microsoft.com/office/drawing/2014/main" id="{E1041EE6-F18A-4508-A229-D8E143312CA5}"/>
              </a:ext>
            </a:extLst>
          </p:cNvPr>
          <p:cNvSpPr>
            <a:spLocks noGrp="1"/>
          </p:cNvSpPr>
          <p:nvPr/>
        </p:nvSpPr>
        <p:spPr>
          <a:xfrm rot="769052">
            <a:off x="4083376" y="5787962"/>
            <a:ext cx="23349" cy="23349"/>
          </a:xfrm>
          <a:prstGeom prst="roundRect">
            <a:avLst>
              <a:gd name="adj" fmla="val 18000"/>
            </a:avLst>
          </a:prstGeom>
          <a:solidFill>
            <a:srgbClr val="B1405A">
              <a:alpha val="51000"/>
            </a:srgbClr>
          </a:solidFill>
          <a:ln w="0">
            <a:noFill/>
            <a:prstDash val="solid"/>
          </a:ln>
        </p:spPr>
      </p:sp>
      <p:sp>
        <p:nvSpPr>
          <p:cNvPr id="1051" name="lumia-token-particle">
            <a:extLst>
              <a:ext uri="{FF2B5EF4-FFF2-40B4-BE49-F238E27FC236}">
                <a16:creationId xmlns:a16="http://schemas.microsoft.com/office/drawing/2014/main" id="{520BDA65-F40A-43B6-9C24-4BEA7100641F}"/>
              </a:ext>
            </a:extLst>
          </p:cNvPr>
          <p:cNvSpPr>
            <a:spLocks noGrp="1"/>
          </p:cNvSpPr>
          <p:nvPr/>
        </p:nvSpPr>
        <p:spPr>
          <a:xfrm rot="1942923">
            <a:off x="8885033" y="5531104"/>
            <a:ext cx="47260" cy="47260"/>
          </a:xfrm>
          <a:prstGeom prst="ellipse">
            <a:avLst/>
          </a:prstGeom>
          <a:solidFill>
            <a:srgbClr val="DFB910">
              <a:alpha val="60000"/>
            </a:srgbClr>
          </a:solidFill>
          <a:ln w="0">
            <a:noFill/>
            <a:prstDash val="solid"/>
          </a:ln>
        </p:spPr>
      </p:sp>
      <p:sp>
        <p:nvSpPr>
          <p:cNvPr id="1052" name="lumia-token-particle">
            <a:extLst>
              <a:ext uri="{FF2B5EF4-FFF2-40B4-BE49-F238E27FC236}">
                <a16:creationId xmlns:a16="http://schemas.microsoft.com/office/drawing/2014/main" id="{7C52F873-689D-48F4-A596-B6B4317B8D11}"/>
              </a:ext>
            </a:extLst>
          </p:cNvPr>
          <p:cNvSpPr>
            <a:spLocks noGrp="1"/>
          </p:cNvSpPr>
          <p:nvPr/>
        </p:nvSpPr>
        <p:spPr>
          <a:xfrm rot="492908">
            <a:off x="7358879" y="5757767"/>
            <a:ext cx="13937" cy="13937"/>
          </a:xfrm>
          <a:prstGeom prst="roundRect">
            <a:avLst>
              <a:gd name="adj" fmla="val 27337"/>
            </a:avLst>
          </a:prstGeom>
          <a:solidFill>
            <a:srgbClr val="F48C18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53" name="lumia-token-particle">
            <a:extLst>
              <a:ext uri="{FF2B5EF4-FFF2-40B4-BE49-F238E27FC236}">
                <a16:creationId xmlns:a16="http://schemas.microsoft.com/office/drawing/2014/main" id="{95296CEB-01C2-40C1-88A0-3E8BCB263218}"/>
              </a:ext>
            </a:extLst>
          </p:cNvPr>
          <p:cNvSpPr>
            <a:spLocks noGrp="1"/>
          </p:cNvSpPr>
          <p:nvPr/>
        </p:nvSpPr>
        <p:spPr>
          <a:xfrm rot="2565868">
            <a:off x="12178586" y="3416954"/>
            <a:ext cx="26828" cy="26828"/>
          </a:xfrm>
          <a:prstGeom prst="ellipse">
            <a:avLst/>
          </a:prstGeom>
          <a:solidFill>
            <a:srgbClr val="38A851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054" name="lumia-token-particle-soft-glow">
            <a:extLst>
              <a:ext uri="{FF2B5EF4-FFF2-40B4-BE49-F238E27FC236}">
                <a16:creationId xmlns:a16="http://schemas.microsoft.com/office/drawing/2014/main" id="{47BCF15D-B985-4D5A-9DA6-FE9E54C1CDA7}"/>
              </a:ext>
            </a:extLst>
          </p:cNvPr>
          <p:cNvSpPr>
            <a:spLocks noGrp="1"/>
          </p:cNvSpPr>
          <p:nvPr/>
        </p:nvSpPr>
        <p:spPr>
          <a:xfrm rot="390257">
            <a:off x="6194915" y="5280305"/>
            <a:ext cx="121143" cy="121143"/>
          </a:xfrm>
          <a:prstGeom prst="ellipse">
            <a:avLst/>
          </a:prstGeom>
          <a:solidFill>
            <a:srgbClr val="F06B25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055" name="lumia-token-particle">
            <a:extLst>
              <a:ext uri="{FF2B5EF4-FFF2-40B4-BE49-F238E27FC236}">
                <a16:creationId xmlns:a16="http://schemas.microsoft.com/office/drawing/2014/main" id="{6183C164-3590-4FE2-B2C5-C3E58C33EE35}"/>
              </a:ext>
            </a:extLst>
          </p:cNvPr>
          <p:cNvSpPr>
            <a:spLocks noGrp="1"/>
          </p:cNvSpPr>
          <p:nvPr/>
        </p:nvSpPr>
        <p:spPr>
          <a:xfrm rot="1191479">
            <a:off x="6230248" y="5315638"/>
            <a:ext cx="50476" cy="50476"/>
          </a:xfrm>
          <a:prstGeom prst="ellipse">
            <a:avLst/>
          </a:prstGeom>
          <a:solidFill>
            <a:srgbClr val="F06B25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1056" name="lumia-token-particle-soft-glow">
            <a:extLst>
              <a:ext uri="{FF2B5EF4-FFF2-40B4-BE49-F238E27FC236}">
                <a16:creationId xmlns:a16="http://schemas.microsoft.com/office/drawing/2014/main" id="{F57DC3DC-E79F-4341-827C-7ED03767C2CB}"/>
              </a:ext>
            </a:extLst>
          </p:cNvPr>
          <p:cNvSpPr>
            <a:spLocks noGrp="1"/>
          </p:cNvSpPr>
          <p:nvPr/>
        </p:nvSpPr>
        <p:spPr>
          <a:xfrm rot="1828861">
            <a:off x="10399902" y="3850080"/>
            <a:ext cx="298738" cy="298738"/>
          </a:xfrm>
          <a:prstGeom prst="ellipse">
            <a:avLst/>
          </a:prstGeom>
          <a:solidFill>
            <a:srgbClr val="90B12F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057" name="lumia-token-particle">
            <a:extLst>
              <a:ext uri="{FF2B5EF4-FFF2-40B4-BE49-F238E27FC236}">
                <a16:creationId xmlns:a16="http://schemas.microsoft.com/office/drawing/2014/main" id="{9DB4CCB3-F2FF-4A46-92A9-0043AB73E5F1}"/>
              </a:ext>
            </a:extLst>
          </p:cNvPr>
          <p:cNvSpPr>
            <a:spLocks noGrp="1"/>
          </p:cNvSpPr>
          <p:nvPr/>
        </p:nvSpPr>
        <p:spPr>
          <a:xfrm rot="19504">
            <a:off x="10487034" y="3937212"/>
            <a:ext cx="124474" cy="124474"/>
          </a:xfrm>
          <a:prstGeom prst="ellipse">
            <a:avLst/>
          </a:prstGeom>
          <a:solidFill>
            <a:srgbClr val="90B12F">
              <a:alpha val="82000"/>
            </a:srgbClr>
          </a:solidFill>
          <a:ln w="0">
            <a:noFill/>
            <a:prstDash val="solid"/>
          </a:ln>
        </p:spPr>
      </p:sp>
      <p:sp>
        <p:nvSpPr>
          <p:cNvPr id="1058" name="lumia-token-particle-soft-glow">
            <a:extLst>
              <a:ext uri="{FF2B5EF4-FFF2-40B4-BE49-F238E27FC236}">
                <a16:creationId xmlns:a16="http://schemas.microsoft.com/office/drawing/2014/main" id="{25F3F9F7-06A8-4CB3-9A95-C7E20CB8CF3F}"/>
              </a:ext>
            </a:extLst>
          </p:cNvPr>
          <p:cNvSpPr>
            <a:spLocks noGrp="1"/>
          </p:cNvSpPr>
          <p:nvPr/>
        </p:nvSpPr>
        <p:spPr>
          <a:xfrm rot="1370910">
            <a:off x="11487989" y="4106525"/>
            <a:ext cx="203582" cy="203582"/>
          </a:xfrm>
          <a:prstGeom prst="roundRect">
            <a:avLst>
              <a:gd name="adj" fmla="val 18000"/>
            </a:avLst>
          </a:prstGeom>
          <a:solidFill>
            <a:srgbClr val="5EAC43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059" name="lumia-token-particle">
            <a:extLst>
              <a:ext uri="{FF2B5EF4-FFF2-40B4-BE49-F238E27FC236}">
                <a16:creationId xmlns:a16="http://schemas.microsoft.com/office/drawing/2014/main" id="{727B1396-75C5-4CC7-AB67-FD32804A2735}"/>
              </a:ext>
            </a:extLst>
          </p:cNvPr>
          <p:cNvSpPr>
            <a:spLocks noGrp="1"/>
          </p:cNvSpPr>
          <p:nvPr/>
        </p:nvSpPr>
        <p:spPr>
          <a:xfrm rot="2442657">
            <a:off x="11547367" y="4165903"/>
            <a:ext cx="84826" cy="84826"/>
          </a:xfrm>
          <a:prstGeom prst="roundRect">
            <a:avLst>
              <a:gd name="adj" fmla="val 18000"/>
            </a:avLst>
          </a:prstGeom>
          <a:solidFill>
            <a:srgbClr val="5EAC43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1060" name="lumia-token-particle">
            <a:extLst>
              <a:ext uri="{FF2B5EF4-FFF2-40B4-BE49-F238E27FC236}">
                <a16:creationId xmlns:a16="http://schemas.microsoft.com/office/drawing/2014/main" id="{8B0B07DF-BD56-4805-9DB8-D1F5F7F63A98}"/>
              </a:ext>
            </a:extLst>
          </p:cNvPr>
          <p:cNvSpPr>
            <a:spLocks noGrp="1"/>
          </p:cNvSpPr>
          <p:nvPr/>
        </p:nvSpPr>
        <p:spPr>
          <a:xfrm rot="1369589">
            <a:off x="7697187" y="5079223"/>
            <a:ext cx="24219" cy="24219"/>
          </a:xfrm>
          <a:prstGeom prst="ellipse">
            <a:avLst/>
          </a:prstGeom>
          <a:solidFill>
            <a:srgbClr val="F7A110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61" name="lumia-token-particle-soft-glow">
            <a:extLst>
              <a:ext uri="{FF2B5EF4-FFF2-40B4-BE49-F238E27FC236}">
                <a16:creationId xmlns:a16="http://schemas.microsoft.com/office/drawing/2014/main" id="{9BDE89CD-6EBC-4179-9069-D768BE82BF4B}"/>
              </a:ext>
            </a:extLst>
          </p:cNvPr>
          <p:cNvSpPr>
            <a:spLocks noGrp="1"/>
          </p:cNvSpPr>
          <p:nvPr/>
        </p:nvSpPr>
        <p:spPr>
          <a:xfrm rot="496887">
            <a:off x="2718574" y="5961697"/>
            <a:ext cx="95800" cy="95800"/>
          </a:xfrm>
          <a:prstGeom prst="roundRect">
            <a:avLst>
              <a:gd name="adj" fmla="val 18000"/>
            </a:avLst>
          </a:prstGeom>
          <a:solidFill>
            <a:srgbClr val="713C85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062" name="lumia-token-particle">
            <a:extLst>
              <a:ext uri="{FF2B5EF4-FFF2-40B4-BE49-F238E27FC236}">
                <a16:creationId xmlns:a16="http://schemas.microsoft.com/office/drawing/2014/main" id="{3513B855-6F89-411A-8FA6-744CA483138D}"/>
              </a:ext>
            </a:extLst>
          </p:cNvPr>
          <p:cNvSpPr>
            <a:spLocks noGrp="1"/>
          </p:cNvSpPr>
          <p:nvPr/>
        </p:nvSpPr>
        <p:spPr>
          <a:xfrm rot="2085906">
            <a:off x="2746516" y="5989639"/>
            <a:ext cx="39917" cy="39917"/>
          </a:xfrm>
          <a:prstGeom prst="roundRect">
            <a:avLst>
              <a:gd name="adj" fmla="val 18000"/>
            </a:avLst>
          </a:prstGeom>
          <a:solidFill>
            <a:srgbClr val="713C85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063" name="lumia-token-particle">
            <a:extLst>
              <a:ext uri="{FF2B5EF4-FFF2-40B4-BE49-F238E27FC236}">
                <a16:creationId xmlns:a16="http://schemas.microsoft.com/office/drawing/2014/main" id="{9DB7D328-E3AA-4B0B-9E16-91395B357027}"/>
              </a:ext>
            </a:extLst>
          </p:cNvPr>
          <p:cNvSpPr>
            <a:spLocks noGrp="1"/>
          </p:cNvSpPr>
          <p:nvPr/>
        </p:nvSpPr>
        <p:spPr>
          <a:xfrm rot="1049193">
            <a:off x="8189896" y="5624676"/>
            <a:ext cx="33031" cy="33031"/>
          </a:xfrm>
          <a:prstGeom prst="ellipse">
            <a:avLst/>
          </a:prstGeom>
          <a:solidFill>
            <a:srgbClr val="F8A90C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064" name="lumia-token-particle">
            <a:extLst>
              <a:ext uri="{FF2B5EF4-FFF2-40B4-BE49-F238E27FC236}">
                <a16:creationId xmlns:a16="http://schemas.microsoft.com/office/drawing/2014/main" id="{D0AAF9C1-B1F5-4E8D-AB77-3C5761B5EE1A}"/>
              </a:ext>
            </a:extLst>
          </p:cNvPr>
          <p:cNvSpPr>
            <a:spLocks noGrp="1"/>
          </p:cNvSpPr>
          <p:nvPr/>
        </p:nvSpPr>
        <p:spPr>
          <a:xfrm rot="1635822">
            <a:off x="6693818" y="5498621"/>
            <a:ext cx="26715" cy="26715"/>
          </a:xfrm>
          <a:prstGeom prst="roundRect">
            <a:avLst>
              <a:gd name="adj" fmla="val 18000"/>
            </a:avLst>
          </a:prstGeom>
          <a:solidFill>
            <a:srgbClr val="F27920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065" name="lumia-token-particle">
            <a:extLst>
              <a:ext uri="{FF2B5EF4-FFF2-40B4-BE49-F238E27FC236}">
                <a16:creationId xmlns:a16="http://schemas.microsoft.com/office/drawing/2014/main" id="{3595C1C4-652E-4B58-AA91-116AD539C361}"/>
              </a:ext>
            </a:extLst>
          </p:cNvPr>
          <p:cNvSpPr>
            <a:spLocks noGrp="1"/>
          </p:cNvSpPr>
          <p:nvPr/>
        </p:nvSpPr>
        <p:spPr>
          <a:xfrm rot="307943">
            <a:off x="1768608" y="6048032"/>
            <a:ext cx="9990" cy="9990"/>
          </a:xfrm>
          <a:prstGeom prst="roundRect">
            <a:avLst>
              <a:gd name="adj" fmla="val 38137"/>
            </a:avLst>
          </a:prstGeom>
          <a:solidFill>
            <a:srgbClr val="524EA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66" name="lumia-token-particle-soft-glow">
            <a:extLst>
              <a:ext uri="{FF2B5EF4-FFF2-40B4-BE49-F238E27FC236}">
                <a16:creationId xmlns:a16="http://schemas.microsoft.com/office/drawing/2014/main" id="{45E2F98A-045E-46A4-AE44-5D1CE1635778}"/>
              </a:ext>
            </a:extLst>
          </p:cNvPr>
          <p:cNvSpPr>
            <a:spLocks noGrp="1"/>
          </p:cNvSpPr>
          <p:nvPr/>
        </p:nvSpPr>
        <p:spPr>
          <a:xfrm rot="2129954">
            <a:off x="9894623" y="4069466"/>
            <a:ext cx="291354" cy="291354"/>
          </a:xfrm>
          <a:prstGeom prst="roundRect">
            <a:avLst>
              <a:gd name="adj" fmla="val 18000"/>
            </a:avLst>
          </a:prstGeom>
          <a:solidFill>
            <a:srgbClr val="ADB424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067" name="lumia-token-particle">
            <a:extLst>
              <a:ext uri="{FF2B5EF4-FFF2-40B4-BE49-F238E27FC236}">
                <a16:creationId xmlns:a16="http://schemas.microsoft.com/office/drawing/2014/main" id="{8B1B5B60-FF93-4935-80D5-C3549063EDC3}"/>
              </a:ext>
            </a:extLst>
          </p:cNvPr>
          <p:cNvSpPr>
            <a:spLocks noGrp="1"/>
          </p:cNvSpPr>
          <p:nvPr/>
        </p:nvSpPr>
        <p:spPr>
          <a:xfrm rot="633540">
            <a:off x="9979601" y="4154444"/>
            <a:ext cx="121397" cy="121397"/>
          </a:xfrm>
          <a:prstGeom prst="roundRect">
            <a:avLst>
              <a:gd name="adj" fmla="val 18000"/>
            </a:avLst>
          </a:prstGeom>
          <a:solidFill>
            <a:srgbClr val="ADB424">
              <a:alpha val="81000"/>
            </a:srgbClr>
          </a:solidFill>
          <a:ln w="0">
            <a:noFill/>
            <a:prstDash val="solid"/>
          </a:ln>
        </p:spPr>
      </p:sp>
      <p:sp>
        <p:nvSpPr>
          <p:cNvPr id="1068" name="lumia-token-particle">
            <a:extLst>
              <a:ext uri="{FF2B5EF4-FFF2-40B4-BE49-F238E27FC236}">
                <a16:creationId xmlns:a16="http://schemas.microsoft.com/office/drawing/2014/main" id="{DEA1AF60-970F-4E7B-9087-6C971C53C5AD}"/>
              </a:ext>
            </a:extLst>
          </p:cNvPr>
          <p:cNvSpPr>
            <a:spLocks noGrp="1"/>
          </p:cNvSpPr>
          <p:nvPr/>
        </p:nvSpPr>
        <p:spPr>
          <a:xfrm rot="1717070">
            <a:off x="6629857" y="6016066"/>
            <a:ext cx="35777" cy="35777"/>
          </a:xfrm>
          <a:prstGeom prst="roundRect">
            <a:avLst>
              <a:gd name="adj" fmla="val 18000"/>
            </a:avLst>
          </a:prstGeom>
          <a:solidFill>
            <a:srgbClr val="F17621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069" name="lumia-token-particle-soft-glow">
            <a:extLst>
              <a:ext uri="{FF2B5EF4-FFF2-40B4-BE49-F238E27FC236}">
                <a16:creationId xmlns:a16="http://schemas.microsoft.com/office/drawing/2014/main" id="{6D37E74F-5A6B-4AB4-8976-C0483471F9BD}"/>
              </a:ext>
            </a:extLst>
          </p:cNvPr>
          <p:cNvSpPr>
            <a:spLocks noGrp="1"/>
          </p:cNvSpPr>
          <p:nvPr/>
        </p:nvSpPr>
        <p:spPr>
          <a:xfrm rot="149561">
            <a:off x="6515455" y="5975119"/>
            <a:ext cx="119163" cy="119163"/>
          </a:xfrm>
          <a:prstGeom prst="ellipse">
            <a:avLst/>
          </a:prstGeom>
          <a:solidFill>
            <a:srgbClr val="EF6A26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070" name="lumia-token-particle">
            <a:extLst>
              <a:ext uri="{FF2B5EF4-FFF2-40B4-BE49-F238E27FC236}">
                <a16:creationId xmlns:a16="http://schemas.microsoft.com/office/drawing/2014/main" id="{EDDFB017-A951-405A-8BDD-2BDC98E4A6FB}"/>
              </a:ext>
            </a:extLst>
          </p:cNvPr>
          <p:cNvSpPr>
            <a:spLocks noGrp="1"/>
          </p:cNvSpPr>
          <p:nvPr/>
        </p:nvSpPr>
        <p:spPr>
          <a:xfrm rot="24298">
            <a:off x="6550211" y="6009875"/>
            <a:ext cx="49651" cy="49651"/>
          </a:xfrm>
          <a:prstGeom prst="ellipse">
            <a:avLst/>
          </a:prstGeom>
          <a:solidFill>
            <a:srgbClr val="EF6A26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1071" name="lumia-token-particle-soft-glow">
            <a:extLst>
              <a:ext uri="{FF2B5EF4-FFF2-40B4-BE49-F238E27FC236}">
                <a16:creationId xmlns:a16="http://schemas.microsoft.com/office/drawing/2014/main" id="{3FDF6AAF-3FFF-497B-9F8E-5626D95D91B4}"/>
              </a:ext>
            </a:extLst>
          </p:cNvPr>
          <p:cNvSpPr>
            <a:spLocks noGrp="1"/>
          </p:cNvSpPr>
          <p:nvPr/>
        </p:nvSpPr>
        <p:spPr>
          <a:xfrm rot="658713">
            <a:off x="11049794" y="3369233"/>
            <a:ext cx="300565" cy="300565"/>
          </a:xfrm>
          <a:prstGeom prst="roundRect">
            <a:avLst>
              <a:gd name="adj" fmla="val 18000"/>
            </a:avLst>
          </a:prstGeom>
          <a:solidFill>
            <a:srgbClr val="72AE3B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072" name="lumia-token-particle">
            <a:extLst>
              <a:ext uri="{FF2B5EF4-FFF2-40B4-BE49-F238E27FC236}">
                <a16:creationId xmlns:a16="http://schemas.microsoft.com/office/drawing/2014/main" id="{8D4A533E-948B-4054-ACFD-DE4C27E20058}"/>
              </a:ext>
            </a:extLst>
          </p:cNvPr>
          <p:cNvSpPr>
            <a:spLocks noGrp="1"/>
          </p:cNvSpPr>
          <p:nvPr/>
        </p:nvSpPr>
        <p:spPr>
          <a:xfrm rot="2044571">
            <a:off x="11137459" y="3456898"/>
            <a:ext cx="125235" cy="125235"/>
          </a:xfrm>
          <a:prstGeom prst="roundRect">
            <a:avLst>
              <a:gd name="adj" fmla="val 18000"/>
            </a:avLst>
          </a:prstGeom>
          <a:solidFill>
            <a:srgbClr val="72AE3B">
              <a:alpha val="83000"/>
            </a:srgbClr>
          </a:solidFill>
          <a:ln w="0">
            <a:noFill/>
            <a:prstDash val="solid"/>
          </a:ln>
        </p:spPr>
      </p:sp>
      <p:sp>
        <p:nvSpPr>
          <p:cNvPr id="1073" name="lumia-token-particle">
            <a:extLst>
              <a:ext uri="{FF2B5EF4-FFF2-40B4-BE49-F238E27FC236}">
                <a16:creationId xmlns:a16="http://schemas.microsoft.com/office/drawing/2014/main" id="{86C9F40F-A451-4F68-8420-8F02C1B89269}"/>
              </a:ext>
            </a:extLst>
          </p:cNvPr>
          <p:cNvSpPr>
            <a:spLocks noGrp="1"/>
          </p:cNvSpPr>
          <p:nvPr/>
        </p:nvSpPr>
        <p:spPr>
          <a:xfrm rot="1795632">
            <a:off x="2971139" y="5912904"/>
            <a:ext cx="10260" cy="10260"/>
          </a:xfrm>
          <a:prstGeom prst="roundRect">
            <a:avLst>
              <a:gd name="adj" fmla="val 37134"/>
            </a:avLst>
          </a:prstGeom>
          <a:solidFill>
            <a:srgbClr val="703C85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1074" name="lumia-token-particle">
            <a:extLst>
              <a:ext uri="{FF2B5EF4-FFF2-40B4-BE49-F238E27FC236}">
                <a16:creationId xmlns:a16="http://schemas.microsoft.com/office/drawing/2014/main" id="{D1AC0722-C9DA-48E1-AE17-FE28DA6D03EA}"/>
              </a:ext>
            </a:extLst>
          </p:cNvPr>
          <p:cNvSpPr>
            <a:spLocks noGrp="1"/>
          </p:cNvSpPr>
          <p:nvPr/>
        </p:nvSpPr>
        <p:spPr>
          <a:xfrm rot="900352">
            <a:off x="2159939" y="5674525"/>
            <a:ext cx="10953" cy="10953"/>
          </a:xfrm>
          <a:prstGeom prst="roundRect">
            <a:avLst>
              <a:gd name="adj" fmla="val 34785"/>
            </a:avLst>
          </a:prstGeom>
          <a:solidFill>
            <a:srgbClr val="573F9B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075" name="lumia-token-particle">
            <a:extLst>
              <a:ext uri="{FF2B5EF4-FFF2-40B4-BE49-F238E27FC236}">
                <a16:creationId xmlns:a16="http://schemas.microsoft.com/office/drawing/2014/main" id="{2C485A15-6D4E-421A-B550-7B1251C088BC}"/>
              </a:ext>
            </a:extLst>
          </p:cNvPr>
          <p:cNvSpPr>
            <a:spLocks noGrp="1"/>
          </p:cNvSpPr>
          <p:nvPr/>
        </p:nvSpPr>
        <p:spPr>
          <a:xfrm rot="221566">
            <a:off x="7961291" y="5730694"/>
            <a:ext cx="20193" cy="20193"/>
          </a:xfrm>
          <a:prstGeom prst="roundRect">
            <a:avLst>
              <a:gd name="adj" fmla="val 18868"/>
            </a:avLst>
          </a:prstGeom>
          <a:solidFill>
            <a:srgbClr val="F7A110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76" name="lumia-token-particle">
            <a:extLst>
              <a:ext uri="{FF2B5EF4-FFF2-40B4-BE49-F238E27FC236}">
                <a16:creationId xmlns:a16="http://schemas.microsoft.com/office/drawing/2014/main" id="{929CDA01-3056-4480-A777-6972954C6BAA}"/>
              </a:ext>
            </a:extLst>
          </p:cNvPr>
          <p:cNvSpPr>
            <a:spLocks noGrp="1"/>
          </p:cNvSpPr>
          <p:nvPr/>
        </p:nvSpPr>
        <p:spPr>
          <a:xfrm rot="1665380">
            <a:off x="6232175" y="5736269"/>
            <a:ext cx="18821" cy="18821"/>
          </a:xfrm>
          <a:prstGeom prst="roundRect">
            <a:avLst>
              <a:gd name="adj" fmla="val 20244"/>
            </a:avLst>
          </a:prstGeom>
          <a:solidFill>
            <a:srgbClr val="EE5E2A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1077" name="lumia-token-particle-soft-glow">
            <a:extLst>
              <a:ext uri="{FF2B5EF4-FFF2-40B4-BE49-F238E27FC236}">
                <a16:creationId xmlns:a16="http://schemas.microsoft.com/office/drawing/2014/main" id="{DC708878-32C0-4E91-AC02-81C228C0630F}"/>
              </a:ext>
            </a:extLst>
          </p:cNvPr>
          <p:cNvSpPr>
            <a:spLocks noGrp="1"/>
          </p:cNvSpPr>
          <p:nvPr/>
        </p:nvSpPr>
        <p:spPr>
          <a:xfrm rot="2387736">
            <a:off x="5301184" y="5460020"/>
            <a:ext cx="116765" cy="116765"/>
          </a:xfrm>
          <a:prstGeom prst="ellipse">
            <a:avLst/>
          </a:prstGeom>
          <a:solidFill>
            <a:srgbClr val="EA4634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078" name="lumia-token-particle">
            <a:extLst>
              <a:ext uri="{FF2B5EF4-FFF2-40B4-BE49-F238E27FC236}">
                <a16:creationId xmlns:a16="http://schemas.microsoft.com/office/drawing/2014/main" id="{86CB4475-C765-4DD4-BAC0-07098341F1A9}"/>
              </a:ext>
            </a:extLst>
          </p:cNvPr>
          <p:cNvSpPr>
            <a:spLocks noGrp="1"/>
          </p:cNvSpPr>
          <p:nvPr/>
        </p:nvSpPr>
        <p:spPr>
          <a:xfrm rot="1770158">
            <a:off x="5335240" y="5494076"/>
            <a:ext cx="48652" cy="48652"/>
          </a:xfrm>
          <a:prstGeom prst="ellipse">
            <a:avLst/>
          </a:prstGeom>
          <a:solidFill>
            <a:srgbClr val="EA4634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079" name="lumia-token-particle">
            <a:extLst>
              <a:ext uri="{FF2B5EF4-FFF2-40B4-BE49-F238E27FC236}">
                <a16:creationId xmlns:a16="http://schemas.microsoft.com/office/drawing/2014/main" id="{7C735B0D-4638-46F2-92E5-FCF794EAE129}"/>
              </a:ext>
            </a:extLst>
          </p:cNvPr>
          <p:cNvSpPr>
            <a:spLocks noGrp="1"/>
          </p:cNvSpPr>
          <p:nvPr/>
        </p:nvSpPr>
        <p:spPr>
          <a:xfrm rot="1485182">
            <a:off x="11598259" y="3608379"/>
            <a:ext cx="47923" cy="47923"/>
          </a:xfrm>
          <a:prstGeom prst="ellipse">
            <a:avLst/>
          </a:prstGeom>
          <a:solidFill>
            <a:srgbClr val="5EAC43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1080" name="lumia-token-particle">
            <a:extLst>
              <a:ext uri="{FF2B5EF4-FFF2-40B4-BE49-F238E27FC236}">
                <a16:creationId xmlns:a16="http://schemas.microsoft.com/office/drawing/2014/main" id="{DA53E0E9-A908-4FDC-AE2D-B9CFB0BDFE44}"/>
              </a:ext>
            </a:extLst>
          </p:cNvPr>
          <p:cNvSpPr>
            <a:spLocks noGrp="1"/>
          </p:cNvSpPr>
          <p:nvPr/>
        </p:nvSpPr>
        <p:spPr>
          <a:xfrm rot="618819">
            <a:off x="12179543" y="3781408"/>
            <a:ext cx="24914" cy="24914"/>
          </a:xfrm>
          <a:prstGeom prst="roundRect">
            <a:avLst>
              <a:gd name="adj" fmla="val 18000"/>
            </a:avLst>
          </a:prstGeom>
          <a:solidFill>
            <a:srgbClr val="3AA951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081" name="lumia-token-particle">
            <a:extLst>
              <a:ext uri="{FF2B5EF4-FFF2-40B4-BE49-F238E27FC236}">
                <a16:creationId xmlns:a16="http://schemas.microsoft.com/office/drawing/2014/main" id="{C7487CBC-6C7D-4567-AD82-BF420DA5BCEC}"/>
              </a:ext>
            </a:extLst>
          </p:cNvPr>
          <p:cNvSpPr>
            <a:spLocks noGrp="1"/>
          </p:cNvSpPr>
          <p:nvPr/>
        </p:nvSpPr>
        <p:spPr>
          <a:xfrm rot="1086926">
            <a:off x="2899555" y="6212157"/>
            <a:ext cx="7905" cy="7905"/>
          </a:xfrm>
          <a:prstGeom prst="roundRect">
            <a:avLst>
              <a:gd name="adj" fmla="val 48196"/>
            </a:avLst>
          </a:prstGeom>
          <a:solidFill>
            <a:srgbClr val="6E3C87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1082" name="lumia-token-particle">
            <a:extLst>
              <a:ext uri="{FF2B5EF4-FFF2-40B4-BE49-F238E27FC236}">
                <a16:creationId xmlns:a16="http://schemas.microsoft.com/office/drawing/2014/main" id="{D870023F-AF0F-4127-9F1B-39247D665C75}"/>
              </a:ext>
            </a:extLst>
          </p:cNvPr>
          <p:cNvSpPr>
            <a:spLocks noGrp="1"/>
          </p:cNvSpPr>
          <p:nvPr/>
        </p:nvSpPr>
        <p:spPr>
          <a:xfrm rot="151875">
            <a:off x="6930489" y="5306829"/>
            <a:ext cx="22120" cy="22120"/>
          </a:xfrm>
          <a:prstGeom prst="ellipse">
            <a:avLst/>
          </a:prstGeom>
          <a:solidFill>
            <a:srgbClr val="F3831C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083" name="lumia-token-particle">
            <a:extLst>
              <a:ext uri="{FF2B5EF4-FFF2-40B4-BE49-F238E27FC236}">
                <a16:creationId xmlns:a16="http://schemas.microsoft.com/office/drawing/2014/main" id="{4D1FF8DA-CFBA-4E90-929D-7F0097075D29}"/>
              </a:ext>
            </a:extLst>
          </p:cNvPr>
          <p:cNvSpPr>
            <a:spLocks noGrp="1"/>
          </p:cNvSpPr>
          <p:nvPr/>
        </p:nvSpPr>
        <p:spPr>
          <a:xfrm rot="805570">
            <a:off x="7884325" y="5688461"/>
            <a:ext cx="50718" cy="50718"/>
          </a:xfrm>
          <a:prstGeom prst="ellipse">
            <a:avLst/>
          </a:prstGeom>
          <a:solidFill>
            <a:srgbClr val="F8A60E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084" name="lumia-token-particle">
            <a:extLst>
              <a:ext uri="{FF2B5EF4-FFF2-40B4-BE49-F238E27FC236}">
                <a16:creationId xmlns:a16="http://schemas.microsoft.com/office/drawing/2014/main" id="{58B6FAC2-DEE6-4623-9C4E-60AFE7C7AFEF}"/>
              </a:ext>
            </a:extLst>
          </p:cNvPr>
          <p:cNvSpPr>
            <a:spLocks noGrp="1"/>
          </p:cNvSpPr>
          <p:nvPr/>
        </p:nvSpPr>
        <p:spPr>
          <a:xfrm rot="259926">
            <a:off x="6297387" y="5350280"/>
            <a:ext cx="32767" cy="32767"/>
          </a:xfrm>
          <a:prstGeom prst="roundRect">
            <a:avLst>
              <a:gd name="adj" fmla="val 18000"/>
            </a:avLst>
          </a:prstGeom>
          <a:solidFill>
            <a:srgbClr val="F06B25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085" name="lumia-token-particle">
            <a:extLst>
              <a:ext uri="{FF2B5EF4-FFF2-40B4-BE49-F238E27FC236}">
                <a16:creationId xmlns:a16="http://schemas.microsoft.com/office/drawing/2014/main" id="{DF221A76-FC49-4B0A-A556-FEB6994BCDBE}"/>
              </a:ext>
            </a:extLst>
          </p:cNvPr>
          <p:cNvSpPr>
            <a:spLocks noGrp="1"/>
          </p:cNvSpPr>
          <p:nvPr/>
        </p:nvSpPr>
        <p:spPr>
          <a:xfrm rot="2508138">
            <a:off x="8398500" y="5000768"/>
            <a:ext cx="25821" cy="25821"/>
          </a:xfrm>
          <a:prstGeom prst="ellipse">
            <a:avLst/>
          </a:prstGeom>
          <a:solidFill>
            <a:srgbClr val="FAB209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086" name="lumia-token-particle-soft-glow">
            <a:extLst>
              <a:ext uri="{FF2B5EF4-FFF2-40B4-BE49-F238E27FC236}">
                <a16:creationId xmlns:a16="http://schemas.microsoft.com/office/drawing/2014/main" id="{0682A600-1C35-400D-84E2-7C0762E6971D}"/>
              </a:ext>
            </a:extLst>
          </p:cNvPr>
          <p:cNvSpPr>
            <a:spLocks noGrp="1"/>
          </p:cNvSpPr>
          <p:nvPr/>
        </p:nvSpPr>
        <p:spPr>
          <a:xfrm rot="562312">
            <a:off x="1955598" y="6054682"/>
            <a:ext cx="136606" cy="136606"/>
          </a:xfrm>
          <a:prstGeom prst="ellipse">
            <a:avLst/>
          </a:prstGeom>
          <a:solidFill>
            <a:srgbClr val="5544A0">
              <a:alpha val="8000"/>
            </a:srgbClr>
          </a:solidFill>
          <a:ln w="0">
            <a:noFill/>
            <a:prstDash val="solid"/>
          </a:ln>
        </p:spPr>
      </p:sp>
      <p:sp>
        <p:nvSpPr>
          <p:cNvPr id="1087" name="lumia-token-particle">
            <a:extLst>
              <a:ext uri="{FF2B5EF4-FFF2-40B4-BE49-F238E27FC236}">
                <a16:creationId xmlns:a16="http://schemas.microsoft.com/office/drawing/2014/main" id="{45DFE735-D4B4-4CF7-A5DC-EA2D353F19BF}"/>
              </a:ext>
            </a:extLst>
          </p:cNvPr>
          <p:cNvSpPr>
            <a:spLocks noGrp="1"/>
          </p:cNvSpPr>
          <p:nvPr/>
        </p:nvSpPr>
        <p:spPr>
          <a:xfrm rot="426545">
            <a:off x="1995442" y="6094526"/>
            <a:ext cx="56919" cy="56919"/>
          </a:xfrm>
          <a:prstGeom prst="ellipse">
            <a:avLst/>
          </a:prstGeom>
          <a:solidFill>
            <a:srgbClr val="5544A0">
              <a:alpha val="60000"/>
            </a:srgbClr>
          </a:solidFill>
          <a:ln w="0">
            <a:noFill/>
            <a:prstDash val="solid"/>
          </a:ln>
        </p:spPr>
      </p:sp>
      <p:sp>
        <p:nvSpPr>
          <p:cNvPr id="1088" name="lumia-token-particle-soft-glow">
            <a:extLst>
              <a:ext uri="{FF2B5EF4-FFF2-40B4-BE49-F238E27FC236}">
                <a16:creationId xmlns:a16="http://schemas.microsoft.com/office/drawing/2014/main" id="{B443506B-2542-42D8-8DF7-019CDC6612C0}"/>
              </a:ext>
            </a:extLst>
          </p:cNvPr>
          <p:cNvSpPr>
            <a:spLocks noGrp="1"/>
          </p:cNvSpPr>
          <p:nvPr/>
        </p:nvSpPr>
        <p:spPr>
          <a:xfrm rot="273879">
            <a:off x="3434906" y="5657365"/>
            <a:ext cx="93193" cy="93193"/>
          </a:xfrm>
          <a:prstGeom prst="roundRect">
            <a:avLst>
              <a:gd name="adj" fmla="val 18000"/>
            </a:avLst>
          </a:prstGeom>
          <a:solidFill>
            <a:srgbClr val="8C3E73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089" name="lumia-token-particle">
            <a:extLst>
              <a:ext uri="{FF2B5EF4-FFF2-40B4-BE49-F238E27FC236}">
                <a16:creationId xmlns:a16="http://schemas.microsoft.com/office/drawing/2014/main" id="{7D8F38B9-35F9-4337-A418-2EE9988D0544}"/>
              </a:ext>
            </a:extLst>
          </p:cNvPr>
          <p:cNvSpPr>
            <a:spLocks noGrp="1"/>
          </p:cNvSpPr>
          <p:nvPr/>
        </p:nvSpPr>
        <p:spPr>
          <a:xfrm rot="2383460">
            <a:off x="3462087" y="5684546"/>
            <a:ext cx="38831" cy="38831"/>
          </a:xfrm>
          <a:prstGeom prst="roundRect">
            <a:avLst>
              <a:gd name="adj" fmla="val 18000"/>
            </a:avLst>
          </a:prstGeom>
          <a:solidFill>
            <a:srgbClr val="8C3E73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1090" name="lumia-token-particle">
            <a:extLst>
              <a:ext uri="{FF2B5EF4-FFF2-40B4-BE49-F238E27FC236}">
                <a16:creationId xmlns:a16="http://schemas.microsoft.com/office/drawing/2014/main" id="{EBAE06AE-3338-4307-BB85-288A6F007421}"/>
              </a:ext>
            </a:extLst>
          </p:cNvPr>
          <p:cNvSpPr>
            <a:spLocks noGrp="1"/>
          </p:cNvSpPr>
          <p:nvPr/>
        </p:nvSpPr>
        <p:spPr>
          <a:xfrm rot="1996813">
            <a:off x="3298284" y="6089523"/>
            <a:ext cx="29381" cy="29381"/>
          </a:xfrm>
          <a:prstGeom prst="roundRect">
            <a:avLst>
              <a:gd name="adj" fmla="val 18000"/>
            </a:avLst>
          </a:prstGeom>
          <a:solidFill>
            <a:srgbClr val="8A3E74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1091" name="lumia-token-particle">
            <a:extLst>
              <a:ext uri="{FF2B5EF4-FFF2-40B4-BE49-F238E27FC236}">
                <a16:creationId xmlns:a16="http://schemas.microsoft.com/office/drawing/2014/main" id="{7BC3611C-B7BE-435F-8458-9D9138251B71}"/>
              </a:ext>
            </a:extLst>
          </p:cNvPr>
          <p:cNvSpPr>
            <a:spLocks noGrp="1"/>
          </p:cNvSpPr>
          <p:nvPr/>
        </p:nvSpPr>
        <p:spPr>
          <a:xfrm rot="1769922">
            <a:off x="5925956" y="5478373"/>
            <a:ext cx="8818" cy="8818"/>
          </a:xfrm>
          <a:prstGeom prst="roundRect">
            <a:avLst>
              <a:gd name="adj" fmla="val 43209"/>
            </a:avLst>
          </a:prstGeom>
          <a:solidFill>
            <a:srgbClr val="EC552E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092" name="lumia-token-particle">
            <a:extLst>
              <a:ext uri="{FF2B5EF4-FFF2-40B4-BE49-F238E27FC236}">
                <a16:creationId xmlns:a16="http://schemas.microsoft.com/office/drawing/2014/main" id="{C82D2ADA-CF21-4E14-8A98-F69F25CCC837}"/>
              </a:ext>
            </a:extLst>
          </p:cNvPr>
          <p:cNvSpPr>
            <a:spLocks noGrp="1"/>
          </p:cNvSpPr>
          <p:nvPr/>
        </p:nvSpPr>
        <p:spPr>
          <a:xfrm rot="2206640">
            <a:off x="10811801" y="4702880"/>
            <a:ext cx="63259" cy="63259"/>
          </a:xfrm>
          <a:prstGeom prst="ellipse">
            <a:avLst/>
          </a:prstGeom>
          <a:solidFill>
            <a:srgbClr val="8AB131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093" name="lumia-token-particle">
            <a:extLst>
              <a:ext uri="{FF2B5EF4-FFF2-40B4-BE49-F238E27FC236}">
                <a16:creationId xmlns:a16="http://schemas.microsoft.com/office/drawing/2014/main" id="{1B854471-2FF8-4501-A200-EC7119338218}"/>
              </a:ext>
            </a:extLst>
          </p:cNvPr>
          <p:cNvSpPr>
            <a:spLocks noGrp="1"/>
          </p:cNvSpPr>
          <p:nvPr/>
        </p:nvSpPr>
        <p:spPr>
          <a:xfrm rot="2603755">
            <a:off x="8509915" y="5252527"/>
            <a:ext cx="29947" cy="29947"/>
          </a:xfrm>
          <a:prstGeom prst="ellipse">
            <a:avLst/>
          </a:prstGeom>
          <a:solidFill>
            <a:srgbClr val="FBBC05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094" name="lumia-token-particle">
            <a:extLst>
              <a:ext uri="{FF2B5EF4-FFF2-40B4-BE49-F238E27FC236}">
                <a16:creationId xmlns:a16="http://schemas.microsoft.com/office/drawing/2014/main" id="{2F459F0D-3839-4369-9CC2-151052B966EF}"/>
              </a:ext>
            </a:extLst>
          </p:cNvPr>
          <p:cNvSpPr>
            <a:spLocks noGrp="1"/>
          </p:cNvSpPr>
          <p:nvPr/>
        </p:nvSpPr>
        <p:spPr>
          <a:xfrm rot="1623647">
            <a:off x="2825931" y="5567083"/>
            <a:ext cx="18420" cy="18420"/>
          </a:xfrm>
          <a:prstGeom prst="ellipse">
            <a:avLst/>
          </a:prstGeom>
          <a:solidFill>
            <a:srgbClr val="6C3C8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5" name="lumia-token-particle">
            <a:extLst>
              <a:ext uri="{FF2B5EF4-FFF2-40B4-BE49-F238E27FC236}">
                <a16:creationId xmlns:a16="http://schemas.microsoft.com/office/drawing/2014/main" id="{A39C5A38-652B-41C6-89A8-1D145E7E24AB}"/>
              </a:ext>
            </a:extLst>
          </p:cNvPr>
          <p:cNvSpPr>
            <a:spLocks noGrp="1"/>
          </p:cNvSpPr>
          <p:nvPr/>
        </p:nvSpPr>
        <p:spPr>
          <a:xfrm rot="839220">
            <a:off x="10156472" y="4039561"/>
            <a:ext cx="70356" cy="70356"/>
          </a:xfrm>
          <a:prstGeom prst="ellipse">
            <a:avLst/>
          </a:prstGeom>
          <a:solidFill>
            <a:srgbClr val="99B22C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096" name="lumia-token-particle-soft-glow">
            <a:extLst>
              <a:ext uri="{FF2B5EF4-FFF2-40B4-BE49-F238E27FC236}">
                <a16:creationId xmlns:a16="http://schemas.microsoft.com/office/drawing/2014/main" id="{D0E67961-1ACF-48C2-A18E-C3A7FDC6F8E9}"/>
              </a:ext>
            </a:extLst>
          </p:cNvPr>
          <p:cNvSpPr>
            <a:spLocks noGrp="1"/>
          </p:cNvSpPr>
          <p:nvPr/>
        </p:nvSpPr>
        <p:spPr>
          <a:xfrm rot="835355">
            <a:off x="10914775" y="3324181"/>
            <a:ext cx="202271" cy="202271"/>
          </a:xfrm>
          <a:prstGeom prst="ellipse">
            <a:avLst/>
          </a:prstGeom>
          <a:solidFill>
            <a:srgbClr val="6FAE3C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097" name="lumia-token-particle">
            <a:extLst>
              <a:ext uri="{FF2B5EF4-FFF2-40B4-BE49-F238E27FC236}">
                <a16:creationId xmlns:a16="http://schemas.microsoft.com/office/drawing/2014/main" id="{5A0C815E-4A8F-4F36-B093-4719C4EDF50F}"/>
              </a:ext>
            </a:extLst>
          </p:cNvPr>
          <p:cNvSpPr>
            <a:spLocks noGrp="1"/>
          </p:cNvSpPr>
          <p:nvPr/>
        </p:nvSpPr>
        <p:spPr>
          <a:xfrm rot="754432">
            <a:off x="10973771" y="3383177"/>
            <a:ext cx="84279" cy="84279"/>
          </a:xfrm>
          <a:prstGeom prst="ellipse">
            <a:avLst/>
          </a:prstGeom>
          <a:solidFill>
            <a:srgbClr val="6FAE3C">
              <a:alpha val="83000"/>
            </a:srgbClr>
          </a:solidFill>
          <a:ln w="0">
            <a:noFill/>
            <a:prstDash val="solid"/>
          </a:ln>
        </p:spPr>
      </p:sp>
      <p:sp>
        <p:nvSpPr>
          <p:cNvPr id="1098" name="lumia-token-particle">
            <a:extLst>
              <a:ext uri="{FF2B5EF4-FFF2-40B4-BE49-F238E27FC236}">
                <a16:creationId xmlns:a16="http://schemas.microsoft.com/office/drawing/2014/main" id="{0B8D606A-944E-47A9-93C6-7F7706D345F5}"/>
              </a:ext>
            </a:extLst>
          </p:cNvPr>
          <p:cNvSpPr>
            <a:spLocks noGrp="1"/>
          </p:cNvSpPr>
          <p:nvPr/>
        </p:nvSpPr>
        <p:spPr>
          <a:xfrm rot="413135">
            <a:off x="3870816" y="5948671"/>
            <a:ext cx="18559" cy="18559"/>
          </a:xfrm>
          <a:prstGeom prst="roundRect">
            <a:avLst>
              <a:gd name="adj" fmla="val 20529"/>
            </a:avLst>
          </a:prstGeom>
          <a:solidFill>
            <a:srgbClr val="A93F60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1099" name="lumia-token-particle-soft-glow">
            <a:extLst>
              <a:ext uri="{FF2B5EF4-FFF2-40B4-BE49-F238E27FC236}">
                <a16:creationId xmlns:a16="http://schemas.microsoft.com/office/drawing/2014/main" id="{7B05F86B-35A9-41C6-8F32-C773F1619BB6}"/>
              </a:ext>
            </a:extLst>
          </p:cNvPr>
          <p:cNvSpPr>
            <a:spLocks noGrp="1"/>
          </p:cNvSpPr>
          <p:nvPr/>
        </p:nvSpPr>
        <p:spPr>
          <a:xfrm rot="76177">
            <a:off x="3976158" y="5584707"/>
            <a:ext cx="134541" cy="134541"/>
          </a:xfrm>
          <a:prstGeom prst="ellipse">
            <a:avLst/>
          </a:prstGeom>
          <a:solidFill>
            <a:srgbClr val="B34059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100" name="lumia-token-particle">
            <a:extLst>
              <a:ext uri="{FF2B5EF4-FFF2-40B4-BE49-F238E27FC236}">
                <a16:creationId xmlns:a16="http://schemas.microsoft.com/office/drawing/2014/main" id="{3124E5BB-A083-473F-A40D-59181B36DA27}"/>
              </a:ext>
            </a:extLst>
          </p:cNvPr>
          <p:cNvSpPr>
            <a:spLocks noGrp="1"/>
          </p:cNvSpPr>
          <p:nvPr/>
        </p:nvSpPr>
        <p:spPr>
          <a:xfrm rot="2376329">
            <a:off x="4015399" y="5623948"/>
            <a:ext cx="56059" cy="56059"/>
          </a:xfrm>
          <a:prstGeom prst="ellipse">
            <a:avLst/>
          </a:prstGeom>
          <a:solidFill>
            <a:srgbClr val="B34059">
              <a:alpha val="66000"/>
            </a:srgbClr>
          </a:solidFill>
          <a:ln w="0">
            <a:noFill/>
            <a:prstDash val="solid"/>
          </a:ln>
        </p:spPr>
      </p:sp>
      <p:sp>
        <p:nvSpPr>
          <p:cNvPr id="1101" name="lumia-token-particle">
            <a:extLst>
              <a:ext uri="{FF2B5EF4-FFF2-40B4-BE49-F238E27FC236}">
                <a16:creationId xmlns:a16="http://schemas.microsoft.com/office/drawing/2014/main" id="{6AA56246-F41C-4F4D-B78F-0999F5591A85}"/>
              </a:ext>
            </a:extLst>
          </p:cNvPr>
          <p:cNvSpPr>
            <a:spLocks noGrp="1"/>
          </p:cNvSpPr>
          <p:nvPr/>
        </p:nvSpPr>
        <p:spPr>
          <a:xfrm rot="2564438">
            <a:off x="4083452" y="5900507"/>
            <a:ext cx="15366" cy="15366"/>
          </a:xfrm>
          <a:prstGeom prst="roundRect">
            <a:avLst>
              <a:gd name="adj" fmla="val 24795"/>
            </a:avLst>
          </a:prstGeom>
          <a:solidFill>
            <a:srgbClr val="AC405E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1102" name="lumia-token-particle">
            <a:extLst>
              <a:ext uri="{FF2B5EF4-FFF2-40B4-BE49-F238E27FC236}">
                <a16:creationId xmlns:a16="http://schemas.microsoft.com/office/drawing/2014/main" id="{EE074B8B-1046-4B98-A7D6-E9C06A5E5925}"/>
              </a:ext>
            </a:extLst>
          </p:cNvPr>
          <p:cNvSpPr>
            <a:spLocks noGrp="1"/>
          </p:cNvSpPr>
          <p:nvPr/>
        </p:nvSpPr>
        <p:spPr>
          <a:xfrm rot="1461620">
            <a:off x="7942605" y="5510885"/>
            <a:ext cx="38122" cy="38122"/>
          </a:xfrm>
          <a:prstGeom prst="ellipse">
            <a:avLst/>
          </a:prstGeom>
          <a:solidFill>
            <a:srgbClr val="F8A60E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103" name="lumia-token-particle">
            <a:extLst>
              <a:ext uri="{FF2B5EF4-FFF2-40B4-BE49-F238E27FC236}">
                <a16:creationId xmlns:a16="http://schemas.microsoft.com/office/drawing/2014/main" id="{32F7592E-A52F-4A67-AF80-B2AEC624F88A}"/>
              </a:ext>
            </a:extLst>
          </p:cNvPr>
          <p:cNvSpPr>
            <a:spLocks noGrp="1"/>
          </p:cNvSpPr>
          <p:nvPr/>
        </p:nvSpPr>
        <p:spPr>
          <a:xfrm rot="2633586">
            <a:off x="7728129" y="5636882"/>
            <a:ext cx="17983" cy="17983"/>
          </a:xfrm>
          <a:prstGeom prst="roundRect">
            <a:avLst>
              <a:gd name="adj" fmla="val 21186"/>
            </a:avLst>
          </a:prstGeom>
          <a:solidFill>
            <a:srgbClr val="F69714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04" name="lumia-token-particle-soft-glow">
            <a:extLst>
              <a:ext uri="{FF2B5EF4-FFF2-40B4-BE49-F238E27FC236}">
                <a16:creationId xmlns:a16="http://schemas.microsoft.com/office/drawing/2014/main" id="{34BC8F2F-9A40-4419-B35B-3F2E25916CCC}"/>
              </a:ext>
            </a:extLst>
          </p:cNvPr>
          <p:cNvSpPr>
            <a:spLocks noGrp="1"/>
          </p:cNvSpPr>
          <p:nvPr/>
        </p:nvSpPr>
        <p:spPr>
          <a:xfrm rot="1408354">
            <a:off x="6978834" y="4896446"/>
            <a:ext cx="182281" cy="182281"/>
          </a:xfrm>
          <a:prstGeom prst="roundRect">
            <a:avLst>
              <a:gd name="adj" fmla="val 18000"/>
            </a:avLst>
          </a:prstGeom>
          <a:solidFill>
            <a:srgbClr val="F4871A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05" name="lumia-token-particle">
            <a:extLst>
              <a:ext uri="{FF2B5EF4-FFF2-40B4-BE49-F238E27FC236}">
                <a16:creationId xmlns:a16="http://schemas.microsoft.com/office/drawing/2014/main" id="{E1B72693-04F4-47CD-8B93-7811C972BC96}"/>
              </a:ext>
            </a:extLst>
          </p:cNvPr>
          <p:cNvSpPr>
            <a:spLocks noGrp="1"/>
          </p:cNvSpPr>
          <p:nvPr/>
        </p:nvSpPr>
        <p:spPr>
          <a:xfrm rot="394464">
            <a:off x="7032000" y="4949611"/>
            <a:ext cx="75951" cy="75951"/>
          </a:xfrm>
          <a:prstGeom prst="roundRect">
            <a:avLst>
              <a:gd name="adj" fmla="val 18000"/>
            </a:avLst>
          </a:prstGeom>
          <a:solidFill>
            <a:srgbClr val="F4871A">
              <a:alpha val="74000"/>
            </a:srgbClr>
          </a:solidFill>
          <a:ln w="0">
            <a:noFill/>
            <a:prstDash val="solid"/>
          </a:ln>
        </p:spPr>
      </p:sp>
      <p:sp>
        <p:nvSpPr>
          <p:cNvPr id="1106" name="lumia-token-particle-soft-glow">
            <a:extLst>
              <a:ext uri="{FF2B5EF4-FFF2-40B4-BE49-F238E27FC236}">
                <a16:creationId xmlns:a16="http://schemas.microsoft.com/office/drawing/2014/main" id="{F84F5662-66C0-47CA-92C0-3049422D1AFF}"/>
              </a:ext>
            </a:extLst>
          </p:cNvPr>
          <p:cNvSpPr>
            <a:spLocks noGrp="1"/>
          </p:cNvSpPr>
          <p:nvPr/>
        </p:nvSpPr>
        <p:spPr>
          <a:xfrm rot="2622668">
            <a:off x="6269230" y="5123088"/>
            <a:ext cx="118504" cy="118504"/>
          </a:xfrm>
          <a:prstGeom prst="roundRect">
            <a:avLst>
              <a:gd name="adj" fmla="val 18000"/>
            </a:avLst>
          </a:prstGeom>
          <a:solidFill>
            <a:srgbClr val="EE6129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07" name="lumia-token-particle">
            <a:extLst>
              <a:ext uri="{FF2B5EF4-FFF2-40B4-BE49-F238E27FC236}">
                <a16:creationId xmlns:a16="http://schemas.microsoft.com/office/drawing/2014/main" id="{CC14E6D0-2726-4280-9FD7-61F3356A61B8}"/>
              </a:ext>
            </a:extLst>
          </p:cNvPr>
          <p:cNvSpPr>
            <a:spLocks noGrp="1"/>
          </p:cNvSpPr>
          <p:nvPr/>
        </p:nvSpPr>
        <p:spPr>
          <a:xfrm rot="2374445">
            <a:off x="6303794" y="5157652"/>
            <a:ext cx="49377" cy="49377"/>
          </a:xfrm>
          <a:prstGeom prst="roundRect">
            <a:avLst>
              <a:gd name="adj" fmla="val 18000"/>
            </a:avLst>
          </a:prstGeom>
          <a:solidFill>
            <a:srgbClr val="EE6129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108" name="lumia-token-particle">
            <a:extLst>
              <a:ext uri="{FF2B5EF4-FFF2-40B4-BE49-F238E27FC236}">
                <a16:creationId xmlns:a16="http://schemas.microsoft.com/office/drawing/2014/main" id="{D66258E4-7AD9-4737-AC38-14EBD2C82F21}"/>
              </a:ext>
            </a:extLst>
          </p:cNvPr>
          <p:cNvSpPr>
            <a:spLocks noGrp="1"/>
          </p:cNvSpPr>
          <p:nvPr/>
        </p:nvSpPr>
        <p:spPr>
          <a:xfrm rot="1800685">
            <a:off x="8346135" y="5414154"/>
            <a:ext cx="39847" cy="39847"/>
          </a:xfrm>
          <a:prstGeom prst="roundRect">
            <a:avLst>
              <a:gd name="adj" fmla="val 18000"/>
            </a:avLst>
          </a:prstGeom>
          <a:solidFill>
            <a:srgbClr val="F9AE0A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109" name="lumia-token-particle">
            <a:extLst>
              <a:ext uri="{FF2B5EF4-FFF2-40B4-BE49-F238E27FC236}">
                <a16:creationId xmlns:a16="http://schemas.microsoft.com/office/drawing/2014/main" id="{27BEC5E5-47AE-474D-82EE-4DB2DBAC48E8}"/>
              </a:ext>
            </a:extLst>
          </p:cNvPr>
          <p:cNvSpPr>
            <a:spLocks noGrp="1"/>
          </p:cNvSpPr>
          <p:nvPr/>
        </p:nvSpPr>
        <p:spPr>
          <a:xfrm rot="2587147">
            <a:off x="2907423" y="5600559"/>
            <a:ext cx="25886" cy="25886"/>
          </a:xfrm>
          <a:prstGeom prst="roundRect">
            <a:avLst>
              <a:gd name="adj" fmla="val 18000"/>
            </a:avLst>
          </a:prstGeom>
          <a:solidFill>
            <a:srgbClr val="733C83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0" name="lumia-token-particle-soft-glow">
            <a:extLst>
              <a:ext uri="{FF2B5EF4-FFF2-40B4-BE49-F238E27FC236}">
                <a16:creationId xmlns:a16="http://schemas.microsoft.com/office/drawing/2014/main" id="{D47AC1BA-7861-419F-AA3D-8B95FCABCCAD}"/>
              </a:ext>
            </a:extLst>
          </p:cNvPr>
          <p:cNvSpPr>
            <a:spLocks noGrp="1"/>
          </p:cNvSpPr>
          <p:nvPr/>
        </p:nvSpPr>
        <p:spPr>
          <a:xfrm rot="412823">
            <a:off x="11877273" y="3546789"/>
            <a:ext cx="254570" cy="254570"/>
          </a:xfrm>
          <a:prstGeom prst="ellipse">
            <a:avLst/>
          </a:prstGeom>
          <a:solidFill>
            <a:srgbClr val="41A94E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11" name="lumia-token-particle">
            <a:extLst>
              <a:ext uri="{FF2B5EF4-FFF2-40B4-BE49-F238E27FC236}">
                <a16:creationId xmlns:a16="http://schemas.microsoft.com/office/drawing/2014/main" id="{135082CE-4020-453D-BFE4-182D46474108}"/>
              </a:ext>
            </a:extLst>
          </p:cNvPr>
          <p:cNvSpPr>
            <a:spLocks noGrp="1"/>
          </p:cNvSpPr>
          <p:nvPr/>
        </p:nvSpPr>
        <p:spPr>
          <a:xfrm rot="1124244">
            <a:off x="11951523" y="3621039"/>
            <a:ext cx="106071" cy="106071"/>
          </a:xfrm>
          <a:prstGeom prst="ellipse">
            <a:avLst/>
          </a:prstGeom>
          <a:solidFill>
            <a:srgbClr val="41A94E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112" name="lumia-token-particle">
            <a:extLst>
              <a:ext uri="{FF2B5EF4-FFF2-40B4-BE49-F238E27FC236}">
                <a16:creationId xmlns:a16="http://schemas.microsoft.com/office/drawing/2014/main" id="{2D6FB5A2-31D6-4C2E-BED8-8A7F256FF4CF}"/>
              </a:ext>
            </a:extLst>
          </p:cNvPr>
          <p:cNvSpPr>
            <a:spLocks noGrp="1"/>
          </p:cNvSpPr>
          <p:nvPr/>
        </p:nvSpPr>
        <p:spPr>
          <a:xfrm rot="2225164">
            <a:off x="6510149" y="5490880"/>
            <a:ext cx="10590" cy="10590"/>
          </a:xfrm>
          <a:prstGeom prst="ellipse">
            <a:avLst/>
          </a:prstGeom>
          <a:solidFill>
            <a:srgbClr val="EF6926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113" name="lumia-token-particle-soft-glow">
            <a:extLst>
              <a:ext uri="{FF2B5EF4-FFF2-40B4-BE49-F238E27FC236}">
                <a16:creationId xmlns:a16="http://schemas.microsoft.com/office/drawing/2014/main" id="{F6D05880-C48B-4CB8-BA61-E1FF79240E79}"/>
              </a:ext>
            </a:extLst>
          </p:cNvPr>
          <p:cNvSpPr>
            <a:spLocks noGrp="1"/>
          </p:cNvSpPr>
          <p:nvPr/>
        </p:nvSpPr>
        <p:spPr>
          <a:xfrm rot="234746">
            <a:off x="3960603" y="5511890"/>
            <a:ext cx="126615" cy="126615"/>
          </a:xfrm>
          <a:prstGeom prst="roundRect">
            <a:avLst>
              <a:gd name="adj" fmla="val 18000"/>
            </a:avLst>
          </a:prstGeom>
          <a:solidFill>
            <a:srgbClr val="A73F61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114" name="lumia-token-particle">
            <a:extLst>
              <a:ext uri="{FF2B5EF4-FFF2-40B4-BE49-F238E27FC236}">
                <a16:creationId xmlns:a16="http://schemas.microsoft.com/office/drawing/2014/main" id="{59073B53-D797-4291-AF2E-2546994BFC7F}"/>
              </a:ext>
            </a:extLst>
          </p:cNvPr>
          <p:cNvSpPr>
            <a:spLocks noGrp="1"/>
          </p:cNvSpPr>
          <p:nvPr/>
        </p:nvSpPr>
        <p:spPr>
          <a:xfrm rot="1830154">
            <a:off x="3997532" y="5548820"/>
            <a:ext cx="52756" cy="52756"/>
          </a:xfrm>
          <a:prstGeom prst="roundRect">
            <a:avLst>
              <a:gd name="adj" fmla="val 18000"/>
            </a:avLst>
          </a:prstGeom>
          <a:solidFill>
            <a:srgbClr val="A73F61">
              <a:alpha val="66000"/>
            </a:srgbClr>
          </a:solidFill>
          <a:ln w="0">
            <a:noFill/>
            <a:prstDash val="solid"/>
          </a:ln>
        </p:spPr>
      </p:sp>
      <p:sp>
        <p:nvSpPr>
          <p:cNvPr id="1115" name="lumia-token-particle">
            <a:extLst>
              <a:ext uri="{FF2B5EF4-FFF2-40B4-BE49-F238E27FC236}">
                <a16:creationId xmlns:a16="http://schemas.microsoft.com/office/drawing/2014/main" id="{AE021CFD-2933-4F76-9972-15C18BD0F97A}"/>
              </a:ext>
            </a:extLst>
          </p:cNvPr>
          <p:cNvSpPr>
            <a:spLocks noGrp="1"/>
          </p:cNvSpPr>
          <p:nvPr/>
        </p:nvSpPr>
        <p:spPr>
          <a:xfrm rot="1346778">
            <a:off x="7109209" y="5371307"/>
            <a:ext cx="38716" cy="38716"/>
          </a:xfrm>
          <a:prstGeom prst="roundRect">
            <a:avLst>
              <a:gd name="adj" fmla="val 18000"/>
            </a:avLst>
          </a:prstGeom>
          <a:solidFill>
            <a:srgbClr val="F48919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1116" name="lumia-token-particle">
            <a:extLst>
              <a:ext uri="{FF2B5EF4-FFF2-40B4-BE49-F238E27FC236}">
                <a16:creationId xmlns:a16="http://schemas.microsoft.com/office/drawing/2014/main" id="{22FC1F50-ABFD-4BD1-8E96-3B7676BA58CC}"/>
              </a:ext>
            </a:extLst>
          </p:cNvPr>
          <p:cNvSpPr>
            <a:spLocks noGrp="1"/>
          </p:cNvSpPr>
          <p:nvPr/>
        </p:nvSpPr>
        <p:spPr>
          <a:xfrm rot="1847868">
            <a:off x="9129635" y="4926047"/>
            <a:ext cx="30273" cy="30273"/>
          </a:xfrm>
          <a:prstGeom prst="ellipse">
            <a:avLst/>
          </a:prstGeom>
          <a:solidFill>
            <a:srgbClr val="D9B912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117" name="lumia-token-particle-soft-glow">
            <a:extLst>
              <a:ext uri="{FF2B5EF4-FFF2-40B4-BE49-F238E27FC236}">
                <a16:creationId xmlns:a16="http://schemas.microsoft.com/office/drawing/2014/main" id="{B636E2DE-E9BB-4136-BCC9-3CE417764164}"/>
              </a:ext>
            </a:extLst>
          </p:cNvPr>
          <p:cNvSpPr>
            <a:spLocks noGrp="1"/>
          </p:cNvSpPr>
          <p:nvPr/>
        </p:nvSpPr>
        <p:spPr>
          <a:xfrm rot="2087796">
            <a:off x="2400339" y="6020301"/>
            <a:ext cx="108692" cy="108692"/>
          </a:xfrm>
          <a:prstGeom prst="roundRect">
            <a:avLst>
              <a:gd name="adj" fmla="val 18000"/>
            </a:avLst>
          </a:prstGeom>
          <a:solidFill>
            <a:srgbClr val="5C3B92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118" name="lumia-token-particle">
            <a:extLst>
              <a:ext uri="{FF2B5EF4-FFF2-40B4-BE49-F238E27FC236}">
                <a16:creationId xmlns:a16="http://schemas.microsoft.com/office/drawing/2014/main" id="{34CD0FD9-0E2A-43DC-998F-B0FED1CD0C78}"/>
              </a:ext>
            </a:extLst>
          </p:cNvPr>
          <p:cNvSpPr>
            <a:spLocks noGrp="1"/>
          </p:cNvSpPr>
          <p:nvPr/>
        </p:nvSpPr>
        <p:spPr>
          <a:xfrm rot="2232913">
            <a:off x="2432041" y="6052003"/>
            <a:ext cx="45288" cy="45288"/>
          </a:xfrm>
          <a:prstGeom prst="roundRect">
            <a:avLst>
              <a:gd name="adj" fmla="val 18000"/>
            </a:avLst>
          </a:prstGeom>
          <a:solidFill>
            <a:srgbClr val="5C3B92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119" name="lumia-token-particle-soft-glow">
            <a:extLst>
              <a:ext uri="{FF2B5EF4-FFF2-40B4-BE49-F238E27FC236}">
                <a16:creationId xmlns:a16="http://schemas.microsoft.com/office/drawing/2014/main" id="{2B30755D-40F4-40F5-87E7-5393D6BAE20A}"/>
              </a:ext>
            </a:extLst>
          </p:cNvPr>
          <p:cNvSpPr>
            <a:spLocks noGrp="1"/>
          </p:cNvSpPr>
          <p:nvPr/>
        </p:nvSpPr>
        <p:spPr>
          <a:xfrm rot="757344">
            <a:off x="10163481" y="3846168"/>
            <a:ext cx="270088" cy="270088"/>
          </a:xfrm>
          <a:prstGeom prst="roundRect">
            <a:avLst>
              <a:gd name="adj" fmla="val 18000"/>
            </a:avLst>
          </a:prstGeom>
          <a:solidFill>
            <a:srgbClr val="A2B328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20" name="lumia-token-particle">
            <a:extLst>
              <a:ext uri="{FF2B5EF4-FFF2-40B4-BE49-F238E27FC236}">
                <a16:creationId xmlns:a16="http://schemas.microsoft.com/office/drawing/2014/main" id="{3A691FBA-2B17-41EF-A5F7-F60F580CB30B}"/>
              </a:ext>
            </a:extLst>
          </p:cNvPr>
          <p:cNvSpPr>
            <a:spLocks noGrp="1"/>
          </p:cNvSpPr>
          <p:nvPr/>
        </p:nvSpPr>
        <p:spPr>
          <a:xfrm rot="2084190">
            <a:off x="10242257" y="3924944"/>
            <a:ext cx="112537" cy="112537"/>
          </a:xfrm>
          <a:prstGeom prst="roundRect">
            <a:avLst>
              <a:gd name="adj" fmla="val 18000"/>
            </a:avLst>
          </a:prstGeom>
          <a:solidFill>
            <a:srgbClr val="A2B328">
              <a:alpha val="81000"/>
            </a:srgbClr>
          </a:solidFill>
          <a:ln w="0">
            <a:noFill/>
            <a:prstDash val="solid"/>
          </a:ln>
        </p:spPr>
      </p:sp>
      <p:sp>
        <p:nvSpPr>
          <p:cNvPr id="1121" name="lumia-token-particle-soft-glow">
            <a:extLst>
              <a:ext uri="{FF2B5EF4-FFF2-40B4-BE49-F238E27FC236}">
                <a16:creationId xmlns:a16="http://schemas.microsoft.com/office/drawing/2014/main" id="{D8902F63-4185-4602-929C-C6D576775421}"/>
              </a:ext>
            </a:extLst>
          </p:cNvPr>
          <p:cNvSpPr>
            <a:spLocks noGrp="1"/>
          </p:cNvSpPr>
          <p:nvPr/>
        </p:nvSpPr>
        <p:spPr>
          <a:xfrm rot="1764875">
            <a:off x="10824104" y="3624296"/>
            <a:ext cx="260630" cy="260630"/>
          </a:xfrm>
          <a:prstGeom prst="ellipse">
            <a:avLst/>
          </a:prstGeom>
          <a:solidFill>
            <a:srgbClr val="6FAE3C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22" name="lumia-token-particle">
            <a:extLst>
              <a:ext uri="{FF2B5EF4-FFF2-40B4-BE49-F238E27FC236}">
                <a16:creationId xmlns:a16="http://schemas.microsoft.com/office/drawing/2014/main" id="{2F31E150-D6B7-4915-8D80-77D2B187AE65}"/>
              </a:ext>
            </a:extLst>
          </p:cNvPr>
          <p:cNvSpPr>
            <a:spLocks noGrp="1"/>
          </p:cNvSpPr>
          <p:nvPr/>
        </p:nvSpPr>
        <p:spPr>
          <a:xfrm rot="452138">
            <a:off x="10900121" y="3700313"/>
            <a:ext cx="108596" cy="108596"/>
          </a:xfrm>
          <a:prstGeom prst="ellipse">
            <a:avLst/>
          </a:prstGeom>
          <a:solidFill>
            <a:srgbClr val="6FAE3C">
              <a:alpha val="83000"/>
            </a:srgbClr>
          </a:solidFill>
          <a:ln w="0">
            <a:noFill/>
            <a:prstDash val="solid"/>
          </a:ln>
        </p:spPr>
      </p:sp>
      <p:sp>
        <p:nvSpPr>
          <p:cNvPr id="1123" name="lumia-token-particle">
            <a:extLst>
              <a:ext uri="{FF2B5EF4-FFF2-40B4-BE49-F238E27FC236}">
                <a16:creationId xmlns:a16="http://schemas.microsoft.com/office/drawing/2014/main" id="{FE84EA16-DDCC-48F0-9588-E193D1205E75}"/>
              </a:ext>
            </a:extLst>
          </p:cNvPr>
          <p:cNvSpPr>
            <a:spLocks noGrp="1"/>
          </p:cNvSpPr>
          <p:nvPr/>
        </p:nvSpPr>
        <p:spPr>
          <a:xfrm rot="557587">
            <a:off x="9923387" y="4287384"/>
            <a:ext cx="26554" cy="26554"/>
          </a:xfrm>
          <a:prstGeom prst="roundRect">
            <a:avLst>
              <a:gd name="adj" fmla="val 18000"/>
            </a:avLst>
          </a:prstGeom>
          <a:solidFill>
            <a:srgbClr val="C1B61C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124" name="lumia-token-particle">
            <a:extLst>
              <a:ext uri="{FF2B5EF4-FFF2-40B4-BE49-F238E27FC236}">
                <a16:creationId xmlns:a16="http://schemas.microsoft.com/office/drawing/2014/main" id="{9DCBA43D-620F-459E-8CCF-AFE31DF1F8A3}"/>
              </a:ext>
            </a:extLst>
          </p:cNvPr>
          <p:cNvSpPr>
            <a:spLocks noGrp="1"/>
          </p:cNvSpPr>
          <p:nvPr/>
        </p:nvSpPr>
        <p:spPr>
          <a:xfrm rot="234301">
            <a:off x="6016614" y="6017207"/>
            <a:ext cx="19194" cy="19194"/>
          </a:xfrm>
          <a:prstGeom prst="roundRect">
            <a:avLst>
              <a:gd name="adj" fmla="val 19850"/>
            </a:avLst>
          </a:prstGeom>
          <a:solidFill>
            <a:srgbClr val="EE5E2A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125" name="lumia-token-particle">
            <a:extLst>
              <a:ext uri="{FF2B5EF4-FFF2-40B4-BE49-F238E27FC236}">
                <a16:creationId xmlns:a16="http://schemas.microsoft.com/office/drawing/2014/main" id="{055BA232-EDF0-4153-995F-31351720D391}"/>
              </a:ext>
            </a:extLst>
          </p:cNvPr>
          <p:cNvSpPr>
            <a:spLocks noGrp="1"/>
          </p:cNvSpPr>
          <p:nvPr/>
        </p:nvSpPr>
        <p:spPr>
          <a:xfrm rot="1226717">
            <a:off x="3430751" y="5608165"/>
            <a:ext cx="16829" cy="16829"/>
          </a:xfrm>
          <a:prstGeom prst="ellipse">
            <a:avLst/>
          </a:prstGeom>
          <a:solidFill>
            <a:srgbClr val="903E70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1126" name="lumia-token-particle">
            <a:extLst>
              <a:ext uri="{FF2B5EF4-FFF2-40B4-BE49-F238E27FC236}">
                <a16:creationId xmlns:a16="http://schemas.microsoft.com/office/drawing/2014/main" id="{B11D9F01-E610-4938-A480-0EF14A9E7E9D}"/>
              </a:ext>
            </a:extLst>
          </p:cNvPr>
          <p:cNvSpPr>
            <a:spLocks noGrp="1"/>
          </p:cNvSpPr>
          <p:nvPr/>
        </p:nvSpPr>
        <p:spPr>
          <a:xfrm rot="1282835">
            <a:off x="5197630" y="5406932"/>
            <a:ext cx="17859" cy="17859"/>
          </a:xfrm>
          <a:prstGeom prst="roundRect">
            <a:avLst>
              <a:gd name="adj" fmla="val 21333"/>
            </a:avLst>
          </a:prstGeom>
          <a:solidFill>
            <a:srgbClr val="DE423D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1127" name="lumia-token-particle">
            <a:extLst>
              <a:ext uri="{FF2B5EF4-FFF2-40B4-BE49-F238E27FC236}">
                <a16:creationId xmlns:a16="http://schemas.microsoft.com/office/drawing/2014/main" id="{7445D0A2-605B-4B2A-9528-C2FBB3237229}"/>
              </a:ext>
            </a:extLst>
          </p:cNvPr>
          <p:cNvSpPr>
            <a:spLocks noGrp="1"/>
          </p:cNvSpPr>
          <p:nvPr/>
        </p:nvSpPr>
        <p:spPr>
          <a:xfrm rot="2058081">
            <a:off x="1765092" y="6140151"/>
            <a:ext cx="16004" cy="16004"/>
          </a:xfrm>
          <a:prstGeom prst="roundRect">
            <a:avLst>
              <a:gd name="adj" fmla="val 23806"/>
            </a:avLst>
          </a:prstGeom>
          <a:solidFill>
            <a:srgbClr val="524EA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128" name="lumia-token-particle">
            <a:extLst>
              <a:ext uri="{FF2B5EF4-FFF2-40B4-BE49-F238E27FC236}">
                <a16:creationId xmlns:a16="http://schemas.microsoft.com/office/drawing/2014/main" id="{77D90C34-0597-4461-8AC8-2031F3A31A45}"/>
              </a:ext>
            </a:extLst>
          </p:cNvPr>
          <p:cNvSpPr>
            <a:spLocks noGrp="1"/>
          </p:cNvSpPr>
          <p:nvPr/>
        </p:nvSpPr>
        <p:spPr>
          <a:xfrm rot="2644465">
            <a:off x="8105526" y="5274488"/>
            <a:ext cx="18726" cy="18726"/>
          </a:xfrm>
          <a:prstGeom prst="ellipse">
            <a:avLst/>
          </a:prstGeom>
          <a:solidFill>
            <a:srgbClr val="F8A90C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29" name="lumia-token-particle">
            <a:extLst>
              <a:ext uri="{FF2B5EF4-FFF2-40B4-BE49-F238E27FC236}">
                <a16:creationId xmlns:a16="http://schemas.microsoft.com/office/drawing/2014/main" id="{A159D356-3388-4E5D-B1FB-7A66639AFF5C}"/>
              </a:ext>
            </a:extLst>
          </p:cNvPr>
          <p:cNvSpPr>
            <a:spLocks noGrp="1"/>
          </p:cNvSpPr>
          <p:nvPr/>
        </p:nvSpPr>
        <p:spPr>
          <a:xfrm rot="156141">
            <a:off x="8753700" y="5218169"/>
            <a:ext cx="49090" cy="49090"/>
          </a:xfrm>
          <a:prstGeom prst="roundRect">
            <a:avLst>
              <a:gd name="adj" fmla="val 18000"/>
            </a:avLst>
          </a:prstGeom>
          <a:solidFill>
            <a:srgbClr val="FBB906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130" name="lumia-token-particle">
            <a:extLst>
              <a:ext uri="{FF2B5EF4-FFF2-40B4-BE49-F238E27FC236}">
                <a16:creationId xmlns:a16="http://schemas.microsoft.com/office/drawing/2014/main" id="{8297CAF3-F5A6-4A84-AEAB-8ECC346DE650}"/>
              </a:ext>
            </a:extLst>
          </p:cNvPr>
          <p:cNvSpPr>
            <a:spLocks noGrp="1"/>
          </p:cNvSpPr>
          <p:nvPr/>
        </p:nvSpPr>
        <p:spPr>
          <a:xfrm rot="464866">
            <a:off x="7379166" y="5685416"/>
            <a:ext cx="38728" cy="38728"/>
          </a:xfrm>
          <a:prstGeom prst="roundRect">
            <a:avLst>
              <a:gd name="adj" fmla="val 18000"/>
            </a:avLst>
          </a:prstGeom>
          <a:solidFill>
            <a:srgbClr val="F59415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1131" name="lumia-token-particle">
            <a:extLst>
              <a:ext uri="{FF2B5EF4-FFF2-40B4-BE49-F238E27FC236}">
                <a16:creationId xmlns:a16="http://schemas.microsoft.com/office/drawing/2014/main" id="{CD374A7E-0458-4C90-8619-5313B7B470FA}"/>
              </a:ext>
            </a:extLst>
          </p:cNvPr>
          <p:cNvSpPr>
            <a:spLocks noGrp="1"/>
          </p:cNvSpPr>
          <p:nvPr/>
        </p:nvSpPr>
        <p:spPr>
          <a:xfrm rot="2348930">
            <a:off x="9958447" y="4971448"/>
            <a:ext cx="19314" cy="19314"/>
          </a:xfrm>
          <a:prstGeom prst="ellipse">
            <a:avLst/>
          </a:prstGeom>
          <a:solidFill>
            <a:srgbClr val="B7B51F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132" name="lumia-token-particle">
            <a:extLst>
              <a:ext uri="{FF2B5EF4-FFF2-40B4-BE49-F238E27FC236}">
                <a16:creationId xmlns:a16="http://schemas.microsoft.com/office/drawing/2014/main" id="{0B534207-DF9F-4E2F-A999-A55B0075C969}"/>
              </a:ext>
            </a:extLst>
          </p:cNvPr>
          <p:cNvSpPr>
            <a:spLocks noGrp="1"/>
          </p:cNvSpPr>
          <p:nvPr/>
        </p:nvSpPr>
        <p:spPr>
          <a:xfrm rot="1753066">
            <a:off x="4020003" y="5969083"/>
            <a:ext cx="16055" cy="16055"/>
          </a:xfrm>
          <a:prstGeom prst="ellipse">
            <a:avLst/>
          </a:prstGeom>
          <a:solidFill>
            <a:srgbClr val="A53F63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1133" name="lumia-token-particle">
            <a:extLst>
              <a:ext uri="{FF2B5EF4-FFF2-40B4-BE49-F238E27FC236}">
                <a16:creationId xmlns:a16="http://schemas.microsoft.com/office/drawing/2014/main" id="{912A7500-F4A8-448E-898C-E0AFB4BE0E50}"/>
              </a:ext>
            </a:extLst>
          </p:cNvPr>
          <p:cNvSpPr>
            <a:spLocks noGrp="1"/>
          </p:cNvSpPr>
          <p:nvPr/>
        </p:nvSpPr>
        <p:spPr>
          <a:xfrm rot="418091">
            <a:off x="3739057" y="5755963"/>
            <a:ext cx="12596" cy="12596"/>
          </a:xfrm>
          <a:prstGeom prst="ellipse">
            <a:avLst/>
          </a:prstGeom>
          <a:solidFill>
            <a:srgbClr val="983E6B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1134" name="lumia-token-particle">
            <a:extLst>
              <a:ext uri="{FF2B5EF4-FFF2-40B4-BE49-F238E27FC236}">
                <a16:creationId xmlns:a16="http://schemas.microsoft.com/office/drawing/2014/main" id="{34F0A3C6-97A1-4980-837A-7403FA3714EF}"/>
              </a:ext>
            </a:extLst>
          </p:cNvPr>
          <p:cNvSpPr>
            <a:spLocks noGrp="1"/>
          </p:cNvSpPr>
          <p:nvPr/>
        </p:nvSpPr>
        <p:spPr>
          <a:xfrm rot="402151">
            <a:off x="11734511" y="3043401"/>
            <a:ext cx="17981" cy="17981"/>
          </a:xfrm>
          <a:prstGeom prst="roundRect">
            <a:avLst>
              <a:gd name="adj" fmla="val 21189"/>
            </a:avLst>
          </a:prstGeom>
          <a:solidFill>
            <a:srgbClr val="53AB47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135" name="lumia-token-particle-soft-glow">
            <a:extLst>
              <a:ext uri="{FF2B5EF4-FFF2-40B4-BE49-F238E27FC236}">
                <a16:creationId xmlns:a16="http://schemas.microsoft.com/office/drawing/2014/main" id="{DF9F3BD0-AF1D-4138-989B-A2D500687FE7}"/>
              </a:ext>
            </a:extLst>
          </p:cNvPr>
          <p:cNvSpPr>
            <a:spLocks noGrp="1"/>
          </p:cNvSpPr>
          <p:nvPr/>
        </p:nvSpPr>
        <p:spPr>
          <a:xfrm rot="1979542">
            <a:off x="8288823" y="5497765"/>
            <a:ext cx="216759" cy="216759"/>
          </a:xfrm>
          <a:prstGeom prst="roundRect">
            <a:avLst>
              <a:gd name="adj" fmla="val 18000"/>
            </a:avLst>
          </a:prstGeom>
          <a:solidFill>
            <a:srgbClr val="F9AB0C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36" name="lumia-token-particle">
            <a:extLst>
              <a:ext uri="{FF2B5EF4-FFF2-40B4-BE49-F238E27FC236}">
                <a16:creationId xmlns:a16="http://schemas.microsoft.com/office/drawing/2014/main" id="{611569D7-E3D1-428C-8B0B-A3A1DB82D8CF}"/>
              </a:ext>
            </a:extLst>
          </p:cNvPr>
          <p:cNvSpPr>
            <a:spLocks noGrp="1"/>
          </p:cNvSpPr>
          <p:nvPr/>
        </p:nvSpPr>
        <p:spPr>
          <a:xfrm rot="1007287">
            <a:off x="8352044" y="5560986"/>
            <a:ext cx="90316" cy="90316"/>
          </a:xfrm>
          <a:prstGeom prst="roundRect">
            <a:avLst>
              <a:gd name="adj" fmla="val 18000"/>
            </a:avLst>
          </a:prstGeom>
          <a:solidFill>
            <a:srgbClr val="F9AB0C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1137" name="lumia-token-particle">
            <a:extLst>
              <a:ext uri="{FF2B5EF4-FFF2-40B4-BE49-F238E27FC236}">
                <a16:creationId xmlns:a16="http://schemas.microsoft.com/office/drawing/2014/main" id="{810E0B2C-4C9B-4C10-8DFE-88C908094FFB}"/>
              </a:ext>
            </a:extLst>
          </p:cNvPr>
          <p:cNvSpPr>
            <a:spLocks noGrp="1"/>
          </p:cNvSpPr>
          <p:nvPr/>
        </p:nvSpPr>
        <p:spPr>
          <a:xfrm rot="2165799">
            <a:off x="10253336" y="4342717"/>
            <a:ext cx="18762" cy="18762"/>
          </a:xfrm>
          <a:prstGeom prst="roundRect">
            <a:avLst>
              <a:gd name="adj" fmla="val 20307"/>
            </a:avLst>
          </a:prstGeom>
          <a:solidFill>
            <a:srgbClr val="AAB425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138" name="lumia-token-particle">
            <a:extLst>
              <a:ext uri="{FF2B5EF4-FFF2-40B4-BE49-F238E27FC236}">
                <a16:creationId xmlns:a16="http://schemas.microsoft.com/office/drawing/2014/main" id="{70410E00-F6E7-493F-8548-6EE5348BDF67}"/>
              </a:ext>
            </a:extLst>
          </p:cNvPr>
          <p:cNvSpPr>
            <a:spLocks noGrp="1"/>
          </p:cNvSpPr>
          <p:nvPr/>
        </p:nvSpPr>
        <p:spPr>
          <a:xfrm rot="1679130">
            <a:off x="3025646" y="5794107"/>
            <a:ext cx="25378" cy="25378"/>
          </a:xfrm>
          <a:prstGeom prst="roundRect">
            <a:avLst>
              <a:gd name="adj" fmla="val 18000"/>
            </a:avLst>
          </a:prstGeom>
          <a:solidFill>
            <a:srgbClr val="783D8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9" name="lumia-token-particle-soft-glow">
            <a:extLst>
              <a:ext uri="{FF2B5EF4-FFF2-40B4-BE49-F238E27FC236}">
                <a16:creationId xmlns:a16="http://schemas.microsoft.com/office/drawing/2014/main" id="{EAE96C3B-582B-43D7-A56B-81E289E5D305}"/>
              </a:ext>
            </a:extLst>
          </p:cNvPr>
          <p:cNvSpPr>
            <a:spLocks noGrp="1"/>
          </p:cNvSpPr>
          <p:nvPr/>
        </p:nvSpPr>
        <p:spPr>
          <a:xfrm rot="1840872">
            <a:off x="3389510" y="5836096"/>
            <a:ext cx="148944" cy="148944"/>
          </a:xfrm>
          <a:prstGeom prst="ellipse">
            <a:avLst/>
          </a:prstGeom>
          <a:solidFill>
            <a:srgbClr val="8A3E74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140" name="lumia-token-particle">
            <a:extLst>
              <a:ext uri="{FF2B5EF4-FFF2-40B4-BE49-F238E27FC236}">
                <a16:creationId xmlns:a16="http://schemas.microsoft.com/office/drawing/2014/main" id="{84973E95-8309-4606-87B1-C0536FBB960C}"/>
              </a:ext>
            </a:extLst>
          </p:cNvPr>
          <p:cNvSpPr>
            <a:spLocks noGrp="1"/>
          </p:cNvSpPr>
          <p:nvPr/>
        </p:nvSpPr>
        <p:spPr>
          <a:xfrm rot="1411724">
            <a:off x="3432953" y="5879538"/>
            <a:ext cx="62060" cy="62060"/>
          </a:xfrm>
          <a:prstGeom prst="ellipse">
            <a:avLst/>
          </a:prstGeom>
          <a:solidFill>
            <a:srgbClr val="8A3E74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1141" name="lumia-token-particle-soft-glow">
            <a:extLst>
              <a:ext uri="{FF2B5EF4-FFF2-40B4-BE49-F238E27FC236}">
                <a16:creationId xmlns:a16="http://schemas.microsoft.com/office/drawing/2014/main" id="{B2B93727-2E50-4F7B-8C9F-85892B652301}"/>
              </a:ext>
            </a:extLst>
          </p:cNvPr>
          <p:cNvSpPr>
            <a:spLocks noGrp="1"/>
          </p:cNvSpPr>
          <p:nvPr/>
        </p:nvSpPr>
        <p:spPr>
          <a:xfrm rot="494799">
            <a:off x="8512611" y="4995385"/>
            <a:ext cx="240542" cy="240542"/>
          </a:xfrm>
          <a:prstGeom prst="ellipse">
            <a:avLst/>
          </a:prstGeom>
          <a:solidFill>
            <a:srgbClr val="F5BB07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42" name="lumia-token-particle">
            <a:extLst>
              <a:ext uri="{FF2B5EF4-FFF2-40B4-BE49-F238E27FC236}">
                <a16:creationId xmlns:a16="http://schemas.microsoft.com/office/drawing/2014/main" id="{BD0B4F9B-A8B5-4485-B902-AA9F6AAC72A6}"/>
              </a:ext>
            </a:extLst>
          </p:cNvPr>
          <p:cNvSpPr>
            <a:spLocks noGrp="1"/>
          </p:cNvSpPr>
          <p:nvPr/>
        </p:nvSpPr>
        <p:spPr>
          <a:xfrm rot="1002670">
            <a:off x="8582769" y="5065543"/>
            <a:ext cx="100226" cy="100226"/>
          </a:xfrm>
          <a:prstGeom prst="ellipse">
            <a:avLst/>
          </a:prstGeom>
          <a:solidFill>
            <a:srgbClr val="F5BB07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1143" name="lumia-token-particle-soft-glow">
            <a:extLst>
              <a:ext uri="{FF2B5EF4-FFF2-40B4-BE49-F238E27FC236}">
                <a16:creationId xmlns:a16="http://schemas.microsoft.com/office/drawing/2014/main" id="{F140A26F-8E6D-45FC-B598-5F9A3973709B}"/>
              </a:ext>
            </a:extLst>
          </p:cNvPr>
          <p:cNvSpPr>
            <a:spLocks noGrp="1"/>
          </p:cNvSpPr>
          <p:nvPr/>
        </p:nvSpPr>
        <p:spPr>
          <a:xfrm rot="18393">
            <a:off x="3820456" y="5762221"/>
            <a:ext cx="103659" cy="103659"/>
          </a:xfrm>
          <a:prstGeom prst="roundRect">
            <a:avLst>
              <a:gd name="adj" fmla="val 18000"/>
            </a:avLst>
          </a:prstGeom>
          <a:solidFill>
            <a:srgbClr val="A63F62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144" name="lumia-token-particle">
            <a:extLst>
              <a:ext uri="{FF2B5EF4-FFF2-40B4-BE49-F238E27FC236}">
                <a16:creationId xmlns:a16="http://schemas.microsoft.com/office/drawing/2014/main" id="{6BF3D6D0-0CAF-4223-8661-25831526FE3C}"/>
              </a:ext>
            </a:extLst>
          </p:cNvPr>
          <p:cNvSpPr>
            <a:spLocks noGrp="1"/>
          </p:cNvSpPr>
          <p:nvPr/>
        </p:nvSpPr>
        <p:spPr>
          <a:xfrm rot="2624147">
            <a:off x="3850690" y="5792455"/>
            <a:ext cx="43191" cy="43191"/>
          </a:xfrm>
          <a:prstGeom prst="roundRect">
            <a:avLst>
              <a:gd name="adj" fmla="val 18000"/>
            </a:avLst>
          </a:prstGeom>
          <a:solidFill>
            <a:srgbClr val="A63F62">
              <a:alpha val="66000"/>
            </a:srgbClr>
          </a:solidFill>
          <a:ln w="0">
            <a:noFill/>
            <a:prstDash val="solid"/>
          </a:ln>
        </p:spPr>
      </p:sp>
      <p:sp>
        <p:nvSpPr>
          <p:cNvPr id="1145" name="lumia-token-particle">
            <a:extLst>
              <a:ext uri="{FF2B5EF4-FFF2-40B4-BE49-F238E27FC236}">
                <a16:creationId xmlns:a16="http://schemas.microsoft.com/office/drawing/2014/main" id="{6499A0D0-C6E4-49D4-8B88-3E9576F5CA63}"/>
              </a:ext>
            </a:extLst>
          </p:cNvPr>
          <p:cNvSpPr>
            <a:spLocks noGrp="1"/>
          </p:cNvSpPr>
          <p:nvPr/>
        </p:nvSpPr>
        <p:spPr>
          <a:xfrm rot="1368044">
            <a:off x="9698028" y="4466940"/>
            <a:ext cx="32732" cy="32732"/>
          </a:xfrm>
          <a:prstGeom prst="ellipse">
            <a:avLst/>
          </a:prstGeom>
          <a:solidFill>
            <a:srgbClr val="C2B61B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146" name="lumia-token-particle-soft-glow">
            <a:extLst>
              <a:ext uri="{FF2B5EF4-FFF2-40B4-BE49-F238E27FC236}">
                <a16:creationId xmlns:a16="http://schemas.microsoft.com/office/drawing/2014/main" id="{4EBC633C-53BA-4128-AB79-EE849790CA6D}"/>
              </a:ext>
            </a:extLst>
          </p:cNvPr>
          <p:cNvSpPr>
            <a:spLocks noGrp="1"/>
          </p:cNvSpPr>
          <p:nvPr/>
        </p:nvSpPr>
        <p:spPr>
          <a:xfrm rot="1213171">
            <a:off x="2851532" y="5853970"/>
            <a:ext cx="99659" cy="99659"/>
          </a:xfrm>
          <a:prstGeom prst="roundRect">
            <a:avLst>
              <a:gd name="adj" fmla="val 18000"/>
            </a:avLst>
          </a:prstGeom>
          <a:solidFill>
            <a:srgbClr val="703C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147" name="lumia-token-particle">
            <a:extLst>
              <a:ext uri="{FF2B5EF4-FFF2-40B4-BE49-F238E27FC236}">
                <a16:creationId xmlns:a16="http://schemas.microsoft.com/office/drawing/2014/main" id="{ACBD03FB-338E-4748-AE22-B2F0DA520DB6}"/>
              </a:ext>
            </a:extLst>
          </p:cNvPr>
          <p:cNvSpPr>
            <a:spLocks noGrp="1"/>
          </p:cNvSpPr>
          <p:nvPr/>
        </p:nvSpPr>
        <p:spPr>
          <a:xfrm rot="220019">
            <a:off x="2880600" y="5883037"/>
            <a:ext cx="41525" cy="41525"/>
          </a:xfrm>
          <a:prstGeom prst="roundRect">
            <a:avLst>
              <a:gd name="adj" fmla="val 18000"/>
            </a:avLst>
          </a:prstGeom>
          <a:solidFill>
            <a:srgbClr val="703C86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148" name="lumia-token-particle-soft-glow">
            <a:extLst>
              <a:ext uri="{FF2B5EF4-FFF2-40B4-BE49-F238E27FC236}">
                <a16:creationId xmlns:a16="http://schemas.microsoft.com/office/drawing/2014/main" id="{F525483C-2732-4008-995C-1CD5B3418CAA}"/>
              </a:ext>
            </a:extLst>
          </p:cNvPr>
          <p:cNvSpPr>
            <a:spLocks noGrp="1"/>
          </p:cNvSpPr>
          <p:nvPr/>
        </p:nvSpPr>
        <p:spPr>
          <a:xfrm rot="60074">
            <a:off x="7796723" y="5063803"/>
            <a:ext cx="173589" cy="173589"/>
          </a:xfrm>
          <a:prstGeom prst="roundRect">
            <a:avLst>
              <a:gd name="adj" fmla="val 18000"/>
            </a:avLst>
          </a:prstGeom>
          <a:solidFill>
            <a:srgbClr val="F7A30F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49" name="lumia-token-particle">
            <a:extLst>
              <a:ext uri="{FF2B5EF4-FFF2-40B4-BE49-F238E27FC236}">
                <a16:creationId xmlns:a16="http://schemas.microsoft.com/office/drawing/2014/main" id="{E699A7A8-C1F5-4B7B-8FD8-FD4D802BA984}"/>
              </a:ext>
            </a:extLst>
          </p:cNvPr>
          <p:cNvSpPr>
            <a:spLocks noGrp="1"/>
          </p:cNvSpPr>
          <p:nvPr/>
        </p:nvSpPr>
        <p:spPr>
          <a:xfrm rot="4932">
            <a:off x="7847353" y="5114433"/>
            <a:ext cx="72329" cy="72329"/>
          </a:xfrm>
          <a:prstGeom prst="roundRect">
            <a:avLst>
              <a:gd name="adj" fmla="val 18000"/>
            </a:avLst>
          </a:prstGeom>
          <a:solidFill>
            <a:srgbClr val="F7A30F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1150" name="lumia-token-particle">
            <a:extLst>
              <a:ext uri="{FF2B5EF4-FFF2-40B4-BE49-F238E27FC236}">
                <a16:creationId xmlns:a16="http://schemas.microsoft.com/office/drawing/2014/main" id="{B20384D8-D31E-43DF-A03E-36CFDFECBA0C}"/>
              </a:ext>
            </a:extLst>
          </p:cNvPr>
          <p:cNvSpPr>
            <a:spLocks noGrp="1"/>
          </p:cNvSpPr>
          <p:nvPr/>
        </p:nvSpPr>
        <p:spPr>
          <a:xfrm rot="1187350">
            <a:off x="11578456" y="4319365"/>
            <a:ext cx="22588" cy="22588"/>
          </a:xfrm>
          <a:prstGeom prst="ellipse">
            <a:avLst/>
          </a:prstGeom>
          <a:solidFill>
            <a:srgbClr val="4AAA4A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151" name="lumia-token-particle">
            <a:extLst>
              <a:ext uri="{FF2B5EF4-FFF2-40B4-BE49-F238E27FC236}">
                <a16:creationId xmlns:a16="http://schemas.microsoft.com/office/drawing/2014/main" id="{8D2E5CB6-B0C8-49D0-9F9C-8AC74C9E8FFC}"/>
              </a:ext>
            </a:extLst>
          </p:cNvPr>
          <p:cNvSpPr>
            <a:spLocks noGrp="1"/>
          </p:cNvSpPr>
          <p:nvPr/>
        </p:nvSpPr>
        <p:spPr>
          <a:xfrm rot="2466279">
            <a:off x="5186602" y="5474753"/>
            <a:ext cx="13129" cy="13129"/>
          </a:xfrm>
          <a:prstGeom prst="ellipse">
            <a:avLst/>
          </a:prstGeom>
          <a:solidFill>
            <a:srgbClr val="E0423C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152" name="lumia-token-particle">
            <a:extLst>
              <a:ext uri="{FF2B5EF4-FFF2-40B4-BE49-F238E27FC236}">
                <a16:creationId xmlns:a16="http://schemas.microsoft.com/office/drawing/2014/main" id="{C69725AB-E7EF-483A-B7B5-2F4A28CC1CE1}"/>
              </a:ext>
            </a:extLst>
          </p:cNvPr>
          <p:cNvSpPr>
            <a:spLocks noGrp="1"/>
          </p:cNvSpPr>
          <p:nvPr/>
        </p:nvSpPr>
        <p:spPr>
          <a:xfrm rot="1588838">
            <a:off x="11699672" y="4174258"/>
            <a:ext cx="23227" cy="23227"/>
          </a:xfrm>
          <a:prstGeom prst="ellipse">
            <a:avLst/>
          </a:prstGeom>
          <a:solidFill>
            <a:srgbClr val="58AC45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153" name="lumia-token-particle">
            <a:extLst>
              <a:ext uri="{FF2B5EF4-FFF2-40B4-BE49-F238E27FC236}">
                <a16:creationId xmlns:a16="http://schemas.microsoft.com/office/drawing/2014/main" id="{0C2C8F7A-9E47-4294-A47A-4B2687E50467}"/>
              </a:ext>
            </a:extLst>
          </p:cNvPr>
          <p:cNvSpPr>
            <a:spLocks noGrp="1"/>
          </p:cNvSpPr>
          <p:nvPr/>
        </p:nvSpPr>
        <p:spPr>
          <a:xfrm rot="1202467">
            <a:off x="6281967" y="5306304"/>
            <a:ext cx="18143" cy="18143"/>
          </a:xfrm>
          <a:prstGeom prst="ellipse">
            <a:avLst/>
          </a:prstGeom>
          <a:solidFill>
            <a:srgbClr val="EE6029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154" name="lumia-token-particle">
            <a:extLst>
              <a:ext uri="{FF2B5EF4-FFF2-40B4-BE49-F238E27FC236}">
                <a16:creationId xmlns:a16="http://schemas.microsoft.com/office/drawing/2014/main" id="{AF43FC67-DDC9-49E3-9342-9096AC64682F}"/>
              </a:ext>
            </a:extLst>
          </p:cNvPr>
          <p:cNvSpPr>
            <a:spLocks noGrp="1"/>
          </p:cNvSpPr>
          <p:nvPr/>
        </p:nvSpPr>
        <p:spPr>
          <a:xfrm rot="1641128">
            <a:off x="10288984" y="4946265"/>
            <a:ext cx="41982" cy="41982"/>
          </a:xfrm>
          <a:prstGeom prst="ellipse">
            <a:avLst/>
          </a:prstGeom>
          <a:solidFill>
            <a:srgbClr val="9EB329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155" name="lumia-token-particle">
            <a:extLst>
              <a:ext uri="{FF2B5EF4-FFF2-40B4-BE49-F238E27FC236}">
                <a16:creationId xmlns:a16="http://schemas.microsoft.com/office/drawing/2014/main" id="{2BCBD8FA-A59B-4FF0-85AF-B73772428AC6}"/>
              </a:ext>
            </a:extLst>
          </p:cNvPr>
          <p:cNvSpPr>
            <a:spLocks noGrp="1"/>
          </p:cNvSpPr>
          <p:nvPr/>
        </p:nvSpPr>
        <p:spPr>
          <a:xfrm rot="848686">
            <a:off x="8278865" y="5694546"/>
            <a:ext cx="23705" cy="23705"/>
          </a:xfrm>
          <a:prstGeom prst="ellipse">
            <a:avLst/>
          </a:prstGeom>
          <a:solidFill>
            <a:srgbClr val="F9AF0A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56" name="lumia-token-particle">
            <a:extLst>
              <a:ext uri="{FF2B5EF4-FFF2-40B4-BE49-F238E27FC236}">
                <a16:creationId xmlns:a16="http://schemas.microsoft.com/office/drawing/2014/main" id="{B37BC903-F29A-4F44-BB9C-AB133ED86084}"/>
              </a:ext>
            </a:extLst>
          </p:cNvPr>
          <p:cNvSpPr>
            <a:spLocks noGrp="1"/>
          </p:cNvSpPr>
          <p:nvPr/>
        </p:nvSpPr>
        <p:spPr>
          <a:xfrm rot="473959">
            <a:off x="2501180" y="5981842"/>
            <a:ext cx="8862" cy="8862"/>
          </a:xfrm>
          <a:prstGeom prst="roundRect">
            <a:avLst>
              <a:gd name="adj" fmla="val 42992"/>
            </a:avLst>
          </a:prstGeom>
          <a:solidFill>
            <a:srgbClr val="5E3B91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1157" name="lumia-token-particle-soft-glow">
            <a:extLst>
              <a:ext uri="{FF2B5EF4-FFF2-40B4-BE49-F238E27FC236}">
                <a16:creationId xmlns:a16="http://schemas.microsoft.com/office/drawing/2014/main" id="{F238180D-AE86-4CC3-A39B-D949041BA135}"/>
              </a:ext>
            </a:extLst>
          </p:cNvPr>
          <p:cNvSpPr>
            <a:spLocks noGrp="1"/>
          </p:cNvSpPr>
          <p:nvPr/>
        </p:nvSpPr>
        <p:spPr>
          <a:xfrm rot="1004050">
            <a:off x="10939771" y="4329480"/>
            <a:ext cx="322964" cy="322964"/>
          </a:xfrm>
          <a:prstGeom prst="roundRect">
            <a:avLst>
              <a:gd name="adj" fmla="val 18000"/>
            </a:avLst>
          </a:prstGeom>
          <a:solidFill>
            <a:srgbClr val="7AAF38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58" name="lumia-token-particle">
            <a:extLst>
              <a:ext uri="{FF2B5EF4-FFF2-40B4-BE49-F238E27FC236}">
                <a16:creationId xmlns:a16="http://schemas.microsoft.com/office/drawing/2014/main" id="{42B64455-31D2-4AE2-98AE-EDD8108A93BD}"/>
              </a:ext>
            </a:extLst>
          </p:cNvPr>
          <p:cNvSpPr>
            <a:spLocks noGrp="1"/>
          </p:cNvSpPr>
          <p:nvPr/>
        </p:nvSpPr>
        <p:spPr>
          <a:xfrm rot="1464332">
            <a:off x="11033969" y="4423678"/>
            <a:ext cx="134568" cy="134568"/>
          </a:xfrm>
          <a:prstGeom prst="roundRect">
            <a:avLst>
              <a:gd name="adj" fmla="val 18000"/>
            </a:avLst>
          </a:prstGeom>
          <a:solidFill>
            <a:srgbClr val="7AAF38">
              <a:alpha val="83000"/>
            </a:srgbClr>
          </a:solidFill>
          <a:ln w="0">
            <a:noFill/>
            <a:prstDash val="solid"/>
          </a:ln>
        </p:spPr>
      </p:sp>
      <p:sp>
        <p:nvSpPr>
          <p:cNvPr id="1159" name="lumia-token-particle-soft-glow">
            <a:extLst>
              <a:ext uri="{FF2B5EF4-FFF2-40B4-BE49-F238E27FC236}">
                <a16:creationId xmlns:a16="http://schemas.microsoft.com/office/drawing/2014/main" id="{1C14353B-358E-4A13-9B3C-1FBB03D0FCCF}"/>
              </a:ext>
            </a:extLst>
          </p:cNvPr>
          <p:cNvSpPr>
            <a:spLocks noGrp="1"/>
          </p:cNvSpPr>
          <p:nvPr/>
        </p:nvSpPr>
        <p:spPr>
          <a:xfrm rot="880784">
            <a:off x="5726743" y="5603258"/>
            <a:ext cx="93082" cy="93082"/>
          </a:xfrm>
          <a:prstGeom prst="roundRect">
            <a:avLst>
              <a:gd name="adj" fmla="val 18000"/>
            </a:avLst>
          </a:prstGeom>
          <a:solidFill>
            <a:srgbClr val="EC4F30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60" name="lumia-token-particle">
            <a:extLst>
              <a:ext uri="{FF2B5EF4-FFF2-40B4-BE49-F238E27FC236}">
                <a16:creationId xmlns:a16="http://schemas.microsoft.com/office/drawing/2014/main" id="{8F96BFF9-5809-46B1-8180-559B25DEE99A}"/>
              </a:ext>
            </a:extLst>
          </p:cNvPr>
          <p:cNvSpPr>
            <a:spLocks noGrp="1"/>
          </p:cNvSpPr>
          <p:nvPr/>
        </p:nvSpPr>
        <p:spPr>
          <a:xfrm rot="134083">
            <a:off x="5753892" y="5630407"/>
            <a:ext cx="38784" cy="38784"/>
          </a:xfrm>
          <a:prstGeom prst="roundRect">
            <a:avLst>
              <a:gd name="adj" fmla="val 18000"/>
            </a:avLst>
          </a:prstGeom>
          <a:solidFill>
            <a:srgbClr val="EC4F30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161" name="lumia-token-particle">
            <a:extLst>
              <a:ext uri="{FF2B5EF4-FFF2-40B4-BE49-F238E27FC236}">
                <a16:creationId xmlns:a16="http://schemas.microsoft.com/office/drawing/2014/main" id="{E4485146-5D95-441D-A7F0-33C9C1D49302}"/>
              </a:ext>
            </a:extLst>
          </p:cNvPr>
          <p:cNvSpPr>
            <a:spLocks noGrp="1"/>
          </p:cNvSpPr>
          <p:nvPr/>
        </p:nvSpPr>
        <p:spPr>
          <a:xfrm rot="251980">
            <a:off x="8686546" y="4676589"/>
            <a:ext cx="34140" cy="34140"/>
          </a:xfrm>
          <a:prstGeom prst="roundRect">
            <a:avLst>
              <a:gd name="adj" fmla="val 18000"/>
            </a:avLst>
          </a:prstGeom>
          <a:solidFill>
            <a:srgbClr val="EDBB0B">
              <a:alpha val="60000"/>
            </a:srgbClr>
          </a:solidFill>
          <a:ln w="0">
            <a:noFill/>
            <a:prstDash val="solid"/>
          </a:ln>
        </p:spPr>
      </p:sp>
      <p:sp>
        <p:nvSpPr>
          <p:cNvPr id="1162" name="lumia-token-particle">
            <a:extLst>
              <a:ext uri="{FF2B5EF4-FFF2-40B4-BE49-F238E27FC236}">
                <a16:creationId xmlns:a16="http://schemas.microsoft.com/office/drawing/2014/main" id="{1AD458FE-806C-48D9-882D-608AD9F921A5}"/>
              </a:ext>
            </a:extLst>
          </p:cNvPr>
          <p:cNvSpPr>
            <a:spLocks noGrp="1"/>
          </p:cNvSpPr>
          <p:nvPr/>
        </p:nvSpPr>
        <p:spPr>
          <a:xfrm rot="763275">
            <a:off x="12177284" y="3433153"/>
            <a:ext cx="29432" cy="29432"/>
          </a:xfrm>
          <a:prstGeom prst="roundRect">
            <a:avLst>
              <a:gd name="adj" fmla="val 18000"/>
            </a:avLst>
          </a:prstGeom>
          <a:solidFill>
            <a:srgbClr val="38A852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163" name="lumia-token-particle-soft-glow">
            <a:extLst>
              <a:ext uri="{FF2B5EF4-FFF2-40B4-BE49-F238E27FC236}">
                <a16:creationId xmlns:a16="http://schemas.microsoft.com/office/drawing/2014/main" id="{58EF3672-C2B7-4A47-9B80-C4BCC1FFCE50}"/>
              </a:ext>
            </a:extLst>
          </p:cNvPr>
          <p:cNvSpPr>
            <a:spLocks noGrp="1"/>
          </p:cNvSpPr>
          <p:nvPr/>
        </p:nvSpPr>
        <p:spPr>
          <a:xfrm rot="2515127">
            <a:off x="2559073" y="5825696"/>
            <a:ext cx="103963" cy="103963"/>
          </a:xfrm>
          <a:prstGeom prst="ellipse">
            <a:avLst/>
          </a:prstGeom>
          <a:solidFill>
            <a:srgbClr val="693C8A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164" name="lumia-token-particle">
            <a:extLst>
              <a:ext uri="{FF2B5EF4-FFF2-40B4-BE49-F238E27FC236}">
                <a16:creationId xmlns:a16="http://schemas.microsoft.com/office/drawing/2014/main" id="{AD8A7B8B-BAD3-4DD9-B2D5-7835AB5865FE}"/>
              </a:ext>
            </a:extLst>
          </p:cNvPr>
          <p:cNvSpPr>
            <a:spLocks noGrp="1"/>
          </p:cNvSpPr>
          <p:nvPr/>
        </p:nvSpPr>
        <p:spPr>
          <a:xfrm rot="205579">
            <a:off x="2589395" y="5856019"/>
            <a:ext cx="43318" cy="43318"/>
          </a:xfrm>
          <a:prstGeom prst="ellipse">
            <a:avLst/>
          </a:prstGeom>
          <a:solidFill>
            <a:srgbClr val="693C8A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165" name="lumia-token-particle-soft-glow">
            <a:extLst>
              <a:ext uri="{FF2B5EF4-FFF2-40B4-BE49-F238E27FC236}">
                <a16:creationId xmlns:a16="http://schemas.microsoft.com/office/drawing/2014/main" id="{41D71D1F-DA0B-45E1-BD29-4D2F2BC0DFCF}"/>
              </a:ext>
            </a:extLst>
          </p:cNvPr>
          <p:cNvSpPr>
            <a:spLocks noGrp="1"/>
          </p:cNvSpPr>
          <p:nvPr/>
        </p:nvSpPr>
        <p:spPr>
          <a:xfrm rot="22136">
            <a:off x="5563354" y="5902969"/>
            <a:ext cx="111268" cy="111268"/>
          </a:xfrm>
          <a:prstGeom prst="roundRect">
            <a:avLst>
              <a:gd name="adj" fmla="val 18000"/>
            </a:avLst>
          </a:prstGeom>
          <a:solidFill>
            <a:srgbClr val="EC532F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66" name="lumia-token-particle">
            <a:extLst>
              <a:ext uri="{FF2B5EF4-FFF2-40B4-BE49-F238E27FC236}">
                <a16:creationId xmlns:a16="http://schemas.microsoft.com/office/drawing/2014/main" id="{A85EF0FC-4808-4F44-A748-09F5596E8F14}"/>
              </a:ext>
            </a:extLst>
          </p:cNvPr>
          <p:cNvSpPr>
            <a:spLocks noGrp="1"/>
          </p:cNvSpPr>
          <p:nvPr/>
        </p:nvSpPr>
        <p:spPr>
          <a:xfrm rot="2059247">
            <a:off x="5595807" y="5935423"/>
            <a:ext cx="46362" cy="46362"/>
          </a:xfrm>
          <a:prstGeom prst="roundRect">
            <a:avLst>
              <a:gd name="adj" fmla="val 18000"/>
            </a:avLst>
          </a:prstGeom>
          <a:solidFill>
            <a:srgbClr val="EC532F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167" name="lumia-token-particle">
            <a:extLst>
              <a:ext uri="{FF2B5EF4-FFF2-40B4-BE49-F238E27FC236}">
                <a16:creationId xmlns:a16="http://schemas.microsoft.com/office/drawing/2014/main" id="{5DA7F4A5-CCC3-4163-9A4D-15AF9D447D82}"/>
              </a:ext>
            </a:extLst>
          </p:cNvPr>
          <p:cNvSpPr>
            <a:spLocks noGrp="1"/>
          </p:cNvSpPr>
          <p:nvPr/>
        </p:nvSpPr>
        <p:spPr>
          <a:xfrm rot="1381101">
            <a:off x="4417737" y="5745714"/>
            <a:ext cx="9606" cy="9606"/>
          </a:xfrm>
          <a:prstGeom prst="roundRect">
            <a:avLst>
              <a:gd name="adj" fmla="val 39662"/>
            </a:avLst>
          </a:prstGeom>
          <a:solidFill>
            <a:srgbClr val="BB4054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1168" name="lumia-token-particle-soft-glow">
            <a:extLst>
              <a:ext uri="{FF2B5EF4-FFF2-40B4-BE49-F238E27FC236}">
                <a16:creationId xmlns:a16="http://schemas.microsoft.com/office/drawing/2014/main" id="{00D540BA-E562-4643-8A50-26E46D0F632E}"/>
              </a:ext>
            </a:extLst>
          </p:cNvPr>
          <p:cNvSpPr>
            <a:spLocks noGrp="1"/>
          </p:cNvSpPr>
          <p:nvPr/>
        </p:nvSpPr>
        <p:spPr>
          <a:xfrm rot="1623173">
            <a:off x="10547379" y="4157207"/>
            <a:ext cx="279357" cy="279357"/>
          </a:xfrm>
          <a:prstGeom prst="ellipse">
            <a:avLst/>
          </a:prstGeom>
          <a:solidFill>
            <a:srgbClr val="84B034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69" name="lumia-token-particle">
            <a:extLst>
              <a:ext uri="{FF2B5EF4-FFF2-40B4-BE49-F238E27FC236}">
                <a16:creationId xmlns:a16="http://schemas.microsoft.com/office/drawing/2014/main" id="{A953D763-9714-4403-8AFF-178E8B6F9139}"/>
              </a:ext>
            </a:extLst>
          </p:cNvPr>
          <p:cNvSpPr>
            <a:spLocks noGrp="1"/>
          </p:cNvSpPr>
          <p:nvPr/>
        </p:nvSpPr>
        <p:spPr>
          <a:xfrm rot="1005118">
            <a:off x="10628858" y="4238686"/>
            <a:ext cx="116399" cy="116399"/>
          </a:xfrm>
          <a:prstGeom prst="ellipse">
            <a:avLst/>
          </a:prstGeom>
          <a:solidFill>
            <a:srgbClr val="84B034">
              <a:alpha val="83000"/>
            </a:srgbClr>
          </a:solidFill>
          <a:ln w="0">
            <a:noFill/>
            <a:prstDash val="solid"/>
          </a:ln>
        </p:spPr>
      </p:sp>
      <p:sp>
        <p:nvSpPr>
          <p:cNvPr id="1170" name="lumia-token-particle">
            <a:extLst>
              <a:ext uri="{FF2B5EF4-FFF2-40B4-BE49-F238E27FC236}">
                <a16:creationId xmlns:a16="http://schemas.microsoft.com/office/drawing/2014/main" id="{12D86FAD-8F7C-43A5-8AF8-56A05387A140}"/>
              </a:ext>
            </a:extLst>
          </p:cNvPr>
          <p:cNvSpPr>
            <a:spLocks noGrp="1"/>
          </p:cNvSpPr>
          <p:nvPr/>
        </p:nvSpPr>
        <p:spPr>
          <a:xfrm rot="604879">
            <a:off x="6042835" y="5546640"/>
            <a:ext cx="16672" cy="16672"/>
          </a:xfrm>
          <a:prstGeom prst="ellipse">
            <a:avLst/>
          </a:prstGeom>
          <a:solidFill>
            <a:srgbClr val="EE6029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171" name="lumia-token-particle">
            <a:extLst>
              <a:ext uri="{FF2B5EF4-FFF2-40B4-BE49-F238E27FC236}">
                <a16:creationId xmlns:a16="http://schemas.microsoft.com/office/drawing/2014/main" id="{DF9D6BE6-8053-47DB-942A-F4FF63FB33F8}"/>
              </a:ext>
            </a:extLst>
          </p:cNvPr>
          <p:cNvSpPr>
            <a:spLocks noGrp="1"/>
          </p:cNvSpPr>
          <p:nvPr/>
        </p:nvSpPr>
        <p:spPr>
          <a:xfrm rot="2324133">
            <a:off x="8569500" y="4941359"/>
            <a:ext cx="24269" cy="24269"/>
          </a:xfrm>
          <a:prstGeom prst="roundRect">
            <a:avLst>
              <a:gd name="adj" fmla="val 18000"/>
            </a:avLst>
          </a:prstGeom>
          <a:solidFill>
            <a:srgbClr val="F9BC06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1172" name="lumia-token-particle">
            <a:extLst>
              <a:ext uri="{FF2B5EF4-FFF2-40B4-BE49-F238E27FC236}">
                <a16:creationId xmlns:a16="http://schemas.microsoft.com/office/drawing/2014/main" id="{1B7BB3CA-3961-4F70-A4A2-003009D7A123}"/>
              </a:ext>
            </a:extLst>
          </p:cNvPr>
          <p:cNvSpPr>
            <a:spLocks noGrp="1"/>
          </p:cNvSpPr>
          <p:nvPr/>
        </p:nvSpPr>
        <p:spPr>
          <a:xfrm rot="751534">
            <a:off x="7866630" y="5003656"/>
            <a:ext cx="14453" cy="14453"/>
          </a:xfrm>
          <a:prstGeom prst="ellipse">
            <a:avLst/>
          </a:prstGeom>
          <a:solidFill>
            <a:srgbClr val="F8A40E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73" name="lumia-token-particle">
            <a:extLst>
              <a:ext uri="{FF2B5EF4-FFF2-40B4-BE49-F238E27FC236}">
                <a16:creationId xmlns:a16="http://schemas.microsoft.com/office/drawing/2014/main" id="{4250D489-E1C4-4A23-8B05-464341B6A1BC}"/>
              </a:ext>
            </a:extLst>
          </p:cNvPr>
          <p:cNvSpPr>
            <a:spLocks noGrp="1"/>
          </p:cNvSpPr>
          <p:nvPr/>
        </p:nvSpPr>
        <p:spPr>
          <a:xfrm rot="242804">
            <a:off x="5314741" y="5433725"/>
            <a:ext cx="29431" cy="29431"/>
          </a:xfrm>
          <a:prstGeom prst="roundRect">
            <a:avLst>
              <a:gd name="adj" fmla="val 18000"/>
            </a:avLst>
          </a:prstGeom>
          <a:solidFill>
            <a:srgbClr val="E74337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1174" name="lumia-token-particle">
            <a:extLst>
              <a:ext uri="{FF2B5EF4-FFF2-40B4-BE49-F238E27FC236}">
                <a16:creationId xmlns:a16="http://schemas.microsoft.com/office/drawing/2014/main" id="{1879ACC7-1A6B-4AB2-A3FB-30B026075576}"/>
              </a:ext>
            </a:extLst>
          </p:cNvPr>
          <p:cNvSpPr>
            <a:spLocks noGrp="1"/>
          </p:cNvSpPr>
          <p:nvPr/>
        </p:nvSpPr>
        <p:spPr>
          <a:xfrm rot="95376">
            <a:off x="6594430" y="5352201"/>
            <a:ext cx="20209" cy="20209"/>
          </a:xfrm>
          <a:prstGeom prst="roundRect">
            <a:avLst>
              <a:gd name="adj" fmla="val 18853"/>
            </a:avLst>
          </a:prstGeom>
          <a:solidFill>
            <a:srgbClr val="F06E24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175" name="lumia-token-particle">
            <a:extLst>
              <a:ext uri="{FF2B5EF4-FFF2-40B4-BE49-F238E27FC236}">
                <a16:creationId xmlns:a16="http://schemas.microsoft.com/office/drawing/2014/main" id="{4C714387-4E64-455F-8FDC-D8D20979406D}"/>
              </a:ext>
            </a:extLst>
          </p:cNvPr>
          <p:cNvSpPr>
            <a:spLocks noGrp="1"/>
          </p:cNvSpPr>
          <p:nvPr/>
        </p:nvSpPr>
        <p:spPr>
          <a:xfrm rot="199060">
            <a:off x="2706928" y="5814137"/>
            <a:ext cx="21789" cy="21789"/>
          </a:xfrm>
          <a:prstGeom prst="roundRect">
            <a:avLst>
              <a:gd name="adj" fmla="val 18000"/>
            </a:avLst>
          </a:prstGeom>
          <a:solidFill>
            <a:srgbClr val="6B3C89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6" name="lumia-token-particle">
            <a:extLst>
              <a:ext uri="{FF2B5EF4-FFF2-40B4-BE49-F238E27FC236}">
                <a16:creationId xmlns:a16="http://schemas.microsoft.com/office/drawing/2014/main" id="{A2CE5FAA-ACC4-4F5B-949A-147C918360B7}"/>
              </a:ext>
            </a:extLst>
          </p:cNvPr>
          <p:cNvSpPr>
            <a:spLocks noGrp="1"/>
          </p:cNvSpPr>
          <p:nvPr/>
        </p:nvSpPr>
        <p:spPr>
          <a:xfrm rot="2046957">
            <a:off x="9626699" y="4349579"/>
            <a:ext cx="34946" cy="34946"/>
          </a:xfrm>
          <a:prstGeom prst="roundRect">
            <a:avLst>
              <a:gd name="adj" fmla="val 18000"/>
            </a:avLst>
          </a:prstGeom>
          <a:solidFill>
            <a:srgbClr val="BFB61D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177" name="lumia-token-particle-soft-glow">
            <a:extLst>
              <a:ext uri="{FF2B5EF4-FFF2-40B4-BE49-F238E27FC236}">
                <a16:creationId xmlns:a16="http://schemas.microsoft.com/office/drawing/2014/main" id="{7414D369-CFCD-4D9D-ABB7-8E8315B70DC2}"/>
              </a:ext>
            </a:extLst>
          </p:cNvPr>
          <p:cNvSpPr>
            <a:spLocks noGrp="1"/>
          </p:cNvSpPr>
          <p:nvPr/>
        </p:nvSpPr>
        <p:spPr>
          <a:xfrm rot="1485275">
            <a:off x="7849186" y="5131897"/>
            <a:ext cx="166581" cy="166581"/>
          </a:xfrm>
          <a:prstGeom prst="roundRect">
            <a:avLst>
              <a:gd name="adj" fmla="val 18000"/>
            </a:avLst>
          </a:prstGeom>
          <a:solidFill>
            <a:srgbClr val="F79D11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78" name="lumia-token-particle">
            <a:extLst>
              <a:ext uri="{FF2B5EF4-FFF2-40B4-BE49-F238E27FC236}">
                <a16:creationId xmlns:a16="http://schemas.microsoft.com/office/drawing/2014/main" id="{EAE19815-04F6-4822-85C0-57EC07AD4E15}"/>
              </a:ext>
            </a:extLst>
          </p:cNvPr>
          <p:cNvSpPr>
            <a:spLocks noGrp="1"/>
          </p:cNvSpPr>
          <p:nvPr/>
        </p:nvSpPr>
        <p:spPr>
          <a:xfrm rot="2234962">
            <a:off x="7897772" y="5180484"/>
            <a:ext cx="69409" cy="69409"/>
          </a:xfrm>
          <a:prstGeom prst="roundRect">
            <a:avLst>
              <a:gd name="adj" fmla="val 18000"/>
            </a:avLst>
          </a:prstGeom>
          <a:solidFill>
            <a:srgbClr val="F79D11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1179" name="lumia-token-particle">
            <a:extLst>
              <a:ext uri="{FF2B5EF4-FFF2-40B4-BE49-F238E27FC236}">
                <a16:creationId xmlns:a16="http://schemas.microsoft.com/office/drawing/2014/main" id="{44E81B8D-3FF5-43D8-ADDD-B8F2A084222F}"/>
              </a:ext>
            </a:extLst>
          </p:cNvPr>
          <p:cNvSpPr>
            <a:spLocks noGrp="1"/>
          </p:cNvSpPr>
          <p:nvPr/>
        </p:nvSpPr>
        <p:spPr>
          <a:xfrm rot="601995">
            <a:off x="7081691" y="5205619"/>
            <a:ext cx="17615" cy="17615"/>
          </a:xfrm>
          <a:prstGeom prst="ellipse">
            <a:avLst/>
          </a:prstGeom>
          <a:solidFill>
            <a:srgbClr val="F3841B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180" name="lumia-token-particle-soft-glow">
            <a:extLst>
              <a:ext uri="{FF2B5EF4-FFF2-40B4-BE49-F238E27FC236}">
                <a16:creationId xmlns:a16="http://schemas.microsoft.com/office/drawing/2014/main" id="{A5316727-217A-4114-ABBB-E585E0A038E4}"/>
              </a:ext>
            </a:extLst>
          </p:cNvPr>
          <p:cNvSpPr>
            <a:spLocks noGrp="1"/>
          </p:cNvSpPr>
          <p:nvPr/>
        </p:nvSpPr>
        <p:spPr>
          <a:xfrm rot="879359">
            <a:off x="7821009" y="5389928"/>
            <a:ext cx="152252" cy="152252"/>
          </a:xfrm>
          <a:prstGeom prst="roundRect">
            <a:avLst>
              <a:gd name="adj" fmla="val 18000"/>
            </a:avLst>
          </a:prstGeom>
          <a:solidFill>
            <a:srgbClr val="F8A80D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81" name="lumia-token-particle">
            <a:extLst>
              <a:ext uri="{FF2B5EF4-FFF2-40B4-BE49-F238E27FC236}">
                <a16:creationId xmlns:a16="http://schemas.microsoft.com/office/drawing/2014/main" id="{D9EDBB3D-DDC3-4618-AD10-92D351D43446}"/>
              </a:ext>
            </a:extLst>
          </p:cNvPr>
          <p:cNvSpPr>
            <a:spLocks noGrp="1"/>
          </p:cNvSpPr>
          <p:nvPr/>
        </p:nvSpPr>
        <p:spPr>
          <a:xfrm rot="368239">
            <a:off x="7865416" y="5434335"/>
            <a:ext cx="63438" cy="63438"/>
          </a:xfrm>
          <a:prstGeom prst="roundRect">
            <a:avLst>
              <a:gd name="adj" fmla="val 18000"/>
            </a:avLst>
          </a:prstGeom>
          <a:solidFill>
            <a:srgbClr val="F8A80D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1182" name="lumia-token-particle-soft-glow">
            <a:extLst>
              <a:ext uri="{FF2B5EF4-FFF2-40B4-BE49-F238E27FC236}">
                <a16:creationId xmlns:a16="http://schemas.microsoft.com/office/drawing/2014/main" id="{4EAA7C21-197B-494A-80F6-C7D6F5520516}"/>
              </a:ext>
            </a:extLst>
          </p:cNvPr>
          <p:cNvSpPr>
            <a:spLocks noGrp="1"/>
          </p:cNvSpPr>
          <p:nvPr/>
        </p:nvSpPr>
        <p:spPr>
          <a:xfrm rot="933505">
            <a:off x="7434310" y="4960849"/>
            <a:ext cx="129269" cy="129269"/>
          </a:xfrm>
          <a:prstGeom prst="ellipse">
            <a:avLst/>
          </a:prstGeom>
          <a:solidFill>
            <a:srgbClr val="F69714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83" name="lumia-token-particle">
            <a:extLst>
              <a:ext uri="{FF2B5EF4-FFF2-40B4-BE49-F238E27FC236}">
                <a16:creationId xmlns:a16="http://schemas.microsoft.com/office/drawing/2014/main" id="{D3E84941-3363-41C5-B388-49B1CFB3E8FD}"/>
              </a:ext>
            </a:extLst>
          </p:cNvPr>
          <p:cNvSpPr>
            <a:spLocks noGrp="1"/>
          </p:cNvSpPr>
          <p:nvPr/>
        </p:nvSpPr>
        <p:spPr>
          <a:xfrm rot="1093494">
            <a:off x="7472013" y="4998552"/>
            <a:ext cx="53862" cy="53862"/>
          </a:xfrm>
          <a:prstGeom prst="ellipse">
            <a:avLst/>
          </a:prstGeom>
          <a:solidFill>
            <a:srgbClr val="F69714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1184" name="lumia-token-particle">
            <a:extLst>
              <a:ext uri="{FF2B5EF4-FFF2-40B4-BE49-F238E27FC236}">
                <a16:creationId xmlns:a16="http://schemas.microsoft.com/office/drawing/2014/main" id="{B914F08C-D363-4AD3-ADC8-95A0BE2DF95D}"/>
              </a:ext>
            </a:extLst>
          </p:cNvPr>
          <p:cNvSpPr>
            <a:spLocks noGrp="1"/>
          </p:cNvSpPr>
          <p:nvPr/>
        </p:nvSpPr>
        <p:spPr>
          <a:xfrm rot="1025072">
            <a:off x="7702172" y="5588469"/>
            <a:ext cx="13538" cy="13538"/>
          </a:xfrm>
          <a:prstGeom prst="ellipse">
            <a:avLst/>
          </a:prstGeom>
          <a:solidFill>
            <a:srgbClr val="F79C12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85" name="lumia-token-particle-soft-glow">
            <a:extLst>
              <a:ext uri="{FF2B5EF4-FFF2-40B4-BE49-F238E27FC236}">
                <a16:creationId xmlns:a16="http://schemas.microsoft.com/office/drawing/2014/main" id="{FFE9CD8A-2D03-4CFA-8622-DB5032487422}"/>
              </a:ext>
            </a:extLst>
          </p:cNvPr>
          <p:cNvSpPr>
            <a:spLocks noGrp="1"/>
          </p:cNvSpPr>
          <p:nvPr/>
        </p:nvSpPr>
        <p:spPr>
          <a:xfrm rot="2671895">
            <a:off x="2893488" y="5806361"/>
            <a:ext cx="85544" cy="85544"/>
          </a:xfrm>
          <a:prstGeom prst="roundRect">
            <a:avLst>
              <a:gd name="adj" fmla="val 18000"/>
            </a:avLst>
          </a:prstGeom>
          <a:solidFill>
            <a:srgbClr val="703C85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186" name="lumia-token-particle">
            <a:extLst>
              <a:ext uri="{FF2B5EF4-FFF2-40B4-BE49-F238E27FC236}">
                <a16:creationId xmlns:a16="http://schemas.microsoft.com/office/drawing/2014/main" id="{143FABE6-6081-499F-B643-02CB900D6139}"/>
              </a:ext>
            </a:extLst>
          </p:cNvPr>
          <p:cNvSpPr>
            <a:spLocks noGrp="1"/>
          </p:cNvSpPr>
          <p:nvPr/>
        </p:nvSpPr>
        <p:spPr>
          <a:xfrm rot="1236896">
            <a:off x="2918438" y="5831311"/>
            <a:ext cx="35643" cy="35643"/>
          </a:xfrm>
          <a:prstGeom prst="roundRect">
            <a:avLst>
              <a:gd name="adj" fmla="val 18000"/>
            </a:avLst>
          </a:prstGeom>
          <a:solidFill>
            <a:srgbClr val="703C85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187" name="lumia-token-particle">
            <a:extLst>
              <a:ext uri="{FF2B5EF4-FFF2-40B4-BE49-F238E27FC236}">
                <a16:creationId xmlns:a16="http://schemas.microsoft.com/office/drawing/2014/main" id="{BBA27280-23C0-433B-BF22-C1376F8C2F33}"/>
              </a:ext>
            </a:extLst>
          </p:cNvPr>
          <p:cNvSpPr>
            <a:spLocks noGrp="1"/>
          </p:cNvSpPr>
          <p:nvPr/>
        </p:nvSpPr>
        <p:spPr>
          <a:xfrm rot="1091822">
            <a:off x="8882179" y="5390459"/>
            <a:ext cx="26637" cy="26637"/>
          </a:xfrm>
          <a:prstGeom prst="ellipse">
            <a:avLst/>
          </a:prstGeom>
          <a:solidFill>
            <a:srgbClr val="F8BC06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1188" name="lumia-token-particle">
            <a:extLst>
              <a:ext uri="{FF2B5EF4-FFF2-40B4-BE49-F238E27FC236}">
                <a16:creationId xmlns:a16="http://schemas.microsoft.com/office/drawing/2014/main" id="{60611F7C-E078-45C1-AD01-9C165F859D7A}"/>
              </a:ext>
            </a:extLst>
          </p:cNvPr>
          <p:cNvSpPr>
            <a:spLocks noGrp="1"/>
          </p:cNvSpPr>
          <p:nvPr/>
        </p:nvSpPr>
        <p:spPr>
          <a:xfrm rot="504067">
            <a:off x="6319769" y="5205988"/>
            <a:ext cx="36662" cy="36662"/>
          </a:xfrm>
          <a:prstGeom prst="roundRect">
            <a:avLst>
              <a:gd name="adj" fmla="val 18000"/>
            </a:avLst>
          </a:prstGeom>
          <a:solidFill>
            <a:srgbClr val="EF6627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189" name="lumia-token-particle-soft-glow">
            <a:extLst>
              <a:ext uri="{FF2B5EF4-FFF2-40B4-BE49-F238E27FC236}">
                <a16:creationId xmlns:a16="http://schemas.microsoft.com/office/drawing/2014/main" id="{2A37CCEA-934E-43BD-BAA0-BE2984B8D01E}"/>
              </a:ext>
            </a:extLst>
          </p:cNvPr>
          <p:cNvSpPr>
            <a:spLocks noGrp="1"/>
          </p:cNvSpPr>
          <p:nvPr/>
        </p:nvSpPr>
        <p:spPr>
          <a:xfrm rot="1626042">
            <a:off x="11122116" y="3878948"/>
            <a:ext cx="288698" cy="288698"/>
          </a:xfrm>
          <a:prstGeom prst="roundRect">
            <a:avLst>
              <a:gd name="adj" fmla="val 18000"/>
            </a:avLst>
          </a:prstGeom>
          <a:solidFill>
            <a:srgbClr val="6EAE3C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90" name="lumia-token-particle">
            <a:extLst>
              <a:ext uri="{FF2B5EF4-FFF2-40B4-BE49-F238E27FC236}">
                <a16:creationId xmlns:a16="http://schemas.microsoft.com/office/drawing/2014/main" id="{EB6BD2CF-EF63-445A-80D4-F6364CB4BC01}"/>
              </a:ext>
            </a:extLst>
          </p:cNvPr>
          <p:cNvSpPr>
            <a:spLocks noGrp="1"/>
          </p:cNvSpPr>
          <p:nvPr/>
        </p:nvSpPr>
        <p:spPr>
          <a:xfrm rot="2059787">
            <a:off x="11206319" y="3963152"/>
            <a:ext cx="120291" cy="120291"/>
          </a:xfrm>
          <a:prstGeom prst="roundRect">
            <a:avLst>
              <a:gd name="adj" fmla="val 18000"/>
            </a:avLst>
          </a:prstGeom>
          <a:solidFill>
            <a:srgbClr val="6EAE3C">
              <a:alpha val="83000"/>
            </a:srgbClr>
          </a:solidFill>
          <a:ln w="0">
            <a:noFill/>
            <a:prstDash val="solid"/>
          </a:ln>
        </p:spPr>
      </p:sp>
      <p:sp>
        <p:nvSpPr>
          <p:cNvPr id="1191" name="lumia-token-particle-soft-glow">
            <a:extLst>
              <a:ext uri="{FF2B5EF4-FFF2-40B4-BE49-F238E27FC236}">
                <a16:creationId xmlns:a16="http://schemas.microsoft.com/office/drawing/2014/main" id="{E71E1B2F-5FC5-45A0-9DA7-22C2D0E13C95}"/>
              </a:ext>
            </a:extLst>
          </p:cNvPr>
          <p:cNvSpPr>
            <a:spLocks noGrp="1"/>
          </p:cNvSpPr>
          <p:nvPr/>
        </p:nvSpPr>
        <p:spPr>
          <a:xfrm rot="2139491">
            <a:off x="9627030" y="5021471"/>
            <a:ext cx="164980" cy="164980"/>
          </a:xfrm>
          <a:prstGeom prst="roundRect">
            <a:avLst>
              <a:gd name="adj" fmla="val 18000"/>
            </a:avLst>
          </a:prstGeom>
          <a:solidFill>
            <a:srgbClr val="C7B71A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92" name="lumia-token-particle">
            <a:extLst>
              <a:ext uri="{FF2B5EF4-FFF2-40B4-BE49-F238E27FC236}">
                <a16:creationId xmlns:a16="http://schemas.microsoft.com/office/drawing/2014/main" id="{6CDAC234-F699-4932-A04E-6C866877DEF3}"/>
              </a:ext>
            </a:extLst>
          </p:cNvPr>
          <p:cNvSpPr>
            <a:spLocks noGrp="1"/>
          </p:cNvSpPr>
          <p:nvPr/>
        </p:nvSpPr>
        <p:spPr>
          <a:xfrm rot="174433">
            <a:off x="9675149" y="5069590"/>
            <a:ext cx="68741" cy="68741"/>
          </a:xfrm>
          <a:prstGeom prst="roundRect">
            <a:avLst>
              <a:gd name="adj" fmla="val 18000"/>
            </a:avLst>
          </a:prstGeom>
          <a:solidFill>
            <a:srgbClr val="C7B71A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193" name="lumia-token-particle">
            <a:extLst>
              <a:ext uri="{FF2B5EF4-FFF2-40B4-BE49-F238E27FC236}">
                <a16:creationId xmlns:a16="http://schemas.microsoft.com/office/drawing/2014/main" id="{FE7B3956-18E8-489F-B63A-7D1B32E70EEF}"/>
              </a:ext>
            </a:extLst>
          </p:cNvPr>
          <p:cNvSpPr>
            <a:spLocks noGrp="1"/>
          </p:cNvSpPr>
          <p:nvPr/>
        </p:nvSpPr>
        <p:spPr>
          <a:xfrm rot="2298897">
            <a:off x="10890846" y="3517576"/>
            <a:ext cx="42762" cy="42762"/>
          </a:xfrm>
          <a:prstGeom prst="roundRect">
            <a:avLst>
              <a:gd name="adj" fmla="val 18000"/>
            </a:avLst>
          </a:prstGeom>
          <a:solidFill>
            <a:srgbClr val="78AF38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1194" name="lumia-token-particle">
            <a:extLst>
              <a:ext uri="{FF2B5EF4-FFF2-40B4-BE49-F238E27FC236}">
                <a16:creationId xmlns:a16="http://schemas.microsoft.com/office/drawing/2014/main" id="{D6E94E5D-E200-48DC-A6B0-09F3969E3B95}"/>
              </a:ext>
            </a:extLst>
          </p:cNvPr>
          <p:cNvSpPr>
            <a:spLocks noGrp="1"/>
          </p:cNvSpPr>
          <p:nvPr/>
        </p:nvSpPr>
        <p:spPr>
          <a:xfrm rot="2673353">
            <a:off x="3905791" y="6058443"/>
            <a:ext cx="17030" cy="17030"/>
          </a:xfrm>
          <a:prstGeom prst="ellipse">
            <a:avLst/>
          </a:prstGeom>
          <a:solidFill>
            <a:srgbClr val="A53F62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1195" name="lumia-token-particle-soft-glow">
            <a:extLst>
              <a:ext uri="{FF2B5EF4-FFF2-40B4-BE49-F238E27FC236}">
                <a16:creationId xmlns:a16="http://schemas.microsoft.com/office/drawing/2014/main" id="{C8CF3DB2-1836-453D-86CC-D47B4B9E7663}"/>
              </a:ext>
            </a:extLst>
          </p:cNvPr>
          <p:cNvSpPr>
            <a:spLocks noGrp="1"/>
          </p:cNvSpPr>
          <p:nvPr/>
        </p:nvSpPr>
        <p:spPr>
          <a:xfrm rot="2132862">
            <a:off x="8649900" y="5193330"/>
            <a:ext cx="179280" cy="179280"/>
          </a:xfrm>
          <a:prstGeom prst="roundRect">
            <a:avLst>
              <a:gd name="adj" fmla="val 18000"/>
            </a:avLst>
          </a:prstGeom>
          <a:solidFill>
            <a:srgbClr val="FBB906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96" name="lumia-token-particle">
            <a:extLst>
              <a:ext uri="{FF2B5EF4-FFF2-40B4-BE49-F238E27FC236}">
                <a16:creationId xmlns:a16="http://schemas.microsoft.com/office/drawing/2014/main" id="{0A0D5E2D-F91F-42DA-8419-624014BD8B42}"/>
              </a:ext>
            </a:extLst>
          </p:cNvPr>
          <p:cNvSpPr>
            <a:spLocks noGrp="1"/>
          </p:cNvSpPr>
          <p:nvPr/>
        </p:nvSpPr>
        <p:spPr>
          <a:xfrm rot="286111">
            <a:off x="8702190" y="5245620"/>
            <a:ext cx="74700" cy="74700"/>
          </a:xfrm>
          <a:prstGeom prst="roundRect">
            <a:avLst>
              <a:gd name="adj" fmla="val 18000"/>
            </a:avLst>
          </a:prstGeom>
          <a:solidFill>
            <a:srgbClr val="FBB906">
              <a:alpha val="77000"/>
            </a:srgbClr>
          </a:solidFill>
          <a:ln w="0">
            <a:noFill/>
            <a:prstDash val="solid"/>
          </a:ln>
        </p:spPr>
      </p:sp>
      <p:sp>
        <p:nvSpPr>
          <p:cNvPr id="1197" name="lumia-token-particle">
            <a:extLst>
              <a:ext uri="{FF2B5EF4-FFF2-40B4-BE49-F238E27FC236}">
                <a16:creationId xmlns:a16="http://schemas.microsoft.com/office/drawing/2014/main" id="{25554BDB-CABB-464A-8460-60CF4B79B8AE}"/>
              </a:ext>
            </a:extLst>
          </p:cNvPr>
          <p:cNvSpPr>
            <a:spLocks noGrp="1"/>
          </p:cNvSpPr>
          <p:nvPr/>
        </p:nvSpPr>
        <p:spPr>
          <a:xfrm rot="272540">
            <a:off x="10840850" y="3815145"/>
            <a:ext cx="21809" cy="21809"/>
          </a:xfrm>
          <a:prstGeom prst="roundRect">
            <a:avLst>
              <a:gd name="adj" fmla="val 18000"/>
            </a:avLst>
          </a:prstGeom>
          <a:solidFill>
            <a:srgbClr val="88B032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198" name="lumia-token-particle">
            <a:extLst>
              <a:ext uri="{FF2B5EF4-FFF2-40B4-BE49-F238E27FC236}">
                <a16:creationId xmlns:a16="http://schemas.microsoft.com/office/drawing/2014/main" id="{CC5C6632-9E74-4DC4-9EFE-E90F474E9CFB}"/>
              </a:ext>
            </a:extLst>
          </p:cNvPr>
          <p:cNvSpPr>
            <a:spLocks noGrp="1"/>
          </p:cNvSpPr>
          <p:nvPr/>
        </p:nvSpPr>
        <p:spPr>
          <a:xfrm rot="279292">
            <a:off x="3226973" y="5705808"/>
            <a:ext cx="18857" cy="18857"/>
          </a:xfrm>
          <a:prstGeom prst="roundRect">
            <a:avLst>
              <a:gd name="adj" fmla="val 20204"/>
            </a:avLst>
          </a:prstGeom>
          <a:solidFill>
            <a:srgbClr val="823D79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1199" name="lumia-token-particle">
            <a:extLst>
              <a:ext uri="{FF2B5EF4-FFF2-40B4-BE49-F238E27FC236}">
                <a16:creationId xmlns:a16="http://schemas.microsoft.com/office/drawing/2014/main" id="{60A8EDEC-9956-4EB3-949D-791C17FB055D}"/>
              </a:ext>
            </a:extLst>
          </p:cNvPr>
          <p:cNvSpPr>
            <a:spLocks noGrp="1"/>
          </p:cNvSpPr>
          <p:nvPr/>
        </p:nvSpPr>
        <p:spPr>
          <a:xfrm rot="2230749">
            <a:off x="11001144" y="3432164"/>
            <a:ext cx="24830" cy="24830"/>
          </a:xfrm>
          <a:prstGeom prst="roundRect">
            <a:avLst>
              <a:gd name="adj" fmla="val 18000"/>
            </a:avLst>
          </a:prstGeom>
          <a:solidFill>
            <a:srgbClr val="78AF38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200" name="lumia-token-particle-soft-glow">
            <a:extLst>
              <a:ext uri="{FF2B5EF4-FFF2-40B4-BE49-F238E27FC236}">
                <a16:creationId xmlns:a16="http://schemas.microsoft.com/office/drawing/2014/main" id="{22575401-98C8-44AF-B599-D89A3117D98C}"/>
              </a:ext>
            </a:extLst>
          </p:cNvPr>
          <p:cNvSpPr>
            <a:spLocks noGrp="1"/>
          </p:cNvSpPr>
          <p:nvPr/>
        </p:nvSpPr>
        <p:spPr>
          <a:xfrm rot="1340789">
            <a:off x="5244512" y="5663439"/>
            <a:ext cx="143553" cy="143553"/>
          </a:xfrm>
          <a:prstGeom prst="ellipse">
            <a:avLst/>
          </a:prstGeom>
          <a:solidFill>
            <a:srgbClr val="EB4833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201" name="lumia-token-particle">
            <a:extLst>
              <a:ext uri="{FF2B5EF4-FFF2-40B4-BE49-F238E27FC236}">
                <a16:creationId xmlns:a16="http://schemas.microsoft.com/office/drawing/2014/main" id="{B92BDF2E-3B06-40AD-BFA1-FC8A6F6B90C6}"/>
              </a:ext>
            </a:extLst>
          </p:cNvPr>
          <p:cNvSpPr>
            <a:spLocks noGrp="1"/>
          </p:cNvSpPr>
          <p:nvPr/>
        </p:nvSpPr>
        <p:spPr>
          <a:xfrm rot="1022644">
            <a:off x="5286381" y="5705309"/>
            <a:ext cx="59814" cy="59814"/>
          </a:xfrm>
          <a:prstGeom prst="ellipse">
            <a:avLst/>
          </a:prstGeom>
          <a:solidFill>
            <a:srgbClr val="EB4833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202" name="lumia-token-particle">
            <a:extLst>
              <a:ext uri="{FF2B5EF4-FFF2-40B4-BE49-F238E27FC236}">
                <a16:creationId xmlns:a16="http://schemas.microsoft.com/office/drawing/2014/main" id="{40788A9E-C004-4802-AF79-6927F0CA9054}"/>
              </a:ext>
            </a:extLst>
          </p:cNvPr>
          <p:cNvSpPr>
            <a:spLocks noGrp="1"/>
          </p:cNvSpPr>
          <p:nvPr/>
        </p:nvSpPr>
        <p:spPr>
          <a:xfrm rot="1447578">
            <a:off x="9577809" y="5307802"/>
            <a:ext cx="18991" cy="18991"/>
          </a:xfrm>
          <a:prstGeom prst="roundRect">
            <a:avLst>
              <a:gd name="adj" fmla="val 20062"/>
            </a:avLst>
          </a:prstGeom>
          <a:solidFill>
            <a:srgbClr val="CCB718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203" name="lumia-token-particle">
            <a:extLst>
              <a:ext uri="{FF2B5EF4-FFF2-40B4-BE49-F238E27FC236}">
                <a16:creationId xmlns:a16="http://schemas.microsoft.com/office/drawing/2014/main" id="{5DBAEDE4-0FA9-4267-A8A8-F06080D0F756}"/>
              </a:ext>
            </a:extLst>
          </p:cNvPr>
          <p:cNvSpPr>
            <a:spLocks noGrp="1"/>
          </p:cNvSpPr>
          <p:nvPr/>
        </p:nvSpPr>
        <p:spPr>
          <a:xfrm rot="944201">
            <a:off x="7096217" y="5623919"/>
            <a:ext cx="19565" cy="19565"/>
          </a:xfrm>
          <a:prstGeom prst="roundRect">
            <a:avLst>
              <a:gd name="adj" fmla="val 19474"/>
            </a:avLst>
          </a:prstGeom>
          <a:solidFill>
            <a:srgbClr val="F3801D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204" name="lumia-token-particle">
            <a:extLst>
              <a:ext uri="{FF2B5EF4-FFF2-40B4-BE49-F238E27FC236}">
                <a16:creationId xmlns:a16="http://schemas.microsoft.com/office/drawing/2014/main" id="{6EAC570C-D7BC-497E-928C-5F6FF82C0D22}"/>
              </a:ext>
            </a:extLst>
          </p:cNvPr>
          <p:cNvSpPr>
            <a:spLocks noGrp="1"/>
          </p:cNvSpPr>
          <p:nvPr/>
        </p:nvSpPr>
        <p:spPr>
          <a:xfrm rot="1115748">
            <a:off x="5165047" y="5790649"/>
            <a:ext cx="22498" cy="22498"/>
          </a:xfrm>
          <a:prstGeom prst="ellipse">
            <a:avLst/>
          </a:prstGeom>
          <a:solidFill>
            <a:srgbClr val="DC423E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1205" name="lumia-token-particle-soft-glow">
            <a:extLst>
              <a:ext uri="{FF2B5EF4-FFF2-40B4-BE49-F238E27FC236}">
                <a16:creationId xmlns:a16="http://schemas.microsoft.com/office/drawing/2014/main" id="{0E4C6D63-4AA8-4B64-9E61-8F5D941FD93C}"/>
              </a:ext>
            </a:extLst>
          </p:cNvPr>
          <p:cNvSpPr>
            <a:spLocks noGrp="1"/>
          </p:cNvSpPr>
          <p:nvPr/>
        </p:nvSpPr>
        <p:spPr>
          <a:xfrm rot="1724248">
            <a:off x="7875617" y="5121698"/>
            <a:ext cx="141417" cy="141417"/>
          </a:xfrm>
          <a:prstGeom prst="roundRect">
            <a:avLst>
              <a:gd name="adj" fmla="val 18000"/>
            </a:avLst>
          </a:prstGeom>
          <a:solidFill>
            <a:srgbClr val="F8A90C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06" name="lumia-token-particle">
            <a:extLst>
              <a:ext uri="{FF2B5EF4-FFF2-40B4-BE49-F238E27FC236}">
                <a16:creationId xmlns:a16="http://schemas.microsoft.com/office/drawing/2014/main" id="{961587CB-8BBD-490C-9C32-FF79AA3B0F6F}"/>
              </a:ext>
            </a:extLst>
          </p:cNvPr>
          <p:cNvSpPr>
            <a:spLocks noGrp="1"/>
          </p:cNvSpPr>
          <p:nvPr/>
        </p:nvSpPr>
        <p:spPr>
          <a:xfrm rot="642996">
            <a:off x="7916863" y="5162944"/>
            <a:ext cx="58924" cy="58924"/>
          </a:xfrm>
          <a:prstGeom prst="roundRect">
            <a:avLst>
              <a:gd name="adj" fmla="val 18000"/>
            </a:avLst>
          </a:prstGeom>
          <a:solidFill>
            <a:srgbClr val="F8A90C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1207" name="lumia-token-particle">
            <a:extLst>
              <a:ext uri="{FF2B5EF4-FFF2-40B4-BE49-F238E27FC236}">
                <a16:creationId xmlns:a16="http://schemas.microsoft.com/office/drawing/2014/main" id="{9B302047-1577-4B52-A4D6-9EED606E1BA9}"/>
              </a:ext>
            </a:extLst>
          </p:cNvPr>
          <p:cNvSpPr>
            <a:spLocks noGrp="1"/>
          </p:cNvSpPr>
          <p:nvPr/>
        </p:nvSpPr>
        <p:spPr>
          <a:xfrm rot="953733">
            <a:off x="11929314" y="4229185"/>
            <a:ext cx="25787" cy="25787"/>
          </a:xfrm>
          <a:prstGeom prst="roundRect">
            <a:avLst>
              <a:gd name="adj" fmla="val 18000"/>
            </a:avLst>
          </a:prstGeom>
          <a:solidFill>
            <a:srgbClr val="3CA950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208" name="lumia-token-particle-soft-glow">
            <a:extLst>
              <a:ext uri="{FF2B5EF4-FFF2-40B4-BE49-F238E27FC236}">
                <a16:creationId xmlns:a16="http://schemas.microsoft.com/office/drawing/2014/main" id="{061AB266-B56E-4440-99D4-2674A2C751DC}"/>
              </a:ext>
            </a:extLst>
          </p:cNvPr>
          <p:cNvSpPr>
            <a:spLocks noGrp="1"/>
          </p:cNvSpPr>
          <p:nvPr/>
        </p:nvSpPr>
        <p:spPr>
          <a:xfrm rot="1525418">
            <a:off x="10456005" y="4533522"/>
            <a:ext cx="263836" cy="263836"/>
          </a:xfrm>
          <a:prstGeom prst="roundRect">
            <a:avLst>
              <a:gd name="adj" fmla="val 18000"/>
            </a:avLst>
          </a:prstGeom>
          <a:solidFill>
            <a:srgbClr val="81B035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209" name="lumia-token-particle">
            <a:extLst>
              <a:ext uri="{FF2B5EF4-FFF2-40B4-BE49-F238E27FC236}">
                <a16:creationId xmlns:a16="http://schemas.microsoft.com/office/drawing/2014/main" id="{CCD187F9-2A78-48A5-8845-1C718B556F6B}"/>
              </a:ext>
            </a:extLst>
          </p:cNvPr>
          <p:cNvSpPr>
            <a:spLocks noGrp="1"/>
          </p:cNvSpPr>
          <p:nvPr/>
        </p:nvSpPr>
        <p:spPr>
          <a:xfrm rot="158068">
            <a:off x="10532957" y="4610475"/>
            <a:ext cx="109932" cy="109932"/>
          </a:xfrm>
          <a:prstGeom prst="roundRect">
            <a:avLst>
              <a:gd name="adj" fmla="val 18000"/>
            </a:avLst>
          </a:prstGeom>
          <a:solidFill>
            <a:srgbClr val="81B035">
              <a:alpha val="83000"/>
            </a:srgbClr>
          </a:solidFill>
          <a:ln w="0">
            <a:noFill/>
            <a:prstDash val="solid"/>
          </a:ln>
        </p:spPr>
      </p:sp>
      <p:sp>
        <p:nvSpPr>
          <p:cNvPr id="1210" name="lumia-token-particle">
            <a:extLst>
              <a:ext uri="{FF2B5EF4-FFF2-40B4-BE49-F238E27FC236}">
                <a16:creationId xmlns:a16="http://schemas.microsoft.com/office/drawing/2014/main" id="{8D8C6EE9-910A-49A8-AFD6-A97FF4370D86}"/>
              </a:ext>
            </a:extLst>
          </p:cNvPr>
          <p:cNvSpPr>
            <a:spLocks noGrp="1"/>
          </p:cNvSpPr>
          <p:nvPr/>
        </p:nvSpPr>
        <p:spPr>
          <a:xfrm rot="1936144">
            <a:off x="5416437" y="5753244"/>
            <a:ext cx="17810" cy="17810"/>
          </a:xfrm>
          <a:prstGeom prst="roundRect">
            <a:avLst>
              <a:gd name="adj" fmla="val 21392"/>
            </a:avLst>
          </a:prstGeom>
          <a:solidFill>
            <a:srgbClr val="EB4933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211" name="lumia-token-particle">
            <a:extLst>
              <a:ext uri="{FF2B5EF4-FFF2-40B4-BE49-F238E27FC236}">
                <a16:creationId xmlns:a16="http://schemas.microsoft.com/office/drawing/2014/main" id="{E6365220-76F0-40D2-9C61-C91C0C5A3D75}"/>
              </a:ext>
            </a:extLst>
          </p:cNvPr>
          <p:cNvSpPr>
            <a:spLocks noGrp="1"/>
          </p:cNvSpPr>
          <p:nvPr/>
        </p:nvSpPr>
        <p:spPr>
          <a:xfrm rot="824188">
            <a:off x="2893779" y="6002880"/>
            <a:ext cx="19277" cy="19277"/>
          </a:xfrm>
          <a:prstGeom prst="roundRect">
            <a:avLst>
              <a:gd name="adj" fmla="val 19765"/>
            </a:avLst>
          </a:prstGeom>
          <a:solidFill>
            <a:srgbClr val="763D81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2" name="lumia-token-particle-soft-glow">
            <a:extLst>
              <a:ext uri="{FF2B5EF4-FFF2-40B4-BE49-F238E27FC236}">
                <a16:creationId xmlns:a16="http://schemas.microsoft.com/office/drawing/2014/main" id="{38C32B7D-E546-4DC6-A543-C18F6DECB2D6}"/>
              </a:ext>
            </a:extLst>
          </p:cNvPr>
          <p:cNvSpPr>
            <a:spLocks noGrp="1"/>
          </p:cNvSpPr>
          <p:nvPr/>
        </p:nvSpPr>
        <p:spPr>
          <a:xfrm rot="1060858">
            <a:off x="4822113" y="5471486"/>
            <a:ext cx="86782" cy="86782"/>
          </a:xfrm>
          <a:prstGeom prst="roundRect">
            <a:avLst>
              <a:gd name="adj" fmla="val 18000"/>
            </a:avLst>
          </a:prstGeom>
          <a:solidFill>
            <a:srgbClr val="CF4147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213" name="lumia-token-particle">
            <a:extLst>
              <a:ext uri="{FF2B5EF4-FFF2-40B4-BE49-F238E27FC236}">
                <a16:creationId xmlns:a16="http://schemas.microsoft.com/office/drawing/2014/main" id="{04F1C0F3-D6D2-41DB-96C2-6469AF6C2145}"/>
              </a:ext>
            </a:extLst>
          </p:cNvPr>
          <p:cNvSpPr>
            <a:spLocks noGrp="1"/>
          </p:cNvSpPr>
          <p:nvPr/>
        </p:nvSpPr>
        <p:spPr>
          <a:xfrm rot="1738950">
            <a:off x="4847424" y="5496798"/>
            <a:ext cx="36159" cy="36159"/>
          </a:xfrm>
          <a:prstGeom prst="roundRect">
            <a:avLst>
              <a:gd name="adj" fmla="val 18000"/>
            </a:avLst>
          </a:prstGeom>
          <a:solidFill>
            <a:srgbClr val="CF4147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214" name="lumia-token-particle">
            <a:extLst>
              <a:ext uri="{FF2B5EF4-FFF2-40B4-BE49-F238E27FC236}">
                <a16:creationId xmlns:a16="http://schemas.microsoft.com/office/drawing/2014/main" id="{3FA3D4ED-8C3A-43B8-9B18-B99CBA426797}"/>
              </a:ext>
            </a:extLst>
          </p:cNvPr>
          <p:cNvSpPr>
            <a:spLocks noGrp="1"/>
          </p:cNvSpPr>
          <p:nvPr/>
        </p:nvSpPr>
        <p:spPr>
          <a:xfrm rot="2374669">
            <a:off x="9666750" y="5292776"/>
            <a:ext cx="18577" cy="18577"/>
          </a:xfrm>
          <a:prstGeom prst="roundRect">
            <a:avLst>
              <a:gd name="adj" fmla="val 20510"/>
            </a:avLst>
          </a:prstGeom>
          <a:solidFill>
            <a:srgbClr val="B8B51F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215" name="lumia-token-particle">
            <a:extLst>
              <a:ext uri="{FF2B5EF4-FFF2-40B4-BE49-F238E27FC236}">
                <a16:creationId xmlns:a16="http://schemas.microsoft.com/office/drawing/2014/main" id="{A031BADF-5E52-425B-AC16-87694057F14E}"/>
              </a:ext>
            </a:extLst>
          </p:cNvPr>
          <p:cNvSpPr>
            <a:spLocks noGrp="1"/>
          </p:cNvSpPr>
          <p:nvPr/>
        </p:nvSpPr>
        <p:spPr>
          <a:xfrm rot="1442866">
            <a:off x="11167080" y="4113651"/>
            <a:ext cx="47514" cy="47514"/>
          </a:xfrm>
          <a:prstGeom prst="ellipse">
            <a:avLst/>
          </a:prstGeom>
          <a:solidFill>
            <a:srgbClr val="75AF3A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1216" name="lumia-token-particle">
            <a:extLst>
              <a:ext uri="{FF2B5EF4-FFF2-40B4-BE49-F238E27FC236}">
                <a16:creationId xmlns:a16="http://schemas.microsoft.com/office/drawing/2014/main" id="{2A208834-40FF-47F6-AB92-9755AA86D147}"/>
              </a:ext>
            </a:extLst>
          </p:cNvPr>
          <p:cNvSpPr>
            <a:spLocks noGrp="1"/>
          </p:cNvSpPr>
          <p:nvPr/>
        </p:nvSpPr>
        <p:spPr>
          <a:xfrm rot="797511">
            <a:off x="11355918" y="3625606"/>
            <a:ext cx="46667" cy="46667"/>
          </a:xfrm>
          <a:prstGeom prst="ellipse">
            <a:avLst/>
          </a:prstGeom>
          <a:solidFill>
            <a:srgbClr val="57AB45">
              <a:alpha val="65000"/>
            </a:srgbClr>
          </a:solidFill>
          <a:ln w="0">
            <a:noFill/>
            <a:prstDash val="solid"/>
          </a:ln>
        </p:spPr>
      </p:sp>
      <p:sp>
        <p:nvSpPr>
          <p:cNvPr id="1217" name="lumia-token-particle">
            <a:extLst>
              <a:ext uri="{FF2B5EF4-FFF2-40B4-BE49-F238E27FC236}">
                <a16:creationId xmlns:a16="http://schemas.microsoft.com/office/drawing/2014/main" id="{48546EEC-DC37-4B8A-BD77-ED82FD7003A3}"/>
              </a:ext>
            </a:extLst>
          </p:cNvPr>
          <p:cNvSpPr>
            <a:spLocks noGrp="1"/>
          </p:cNvSpPr>
          <p:nvPr/>
        </p:nvSpPr>
        <p:spPr>
          <a:xfrm rot="2218034">
            <a:off x="8530567" y="5219664"/>
            <a:ext cx="27814" cy="27814"/>
          </a:xfrm>
          <a:prstGeom prst="ellipse">
            <a:avLst/>
          </a:prstGeom>
          <a:solidFill>
            <a:srgbClr val="F9B109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218" name="lumia-token-particle">
            <a:extLst>
              <a:ext uri="{FF2B5EF4-FFF2-40B4-BE49-F238E27FC236}">
                <a16:creationId xmlns:a16="http://schemas.microsoft.com/office/drawing/2014/main" id="{C45B9073-1ADB-497B-8C27-27AE0324D5F6}"/>
              </a:ext>
            </a:extLst>
          </p:cNvPr>
          <p:cNvSpPr>
            <a:spLocks noGrp="1"/>
          </p:cNvSpPr>
          <p:nvPr/>
        </p:nvSpPr>
        <p:spPr>
          <a:xfrm rot="1391646">
            <a:off x="9678392" y="5196988"/>
            <a:ext cx="64022" cy="64022"/>
          </a:xfrm>
          <a:prstGeom prst="roundRect">
            <a:avLst>
              <a:gd name="adj" fmla="val 18000"/>
            </a:avLst>
          </a:prstGeom>
          <a:solidFill>
            <a:srgbClr val="C5B71A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219" name="lumia-token-particle">
            <a:extLst>
              <a:ext uri="{FF2B5EF4-FFF2-40B4-BE49-F238E27FC236}">
                <a16:creationId xmlns:a16="http://schemas.microsoft.com/office/drawing/2014/main" id="{53C2D29E-FD26-4282-A0E0-2CF75F8EEB9E}"/>
              </a:ext>
            </a:extLst>
          </p:cNvPr>
          <p:cNvSpPr>
            <a:spLocks noGrp="1"/>
          </p:cNvSpPr>
          <p:nvPr/>
        </p:nvSpPr>
        <p:spPr>
          <a:xfrm rot="729331">
            <a:off x="8840455" y="5598387"/>
            <a:ext cx="14825" cy="14825"/>
          </a:xfrm>
          <a:prstGeom prst="ellipse">
            <a:avLst/>
          </a:prstGeom>
          <a:solidFill>
            <a:srgbClr val="E8BA0D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1220" name="lumia-token-particle">
            <a:extLst>
              <a:ext uri="{FF2B5EF4-FFF2-40B4-BE49-F238E27FC236}">
                <a16:creationId xmlns:a16="http://schemas.microsoft.com/office/drawing/2014/main" id="{A075CE5A-667B-4D49-B478-023A4C5E225D}"/>
              </a:ext>
            </a:extLst>
          </p:cNvPr>
          <p:cNvSpPr>
            <a:spLocks noGrp="1"/>
          </p:cNvSpPr>
          <p:nvPr/>
        </p:nvSpPr>
        <p:spPr>
          <a:xfrm rot="1457464">
            <a:off x="11424562" y="3732769"/>
            <a:ext cx="30360" cy="30360"/>
          </a:xfrm>
          <a:prstGeom prst="roundRect">
            <a:avLst>
              <a:gd name="adj" fmla="val 18000"/>
            </a:avLst>
          </a:prstGeom>
          <a:solidFill>
            <a:srgbClr val="5BAC44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221" name="lumia-token-particle-soft-glow">
            <a:extLst>
              <a:ext uri="{FF2B5EF4-FFF2-40B4-BE49-F238E27FC236}">
                <a16:creationId xmlns:a16="http://schemas.microsoft.com/office/drawing/2014/main" id="{4C711B30-724B-4338-8F8F-F527B7FBD8EF}"/>
              </a:ext>
            </a:extLst>
          </p:cNvPr>
          <p:cNvSpPr>
            <a:spLocks noGrp="1"/>
          </p:cNvSpPr>
          <p:nvPr/>
        </p:nvSpPr>
        <p:spPr>
          <a:xfrm rot="989156">
            <a:off x="2841118" y="5702694"/>
            <a:ext cx="98800" cy="98800"/>
          </a:xfrm>
          <a:prstGeom prst="roundRect">
            <a:avLst>
              <a:gd name="adj" fmla="val 18000"/>
            </a:avLst>
          </a:prstGeom>
          <a:solidFill>
            <a:srgbClr val="6F3C86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222" name="lumia-token-particle">
            <a:extLst>
              <a:ext uri="{FF2B5EF4-FFF2-40B4-BE49-F238E27FC236}">
                <a16:creationId xmlns:a16="http://schemas.microsoft.com/office/drawing/2014/main" id="{C0C82E58-9776-4C9F-8A79-141FF93028EF}"/>
              </a:ext>
            </a:extLst>
          </p:cNvPr>
          <p:cNvSpPr>
            <a:spLocks noGrp="1"/>
          </p:cNvSpPr>
          <p:nvPr/>
        </p:nvSpPr>
        <p:spPr>
          <a:xfrm rot="1105975">
            <a:off x="2869935" y="5731511"/>
            <a:ext cx="41167" cy="41167"/>
          </a:xfrm>
          <a:prstGeom prst="roundRect">
            <a:avLst>
              <a:gd name="adj" fmla="val 18000"/>
            </a:avLst>
          </a:prstGeom>
          <a:solidFill>
            <a:srgbClr val="6F3C86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223" name="lumia-token-particle">
            <a:extLst>
              <a:ext uri="{FF2B5EF4-FFF2-40B4-BE49-F238E27FC236}">
                <a16:creationId xmlns:a16="http://schemas.microsoft.com/office/drawing/2014/main" id="{2DC6E17A-915C-4BA0-B6B4-1B4962B8E4D7}"/>
              </a:ext>
            </a:extLst>
          </p:cNvPr>
          <p:cNvSpPr>
            <a:spLocks noGrp="1"/>
          </p:cNvSpPr>
          <p:nvPr/>
        </p:nvSpPr>
        <p:spPr>
          <a:xfrm rot="1781858">
            <a:off x="8500193" y="4887587"/>
            <a:ext cx="38082" cy="38082"/>
          </a:xfrm>
          <a:prstGeom prst="ellipse">
            <a:avLst/>
          </a:prstGeom>
          <a:solidFill>
            <a:srgbClr val="FAB707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224" name="lumia-token-particle">
            <a:extLst>
              <a:ext uri="{FF2B5EF4-FFF2-40B4-BE49-F238E27FC236}">
                <a16:creationId xmlns:a16="http://schemas.microsoft.com/office/drawing/2014/main" id="{E9897DB1-7014-4990-B1F5-EFF21FE058DC}"/>
              </a:ext>
            </a:extLst>
          </p:cNvPr>
          <p:cNvSpPr>
            <a:spLocks noGrp="1"/>
          </p:cNvSpPr>
          <p:nvPr/>
        </p:nvSpPr>
        <p:spPr>
          <a:xfrm rot="1444447">
            <a:off x="2686119" y="6035737"/>
            <a:ext cx="25726" cy="25726"/>
          </a:xfrm>
          <a:prstGeom prst="ellipse">
            <a:avLst/>
          </a:prstGeom>
          <a:solidFill>
            <a:srgbClr val="693C8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5" name="lumia-token-particle">
            <a:extLst>
              <a:ext uri="{FF2B5EF4-FFF2-40B4-BE49-F238E27FC236}">
                <a16:creationId xmlns:a16="http://schemas.microsoft.com/office/drawing/2014/main" id="{8E0ED548-4D14-4553-8F21-566A22FFC398}"/>
              </a:ext>
            </a:extLst>
          </p:cNvPr>
          <p:cNvSpPr>
            <a:spLocks noGrp="1"/>
          </p:cNvSpPr>
          <p:nvPr/>
        </p:nvSpPr>
        <p:spPr>
          <a:xfrm rot="908832">
            <a:off x="8042820" y="5001515"/>
            <a:ext cx="16263" cy="16263"/>
          </a:xfrm>
          <a:prstGeom prst="roundRect">
            <a:avLst>
              <a:gd name="adj" fmla="val 23428"/>
            </a:avLst>
          </a:prstGeom>
          <a:solidFill>
            <a:srgbClr val="F7A110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226" name="lumia-token-particle">
            <a:extLst>
              <a:ext uri="{FF2B5EF4-FFF2-40B4-BE49-F238E27FC236}">
                <a16:creationId xmlns:a16="http://schemas.microsoft.com/office/drawing/2014/main" id="{599A3255-A65F-425C-A0E5-271E66553C54}"/>
              </a:ext>
            </a:extLst>
          </p:cNvPr>
          <p:cNvSpPr>
            <a:spLocks noGrp="1"/>
          </p:cNvSpPr>
          <p:nvPr/>
        </p:nvSpPr>
        <p:spPr>
          <a:xfrm rot="605648">
            <a:off x="9441783" y="4535107"/>
            <a:ext cx="50724" cy="50724"/>
          </a:xfrm>
          <a:prstGeom prst="roundRect">
            <a:avLst>
              <a:gd name="adj" fmla="val 18000"/>
            </a:avLst>
          </a:prstGeom>
          <a:solidFill>
            <a:srgbClr val="C5B71A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227" name="lumia-token-particle">
            <a:extLst>
              <a:ext uri="{FF2B5EF4-FFF2-40B4-BE49-F238E27FC236}">
                <a16:creationId xmlns:a16="http://schemas.microsoft.com/office/drawing/2014/main" id="{D47531E6-8846-4180-A5BD-94939C0DAB04}"/>
              </a:ext>
            </a:extLst>
          </p:cNvPr>
          <p:cNvSpPr>
            <a:spLocks noGrp="1"/>
          </p:cNvSpPr>
          <p:nvPr/>
        </p:nvSpPr>
        <p:spPr>
          <a:xfrm rot="1528615">
            <a:off x="8248022" y="5598542"/>
            <a:ext cx="17164" cy="17164"/>
          </a:xfrm>
          <a:prstGeom prst="roundRect">
            <a:avLst>
              <a:gd name="adj" fmla="val 22198"/>
            </a:avLst>
          </a:prstGeom>
          <a:solidFill>
            <a:srgbClr val="FAB508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1228" name="lumia-token-particle">
            <a:extLst>
              <a:ext uri="{FF2B5EF4-FFF2-40B4-BE49-F238E27FC236}">
                <a16:creationId xmlns:a16="http://schemas.microsoft.com/office/drawing/2014/main" id="{B729BCD9-5D70-442A-8A2B-5049F05DB84C}"/>
              </a:ext>
            </a:extLst>
          </p:cNvPr>
          <p:cNvSpPr>
            <a:spLocks noGrp="1"/>
          </p:cNvSpPr>
          <p:nvPr/>
        </p:nvSpPr>
        <p:spPr>
          <a:xfrm rot="2415792">
            <a:off x="10394880" y="4168383"/>
            <a:ext cx="56670" cy="56670"/>
          </a:xfrm>
          <a:prstGeom prst="ellipse">
            <a:avLst/>
          </a:prstGeom>
          <a:solidFill>
            <a:srgbClr val="8FB12F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229" name="lumia-token-particle-soft-glow">
            <a:extLst>
              <a:ext uri="{FF2B5EF4-FFF2-40B4-BE49-F238E27FC236}">
                <a16:creationId xmlns:a16="http://schemas.microsoft.com/office/drawing/2014/main" id="{B8DEEF76-31B8-47D6-A19A-FCBE1966AAF2}"/>
              </a:ext>
            </a:extLst>
          </p:cNvPr>
          <p:cNvSpPr>
            <a:spLocks noGrp="1"/>
          </p:cNvSpPr>
          <p:nvPr/>
        </p:nvSpPr>
        <p:spPr>
          <a:xfrm rot="204713">
            <a:off x="7230164" y="4883888"/>
            <a:ext cx="170793" cy="170793"/>
          </a:xfrm>
          <a:prstGeom prst="roundRect">
            <a:avLst>
              <a:gd name="adj" fmla="val 18000"/>
            </a:avLst>
          </a:prstGeom>
          <a:solidFill>
            <a:srgbClr val="F48C18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230" name="lumia-token-particle">
            <a:extLst>
              <a:ext uri="{FF2B5EF4-FFF2-40B4-BE49-F238E27FC236}">
                <a16:creationId xmlns:a16="http://schemas.microsoft.com/office/drawing/2014/main" id="{2A0F0800-3946-4E0A-B758-37111670065E}"/>
              </a:ext>
            </a:extLst>
          </p:cNvPr>
          <p:cNvSpPr>
            <a:spLocks noGrp="1"/>
          </p:cNvSpPr>
          <p:nvPr/>
        </p:nvSpPr>
        <p:spPr>
          <a:xfrm rot="502295">
            <a:off x="7279978" y="4933702"/>
            <a:ext cx="71164" cy="71164"/>
          </a:xfrm>
          <a:prstGeom prst="roundRect">
            <a:avLst>
              <a:gd name="adj" fmla="val 18000"/>
            </a:avLst>
          </a:prstGeom>
          <a:solidFill>
            <a:srgbClr val="F48C18">
              <a:alpha val="74000"/>
            </a:srgbClr>
          </a:solidFill>
          <a:ln w="0">
            <a:noFill/>
            <a:prstDash val="solid"/>
          </a:ln>
        </p:spPr>
      </p:sp>
      <p:sp>
        <p:nvSpPr>
          <p:cNvPr id="1231" name="lumia-token-particle">
            <a:extLst>
              <a:ext uri="{FF2B5EF4-FFF2-40B4-BE49-F238E27FC236}">
                <a16:creationId xmlns:a16="http://schemas.microsoft.com/office/drawing/2014/main" id="{806F078C-C130-4392-B4A0-286E78C8D16B}"/>
              </a:ext>
            </a:extLst>
          </p:cNvPr>
          <p:cNvSpPr>
            <a:spLocks noGrp="1"/>
          </p:cNvSpPr>
          <p:nvPr/>
        </p:nvSpPr>
        <p:spPr>
          <a:xfrm rot="1290270">
            <a:off x="2317334" y="5913714"/>
            <a:ext cx="15209" cy="15209"/>
          </a:xfrm>
          <a:prstGeom prst="roundRect">
            <a:avLst>
              <a:gd name="adj" fmla="val 25051"/>
            </a:avLst>
          </a:prstGeom>
          <a:solidFill>
            <a:srgbClr val="573E99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1232" name="lumia-token-particle-soft-glow">
            <a:extLst>
              <a:ext uri="{FF2B5EF4-FFF2-40B4-BE49-F238E27FC236}">
                <a16:creationId xmlns:a16="http://schemas.microsoft.com/office/drawing/2014/main" id="{09E25CEC-BF8D-4E02-9731-30DCE75D652C}"/>
              </a:ext>
            </a:extLst>
          </p:cNvPr>
          <p:cNvSpPr>
            <a:spLocks noGrp="1"/>
          </p:cNvSpPr>
          <p:nvPr/>
        </p:nvSpPr>
        <p:spPr>
          <a:xfrm rot="1019103">
            <a:off x="8267082" y="5631450"/>
            <a:ext cx="168018" cy="168018"/>
          </a:xfrm>
          <a:prstGeom prst="roundRect">
            <a:avLst>
              <a:gd name="adj" fmla="val 18000"/>
            </a:avLst>
          </a:prstGeom>
          <a:solidFill>
            <a:srgbClr val="F9B109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33" name="lumia-token-particle">
            <a:extLst>
              <a:ext uri="{FF2B5EF4-FFF2-40B4-BE49-F238E27FC236}">
                <a16:creationId xmlns:a16="http://schemas.microsoft.com/office/drawing/2014/main" id="{A2526970-BCD8-4AF7-9439-EC485DCC32E3}"/>
              </a:ext>
            </a:extLst>
          </p:cNvPr>
          <p:cNvSpPr>
            <a:spLocks noGrp="1"/>
          </p:cNvSpPr>
          <p:nvPr/>
        </p:nvSpPr>
        <p:spPr>
          <a:xfrm rot="2644100">
            <a:off x="8316087" y="5680455"/>
            <a:ext cx="70007" cy="70007"/>
          </a:xfrm>
          <a:prstGeom prst="roundRect">
            <a:avLst>
              <a:gd name="adj" fmla="val 18000"/>
            </a:avLst>
          </a:prstGeom>
          <a:solidFill>
            <a:srgbClr val="F9B109">
              <a:alpha val="77000"/>
            </a:srgbClr>
          </a:solidFill>
          <a:ln w="0">
            <a:noFill/>
            <a:prstDash val="solid"/>
          </a:ln>
        </p:spPr>
      </p:sp>
      <p:sp>
        <p:nvSpPr>
          <p:cNvPr id="1234" name="lumia-token-particle">
            <a:extLst>
              <a:ext uri="{FF2B5EF4-FFF2-40B4-BE49-F238E27FC236}">
                <a16:creationId xmlns:a16="http://schemas.microsoft.com/office/drawing/2014/main" id="{A3CDD51A-5751-4F24-816B-594B9D2B1B22}"/>
              </a:ext>
            </a:extLst>
          </p:cNvPr>
          <p:cNvSpPr>
            <a:spLocks noGrp="1"/>
          </p:cNvSpPr>
          <p:nvPr/>
        </p:nvSpPr>
        <p:spPr>
          <a:xfrm rot="2698408">
            <a:off x="6284094" y="5575067"/>
            <a:ext cx="20108" cy="20108"/>
          </a:xfrm>
          <a:prstGeom prst="ellipse">
            <a:avLst/>
          </a:prstGeom>
          <a:solidFill>
            <a:srgbClr val="EF6A26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235" name="矩形 1234">
            <a:extLst>
              <a:ext uri="{FF2B5EF4-FFF2-40B4-BE49-F238E27FC236}">
                <a16:creationId xmlns:a16="http://schemas.microsoft.com/office/drawing/2014/main" id="{4C362A2C-D1E3-4E60-A6B2-4546D35B5686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63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63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03</a:t>
            </a:r>
          </a:p>
        </p:txBody>
      </p:sp>
      <p:sp>
        <p:nvSpPr>
          <p:cNvPr id="1236" name="矩形 1235">
            <a:extLst>
              <a:ext uri="{FF2B5EF4-FFF2-40B4-BE49-F238E27FC236}">
                <a16:creationId xmlns:a16="http://schemas.microsoft.com/office/drawing/2014/main" id="{7F5D5207-3C4D-4EEE-A050-D06149A945E9}"/>
              </a:ext>
            </a:extLst>
          </p:cNvPr>
          <p:cNvSpPr>
            <a:spLocks noGrp="1"/>
          </p:cNvSpPr>
          <p:nvPr/>
        </p:nvSpPr>
        <p:spPr>
          <a:xfrm>
            <a:off x="723900" y="238125"/>
            <a:ext cx="1828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1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863" b="1" dirty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SECTION</a:t>
            </a:r>
          </a:p>
        </p:txBody>
      </p:sp>
      <p:sp>
        <p:nvSpPr>
          <p:cNvPr id="1237" name="矩形 1236">
            <a:extLst>
              <a:ext uri="{FF2B5EF4-FFF2-40B4-BE49-F238E27FC236}">
                <a16:creationId xmlns:a16="http://schemas.microsoft.com/office/drawing/2014/main" id="{930E6B09-F020-4B95-A5B4-857065039460}"/>
              </a:ext>
            </a:extLst>
          </p:cNvPr>
          <p:cNvSpPr>
            <a:spLocks noGrp="1"/>
          </p:cNvSpPr>
          <p:nvPr/>
        </p:nvSpPr>
        <p:spPr>
          <a:xfrm>
            <a:off x="1055886" y="2146790"/>
            <a:ext cx="2837668" cy="24209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050" b="0">
                <a:solidFill>
                  <a:srgbClr val="4285F4"/>
                </a:solidFill>
                <a:latin typeface="Space Grotesk"/>
                <a:ea typeface="Space Grotesk"/>
                <a:cs typeface="Space Grotesk"/>
              </a:defRPr>
            </a:pPr>
            <a:r>
              <a:rPr sz="15700" b="0" dirty="0">
                <a:solidFill>
                  <a:srgbClr val="4285F4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01</a:t>
            </a:r>
          </a:p>
        </p:txBody>
      </p:sp>
      <p:sp>
        <p:nvSpPr>
          <p:cNvPr id="1238" name="vertical-divider">
            <a:extLst>
              <a:ext uri="{FF2B5EF4-FFF2-40B4-BE49-F238E27FC236}">
                <a16:creationId xmlns:a16="http://schemas.microsoft.com/office/drawing/2014/main" id="{F85E5517-90EC-4974-8BFD-A2C3D5B6756E}"/>
              </a:ext>
            </a:extLst>
          </p:cNvPr>
          <p:cNvSpPr>
            <a:spLocks noGrp="1"/>
          </p:cNvSpPr>
          <p:nvPr/>
        </p:nvSpPr>
        <p:spPr>
          <a:xfrm>
            <a:off x="3875286" y="2480955"/>
            <a:ext cx="9525" cy="1752600"/>
          </a:xfrm>
          <a:custGeom>
            <a:avLst/>
            <a:gdLst/>
            <a:ahLst/>
            <a:cxnLst/>
            <a:rect l="0" t="0" r="0" b="0"/>
            <a:pathLst>
              <a:path w="9525" h="1752600">
                <a:moveTo>
                  <a:pt x="0" y="0"/>
                </a:moveTo>
                <a:lnTo>
                  <a:pt x="0" y="1752600"/>
                </a:lnTo>
              </a:path>
            </a:pathLst>
          </a:custGeom>
          <a:noFill/>
          <a:ln w="10478">
            <a:solidFill>
              <a:srgbClr val="D5D9E3">
                <a:alpha val="34000"/>
              </a:srgbClr>
            </a:solidFill>
            <a:prstDash val="solid"/>
          </a:ln>
        </p:spPr>
      </p:sp>
      <p:sp>
        <p:nvSpPr>
          <p:cNvPr id="1239" name="矩形 1238">
            <a:extLst>
              <a:ext uri="{FF2B5EF4-FFF2-40B4-BE49-F238E27FC236}">
                <a16:creationId xmlns:a16="http://schemas.microsoft.com/office/drawing/2014/main" id="{292C7B41-D4F3-42F1-9B2A-3B4405F006DD}"/>
              </a:ext>
            </a:extLst>
          </p:cNvPr>
          <p:cNvSpPr>
            <a:spLocks noGrp="1"/>
          </p:cNvSpPr>
          <p:nvPr/>
        </p:nvSpPr>
        <p:spPr>
          <a:xfrm>
            <a:off x="4465836" y="2794491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3900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240" name="矩形 1239">
            <a:extLst>
              <a:ext uri="{FF2B5EF4-FFF2-40B4-BE49-F238E27FC236}">
                <a16:creationId xmlns:a16="http://schemas.microsoft.com/office/drawing/2014/main" id="{65CC6CD4-660D-42E1-966C-0E4C354C5284}"/>
              </a:ext>
            </a:extLst>
          </p:cNvPr>
          <p:cNvSpPr>
            <a:spLocks noGrp="1"/>
          </p:cNvSpPr>
          <p:nvPr/>
        </p:nvSpPr>
        <p:spPr>
          <a:xfrm>
            <a:off x="4484886" y="3651741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95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Background and Motivation</a:t>
            </a:r>
          </a:p>
        </p:txBody>
      </p:sp>
      <p:sp>
        <p:nvSpPr>
          <p:cNvPr id="1241" name="lumia-stream-brand-bar-1">
            <a:extLst>
              <a:ext uri="{FF2B5EF4-FFF2-40B4-BE49-F238E27FC236}">
                <a16:creationId xmlns:a16="http://schemas.microsoft.com/office/drawing/2014/main" id="{C08DB926-74E5-4FB4-AB3A-88321614B42E}"/>
              </a:ext>
            </a:extLst>
          </p:cNvPr>
          <p:cNvSpPr>
            <a:spLocks noGrp="1"/>
          </p:cNvSpPr>
          <p:nvPr/>
        </p:nvSpPr>
        <p:spPr>
          <a:xfrm>
            <a:off x="4484886" y="3499341"/>
            <a:ext cx="190500" cy="24765"/>
          </a:xfrm>
          <a:prstGeom prst="roundRect">
            <a:avLst>
              <a:gd name="adj" fmla="val 42308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1242" name="lumia-stream-brand-bar-2">
            <a:extLst>
              <a:ext uri="{FF2B5EF4-FFF2-40B4-BE49-F238E27FC236}">
                <a16:creationId xmlns:a16="http://schemas.microsoft.com/office/drawing/2014/main" id="{BFBD215C-CB15-4F2C-9F30-A71B87F60E2A}"/>
              </a:ext>
            </a:extLst>
          </p:cNvPr>
          <p:cNvSpPr>
            <a:spLocks noGrp="1"/>
          </p:cNvSpPr>
          <p:nvPr/>
        </p:nvSpPr>
        <p:spPr>
          <a:xfrm>
            <a:off x="4770636" y="3499341"/>
            <a:ext cx="190500" cy="24765"/>
          </a:xfrm>
          <a:prstGeom prst="roundRect">
            <a:avLst>
              <a:gd name="adj" fmla="val 42308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243" name="lumia-stream-brand-bar-3">
            <a:extLst>
              <a:ext uri="{FF2B5EF4-FFF2-40B4-BE49-F238E27FC236}">
                <a16:creationId xmlns:a16="http://schemas.microsoft.com/office/drawing/2014/main" id="{C475290B-0FCC-4445-9035-9297282B20BE}"/>
              </a:ext>
            </a:extLst>
          </p:cNvPr>
          <p:cNvSpPr>
            <a:spLocks noGrp="1"/>
          </p:cNvSpPr>
          <p:nvPr/>
        </p:nvSpPr>
        <p:spPr>
          <a:xfrm>
            <a:off x="5056386" y="3499341"/>
            <a:ext cx="190500" cy="24765"/>
          </a:xfrm>
          <a:prstGeom prst="roundRect">
            <a:avLst>
              <a:gd name="adj" fmla="val 42308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1244" name="lumia-stream-brand-bar-4">
            <a:extLst>
              <a:ext uri="{FF2B5EF4-FFF2-40B4-BE49-F238E27FC236}">
                <a16:creationId xmlns:a16="http://schemas.microsoft.com/office/drawing/2014/main" id="{CC63ECB9-D917-4793-BA00-B92750BF8336}"/>
              </a:ext>
            </a:extLst>
          </p:cNvPr>
          <p:cNvSpPr>
            <a:spLocks noGrp="1"/>
          </p:cNvSpPr>
          <p:nvPr/>
        </p:nvSpPr>
        <p:spPr>
          <a:xfrm>
            <a:off x="5342136" y="3499341"/>
            <a:ext cx="190500" cy="24765"/>
          </a:xfrm>
          <a:prstGeom prst="roundRect">
            <a:avLst>
              <a:gd name="adj" fmla="val 42308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1245" name="lumia-stream-brand-bar-5">
            <a:extLst>
              <a:ext uri="{FF2B5EF4-FFF2-40B4-BE49-F238E27FC236}">
                <a16:creationId xmlns:a16="http://schemas.microsoft.com/office/drawing/2014/main" id="{44423F8A-D87D-4D50-9541-249CBA332109}"/>
              </a:ext>
            </a:extLst>
          </p:cNvPr>
          <p:cNvSpPr>
            <a:spLocks noGrp="1"/>
          </p:cNvSpPr>
          <p:nvPr/>
        </p:nvSpPr>
        <p:spPr>
          <a:xfrm>
            <a:off x="5627886" y="3499341"/>
            <a:ext cx="190500" cy="24765"/>
          </a:xfrm>
          <a:prstGeom prst="roundRect">
            <a:avLst>
              <a:gd name="adj" fmla="val 42308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246" name="矩形 1245">
            <a:extLst>
              <a:ext uri="{FF2B5EF4-FFF2-40B4-BE49-F238E27FC236}">
                <a16:creationId xmlns:a16="http://schemas.microsoft.com/office/drawing/2014/main" id="{AB94178A-DAFD-4ED4-9595-2340194B0555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03</a:t>
            </a:r>
          </a:p>
        </p:txBody>
      </p:sp>
      <p:sp>
        <p:nvSpPr>
          <p:cNvPr id="1247" name="矩形 1246">
            <a:extLst>
              <a:ext uri="{FF2B5EF4-FFF2-40B4-BE49-F238E27FC236}">
                <a16:creationId xmlns:a16="http://schemas.microsoft.com/office/drawing/2014/main" id="{E4173AA7-3211-4D06-BC4A-36413C53FF62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63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785486613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deep-navy-background">
            <a:extLst>
              <a:ext uri="{FF2B5EF4-FFF2-40B4-BE49-F238E27FC236}">
                <a16:creationId xmlns:a16="http://schemas.microsoft.com/office/drawing/2014/main" id="{DA0357D5-59A0-495C-9CC7-8BCA35B8BC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01F"/>
              </a:gs>
              <a:gs pos="72000">
                <a:srgbClr val="081426"/>
              </a:gs>
              <a:gs pos="100000">
                <a:srgbClr val="020812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2" name="lumia-token-stream-curve">
            <a:extLst>
              <a:ext uri="{FF2B5EF4-FFF2-40B4-BE49-F238E27FC236}">
                <a16:creationId xmlns:a16="http://schemas.microsoft.com/office/drawing/2014/main" id="{E24E6B01-E824-46C1-AAFB-E9D4B4CDD3F1}"/>
              </a:ext>
            </a:extLst>
          </p:cNvPr>
          <p:cNvSpPr>
            <a:spLocks noGrp="1"/>
          </p:cNvSpPr>
          <p:nvPr/>
        </p:nvSpPr>
        <p:spPr>
          <a:xfrm>
            <a:off x="0" y="5682790"/>
            <a:ext cx="124105" cy="9525"/>
          </a:xfrm>
          <a:custGeom>
            <a:avLst/>
            <a:gdLst/>
            <a:ahLst/>
            <a:cxnLst/>
            <a:rect l="0" t="0" r="0" b="0"/>
            <a:pathLst>
              <a:path w="124105" h="9525">
                <a:moveTo>
                  <a:pt x="0" y="0"/>
                </a:moveTo>
                <a:lnTo>
                  <a:pt x="124105" y="4282"/>
                </a:lnTo>
              </a:path>
            </a:pathLst>
          </a:custGeom>
          <a:noFill/>
          <a:ln w="3429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3" name="lumia-token-stream-curve">
            <a:extLst>
              <a:ext uri="{FF2B5EF4-FFF2-40B4-BE49-F238E27FC236}">
                <a16:creationId xmlns:a16="http://schemas.microsoft.com/office/drawing/2014/main" id="{C7872E2A-4A2C-45FC-B4CC-B52F1A68B657}"/>
              </a:ext>
            </a:extLst>
          </p:cNvPr>
          <p:cNvSpPr>
            <a:spLocks noGrp="1"/>
          </p:cNvSpPr>
          <p:nvPr/>
        </p:nvSpPr>
        <p:spPr>
          <a:xfrm>
            <a:off x="124105" y="5687072"/>
            <a:ext cx="213318" cy="9525"/>
          </a:xfrm>
          <a:custGeom>
            <a:avLst/>
            <a:gdLst/>
            <a:ahLst/>
            <a:cxnLst/>
            <a:rect l="0" t="0" r="0" b="0"/>
            <a:pathLst>
              <a:path w="213318" h="9525">
                <a:moveTo>
                  <a:pt x="0" y="0"/>
                </a:moveTo>
                <a:lnTo>
                  <a:pt x="213318" y="2508"/>
                </a:lnTo>
              </a:path>
            </a:pathLst>
          </a:custGeom>
          <a:noFill/>
          <a:ln w="3429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4" name="lumia-token-stream-curve">
            <a:extLst>
              <a:ext uri="{FF2B5EF4-FFF2-40B4-BE49-F238E27FC236}">
                <a16:creationId xmlns:a16="http://schemas.microsoft.com/office/drawing/2014/main" id="{7EB753C1-CECD-491B-A54D-89AE3290DA5E}"/>
              </a:ext>
            </a:extLst>
          </p:cNvPr>
          <p:cNvSpPr>
            <a:spLocks noGrp="1"/>
          </p:cNvSpPr>
          <p:nvPr/>
        </p:nvSpPr>
        <p:spPr>
          <a:xfrm>
            <a:off x="337424" y="5689221"/>
            <a:ext cx="216994" cy="9525"/>
          </a:xfrm>
          <a:custGeom>
            <a:avLst/>
            <a:gdLst/>
            <a:ahLst/>
            <a:cxnLst/>
            <a:rect l="0" t="0" r="0" b="0"/>
            <a:pathLst>
              <a:path w="216994" h="9525">
                <a:moveTo>
                  <a:pt x="0" y="359"/>
                </a:moveTo>
                <a:lnTo>
                  <a:pt x="216994" y="0"/>
                </a:lnTo>
              </a:path>
            </a:pathLst>
          </a:custGeom>
          <a:noFill/>
          <a:ln w="3429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5" name="lumia-token-stream-curve">
            <a:extLst>
              <a:ext uri="{FF2B5EF4-FFF2-40B4-BE49-F238E27FC236}">
                <a16:creationId xmlns:a16="http://schemas.microsoft.com/office/drawing/2014/main" id="{01CD9365-40E4-4F8B-A8D4-53147A0E456B}"/>
              </a:ext>
            </a:extLst>
          </p:cNvPr>
          <p:cNvSpPr>
            <a:spLocks noGrp="1"/>
          </p:cNvSpPr>
          <p:nvPr/>
        </p:nvSpPr>
        <p:spPr>
          <a:xfrm>
            <a:off x="554418" y="5684925"/>
            <a:ext cx="220587" cy="9525"/>
          </a:xfrm>
          <a:custGeom>
            <a:avLst/>
            <a:gdLst/>
            <a:ahLst/>
            <a:cxnLst/>
            <a:rect l="0" t="0" r="0" b="0"/>
            <a:pathLst>
              <a:path w="220587" h="9525">
                <a:moveTo>
                  <a:pt x="0" y="4296"/>
                </a:moveTo>
                <a:lnTo>
                  <a:pt x="220587" y="0"/>
                </a:lnTo>
              </a:path>
            </a:pathLst>
          </a:custGeom>
          <a:noFill/>
          <a:ln w="3429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6" name="lumia-token-stream-curve">
            <a:extLst>
              <a:ext uri="{FF2B5EF4-FFF2-40B4-BE49-F238E27FC236}">
                <a16:creationId xmlns:a16="http://schemas.microsoft.com/office/drawing/2014/main" id="{034E28E7-D139-49CA-BE01-0AC7128CE80B}"/>
              </a:ext>
            </a:extLst>
          </p:cNvPr>
          <p:cNvSpPr>
            <a:spLocks noGrp="1"/>
          </p:cNvSpPr>
          <p:nvPr/>
        </p:nvSpPr>
        <p:spPr>
          <a:xfrm>
            <a:off x="775005" y="5675745"/>
            <a:ext cx="224098" cy="9525"/>
          </a:xfrm>
          <a:custGeom>
            <a:avLst/>
            <a:gdLst/>
            <a:ahLst/>
            <a:cxnLst/>
            <a:rect l="0" t="0" r="0" b="0"/>
            <a:pathLst>
              <a:path w="224098" h="9525">
                <a:moveTo>
                  <a:pt x="0" y="9179"/>
                </a:moveTo>
                <a:lnTo>
                  <a:pt x="224098" y="0"/>
                </a:lnTo>
              </a:path>
            </a:pathLst>
          </a:custGeom>
          <a:noFill/>
          <a:ln w="3429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7" name="lumia-token-stream-curve">
            <a:extLst>
              <a:ext uri="{FF2B5EF4-FFF2-40B4-BE49-F238E27FC236}">
                <a16:creationId xmlns:a16="http://schemas.microsoft.com/office/drawing/2014/main" id="{5F9D5E0E-C17A-468A-9FCF-0FF650126103}"/>
              </a:ext>
            </a:extLst>
          </p:cNvPr>
          <p:cNvSpPr>
            <a:spLocks noGrp="1"/>
          </p:cNvSpPr>
          <p:nvPr/>
        </p:nvSpPr>
        <p:spPr>
          <a:xfrm>
            <a:off x="999103" y="5660964"/>
            <a:ext cx="227527" cy="14781"/>
          </a:xfrm>
          <a:custGeom>
            <a:avLst/>
            <a:gdLst/>
            <a:ahLst/>
            <a:cxnLst/>
            <a:rect l="0" t="0" r="0" b="0"/>
            <a:pathLst>
              <a:path w="227527" h="14781">
                <a:moveTo>
                  <a:pt x="0" y="14781"/>
                </a:moveTo>
                <a:lnTo>
                  <a:pt x="227527" y="0"/>
                </a:lnTo>
              </a:path>
            </a:pathLst>
          </a:custGeom>
          <a:noFill/>
          <a:ln w="3429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8" name="lumia-token-stream-curve">
            <a:extLst>
              <a:ext uri="{FF2B5EF4-FFF2-40B4-BE49-F238E27FC236}">
                <a16:creationId xmlns:a16="http://schemas.microsoft.com/office/drawing/2014/main" id="{ADDC49D1-136A-4CF6-A863-ED88BEF82BE3}"/>
              </a:ext>
            </a:extLst>
          </p:cNvPr>
          <p:cNvSpPr>
            <a:spLocks noGrp="1"/>
          </p:cNvSpPr>
          <p:nvPr/>
        </p:nvSpPr>
        <p:spPr>
          <a:xfrm>
            <a:off x="1226630" y="5640181"/>
            <a:ext cx="230872" cy="20783"/>
          </a:xfrm>
          <a:custGeom>
            <a:avLst/>
            <a:gdLst/>
            <a:ahLst/>
            <a:cxnLst/>
            <a:rect l="0" t="0" r="0" b="0"/>
            <a:pathLst>
              <a:path w="230872" h="20783">
                <a:moveTo>
                  <a:pt x="0" y="20783"/>
                </a:moveTo>
                <a:lnTo>
                  <a:pt x="230872" y="0"/>
                </a:lnTo>
              </a:path>
            </a:pathLst>
          </a:custGeom>
          <a:noFill/>
          <a:ln w="3429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9" name="lumia-token-stream-curve">
            <a:extLst>
              <a:ext uri="{FF2B5EF4-FFF2-40B4-BE49-F238E27FC236}">
                <a16:creationId xmlns:a16="http://schemas.microsoft.com/office/drawing/2014/main" id="{0B5C1AA6-9114-4299-9043-48BAEBB20901}"/>
              </a:ext>
            </a:extLst>
          </p:cNvPr>
          <p:cNvSpPr>
            <a:spLocks noGrp="1"/>
          </p:cNvSpPr>
          <p:nvPr/>
        </p:nvSpPr>
        <p:spPr>
          <a:xfrm>
            <a:off x="1457502" y="5613389"/>
            <a:ext cx="234136" cy="26792"/>
          </a:xfrm>
          <a:custGeom>
            <a:avLst/>
            <a:gdLst/>
            <a:ahLst/>
            <a:cxnLst/>
            <a:rect l="0" t="0" r="0" b="0"/>
            <a:pathLst>
              <a:path w="234136" h="26792">
                <a:moveTo>
                  <a:pt x="0" y="26792"/>
                </a:moveTo>
                <a:lnTo>
                  <a:pt x="234136" y="0"/>
                </a:lnTo>
              </a:path>
            </a:pathLst>
          </a:custGeom>
          <a:noFill/>
          <a:ln w="3429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10" name="lumia-token-stream-curve">
            <a:extLst>
              <a:ext uri="{FF2B5EF4-FFF2-40B4-BE49-F238E27FC236}">
                <a16:creationId xmlns:a16="http://schemas.microsoft.com/office/drawing/2014/main" id="{2DD9676D-DB6C-4EB4-9293-212E457E089A}"/>
              </a:ext>
            </a:extLst>
          </p:cNvPr>
          <p:cNvSpPr>
            <a:spLocks noGrp="1"/>
          </p:cNvSpPr>
          <p:nvPr/>
        </p:nvSpPr>
        <p:spPr>
          <a:xfrm>
            <a:off x="1691638" y="5581017"/>
            <a:ext cx="237317" cy="32372"/>
          </a:xfrm>
          <a:custGeom>
            <a:avLst/>
            <a:gdLst/>
            <a:ahLst/>
            <a:cxnLst/>
            <a:rect l="0" t="0" r="0" b="0"/>
            <a:pathLst>
              <a:path w="237317" h="32372">
                <a:moveTo>
                  <a:pt x="0" y="32372"/>
                </a:moveTo>
                <a:lnTo>
                  <a:pt x="237317" y="0"/>
                </a:lnTo>
              </a:path>
            </a:pathLst>
          </a:custGeom>
          <a:noFill/>
          <a:ln w="3429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11" name="lumia-token-stream-curve">
            <a:extLst>
              <a:ext uri="{FF2B5EF4-FFF2-40B4-BE49-F238E27FC236}">
                <a16:creationId xmlns:a16="http://schemas.microsoft.com/office/drawing/2014/main" id="{BAA717A0-CE3D-4FE0-9B4E-EE92A81D4893}"/>
              </a:ext>
            </a:extLst>
          </p:cNvPr>
          <p:cNvSpPr>
            <a:spLocks noGrp="1"/>
          </p:cNvSpPr>
          <p:nvPr/>
        </p:nvSpPr>
        <p:spPr>
          <a:xfrm>
            <a:off x="1928955" y="5543929"/>
            <a:ext cx="240415" cy="37088"/>
          </a:xfrm>
          <a:custGeom>
            <a:avLst/>
            <a:gdLst/>
            <a:ahLst/>
            <a:cxnLst/>
            <a:rect l="0" t="0" r="0" b="0"/>
            <a:pathLst>
              <a:path w="240415" h="37088">
                <a:moveTo>
                  <a:pt x="0" y="37088"/>
                </a:moveTo>
                <a:lnTo>
                  <a:pt x="240415" y="0"/>
                </a:lnTo>
              </a:path>
            </a:pathLst>
          </a:custGeom>
          <a:noFill/>
          <a:ln w="3429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12" name="lumia-token-stream-curve">
            <a:extLst>
              <a:ext uri="{FF2B5EF4-FFF2-40B4-BE49-F238E27FC236}">
                <a16:creationId xmlns:a16="http://schemas.microsoft.com/office/drawing/2014/main" id="{BB0553FA-3EFF-4F9F-8510-9464C76E8B93}"/>
              </a:ext>
            </a:extLst>
          </p:cNvPr>
          <p:cNvSpPr>
            <a:spLocks noGrp="1"/>
          </p:cNvSpPr>
          <p:nvPr/>
        </p:nvSpPr>
        <p:spPr>
          <a:xfrm>
            <a:off x="2169370" y="5503382"/>
            <a:ext cx="243431" cy="40546"/>
          </a:xfrm>
          <a:custGeom>
            <a:avLst/>
            <a:gdLst/>
            <a:ahLst/>
            <a:cxnLst/>
            <a:rect l="0" t="0" r="0" b="0"/>
            <a:pathLst>
              <a:path w="243431" h="40546">
                <a:moveTo>
                  <a:pt x="0" y="40546"/>
                </a:moveTo>
                <a:lnTo>
                  <a:pt x="243431" y="0"/>
                </a:lnTo>
              </a:path>
            </a:pathLst>
          </a:custGeom>
          <a:noFill/>
          <a:ln w="3429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13" name="lumia-token-stream-curve">
            <a:extLst>
              <a:ext uri="{FF2B5EF4-FFF2-40B4-BE49-F238E27FC236}">
                <a16:creationId xmlns:a16="http://schemas.microsoft.com/office/drawing/2014/main" id="{539857A6-DA68-44F0-A1CD-CCFA60A0E6AE}"/>
              </a:ext>
            </a:extLst>
          </p:cNvPr>
          <p:cNvSpPr>
            <a:spLocks noGrp="1"/>
          </p:cNvSpPr>
          <p:nvPr/>
        </p:nvSpPr>
        <p:spPr>
          <a:xfrm>
            <a:off x="2412801" y="5460937"/>
            <a:ext cx="246364" cy="42445"/>
          </a:xfrm>
          <a:custGeom>
            <a:avLst/>
            <a:gdLst/>
            <a:ahLst/>
            <a:cxnLst/>
            <a:rect l="0" t="0" r="0" b="0"/>
            <a:pathLst>
              <a:path w="246364" h="42445">
                <a:moveTo>
                  <a:pt x="0" y="42445"/>
                </a:moveTo>
                <a:lnTo>
                  <a:pt x="246364" y="0"/>
                </a:lnTo>
              </a:path>
            </a:pathLst>
          </a:custGeom>
          <a:noFill/>
          <a:ln w="3429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14" name="lumia-token-stream-curve">
            <a:extLst>
              <a:ext uri="{FF2B5EF4-FFF2-40B4-BE49-F238E27FC236}">
                <a16:creationId xmlns:a16="http://schemas.microsoft.com/office/drawing/2014/main" id="{08F7AFFB-5FB1-4A47-B45C-94EF09E365AA}"/>
              </a:ext>
            </a:extLst>
          </p:cNvPr>
          <p:cNvSpPr>
            <a:spLocks noGrp="1"/>
          </p:cNvSpPr>
          <p:nvPr/>
        </p:nvSpPr>
        <p:spPr>
          <a:xfrm>
            <a:off x="2659165" y="5418321"/>
            <a:ext cx="249215" cy="42617"/>
          </a:xfrm>
          <a:custGeom>
            <a:avLst/>
            <a:gdLst/>
            <a:ahLst/>
            <a:cxnLst/>
            <a:rect l="0" t="0" r="0" b="0"/>
            <a:pathLst>
              <a:path w="249215" h="42617">
                <a:moveTo>
                  <a:pt x="0" y="42617"/>
                </a:moveTo>
                <a:lnTo>
                  <a:pt x="249215" y="0"/>
                </a:lnTo>
              </a:path>
            </a:pathLst>
          </a:custGeom>
          <a:noFill/>
          <a:ln w="3429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15" name="lumia-token-stream-curve">
            <a:extLst>
              <a:ext uri="{FF2B5EF4-FFF2-40B4-BE49-F238E27FC236}">
                <a16:creationId xmlns:a16="http://schemas.microsoft.com/office/drawing/2014/main" id="{28AEF127-E31F-48C8-9DAD-6257FA003049}"/>
              </a:ext>
            </a:extLst>
          </p:cNvPr>
          <p:cNvSpPr>
            <a:spLocks noGrp="1"/>
          </p:cNvSpPr>
          <p:nvPr/>
        </p:nvSpPr>
        <p:spPr>
          <a:xfrm>
            <a:off x="2908380" y="5377260"/>
            <a:ext cx="251984" cy="41060"/>
          </a:xfrm>
          <a:custGeom>
            <a:avLst/>
            <a:gdLst/>
            <a:ahLst/>
            <a:cxnLst/>
            <a:rect l="0" t="0" r="0" b="0"/>
            <a:pathLst>
              <a:path w="251984" h="41060">
                <a:moveTo>
                  <a:pt x="0" y="41060"/>
                </a:moveTo>
                <a:lnTo>
                  <a:pt x="251984" y="0"/>
                </a:lnTo>
              </a:path>
            </a:pathLst>
          </a:custGeom>
          <a:noFill/>
          <a:ln w="3429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16" name="lumia-token-stream-curve">
            <a:extLst>
              <a:ext uri="{FF2B5EF4-FFF2-40B4-BE49-F238E27FC236}">
                <a16:creationId xmlns:a16="http://schemas.microsoft.com/office/drawing/2014/main" id="{2EE73ABE-E48F-45F2-BFF9-36A9A57DE47F}"/>
              </a:ext>
            </a:extLst>
          </p:cNvPr>
          <p:cNvSpPr>
            <a:spLocks noGrp="1"/>
          </p:cNvSpPr>
          <p:nvPr/>
        </p:nvSpPr>
        <p:spPr>
          <a:xfrm>
            <a:off x="3160364" y="5339302"/>
            <a:ext cx="254670" cy="37958"/>
          </a:xfrm>
          <a:custGeom>
            <a:avLst/>
            <a:gdLst/>
            <a:ahLst/>
            <a:cxnLst/>
            <a:rect l="0" t="0" r="0" b="0"/>
            <a:pathLst>
              <a:path w="254670" h="37958">
                <a:moveTo>
                  <a:pt x="0" y="37958"/>
                </a:moveTo>
                <a:lnTo>
                  <a:pt x="254670" y="0"/>
                </a:lnTo>
              </a:path>
            </a:pathLst>
          </a:custGeom>
          <a:noFill/>
          <a:ln w="3429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17" name="lumia-token-stream-curve">
            <a:extLst>
              <a:ext uri="{FF2B5EF4-FFF2-40B4-BE49-F238E27FC236}">
                <a16:creationId xmlns:a16="http://schemas.microsoft.com/office/drawing/2014/main" id="{BF66C2FD-9948-48E5-B25F-F6C719766EEC}"/>
              </a:ext>
            </a:extLst>
          </p:cNvPr>
          <p:cNvSpPr>
            <a:spLocks noGrp="1"/>
          </p:cNvSpPr>
          <p:nvPr/>
        </p:nvSpPr>
        <p:spPr>
          <a:xfrm>
            <a:off x="3415034" y="5305628"/>
            <a:ext cx="257273" cy="33673"/>
          </a:xfrm>
          <a:custGeom>
            <a:avLst/>
            <a:gdLst/>
            <a:ahLst/>
            <a:cxnLst/>
            <a:rect l="0" t="0" r="0" b="0"/>
            <a:pathLst>
              <a:path w="257273" h="33673">
                <a:moveTo>
                  <a:pt x="0" y="33673"/>
                </a:moveTo>
                <a:lnTo>
                  <a:pt x="257273" y="0"/>
                </a:lnTo>
              </a:path>
            </a:pathLst>
          </a:custGeom>
          <a:noFill/>
          <a:ln w="3429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18" name="lumia-token-stream-curve">
            <a:extLst>
              <a:ext uri="{FF2B5EF4-FFF2-40B4-BE49-F238E27FC236}">
                <a16:creationId xmlns:a16="http://schemas.microsoft.com/office/drawing/2014/main" id="{DDDD4780-3EB1-43DA-9523-757F2DB84261}"/>
              </a:ext>
            </a:extLst>
          </p:cNvPr>
          <p:cNvSpPr>
            <a:spLocks noGrp="1"/>
          </p:cNvSpPr>
          <p:nvPr/>
        </p:nvSpPr>
        <p:spPr>
          <a:xfrm>
            <a:off x="3672307" y="5276905"/>
            <a:ext cx="259794" cy="28723"/>
          </a:xfrm>
          <a:custGeom>
            <a:avLst/>
            <a:gdLst/>
            <a:ahLst/>
            <a:cxnLst/>
            <a:rect l="0" t="0" r="0" b="0"/>
            <a:pathLst>
              <a:path w="259794" h="28723">
                <a:moveTo>
                  <a:pt x="0" y="28723"/>
                </a:moveTo>
                <a:lnTo>
                  <a:pt x="259794" y="0"/>
                </a:lnTo>
              </a:path>
            </a:pathLst>
          </a:custGeom>
          <a:noFill/>
          <a:ln w="3429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19" name="lumia-token-stream-curve">
            <a:extLst>
              <a:ext uri="{FF2B5EF4-FFF2-40B4-BE49-F238E27FC236}">
                <a16:creationId xmlns:a16="http://schemas.microsoft.com/office/drawing/2014/main" id="{8990EAB0-9D0F-4439-ACEC-53A1232233CC}"/>
              </a:ext>
            </a:extLst>
          </p:cNvPr>
          <p:cNvSpPr>
            <a:spLocks noGrp="1"/>
          </p:cNvSpPr>
          <p:nvPr/>
        </p:nvSpPr>
        <p:spPr>
          <a:xfrm>
            <a:off x="3932101" y="5253171"/>
            <a:ext cx="262233" cy="23734"/>
          </a:xfrm>
          <a:custGeom>
            <a:avLst/>
            <a:gdLst/>
            <a:ahLst/>
            <a:cxnLst/>
            <a:rect l="0" t="0" r="0" b="0"/>
            <a:pathLst>
              <a:path w="262233" h="23734">
                <a:moveTo>
                  <a:pt x="0" y="23734"/>
                </a:moveTo>
                <a:lnTo>
                  <a:pt x="262233" y="0"/>
                </a:lnTo>
              </a:path>
            </a:pathLst>
          </a:custGeom>
          <a:noFill/>
          <a:ln w="3440">
            <a:solidFill>
              <a:srgbClr val="A33F64">
                <a:alpha val="2000"/>
              </a:srgbClr>
            </a:solidFill>
            <a:prstDash val="solid"/>
          </a:ln>
        </p:spPr>
      </p:sp>
      <p:sp>
        <p:nvSpPr>
          <p:cNvPr id="20" name="lumia-token-stream-curve">
            <a:extLst>
              <a:ext uri="{FF2B5EF4-FFF2-40B4-BE49-F238E27FC236}">
                <a16:creationId xmlns:a16="http://schemas.microsoft.com/office/drawing/2014/main" id="{91723C4A-7BC4-475F-9B6C-301CA15CE25F}"/>
              </a:ext>
            </a:extLst>
          </p:cNvPr>
          <p:cNvSpPr>
            <a:spLocks noGrp="1"/>
          </p:cNvSpPr>
          <p:nvPr/>
        </p:nvSpPr>
        <p:spPr>
          <a:xfrm>
            <a:off x="4194334" y="5233796"/>
            <a:ext cx="264589" cy="19375"/>
          </a:xfrm>
          <a:custGeom>
            <a:avLst/>
            <a:gdLst/>
            <a:ahLst/>
            <a:cxnLst/>
            <a:rect l="0" t="0" r="0" b="0"/>
            <a:pathLst>
              <a:path w="264589" h="19375">
                <a:moveTo>
                  <a:pt x="0" y="19375"/>
                </a:moveTo>
                <a:lnTo>
                  <a:pt x="264589" y="0"/>
                </a:lnTo>
              </a:path>
            </a:pathLst>
          </a:custGeom>
          <a:noFill/>
          <a:ln w="3464">
            <a:solidFill>
              <a:srgbClr val="B0405B">
                <a:alpha val="2000"/>
              </a:srgbClr>
            </a:solidFill>
            <a:prstDash val="solid"/>
          </a:ln>
        </p:spPr>
      </p:sp>
      <p:sp>
        <p:nvSpPr>
          <p:cNvPr id="21" name="lumia-token-stream-curve">
            <a:extLst>
              <a:ext uri="{FF2B5EF4-FFF2-40B4-BE49-F238E27FC236}">
                <a16:creationId xmlns:a16="http://schemas.microsoft.com/office/drawing/2014/main" id="{3F7CE492-71BB-4890-94D7-3F12A6D58C3E}"/>
              </a:ext>
            </a:extLst>
          </p:cNvPr>
          <p:cNvSpPr>
            <a:spLocks noGrp="1"/>
          </p:cNvSpPr>
          <p:nvPr/>
        </p:nvSpPr>
        <p:spPr>
          <a:xfrm>
            <a:off x="4458923" y="5217515"/>
            <a:ext cx="266862" cy="16281"/>
          </a:xfrm>
          <a:custGeom>
            <a:avLst/>
            <a:gdLst/>
            <a:ahLst/>
            <a:cxnLst/>
            <a:rect l="0" t="0" r="0" b="0"/>
            <a:pathLst>
              <a:path w="266862" h="16281">
                <a:moveTo>
                  <a:pt x="0" y="16281"/>
                </a:moveTo>
                <a:lnTo>
                  <a:pt x="266862" y="0"/>
                </a:lnTo>
              </a:path>
            </a:pathLst>
          </a:custGeom>
          <a:noFill/>
          <a:ln w="3500">
            <a:solidFill>
              <a:srgbClr val="BD4153">
                <a:alpha val="2000"/>
              </a:srgbClr>
            </a:solidFill>
            <a:prstDash val="solid"/>
          </a:ln>
        </p:spPr>
      </p:sp>
      <p:sp>
        <p:nvSpPr>
          <p:cNvPr id="22" name="lumia-token-stream-curve">
            <a:extLst>
              <a:ext uri="{FF2B5EF4-FFF2-40B4-BE49-F238E27FC236}">
                <a16:creationId xmlns:a16="http://schemas.microsoft.com/office/drawing/2014/main" id="{1CC7942E-74F4-44DB-B75D-7AD523DD54C3}"/>
              </a:ext>
            </a:extLst>
          </p:cNvPr>
          <p:cNvSpPr>
            <a:spLocks noGrp="1"/>
          </p:cNvSpPr>
          <p:nvPr/>
        </p:nvSpPr>
        <p:spPr>
          <a:xfrm>
            <a:off x="4725785" y="5202541"/>
            <a:ext cx="269053" cy="14974"/>
          </a:xfrm>
          <a:custGeom>
            <a:avLst/>
            <a:gdLst/>
            <a:ahLst/>
            <a:cxnLst/>
            <a:rect l="0" t="0" r="0" b="0"/>
            <a:pathLst>
              <a:path w="269053" h="14974">
                <a:moveTo>
                  <a:pt x="0" y="14974"/>
                </a:moveTo>
                <a:lnTo>
                  <a:pt x="269053" y="0"/>
                </a:lnTo>
              </a:path>
            </a:pathLst>
          </a:custGeom>
          <a:noFill/>
          <a:ln w="3547">
            <a:solidFill>
              <a:srgbClr val="CA414A">
                <a:alpha val="2000"/>
              </a:srgbClr>
            </a:solidFill>
            <a:prstDash val="solid"/>
          </a:ln>
        </p:spPr>
      </p:sp>
      <p:sp>
        <p:nvSpPr>
          <p:cNvPr id="23" name="lumia-token-stream-curve">
            <a:extLst>
              <a:ext uri="{FF2B5EF4-FFF2-40B4-BE49-F238E27FC236}">
                <a16:creationId xmlns:a16="http://schemas.microsoft.com/office/drawing/2014/main" id="{013F5DA5-A828-4469-81A6-770F6BE091B0}"/>
              </a:ext>
            </a:extLst>
          </p:cNvPr>
          <p:cNvSpPr>
            <a:spLocks noGrp="1"/>
          </p:cNvSpPr>
          <p:nvPr/>
        </p:nvSpPr>
        <p:spPr>
          <a:xfrm>
            <a:off x="4994839" y="5186752"/>
            <a:ext cx="271162" cy="15789"/>
          </a:xfrm>
          <a:custGeom>
            <a:avLst/>
            <a:gdLst/>
            <a:ahLst/>
            <a:cxnLst/>
            <a:rect l="0" t="0" r="0" b="0"/>
            <a:pathLst>
              <a:path w="271162" h="15789">
                <a:moveTo>
                  <a:pt x="0" y="15789"/>
                </a:moveTo>
                <a:lnTo>
                  <a:pt x="271162" y="0"/>
                </a:lnTo>
              </a:path>
            </a:pathLst>
          </a:custGeom>
          <a:noFill/>
          <a:ln w="3604">
            <a:solidFill>
              <a:srgbClr val="D74242">
                <a:alpha val="2000"/>
              </a:srgbClr>
            </a:solidFill>
            <a:prstDash val="solid"/>
          </a:ln>
        </p:spPr>
      </p:sp>
      <p:sp>
        <p:nvSpPr>
          <p:cNvPr id="24" name="lumia-token-stream-curve">
            <a:extLst>
              <a:ext uri="{FF2B5EF4-FFF2-40B4-BE49-F238E27FC236}">
                <a16:creationId xmlns:a16="http://schemas.microsoft.com/office/drawing/2014/main" id="{1EE8EA54-654E-472A-8942-8A672152A234}"/>
              </a:ext>
            </a:extLst>
          </p:cNvPr>
          <p:cNvSpPr>
            <a:spLocks noGrp="1"/>
          </p:cNvSpPr>
          <p:nvPr/>
        </p:nvSpPr>
        <p:spPr>
          <a:xfrm>
            <a:off x="5266001" y="5167933"/>
            <a:ext cx="273188" cy="18819"/>
          </a:xfrm>
          <a:custGeom>
            <a:avLst/>
            <a:gdLst/>
            <a:ahLst/>
            <a:cxnLst/>
            <a:rect l="0" t="0" r="0" b="0"/>
            <a:pathLst>
              <a:path w="273188" h="18819">
                <a:moveTo>
                  <a:pt x="0" y="18819"/>
                </a:moveTo>
                <a:lnTo>
                  <a:pt x="273188" y="0"/>
                </a:lnTo>
              </a:path>
            </a:pathLst>
          </a:custGeom>
          <a:noFill/>
          <a:ln w="3671">
            <a:solidFill>
              <a:srgbClr val="E44339">
                <a:alpha val="2000"/>
              </a:srgbClr>
            </a:solidFill>
            <a:prstDash val="solid"/>
          </a:ln>
        </p:spPr>
      </p:sp>
      <p:sp>
        <p:nvSpPr>
          <p:cNvPr id="25" name="lumia-token-stream-curve">
            <a:extLst>
              <a:ext uri="{FF2B5EF4-FFF2-40B4-BE49-F238E27FC236}">
                <a16:creationId xmlns:a16="http://schemas.microsoft.com/office/drawing/2014/main" id="{A30B90AA-21F5-483C-9699-100499789761}"/>
              </a:ext>
            </a:extLst>
          </p:cNvPr>
          <p:cNvSpPr>
            <a:spLocks noGrp="1"/>
          </p:cNvSpPr>
          <p:nvPr/>
        </p:nvSpPr>
        <p:spPr>
          <a:xfrm>
            <a:off x="5539189" y="5144046"/>
            <a:ext cx="275132" cy="23887"/>
          </a:xfrm>
          <a:custGeom>
            <a:avLst/>
            <a:gdLst/>
            <a:ahLst/>
            <a:cxnLst/>
            <a:rect l="0" t="0" r="0" b="0"/>
            <a:pathLst>
              <a:path w="275132" h="23887">
                <a:moveTo>
                  <a:pt x="0" y="23887"/>
                </a:moveTo>
                <a:lnTo>
                  <a:pt x="275132" y="0"/>
                </a:lnTo>
              </a:path>
            </a:pathLst>
          </a:custGeom>
          <a:noFill/>
          <a:ln w="3746">
            <a:solidFill>
              <a:srgbClr val="EB4833">
                <a:alpha val="2000"/>
              </a:srgbClr>
            </a:solidFill>
            <a:prstDash val="solid"/>
          </a:ln>
        </p:spPr>
      </p:sp>
      <p:sp>
        <p:nvSpPr>
          <p:cNvPr id="26" name="lumia-token-stream-curve">
            <a:extLst>
              <a:ext uri="{FF2B5EF4-FFF2-40B4-BE49-F238E27FC236}">
                <a16:creationId xmlns:a16="http://schemas.microsoft.com/office/drawing/2014/main" id="{042DF5E2-A4BC-433F-9FD9-5DB1A84368E2}"/>
              </a:ext>
            </a:extLst>
          </p:cNvPr>
          <p:cNvSpPr>
            <a:spLocks noGrp="1"/>
          </p:cNvSpPr>
          <p:nvPr/>
        </p:nvSpPr>
        <p:spPr>
          <a:xfrm>
            <a:off x="5814320" y="5113495"/>
            <a:ext cx="276993" cy="30552"/>
          </a:xfrm>
          <a:custGeom>
            <a:avLst/>
            <a:gdLst/>
            <a:ahLst/>
            <a:cxnLst/>
            <a:rect l="0" t="0" r="0" b="0"/>
            <a:pathLst>
              <a:path w="276993" h="30552">
                <a:moveTo>
                  <a:pt x="0" y="30552"/>
                </a:moveTo>
                <a:lnTo>
                  <a:pt x="276993" y="0"/>
                </a:lnTo>
              </a:path>
            </a:pathLst>
          </a:custGeom>
          <a:noFill/>
          <a:ln w="3828">
            <a:solidFill>
              <a:srgbClr val="EC532F">
                <a:alpha val="2000"/>
              </a:srgbClr>
            </a:solidFill>
            <a:prstDash val="solid"/>
          </a:ln>
        </p:spPr>
      </p:sp>
      <p:sp>
        <p:nvSpPr>
          <p:cNvPr id="27" name="lumia-token-stream-curve">
            <a:extLst>
              <a:ext uri="{FF2B5EF4-FFF2-40B4-BE49-F238E27FC236}">
                <a16:creationId xmlns:a16="http://schemas.microsoft.com/office/drawing/2014/main" id="{3C7B32F2-4DC2-40E1-A824-B0CFD4BF5CCB}"/>
              </a:ext>
            </a:extLst>
          </p:cNvPr>
          <p:cNvSpPr>
            <a:spLocks noGrp="1"/>
          </p:cNvSpPr>
          <p:nvPr/>
        </p:nvSpPr>
        <p:spPr>
          <a:xfrm>
            <a:off x="6091313" y="5075349"/>
            <a:ext cx="278771" cy="38145"/>
          </a:xfrm>
          <a:custGeom>
            <a:avLst/>
            <a:gdLst/>
            <a:ahLst/>
            <a:cxnLst/>
            <a:rect l="0" t="0" r="0" b="0"/>
            <a:pathLst>
              <a:path w="278771" h="38145">
                <a:moveTo>
                  <a:pt x="0" y="38145"/>
                </a:moveTo>
                <a:lnTo>
                  <a:pt x="278771" y="0"/>
                </a:lnTo>
              </a:path>
            </a:pathLst>
          </a:custGeom>
          <a:noFill/>
          <a:ln w="3916">
            <a:solidFill>
              <a:srgbClr val="EE5E2A">
                <a:alpha val="2000"/>
              </a:srgbClr>
            </a:solidFill>
            <a:prstDash val="solid"/>
          </a:ln>
        </p:spPr>
      </p:sp>
      <p:sp>
        <p:nvSpPr>
          <p:cNvPr id="28" name="lumia-token-stream-curve">
            <a:extLst>
              <a:ext uri="{FF2B5EF4-FFF2-40B4-BE49-F238E27FC236}">
                <a16:creationId xmlns:a16="http://schemas.microsoft.com/office/drawing/2014/main" id="{F581F329-92B2-459E-BB98-A6854414D581}"/>
              </a:ext>
            </a:extLst>
          </p:cNvPr>
          <p:cNvSpPr>
            <a:spLocks noGrp="1"/>
          </p:cNvSpPr>
          <p:nvPr/>
        </p:nvSpPr>
        <p:spPr>
          <a:xfrm>
            <a:off x="6370085" y="5029499"/>
            <a:ext cx="280468" cy="45850"/>
          </a:xfrm>
          <a:custGeom>
            <a:avLst/>
            <a:gdLst/>
            <a:ahLst/>
            <a:cxnLst/>
            <a:rect l="0" t="0" r="0" b="0"/>
            <a:pathLst>
              <a:path w="280468" h="45850">
                <a:moveTo>
                  <a:pt x="0" y="45850"/>
                </a:moveTo>
                <a:lnTo>
                  <a:pt x="280468" y="0"/>
                </a:lnTo>
              </a:path>
            </a:pathLst>
          </a:custGeom>
          <a:noFill/>
          <a:ln w="4010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29" name="lumia-token-stream-curve">
            <a:extLst>
              <a:ext uri="{FF2B5EF4-FFF2-40B4-BE49-F238E27FC236}">
                <a16:creationId xmlns:a16="http://schemas.microsoft.com/office/drawing/2014/main" id="{DF248AA9-CCBF-44A3-9939-A9C851121A41}"/>
              </a:ext>
            </a:extLst>
          </p:cNvPr>
          <p:cNvSpPr>
            <a:spLocks noGrp="1"/>
          </p:cNvSpPr>
          <p:nvPr/>
        </p:nvSpPr>
        <p:spPr>
          <a:xfrm>
            <a:off x="6650552" y="4976705"/>
            <a:ext cx="282081" cy="52794"/>
          </a:xfrm>
          <a:custGeom>
            <a:avLst/>
            <a:gdLst/>
            <a:ahLst/>
            <a:cxnLst/>
            <a:rect l="0" t="0" r="0" b="0"/>
            <a:pathLst>
              <a:path w="282081" h="52794">
                <a:moveTo>
                  <a:pt x="0" y="52794"/>
                </a:moveTo>
                <a:lnTo>
                  <a:pt x="282081" y="0"/>
                </a:lnTo>
              </a:path>
            </a:pathLst>
          </a:custGeom>
          <a:noFill/>
          <a:ln w="4108">
            <a:solidFill>
              <a:srgbClr val="F17322">
                <a:alpha val="3000"/>
              </a:srgbClr>
            </a:solidFill>
            <a:prstDash val="solid"/>
          </a:ln>
        </p:spPr>
      </p:sp>
      <p:sp>
        <p:nvSpPr>
          <p:cNvPr id="30" name="lumia-token-stream-curve">
            <a:extLst>
              <a:ext uri="{FF2B5EF4-FFF2-40B4-BE49-F238E27FC236}">
                <a16:creationId xmlns:a16="http://schemas.microsoft.com/office/drawing/2014/main" id="{1A198459-5472-4923-8DDD-6C2497BA6E6A}"/>
              </a:ext>
            </a:extLst>
          </p:cNvPr>
          <p:cNvSpPr>
            <a:spLocks noGrp="1"/>
          </p:cNvSpPr>
          <p:nvPr/>
        </p:nvSpPr>
        <p:spPr>
          <a:xfrm>
            <a:off x="6932633" y="4918539"/>
            <a:ext cx="283612" cy="58166"/>
          </a:xfrm>
          <a:custGeom>
            <a:avLst/>
            <a:gdLst/>
            <a:ahLst/>
            <a:cxnLst/>
            <a:rect l="0" t="0" r="0" b="0"/>
            <a:pathLst>
              <a:path w="283612" h="58166">
                <a:moveTo>
                  <a:pt x="0" y="58166"/>
                </a:moveTo>
                <a:lnTo>
                  <a:pt x="283612" y="0"/>
                </a:lnTo>
              </a:path>
            </a:pathLst>
          </a:custGeom>
          <a:noFill/>
          <a:ln w="4209">
            <a:solidFill>
              <a:srgbClr val="F27E1E">
                <a:alpha val="3000"/>
              </a:srgbClr>
            </a:solidFill>
            <a:prstDash val="solid"/>
          </a:ln>
        </p:spPr>
      </p:sp>
      <p:sp>
        <p:nvSpPr>
          <p:cNvPr id="31" name="lumia-token-stream-curve">
            <a:extLst>
              <a:ext uri="{FF2B5EF4-FFF2-40B4-BE49-F238E27FC236}">
                <a16:creationId xmlns:a16="http://schemas.microsoft.com/office/drawing/2014/main" id="{D1649D93-F59E-4ECE-B1EC-7088BA2E31E6}"/>
              </a:ext>
            </a:extLst>
          </p:cNvPr>
          <p:cNvSpPr>
            <a:spLocks noGrp="1"/>
          </p:cNvSpPr>
          <p:nvPr/>
        </p:nvSpPr>
        <p:spPr>
          <a:xfrm>
            <a:off x="7216246" y="4857214"/>
            <a:ext cx="285061" cy="61326"/>
          </a:xfrm>
          <a:custGeom>
            <a:avLst/>
            <a:gdLst/>
            <a:ahLst/>
            <a:cxnLst/>
            <a:rect l="0" t="0" r="0" b="0"/>
            <a:pathLst>
              <a:path w="285061" h="61326">
                <a:moveTo>
                  <a:pt x="0" y="61326"/>
                </a:moveTo>
                <a:lnTo>
                  <a:pt x="285061" y="0"/>
                </a:lnTo>
              </a:path>
            </a:pathLst>
          </a:custGeom>
          <a:noFill/>
          <a:ln w="4313">
            <a:solidFill>
              <a:srgbClr val="F48919">
                <a:alpha val="3000"/>
              </a:srgbClr>
            </a:solidFill>
            <a:prstDash val="solid"/>
          </a:ln>
        </p:spPr>
      </p:sp>
      <p:sp>
        <p:nvSpPr>
          <p:cNvPr id="32" name="lumia-token-stream-curve">
            <a:extLst>
              <a:ext uri="{FF2B5EF4-FFF2-40B4-BE49-F238E27FC236}">
                <a16:creationId xmlns:a16="http://schemas.microsoft.com/office/drawing/2014/main" id="{C1761681-9BB1-4399-B3E1-4A28A6F54EEA}"/>
              </a:ext>
            </a:extLst>
          </p:cNvPr>
          <p:cNvSpPr>
            <a:spLocks noGrp="1"/>
          </p:cNvSpPr>
          <p:nvPr/>
        </p:nvSpPr>
        <p:spPr>
          <a:xfrm>
            <a:off x="7501307" y="4795317"/>
            <a:ext cx="286427" cy="61896"/>
          </a:xfrm>
          <a:custGeom>
            <a:avLst/>
            <a:gdLst/>
            <a:ahLst/>
            <a:cxnLst/>
            <a:rect l="0" t="0" r="0" b="0"/>
            <a:pathLst>
              <a:path w="286427" h="61896">
                <a:moveTo>
                  <a:pt x="0" y="61896"/>
                </a:moveTo>
                <a:lnTo>
                  <a:pt x="286427" y="0"/>
                </a:lnTo>
              </a:path>
            </a:pathLst>
          </a:custGeom>
          <a:noFill/>
          <a:ln w="4418">
            <a:solidFill>
              <a:srgbClr val="F59415">
                <a:alpha val="3000"/>
              </a:srgbClr>
            </a:solidFill>
            <a:prstDash val="solid"/>
          </a:ln>
        </p:spPr>
      </p:sp>
      <p:sp>
        <p:nvSpPr>
          <p:cNvPr id="33" name="lumia-token-stream-curve">
            <a:extLst>
              <a:ext uri="{FF2B5EF4-FFF2-40B4-BE49-F238E27FC236}">
                <a16:creationId xmlns:a16="http://schemas.microsoft.com/office/drawing/2014/main" id="{FB565338-A3E8-4E58-956A-10A61B0D67AB}"/>
              </a:ext>
            </a:extLst>
          </p:cNvPr>
          <p:cNvSpPr>
            <a:spLocks noGrp="1"/>
          </p:cNvSpPr>
          <p:nvPr/>
        </p:nvSpPr>
        <p:spPr>
          <a:xfrm>
            <a:off x="7787734" y="4735487"/>
            <a:ext cx="287711" cy="59830"/>
          </a:xfrm>
          <a:custGeom>
            <a:avLst/>
            <a:gdLst/>
            <a:ahLst/>
            <a:cxnLst/>
            <a:rect l="0" t="0" r="0" b="0"/>
            <a:pathLst>
              <a:path w="287711" h="59830">
                <a:moveTo>
                  <a:pt x="0" y="59830"/>
                </a:moveTo>
                <a:lnTo>
                  <a:pt x="287711" y="0"/>
                </a:lnTo>
              </a:path>
            </a:pathLst>
          </a:custGeom>
          <a:noFill/>
          <a:ln w="4524">
            <a:solidFill>
              <a:srgbClr val="F79E11">
                <a:alpha val="3000"/>
              </a:srgbClr>
            </a:solidFill>
            <a:prstDash val="solid"/>
          </a:ln>
        </p:spPr>
      </p:sp>
      <p:sp>
        <p:nvSpPr>
          <p:cNvPr id="34" name="lumia-token-stream-curve">
            <a:extLst>
              <a:ext uri="{FF2B5EF4-FFF2-40B4-BE49-F238E27FC236}">
                <a16:creationId xmlns:a16="http://schemas.microsoft.com/office/drawing/2014/main" id="{F28C5519-DA04-447C-8E66-62912E8A4805}"/>
              </a:ext>
            </a:extLst>
          </p:cNvPr>
          <p:cNvSpPr>
            <a:spLocks noGrp="1"/>
          </p:cNvSpPr>
          <p:nvPr/>
        </p:nvSpPr>
        <p:spPr>
          <a:xfrm>
            <a:off x="8075445" y="4680059"/>
            <a:ext cx="288912" cy="55428"/>
          </a:xfrm>
          <a:custGeom>
            <a:avLst/>
            <a:gdLst/>
            <a:ahLst/>
            <a:cxnLst/>
            <a:rect l="0" t="0" r="0" b="0"/>
            <a:pathLst>
              <a:path w="288912" h="55428">
                <a:moveTo>
                  <a:pt x="0" y="55428"/>
                </a:moveTo>
                <a:lnTo>
                  <a:pt x="288912" y="0"/>
                </a:lnTo>
              </a:path>
            </a:pathLst>
          </a:custGeom>
          <a:noFill/>
          <a:ln w="4628">
            <a:solidFill>
              <a:srgbClr val="F8A90C">
                <a:alpha val="3000"/>
              </a:srgbClr>
            </a:solidFill>
            <a:prstDash val="solid"/>
          </a:ln>
        </p:spPr>
      </p:sp>
      <p:sp>
        <p:nvSpPr>
          <p:cNvPr id="35" name="lumia-token-stream-curve">
            <a:extLst>
              <a:ext uri="{FF2B5EF4-FFF2-40B4-BE49-F238E27FC236}">
                <a16:creationId xmlns:a16="http://schemas.microsoft.com/office/drawing/2014/main" id="{4C378FB1-7082-4133-9B36-69C43047D0C2}"/>
              </a:ext>
            </a:extLst>
          </p:cNvPr>
          <p:cNvSpPr>
            <a:spLocks noGrp="1"/>
          </p:cNvSpPr>
          <p:nvPr/>
        </p:nvSpPr>
        <p:spPr>
          <a:xfrm>
            <a:off x="8364358" y="4630751"/>
            <a:ext cx="290031" cy="49309"/>
          </a:xfrm>
          <a:custGeom>
            <a:avLst/>
            <a:gdLst/>
            <a:ahLst/>
            <a:cxnLst/>
            <a:rect l="0" t="0" r="0" b="0"/>
            <a:pathLst>
              <a:path w="290031" h="49309">
                <a:moveTo>
                  <a:pt x="0" y="49309"/>
                </a:moveTo>
                <a:lnTo>
                  <a:pt x="290031" y="0"/>
                </a:lnTo>
              </a:path>
            </a:pathLst>
          </a:custGeom>
          <a:noFill/>
          <a:ln w="4732">
            <a:solidFill>
              <a:srgbClr val="FAB408">
                <a:alpha val="3000"/>
              </a:srgbClr>
            </a:solidFill>
            <a:prstDash val="solid"/>
          </a:ln>
        </p:spPr>
      </p:sp>
      <p:sp>
        <p:nvSpPr>
          <p:cNvPr id="36" name="lumia-token-stream-curve">
            <a:extLst>
              <a:ext uri="{FF2B5EF4-FFF2-40B4-BE49-F238E27FC236}">
                <a16:creationId xmlns:a16="http://schemas.microsoft.com/office/drawing/2014/main" id="{9AEA48BF-B5DB-4B02-826C-1A648985948C}"/>
              </a:ext>
            </a:extLst>
          </p:cNvPr>
          <p:cNvSpPr>
            <a:spLocks noGrp="1"/>
          </p:cNvSpPr>
          <p:nvPr/>
        </p:nvSpPr>
        <p:spPr>
          <a:xfrm>
            <a:off x="8654389" y="4588411"/>
            <a:ext cx="291067" cy="42340"/>
          </a:xfrm>
          <a:custGeom>
            <a:avLst/>
            <a:gdLst/>
            <a:ahLst/>
            <a:cxnLst/>
            <a:rect l="0" t="0" r="0" b="0"/>
            <a:pathLst>
              <a:path w="291067" h="42340">
                <a:moveTo>
                  <a:pt x="0" y="42340"/>
                </a:moveTo>
                <a:lnTo>
                  <a:pt x="291067" y="0"/>
                </a:lnTo>
              </a:path>
            </a:pathLst>
          </a:custGeom>
          <a:noFill/>
          <a:ln w="4832">
            <a:solidFill>
              <a:srgbClr val="F7BC07">
                <a:alpha val="3000"/>
              </a:srgbClr>
            </a:solidFill>
            <a:prstDash val="solid"/>
          </a:ln>
        </p:spPr>
      </p:sp>
      <p:sp>
        <p:nvSpPr>
          <p:cNvPr id="37" name="lumia-token-stream-curve">
            <a:extLst>
              <a:ext uri="{FF2B5EF4-FFF2-40B4-BE49-F238E27FC236}">
                <a16:creationId xmlns:a16="http://schemas.microsoft.com/office/drawing/2014/main" id="{2FCF6CA4-98C6-42EA-81F4-EBCD2606040A}"/>
              </a:ext>
            </a:extLst>
          </p:cNvPr>
          <p:cNvSpPr>
            <a:spLocks noGrp="1"/>
          </p:cNvSpPr>
          <p:nvPr/>
        </p:nvSpPr>
        <p:spPr>
          <a:xfrm>
            <a:off x="8945456" y="4552887"/>
            <a:ext cx="292021" cy="35524"/>
          </a:xfrm>
          <a:custGeom>
            <a:avLst/>
            <a:gdLst/>
            <a:ahLst/>
            <a:cxnLst/>
            <a:rect l="0" t="0" r="0" b="0"/>
            <a:pathLst>
              <a:path w="292021" h="35524">
                <a:moveTo>
                  <a:pt x="0" y="35524"/>
                </a:moveTo>
                <a:lnTo>
                  <a:pt x="292021" y="0"/>
                </a:lnTo>
              </a:path>
            </a:pathLst>
          </a:custGeom>
          <a:noFill/>
          <a:ln w="4929">
            <a:solidFill>
              <a:srgbClr val="E5BA0E">
                <a:alpha val="3000"/>
              </a:srgbClr>
            </a:solidFill>
            <a:prstDash val="solid"/>
          </a:ln>
        </p:spPr>
      </p:sp>
      <p:sp>
        <p:nvSpPr>
          <p:cNvPr id="38" name="lumia-token-stream-curve">
            <a:extLst>
              <a:ext uri="{FF2B5EF4-FFF2-40B4-BE49-F238E27FC236}">
                <a16:creationId xmlns:a16="http://schemas.microsoft.com/office/drawing/2014/main" id="{8A7DB041-DB62-4D76-A57E-962F202E97E3}"/>
              </a:ext>
            </a:extLst>
          </p:cNvPr>
          <p:cNvSpPr>
            <a:spLocks noGrp="1"/>
          </p:cNvSpPr>
          <p:nvPr/>
        </p:nvSpPr>
        <p:spPr>
          <a:xfrm>
            <a:off x="9237477" y="4523027"/>
            <a:ext cx="292892" cy="29860"/>
          </a:xfrm>
          <a:custGeom>
            <a:avLst/>
            <a:gdLst/>
            <a:ahLst/>
            <a:cxnLst/>
            <a:rect l="0" t="0" r="0" b="0"/>
            <a:pathLst>
              <a:path w="292892" h="29860">
                <a:moveTo>
                  <a:pt x="0" y="29860"/>
                </a:moveTo>
                <a:lnTo>
                  <a:pt x="292892" y="0"/>
                </a:lnTo>
              </a:path>
            </a:pathLst>
          </a:custGeom>
          <a:noFill/>
          <a:ln w="5022">
            <a:solidFill>
              <a:srgbClr val="D3B815">
                <a:alpha val="3000"/>
              </a:srgbClr>
            </a:solidFill>
            <a:prstDash val="solid"/>
          </a:ln>
        </p:spPr>
      </p:sp>
      <p:sp>
        <p:nvSpPr>
          <p:cNvPr id="39" name="lumia-token-stream-curve">
            <a:extLst>
              <a:ext uri="{FF2B5EF4-FFF2-40B4-BE49-F238E27FC236}">
                <a16:creationId xmlns:a16="http://schemas.microsoft.com/office/drawing/2014/main" id="{04602CFB-9E7F-4190-9298-BBA67AE6E037}"/>
              </a:ext>
            </a:extLst>
          </p:cNvPr>
          <p:cNvSpPr>
            <a:spLocks noGrp="1"/>
          </p:cNvSpPr>
          <p:nvPr/>
        </p:nvSpPr>
        <p:spPr>
          <a:xfrm>
            <a:off x="9530370" y="4496818"/>
            <a:ext cx="293681" cy="26209"/>
          </a:xfrm>
          <a:custGeom>
            <a:avLst/>
            <a:gdLst/>
            <a:ahLst/>
            <a:cxnLst/>
            <a:rect l="0" t="0" r="0" b="0"/>
            <a:pathLst>
              <a:path w="293681" h="26209">
                <a:moveTo>
                  <a:pt x="0" y="26209"/>
                </a:moveTo>
                <a:lnTo>
                  <a:pt x="293681" y="0"/>
                </a:lnTo>
              </a:path>
            </a:pathLst>
          </a:custGeom>
          <a:noFill/>
          <a:ln w="5109">
            <a:solidFill>
              <a:srgbClr val="C2B61C">
                <a:alpha val="3000"/>
              </a:srgbClr>
            </a:solidFill>
            <a:prstDash val="solid"/>
          </a:ln>
        </p:spPr>
      </p:sp>
      <p:sp>
        <p:nvSpPr>
          <p:cNvPr id="40" name="lumia-token-stream-curve">
            <a:extLst>
              <a:ext uri="{FF2B5EF4-FFF2-40B4-BE49-F238E27FC236}">
                <a16:creationId xmlns:a16="http://schemas.microsoft.com/office/drawing/2014/main" id="{FEC7995A-8284-416F-A8B4-28D3D0F7B400}"/>
              </a:ext>
            </a:extLst>
          </p:cNvPr>
          <p:cNvSpPr>
            <a:spLocks noGrp="1"/>
          </p:cNvSpPr>
          <p:nvPr/>
        </p:nvSpPr>
        <p:spPr>
          <a:xfrm>
            <a:off x="9824051" y="4471653"/>
            <a:ext cx="294388" cy="25165"/>
          </a:xfrm>
          <a:custGeom>
            <a:avLst/>
            <a:gdLst/>
            <a:ahLst/>
            <a:cxnLst/>
            <a:rect l="0" t="0" r="0" b="0"/>
            <a:pathLst>
              <a:path w="294388" h="25165">
                <a:moveTo>
                  <a:pt x="0" y="25165"/>
                </a:moveTo>
                <a:lnTo>
                  <a:pt x="294388" y="0"/>
                </a:lnTo>
              </a:path>
            </a:pathLst>
          </a:custGeom>
          <a:noFill/>
          <a:ln w="5189">
            <a:solidFill>
              <a:srgbClr val="B0B422">
                <a:alpha val="3000"/>
              </a:srgbClr>
            </a:solidFill>
            <a:prstDash val="solid"/>
          </a:ln>
        </p:spPr>
      </p:sp>
      <p:sp>
        <p:nvSpPr>
          <p:cNvPr id="41" name="lumia-token-stream-curve">
            <a:extLst>
              <a:ext uri="{FF2B5EF4-FFF2-40B4-BE49-F238E27FC236}">
                <a16:creationId xmlns:a16="http://schemas.microsoft.com/office/drawing/2014/main" id="{EDCE00E9-2FE3-43BC-BE5F-98485FEC596B}"/>
              </a:ext>
            </a:extLst>
          </p:cNvPr>
          <p:cNvSpPr>
            <a:spLocks noGrp="1"/>
          </p:cNvSpPr>
          <p:nvPr/>
        </p:nvSpPr>
        <p:spPr>
          <a:xfrm>
            <a:off x="10118438" y="4444687"/>
            <a:ext cx="295011" cy="26966"/>
          </a:xfrm>
          <a:custGeom>
            <a:avLst/>
            <a:gdLst/>
            <a:ahLst/>
            <a:cxnLst/>
            <a:rect l="0" t="0" r="0" b="0"/>
            <a:pathLst>
              <a:path w="295011" h="26966">
                <a:moveTo>
                  <a:pt x="0" y="26966"/>
                </a:moveTo>
                <a:lnTo>
                  <a:pt x="295011" y="0"/>
                </a:lnTo>
              </a:path>
            </a:pathLst>
          </a:custGeom>
          <a:noFill/>
          <a:ln w="5262">
            <a:solidFill>
              <a:srgbClr val="9EB329">
                <a:alpha val="3000"/>
              </a:srgbClr>
            </a:solidFill>
            <a:prstDash val="solid"/>
          </a:ln>
        </p:spPr>
      </p:sp>
      <p:sp>
        <p:nvSpPr>
          <p:cNvPr id="42" name="lumia-token-stream-curve">
            <a:extLst>
              <a:ext uri="{FF2B5EF4-FFF2-40B4-BE49-F238E27FC236}">
                <a16:creationId xmlns:a16="http://schemas.microsoft.com/office/drawing/2014/main" id="{C1FBDDF8-7F61-4BA7-9690-597A76EC021D}"/>
              </a:ext>
            </a:extLst>
          </p:cNvPr>
          <p:cNvSpPr>
            <a:spLocks noGrp="1"/>
          </p:cNvSpPr>
          <p:nvPr/>
        </p:nvSpPr>
        <p:spPr>
          <a:xfrm>
            <a:off x="10413450" y="4413234"/>
            <a:ext cx="295553" cy="31454"/>
          </a:xfrm>
          <a:custGeom>
            <a:avLst/>
            <a:gdLst/>
            <a:ahLst/>
            <a:cxnLst/>
            <a:rect l="0" t="0" r="0" b="0"/>
            <a:pathLst>
              <a:path w="295553" h="31454">
                <a:moveTo>
                  <a:pt x="0" y="31454"/>
                </a:moveTo>
                <a:lnTo>
                  <a:pt x="295553" y="0"/>
                </a:lnTo>
              </a:path>
            </a:pathLst>
          </a:custGeom>
          <a:noFill/>
          <a:ln w="5327">
            <a:solidFill>
              <a:srgbClr val="8CB130">
                <a:alpha val="3000"/>
              </a:srgbClr>
            </a:solidFill>
            <a:prstDash val="solid"/>
          </a:ln>
        </p:spPr>
      </p:sp>
      <p:sp>
        <p:nvSpPr>
          <p:cNvPr id="43" name="lumia-token-stream-curve">
            <a:extLst>
              <a:ext uri="{FF2B5EF4-FFF2-40B4-BE49-F238E27FC236}">
                <a16:creationId xmlns:a16="http://schemas.microsoft.com/office/drawing/2014/main" id="{B21A3AF8-46E1-4BD5-AC27-638BA851A94F}"/>
              </a:ext>
            </a:extLst>
          </p:cNvPr>
          <p:cNvSpPr>
            <a:spLocks noGrp="1"/>
          </p:cNvSpPr>
          <p:nvPr/>
        </p:nvSpPr>
        <p:spPr>
          <a:xfrm>
            <a:off x="10709003" y="4375145"/>
            <a:ext cx="296012" cy="38088"/>
          </a:xfrm>
          <a:custGeom>
            <a:avLst/>
            <a:gdLst/>
            <a:ahLst/>
            <a:cxnLst/>
            <a:rect l="0" t="0" r="0" b="0"/>
            <a:pathLst>
              <a:path w="296012" h="38088">
                <a:moveTo>
                  <a:pt x="0" y="38088"/>
                </a:moveTo>
                <a:lnTo>
                  <a:pt x="296012" y="0"/>
                </a:lnTo>
              </a:path>
            </a:pathLst>
          </a:custGeom>
          <a:noFill/>
          <a:ln w="5381">
            <a:solidFill>
              <a:srgbClr val="7BAF37">
                <a:alpha val="4000"/>
              </a:srgbClr>
            </a:solidFill>
            <a:prstDash val="solid"/>
          </a:ln>
        </p:spPr>
      </p:sp>
      <p:sp>
        <p:nvSpPr>
          <p:cNvPr id="44" name="lumia-token-stream-curve">
            <a:extLst>
              <a:ext uri="{FF2B5EF4-FFF2-40B4-BE49-F238E27FC236}">
                <a16:creationId xmlns:a16="http://schemas.microsoft.com/office/drawing/2014/main" id="{F83A031C-2C97-4887-B6AF-93959A5341B6}"/>
              </a:ext>
            </a:extLst>
          </p:cNvPr>
          <p:cNvSpPr>
            <a:spLocks noGrp="1"/>
          </p:cNvSpPr>
          <p:nvPr/>
        </p:nvSpPr>
        <p:spPr>
          <a:xfrm>
            <a:off x="11005014" y="4329126"/>
            <a:ext cx="296388" cy="46019"/>
          </a:xfrm>
          <a:custGeom>
            <a:avLst/>
            <a:gdLst/>
            <a:ahLst/>
            <a:cxnLst/>
            <a:rect l="0" t="0" r="0" b="0"/>
            <a:pathLst>
              <a:path w="296388" h="46019">
                <a:moveTo>
                  <a:pt x="0" y="46019"/>
                </a:moveTo>
                <a:lnTo>
                  <a:pt x="296388" y="0"/>
                </a:lnTo>
              </a:path>
            </a:pathLst>
          </a:custGeom>
          <a:noFill/>
          <a:ln w="5426">
            <a:solidFill>
              <a:srgbClr val="69AD3E">
                <a:alpha val="4000"/>
              </a:srgbClr>
            </a:solidFill>
            <a:prstDash val="solid"/>
          </a:ln>
        </p:spPr>
      </p:sp>
      <p:sp>
        <p:nvSpPr>
          <p:cNvPr id="45" name="lumia-token-stream-curve">
            <a:extLst>
              <a:ext uri="{FF2B5EF4-FFF2-40B4-BE49-F238E27FC236}">
                <a16:creationId xmlns:a16="http://schemas.microsoft.com/office/drawing/2014/main" id="{C71E0AE3-AB66-4413-970A-8FB44C40FC22}"/>
              </a:ext>
            </a:extLst>
          </p:cNvPr>
          <p:cNvSpPr>
            <a:spLocks noGrp="1"/>
          </p:cNvSpPr>
          <p:nvPr/>
        </p:nvSpPr>
        <p:spPr>
          <a:xfrm>
            <a:off x="11301402" y="4274924"/>
            <a:ext cx="296682" cy="54202"/>
          </a:xfrm>
          <a:custGeom>
            <a:avLst/>
            <a:gdLst/>
            <a:ahLst/>
            <a:cxnLst/>
            <a:rect l="0" t="0" r="0" b="0"/>
            <a:pathLst>
              <a:path w="296682" h="54202">
                <a:moveTo>
                  <a:pt x="0" y="54202"/>
                </a:moveTo>
                <a:lnTo>
                  <a:pt x="296682" y="0"/>
                </a:lnTo>
              </a:path>
            </a:pathLst>
          </a:custGeom>
          <a:noFill/>
          <a:ln w="5459">
            <a:solidFill>
              <a:srgbClr val="57AC45">
                <a:alpha val="4000"/>
              </a:srgbClr>
            </a:solidFill>
            <a:prstDash val="solid"/>
          </a:ln>
        </p:spPr>
      </p:sp>
      <p:sp>
        <p:nvSpPr>
          <p:cNvPr id="46" name="lumia-token-stream-curve">
            <a:extLst>
              <a:ext uri="{FF2B5EF4-FFF2-40B4-BE49-F238E27FC236}">
                <a16:creationId xmlns:a16="http://schemas.microsoft.com/office/drawing/2014/main" id="{EAB2BA4D-2343-4C15-B60D-D454122FA7FB}"/>
              </a:ext>
            </a:extLst>
          </p:cNvPr>
          <p:cNvSpPr>
            <a:spLocks noGrp="1"/>
          </p:cNvSpPr>
          <p:nvPr/>
        </p:nvSpPr>
        <p:spPr>
          <a:xfrm>
            <a:off x="11598084" y="4213380"/>
            <a:ext cx="296893" cy="61544"/>
          </a:xfrm>
          <a:custGeom>
            <a:avLst/>
            <a:gdLst/>
            <a:ahLst/>
            <a:cxnLst/>
            <a:rect l="0" t="0" r="0" b="0"/>
            <a:pathLst>
              <a:path w="296893" h="61544">
                <a:moveTo>
                  <a:pt x="0" y="61544"/>
                </a:moveTo>
                <a:lnTo>
                  <a:pt x="296893" y="0"/>
                </a:lnTo>
              </a:path>
            </a:pathLst>
          </a:custGeom>
          <a:noFill/>
          <a:ln w="5479">
            <a:solidFill>
              <a:srgbClr val="46AA4C">
                <a:alpha val="4000"/>
              </a:srgbClr>
            </a:solidFill>
            <a:prstDash val="solid"/>
          </a:ln>
        </p:spPr>
      </p:sp>
      <p:sp>
        <p:nvSpPr>
          <p:cNvPr id="47" name="lumia-token-stream-curve">
            <a:extLst>
              <a:ext uri="{FF2B5EF4-FFF2-40B4-BE49-F238E27FC236}">
                <a16:creationId xmlns:a16="http://schemas.microsoft.com/office/drawing/2014/main" id="{8486E23D-EE58-4EBD-84F7-DDFE181F9978}"/>
              </a:ext>
            </a:extLst>
          </p:cNvPr>
          <p:cNvSpPr>
            <a:spLocks noGrp="1"/>
          </p:cNvSpPr>
          <p:nvPr/>
        </p:nvSpPr>
        <p:spPr>
          <a:xfrm>
            <a:off x="11894978" y="4146318"/>
            <a:ext cx="297022" cy="67062"/>
          </a:xfrm>
          <a:custGeom>
            <a:avLst/>
            <a:gdLst/>
            <a:ahLst/>
            <a:cxnLst/>
            <a:rect l="0" t="0" r="0" b="0"/>
            <a:pathLst>
              <a:path w="297022" h="67062">
                <a:moveTo>
                  <a:pt x="0" y="67062"/>
                </a:moveTo>
                <a:lnTo>
                  <a:pt x="297022" y="0"/>
                </a:lnTo>
              </a:path>
            </a:pathLst>
          </a:custGeom>
          <a:noFill/>
          <a:ln w="5486">
            <a:solidFill>
              <a:srgbClr val="34A853">
                <a:alpha val="4000"/>
              </a:srgbClr>
            </a:solidFill>
            <a:prstDash val="solid"/>
          </a:ln>
        </p:spPr>
      </p:sp>
      <p:sp>
        <p:nvSpPr>
          <p:cNvPr id="48" name="lumia-token-stream-curve">
            <a:extLst>
              <a:ext uri="{FF2B5EF4-FFF2-40B4-BE49-F238E27FC236}">
                <a16:creationId xmlns:a16="http://schemas.microsoft.com/office/drawing/2014/main" id="{0BD0D7A4-C500-4900-937B-299021811443}"/>
              </a:ext>
            </a:extLst>
          </p:cNvPr>
          <p:cNvSpPr>
            <a:spLocks noGrp="1"/>
          </p:cNvSpPr>
          <p:nvPr/>
        </p:nvSpPr>
        <p:spPr>
          <a:xfrm>
            <a:off x="0" y="5926979"/>
            <a:ext cx="122858" cy="9525"/>
          </a:xfrm>
          <a:custGeom>
            <a:avLst/>
            <a:gdLst/>
            <a:ahLst/>
            <a:cxnLst/>
            <a:rect l="0" t="0" r="0" b="0"/>
            <a:pathLst>
              <a:path w="122858" h="9525">
                <a:moveTo>
                  <a:pt x="0" y="7965"/>
                </a:moveTo>
                <a:lnTo>
                  <a:pt x="122858" y="0"/>
                </a:lnTo>
              </a:path>
            </a:pathLst>
          </a:custGeom>
          <a:noFill/>
          <a:ln w="3825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49" name="lumia-token-stream-curve">
            <a:extLst>
              <a:ext uri="{FF2B5EF4-FFF2-40B4-BE49-F238E27FC236}">
                <a16:creationId xmlns:a16="http://schemas.microsoft.com/office/drawing/2014/main" id="{82A6DB69-BA3A-4563-ACCC-4EC2FA91CC60}"/>
              </a:ext>
            </a:extLst>
          </p:cNvPr>
          <p:cNvSpPr>
            <a:spLocks noGrp="1"/>
          </p:cNvSpPr>
          <p:nvPr/>
        </p:nvSpPr>
        <p:spPr>
          <a:xfrm>
            <a:off x="122858" y="5913992"/>
            <a:ext cx="213377" cy="12988"/>
          </a:xfrm>
          <a:custGeom>
            <a:avLst/>
            <a:gdLst/>
            <a:ahLst/>
            <a:cxnLst/>
            <a:rect l="0" t="0" r="0" b="0"/>
            <a:pathLst>
              <a:path w="213377" h="12988">
                <a:moveTo>
                  <a:pt x="0" y="12988"/>
                </a:moveTo>
                <a:lnTo>
                  <a:pt x="213377" y="0"/>
                </a:lnTo>
              </a:path>
            </a:pathLst>
          </a:custGeom>
          <a:noFill/>
          <a:ln w="3825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50" name="lumia-token-stream-curve">
            <a:extLst>
              <a:ext uri="{FF2B5EF4-FFF2-40B4-BE49-F238E27FC236}">
                <a16:creationId xmlns:a16="http://schemas.microsoft.com/office/drawing/2014/main" id="{3A5E3F84-4E6B-4965-833E-AA767B9C15E9}"/>
              </a:ext>
            </a:extLst>
          </p:cNvPr>
          <p:cNvSpPr>
            <a:spLocks noGrp="1"/>
          </p:cNvSpPr>
          <p:nvPr/>
        </p:nvSpPr>
        <p:spPr>
          <a:xfrm>
            <a:off x="336234" y="5895422"/>
            <a:ext cx="217052" cy="18569"/>
          </a:xfrm>
          <a:custGeom>
            <a:avLst/>
            <a:gdLst/>
            <a:ahLst/>
            <a:cxnLst/>
            <a:rect l="0" t="0" r="0" b="0"/>
            <a:pathLst>
              <a:path w="217052" h="18569">
                <a:moveTo>
                  <a:pt x="0" y="18569"/>
                </a:moveTo>
                <a:lnTo>
                  <a:pt x="217052" y="0"/>
                </a:lnTo>
              </a:path>
            </a:pathLst>
          </a:custGeom>
          <a:noFill/>
          <a:ln w="3825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51" name="lumia-token-stream-curve">
            <a:extLst>
              <a:ext uri="{FF2B5EF4-FFF2-40B4-BE49-F238E27FC236}">
                <a16:creationId xmlns:a16="http://schemas.microsoft.com/office/drawing/2014/main" id="{F2830E4F-A168-4F3B-92F6-52328333540D}"/>
              </a:ext>
            </a:extLst>
          </p:cNvPr>
          <p:cNvSpPr>
            <a:spLocks noGrp="1"/>
          </p:cNvSpPr>
          <p:nvPr/>
        </p:nvSpPr>
        <p:spPr>
          <a:xfrm>
            <a:off x="553286" y="5871037"/>
            <a:ext cx="220644" cy="24386"/>
          </a:xfrm>
          <a:custGeom>
            <a:avLst/>
            <a:gdLst/>
            <a:ahLst/>
            <a:cxnLst/>
            <a:rect l="0" t="0" r="0" b="0"/>
            <a:pathLst>
              <a:path w="220644" h="24386">
                <a:moveTo>
                  <a:pt x="0" y="24386"/>
                </a:moveTo>
                <a:lnTo>
                  <a:pt x="220644" y="0"/>
                </a:lnTo>
              </a:path>
            </a:pathLst>
          </a:custGeom>
          <a:noFill/>
          <a:ln w="3825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52" name="lumia-token-stream-curve">
            <a:extLst>
              <a:ext uri="{FF2B5EF4-FFF2-40B4-BE49-F238E27FC236}">
                <a16:creationId xmlns:a16="http://schemas.microsoft.com/office/drawing/2014/main" id="{113F879B-16B6-46DF-A2A4-778AA0C9F721}"/>
              </a:ext>
            </a:extLst>
          </p:cNvPr>
          <p:cNvSpPr>
            <a:spLocks noGrp="1"/>
          </p:cNvSpPr>
          <p:nvPr/>
        </p:nvSpPr>
        <p:spPr>
          <a:xfrm>
            <a:off x="773930" y="5840985"/>
            <a:ext cx="224154" cy="30051"/>
          </a:xfrm>
          <a:custGeom>
            <a:avLst/>
            <a:gdLst/>
            <a:ahLst/>
            <a:cxnLst/>
            <a:rect l="0" t="0" r="0" b="0"/>
            <a:pathLst>
              <a:path w="224154" h="30051">
                <a:moveTo>
                  <a:pt x="0" y="30051"/>
                </a:moveTo>
                <a:lnTo>
                  <a:pt x="224154" y="0"/>
                </a:lnTo>
              </a:path>
            </a:pathLst>
          </a:custGeom>
          <a:noFill/>
          <a:ln w="3825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53" name="lumia-token-stream-curve">
            <a:extLst>
              <a:ext uri="{FF2B5EF4-FFF2-40B4-BE49-F238E27FC236}">
                <a16:creationId xmlns:a16="http://schemas.microsoft.com/office/drawing/2014/main" id="{85583C6B-1C6D-44C6-A264-3A63C46C9F1F}"/>
              </a:ext>
            </a:extLst>
          </p:cNvPr>
          <p:cNvSpPr>
            <a:spLocks noGrp="1"/>
          </p:cNvSpPr>
          <p:nvPr/>
        </p:nvSpPr>
        <p:spPr>
          <a:xfrm>
            <a:off x="998084" y="5805834"/>
            <a:ext cx="227582" cy="35151"/>
          </a:xfrm>
          <a:custGeom>
            <a:avLst/>
            <a:gdLst/>
            <a:ahLst/>
            <a:cxnLst/>
            <a:rect l="0" t="0" r="0" b="0"/>
            <a:pathLst>
              <a:path w="227582" h="35151">
                <a:moveTo>
                  <a:pt x="0" y="35151"/>
                </a:moveTo>
                <a:lnTo>
                  <a:pt x="227582" y="0"/>
                </a:lnTo>
              </a:path>
            </a:pathLst>
          </a:custGeom>
          <a:noFill/>
          <a:ln w="3825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54" name="lumia-token-stream-curve">
            <a:extLst>
              <a:ext uri="{FF2B5EF4-FFF2-40B4-BE49-F238E27FC236}">
                <a16:creationId xmlns:a16="http://schemas.microsoft.com/office/drawing/2014/main" id="{BD81C6DD-BD39-404C-BB4D-A6B15B557A95}"/>
              </a:ext>
            </a:extLst>
          </p:cNvPr>
          <p:cNvSpPr>
            <a:spLocks noGrp="1"/>
          </p:cNvSpPr>
          <p:nvPr/>
        </p:nvSpPr>
        <p:spPr>
          <a:xfrm>
            <a:off x="1225666" y="5766558"/>
            <a:ext cx="230926" cy="39276"/>
          </a:xfrm>
          <a:custGeom>
            <a:avLst/>
            <a:gdLst/>
            <a:ahLst/>
            <a:cxnLst/>
            <a:rect l="0" t="0" r="0" b="0"/>
            <a:pathLst>
              <a:path w="230926" h="39276">
                <a:moveTo>
                  <a:pt x="0" y="39276"/>
                </a:moveTo>
                <a:lnTo>
                  <a:pt x="230926" y="0"/>
                </a:lnTo>
              </a:path>
            </a:pathLst>
          </a:custGeom>
          <a:noFill/>
          <a:ln w="3825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55" name="lumia-token-stream-curve">
            <a:extLst>
              <a:ext uri="{FF2B5EF4-FFF2-40B4-BE49-F238E27FC236}">
                <a16:creationId xmlns:a16="http://schemas.microsoft.com/office/drawing/2014/main" id="{1870F133-6B0C-4371-9B31-E27685988CC7}"/>
              </a:ext>
            </a:extLst>
          </p:cNvPr>
          <p:cNvSpPr>
            <a:spLocks noGrp="1"/>
          </p:cNvSpPr>
          <p:nvPr/>
        </p:nvSpPr>
        <p:spPr>
          <a:xfrm>
            <a:off x="1456592" y="5724493"/>
            <a:ext cx="234189" cy="42066"/>
          </a:xfrm>
          <a:custGeom>
            <a:avLst/>
            <a:gdLst/>
            <a:ahLst/>
            <a:cxnLst/>
            <a:rect l="0" t="0" r="0" b="0"/>
            <a:pathLst>
              <a:path w="234189" h="42066">
                <a:moveTo>
                  <a:pt x="0" y="42066"/>
                </a:moveTo>
                <a:lnTo>
                  <a:pt x="234189" y="0"/>
                </a:lnTo>
              </a:path>
            </a:pathLst>
          </a:custGeom>
          <a:noFill/>
          <a:ln w="3825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56" name="lumia-token-stream-curve">
            <a:extLst>
              <a:ext uri="{FF2B5EF4-FFF2-40B4-BE49-F238E27FC236}">
                <a16:creationId xmlns:a16="http://schemas.microsoft.com/office/drawing/2014/main" id="{92279EB5-9D67-428A-AEDB-53B93E3F5007}"/>
              </a:ext>
            </a:extLst>
          </p:cNvPr>
          <p:cNvSpPr>
            <a:spLocks noGrp="1"/>
          </p:cNvSpPr>
          <p:nvPr/>
        </p:nvSpPr>
        <p:spPr>
          <a:xfrm>
            <a:off x="1690781" y="5681240"/>
            <a:ext cx="237369" cy="43253"/>
          </a:xfrm>
          <a:custGeom>
            <a:avLst/>
            <a:gdLst/>
            <a:ahLst/>
            <a:cxnLst/>
            <a:rect l="0" t="0" r="0" b="0"/>
            <a:pathLst>
              <a:path w="237369" h="43253">
                <a:moveTo>
                  <a:pt x="0" y="43253"/>
                </a:moveTo>
                <a:lnTo>
                  <a:pt x="237369" y="0"/>
                </a:lnTo>
              </a:path>
            </a:pathLst>
          </a:custGeom>
          <a:noFill/>
          <a:ln w="3825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57" name="lumia-token-stream-curve">
            <a:extLst>
              <a:ext uri="{FF2B5EF4-FFF2-40B4-BE49-F238E27FC236}">
                <a16:creationId xmlns:a16="http://schemas.microsoft.com/office/drawing/2014/main" id="{20DA06B2-9F8D-49F1-ACDB-9F65C13053F7}"/>
              </a:ext>
            </a:extLst>
          </p:cNvPr>
          <p:cNvSpPr>
            <a:spLocks noGrp="1"/>
          </p:cNvSpPr>
          <p:nvPr/>
        </p:nvSpPr>
        <p:spPr>
          <a:xfrm>
            <a:off x="1928150" y="5638541"/>
            <a:ext cx="240466" cy="42699"/>
          </a:xfrm>
          <a:custGeom>
            <a:avLst/>
            <a:gdLst/>
            <a:ahLst/>
            <a:cxnLst/>
            <a:rect l="0" t="0" r="0" b="0"/>
            <a:pathLst>
              <a:path w="240466" h="42699">
                <a:moveTo>
                  <a:pt x="0" y="42699"/>
                </a:moveTo>
                <a:lnTo>
                  <a:pt x="240466" y="0"/>
                </a:lnTo>
              </a:path>
            </a:pathLst>
          </a:custGeom>
          <a:noFill/>
          <a:ln w="3825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58" name="lumia-token-stream-curve">
            <a:extLst>
              <a:ext uri="{FF2B5EF4-FFF2-40B4-BE49-F238E27FC236}">
                <a16:creationId xmlns:a16="http://schemas.microsoft.com/office/drawing/2014/main" id="{1D885564-9129-40FE-9276-A65FC11D0E36}"/>
              </a:ext>
            </a:extLst>
          </p:cNvPr>
          <p:cNvSpPr>
            <a:spLocks noGrp="1"/>
          </p:cNvSpPr>
          <p:nvPr/>
        </p:nvSpPr>
        <p:spPr>
          <a:xfrm>
            <a:off x="2168616" y="5598112"/>
            <a:ext cx="243481" cy="40428"/>
          </a:xfrm>
          <a:custGeom>
            <a:avLst/>
            <a:gdLst/>
            <a:ahLst/>
            <a:cxnLst/>
            <a:rect l="0" t="0" r="0" b="0"/>
            <a:pathLst>
              <a:path w="243481" h="40428">
                <a:moveTo>
                  <a:pt x="0" y="40428"/>
                </a:moveTo>
                <a:lnTo>
                  <a:pt x="243481" y="0"/>
                </a:lnTo>
              </a:path>
            </a:pathLst>
          </a:custGeom>
          <a:noFill/>
          <a:ln w="3825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59" name="lumia-token-stream-curve">
            <a:extLst>
              <a:ext uri="{FF2B5EF4-FFF2-40B4-BE49-F238E27FC236}">
                <a16:creationId xmlns:a16="http://schemas.microsoft.com/office/drawing/2014/main" id="{80543DBC-3A01-4429-94A9-66DCBA54D972}"/>
              </a:ext>
            </a:extLst>
          </p:cNvPr>
          <p:cNvSpPr>
            <a:spLocks noGrp="1"/>
          </p:cNvSpPr>
          <p:nvPr/>
        </p:nvSpPr>
        <p:spPr>
          <a:xfrm>
            <a:off x="2412096" y="5561473"/>
            <a:ext cx="246413" cy="36639"/>
          </a:xfrm>
          <a:custGeom>
            <a:avLst/>
            <a:gdLst/>
            <a:ahLst/>
            <a:cxnLst/>
            <a:rect l="0" t="0" r="0" b="0"/>
            <a:pathLst>
              <a:path w="246413" h="36639">
                <a:moveTo>
                  <a:pt x="0" y="36639"/>
                </a:moveTo>
                <a:lnTo>
                  <a:pt x="246413" y="0"/>
                </a:lnTo>
              </a:path>
            </a:pathLst>
          </a:custGeom>
          <a:noFill/>
          <a:ln w="3825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60" name="lumia-token-stream-curve">
            <a:extLst>
              <a:ext uri="{FF2B5EF4-FFF2-40B4-BE49-F238E27FC236}">
                <a16:creationId xmlns:a16="http://schemas.microsoft.com/office/drawing/2014/main" id="{47F15C61-8875-4914-9E68-8F5A9B72CDBE}"/>
              </a:ext>
            </a:extLst>
          </p:cNvPr>
          <p:cNvSpPr>
            <a:spLocks noGrp="1"/>
          </p:cNvSpPr>
          <p:nvPr/>
        </p:nvSpPr>
        <p:spPr>
          <a:xfrm>
            <a:off x="2658509" y="5529768"/>
            <a:ext cx="249263" cy="31705"/>
          </a:xfrm>
          <a:custGeom>
            <a:avLst/>
            <a:gdLst/>
            <a:ahLst/>
            <a:cxnLst/>
            <a:rect l="0" t="0" r="0" b="0"/>
            <a:pathLst>
              <a:path w="249263" h="31705">
                <a:moveTo>
                  <a:pt x="0" y="31705"/>
                </a:moveTo>
                <a:lnTo>
                  <a:pt x="249263" y="0"/>
                </a:lnTo>
              </a:path>
            </a:pathLst>
          </a:custGeom>
          <a:noFill/>
          <a:ln w="3825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61" name="lumia-token-stream-curve">
            <a:extLst>
              <a:ext uri="{FF2B5EF4-FFF2-40B4-BE49-F238E27FC236}">
                <a16:creationId xmlns:a16="http://schemas.microsoft.com/office/drawing/2014/main" id="{C5A11CA1-49CB-4C49-A718-AB83C26B45B0}"/>
              </a:ext>
            </a:extLst>
          </p:cNvPr>
          <p:cNvSpPr>
            <a:spLocks noGrp="1"/>
          </p:cNvSpPr>
          <p:nvPr/>
        </p:nvSpPr>
        <p:spPr>
          <a:xfrm>
            <a:off x="2907772" y="5503620"/>
            <a:ext cx="252030" cy="26148"/>
          </a:xfrm>
          <a:custGeom>
            <a:avLst/>
            <a:gdLst/>
            <a:ahLst/>
            <a:cxnLst/>
            <a:rect l="0" t="0" r="0" b="0"/>
            <a:pathLst>
              <a:path w="252030" h="26148">
                <a:moveTo>
                  <a:pt x="0" y="26148"/>
                </a:moveTo>
                <a:lnTo>
                  <a:pt x="252030" y="0"/>
                </a:lnTo>
              </a:path>
            </a:pathLst>
          </a:custGeom>
          <a:noFill/>
          <a:ln w="3825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62" name="lumia-token-stream-curve">
            <a:extLst>
              <a:ext uri="{FF2B5EF4-FFF2-40B4-BE49-F238E27FC236}">
                <a16:creationId xmlns:a16="http://schemas.microsoft.com/office/drawing/2014/main" id="{8F5EF045-59A1-4922-9DAD-B60B3FA40451}"/>
              </a:ext>
            </a:extLst>
          </p:cNvPr>
          <p:cNvSpPr>
            <a:spLocks noGrp="1"/>
          </p:cNvSpPr>
          <p:nvPr/>
        </p:nvSpPr>
        <p:spPr>
          <a:xfrm>
            <a:off x="3159801" y="5483021"/>
            <a:ext cx="254714" cy="20599"/>
          </a:xfrm>
          <a:custGeom>
            <a:avLst/>
            <a:gdLst/>
            <a:ahLst/>
            <a:cxnLst/>
            <a:rect l="0" t="0" r="0" b="0"/>
            <a:pathLst>
              <a:path w="254714" h="20599">
                <a:moveTo>
                  <a:pt x="0" y="20599"/>
                </a:moveTo>
                <a:lnTo>
                  <a:pt x="254714" y="0"/>
                </a:lnTo>
              </a:path>
            </a:pathLst>
          </a:custGeom>
          <a:noFill/>
          <a:ln w="3825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63" name="lumia-token-stream-curve">
            <a:extLst>
              <a:ext uri="{FF2B5EF4-FFF2-40B4-BE49-F238E27FC236}">
                <a16:creationId xmlns:a16="http://schemas.microsoft.com/office/drawing/2014/main" id="{F27D86F3-51AC-40B0-8836-8DA2EBCFBC6A}"/>
              </a:ext>
            </a:extLst>
          </p:cNvPr>
          <p:cNvSpPr>
            <a:spLocks noGrp="1"/>
          </p:cNvSpPr>
          <p:nvPr/>
        </p:nvSpPr>
        <p:spPr>
          <a:xfrm>
            <a:off x="3414516" y="5467289"/>
            <a:ext cx="257317" cy="15732"/>
          </a:xfrm>
          <a:custGeom>
            <a:avLst/>
            <a:gdLst/>
            <a:ahLst/>
            <a:cxnLst/>
            <a:rect l="0" t="0" r="0" b="0"/>
            <a:pathLst>
              <a:path w="257317" h="15732">
                <a:moveTo>
                  <a:pt x="0" y="15732"/>
                </a:moveTo>
                <a:lnTo>
                  <a:pt x="257317" y="0"/>
                </a:lnTo>
              </a:path>
            </a:pathLst>
          </a:custGeom>
          <a:noFill/>
          <a:ln w="3825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64" name="lumia-token-stream-curve">
            <a:extLst>
              <a:ext uri="{FF2B5EF4-FFF2-40B4-BE49-F238E27FC236}">
                <a16:creationId xmlns:a16="http://schemas.microsoft.com/office/drawing/2014/main" id="{73287D5B-CB8E-4ACF-BB70-B7B1C3E7B478}"/>
              </a:ext>
            </a:extLst>
          </p:cNvPr>
          <p:cNvSpPr>
            <a:spLocks noGrp="1"/>
          </p:cNvSpPr>
          <p:nvPr/>
        </p:nvSpPr>
        <p:spPr>
          <a:xfrm>
            <a:off x="3671832" y="5455098"/>
            <a:ext cx="259836" cy="12192"/>
          </a:xfrm>
          <a:custGeom>
            <a:avLst/>
            <a:gdLst/>
            <a:ahLst/>
            <a:cxnLst/>
            <a:rect l="0" t="0" r="0" b="0"/>
            <a:pathLst>
              <a:path w="259836" h="12192">
                <a:moveTo>
                  <a:pt x="0" y="12192"/>
                </a:moveTo>
                <a:lnTo>
                  <a:pt x="259836" y="0"/>
                </a:lnTo>
              </a:path>
            </a:pathLst>
          </a:custGeom>
          <a:noFill/>
          <a:ln w="3825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65" name="lumia-token-stream-curve">
            <a:extLst>
              <a:ext uri="{FF2B5EF4-FFF2-40B4-BE49-F238E27FC236}">
                <a16:creationId xmlns:a16="http://schemas.microsoft.com/office/drawing/2014/main" id="{FC22B777-B552-440F-BF8A-5C533E7CCCDA}"/>
              </a:ext>
            </a:extLst>
          </p:cNvPr>
          <p:cNvSpPr>
            <a:spLocks noGrp="1"/>
          </p:cNvSpPr>
          <p:nvPr/>
        </p:nvSpPr>
        <p:spPr>
          <a:xfrm>
            <a:off x="3931669" y="5444580"/>
            <a:ext cx="262273" cy="10518"/>
          </a:xfrm>
          <a:custGeom>
            <a:avLst/>
            <a:gdLst/>
            <a:ahLst/>
            <a:cxnLst/>
            <a:rect l="0" t="0" r="0" b="0"/>
            <a:pathLst>
              <a:path w="262273" h="10518">
                <a:moveTo>
                  <a:pt x="0" y="10518"/>
                </a:moveTo>
                <a:lnTo>
                  <a:pt x="262273" y="0"/>
                </a:lnTo>
              </a:path>
            </a:pathLst>
          </a:custGeom>
          <a:noFill/>
          <a:ln w="3837">
            <a:solidFill>
              <a:srgbClr val="A33F64">
                <a:alpha val="2000"/>
              </a:srgbClr>
            </a:solidFill>
            <a:prstDash val="solid"/>
          </a:ln>
        </p:spPr>
      </p:sp>
      <p:sp>
        <p:nvSpPr>
          <p:cNvPr id="66" name="lumia-token-stream-curve">
            <a:extLst>
              <a:ext uri="{FF2B5EF4-FFF2-40B4-BE49-F238E27FC236}">
                <a16:creationId xmlns:a16="http://schemas.microsoft.com/office/drawing/2014/main" id="{793EBAF0-2F3F-4BB1-A9CE-C8E73354B507}"/>
              </a:ext>
            </a:extLst>
          </p:cNvPr>
          <p:cNvSpPr>
            <a:spLocks noGrp="1"/>
          </p:cNvSpPr>
          <p:nvPr/>
        </p:nvSpPr>
        <p:spPr>
          <a:xfrm>
            <a:off x="4193942" y="5433512"/>
            <a:ext cx="264628" cy="11068"/>
          </a:xfrm>
          <a:custGeom>
            <a:avLst/>
            <a:gdLst/>
            <a:ahLst/>
            <a:cxnLst/>
            <a:rect l="0" t="0" r="0" b="0"/>
            <a:pathLst>
              <a:path w="264628" h="11068">
                <a:moveTo>
                  <a:pt x="0" y="11068"/>
                </a:moveTo>
                <a:lnTo>
                  <a:pt x="264628" y="0"/>
                </a:lnTo>
              </a:path>
            </a:pathLst>
          </a:custGeom>
          <a:noFill/>
          <a:ln w="3863">
            <a:solidFill>
              <a:srgbClr val="B0405B">
                <a:alpha val="2000"/>
              </a:srgbClr>
            </a:solidFill>
            <a:prstDash val="solid"/>
          </a:ln>
        </p:spPr>
      </p:sp>
      <p:sp>
        <p:nvSpPr>
          <p:cNvPr id="67" name="lumia-token-stream-curve">
            <a:extLst>
              <a:ext uri="{FF2B5EF4-FFF2-40B4-BE49-F238E27FC236}">
                <a16:creationId xmlns:a16="http://schemas.microsoft.com/office/drawing/2014/main" id="{78F03973-DF19-4A41-BE22-E8871838FF7A}"/>
              </a:ext>
            </a:extLst>
          </p:cNvPr>
          <p:cNvSpPr>
            <a:spLocks noGrp="1"/>
          </p:cNvSpPr>
          <p:nvPr/>
        </p:nvSpPr>
        <p:spPr>
          <a:xfrm>
            <a:off x="4458570" y="5419548"/>
            <a:ext cx="266900" cy="13963"/>
          </a:xfrm>
          <a:custGeom>
            <a:avLst/>
            <a:gdLst/>
            <a:ahLst/>
            <a:cxnLst/>
            <a:rect l="0" t="0" r="0" b="0"/>
            <a:pathLst>
              <a:path w="266900" h="13963">
                <a:moveTo>
                  <a:pt x="0" y="13963"/>
                </a:moveTo>
                <a:lnTo>
                  <a:pt x="266900" y="0"/>
                </a:lnTo>
              </a:path>
            </a:pathLst>
          </a:custGeom>
          <a:noFill/>
          <a:ln w="3903">
            <a:solidFill>
              <a:srgbClr val="BD4153">
                <a:alpha val="2000"/>
              </a:srgbClr>
            </a:solidFill>
            <a:prstDash val="solid"/>
          </a:ln>
        </p:spPr>
      </p:sp>
      <p:sp>
        <p:nvSpPr>
          <p:cNvPr id="68" name="lumia-token-stream-curve">
            <a:extLst>
              <a:ext uri="{FF2B5EF4-FFF2-40B4-BE49-F238E27FC236}">
                <a16:creationId xmlns:a16="http://schemas.microsoft.com/office/drawing/2014/main" id="{D4BC5AFD-844B-48C3-B1EA-B0E4A4DFB4E8}"/>
              </a:ext>
            </a:extLst>
          </p:cNvPr>
          <p:cNvSpPr>
            <a:spLocks noGrp="1"/>
          </p:cNvSpPr>
          <p:nvPr/>
        </p:nvSpPr>
        <p:spPr>
          <a:xfrm>
            <a:off x="4725470" y="5400496"/>
            <a:ext cx="269089" cy="19052"/>
          </a:xfrm>
          <a:custGeom>
            <a:avLst/>
            <a:gdLst/>
            <a:ahLst/>
            <a:cxnLst/>
            <a:rect l="0" t="0" r="0" b="0"/>
            <a:pathLst>
              <a:path w="269089" h="19052">
                <a:moveTo>
                  <a:pt x="0" y="19052"/>
                </a:moveTo>
                <a:lnTo>
                  <a:pt x="269089" y="0"/>
                </a:lnTo>
              </a:path>
            </a:pathLst>
          </a:custGeom>
          <a:noFill/>
          <a:ln w="3956">
            <a:solidFill>
              <a:srgbClr val="CA414A">
                <a:alpha val="2000"/>
              </a:srgbClr>
            </a:solidFill>
            <a:prstDash val="solid"/>
          </a:ln>
        </p:spPr>
      </p:sp>
      <p:sp>
        <p:nvSpPr>
          <p:cNvPr id="69" name="lumia-token-stream-curve">
            <a:extLst>
              <a:ext uri="{FF2B5EF4-FFF2-40B4-BE49-F238E27FC236}">
                <a16:creationId xmlns:a16="http://schemas.microsoft.com/office/drawing/2014/main" id="{EF2C3B3C-A041-481B-B393-3AC64F2953FC}"/>
              </a:ext>
            </a:extLst>
          </p:cNvPr>
          <p:cNvSpPr>
            <a:spLocks noGrp="1"/>
          </p:cNvSpPr>
          <p:nvPr/>
        </p:nvSpPr>
        <p:spPr>
          <a:xfrm>
            <a:off x="4994559" y="5374586"/>
            <a:ext cx="271196" cy="25910"/>
          </a:xfrm>
          <a:custGeom>
            <a:avLst/>
            <a:gdLst/>
            <a:ahLst/>
            <a:cxnLst/>
            <a:rect l="0" t="0" r="0" b="0"/>
            <a:pathLst>
              <a:path w="271196" h="25910">
                <a:moveTo>
                  <a:pt x="0" y="25910"/>
                </a:moveTo>
                <a:lnTo>
                  <a:pt x="271196" y="0"/>
                </a:lnTo>
              </a:path>
            </a:pathLst>
          </a:custGeom>
          <a:noFill/>
          <a:ln w="4020">
            <a:solidFill>
              <a:srgbClr val="D74242">
                <a:alpha val="2000"/>
              </a:srgbClr>
            </a:solidFill>
            <a:prstDash val="solid"/>
          </a:ln>
        </p:spPr>
      </p:sp>
      <p:sp>
        <p:nvSpPr>
          <p:cNvPr id="70" name="lumia-token-stream-curve">
            <a:extLst>
              <a:ext uri="{FF2B5EF4-FFF2-40B4-BE49-F238E27FC236}">
                <a16:creationId xmlns:a16="http://schemas.microsoft.com/office/drawing/2014/main" id="{8B5A8574-8478-473B-9F42-2D7751F39CD1}"/>
              </a:ext>
            </a:extLst>
          </p:cNvPr>
          <p:cNvSpPr>
            <a:spLocks noGrp="1"/>
          </p:cNvSpPr>
          <p:nvPr/>
        </p:nvSpPr>
        <p:spPr>
          <a:xfrm>
            <a:off x="5265755" y="5340713"/>
            <a:ext cx="273221" cy="33873"/>
          </a:xfrm>
          <a:custGeom>
            <a:avLst/>
            <a:gdLst/>
            <a:ahLst/>
            <a:cxnLst/>
            <a:rect l="0" t="0" r="0" b="0"/>
            <a:pathLst>
              <a:path w="273221" h="33873">
                <a:moveTo>
                  <a:pt x="0" y="33873"/>
                </a:moveTo>
                <a:lnTo>
                  <a:pt x="273221" y="0"/>
                </a:lnTo>
              </a:path>
            </a:pathLst>
          </a:custGeom>
          <a:noFill/>
          <a:ln w="4094">
            <a:solidFill>
              <a:srgbClr val="E44339">
                <a:alpha val="2000"/>
              </a:srgbClr>
            </a:solidFill>
            <a:prstDash val="solid"/>
          </a:ln>
        </p:spPr>
      </p:sp>
      <p:sp>
        <p:nvSpPr>
          <p:cNvPr id="71" name="lumia-token-stream-curve">
            <a:extLst>
              <a:ext uri="{FF2B5EF4-FFF2-40B4-BE49-F238E27FC236}">
                <a16:creationId xmlns:a16="http://schemas.microsoft.com/office/drawing/2014/main" id="{2D08F24B-740A-486A-9146-F645FDAEAEFB}"/>
              </a:ext>
            </a:extLst>
          </p:cNvPr>
          <p:cNvSpPr>
            <a:spLocks noGrp="1"/>
          </p:cNvSpPr>
          <p:nvPr/>
        </p:nvSpPr>
        <p:spPr>
          <a:xfrm>
            <a:off x="5538976" y="5298608"/>
            <a:ext cx="275163" cy="42105"/>
          </a:xfrm>
          <a:custGeom>
            <a:avLst/>
            <a:gdLst/>
            <a:ahLst/>
            <a:cxnLst/>
            <a:rect l="0" t="0" r="0" b="0"/>
            <a:pathLst>
              <a:path w="275163" h="42105">
                <a:moveTo>
                  <a:pt x="0" y="42105"/>
                </a:moveTo>
                <a:lnTo>
                  <a:pt x="275163" y="0"/>
                </a:lnTo>
              </a:path>
            </a:pathLst>
          </a:custGeom>
          <a:noFill/>
          <a:ln w="4178">
            <a:solidFill>
              <a:srgbClr val="EB4833">
                <a:alpha val="2000"/>
              </a:srgbClr>
            </a:solidFill>
            <a:prstDash val="solid"/>
          </a:ln>
        </p:spPr>
      </p:sp>
      <p:sp>
        <p:nvSpPr>
          <p:cNvPr id="72" name="lumia-token-stream-curve">
            <a:extLst>
              <a:ext uri="{FF2B5EF4-FFF2-40B4-BE49-F238E27FC236}">
                <a16:creationId xmlns:a16="http://schemas.microsoft.com/office/drawing/2014/main" id="{DC74806F-3F32-4BA9-AB5C-32F925F445E8}"/>
              </a:ext>
            </a:extLst>
          </p:cNvPr>
          <p:cNvSpPr>
            <a:spLocks noGrp="1"/>
          </p:cNvSpPr>
          <p:nvPr/>
        </p:nvSpPr>
        <p:spPr>
          <a:xfrm>
            <a:off x="5814139" y="5248918"/>
            <a:ext cx="277022" cy="49690"/>
          </a:xfrm>
          <a:custGeom>
            <a:avLst/>
            <a:gdLst/>
            <a:ahLst/>
            <a:cxnLst/>
            <a:rect l="0" t="0" r="0" b="0"/>
            <a:pathLst>
              <a:path w="277022" h="49690">
                <a:moveTo>
                  <a:pt x="0" y="49690"/>
                </a:moveTo>
                <a:lnTo>
                  <a:pt x="277022" y="0"/>
                </a:lnTo>
              </a:path>
            </a:pathLst>
          </a:custGeom>
          <a:noFill/>
          <a:ln w="4269">
            <a:solidFill>
              <a:srgbClr val="EC532F">
                <a:alpha val="2000"/>
              </a:srgbClr>
            </a:solidFill>
            <a:prstDash val="solid"/>
          </a:ln>
        </p:spPr>
      </p:sp>
      <p:sp>
        <p:nvSpPr>
          <p:cNvPr id="73" name="lumia-token-stream-curve">
            <a:extLst>
              <a:ext uri="{FF2B5EF4-FFF2-40B4-BE49-F238E27FC236}">
                <a16:creationId xmlns:a16="http://schemas.microsoft.com/office/drawing/2014/main" id="{FC10499F-E50C-44B2-9ED4-6F8BF8B15EC3}"/>
              </a:ext>
            </a:extLst>
          </p:cNvPr>
          <p:cNvSpPr>
            <a:spLocks noGrp="1"/>
          </p:cNvSpPr>
          <p:nvPr/>
        </p:nvSpPr>
        <p:spPr>
          <a:xfrm>
            <a:off x="6091161" y="5193166"/>
            <a:ext cx="278799" cy="55752"/>
          </a:xfrm>
          <a:custGeom>
            <a:avLst/>
            <a:gdLst/>
            <a:ahLst/>
            <a:cxnLst/>
            <a:rect l="0" t="0" r="0" b="0"/>
            <a:pathLst>
              <a:path w="278799" h="55752">
                <a:moveTo>
                  <a:pt x="0" y="55752"/>
                </a:moveTo>
                <a:lnTo>
                  <a:pt x="278799" y="0"/>
                </a:lnTo>
              </a:path>
            </a:pathLst>
          </a:custGeom>
          <a:noFill/>
          <a:ln w="4368">
            <a:solidFill>
              <a:srgbClr val="EE5E2A">
                <a:alpha val="2000"/>
              </a:srgbClr>
            </a:solidFill>
            <a:prstDash val="solid"/>
          </a:ln>
        </p:spPr>
      </p:sp>
      <p:sp>
        <p:nvSpPr>
          <p:cNvPr id="74" name="lumia-token-stream-curve">
            <a:extLst>
              <a:ext uri="{FF2B5EF4-FFF2-40B4-BE49-F238E27FC236}">
                <a16:creationId xmlns:a16="http://schemas.microsoft.com/office/drawing/2014/main" id="{C4608108-2B56-4861-97DC-17F0C621A49E}"/>
              </a:ext>
            </a:extLst>
          </p:cNvPr>
          <p:cNvSpPr>
            <a:spLocks noGrp="1"/>
          </p:cNvSpPr>
          <p:nvPr/>
        </p:nvSpPr>
        <p:spPr>
          <a:xfrm>
            <a:off x="6369960" y="5133604"/>
            <a:ext cx="280493" cy="59562"/>
          </a:xfrm>
          <a:custGeom>
            <a:avLst/>
            <a:gdLst/>
            <a:ahLst/>
            <a:cxnLst/>
            <a:rect l="0" t="0" r="0" b="0"/>
            <a:pathLst>
              <a:path w="280493" h="59562">
                <a:moveTo>
                  <a:pt x="0" y="59562"/>
                </a:moveTo>
                <a:lnTo>
                  <a:pt x="280493" y="0"/>
                </a:lnTo>
              </a:path>
            </a:pathLst>
          </a:custGeom>
          <a:noFill/>
          <a:ln w="4473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75" name="lumia-token-stream-curve">
            <a:extLst>
              <a:ext uri="{FF2B5EF4-FFF2-40B4-BE49-F238E27FC236}">
                <a16:creationId xmlns:a16="http://schemas.microsoft.com/office/drawing/2014/main" id="{5B89538A-5B33-4CD8-A02E-D8B49924EC3D}"/>
              </a:ext>
            </a:extLst>
          </p:cNvPr>
          <p:cNvSpPr>
            <a:spLocks noGrp="1"/>
          </p:cNvSpPr>
          <p:nvPr/>
        </p:nvSpPr>
        <p:spPr>
          <a:xfrm>
            <a:off x="6650454" y="5072954"/>
            <a:ext cx="282105" cy="60650"/>
          </a:xfrm>
          <a:custGeom>
            <a:avLst/>
            <a:gdLst/>
            <a:ahLst/>
            <a:cxnLst/>
            <a:rect l="0" t="0" r="0" b="0"/>
            <a:pathLst>
              <a:path w="282105" h="60650">
                <a:moveTo>
                  <a:pt x="0" y="60650"/>
                </a:moveTo>
                <a:lnTo>
                  <a:pt x="282105" y="0"/>
                </a:lnTo>
              </a:path>
            </a:pathLst>
          </a:custGeom>
          <a:noFill/>
          <a:ln w="4582">
            <a:solidFill>
              <a:srgbClr val="F17322">
                <a:alpha val="3000"/>
              </a:srgbClr>
            </a:solidFill>
            <a:prstDash val="solid"/>
          </a:ln>
        </p:spPr>
      </p:sp>
      <p:sp>
        <p:nvSpPr>
          <p:cNvPr id="76" name="lumia-token-stream-curve">
            <a:extLst>
              <a:ext uri="{FF2B5EF4-FFF2-40B4-BE49-F238E27FC236}">
                <a16:creationId xmlns:a16="http://schemas.microsoft.com/office/drawing/2014/main" id="{42C6A859-ABCD-4E0B-8216-EB3CBFB6EDA7}"/>
              </a:ext>
            </a:extLst>
          </p:cNvPr>
          <p:cNvSpPr>
            <a:spLocks noGrp="1"/>
          </p:cNvSpPr>
          <p:nvPr/>
        </p:nvSpPr>
        <p:spPr>
          <a:xfrm>
            <a:off x="6932559" y="5014077"/>
            <a:ext cx="283635" cy="58876"/>
          </a:xfrm>
          <a:custGeom>
            <a:avLst/>
            <a:gdLst/>
            <a:ahLst/>
            <a:cxnLst/>
            <a:rect l="0" t="0" r="0" b="0"/>
            <a:pathLst>
              <a:path w="283635" h="58876">
                <a:moveTo>
                  <a:pt x="0" y="58876"/>
                </a:moveTo>
                <a:lnTo>
                  <a:pt x="283635" y="0"/>
                </a:lnTo>
              </a:path>
            </a:pathLst>
          </a:custGeom>
          <a:noFill/>
          <a:ln w="4695">
            <a:solidFill>
              <a:srgbClr val="F27E1E">
                <a:alpha val="3000"/>
              </a:srgbClr>
            </a:solidFill>
            <a:prstDash val="solid"/>
          </a:ln>
        </p:spPr>
      </p:sp>
      <p:sp>
        <p:nvSpPr>
          <p:cNvPr id="77" name="lumia-token-stream-curve">
            <a:extLst>
              <a:ext uri="{FF2B5EF4-FFF2-40B4-BE49-F238E27FC236}">
                <a16:creationId xmlns:a16="http://schemas.microsoft.com/office/drawing/2014/main" id="{50719394-472B-4621-86F3-A272D4760D8E}"/>
              </a:ext>
            </a:extLst>
          </p:cNvPr>
          <p:cNvSpPr>
            <a:spLocks noGrp="1"/>
          </p:cNvSpPr>
          <p:nvPr/>
        </p:nvSpPr>
        <p:spPr>
          <a:xfrm>
            <a:off x="7216194" y="4959611"/>
            <a:ext cx="285081" cy="54467"/>
          </a:xfrm>
          <a:custGeom>
            <a:avLst/>
            <a:gdLst/>
            <a:ahLst/>
            <a:cxnLst/>
            <a:rect l="0" t="0" r="0" b="0"/>
            <a:pathLst>
              <a:path w="285081" h="54467">
                <a:moveTo>
                  <a:pt x="0" y="54467"/>
                </a:moveTo>
                <a:lnTo>
                  <a:pt x="285081" y="0"/>
                </a:lnTo>
              </a:path>
            </a:pathLst>
          </a:custGeom>
          <a:noFill/>
          <a:ln w="4811">
            <a:solidFill>
              <a:srgbClr val="F48919">
                <a:alpha val="3000"/>
              </a:srgbClr>
            </a:solidFill>
            <a:prstDash val="solid"/>
          </a:ln>
        </p:spPr>
      </p:sp>
      <p:sp>
        <p:nvSpPr>
          <p:cNvPr id="78" name="lumia-token-stream-curve">
            <a:extLst>
              <a:ext uri="{FF2B5EF4-FFF2-40B4-BE49-F238E27FC236}">
                <a16:creationId xmlns:a16="http://schemas.microsoft.com/office/drawing/2014/main" id="{2F329B75-A2EA-4428-832B-888DDC4CB6A0}"/>
              </a:ext>
            </a:extLst>
          </p:cNvPr>
          <p:cNvSpPr>
            <a:spLocks noGrp="1"/>
          </p:cNvSpPr>
          <p:nvPr/>
        </p:nvSpPr>
        <p:spPr>
          <a:xfrm>
            <a:off x="7501275" y="4911608"/>
            <a:ext cx="286446" cy="48003"/>
          </a:xfrm>
          <a:custGeom>
            <a:avLst/>
            <a:gdLst/>
            <a:ahLst/>
            <a:cxnLst/>
            <a:rect l="0" t="0" r="0" b="0"/>
            <a:pathLst>
              <a:path w="286446" h="48003">
                <a:moveTo>
                  <a:pt x="0" y="48003"/>
                </a:moveTo>
                <a:lnTo>
                  <a:pt x="286446" y="0"/>
                </a:lnTo>
              </a:path>
            </a:pathLst>
          </a:custGeom>
          <a:noFill/>
          <a:ln w="4928">
            <a:solidFill>
              <a:srgbClr val="F59415">
                <a:alpha val="3000"/>
              </a:srgbClr>
            </a:solidFill>
            <a:prstDash val="solid"/>
          </a:ln>
        </p:spPr>
      </p:sp>
      <p:sp>
        <p:nvSpPr>
          <p:cNvPr id="79" name="lumia-token-stream-curve">
            <a:extLst>
              <a:ext uri="{FF2B5EF4-FFF2-40B4-BE49-F238E27FC236}">
                <a16:creationId xmlns:a16="http://schemas.microsoft.com/office/drawing/2014/main" id="{433A949E-CED4-46C6-AEAD-EB7B029EF677}"/>
              </a:ext>
            </a:extLst>
          </p:cNvPr>
          <p:cNvSpPr>
            <a:spLocks noGrp="1"/>
          </p:cNvSpPr>
          <p:nvPr/>
        </p:nvSpPr>
        <p:spPr>
          <a:xfrm>
            <a:off x="7787721" y="4871253"/>
            <a:ext cx="287727" cy="40355"/>
          </a:xfrm>
          <a:custGeom>
            <a:avLst/>
            <a:gdLst/>
            <a:ahLst/>
            <a:cxnLst/>
            <a:rect l="0" t="0" r="0" b="0"/>
            <a:pathLst>
              <a:path w="287727" h="40355">
                <a:moveTo>
                  <a:pt x="0" y="40355"/>
                </a:moveTo>
                <a:lnTo>
                  <a:pt x="287727" y="0"/>
                </a:lnTo>
              </a:path>
            </a:pathLst>
          </a:custGeom>
          <a:noFill/>
          <a:ln w="5046">
            <a:solidFill>
              <a:srgbClr val="F79E11">
                <a:alpha val="3000"/>
              </a:srgbClr>
            </a:solidFill>
            <a:prstDash val="solid"/>
          </a:ln>
        </p:spPr>
      </p:sp>
      <p:sp>
        <p:nvSpPr>
          <p:cNvPr id="80" name="lumia-token-stream-curve">
            <a:extLst>
              <a:ext uri="{FF2B5EF4-FFF2-40B4-BE49-F238E27FC236}">
                <a16:creationId xmlns:a16="http://schemas.microsoft.com/office/drawing/2014/main" id="{28E1CAF5-EF50-4847-9113-DEEF79FB642A}"/>
              </a:ext>
            </a:extLst>
          </p:cNvPr>
          <p:cNvSpPr>
            <a:spLocks noGrp="1"/>
          </p:cNvSpPr>
          <p:nvPr/>
        </p:nvSpPr>
        <p:spPr>
          <a:xfrm>
            <a:off x="8075448" y="4838675"/>
            <a:ext cx="288927" cy="32578"/>
          </a:xfrm>
          <a:custGeom>
            <a:avLst/>
            <a:gdLst/>
            <a:ahLst/>
            <a:cxnLst/>
            <a:rect l="0" t="0" r="0" b="0"/>
            <a:pathLst>
              <a:path w="288927" h="32578">
                <a:moveTo>
                  <a:pt x="0" y="32578"/>
                </a:moveTo>
                <a:lnTo>
                  <a:pt x="288927" y="0"/>
                </a:lnTo>
              </a:path>
            </a:pathLst>
          </a:custGeom>
          <a:noFill/>
          <a:ln w="5162">
            <a:solidFill>
              <a:srgbClr val="F8A90C">
                <a:alpha val="3000"/>
              </a:srgbClr>
            </a:solidFill>
            <a:prstDash val="solid"/>
          </a:ln>
        </p:spPr>
      </p:sp>
      <p:sp>
        <p:nvSpPr>
          <p:cNvPr id="81" name="lumia-token-stream-curve">
            <a:extLst>
              <a:ext uri="{FF2B5EF4-FFF2-40B4-BE49-F238E27FC236}">
                <a16:creationId xmlns:a16="http://schemas.microsoft.com/office/drawing/2014/main" id="{8EA98973-F4EB-4F60-BE29-330B5E8C2AC3}"/>
              </a:ext>
            </a:extLst>
          </p:cNvPr>
          <p:cNvSpPr>
            <a:spLocks noGrp="1"/>
          </p:cNvSpPr>
          <p:nvPr/>
        </p:nvSpPr>
        <p:spPr>
          <a:xfrm>
            <a:off x="8364375" y="4812899"/>
            <a:ext cx="290043" cy="25776"/>
          </a:xfrm>
          <a:custGeom>
            <a:avLst/>
            <a:gdLst/>
            <a:ahLst/>
            <a:cxnLst/>
            <a:rect l="0" t="0" r="0" b="0"/>
            <a:pathLst>
              <a:path w="290043" h="25776">
                <a:moveTo>
                  <a:pt x="0" y="25776"/>
                </a:moveTo>
                <a:lnTo>
                  <a:pt x="290043" y="0"/>
                </a:lnTo>
              </a:path>
            </a:pathLst>
          </a:custGeom>
          <a:noFill/>
          <a:ln w="5278">
            <a:solidFill>
              <a:srgbClr val="FAB408">
                <a:alpha val="3000"/>
              </a:srgbClr>
            </a:solidFill>
            <a:prstDash val="solid"/>
          </a:ln>
        </p:spPr>
      </p:sp>
      <p:sp>
        <p:nvSpPr>
          <p:cNvPr id="82" name="lumia-token-stream-curve">
            <a:extLst>
              <a:ext uri="{FF2B5EF4-FFF2-40B4-BE49-F238E27FC236}">
                <a16:creationId xmlns:a16="http://schemas.microsoft.com/office/drawing/2014/main" id="{1EEC499C-B845-4556-A6F7-7CC8A9F35FCF}"/>
              </a:ext>
            </a:extLst>
          </p:cNvPr>
          <p:cNvSpPr>
            <a:spLocks noGrp="1"/>
          </p:cNvSpPr>
          <p:nvPr/>
        </p:nvSpPr>
        <p:spPr>
          <a:xfrm>
            <a:off x="8654418" y="4791953"/>
            <a:ext cx="291077" cy="20946"/>
          </a:xfrm>
          <a:custGeom>
            <a:avLst/>
            <a:gdLst/>
            <a:ahLst/>
            <a:cxnLst/>
            <a:rect l="0" t="0" r="0" b="0"/>
            <a:pathLst>
              <a:path w="291077" h="20946">
                <a:moveTo>
                  <a:pt x="0" y="20946"/>
                </a:moveTo>
                <a:lnTo>
                  <a:pt x="291077" y="0"/>
                </a:lnTo>
              </a:path>
            </a:pathLst>
          </a:custGeom>
          <a:noFill/>
          <a:ln w="5390">
            <a:solidFill>
              <a:srgbClr val="F7BC07">
                <a:alpha val="3000"/>
              </a:srgbClr>
            </a:solidFill>
            <a:prstDash val="solid"/>
          </a:ln>
        </p:spPr>
      </p:sp>
      <p:sp>
        <p:nvSpPr>
          <p:cNvPr id="83" name="lumia-token-stream-curve">
            <a:extLst>
              <a:ext uri="{FF2B5EF4-FFF2-40B4-BE49-F238E27FC236}">
                <a16:creationId xmlns:a16="http://schemas.microsoft.com/office/drawing/2014/main" id="{7C2C8412-0E6B-4ECF-AD2C-0F9F66A5AC70}"/>
              </a:ext>
            </a:extLst>
          </p:cNvPr>
          <p:cNvSpPr>
            <a:spLocks noGrp="1"/>
          </p:cNvSpPr>
          <p:nvPr/>
        </p:nvSpPr>
        <p:spPr>
          <a:xfrm>
            <a:off x="8945496" y="4773111"/>
            <a:ext cx="292029" cy="18841"/>
          </a:xfrm>
          <a:custGeom>
            <a:avLst/>
            <a:gdLst/>
            <a:ahLst/>
            <a:cxnLst/>
            <a:rect l="0" t="0" r="0" b="0"/>
            <a:pathLst>
              <a:path w="292029" h="18841">
                <a:moveTo>
                  <a:pt x="0" y="18841"/>
                </a:moveTo>
                <a:lnTo>
                  <a:pt x="292029" y="0"/>
                </a:lnTo>
              </a:path>
            </a:pathLst>
          </a:custGeom>
          <a:noFill/>
          <a:ln w="5498">
            <a:solidFill>
              <a:srgbClr val="E5BA0E">
                <a:alpha val="3000"/>
              </a:srgbClr>
            </a:solidFill>
            <a:prstDash val="solid"/>
          </a:ln>
        </p:spPr>
      </p:sp>
      <p:sp>
        <p:nvSpPr>
          <p:cNvPr id="84" name="lumia-token-stream-curve">
            <a:extLst>
              <a:ext uri="{FF2B5EF4-FFF2-40B4-BE49-F238E27FC236}">
                <a16:creationId xmlns:a16="http://schemas.microsoft.com/office/drawing/2014/main" id="{C1310AD6-7674-490D-AC0F-D3BB7A2D6C8A}"/>
              </a:ext>
            </a:extLst>
          </p:cNvPr>
          <p:cNvSpPr>
            <a:spLocks noGrp="1"/>
          </p:cNvSpPr>
          <p:nvPr/>
        </p:nvSpPr>
        <p:spPr>
          <a:xfrm>
            <a:off x="9237525" y="4753255"/>
            <a:ext cx="292898" cy="19856"/>
          </a:xfrm>
          <a:custGeom>
            <a:avLst/>
            <a:gdLst/>
            <a:ahLst/>
            <a:cxnLst/>
            <a:rect l="0" t="0" r="0" b="0"/>
            <a:pathLst>
              <a:path w="292898" h="19856">
                <a:moveTo>
                  <a:pt x="0" y="19856"/>
                </a:moveTo>
                <a:lnTo>
                  <a:pt x="292898" y="0"/>
                </a:lnTo>
              </a:path>
            </a:pathLst>
          </a:custGeom>
          <a:noFill/>
          <a:ln w="5601">
            <a:solidFill>
              <a:srgbClr val="D3B815">
                <a:alpha val="3000"/>
              </a:srgbClr>
            </a:solidFill>
            <a:prstDash val="solid"/>
          </a:ln>
        </p:spPr>
      </p:sp>
      <p:sp>
        <p:nvSpPr>
          <p:cNvPr id="85" name="lumia-token-stream-curve">
            <a:extLst>
              <a:ext uri="{FF2B5EF4-FFF2-40B4-BE49-F238E27FC236}">
                <a16:creationId xmlns:a16="http://schemas.microsoft.com/office/drawing/2014/main" id="{C1E04C22-54F8-4656-A66A-F711B24A69B9}"/>
              </a:ext>
            </a:extLst>
          </p:cNvPr>
          <p:cNvSpPr>
            <a:spLocks noGrp="1"/>
          </p:cNvSpPr>
          <p:nvPr/>
        </p:nvSpPr>
        <p:spPr>
          <a:xfrm>
            <a:off x="9530423" y="4729295"/>
            <a:ext cx="293685" cy="23960"/>
          </a:xfrm>
          <a:custGeom>
            <a:avLst/>
            <a:gdLst/>
            <a:ahLst/>
            <a:cxnLst/>
            <a:rect l="0" t="0" r="0" b="0"/>
            <a:pathLst>
              <a:path w="293685" h="23960">
                <a:moveTo>
                  <a:pt x="0" y="23960"/>
                </a:moveTo>
                <a:lnTo>
                  <a:pt x="293685" y="0"/>
                </a:lnTo>
              </a:path>
            </a:pathLst>
          </a:custGeom>
          <a:noFill/>
          <a:ln w="5698">
            <a:solidFill>
              <a:srgbClr val="C2B61C">
                <a:alpha val="3000"/>
              </a:srgbClr>
            </a:solidFill>
            <a:prstDash val="solid"/>
          </a:ln>
        </p:spPr>
      </p:sp>
      <p:sp>
        <p:nvSpPr>
          <p:cNvPr id="86" name="lumia-token-stream-curve">
            <a:extLst>
              <a:ext uri="{FF2B5EF4-FFF2-40B4-BE49-F238E27FC236}">
                <a16:creationId xmlns:a16="http://schemas.microsoft.com/office/drawing/2014/main" id="{FE9DB141-64CE-401C-8DAB-9BD9F61AC1CF}"/>
              </a:ext>
            </a:extLst>
          </p:cNvPr>
          <p:cNvSpPr>
            <a:spLocks noGrp="1"/>
          </p:cNvSpPr>
          <p:nvPr/>
        </p:nvSpPr>
        <p:spPr>
          <a:xfrm>
            <a:off x="9824108" y="4698600"/>
            <a:ext cx="294389" cy="30695"/>
          </a:xfrm>
          <a:custGeom>
            <a:avLst/>
            <a:gdLst/>
            <a:ahLst/>
            <a:cxnLst/>
            <a:rect l="0" t="0" r="0" b="0"/>
            <a:pathLst>
              <a:path w="294389" h="30695">
                <a:moveTo>
                  <a:pt x="0" y="30695"/>
                </a:moveTo>
                <a:lnTo>
                  <a:pt x="294389" y="0"/>
                </a:lnTo>
              </a:path>
            </a:pathLst>
          </a:custGeom>
          <a:noFill/>
          <a:ln w="5788">
            <a:solidFill>
              <a:srgbClr val="B0B422">
                <a:alpha val="3000"/>
              </a:srgbClr>
            </a:solidFill>
            <a:prstDash val="solid"/>
          </a:ln>
        </p:spPr>
      </p:sp>
      <p:sp>
        <p:nvSpPr>
          <p:cNvPr id="87" name="lumia-token-stream-curve">
            <a:extLst>
              <a:ext uri="{FF2B5EF4-FFF2-40B4-BE49-F238E27FC236}">
                <a16:creationId xmlns:a16="http://schemas.microsoft.com/office/drawing/2014/main" id="{86A89C1F-7C42-4EE3-AC4F-9B98A5D9F2CE}"/>
              </a:ext>
            </a:extLst>
          </p:cNvPr>
          <p:cNvSpPr>
            <a:spLocks noGrp="1"/>
          </p:cNvSpPr>
          <p:nvPr/>
        </p:nvSpPr>
        <p:spPr>
          <a:xfrm>
            <a:off x="10118497" y="4659377"/>
            <a:ext cx="295010" cy="39223"/>
          </a:xfrm>
          <a:custGeom>
            <a:avLst/>
            <a:gdLst/>
            <a:ahLst/>
            <a:cxnLst/>
            <a:rect l="0" t="0" r="0" b="0"/>
            <a:pathLst>
              <a:path w="295010" h="39223">
                <a:moveTo>
                  <a:pt x="0" y="39223"/>
                </a:moveTo>
                <a:lnTo>
                  <a:pt x="295010" y="0"/>
                </a:lnTo>
              </a:path>
            </a:pathLst>
          </a:custGeom>
          <a:noFill/>
          <a:ln w="5869">
            <a:solidFill>
              <a:srgbClr val="9EB329">
                <a:alpha val="3000"/>
              </a:srgbClr>
            </a:solidFill>
            <a:prstDash val="solid"/>
          </a:ln>
        </p:spPr>
      </p:sp>
      <p:sp>
        <p:nvSpPr>
          <p:cNvPr id="88" name="lumia-token-stream-curve">
            <a:extLst>
              <a:ext uri="{FF2B5EF4-FFF2-40B4-BE49-F238E27FC236}">
                <a16:creationId xmlns:a16="http://schemas.microsoft.com/office/drawing/2014/main" id="{B504EB70-4630-4CA8-83F5-10E466686B9A}"/>
              </a:ext>
            </a:extLst>
          </p:cNvPr>
          <p:cNvSpPr>
            <a:spLocks noGrp="1"/>
          </p:cNvSpPr>
          <p:nvPr/>
        </p:nvSpPr>
        <p:spPr>
          <a:xfrm>
            <a:off x="10413507" y="4610933"/>
            <a:ext cx="295549" cy="48444"/>
          </a:xfrm>
          <a:custGeom>
            <a:avLst/>
            <a:gdLst/>
            <a:ahLst/>
            <a:cxnLst/>
            <a:rect l="0" t="0" r="0" b="0"/>
            <a:pathLst>
              <a:path w="295549" h="48444">
                <a:moveTo>
                  <a:pt x="0" y="48444"/>
                </a:moveTo>
                <a:lnTo>
                  <a:pt x="295549" y="0"/>
                </a:lnTo>
              </a:path>
            </a:pathLst>
          </a:custGeom>
          <a:noFill/>
          <a:ln w="5941">
            <a:solidFill>
              <a:srgbClr val="8CB130">
                <a:alpha val="3000"/>
              </a:srgbClr>
            </a:solidFill>
            <a:prstDash val="solid"/>
          </a:ln>
        </p:spPr>
      </p:sp>
      <p:sp>
        <p:nvSpPr>
          <p:cNvPr id="89" name="lumia-token-stream-curve">
            <a:extLst>
              <a:ext uri="{FF2B5EF4-FFF2-40B4-BE49-F238E27FC236}">
                <a16:creationId xmlns:a16="http://schemas.microsoft.com/office/drawing/2014/main" id="{7870D074-2E69-4B95-8E98-4D93C8BE0422}"/>
              </a:ext>
            </a:extLst>
          </p:cNvPr>
          <p:cNvSpPr>
            <a:spLocks noGrp="1"/>
          </p:cNvSpPr>
          <p:nvPr/>
        </p:nvSpPr>
        <p:spPr>
          <a:xfrm>
            <a:off x="10709056" y="4553789"/>
            <a:ext cx="296006" cy="57144"/>
          </a:xfrm>
          <a:custGeom>
            <a:avLst/>
            <a:gdLst/>
            <a:ahLst/>
            <a:cxnLst/>
            <a:rect l="0" t="0" r="0" b="0"/>
            <a:pathLst>
              <a:path w="296006" h="57144">
                <a:moveTo>
                  <a:pt x="0" y="57144"/>
                </a:moveTo>
                <a:lnTo>
                  <a:pt x="296006" y="0"/>
                </a:lnTo>
              </a:path>
            </a:pathLst>
          </a:custGeom>
          <a:noFill/>
          <a:ln w="6002">
            <a:solidFill>
              <a:srgbClr val="7BAF37">
                <a:alpha val="4000"/>
              </a:srgbClr>
            </a:solidFill>
            <a:prstDash val="solid"/>
          </a:ln>
        </p:spPr>
      </p:sp>
      <p:sp>
        <p:nvSpPr>
          <p:cNvPr id="90" name="lumia-token-stream-curve">
            <a:extLst>
              <a:ext uri="{FF2B5EF4-FFF2-40B4-BE49-F238E27FC236}">
                <a16:creationId xmlns:a16="http://schemas.microsoft.com/office/drawing/2014/main" id="{1C477E7D-9C7A-4E70-A393-0497D934C914}"/>
              </a:ext>
            </a:extLst>
          </p:cNvPr>
          <p:cNvSpPr>
            <a:spLocks noGrp="1"/>
          </p:cNvSpPr>
          <p:nvPr/>
        </p:nvSpPr>
        <p:spPr>
          <a:xfrm>
            <a:off x="11005062" y="4489624"/>
            <a:ext cx="296380" cy="64165"/>
          </a:xfrm>
          <a:custGeom>
            <a:avLst/>
            <a:gdLst/>
            <a:ahLst/>
            <a:cxnLst/>
            <a:rect l="0" t="0" r="0" b="0"/>
            <a:pathLst>
              <a:path w="296380" h="64165">
                <a:moveTo>
                  <a:pt x="0" y="64165"/>
                </a:moveTo>
                <a:lnTo>
                  <a:pt x="296380" y="0"/>
                </a:lnTo>
              </a:path>
            </a:pathLst>
          </a:custGeom>
          <a:noFill/>
          <a:ln w="6052">
            <a:solidFill>
              <a:srgbClr val="69AD3E">
                <a:alpha val="4000"/>
              </a:srgbClr>
            </a:solidFill>
            <a:prstDash val="solid"/>
          </a:ln>
        </p:spPr>
      </p:sp>
      <p:sp>
        <p:nvSpPr>
          <p:cNvPr id="91" name="lumia-token-stream-curve">
            <a:extLst>
              <a:ext uri="{FF2B5EF4-FFF2-40B4-BE49-F238E27FC236}">
                <a16:creationId xmlns:a16="http://schemas.microsoft.com/office/drawing/2014/main" id="{6F5E5027-0304-4188-8917-F2359BCAE5D5}"/>
              </a:ext>
            </a:extLst>
          </p:cNvPr>
          <p:cNvSpPr>
            <a:spLocks noGrp="1"/>
          </p:cNvSpPr>
          <p:nvPr/>
        </p:nvSpPr>
        <p:spPr>
          <a:xfrm>
            <a:off x="11301442" y="4421053"/>
            <a:ext cx="296671" cy="68571"/>
          </a:xfrm>
          <a:custGeom>
            <a:avLst/>
            <a:gdLst/>
            <a:ahLst/>
            <a:cxnLst/>
            <a:rect l="0" t="0" r="0" b="0"/>
            <a:pathLst>
              <a:path w="296671" h="68571">
                <a:moveTo>
                  <a:pt x="0" y="68571"/>
                </a:moveTo>
                <a:lnTo>
                  <a:pt x="296671" y="0"/>
                </a:lnTo>
              </a:path>
            </a:pathLst>
          </a:custGeom>
          <a:noFill/>
          <a:ln w="6089">
            <a:solidFill>
              <a:srgbClr val="57AC45">
                <a:alpha val="4000"/>
              </a:srgbClr>
            </a:solidFill>
            <a:prstDash val="solid"/>
          </a:ln>
        </p:spPr>
      </p:sp>
      <p:sp>
        <p:nvSpPr>
          <p:cNvPr id="92" name="lumia-token-stream-curve">
            <a:extLst>
              <a:ext uri="{FF2B5EF4-FFF2-40B4-BE49-F238E27FC236}">
                <a16:creationId xmlns:a16="http://schemas.microsoft.com/office/drawing/2014/main" id="{2EE3AF9E-85C0-4397-868F-376FA5B8E690}"/>
              </a:ext>
            </a:extLst>
          </p:cNvPr>
          <p:cNvSpPr>
            <a:spLocks noGrp="1"/>
          </p:cNvSpPr>
          <p:nvPr/>
        </p:nvSpPr>
        <p:spPr>
          <a:xfrm>
            <a:off x="11598113" y="4351267"/>
            <a:ext cx="296880" cy="69786"/>
          </a:xfrm>
          <a:custGeom>
            <a:avLst/>
            <a:gdLst/>
            <a:ahLst/>
            <a:cxnLst/>
            <a:rect l="0" t="0" r="0" b="0"/>
            <a:pathLst>
              <a:path w="296880" h="69786">
                <a:moveTo>
                  <a:pt x="0" y="69786"/>
                </a:moveTo>
                <a:lnTo>
                  <a:pt x="296880" y="0"/>
                </a:lnTo>
              </a:path>
            </a:pathLst>
          </a:custGeom>
          <a:noFill/>
          <a:ln w="6112">
            <a:solidFill>
              <a:srgbClr val="46AA4C">
                <a:alpha val="4000"/>
              </a:srgbClr>
            </a:solidFill>
            <a:prstDash val="solid"/>
          </a:ln>
        </p:spPr>
      </p:sp>
      <p:sp>
        <p:nvSpPr>
          <p:cNvPr id="93" name="lumia-token-stream-curve">
            <a:extLst>
              <a:ext uri="{FF2B5EF4-FFF2-40B4-BE49-F238E27FC236}">
                <a16:creationId xmlns:a16="http://schemas.microsoft.com/office/drawing/2014/main" id="{EAACA8C7-1909-4DEA-AD7C-609A2324E9B2}"/>
              </a:ext>
            </a:extLst>
          </p:cNvPr>
          <p:cNvSpPr>
            <a:spLocks noGrp="1"/>
          </p:cNvSpPr>
          <p:nvPr/>
        </p:nvSpPr>
        <p:spPr>
          <a:xfrm>
            <a:off x="11894993" y="4283588"/>
            <a:ext cx="297007" cy="67679"/>
          </a:xfrm>
          <a:custGeom>
            <a:avLst/>
            <a:gdLst/>
            <a:ahLst/>
            <a:cxnLst/>
            <a:rect l="0" t="0" r="0" b="0"/>
            <a:pathLst>
              <a:path w="297007" h="67679">
                <a:moveTo>
                  <a:pt x="0" y="67679"/>
                </a:moveTo>
                <a:lnTo>
                  <a:pt x="297007" y="0"/>
                </a:lnTo>
              </a:path>
            </a:pathLst>
          </a:custGeom>
          <a:noFill/>
          <a:ln w="6119">
            <a:solidFill>
              <a:srgbClr val="34A853">
                <a:alpha val="4000"/>
              </a:srgbClr>
            </a:solidFill>
            <a:prstDash val="solid"/>
          </a:ln>
        </p:spPr>
      </p:sp>
      <p:sp>
        <p:nvSpPr>
          <p:cNvPr id="94" name="lumia-token-stream-curve">
            <a:extLst>
              <a:ext uri="{FF2B5EF4-FFF2-40B4-BE49-F238E27FC236}">
                <a16:creationId xmlns:a16="http://schemas.microsoft.com/office/drawing/2014/main" id="{6809DCEB-C11C-41F9-A473-6443B6149968}"/>
              </a:ext>
            </a:extLst>
          </p:cNvPr>
          <p:cNvSpPr>
            <a:spLocks noGrp="1"/>
          </p:cNvSpPr>
          <p:nvPr/>
        </p:nvSpPr>
        <p:spPr>
          <a:xfrm>
            <a:off x="3124" y="5963093"/>
            <a:ext cx="205542" cy="20498"/>
          </a:xfrm>
          <a:custGeom>
            <a:avLst/>
            <a:gdLst/>
            <a:ahLst/>
            <a:cxnLst/>
            <a:rect l="0" t="0" r="0" b="0"/>
            <a:pathLst>
              <a:path w="205542" h="20498">
                <a:moveTo>
                  <a:pt x="0" y="20498"/>
                </a:moveTo>
                <a:lnTo>
                  <a:pt x="205542" y="0"/>
                </a:lnTo>
              </a:path>
            </a:pathLst>
          </a:custGeom>
          <a:noFill/>
          <a:ln w="4220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95" name="lumia-token-stream-curve">
            <a:extLst>
              <a:ext uri="{FF2B5EF4-FFF2-40B4-BE49-F238E27FC236}">
                <a16:creationId xmlns:a16="http://schemas.microsoft.com/office/drawing/2014/main" id="{F4D750FF-86B2-4440-ADAA-18EB56E8A6B2}"/>
              </a:ext>
            </a:extLst>
          </p:cNvPr>
          <p:cNvSpPr>
            <a:spLocks noGrp="1"/>
          </p:cNvSpPr>
          <p:nvPr/>
        </p:nvSpPr>
        <p:spPr>
          <a:xfrm>
            <a:off x="208665" y="5937213"/>
            <a:ext cx="209353" cy="25880"/>
          </a:xfrm>
          <a:custGeom>
            <a:avLst/>
            <a:gdLst/>
            <a:ahLst/>
            <a:cxnLst/>
            <a:rect l="0" t="0" r="0" b="0"/>
            <a:pathLst>
              <a:path w="209353" h="25880">
                <a:moveTo>
                  <a:pt x="0" y="25880"/>
                </a:moveTo>
                <a:lnTo>
                  <a:pt x="209353" y="0"/>
                </a:lnTo>
              </a:path>
            </a:pathLst>
          </a:custGeom>
          <a:noFill/>
          <a:ln w="4220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96" name="lumia-token-stream-curve">
            <a:extLst>
              <a:ext uri="{FF2B5EF4-FFF2-40B4-BE49-F238E27FC236}">
                <a16:creationId xmlns:a16="http://schemas.microsoft.com/office/drawing/2014/main" id="{3CA1842F-B5D7-419A-86CD-9E5757D77F66}"/>
              </a:ext>
            </a:extLst>
          </p:cNvPr>
          <p:cNvSpPr>
            <a:spLocks noGrp="1"/>
          </p:cNvSpPr>
          <p:nvPr/>
        </p:nvSpPr>
        <p:spPr>
          <a:xfrm>
            <a:off x="418018" y="5906762"/>
            <a:ext cx="213085" cy="30451"/>
          </a:xfrm>
          <a:custGeom>
            <a:avLst/>
            <a:gdLst/>
            <a:ahLst/>
            <a:cxnLst/>
            <a:rect l="0" t="0" r="0" b="0"/>
            <a:pathLst>
              <a:path w="213085" h="30451">
                <a:moveTo>
                  <a:pt x="0" y="30451"/>
                </a:moveTo>
                <a:lnTo>
                  <a:pt x="213085" y="0"/>
                </a:lnTo>
              </a:path>
            </a:pathLst>
          </a:custGeom>
          <a:noFill/>
          <a:ln w="4220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97" name="lumia-token-stream-curve">
            <a:extLst>
              <a:ext uri="{FF2B5EF4-FFF2-40B4-BE49-F238E27FC236}">
                <a16:creationId xmlns:a16="http://schemas.microsoft.com/office/drawing/2014/main" id="{8EF99383-9F7C-4980-8CB6-E3F1255F64C4}"/>
              </a:ext>
            </a:extLst>
          </p:cNvPr>
          <p:cNvSpPr>
            <a:spLocks noGrp="1"/>
          </p:cNvSpPr>
          <p:nvPr/>
        </p:nvSpPr>
        <p:spPr>
          <a:xfrm>
            <a:off x="631103" y="5872872"/>
            <a:ext cx="216736" cy="33890"/>
          </a:xfrm>
          <a:custGeom>
            <a:avLst/>
            <a:gdLst/>
            <a:ahLst/>
            <a:cxnLst/>
            <a:rect l="0" t="0" r="0" b="0"/>
            <a:pathLst>
              <a:path w="216736" h="33890">
                <a:moveTo>
                  <a:pt x="0" y="33890"/>
                </a:moveTo>
                <a:lnTo>
                  <a:pt x="216736" y="0"/>
                </a:lnTo>
              </a:path>
            </a:pathLst>
          </a:custGeom>
          <a:noFill/>
          <a:ln w="4220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98" name="lumia-token-stream-curve">
            <a:extLst>
              <a:ext uri="{FF2B5EF4-FFF2-40B4-BE49-F238E27FC236}">
                <a16:creationId xmlns:a16="http://schemas.microsoft.com/office/drawing/2014/main" id="{23CD92E5-220D-4341-83AB-69A6D78C08B0}"/>
              </a:ext>
            </a:extLst>
          </p:cNvPr>
          <p:cNvSpPr>
            <a:spLocks noGrp="1"/>
          </p:cNvSpPr>
          <p:nvPr/>
        </p:nvSpPr>
        <p:spPr>
          <a:xfrm>
            <a:off x="847839" y="5836938"/>
            <a:ext cx="220308" cy="35934"/>
          </a:xfrm>
          <a:custGeom>
            <a:avLst/>
            <a:gdLst/>
            <a:ahLst/>
            <a:cxnLst/>
            <a:rect l="0" t="0" r="0" b="0"/>
            <a:pathLst>
              <a:path w="220308" h="35934">
                <a:moveTo>
                  <a:pt x="0" y="35934"/>
                </a:moveTo>
                <a:lnTo>
                  <a:pt x="220308" y="0"/>
                </a:lnTo>
              </a:path>
            </a:pathLst>
          </a:custGeom>
          <a:noFill/>
          <a:ln w="4220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99" name="lumia-token-stream-curve">
            <a:extLst>
              <a:ext uri="{FF2B5EF4-FFF2-40B4-BE49-F238E27FC236}">
                <a16:creationId xmlns:a16="http://schemas.microsoft.com/office/drawing/2014/main" id="{B354BBD6-9566-4DCB-8805-2B293FF8B60D}"/>
              </a:ext>
            </a:extLst>
          </p:cNvPr>
          <p:cNvSpPr>
            <a:spLocks noGrp="1"/>
          </p:cNvSpPr>
          <p:nvPr/>
        </p:nvSpPr>
        <p:spPr>
          <a:xfrm>
            <a:off x="1068147" y="5800526"/>
            <a:ext cx="223800" cy="36412"/>
          </a:xfrm>
          <a:custGeom>
            <a:avLst/>
            <a:gdLst/>
            <a:ahLst/>
            <a:cxnLst/>
            <a:rect l="0" t="0" r="0" b="0"/>
            <a:pathLst>
              <a:path w="223800" h="36412">
                <a:moveTo>
                  <a:pt x="0" y="36412"/>
                </a:moveTo>
                <a:lnTo>
                  <a:pt x="223800" y="0"/>
                </a:lnTo>
              </a:path>
            </a:pathLst>
          </a:custGeom>
          <a:noFill/>
          <a:ln w="4220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100" name="lumia-token-stream-curve">
            <a:extLst>
              <a:ext uri="{FF2B5EF4-FFF2-40B4-BE49-F238E27FC236}">
                <a16:creationId xmlns:a16="http://schemas.microsoft.com/office/drawing/2014/main" id="{34C3A89B-3CAA-443E-9029-C9CCA09AB31A}"/>
              </a:ext>
            </a:extLst>
          </p:cNvPr>
          <p:cNvSpPr>
            <a:spLocks noGrp="1"/>
          </p:cNvSpPr>
          <p:nvPr/>
        </p:nvSpPr>
        <p:spPr>
          <a:xfrm>
            <a:off x="1291948" y="5765256"/>
            <a:ext cx="227213" cy="35271"/>
          </a:xfrm>
          <a:custGeom>
            <a:avLst/>
            <a:gdLst/>
            <a:ahLst/>
            <a:cxnLst/>
            <a:rect l="0" t="0" r="0" b="0"/>
            <a:pathLst>
              <a:path w="227213" h="35271">
                <a:moveTo>
                  <a:pt x="0" y="35271"/>
                </a:moveTo>
                <a:lnTo>
                  <a:pt x="227213" y="0"/>
                </a:lnTo>
              </a:path>
            </a:pathLst>
          </a:custGeom>
          <a:noFill/>
          <a:ln w="4220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101" name="lumia-token-stream-curve">
            <a:extLst>
              <a:ext uri="{FF2B5EF4-FFF2-40B4-BE49-F238E27FC236}">
                <a16:creationId xmlns:a16="http://schemas.microsoft.com/office/drawing/2014/main" id="{ED5A3451-AA97-41D1-870D-F18F239A190A}"/>
              </a:ext>
            </a:extLst>
          </p:cNvPr>
          <p:cNvSpPr>
            <a:spLocks noGrp="1"/>
          </p:cNvSpPr>
          <p:nvPr/>
        </p:nvSpPr>
        <p:spPr>
          <a:xfrm>
            <a:off x="1519161" y="5732655"/>
            <a:ext cx="230546" cy="32601"/>
          </a:xfrm>
          <a:custGeom>
            <a:avLst/>
            <a:gdLst/>
            <a:ahLst/>
            <a:cxnLst/>
            <a:rect l="0" t="0" r="0" b="0"/>
            <a:pathLst>
              <a:path w="230546" h="32601">
                <a:moveTo>
                  <a:pt x="0" y="32601"/>
                </a:moveTo>
                <a:lnTo>
                  <a:pt x="230546" y="0"/>
                </a:lnTo>
              </a:path>
            </a:pathLst>
          </a:custGeom>
          <a:noFill/>
          <a:ln w="4220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102" name="lumia-token-stream-curve">
            <a:extLst>
              <a:ext uri="{FF2B5EF4-FFF2-40B4-BE49-F238E27FC236}">
                <a16:creationId xmlns:a16="http://schemas.microsoft.com/office/drawing/2014/main" id="{54C3CC9C-6339-48CF-A731-381509B4B3ED}"/>
              </a:ext>
            </a:extLst>
          </p:cNvPr>
          <p:cNvSpPr>
            <a:spLocks noGrp="1"/>
          </p:cNvSpPr>
          <p:nvPr/>
        </p:nvSpPr>
        <p:spPr>
          <a:xfrm>
            <a:off x="1749706" y="5704012"/>
            <a:ext cx="233799" cy="28643"/>
          </a:xfrm>
          <a:custGeom>
            <a:avLst/>
            <a:gdLst/>
            <a:ahLst/>
            <a:cxnLst/>
            <a:rect l="0" t="0" r="0" b="0"/>
            <a:pathLst>
              <a:path w="233799" h="28643">
                <a:moveTo>
                  <a:pt x="0" y="28643"/>
                </a:moveTo>
                <a:lnTo>
                  <a:pt x="233799" y="0"/>
                </a:lnTo>
              </a:path>
            </a:pathLst>
          </a:custGeom>
          <a:noFill/>
          <a:ln w="4220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103" name="lumia-token-stream-curve">
            <a:extLst>
              <a:ext uri="{FF2B5EF4-FFF2-40B4-BE49-F238E27FC236}">
                <a16:creationId xmlns:a16="http://schemas.microsoft.com/office/drawing/2014/main" id="{949CCD93-4956-4008-AE0F-C73D934022CA}"/>
              </a:ext>
            </a:extLst>
          </p:cNvPr>
          <p:cNvSpPr>
            <a:spLocks noGrp="1"/>
          </p:cNvSpPr>
          <p:nvPr/>
        </p:nvSpPr>
        <p:spPr>
          <a:xfrm>
            <a:off x="1983505" y="5680229"/>
            <a:ext cx="236972" cy="23784"/>
          </a:xfrm>
          <a:custGeom>
            <a:avLst/>
            <a:gdLst/>
            <a:ahLst/>
            <a:cxnLst/>
            <a:rect l="0" t="0" r="0" b="0"/>
            <a:pathLst>
              <a:path w="236972" h="23784">
                <a:moveTo>
                  <a:pt x="0" y="23784"/>
                </a:moveTo>
                <a:lnTo>
                  <a:pt x="236972" y="0"/>
                </a:lnTo>
              </a:path>
            </a:pathLst>
          </a:custGeom>
          <a:noFill/>
          <a:ln w="4220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104" name="lumia-token-stream-curve">
            <a:extLst>
              <a:ext uri="{FF2B5EF4-FFF2-40B4-BE49-F238E27FC236}">
                <a16:creationId xmlns:a16="http://schemas.microsoft.com/office/drawing/2014/main" id="{3A2E8221-2097-4C9C-B6E1-CEED787D59E9}"/>
              </a:ext>
            </a:extLst>
          </p:cNvPr>
          <p:cNvSpPr>
            <a:spLocks noGrp="1"/>
          </p:cNvSpPr>
          <p:nvPr/>
        </p:nvSpPr>
        <p:spPr>
          <a:xfrm>
            <a:off x="2220477" y="5661696"/>
            <a:ext cx="240065" cy="18532"/>
          </a:xfrm>
          <a:custGeom>
            <a:avLst/>
            <a:gdLst/>
            <a:ahLst/>
            <a:cxnLst/>
            <a:rect l="0" t="0" r="0" b="0"/>
            <a:pathLst>
              <a:path w="240065" h="18532">
                <a:moveTo>
                  <a:pt x="0" y="18532"/>
                </a:moveTo>
                <a:lnTo>
                  <a:pt x="240065" y="0"/>
                </a:lnTo>
              </a:path>
            </a:pathLst>
          </a:custGeom>
          <a:noFill/>
          <a:ln w="4220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105" name="lumia-token-stream-curve">
            <a:extLst>
              <a:ext uri="{FF2B5EF4-FFF2-40B4-BE49-F238E27FC236}">
                <a16:creationId xmlns:a16="http://schemas.microsoft.com/office/drawing/2014/main" id="{3108DAC3-FA53-4765-A4F3-2F0590D548C3}"/>
              </a:ext>
            </a:extLst>
          </p:cNvPr>
          <p:cNvSpPr>
            <a:spLocks noGrp="1"/>
          </p:cNvSpPr>
          <p:nvPr/>
        </p:nvSpPr>
        <p:spPr>
          <a:xfrm>
            <a:off x="2460542" y="5648215"/>
            <a:ext cx="243079" cy="13481"/>
          </a:xfrm>
          <a:custGeom>
            <a:avLst/>
            <a:gdLst/>
            <a:ahLst/>
            <a:cxnLst/>
            <a:rect l="0" t="0" r="0" b="0"/>
            <a:pathLst>
              <a:path w="243079" h="13481">
                <a:moveTo>
                  <a:pt x="0" y="13481"/>
                </a:moveTo>
                <a:lnTo>
                  <a:pt x="243079" y="0"/>
                </a:lnTo>
              </a:path>
            </a:pathLst>
          </a:custGeom>
          <a:noFill/>
          <a:ln w="4220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106" name="lumia-token-stream-curve">
            <a:extLst>
              <a:ext uri="{FF2B5EF4-FFF2-40B4-BE49-F238E27FC236}">
                <a16:creationId xmlns:a16="http://schemas.microsoft.com/office/drawing/2014/main" id="{9C14E4E5-09FF-4566-80B9-CF5BFEAA8520}"/>
              </a:ext>
            </a:extLst>
          </p:cNvPr>
          <p:cNvSpPr>
            <a:spLocks noGrp="1"/>
          </p:cNvSpPr>
          <p:nvPr/>
        </p:nvSpPr>
        <p:spPr>
          <a:xfrm>
            <a:off x="2703621" y="5638963"/>
            <a:ext cx="246013" cy="9525"/>
          </a:xfrm>
          <a:custGeom>
            <a:avLst/>
            <a:gdLst/>
            <a:ahLst/>
            <a:cxnLst/>
            <a:rect l="0" t="0" r="0" b="0"/>
            <a:pathLst>
              <a:path w="246013" h="9525">
                <a:moveTo>
                  <a:pt x="0" y="9252"/>
                </a:moveTo>
                <a:lnTo>
                  <a:pt x="246013" y="0"/>
                </a:lnTo>
              </a:path>
            </a:pathLst>
          </a:custGeom>
          <a:noFill/>
          <a:ln w="4220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107" name="lumia-token-stream-curve">
            <a:extLst>
              <a:ext uri="{FF2B5EF4-FFF2-40B4-BE49-F238E27FC236}">
                <a16:creationId xmlns:a16="http://schemas.microsoft.com/office/drawing/2014/main" id="{729A0CEF-0526-48A1-9C9D-0D9F1C53398D}"/>
              </a:ext>
            </a:extLst>
          </p:cNvPr>
          <p:cNvSpPr>
            <a:spLocks noGrp="1"/>
          </p:cNvSpPr>
          <p:nvPr/>
        </p:nvSpPr>
        <p:spPr>
          <a:xfrm>
            <a:off x="2949634" y="5632530"/>
            <a:ext cx="248867" cy="9525"/>
          </a:xfrm>
          <a:custGeom>
            <a:avLst/>
            <a:gdLst/>
            <a:ahLst/>
            <a:cxnLst/>
            <a:rect l="0" t="0" r="0" b="0"/>
            <a:pathLst>
              <a:path w="248867" h="9525">
                <a:moveTo>
                  <a:pt x="0" y="6433"/>
                </a:moveTo>
                <a:lnTo>
                  <a:pt x="248867" y="0"/>
                </a:lnTo>
              </a:path>
            </a:pathLst>
          </a:custGeom>
          <a:noFill/>
          <a:ln w="4220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108" name="lumia-token-stream-curve">
            <a:extLst>
              <a:ext uri="{FF2B5EF4-FFF2-40B4-BE49-F238E27FC236}">
                <a16:creationId xmlns:a16="http://schemas.microsoft.com/office/drawing/2014/main" id="{9BC3663C-A589-41F0-B31D-F692F428CAD9}"/>
              </a:ext>
            </a:extLst>
          </p:cNvPr>
          <p:cNvSpPr>
            <a:spLocks noGrp="1"/>
          </p:cNvSpPr>
          <p:nvPr/>
        </p:nvSpPr>
        <p:spPr>
          <a:xfrm>
            <a:off x="3198501" y="5627023"/>
            <a:ext cx="251641" cy="9525"/>
          </a:xfrm>
          <a:custGeom>
            <a:avLst/>
            <a:gdLst/>
            <a:ahLst/>
            <a:cxnLst/>
            <a:rect l="0" t="0" r="0" b="0"/>
            <a:pathLst>
              <a:path w="251641" h="9525">
                <a:moveTo>
                  <a:pt x="0" y="5507"/>
                </a:moveTo>
                <a:lnTo>
                  <a:pt x="251641" y="0"/>
                </a:lnTo>
              </a:path>
            </a:pathLst>
          </a:custGeom>
          <a:noFill/>
          <a:ln w="4220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109" name="lumia-token-stream-curve">
            <a:extLst>
              <a:ext uri="{FF2B5EF4-FFF2-40B4-BE49-F238E27FC236}">
                <a16:creationId xmlns:a16="http://schemas.microsoft.com/office/drawing/2014/main" id="{E8B2A0A3-2E39-41FE-B7C8-17D887E06F39}"/>
              </a:ext>
            </a:extLst>
          </p:cNvPr>
          <p:cNvSpPr>
            <a:spLocks noGrp="1"/>
          </p:cNvSpPr>
          <p:nvPr/>
        </p:nvSpPr>
        <p:spPr>
          <a:xfrm>
            <a:off x="3450142" y="5620233"/>
            <a:ext cx="254336" cy="9525"/>
          </a:xfrm>
          <a:custGeom>
            <a:avLst/>
            <a:gdLst/>
            <a:ahLst/>
            <a:cxnLst/>
            <a:rect l="0" t="0" r="0" b="0"/>
            <a:pathLst>
              <a:path w="254336" h="9525">
                <a:moveTo>
                  <a:pt x="0" y="6789"/>
                </a:moveTo>
                <a:lnTo>
                  <a:pt x="254336" y="0"/>
                </a:lnTo>
              </a:path>
            </a:pathLst>
          </a:custGeom>
          <a:noFill/>
          <a:ln w="4220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110" name="lumia-token-stream-curve">
            <a:extLst>
              <a:ext uri="{FF2B5EF4-FFF2-40B4-BE49-F238E27FC236}">
                <a16:creationId xmlns:a16="http://schemas.microsoft.com/office/drawing/2014/main" id="{E06266D2-F9C4-4490-9DA3-05C7684021E3}"/>
              </a:ext>
            </a:extLst>
          </p:cNvPr>
          <p:cNvSpPr>
            <a:spLocks noGrp="1"/>
          </p:cNvSpPr>
          <p:nvPr/>
        </p:nvSpPr>
        <p:spPr>
          <a:xfrm>
            <a:off x="3704478" y="5609857"/>
            <a:ext cx="256951" cy="10376"/>
          </a:xfrm>
          <a:custGeom>
            <a:avLst/>
            <a:gdLst/>
            <a:ahLst/>
            <a:cxnLst/>
            <a:rect l="0" t="0" r="0" b="0"/>
            <a:pathLst>
              <a:path w="256951" h="10376">
                <a:moveTo>
                  <a:pt x="0" y="10376"/>
                </a:moveTo>
                <a:lnTo>
                  <a:pt x="256951" y="0"/>
                </a:lnTo>
              </a:path>
            </a:pathLst>
          </a:custGeom>
          <a:noFill/>
          <a:ln w="4221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111" name="lumia-token-stream-curve">
            <a:extLst>
              <a:ext uri="{FF2B5EF4-FFF2-40B4-BE49-F238E27FC236}">
                <a16:creationId xmlns:a16="http://schemas.microsoft.com/office/drawing/2014/main" id="{EA8A4FCF-6399-4274-8582-245DE9481D5D}"/>
              </a:ext>
            </a:extLst>
          </p:cNvPr>
          <p:cNvSpPr>
            <a:spLocks noGrp="1"/>
          </p:cNvSpPr>
          <p:nvPr/>
        </p:nvSpPr>
        <p:spPr>
          <a:xfrm>
            <a:off x="3961429" y="5593746"/>
            <a:ext cx="259486" cy="16111"/>
          </a:xfrm>
          <a:custGeom>
            <a:avLst/>
            <a:gdLst/>
            <a:ahLst/>
            <a:cxnLst/>
            <a:rect l="0" t="0" r="0" b="0"/>
            <a:pathLst>
              <a:path w="259486" h="16111">
                <a:moveTo>
                  <a:pt x="0" y="16111"/>
                </a:moveTo>
                <a:lnTo>
                  <a:pt x="259486" y="0"/>
                </a:lnTo>
              </a:path>
            </a:pathLst>
          </a:custGeom>
          <a:noFill/>
          <a:ln w="4234">
            <a:solidFill>
              <a:srgbClr val="A33F64">
                <a:alpha val="2000"/>
              </a:srgbClr>
            </a:solidFill>
            <a:prstDash val="solid"/>
          </a:ln>
        </p:spPr>
      </p:sp>
      <p:sp>
        <p:nvSpPr>
          <p:cNvPr id="112" name="lumia-token-stream-curve">
            <a:extLst>
              <a:ext uri="{FF2B5EF4-FFF2-40B4-BE49-F238E27FC236}">
                <a16:creationId xmlns:a16="http://schemas.microsoft.com/office/drawing/2014/main" id="{20DE1DBD-34A1-47F1-8FE7-50CEEAF45F71}"/>
              </a:ext>
            </a:extLst>
          </p:cNvPr>
          <p:cNvSpPr>
            <a:spLocks noGrp="1"/>
          </p:cNvSpPr>
          <p:nvPr/>
        </p:nvSpPr>
        <p:spPr>
          <a:xfrm>
            <a:off x="4220916" y="5570166"/>
            <a:ext cx="261942" cy="23581"/>
          </a:xfrm>
          <a:custGeom>
            <a:avLst/>
            <a:gdLst/>
            <a:ahLst/>
            <a:cxnLst/>
            <a:rect l="0" t="0" r="0" b="0"/>
            <a:pathLst>
              <a:path w="261942" h="23581">
                <a:moveTo>
                  <a:pt x="0" y="23581"/>
                </a:moveTo>
                <a:lnTo>
                  <a:pt x="261942" y="0"/>
                </a:lnTo>
              </a:path>
            </a:pathLst>
          </a:custGeom>
          <a:noFill/>
          <a:ln w="4263">
            <a:solidFill>
              <a:srgbClr val="B0405B">
                <a:alpha val="2000"/>
              </a:srgbClr>
            </a:solidFill>
            <a:prstDash val="solid"/>
          </a:ln>
        </p:spPr>
      </p:sp>
      <p:sp>
        <p:nvSpPr>
          <p:cNvPr id="113" name="lumia-token-stream-curve">
            <a:extLst>
              <a:ext uri="{FF2B5EF4-FFF2-40B4-BE49-F238E27FC236}">
                <a16:creationId xmlns:a16="http://schemas.microsoft.com/office/drawing/2014/main" id="{FBD848B2-F354-46E4-97E7-8422160EA300}"/>
              </a:ext>
            </a:extLst>
          </p:cNvPr>
          <p:cNvSpPr>
            <a:spLocks noGrp="1"/>
          </p:cNvSpPr>
          <p:nvPr/>
        </p:nvSpPr>
        <p:spPr>
          <a:xfrm>
            <a:off x="4482857" y="5538021"/>
            <a:ext cx="264317" cy="32144"/>
          </a:xfrm>
          <a:custGeom>
            <a:avLst/>
            <a:gdLst/>
            <a:ahLst/>
            <a:cxnLst/>
            <a:rect l="0" t="0" r="0" b="0"/>
            <a:pathLst>
              <a:path w="264317" h="32144">
                <a:moveTo>
                  <a:pt x="0" y="32144"/>
                </a:moveTo>
                <a:lnTo>
                  <a:pt x="264317" y="0"/>
                </a:lnTo>
              </a:path>
            </a:pathLst>
          </a:custGeom>
          <a:noFill/>
          <a:ln w="4307">
            <a:solidFill>
              <a:srgbClr val="BD4153">
                <a:alpha val="2000"/>
              </a:srgbClr>
            </a:solidFill>
            <a:prstDash val="solid"/>
          </a:ln>
        </p:spPr>
      </p:sp>
      <p:sp>
        <p:nvSpPr>
          <p:cNvPr id="114" name="lumia-token-stream-curve">
            <a:extLst>
              <a:ext uri="{FF2B5EF4-FFF2-40B4-BE49-F238E27FC236}">
                <a16:creationId xmlns:a16="http://schemas.microsoft.com/office/drawing/2014/main" id="{5CD11EB7-24FB-4C44-9053-F5FC993FDA52}"/>
              </a:ext>
            </a:extLst>
          </p:cNvPr>
          <p:cNvSpPr>
            <a:spLocks noGrp="1"/>
          </p:cNvSpPr>
          <p:nvPr/>
        </p:nvSpPr>
        <p:spPr>
          <a:xfrm>
            <a:off x="4747174" y="5497032"/>
            <a:ext cx="266613" cy="40989"/>
          </a:xfrm>
          <a:custGeom>
            <a:avLst/>
            <a:gdLst/>
            <a:ahLst/>
            <a:cxnLst/>
            <a:rect l="0" t="0" r="0" b="0"/>
            <a:pathLst>
              <a:path w="266613" h="40989">
                <a:moveTo>
                  <a:pt x="0" y="40989"/>
                </a:moveTo>
                <a:lnTo>
                  <a:pt x="266613" y="0"/>
                </a:lnTo>
              </a:path>
            </a:pathLst>
          </a:custGeom>
          <a:noFill/>
          <a:ln w="4365">
            <a:solidFill>
              <a:srgbClr val="CA414A">
                <a:alpha val="2000"/>
              </a:srgbClr>
            </a:solidFill>
            <a:prstDash val="solid"/>
          </a:ln>
        </p:spPr>
      </p:sp>
      <p:sp>
        <p:nvSpPr>
          <p:cNvPr id="115" name="lumia-token-stream-curve">
            <a:extLst>
              <a:ext uri="{FF2B5EF4-FFF2-40B4-BE49-F238E27FC236}">
                <a16:creationId xmlns:a16="http://schemas.microsoft.com/office/drawing/2014/main" id="{F60C5B50-138D-48DA-BC5D-DBE48A255945}"/>
              </a:ext>
            </a:extLst>
          </p:cNvPr>
          <p:cNvSpPr>
            <a:spLocks noGrp="1"/>
          </p:cNvSpPr>
          <p:nvPr/>
        </p:nvSpPr>
        <p:spPr>
          <a:xfrm>
            <a:off x="5013788" y="5447817"/>
            <a:ext cx="268829" cy="49215"/>
          </a:xfrm>
          <a:custGeom>
            <a:avLst/>
            <a:gdLst/>
            <a:ahLst/>
            <a:cxnLst/>
            <a:rect l="0" t="0" r="0" b="0"/>
            <a:pathLst>
              <a:path w="268829" h="49215">
                <a:moveTo>
                  <a:pt x="0" y="49215"/>
                </a:moveTo>
                <a:lnTo>
                  <a:pt x="268829" y="0"/>
                </a:lnTo>
              </a:path>
            </a:pathLst>
          </a:custGeom>
          <a:noFill/>
          <a:ln w="4436">
            <a:solidFill>
              <a:srgbClr val="D74242">
                <a:alpha val="2000"/>
              </a:srgbClr>
            </a:solidFill>
            <a:prstDash val="solid"/>
          </a:ln>
        </p:spPr>
      </p:sp>
      <p:sp>
        <p:nvSpPr>
          <p:cNvPr id="116" name="lumia-token-stream-curve">
            <a:extLst>
              <a:ext uri="{FF2B5EF4-FFF2-40B4-BE49-F238E27FC236}">
                <a16:creationId xmlns:a16="http://schemas.microsoft.com/office/drawing/2014/main" id="{41F247C8-A6CA-4177-BDBA-C7C6D12A9FE0}"/>
              </a:ext>
            </a:extLst>
          </p:cNvPr>
          <p:cNvSpPr>
            <a:spLocks noGrp="1"/>
          </p:cNvSpPr>
          <p:nvPr/>
        </p:nvSpPr>
        <p:spPr>
          <a:xfrm>
            <a:off x="5282617" y="5391874"/>
            <a:ext cx="270966" cy="55942"/>
          </a:xfrm>
          <a:custGeom>
            <a:avLst/>
            <a:gdLst/>
            <a:ahLst/>
            <a:cxnLst/>
            <a:rect l="0" t="0" r="0" b="0"/>
            <a:pathLst>
              <a:path w="270966" h="55942">
                <a:moveTo>
                  <a:pt x="0" y="55942"/>
                </a:moveTo>
                <a:lnTo>
                  <a:pt x="270966" y="0"/>
                </a:lnTo>
              </a:path>
            </a:pathLst>
          </a:custGeom>
          <a:noFill/>
          <a:ln w="4518">
            <a:solidFill>
              <a:srgbClr val="E44339">
                <a:alpha val="2000"/>
              </a:srgbClr>
            </a:solidFill>
            <a:prstDash val="solid"/>
          </a:ln>
        </p:spPr>
      </p:sp>
      <p:sp>
        <p:nvSpPr>
          <p:cNvPr id="117" name="lumia-token-stream-curve">
            <a:extLst>
              <a:ext uri="{FF2B5EF4-FFF2-40B4-BE49-F238E27FC236}">
                <a16:creationId xmlns:a16="http://schemas.microsoft.com/office/drawing/2014/main" id="{022B2767-B3BE-4728-A7B6-7BBF43CBA6E9}"/>
              </a:ext>
            </a:extLst>
          </p:cNvPr>
          <p:cNvSpPr>
            <a:spLocks noGrp="1"/>
          </p:cNvSpPr>
          <p:nvPr/>
        </p:nvSpPr>
        <p:spPr>
          <a:xfrm>
            <a:off x="5553583" y="5331456"/>
            <a:ext cx="273022" cy="60418"/>
          </a:xfrm>
          <a:custGeom>
            <a:avLst/>
            <a:gdLst/>
            <a:ahLst/>
            <a:cxnLst/>
            <a:rect l="0" t="0" r="0" b="0"/>
            <a:pathLst>
              <a:path w="273022" h="60418">
                <a:moveTo>
                  <a:pt x="0" y="60418"/>
                </a:moveTo>
                <a:lnTo>
                  <a:pt x="273022" y="0"/>
                </a:lnTo>
              </a:path>
            </a:pathLst>
          </a:custGeom>
          <a:noFill/>
          <a:ln w="4610">
            <a:solidFill>
              <a:srgbClr val="EB4833">
                <a:alpha val="2000"/>
              </a:srgbClr>
            </a:solidFill>
            <a:prstDash val="solid"/>
          </a:ln>
        </p:spPr>
      </p:sp>
      <p:sp>
        <p:nvSpPr>
          <p:cNvPr id="118" name="lumia-token-stream-curve">
            <a:extLst>
              <a:ext uri="{FF2B5EF4-FFF2-40B4-BE49-F238E27FC236}">
                <a16:creationId xmlns:a16="http://schemas.microsoft.com/office/drawing/2014/main" id="{39F02969-2780-436C-B965-1F851235D44F}"/>
              </a:ext>
            </a:extLst>
          </p:cNvPr>
          <p:cNvSpPr>
            <a:spLocks noGrp="1"/>
          </p:cNvSpPr>
          <p:nvPr/>
        </p:nvSpPr>
        <p:spPr>
          <a:xfrm>
            <a:off x="5826605" y="5269335"/>
            <a:ext cx="274999" cy="62122"/>
          </a:xfrm>
          <a:custGeom>
            <a:avLst/>
            <a:gdLst/>
            <a:ahLst/>
            <a:cxnLst/>
            <a:rect l="0" t="0" r="0" b="0"/>
            <a:pathLst>
              <a:path w="274999" h="62122">
                <a:moveTo>
                  <a:pt x="0" y="62122"/>
                </a:moveTo>
                <a:lnTo>
                  <a:pt x="274999" y="0"/>
                </a:lnTo>
              </a:path>
            </a:pathLst>
          </a:custGeom>
          <a:noFill/>
          <a:ln w="4711">
            <a:solidFill>
              <a:srgbClr val="EC532F">
                <a:alpha val="2000"/>
              </a:srgbClr>
            </a:solidFill>
            <a:prstDash val="solid"/>
          </a:ln>
        </p:spPr>
      </p:sp>
      <p:sp>
        <p:nvSpPr>
          <p:cNvPr id="119" name="lumia-token-stream-curve">
            <a:extLst>
              <a:ext uri="{FF2B5EF4-FFF2-40B4-BE49-F238E27FC236}">
                <a16:creationId xmlns:a16="http://schemas.microsoft.com/office/drawing/2014/main" id="{626AC731-39C5-404D-9020-24450E08A209}"/>
              </a:ext>
            </a:extLst>
          </p:cNvPr>
          <p:cNvSpPr>
            <a:spLocks noGrp="1"/>
          </p:cNvSpPr>
          <p:nvPr/>
        </p:nvSpPr>
        <p:spPr>
          <a:xfrm>
            <a:off x="6101604" y="5208487"/>
            <a:ext cx="276896" cy="60848"/>
          </a:xfrm>
          <a:custGeom>
            <a:avLst/>
            <a:gdLst/>
            <a:ahLst/>
            <a:cxnLst/>
            <a:rect l="0" t="0" r="0" b="0"/>
            <a:pathLst>
              <a:path w="276896" h="60848">
                <a:moveTo>
                  <a:pt x="0" y="60848"/>
                </a:moveTo>
                <a:lnTo>
                  <a:pt x="276896" y="0"/>
                </a:lnTo>
              </a:path>
            </a:pathLst>
          </a:custGeom>
          <a:noFill/>
          <a:ln w="4820">
            <a:solidFill>
              <a:srgbClr val="EE5E2A">
                <a:alpha val="2000"/>
              </a:srgbClr>
            </a:solidFill>
            <a:prstDash val="solid"/>
          </a:ln>
        </p:spPr>
      </p:sp>
      <p:sp>
        <p:nvSpPr>
          <p:cNvPr id="120" name="lumia-token-stream-curve">
            <a:extLst>
              <a:ext uri="{FF2B5EF4-FFF2-40B4-BE49-F238E27FC236}">
                <a16:creationId xmlns:a16="http://schemas.microsoft.com/office/drawing/2014/main" id="{5EAECF8F-7A16-4010-AA47-24F1184E25CA}"/>
              </a:ext>
            </a:extLst>
          </p:cNvPr>
          <p:cNvSpPr>
            <a:spLocks noGrp="1"/>
          </p:cNvSpPr>
          <p:nvPr/>
        </p:nvSpPr>
        <p:spPr>
          <a:xfrm>
            <a:off x="6378500" y="5151735"/>
            <a:ext cx="278714" cy="56751"/>
          </a:xfrm>
          <a:custGeom>
            <a:avLst/>
            <a:gdLst/>
            <a:ahLst/>
            <a:cxnLst/>
            <a:rect l="0" t="0" r="0" b="0"/>
            <a:pathLst>
              <a:path w="278714" h="56751">
                <a:moveTo>
                  <a:pt x="0" y="56751"/>
                </a:moveTo>
                <a:lnTo>
                  <a:pt x="278714" y="0"/>
                </a:lnTo>
              </a:path>
            </a:pathLst>
          </a:custGeom>
          <a:noFill/>
          <a:ln w="4935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121" name="lumia-token-stream-curve">
            <a:extLst>
              <a:ext uri="{FF2B5EF4-FFF2-40B4-BE49-F238E27FC236}">
                <a16:creationId xmlns:a16="http://schemas.microsoft.com/office/drawing/2014/main" id="{089CB002-2A46-467E-B9A0-49BB4E14C310}"/>
              </a:ext>
            </a:extLst>
          </p:cNvPr>
          <p:cNvSpPr>
            <a:spLocks noGrp="1"/>
          </p:cNvSpPr>
          <p:nvPr/>
        </p:nvSpPr>
        <p:spPr>
          <a:xfrm>
            <a:off x="6657214" y="5101387"/>
            <a:ext cx="280451" cy="50349"/>
          </a:xfrm>
          <a:custGeom>
            <a:avLst/>
            <a:gdLst/>
            <a:ahLst/>
            <a:cxnLst/>
            <a:rect l="0" t="0" r="0" b="0"/>
            <a:pathLst>
              <a:path w="280451" h="50349">
                <a:moveTo>
                  <a:pt x="0" y="50349"/>
                </a:moveTo>
                <a:lnTo>
                  <a:pt x="280451" y="0"/>
                </a:lnTo>
              </a:path>
            </a:pathLst>
          </a:custGeom>
          <a:noFill/>
          <a:ln w="5056">
            <a:solidFill>
              <a:srgbClr val="F17322">
                <a:alpha val="3000"/>
              </a:srgbClr>
            </a:solidFill>
            <a:prstDash val="solid"/>
          </a:ln>
        </p:spPr>
      </p:sp>
      <p:sp>
        <p:nvSpPr>
          <p:cNvPr id="122" name="lumia-token-stream-curve">
            <a:extLst>
              <a:ext uri="{FF2B5EF4-FFF2-40B4-BE49-F238E27FC236}">
                <a16:creationId xmlns:a16="http://schemas.microsoft.com/office/drawing/2014/main" id="{6B9FEECE-77A6-4328-A80C-B8CCD8859AAB}"/>
              </a:ext>
            </a:extLst>
          </p:cNvPr>
          <p:cNvSpPr>
            <a:spLocks noGrp="1"/>
          </p:cNvSpPr>
          <p:nvPr/>
        </p:nvSpPr>
        <p:spPr>
          <a:xfrm>
            <a:off x="6937665" y="5058916"/>
            <a:ext cx="282109" cy="42471"/>
          </a:xfrm>
          <a:custGeom>
            <a:avLst/>
            <a:gdLst/>
            <a:ahLst/>
            <a:cxnLst/>
            <a:rect l="0" t="0" r="0" b="0"/>
            <a:pathLst>
              <a:path w="282109" h="42471">
                <a:moveTo>
                  <a:pt x="0" y="42471"/>
                </a:moveTo>
                <a:lnTo>
                  <a:pt x="282109" y="0"/>
                </a:lnTo>
              </a:path>
            </a:pathLst>
          </a:custGeom>
          <a:noFill/>
          <a:ln w="5181">
            <a:solidFill>
              <a:srgbClr val="F27E1E">
                <a:alpha val="3000"/>
              </a:srgbClr>
            </a:solidFill>
            <a:prstDash val="solid"/>
          </a:ln>
        </p:spPr>
      </p:sp>
      <p:sp>
        <p:nvSpPr>
          <p:cNvPr id="123" name="lumia-token-stream-curve">
            <a:extLst>
              <a:ext uri="{FF2B5EF4-FFF2-40B4-BE49-F238E27FC236}">
                <a16:creationId xmlns:a16="http://schemas.microsoft.com/office/drawing/2014/main" id="{04E5213F-E489-4D6D-A7BF-6FCA9DBC169B}"/>
              </a:ext>
            </a:extLst>
          </p:cNvPr>
          <p:cNvSpPr>
            <a:spLocks noGrp="1"/>
          </p:cNvSpPr>
          <p:nvPr/>
        </p:nvSpPr>
        <p:spPr>
          <a:xfrm>
            <a:off x="7219775" y="5024742"/>
            <a:ext cx="283687" cy="34174"/>
          </a:xfrm>
          <a:custGeom>
            <a:avLst/>
            <a:gdLst/>
            <a:ahLst/>
            <a:cxnLst/>
            <a:rect l="0" t="0" r="0" b="0"/>
            <a:pathLst>
              <a:path w="283687" h="34174">
                <a:moveTo>
                  <a:pt x="0" y="34174"/>
                </a:moveTo>
                <a:lnTo>
                  <a:pt x="283687" y="0"/>
                </a:lnTo>
              </a:path>
            </a:pathLst>
          </a:custGeom>
          <a:noFill/>
          <a:ln w="5308">
            <a:solidFill>
              <a:srgbClr val="F48919">
                <a:alpha val="3000"/>
              </a:srgbClr>
            </a:solidFill>
            <a:prstDash val="solid"/>
          </a:ln>
        </p:spPr>
      </p:sp>
      <p:sp>
        <p:nvSpPr>
          <p:cNvPr id="124" name="lumia-token-stream-curve">
            <a:extLst>
              <a:ext uri="{FF2B5EF4-FFF2-40B4-BE49-F238E27FC236}">
                <a16:creationId xmlns:a16="http://schemas.microsoft.com/office/drawing/2014/main" id="{7649A37B-F3C3-4834-BCC9-2E7DA21837B6}"/>
              </a:ext>
            </a:extLst>
          </p:cNvPr>
          <p:cNvSpPr>
            <a:spLocks noGrp="1"/>
          </p:cNvSpPr>
          <p:nvPr/>
        </p:nvSpPr>
        <p:spPr>
          <a:xfrm>
            <a:off x="7503462" y="4998138"/>
            <a:ext cx="285186" cy="26604"/>
          </a:xfrm>
          <a:custGeom>
            <a:avLst/>
            <a:gdLst/>
            <a:ahLst/>
            <a:cxnLst/>
            <a:rect l="0" t="0" r="0" b="0"/>
            <a:pathLst>
              <a:path w="285186" h="26604">
                <a:moveTo>
                  <a:pt x="0" y="26604"/>
                </a:moveTo>
                <a:lnTo>
                  <a:pt x="285186" y="0"/>
                </a:lnTo>
              </a:path>
            </a:pathLst>
          </a:custGeom>
          <a:noFill/>
          <a:ln w="5438">
            <a:solidFill>
              <a:srgbClr val="F59415">
                <a:alpha val="3000"/>
              </a:srgbClr>
            </a:solidFill>
            <a:prstDash val="solid"/>
          </a:ln>
        </p:spPr>
      </p:sp>
      <p:sp>
        <p:nvSpPr>
          <p:cNvPr id="125" name="lumia-token-stream-curve">
            <a:extLst>
              <a:ext uri="{FF2B5EF4-FFF2-40B4-BE49-F238E27FC236}">
                <a16:creationId xmlns:a16="http://schemas.microsoft.com/office/drawing/2014/main" id="{79F913C6-B30A-479B-9DCD-826518CBD797}"/>
              </a:ext>
            </a:extLst>
          </p:cNvPr>
          <p:cNvSpPr>
            <a:spLocks noGrp="1"/>
          </p:cNvSpPr>
          <p:nvPr/>
        </p:nvSpPr>
        <p:spPr>
          <a:xfrm>
            <a:off x="7788647" y="4977286"/>
            <a:ext cx="286604" cy="20853"/>
          </a:xfrm>
          <a:custGeom>
            <a:avLst/>
            <a:gdLst/>
            <a:ahLst/>
            <a:cxnLst/>
            <a:rect l="0" t="0" r="0" b="0"/>
            <a:pathLst>
              <a:path w="286604" h="20853">
                <a:moveTo>
                  <a:pt x="0" y="20853"/>
                </a:moveTo>
                <a:lnTo>
                  <a:pt x="286604" y="0"/>
                </a:lnTo>
              </a:path>
            </a:pathLst>
          </a:custGeom>
          <a:noFill/>
          <a:ln w="5568">
            <a:solidFill>
              <a:srgbClr val="F79E11">
                <a:alpha val="3000"/>
              </a:srgbClr>
            </a:solidFill>
            <a:prstDash val="solid"/>
          </a:ln>
        </p:spPr>
      </p:sp>
      <p:sp>
        <p:nvSpPr>
          <p:cNvPr id="126" name="lumia-token-stream-curve">
            <a:extLst>
              <a:ext uri="{FF2B5EF4-FFF2-40B4-BE49-F238E27FC236}">
                <a16:creationId xmlns:a16="http://schemas.microsoft.com/office/drawing/2014/main" id="{2F2C506D-D329-4D2B-8163-969CDD7ECB0C}"/>
              </a:ext>
            </a:extLst>
          </p:cNvPr>
          <p:cNvSpPr>
            <a:spLocks noGrp="1"/>
          </p:cNvSpPr>
          <p:nvPr/>
        </p:nvSpPr>
        <p:spPr>
          <a:xfrm>
            <a:off x="8075252" y="4959481"/>
            <a:ext cx="287943" cy="17805"/>
          </a:xfrm>
          <a:custGeom>
            <a:avLst/>
            <a:gdLst/>
            <a:ahLst/>
            <a:cxnLst/>
            <a:rect l="0" t="0" r="0" b="0"/>
            <a:pathLst>
              <a:path w="287943" h="17805">
                <a:moveTo>
                  <a:pt x="0" y="17805"/>
                </a:moveTo>
                <a:lnTo>
                  <a:pt x="287943" y="0"/>
                </a:lnTo>
              </a:path>
            </a:pathLst>
          </a:custGeom>
          <a:noFill/>
          <a:ln w="5697">
            <a:solidFill>
              <a:srgbClr val="F8A90C">
                <a:alpha val="3000"/>
              </a:srgbClr>
            </a:solidFill>
            <a:prstDash val="solid"/>
          </a:ln>
        </p:spPr>
      </p:sp>
      <p:sp>
        <p:nvSpPr>
          <p:cNvPr id="127" name="lumia-token-stream-curve">
            <a:extLst>
              <a:ext uri="{FF2B5EF4-FFF2-40B4-BE49-F238E27FC236}">
                <a16:creationId xmlns:a16="http://schemas.microsoft.com/office/drawing/2014/main" id="{D954975A-448B-47AA-9F82-75C122A6B505}"/>
              </a:ext>
            </a:extLst>
          </p:cNvPr>
          <p:cNvSpPr>
            <a:spLocks noGrp="1"/>
          </p:cNvSpPr>
          <p:nvPr/>
        </p:nvSpPr>
        <p:spPr>
          <a:xfrm>
            <a:off x="8363195" y="4941472"/>
            <a:ext cx="289202" cy="18009"/>
          </a:xfrm>
          <a:custGeom>
            <a:avLst/>
            <a:gdLst/>
            <a:ahLst/>
            <a:cxnLst/>
            <a:rect l="0" t="0" r="0" b="0"/>
            <a:pathLst>
              <a:path w="289202" h="18009">
                <a:moveTo>
                  <a:pt x="0" y="18009"/>
                </a:moveTo>
                <a:lnTo>
                  <a:pt x="289202" y="0"/>
                </a:lnTo>
              </a:path>
            </a:pathLst>
          </a:custGeom>
          <a:noFill/>
          <a:ln w="5824">
            <a:solidFill>
              <a:srgbClr val="FAB408">
                <a:alpha val="3000"/>
              </a:srgbClr>
            </a:solidFill>
            <a:prstDash val="solid"/>
          </a:ln>
        </p:spPr>
      </p:sp>
      <p:sp>
        <p:nvSpPr>
          <p:cNvPr id="128" name="lumia-token-stream-curve">
            <a:extLst>
              <a:ext uri="{FF2B5EF4-FFF2-40B4-BE49-F238E27FC236}">
                <a16:creationId xmlns:a16="http://schemas.microsoft.com/office/drawing/2014/main" id="{6AE810CF-08DE-45BB-8DA4-E3595469769E}"/>
              </a:ext>
            </a:extLst>
          </p:cNvPr>
          <p:cNvSpPr>
            <a:spLocks noGrp="1"/>
          </p:cNvSpPr>
          <p:nvPr/>
        </p:nvSpPr>
        <p:spPr>
          <a:xfrm>
            <a:off x="8652397" y="4919884"/>
            <a:ext cx="290381" cy="21588"/>
          </a:xfrm>
          <a:custGeom>
            <a:avLst/>
            <a:gdLst/>
            <a:ahLst/>
            <a:cxnLst/>
            <a:rect l="0" t="0" r="0" b="0"/>
            <a:pathLst>
              <a:path w="290381" h="21588">
                <a:moveTo>
                  <a:pt x="0" y="21588"/>
                </a:moveTo>
                <a:lnTo>
                  <a:pt x="290381" y="0"/>
                </a:lnTo>
              </a:path>
            </a:pathLst>
          </a:custGeom>
          <a:noFill/>
          <a:ln w="5947">
            <a:solidFill>
              <a:srgbClr val="F7BC07">
                <a:alpha val="3000"/>
              </a:srgbClr>
            </a:solidFill>
            <a:prstDash val="solid"/>
          </a:ln>
        </p:spPr>
      </p:sp>
      <p:sp>
        <p:nvSpPr>
          <p:cNvPr id="129" name="lumia-token-stream-curve">
            <a:extLst>
              <a:ext uri="{FF2B5EF4-FFF2-40B4-BE49-F238E27FC236}">
                <a16:creationId xmlns:a16="http://schemas.microsoft.com/office/drawing/2014/main" id="{39D002DD-673F-4234-97E9-915E780A0B72}"/>
              </a:ext>
            </a:extLst>
          </p:cNvPr>
          <p:cNvSpPr>
            <a:spLocks noGrp="1"/>
          </p:cNvSpPr>
          <p:nvPr/>
        </p:nvSpPr>
        <p:spPr>
          <a:xfrm>
            <a:off x="8942778" y="4891680"/>
            <a:ext cx="291481" cy="28204"/>
          </a:xfrm>
          <a:custGeom>
            <a:avLst/>
            <a:gdLst/>
            <a:ahLst/>
            <a:cxnLst/>
            <a:rect l="0" t="0" r="0" b="0"/>
            <a:pathLst>
              <a:path w="291481" h="28204">
                <a:moveTo>
                  <a:pt x="0" y="28204"/>
                </a:moveTo>
                <a:lnTo>
                  <a:pt x="291481" y="0"/>
                </a:lnTo>
              </a:path>
            </a:pathLst>
          </a:custGeom>
          <a:noFill/>
          <a:ln w="6067">
            <a:solidFill>
              <a:srgbClr val="E5BA0E">
                <a:alpha val="3000"/>
              </a:srgbClr>
            </a:solidFill>
            <a:prstDash val="solid"/>
          </a:ln>
        </p:spPr>
      </p:sp>
      <p:sp>
        <p:nvSpPr>
          <p:cNvPr id="130" name="lumia-token-stream-curve">
            <a:extLst>
              <a:ext uri="{FF2B5EF4-FFF2-40B4-BE49-F238E27FC236}">
                <a16:creationId xmlns:a16="http://schemas.microsoft.com/office/drawing/2014/main" id="{1E2BBD52-B7B5-41AD-965F-61FC1B74C175}"/>
              </a:ext>
            </a:extLst>
          </p:cNvPr>
          <p:cNvSpPr>
            <a:spLocks noGrp="1"/>
          </p:cNvSpPr>
          <p:nvPr/>
        </p:nvSpPr>
        <p:spPr>
          <a:xfrm>
            <a:off x="9234259" y="4854587"/>
            <a:ext cx="292501" cy="37094"/>
          </a:xfrm>
          <a:custGeom>
            <a:avLst/>
            <a:gdLst/>
            <a:ahLst/>
            <a:cxnLst/>
            <a:rect l="0" t="0" r="0" b="0"/>
            <a:pathLst>
              <a:path w="292501" h="37094">
                <a:moveTo>
                  <a:pt x="0" y="37094"/>
                </a:moveTo>
                <a:lnTo>
                  <a:pt x="292501" y="0"/>
                </a:lnTo>
              </a:path>
            </a:pathLst>
          </a:custGeom>
          <a:noFill/>
          <a:ln w="6181">
            <a:solidFill>
              <a:srgbClr val="D3B815">
                <a:alpha val="3000"/>
              </a:srgbClr>
            </a:solidFill>
            <a:prstDash val="solid"/>
          </a:ln>
        </p:spPr>
      </p:sp>
      <p:sp>
        <p:nvSpPr>
          <p:cNvPr id="131" name="lumia-token-stream-curve">
            <a:extLst>
              <a:ext uri="{FF2B5EF4-FFF2-40B4-BE49-F238E27FC236}">
                <a16:creationId xmlns:a16="http://schemas.microsoft.com/office/drawing/2014/main" id="{5F3A6DF7-174F-4012-A0E8-86CFFBB4D476}"/>
              </a:ext>
            </a:extLst>
          </p:cNvPr>
          <p:cNvSpPr>
            <a:spLocks noGrp="1"/>
          </p:cNvSpPr>
          <p:nvPr/>
        </p:nvSpPr>
        <p:spPr>
          <a:xfrm>
            <a:off x="9526760" y="4807430"/>
            <a:ext cx="293441" cy="47156"/>
          </a:xfrm>
          <a:custGeom>
            <a:avLst/>
            <a:gdLst/>
            <a:ahLst/>
            <a:cxnLst/>
            <a:rect l="0" t="0" r="0" b="0"/>
            <a:pathLst>
              <a:path w="293441" h="47156">
                <a:moveTo>
                  <a:pt x="0" y="47156"/>
                </a:moveTo>
                <a:lnTo>
                  <a:pt x="293441" y="0"/>
                </a:lnTo>
              </a:path>
            </a:pathLst>
          </a:custGeom>
          <a:noFill/>
          <a:ln w="6288">
            <a:solidFill>
              <a:srgbClr val="C2B61C">
                <a:alpha val="3000"/>
              </a:srgbClr>
            </a:solidFill>
            <a:prstDash val="solid"/>
          </a:ln>
        </p:spPr>
      </p:sp>
      <p:sp>
        <p:nvSpPr>
          <p:cNvPr id="132" name="lumia-token-stream-curve">
            <a:extLst>
              <a:ext uri="{FF2B5EF4-FFF2-40B4-BE49-F238E27FC236}">
                <a16:creationId xmlns:a16="http://schemas.microsoft.com/office/drawing/2014/main" id="{496262ED-7B66-449D-BE59-06CE4AB18A20}"/>
              </a:ext>
            </a:extLst>
          </p:cNvPr>
          <p:cNvSpPr>
            <a:spLocks noGrp="1"/>
          </p:cNvSpPr>
          <p:nvPr/>
        </p:nvSpPr>
        <p:spPr>
          <a:xfrm>
            <a:off x="9820201" y="4750329"/>
            <a:ext cx="294301" cy="57101"/>
          </a:xfrm>
          <a:custGeom>
            <a:avLst/>
            <a:gdLst/>
            <a:ahLst/>
            <a:cxnLst/>
            <a:rect l="0" t="0" r="0" b="0"/>
            <a:pathLst>
              <a:path w="294301" h="57101">
                <a:moveTo>
                  <a:pt x="0" y="57101"/>
                </a:moveTo>
                <a:lnTo>
                  <a:pt x="294301" y="0"/>
                </a:lnTo>
              </a:path>
            </a:pathLst>
          </a:custGeom>
          <a:noFill/>
          <a:ln w="6387">
            <a:solidFill>
              <a:srgbClr val="B0B422">
                <a:alpha val="3000"/>
              </a:srgbClr>
            </a:solidFill>
            <a:prstDash val="solid"/>
          </a:ln>
        </p:spPr>
      </p:sp>
      <p:sp>
        <p:nvSpPr>
          <p:cNvPr id="133" name="lumia-token-stream-curve">
            <a:extLst>
              <a:ext uri="{FF2B5EF4-FFF2-40B4-BE49-F238E27FC236}">
                <a16:creationId xmlns:a16="http://schemas.microsoft.com/office/drawing/2014/main" id="{FBB44F83-7D90-495D-ACAF-7114A80F9BF6}"/>
              </a:ext>
            </a:extLst>
          </p:cNvPr>
          <p:cNvSpPr>
            <a:spLocks noGrp="1"/>
          </p:cNvSpPr>
          <p:nvPr/>
        </p:nvSpPr>
        <p:spPr>
          <a:xfrm>
            <a:off x="10114502" y="4684707"/>
            <a:ext cx="295082" cy="65622"/>
          </a:xfrm>
          <a:custGeom>
            <a:avLst/>
            <a:gdLst/>
            <a:ahLst/>
            <a:cxnLst/>
            <a:rect l="0" t="0" r="0" b="0"/>
            <a:pathLst>
              <a:path w="295082" h="65622">
                <a:moveTo>
                  <a:pt x="0" y="65622"/>
                </a:moveTo>
                <a:lnTo>
                  <a:pt x="295082" y="0"/>
                </a:lnTo>
              </a:path>
            </a:pathLst>
          </a:custGeom>
          <a:noFill/>
          <a:ln w="6477">
            <a:solidFill>
              <a:srgbClr val="9EB329">
                <a:alpha val="3000"/>
              </a:srgbClr>
            </a:solidFill>
            <a:prstDash val="solid"/>
          </a:ln>
        </p:spPr>
      </p:sp>
      <p:sp>
        <p:nvSpPr>
          <p:cNvPr id="134" name="lumia-token-stream-curve">
            <a:extLst>
              <a:ext uri="{FF2B5EF4-FFF2-40B4-BE49-F238E27FC236}">
                <a16:creationId xmlns:a16="http://schemas.microsoft.com/office/drawing/2014/main" id="{64E4CEE7-3BFF-41C4-88FC-36248D1DC666}"/>
              </a:ext>
            </a:extLst>
          </p:cNvPr>
          <p:cNvSpPr>
            <a:spLocks noGrp="1"/>
          </p:cNvSpPr>
          <p:nvPr/>
        </p:nvSpPr>
        <p:spPr>
          <a:xfrm>
            <a:off x="10409584" y="4613124"/>
            <a:ext cx="295783" cy="71583"/>
          </a:xfrm>
          <a:custGeom>
            <a:avLst/>
            <a:gdLst/>
            <a:ahLst/>
            <a:cxnLst/>
            <a:rect l="0" t="0" r="0" b="0"/>
            <a:pathLst>
              <a:path w="295783" h="71583">
                <a:moveTo>
                  <a:pt x="0" y="71583"/>
                </a:moveTo>
                <a:lnTo>
                  <a:pt x="295783" y="0"/>
                </a:lnTo>
              </a:path>
            </a:pathLst>
          </a:custGeom>
          <a:noFill/>
          <a:ln w="6556">
            <a:solidFill>
              <a:srgbClr val="8CB130">
                <a:alpha val="3000"/>
              </a:srgbClr>
            </a:solidFill>
            <a:prstDash val="solid"/>
          </a:ln>
        </p:spPr>
      </p:sp>
      <p:sp>
        <p:nvSpPr>
          <p:cNvPr id="135" name="lumia-token-stream-curve">
            <a:extLst>
              <a:ext uri="{FF2B5EF4-FFF2-40B4-BE49-F238E27FC236}">
                <a16:creationId xmlns:a16="http://schemas.microsoft.com/office/drawing/2014/main" id="{F57ADF54-5D9C-4364-8A42-8411A7E274D2}"/>
              </a:ext>
            </a:extLst>
          </p:cNvPr>
          <p:cNvSpPr>
            <a:spLocks noGrp="1"/>
          </p:cNvSpPr>
          <p:nvPr/>
        </p:nvSpPr>
        <p:spPr>
          <a:xfrm>
            <a:off x="10705367" y="4538939"/>
            <a:ext cx="296404" cy="74185"/>
          </a:xfrm>
          <a:custGeom>
            <a:avLst/>
            <a:gdLst/>
            <a:ahLst/>
            <a:cxnLst/>
            <a:rect l="0" t="0" r="0" b="0"/>
            <a:pathLst>
              <a:path w="296404" h="74185">
                <a:moveTo>
                  <a:pt x="0" y="74185"/>
                </a:moveTo>
                <a:lnTo>
                  <a:pt x="296404" y="0"/>
                </a:lnTo>
              </a:path>
            </a:pathLst>
          </a:custGeom>
          <a:noFill/>
          <a:ln w="6623">
            <a:solidFill>
              <a:srgbClr val="7BAF37">
                <a:alpha val="4000"/>
              </a:srgbClr>
            </a:solidFill>
            <a:prstDash val="solid"/>
          </a:ln>
        </p:spPr>
      </p:sp>
      <p:sp>
        <p:nvSpPr>
          <p:cNvPr id="136" name="lumia-token-stream-curve">
            <a:extLst>
              <a:ext uri="{FF2B5EF4-FFF2-40B4-BE49-F238E27FC236}">
                <a16:creationId xmlns:a16="http://schemas.microsoft.com/office/drawing/2014/main" id="{67CBCDC8-AF25-4154-9070-48CD4C4B3183}"/>
              </a:ext>
            </a:extLst>
          </p:cNvPr>
          <p:cNvSpPr>
            <a:spLocks noGrp="1"/>
          </p:cNvSpPr>
          <p:nvPr/>
        </p:nvSpPr>
        <p:spPr>
          <a:xfrm>
            <a:off x="11001770" y="4465854"/>
            <a:ext cx="296945" cy="73085"/>
          </a:xfrm>
          <a:custGeom>
            <a:avLst/>
            <a:gdLst/>
            <a:ahLst/>
            <a:cxnLst/>
            <a:rect l="0" t="0" r="0" b="0"/>
            <a:pathLst>
              <a:path w="296945" h="73085">
                <a:moveTo>
                  <a:pt x="0" y="73085"/>
                </a:moveTo>
                <a:lnTo>
                  <a:pt x="296945" y="0"/>
                </a:lnTo>
              </a:path>
            </a:pathLst>
          </a:custGeom>
          <a:noFill/>
          <a:ln w="6678">
            <a:solidFill>
              <a:srgbClr val="69AD3E">
                <a:alpha val="4000"/>
              </a:srgbClr>
            </a:solidFill>
            <a:prstDash val="solid"/>
          </a:ln>
        </p:spPr>
      </p:sp>
      <p:sp>
        <p:nvSpPr>
          <p:cNvPr id="137" name="lumia-token-stream-curve">
            <a:extLst>
              <a:ext uri="{FF2B5EF4-FFF2-40B4-BE49-F238E27FC236}">
                <a16:creationId xmlns:a16="http://schemas.microsoft.com/office/drawing/2014/main" id="{462D2AC6-0F3F-4C4E-BB45-114E557713F4}"/>
              </a:ext>
            </a:extLst>
          </p:cNvPr>
          <p:cNvSpPr>
            <a:spLocks noGrp="1"/>
          </p:cNvSpPr>
          <p:nvPr/>
        </p:nvSpPr>
        <p:spPr>
          <a:xfrm>
            <a:off x="11298715" y="4397399"/>
            <a:ext cx="297406" cy="68455"/>
          </a:xfrm>
          <a:custGeom>
            <a:avLst/>
            <a:gdLst/>
            <a:ahLst/>
            <a:cxnLst/>
            <a:rect l="0" t="0" r="0" b="0"/>
            <a:pathLst>
              <a:path w="297406" h="68455">
                <a:moveTo>
                  <a:pt x="0" y="68455"/>
                </a:moveTo>
                <a:lnTo>
                  <a:pt x="297406" y="0"/>
                </a:lnTo>
              </a:path>
            </a:pathLst>
          </a:custGeom>
          <a:noFill/>
          <a:ln w="6719">
            <a:solidFill>
              <a:srgbClr val="57AC45">
                <a:alpha val="4000"/>
              </a:srgbClr>
            </a:solidFill>
            <a:prstDash val="solid"/>
          </a:ln>
        </p:spPr>
      </p:sp>
      <p:sp>
        <p:nvSpPr>
          <p:cNvPr id="138" name="lumia-token-stream-curve">
            <a:extLst>
              <a:ext uri="{FF2B5EF4-FFF2-40B4-BE49-F238E27FC236}">
                <a16:creationId xmlns:a16="http://schemas.microsoft.com/office/drawing/2014/main" id="{F5FB05BA-DD43-4A9B-A011-63C59E325B4E}"/>
              </a:ext>
            </a:extLst>
          </p:cNvPr>
          <p:cNvSpPr>
            <a:spLocks noGrp="1"/>
          </p:cNvSpPr>
          <p:nvPr/>
        </p:nvSpPr>
        <p:spPr>
          <a:xfrm>
            <a:off x="11596122" y="4336436"/>
            <a:ext cx="297788" cy="60963"/>
          </a:xfrm>
          <a:custGeom>
            <a:avLst/>
            <a:gdLst/>
            <a:ahLst/>
            <a:cxnLst/>
            <a:rect l="0" t="0" r="0" b="0"/>
            <a:pathLst>
              <a:path w="297788" h="60963">
                <a:moveTo>
                  <a:pt x="0" y="60963"/>
                </a:moveTo>
                <a:lnTo>
                  <a:pt x="297788" y="0"/>
                </a:lnTo>
              </a:path>
            </a:pathLst>
          </a:custGeom>
          <a:noFill/>
          <a:ln w="6744">
            <a:solidFill>
              <a:srgbClr val="46AA4C">
                <a:alpha val="4000"/>
              </a:srgbClr>
            </a:solidFill>
            <a:prstDash val="solid"/>
          </a:ln>
        </p:spPr>
      </p:sp>
      <p:sp>
        <p:nvSpPr>
          <p:cNvPr id="139" name="lumia-token-stream-curve">
            <a:extLst>
              <a:ext uri="{FF2B5EF4-FFF2-40B4-BE49-F238E27FC236}">
                <a16:creationId xmlns:a16="http://schemas.microsoft.com/office/drawing/2014/main" id="{51728032-BD94-48ED-AB77-B03575FDBD2E}"/>
              </a:ext>
            </a:extLst>
          </p:cNvPr>
          <p:cNvSpPr>
            <a:spLocks noGrp="1"/>
          </p:cNvSpPr>
          <p:nvPr/>
        </p:nvSpPr>
        <p:spPr>
          <a:xfrm>
            <a:off x="11893910" y="4284750"/>
            <a:ext cx="298090" cy="51686"/>
          </a:xfrm>
          <a:custGeom>
            <a:avLst/>
            <a:gdLst/>
            <a:ahLst/>
            <a:cxnLst/>
            <a:rect l="0" t="0" r="0" b="0"/>
            <a:pathLst>
              <a:path w="298090" h="51686">
                <a:moveTo>
                  <a:pt x="0" y="51686"/>
                </a:moveTo>
                <a:lnTo>
                  <a:pt x="298090" y="0"/>
                </a:lnTo>
              </a:path>
            </a:pathLst>
          </a:custGeom>
          <a:noFill/>
          <a:ln w="6752">
            <a:solidFill>
              <a:srgbClr val="34A853">
                <a:alpha val="4000"/>
              </a:srgbClr>
            </a:solidFill>
            <a:prstDash val="solid"/>
          </a:ln>
        </p:spPr>
      </p:sp>
      <p:sp>
        <p:nvSpPr>
          <p:cNvPr id="140" name="lumia-token-stream-curve">
            <a:extLst>
              <a:ext uri="{FF2B5EF4-FFF2-40B4-BE49-F238E27FC236}">
                <a16:creationId xmlns:a16="http://schemas.microsoft.com/office/drawing/2014/main" id="{40BA75D4-AFC2-4339-A57D-0B049136EB20}"/>
              </a:ext>
            </a:extLst>
          </p:cNvPr>
          <p:cNvSpPr>
            <a:spLocks noGrp="1"/>
          </p:cNvSpPr>
          <p:nvPr/>
        </p:nvSpPr>
        <p:spPr>
          <a:xfrm>
            <a:off x="148626" y="5795951"/>
            <a:ext cx="198941" cy="47054"/>
          </a:xfrm>
          <a:custGeom>
            <a:avLst/>
            <a:gdLst/>
            <a:ahLst/>
            <a:cxnLst/>
            <a:rect l="0" t="0" r="0" b="0"/>
            <a:pathLst>
              <a:path w="198941" h="47054">
                <a:moveTo>
                  <a:pt x="0" y="47054"/>
                </a:moveTo>
                <a:lnTo>
                  <a:pt x="198941" y="0"/>
                </a:lnTo>
              </a:path>
            </a:pathLst>
          </a:custGeom>
          <a:noFill/>
          <a:ln w="4616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141" name="lumia-token-stream-curve">
            <a:extLst>
              <a:ext uri="{FF2B5EF4-FFF2-40B4-BE49-F238E27FC236}">
                <a16:creationId xmlns:a16="http://schemas.microsoft.com/office/drawing/2014/main" id="{C747B1B7-5676-4F8B-93CE-BB41695D85CE}"/>
              </a:ext>
            </a:extLst>
          </p:cNvPr>
          <p:cNvSpPr>
            <a:spLocks noGrp="1"/>
          </p:cNvSpPr>
          <p:nvPr/>
        </p:nvSpPr>
        <p:spPr>
          <a:xfrm>
            <a:off x="347567" y="5749786"/>
            <a:ext cx="202840" cy="46165"/>
          </a:xfrm>
          <a:custGeom>
            <a:avLst/>
            <a:gdLst/>
            <a:ahLst/>
            <a:cxnLst/>
            <a:rect l="0" t="0" r="0" b="0"/>
            <a:pathLst>
              <a:path w="202840" h="46165">
                <a:moveTo>
                  <a:pt x="0" y="46165"/>
                </a:moveTo>
                <a:lnTo>
                  <a:pt x="202840" y="0"/>
                </a:lnTo>
              </a:path>
            </a:pathLst>
          </a:custGeom>
          <a:noFill/>
          <a:ln w="4616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142" name="lumia-token-stream-curve">
            <a:extLst>
              <a:ext uri="{FF2B5EF4-FFF2-40B4-BE49-F238E27FC236}">
                <a16:creationId xmlns:a16="http://schemas.microsoft.com/office/drawing/2014/main" id="{E2A7F46C-E43B-463B-84AB-9C12C4E49546}"/>
              </a:ext>
            </a:extLst>
          </p:cNvPr>
          <p:cNvSpPr>
            <a:spLocks noGrp="1"/>
          </p:cNvSpPr>
          <p:nvPr/>
        </p:nvSpPr>
        <p:spPr>
          <a:xfrm>
            <a:off x="550407" y="5705826"/>
            <a:ext cx="206662" cy="43960"/>
          </a:xfrm>
          <a:custGeom>
            <a:avLst/>
            <a:gdLst/>
            <a:ahLst/>
            <a:cxnLst/>
            <a:rect l="0" t="0" r="0" b="0"/>
            <a:pathLst>
              <a:path w="206662" h="43960">
                <a:moveTo>
                  <a:pt x="0" y="43960"/>
                </a:moveTo>
                <a:lnTo>
                  <a:pt x="206662" y="0"/>
                </a:lnTo>
              </a:path>
            </a:pathLst>
          </a:custGeom>
          <a:noFill/>
          <a:ln w="4616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143" name="lumia-token-stream-curve">
            <a:extLst>
              <a:ext uri="{FF2B5EF4-FFF2-40B4-BE49-F238E27FC236}">
                <a16:creationId xmlns:a16="http://schemas.microsoft.com/office/drawing/2014/main" id="{5666925D-01AA-46BB-96B3-1DB001B03692}"/>
              </a:ext>
            </a:extLst>
          </p:cNvPr>
          <p:cNvSpPr>
            <a:spLocks noGrp="1"/>
          </p:cNvSpPr>
          <p:nvPr/>
        </p:nvSpPr>
        <p:spPr>
          <a:xfrm>
            <a:off x="757069" y="5665328"/>
            <a:ext cx="210410" cy="40498"/>
          </a:xfrm>
          <a:custGeom>
            <a:avLst/>
            <a:gdLst/>
            <a:ahLst/>
            <a:cxnLst/>
            <a:rect l="0" t="0" r="0" b="0"/>
            <a:pathLst>
              <a:path w="210410" h="40498">
                <a:moveTo>
                  <a:pt x="0" y="40498"/>
                </a:moveTo>
                <a:lnTo>
                  <a:pt x="210410" y="0"/>
                </a:lnTo>
              </a:path>
            </a:pathLst>
          </a:custGeom>
          <a:noFill/>
          <a:ln w="4616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144" name="lumia-token-stream-curve">
            <a:extLst>
              <a:ext uri="{FF2B5EF4-FFF2-40B4-BE49-F238E27FC236}">
                <a16:creationId xmlns:a16="http://schemas.microsoft.com/office/drawing/2014/main" id="{AD3D8F0E-2ED7-475C-ADCD-30EB68201408}"/>
              </a:ext>
            </a:extLst>
          </p:cNvPr>
          <p:cNvSpPr>
            <a:spLocks noGrp="1"/>
          </p:cNvSpPr>
          <p:nvPr/>
        </p:nvSpPr>
        <p:spPr>
          <a:xfrm>
            <a:off x="967480" y="5629381"/>
            <a:ext cx="214083" cy="35947"/>
          </a:xfrm>
          <a:custGeom>
            <a:avLst/>
            <a:gdLst/>
            <a:ahLst/>
            <a:cxnLst/>
            <a:rect l="0" t="0" r="0" b="0"/>
            <a:pathLst>
              <a:path w="214083" h="35947">
                <a:moveTo>
                  <a:pt x="0" y="35947"/>
                </a:moveTo>
                <a:lnTo>
                  <a:pt x="214083" y="0"/>
                </a:lnTo>
              </a:path>
            </a:pathLst>
          </a:custGeom>
          <a:noFill/>
          <a:ln w="4616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145" name="lumia-token-stream-curve">
            <a:extLst>
              <a:ext uri="{FF2B5EF4-FFF2-40B4-BE49-F238E27FC236}">
                <a16:creationId xmlns:a16="http://schemas.microsoft.com/office/drawing/2014/main" id="{3FED6C8D-501F-4FB8-9A5E-AAA3ED10CD1F}"/>
              </a:ext>
            </a:extLst>
          </p:cNvPr>
          <p:cNvSpPr>
            <a:spLocks noGrp="1"/>
          </p:cNvSpPr>
          <p:nvPr/>
        </p:nvSpPr>
        <p:spPr>
          <a:xfrm>
            <a:off x="1181562" y="5598791"/>
            <a:ext cx="217680" cy="30590"/>
          </a:xfrm>
          <a:custGeom>
            <a:avLst/>
            <a:gdLst/>
            <a:ahLst/>
            <a:cxnLst/>
            <a:rect l="0" t="0" r="0" b="0"/>
            <a:pathLst>
              <a:path w="217680" h="30590">
                <a:moveTo>
                  <a:pt x="0" y="30590"/>
                </a:moveTo>
                <a:lnTo>
                  <a:pt x="217680" y="0"/>
                </a:lnTo>
              </a:path>
            </a:pathLst>
          </a:custGeom>
          <a:noFill/>
          <a:ln w="4616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146" name="lumia-token-stream-curve">
            <a:extLst>
              <a:ext uri="{FF2B5EF4-FFF2-40B4-BE49-F238E27FC236}">
                <a16:creationId xmlns:a16="http://schemas.microsoft.com/office/drawing/2014/main" id="{D1DED976-7845-4C80-B280-EE914EFB7C05}"/>
              </a:ext>
            </a:extLst>
          </p:cNvPr>
          <p:cNvSpPr>
            <a:spLocks noGrp="1"/>
          </p:cNvSpPr>
          <p:nvPr/>
        </p:nvSpPr>
        <p:spPr>
          <a:xfrm>
            <a:off x="1399242" y="5573976"/>
            <a:ext cx="221202" cy="24815"/>
          </a:xfrm>
          <a:custGeom>
            <a:avLst/>
            <a:gdLst/>
            <a:ahLst/>
            <a:cxnLst/>
            <a:rect l="0" t="0" r="0" b="0"/>
            <a:pathLst>
              <a:path w="221202" h="24815">
                <a:moveTo>
                  <a:pt x="0" y="24815"/>
                </a:moveTo>
                <a:lnTo>
                  <a:pt x="221202" y="0"/>
                </a:lnTo>
              </a:path>
            </a:pathLst>
          </a:custGeom>
          <a:noFill/>
          <a:ln w="4616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147" name="lumia-token-stream-curve">
            <a:extLst>
              <a:ext uri="{FF2B5EF4-FFF2-40B4-BE49-F238E27FC236}">
                <a16:creationId xmlns:a16="http://schemas.microsoft.com/office/drawing/2014/main" id="{D77F4D82-FB91-4C28-87C5-973C55CE92D1}"/>
              </a:ext>
            </a:extLst>
          </p:cNvPr>
          <p:cNvSpPr>
            <a:spLocks noGrp="1"/>
          </p:cNvSpPr>
          <p:nvPr/>
        </p:nvSpPr>
        <p:spPr>
          <a:xfrm>
            <a:off x="1620444" y="5554888"/>
            <a:ext cx="224648" cy="19088"/>
          </a:xfrm>
          <a:custGeom>
            <a:avLst/>
            <a:gdLst/>
            <a:ahLst/>
            <a:cxnLst/>
            <a:rect l="0" t="0" r="0" b="0"/>
            <a:pathLst>
              <a:path w="224648" h="19088">
                <a:moveTo>
                  <a:pt x="0" y="19088"/>
                </a:moveTo>
                <a:lnTo>
                  <a:pt x="224648" y="0"/>
                </a:lnTo>
              </a:path>
            </a:pathLst>
          </a:custGeom>
          <a:noFill/>
          <a:ln w="4616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148" name="lumia-token-stream-curve">
            <a:extLst>
              <a:ext uri="{FF2B5EF4-FFF2-40B4-BE49-F238E27FC236}">
                <a16:creationId xmlns:a16="http://schemas.microsoft.com/office/drawing/2014/main" id="{3F9191AB-4100-4045-BA9D-188435E46486}"/>
              </a:ext>
            </a:extLst>
          </p:cNvPr>
          <p:cNvSpPr>
            <a:spLocks noGrp="1"/>
          </p:cNvSpPr>
          <p:nvPr/>
        </p:nvSpPr>
        <p:spPr>
          <a:xfrm>
            <a:off x="1845092" y="5540964"/>
            <a:ext cx="228020" cy="13924"/>
          </a:xfrm>
          <a:custGeom>
            <a:avLst/>
            <a:gdLst/>
            <a:ahLst/>
            <a:cxnLst/>
            <a:rect l="0" t="0" r="0" b="0"/>
            <a:pathLst>
              <a:path w="228020" h="13924">
                <a:moveTo>
                  <a:pt x="0" y="13924"/>
                </a:moveTo>
                <a:lnTo>
                  <a:pt x="228020" y="0"/>
                </a:lnTo>
              </a:path>
            </a:pathLst>
          </a:custGeom>
          <a:noFill/>
          <a:ln w="4616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149" name="lumia-token-stream-curve">
            <a:extLst>
              <a:ext uri="{FF2B5EF4-FFF2-40B4-BE49-F238E27FC236}">
                <a16:creationId xmlns:a16="http://schemas.microsoft.com/office/drawing/2014/main" id="{BBC4203D-3250-47B1-92C4-04CDC2D4BE87}"/>
              </a:ext>
            </a:extLst>
          </p:cNvPr>
          <p:cNvSpPr>
            <a:spLocks noGrp="1"/>
          </p:cNvSpPr>
          <p:nvPr/>
        </p:nvSpPr>
        <p:spPr>
          <a:xfrm>
            <a:off x="2073112" y="5531123"/>
            <a:ext cx="231316" cy="9841"/>
          </a:xfrm>
          <a:custGeom>
            <a:avLst/>
            <a:gdLst/>
            <a:ahLst/>
            <a:cxnLst/>
            <a:rect l="0" t="0" r="0" b="0"/>
            <a:pathLst>
              <a:path w="231316" h="9841">
                <a:moveTo>
                  <a:pt x="0" y="9841"/>
                </a:moveTo>
                <a:lnTo>
                  <a:pt x="231316" y="0"/>
                </a:lnTo>
              </a:path>
            </a:pathLst>
          </a:custGeom>
          <a:noFill/>
          <a:ln w="4616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150" name="lumia-token-stream-curve">
            <a:extLst>
              <a:ext uri="{FF2B5EF4-FFF2-40B4-BE49-F238E27FC236}">
                <a16:creationId xmlns:a16="http://schemas.microsoft.com/office/drawing/2014/main" id="{2674989A-4271-4558-A9D2-A26422A4C846}"/>
              </a:ext>
            </a:extLst>
          </p:cNvPr>
          <p:cNvSpPr>
            <a:spLocks noGrp="1"/>
          </p:cNvSpPr>
          <p:nvPr/>
        </p:nvSpPr>
        <p:spPr>
          <a:xfrm>
            <a:off x="2304427" y="5523815"/>
            <a:ext cx="234537" cy="9525"/>
          </a:xfrm>
          <a:custGeom>
            <a:avLst/>
            <a:gdLst/>
            <a:ahLst/>
            <a:cxnLst/>
            <a:rect l="0" t="0" r="0" b="0"/>
            <a:pathLst>
              <a:path w="234537" h="9525">
                <a:moveTo>
                  <a:pt x="0" y="7307"/>
                </a:moveTo>
                <a:lnTo>
                  <a:pt x="234537" y="0"/>
                </a:lnTo>
              </a:path>
            </a:pathLst>
          </a:custGeom>
          <a:noFill/>
          <a:ln w="4616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151" name="lumia-token-stream-curve">
            <a:extLst>
              <a:ext uri="{FF2B5EF4-FFF2-40B4-BE49-F238E27FC236}">
                <a16:creationId xmlns:a16="http://schemas.microsoft.com/office/drawing/2014/main" id="{75C47130-913B-4436-A1F8-94B3FB57402B}"/>
              </a:ext>
            </a:extLst>
          </p:cNvPr>
          <p:cNvSpPr>
            <a:spLocks noGrp="1"/>
          </p:cNvSpPr>
          <p:nvPr/>
        </p:nvSpPr>
        <p:spPr>
          <a:xfrm>
            <a:off x="2538964" y="5517129"/>
            <a:ext cx="237682" cy="9525"/>
          </a:xfrm>
          <a:custGeom>
            <a:avLst/>
            <a:gdLst/>
            <a:ahLst/>
            <a:cxnLst/>
            <a:rect l="0" t="0" r="0" b="0"/>
            <a:pathLst>
              <a:path w="237682" h="9525">
                <a:moveTo>
                  <a:pt x="0" y="6687"/>
                </a:moveTo>
                <a:lnTo>
                  <a:pt x="237682" y="0"/>
                </a:lnTo>
              </a:path>
            </a:pathLst>
          </a:custGeom>
          <a:noFill/>
          <a:ln w="4616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152" name="lumia-token-stream-curve">
            <a:extLst>
              <a:ext uri="{FF2B5EF4-FFF2-40B4-BE49-F238E27FC236}">
                <a16:creationId xmlns:a16="http://schemas.microsoft.com/office/drawing/2014/main" id="{5D269FA4-96AA-4C4F-AB98-574BB80C377F}"/>
              </a:ext>
            </a:extLst>
          </p:cNvPr>
          <p:cNvSpPr>
            <a:spLocks noGrp="1"/>
          </p:cNvSpPr>
          <p:nvPr/>
        </p:nvSpPr>
        <p:spPr>
          <a:xfrm>
            <a:off x="2776646" y="5508937"/>
            <a:ext cx="240752" cy="9525"/>
          </a:xfrm>
          <a:custGeom>
            <a:avLst/>
            <a:gdLst/>
            <a:ahLst/>
            <a:cxnLst/>
            <a:rect l="0" t="0" r="0" b="0"/>
            <a:pathLst>
              <a:path w="240752" h="9525">
                <a:moveTo>
                  <a:pt x="0" y="8191"/>
                </a:moveTo>
                <a:lnTo>
                  <a:pt x="240752" y="0"/>
                </a:lnTo>
              </a:path>
            </a:pathLst>
          </a:custGeom>
          <a:noFill/>
          <a:ln w="4616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153" name="lumia-token-stream-curve">
            <a:extLst>
              <a:ext uri="{FF2B5EF4-FFF2-40B4-BE49-F238E27FC236}">
                <a16:creationId xmlns:a16="http://schemas.microsoft.com/office/drawing/2014/main" id="{046030B3-9867-4CE4-92D0-718C487B5138}"/>
              </a:ext>
            </a:extLst>
          </p:cNvPr>
          <p:cNvSpPr>
            <a:spLocks noGrp="1"/>
          </p:cNvSpPr>
          <p:nvPr/>
        </p:nvSpPr>
        <p:spPr>
          <a:xfrm>
            <a:off x="3017398" y="5497097"/>
            <a:ext cx="243747" cy="11840"/>
          </a:xfrm>
          <a:custGeom>
            <a:avLst/>
            <a:gdLst/>
            <a:ahLst/>
            <a:cxnLst/>
            <a:rect l="0" t="0" r="0" b="0"/>
            <a:pathLst>
              <a:path w="243747" h="11840">
                <a:moveTo>
                  <a:pt x="0" y="11840"/>
                </a:moveTo>
                <a:lnTo>
                  <a:pt x="243747" y="0"/>
                </a:lnTo>
              </a:path>
            </a:pathLst>
          </a:custGeom>
          <a:noFill/>
          <a:ln w="4616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154" name="lumia-token-stream-curve">
            <a:extLst>
              <a:ext uri="{FF2B5EF4-FFF2-40B4-BE49-F238E27FC236}">
                <a16:creationId xmlns:a16="http://schemas.microsoft.com/office/drawing/2014/main" id="{DB100E83-08C3-420F-8D26-FCDE802E7D50}"/>
              </a:ext>
            </a:extLst>
          </p:cNvPr>
          <p:cNvSpPr>
            <a:spLocks noGrp="1"/>
          </p:cNvSpPr>
          <p:nvPr/>
        </p:nvSpPr>
        <p:spPr>
          <a:xfrm>
            <a:off x="3261146" y="5479663"/>
            <a:ext cx="246667" cy="17435"/>
          </a:xfrm>
          <a:custGeom>
            <a:avLst/>
            <a:gdLst/>
            <a:ahLst/>
            <a:cxnLst/>
            <a:rect l="0" t="0" r="0" b="0"/>
            <a:pathLst>
              <a:path w="246667" h="17435">
                <a:moveTo>
                  <a:pt x="0" y="17435"/>
                </a:moveTo>
                <a:lnTo>
                  <a:pt x="246667" y="0"/>
                </a:lnTo>
              </a:path>
            </a:pathLst>
          </a:custGeom>
          <a:noFill/>
          <a:ln w="4616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155" name="lumia-token-stream-curve">
            <a:extLst>
              <a:ext uri="{FF2B5EF4-FFF2-40B4-BE49-F238E27FC236}">
                <a16:creationId xmlns:a16="http://schemas.microsoft.com/office/drawing/2014/main" id="{7C6C2E9C-3CFA-4140-9EF6-FC41AF1D6F10}"/>
              </a:ext>
            </a:extLst>
          </p:cNvPr>
          <p:cNvSpPr>
            <a:spLocks noGrp="1"/>
          </p:cNvSpPr>
          <p:nvPr/>
        </p:nvSpPr>
        <p:spPr>
          <a:xfrm>
            <a:off x="3507813" y="5455105"/>
            <a:ext cx="249512" cy="24557"/>
          </a:xfrm>
          <a:custGeom>
            <a:avLst/>
            <a:gdLst/>
            <a:ahLst/>
            <a:cxnLst/>
            <a:rect l="0" t="0" r="0" b="0"/>
            <a:pathLst>
              <a:path w="249512" h="24557">
                <a:moveTo>
                  <a:pt x="0" y="24557"/>
                </a:moveTo>
                <a:lnTo>
                  <a:pt x="249512" y="0"/>
                </a:lnTo>
              </a:path>
            </a:pathLst>
          </a:custGeom>
          <a:noFill/>
          <a:ln w="4616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156" name="lumia-token-stream-curve">
            <a:extLst>
              <a:ext uri="{FF2B5EF4-FFF2-40B4-BE49-F238E27FC236}">
                <a16:creationId xmlns:a16="http://schemas.microsoft.com/office/drawing/2014/main" id="{D63F13CD-19F6-4BE1-B316-AF8940DC2787}"/>
              </a:ext>
            </a:extLst>
          </p:cNvPr>
          <p:cNvSpPr>
            <a:spLocks noGrp="1"/>
          </p:cNvSpPr>
          <p:nvPr/>
        </p:nvSpPr>
        <p:spPr>
          <a:xfrm>
            <a:off x="3757324" y="5422510"/>
            <a:ext cx="252281" cy="32595"/>
          </a:xfrm>
          <a:custGeom>
            <a:avLst/>
            <a:gdLst/>
            <a:ahLst/>
            <a:cxnLst/>
            <a:rect l="0" t="0" r="0" b="0"/>
            <a:pathLst>
              <a:path w="252281" h="32595">
                <a:moveTo>
                  <a:pt x="0" y="32595"/>
                </a:moveTo>
                <a:lnTo>
                  <a:pt x="252281" y="0"/>
                </a:lnTo>
              </a:path>
            </a:pathLst>
          </a:custGeom>
          <a:noFill/>
          <a:ln w="4617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157" name="lumia-token-stream-curve">
            <a:extLst>
              <a:ext uri="{FF2B5EF4-FFF2-40B4-BE49-F238E27FC236}">
                <a16:creationId xmlns:a16="http://schemas.microsoft.com/office/drawing/2014/main" id="{CE74C168-485C-4E77-A9BC-3C818E19426C}"/>
              </a:ext>
            </a:extLst>
          </p:cNvPr>
          <p:cNvSpPr>
            <a:spLocks noGrp="1"/>
          </p:cNvSpPr>
          <p:nvPr/>
        </p:nvSpPr>
        <p:spPr>
          <a:xfrm>
            <a:off x="4009605" y="5381719"/>
            <a:ext cx="254975" cy="40791"/>
          </a:xfrm>
          <a:custGeom>
            <a:avLst/>
            <a:gdLst/>
            <a:ahLst/>
            <a:cxnLst/>
            <a:rect l="0" t="0" r="0" b="0"/>
            <a:pathLst>
              <a:path w="254975" h="40791">
                <a:moveTo>
                  <a:pt x="0" y="40791"/>
                </a:moveTo>
                <a:lnTo>
                  <a:pt x="254975" y="0"/>
                </a:lnTo>
              </a:path>
            </a:pathLst>
          </a:custGeom>
          <a:noFill/>
          <a:ln w="4631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158" name="lumia-token-stream-curve">
            <a:extLst>
              <a:ext uri="{FF2B5EF4-FFF2-40B4-BE49-F238E27FC236}">
                <a16:creationId xmlns:a16="http://schemas.microsoft.com/office/drawing/2014/main" id="{2FC0E2BC-347A-4CF0-B9BF-F7FCE4A6175A}"/>
              </a:ext>
            </a:extLst>
          </p:cNvPr>
          <p:cNvSpPr>
            <a:spLocks noGrp="1"/>
          </p:cNvSpPr>
          <p:nvPr/>
        </p:nvSpPr>
        <p:spPr>
          <a:xfrm>
            <a:off x="4264579" y="5333410"/>
            <a:ext cx="257593" cy="48310"/>
          </a:xfrm>
          <a:custGeom>
            <a:avLst/>
            <a:gdLst/>
            <a:ahLst/>
            <a:cxnLst/>
            <a:rect l="0" t="0" r="0" b="0"/>
            <a:pathLst>
              <a:path w="257593" h="48310">
                <a:moveTo>
                  <a:pt x="0" y="48310"/>
                </a:moveTo>
                <a:lnTo>
                  <a:pt x="257593" y="0"/>
                </a:lnTo>
              </a:path>
            </a:pathLst>
          </a:custGeom>
          <a:noFill/>
          <a:ln w="4663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159" name="lumia-token-stream-curve">
            <a:extLst>
              <a:ext uri="{FF2B5EF4-FFF2-40B4-BE49-F238E27FC236}">
                <a16:creationId xmlns:a16="http://schemas.microsoft.com/office/drawing/2014/main" id="{AD5810A2-9F3A-4F2A-AEED-1B603279101C}"/>
              </a:ext>
            </a:extLst>
          </p:cNvPr>
          <p:cNvSpPr>
            <a:spLocks noGrp="1"/>
          </p:cNvSpPr>
          <p:nvPr/>
        </p:nvSpPr>
        <p:spPr>
          <a:xfrm>
            <a:off x="4522173" y="5279074"/>
            <a:ext cx="260137" cy="54335"/>
          </a:xfrm>
          <a:custGeom>
            <a:avLst/>
            <a:gdLst/>
            <a:ahLst/>
            <a:cxnLst/>
            <a:rect l="0" t="0" r="0" b="0"/>
            <a:pathLst>
              <a:path w="260137" h="54335">
                <a:moveTo>
                  <a:pt x="0" y="54335"/>
                </a:moveTo>
                <a:lnTo>
                  <a:pt x="260137" y="0"/>
                </a:lnTo>
              </a:path>
            </a:pathLst>
          </a:custGeom>
          <a:noFill/>
          <a:ln w="4711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160" name="lumia-token-stream-curve">
            <a:extLst>
              <a:ext uri="{FF2B5EF4-FFF2-40B4-BE49-F238E27FC236}">
                <a16:creationId xmlns:a16="http://schemas.microsoft.com/office/drawing/2014/main" id="{2A215933-FB35-4F8D-A093-E12ACDA34206}"/>
              </a:ext>
            </a:extLst>
          </p:cNvPr>
          <p:cNvSpPr>
            <a:spLocks noGrp="1"/>
          </p:cNvSpPr>
          <p:nvPr/>
        </p:nvSpPr>
        <p:spPr>
          <a:xfrm>
            <a:off x="4782309" y="5220912"/>
            <a:ext cx="262605" cy="58162"/>
          </a:xfrm>
          <a:custGeom>
            <a:avLst/>
            <a:gdLst/>
            <a:ahLst/>
            <a:cxnLst/>
            <a:rect l="0" t="0" r="0" b="0"/>
            <a:pathLst>
              <a:path w="262605" h="58162">
                <a:moveTo>
                  <a:pt x="0" y="58162"/>
                </a:moveTo>
                <a:lnTo>
                  <a:pt x="262605" y="0"/>
                </a:lnTo>
              </a:path>
            </a:pathLst>
          </a:custGeom>
          <a:noFill/>
          <a:ln w="4774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161" name="lumia-token-stream-curve">
            <a:extLst>
              <a:ext uri="{FF2B5EF4-FFF2-40B4-BE49-F238E27FC236}">
                <a16:creationId xmlns:a16="http://schemas.microsoft.com/office/drawing/2014/main" id="{C1170616-20D0-4DD0-96F6-759D4B8E7428}"/>
              </a:ext>
            </a:extLst>
          </p:cNvPr>
          <p:cNvSpPr>
            <a:spLocks noGrp="1"/>
          </p:cNvSpPr>
          <p:nvPr/>
        </p:nvSpPr>
        <p:spPr>
          <a:xfrm>
            <a:off x="5044914" y="5161621"/>
            <a:ext cx="264998" cy="59291"/>
          </a:xfrm>
          <a:custGeom>
            <a:avLst/>
            <a:gdLst/>
            <a:ahLst/>
            <a:cxnLst/>
            <a:rect l="0" t="0" r="0" b="0"/>
            <a:pathLst>
              <a:path w="264998" h="59291">
                <a:moveTo>
                  <a:pt x="0" y="59291"/>
                </a:moveTo>
                <a:lnTo>
                  <a:pt x="264998" y="0"/>
                </a:lnTo>
              </a:path>
            </a:pathLst>
          </a:custGeom>
          <a:noFill/>
          <a:ln w="4852">
            <a:solidFill>
              <a:srgbClr val="D74242">
                <a:alpha val="3000"/>
              </a:srgbClr>
            </a:solidFill>
            <a:prstDash val="solid"/>
          </a:ln>
        </p:spPr>
      </p:sp>
      <p:sp>
        <p:nvSpPr>
          <p:cNvPr id="162" name="lumia-token-stream-curve">
            <a:extLst>
              <a:ext uri="{FF2B5EF4-FFF2-40B4-BE49-F238E27FC236}">
                <a16:creationId xmlns:a16="http://schemas.microsoft.com/office/drawing/2014/main" id="{D17DBC7C-C07F-4196-8FD9-8C8F5CDD6EA4}"/>
              </a:ext>
            </a:extLst>
          </p:cNvPr>
          <p:cNvSpPr>
            <a:spLocks noGrp="1"/>
          </p:cNvSpPr>
          <p:nvPr/>
        </p:nvSpPr>
        <p:spPr>
          <a:xfrm>
            <a:off x="5309912" y="5104117"/>
            <a:ext cx="267315" cy="57505"/>
          </a:xfrm>
          <a:custGeom>
            <a:avLst/>
            <a:gdLst/>
            <a:ahLst/>
            <a:cxnLst/>
            <a:rect l="0" t="0" r="0" b="0"/>
            <a:pathLst>
              <a:path w="267315" h="57505">
                <a:moveTo>
                  <a:pt x="0" y="57505"/>
                </a:moveTo>
                <a:lnTo>
                  <a:pt x="267315" y="0"/>
                </a:lnTo>
              </a:path>
            </a:pathLst>
          </a:custGeom>
          <a:noFill/>
          <a:ln w="4941">
            <a:solidFill>
              <a:srgbClr val="E44339">
                <a:alpha val="3000"/>
              </a:srgbClr>
            </a:solidFill>
            <a:prstDash val="solid"/>
          </a:ln>
        </p:spPr>
      </p:sp>
      <p:sp>
        <p:nvSpPr>
          <p:cNvPr id="163" name="lumia-token-stream-curve">
            <a:extLst>
              <a:ext uri="{FF2B5EF4-FFF2-40B4-BE49-F238E27FC236}">
                <a16:creationId xmlns:a16="http://schemas.microsoft.com/office/drawing/2014/main" id="{3D08A51C-51A7-4646-9953-41CCC36897CF}"/>
              </a:ext>
            </a:extLst>
          </p:cNvPr>
          <p:cNvSpPr>
            <a:spLocks noGrp="1"/>
          </p:cNvSpPr>
          <p:nvPr/>
        </p:nvSpPr>
        <p:spPr>
          <a:xfrm>
            <a:off x="5577227" y="5051197"/>
            <a:ext cx="269557" cy="52920"/>
          </a:xfrm>
          <a:custGeom>
            <a:avLst/>
            <a:gdLst/>
            <a:ahLst/>
            <a:cxnLst/>
            <a:rect l="0" t="0" r="0" b="0"/>
            <a:pathLst>
              <a:path w="269557" h="52920">
                <a:moveTo>
                  <a:pt x="0" y="52920"/>
                </a:moveTo>
                <a:lnTo>
                  <a:pt x="269557" y="0"/>
                </a:lnTo>
              </a:path>
            </a:pathLst>
          </a:custGeom>
          <a:noFill/>
          <a:ln w="5042">
            <a:solidFill>
              <a:srgbClr val="EB4833">
                <a:alpha val="3000"/>
              </a:srgbClr>
            </a:solidFill>
            <a:prstDash val="solid"/>
          </a:ln>
        </p:spPr>
      </p:sp>
      <p:sp>
        <p:nvSpPr>
          <p:cNvPr id="164" name="lumia-token-stream-curve">
            <a:extLst>
              <a:ext uri="{FF2B5EF4-FFF2-40B4-BE49-F238E27FC236}">
                <a16:creationId xmlns:a16="http://schemas.microsoft.com/office/drawing/2014/main" id="{BCD25E6D-7E2E-4B87-AB44-31A19FAC9598}"/>
              </a:ext>
            </a:extLst>
          </p:cNvPr>
          <p:cNvSpPr>
            <a:spLocks noGrp="1"/>
          </p:cNvSpPr>
          <p:nvPr/>
        </p:nvSpPr>
        <p:spPr>
          <a:xfrm>
            <a:off x="5846784" y="5005202"/>
            <a:ext cx="271724" cy="45995"/>
          </a:xfrm>
          <a:custGeom>
            <a:avLst/>
            <a:gdLst/>
            <a:ahLst/>
            <a:cxnLst/>
            <a:rect l="0" t="0" r="0" b="0"/>
            <a:pathLst>
              <a:path w="271724" h="45995">
                <a:moveTo>
                  <a:pt x="0" y="45995"/>
                </a:moveTo>
                <a:lnTo>
                  <a:pt x="271724" y="0"/>
                </a:lnTo>
              </a:path>
            </a:pathLst>
          </a:custGeom>
          <a:noFill/>
          <a:ln w="5153">
            <a:solidFill>
              <a:srgbClr val="EC532F">
                <a:alpha val="3000"/>
              </a:srgbClr>
            </a:solidFill>
            <a:prstDash val="solid"/>
          </a:ln>
        </p:spPr>
      </p:sp>
      <p:sp>
        <p:nvSpPr>
          <p:cNvPr id="165" name="lumia-token-stream-curve">
            <a:extLst>
              <a:ext uri="{FF2B5EF4-FFF2-40B4-BE49-F238E27FC236}">
                <a16:creationId xmlns:a16="http://schemas.microsoft.com/office/drawing/2014/main" id="{05C6656F-CC9D-448B-8E75-62293F354871}"/>
              </a:ext>
            </a:extLst>
          </p:cNvPr>
          <p:cNvSpPr>
            <a:spLocks noGrp="1"/>
          </p:cNvSpPr>
          <p:nvPr/>
        </p:nvSpPr>
        <p:spPr>
          <a:xfrm>
            <a:off x="6118509" y="4967703"/>
            <a:ext cx="273816" cy="37499"/>
          </a:xfrm>
          <a:custGeom>
            <a:avLst/>
            <a:gdLst/>
            <a:ahLst/>
            <a:cxnLst/>
            <a:rect l="0" t="0" r="0" b="0"/>
            <a:pathLst>
              <a:path w="273816" h="37499">
                <a:moveTo>
                  <a:pt x="0" y="37499"/>
                </a:moveTo>
                <a:lnTo>
                  <a:pt x="273816" y="0"/>
                </a:lnTo>
              </a:path>
            </a:pathLst>
          </a:custGeom>
          <a:noFill/>
          <a:ln w="5272">
            <a:solidFill>
              <a:srgbClr val="EE5E2A">
                <a:alpha val="3000"/>
              </a:srgbClr>
            </a:solidFill>
            <a:prstDash val="solid"/>
          </a:ln>
        </p:spPr>
      </p:sp>
      <p:sp>
        <p:nvSpPr>
          <p:cNvPr id="166" name="lumia-token-stream-curve">
            <a:extLst>
              <a:ext uri="{FF2B5EF4-FFF2-40B4-BE49-F238E27FC236}">
                <a16:creationId xmlns:a16="http://schemas.microsoft.com/office/drawing/2014/main" id="{76CEB657-72FB-48F5-B1E5-A8F23C912FB9}"/>
              </a:ext>
            </a:extLst>
          </p:cNvPr>
          <p:cNvSpPr>
            <a:spLocks noGrp="1"/>
          </p:cNvSpPr>
          <p:nvPr/>
        </p:nvSpPr>
        <p:spPr>
          <a:xfrm>
            <a:off x="6392325" y="4939263"/>
            <a:ext cx="275833" cy="28440"/>
          </a:xfrm>
          <a:custGeom>
            <a:avLst/>
            <a:gdLst/>
            <a:ahLst/>
            <a:cxnLst/>
            <a:rect l="0" t="0" r="0" b="0"/>
            <a:pathLst>
              <a:path w="275833" h="28440">
                <a:moveTo>
                  <a:pt x="0" y="28440"/>
                </a:moveTo>
                <a:lnTo>
                  <a:pt x="275833" y="0"/>
                </a:lnTo>
              </a:path>
            </a:pathLst>
          </a:custGeom>
          <a:noFill/>
          <a:ln w="5398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167" name="lumia-token-stream-curve">
            <a:extLst>
              <a:ext uri="{FF2B5EF4-FFF2-40B4-BE49-F238E27FC236}">
                <a16:creationId xmlns:a16="http://schemas.microsoft.com/office/drawing/2014/main" id="{7297BA3C-D361-40C9-956F-000C5DD40704}"/>
              </a:ext>
            </a:extLst>
          </p:cNvPr>
          <p:cNvSpPr>
            <a:spLocks noGrp="1"/>
          </p:cNvSpPr>
          <p:nvPr/>
        </p:nvSpPr>
        <p:spPr>
          <a:xfrm>
            <a:off x="6668157" y="4919317"/>
            <a:ext cx="277774" cy="19946"/>
          </a:xfrm>
          <a:custGeom>
            <a:avLst/>
            <a:gdLst/>
            <a:ahLst/>
            <a:cxnLst/>
            <a:rect l="0" t="0" r="0" b="0"/>
            <a:pathLst>
              <a:path w="277774" h="19946">
                <a:moveTo>
                  <a:pt x="0" y="19946"/>
                </a:moveTo>
                <a:lnTo>
                  <a:pt x="277774" y="0"/>
                </a:lnTo>
              </a:path>
            </a:pathLst>
          </a:custGeom>
          <a:noFill/>
          <a:ln w="5530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168" name="lumia-token-stream-curve">
            <a:extLst>
              <a:ext uri="{FF2B5EF4-FFF2-40B4-BE49-F238E27FC236}">
                <a16:creationId xmlns:a16="http://schemas.microsoft.com/office/drawing/2014/main" id="{F0BC0683-D11C-4F12-8122-C8D0E09EF75F}"/>
              </a:ext>
            </a:extLst>
          </p:cNvPr>
          <p:cNvSpPr>
            <a:spLocks noGrp="1"/>
          </p:cNvSpPr>
          <p:nvPr/>
        </p:nvSpPr>
        <p:spPr>
          <a:xfrm>
            <a:off x="6945931" y="4906186"/>
            <a:ext cx="279640" cy="13131"/>
          </a:xfrm>
          <a:custGeom>
            <a:avLst/>
            <a:gdLst/>
            <a:ahLst/>
            <a:cxnLst/>
            <a:rect l="0" t="0" r="0" b="0"/>
            <a:pathLst>
              <a:path w="279640" h="13131">
                <a:moveTo>
                  <a:pt x="0" y="13131"/>
                </a:moveTo>
                <a:lnTo>
                  <a:pt x="279640" y="0"/>
                </a:lnTo>
              </a:path>
            </a:pathLst>
          </a:custGeom>
          <a:noFill/>
          <a:ln w="5666">
            <a:solidFill>
              <a:srgbClr val="F27E1E">
                <a:alpha val="4000"/>
              </a:srgbClr>
            </a:solidFill>
            <a:prstDash val="solid"/>
          </a:ln>
        </p:spPr>
      </p:sp>
      <p:sp>
        <p:nvSpPr>
          <p:cNvPr id="169" name="lumia-token-stream-curve">
            <a:extLst>
              <a:ext uri="{FF2B5EF4-FFF2-40B4-BE49-F238E27FC236}">
                <a16:creationId xmlns:a16="http://schemas.microsoft.com/office/drawing/2014/main" id="{21B40213-2114-4DE5-99E1-2C8A0DE40DF5}"/>
              </a:ext>
            </a:extLst>
          </p:cNvPr>
          <p:cNvSpPr>
            <a:spLocks noGrp="1"/>
          </p:cNvSpPr>
          <p:nvPr/>
        </p:nvSpPr>
        <p:spPr>
          <a:xfrm>
            <a:off x="7225571" y="4897237"/>
            <a:ext cx="281430" cy="9525"/>
          </a:xfrm>
          <a:custGeom>
            <a:avLst/>
            <a:gdLst/>
            <a:ahLst/>
            <a:cxnLst/>
            <a:rect l="0" t="0" r="0" b="0"/>
            <a:pathLst>
              <a:path w="281430" h="9525">
                <a:moveTo>
                  <a:pt x="0" y="8950"/>
                </a:moveTo>
                <a:lnTo>
                  <a:pt x="281430" y="0"/>
                </a:lnTo>
              </a:path>
            </a:pathLst>
          </a:custGeom>
          <a:noFill/>
          <a:ln w="5806">
            <a:solidFill>
              <a:srgbClr val="F48919">
                <a:alpha val="4000"/>
              </a:srgbClr>
            </a:solidFill>
            <a:prstDash val="solid"/>
          </a:ln>
        </p:spPr>
      </p:sp>
      <p:sp>
        <p:nvSpPr>
          <p:cNvPr id="170" name="lumia-token-stream-curve">
            <a:extLst>
              <a:ext uri="{FF2B5EF4-FFF2-40B4-BE49-F238E27FC236}">
                <a16:creationId xmlns:a16="http://schemas.microsoft.com/office/drawing/2014/main" id="{FE7BE34C-898F-41A8-AD7F-5DD65869429C}"/>
              </a:ext>
            </a:extLst>
          </p:cNvPr>
          <p:cNvSpPr>
            <a:spLocks noGrp="1"/>
          </p:cNvSpPr>
          <p:nvPr/>
        </p:nvSpPr>
        <p:spPr>
          <a:xfrm>
            <a:off x="7507002" y="4889177"/>
            <a:ext cx="283146" cy="9525"/>
          </a:xfrm>
          <a:custGeom>
            <a:avLst/>
            <a:gdLst/>
            <a:ahLst/>
            <a:cxnLst/>
            <a:rect l="0" t="0" r="0" b="0"/>
            <a:pathLst>
              <a:path w="283146" h="9525">
                <a:moveTo>
                  <a:pt x="0" y="8060"/>
                </a:moveTo>
                <a:lnTo>
                  <a:pt x="283146" y="0"/>
                </a:lnTo>
              </a:path>
            </a:pathLst>
          </a:custGeom>
          <a:noFill/>
          <a:ln w="5948">
            <a:solidFill>
              <a:srgbClr val="F59415">
                <a:alpha val="4000"/>
              </a:srgbClr>
            </a:solidFill>
            <a:prstDash val="solid"/>
          </a:ln>
        </p:spPr>
      </p:sp>
      <p:sp>
        <p:nvSpPr>
          <p:cNvPr id="171" name="lumia-token-stream-curve">
            <a:extLst>
              <a:ext uri="{FF2B5EF4-FFF2-40B4-BE49-F238E27FC236}">
                <a16:creationId xmlns:a16="http://schemas.microsoft.com/office/drawing/2014/main" id="{F46F623F-017D-438D-A0F1-F0AB322AE6FE}"/>
              </a:ext>
            </a:extLst>
          </p:cNvPr>
          <p:cNvSpPr>
            <a:spLocks noGrp="1"/>
          </p:cNvSpPr>
          <p:nvPr/>
        </p:nvSpPr>
        <p:spPr>
          <a:xfrm>
            <a:off x="7790148" y="4878457"/>
            <a:ext cx="284786" cy="10720"/>
          </a:xfrm>
          <a:custGeom>
            <a:avLst/>
            <a:gdLst/>
            <a:ahLst/>
            <a:cxnLst/>
            <a:rect l="0" t="0" r="0" b="0"/>
            <a:pathLst>
              <a:path w="284786" h="10720">
                <a:moveTo>
                  <a:pt x="0" y="10720"/>
                </a:moveTo>
                <a:lnTo>
                  <a:pt x="284786" y="0"/>
                </a:lnTo>
              </a:path>
            </a:pathLst>
          </a:custGeom>
          <a:noFill/>
          <a:ln w="6089">
            <a:solidFill>
              <a:srgbClr val="F79E11">
                <a:alpha val="4000"/>
              </a:srgbClr>
            </a:solidFill>
            <a:prstDash val="solid"/>
          </a:ln>
        </p:spPr>
      </p:sp>
      <p:sp>
        <p:nvSpPr>
          <p:cNvPr id="172" name="lumia-token-stream-curve">
            <a:extLst>
              <a:ext uri="{FF2B5EF4-FFF2-40B4-BE49-F238E27FC236}">
                <a16:creationId xmlns:a16="http://schemas.microsoft.com/office/drawing/2014/main" id="{4346D3D0-0E0D-4720-8384-108CF5C2B71C}"/>
              </a:ext>
            </a:extLst>
          </p:cNvPr>
          <p:cNvSpPr>
            <a:spLocks noGrp="1"/>
          </p:cNvSpPr>
          <p:nvPr/>
        </p:nvSpPr>
        <p:spPr>
          <a:xfrm>
            <a:off x="8074934" y="4861726"/>
            <a:ext cx="286351" cy="16730"/>
          </a:xfrm>
          <a:custGeom>
            <a:avLst/>
            <a:gdLst/>
            <a:ahLst/>
            <a:cxnLst/>
            <a:rect l="0" t="0" r="0" b="0"/>
            <a:pathLst>
              <a:path w="286351" h="16730">
                <a:moveTo>
                  <a:pt x="0" y="16730"/>
                </a:moveTo>
                <a:lnTo>
                  <a:pt x="286351" y="0"/>
                </a:lnTo>
              </a:path>
            </a:pathLst>
          </a:custGeom>
          <a:noFill/>
          <a:ln w="6231">
            <a:solidFill>
              <a:srgbClr val="F8A90C">
                <a:alpha val="4000"/>
              </a:srgbClr>
            </a:solidFill>
            <a:prstDash val="solid"/>
          </a:ln>
        </p:spPr>
      </p:sp>
      <p:sp>
        <p:nvSpPr>
          <p:cNvPr id="173" name="lumia-token-stream-curve">
            <a:extLst>
              <a:ext uri="{FF2B5EF4-FFF2-40B4-BE49-F238E27FC236}">
                <a16:creationId xmlns:a16="http://schemas.microsoft.com/office/drawing/2014/main" id="{1112A9C2-B9EF-4EFE-9A00-E70B51FB13C7}"/>
              </a:ext>
            </a:extLst>
          </p:cNvPr>
          <p:cNvSpPr>
            <a:spLocks noGrp="1"/>
          </p:cNvSpPr>
          <p:nvPr/>
        </p:nvSpPr>
        <p:spPr>
          <a:xfrm>
            <a:off x="8361284" y="4836285"/>
            <a:ext cx="287840" cy="25441"/>
          </a:xfrm>
          <a:custGeom>
            <a:avLst/>
            <a:gdLst/>
            <a:ahLst/>
            <a:cxnLst/>
            <a:rect l="0" t="0" r="0" b="0"/>
            <a:pathLst>
              <a:path w="287840" h="25441">
                <a:moveTo>
                  <a:pt x="0" y="25441"/>
                </a:moveTo>
                <a:lnTo>
                  <a:pt x="287840" y="0"/>
                </a:lnTo>
              </a:path>
            </a:pathLst>
          </a:custGeom>
          <a:noFill/>
          <a:ln w="6370">
            <a:solidFill>
              <a:srgbClr val="FAB408">
                <a:alpha val="4000"/>
              </a:srgbClr>
            </a:solidFill>
            <a:prstDash val="solid"/>
          </a:ln>
        </p:spPr>
      </p:sp>
      <p:sp>
        <p:nvSpPr>
          <p:cNvPr id="174" name="lumia-token-stream-curve">
            <a:extLst>
              <a:ext uri="{FF2B5EF4-FFF2-40B4-BE49-F238E27FC236}">
                <a16:creationId xmlns:a16="http://schemas.microsoft.com/office/drawing/2014/main" id="{7B610283-B8EC-4FFF-BD80-3DD1482C68A2}"/>
              </a:ext>
            </a:extLst>
          </p:cNvPr>
          <p:cNvSpPr>
            <a:spLocks noGrp="1"/>
          </p:cNvSpPr>
          <p:nvPr/>
        </p:nvSpPr>
        <p:spPr>
          <a:xfrm>
            <a:off x="8649125" y="4800470"/>
            <a:ext cx="289255" cy="35815"/>
          </a:xfrm>
          <a:custGeom>
            <a:avLst/>
            <a:gdLst/>
            <a:ahLst/>
            <a:cxnLst/>
            <a:rect l="0" t="0" r="0" b="0"/>
            <a:pathLst>
              <a:path w="289255" h="35815">
                <a:moveTo>
                  <a:pt x="0" y="35815"/>
                </a:moveTo>
                <a:lnTo>
                  <a:pt x="289255" y="0"/>
                </a:lnTo>
              </a:path>
            </a:pathLst>
          </a:custGeom>
          <a:noFill/>
          <a:ln w="6505">
            <a:solidFill>
              <a:srgbClr val="F7BC07">
                <a:alpha val="4000"/>
              </a:srgbClr>
            </a:solidFill>
            <a:prstDash val="solid"/>
          </a:ln>
        </p:spPr>
      </p:sp>
      <p:sp>
        <p:nvSpPr>
          <p:cNvPr id="175" name="lumia-token-stream-curve">
            <a:extLst>
              <a:ext uri="{FF2B5EF4-FFF2-40B4-BE49-F238E27FC236}">
                <a16:creationId xmlns:a16="http://schemas.microsoft.com/office/drawing/2014/main" id="{EB71937F-1D95-43D5-9A50-B15891096E3D}"/>
              </a:ext>
            </a:extLst>
          </p:cNvPr>
          <p:cNvSpPr>
            <a:spLocks noGrp="1"/>
          </p:cNvSpPr>
          <p:nvPr/>
        </p:nvSpPr>
        <p:spPr>
          <a:xfrm>
            <a:off x="8938380" y="4753914"/>
            <a:ext cx="290594" cy="46557"/>
          </a:xfrm>
          <a:custGeom>
            <a:avLst/>
            <a:gdLst/>
            <a:ahLst/>
            <a:cxnLst/>
            <a:rect l="0" t="0" r="0" b="0"/>
            <a:pathLst>
              <a:path w="290594" h="46557">
                <a:moveTo>
                  <a:pt x="0" y="46557"/>
                </a:moveTo>
                <a:lnTo>
                  <a:pt x="290594" y="0"/>
                </a:lnTo>
              </a:path>
            </a:pathLst>
          </a:custGeom>
          <a:noFill/>
          <a:ln w="6636">
            <a:solidFill>
              <a:srgbClr val="E5BA0E">
                <a:alpha val="4000"/>
              </a:srgbClr>
            </a:solidFill>
            <a:prstDash val="solid"/>
          </a:ln>
        </p:spPr>
      </p:sp>
      <p:sp>
        <p:nvSpPr>
          <p:cNvPr id="176" name="lumia-token-stream-curve">
            <a:extLst>
              <a:ext uri="{FF2B5EF4-FFF2-40B4-BE49-F238E27FC236}">
                <a16:creationId xmlns:a16="http://schemas.microsoft.com/office/drawing/2014/main" id="{0B367F35-F1EA-4DAE-91F6-91401DA75F1E}"/>
              </a:ext>
            </a:extLst>
          </p:cNvPr>
          <p:cNvSpPr>
            <a:spLocks noGrp="1"/>
          </p:cNvSpPr>
          <p:nvPr/>
        </p:nvSpPr>
        <p:spPr>
          <a:xfrm>
            <a:off x="9228974" y="4697638"/>
            <a:ext cx="291858" cy="56276"/>
          </a:xfrm>
          <a:custGeom>
            <a:avLst/>
            <a:gdLst/>
            <a:ahLst/>
            <a:cxnLst/>
            <a:rect l="0" t="0" r="0" b="0"/>
            <a:pathLst>
              <a:path w="291858" h="56276">
                <a:moveTo>
                  <a:pt x="0" y="56276"/>
                </a:moveTo>
                <a:lnTo>
                  <a:pt x="291858" y="0"/>
                </a:lnTo>
              </a:path>
            </a:pathLst>
          </a:custGeom>
          <a:noFill/>
          <a:ln w="6760">
            <a:solidFill>
              <a:srgbClr val="D3B815">
                <a:alpha val="4000"/>
              </a:srgbClr>
            </a:solidFill>
            <a:prstDash val="solid"/>
          </a:ln>
        </p:spPr>
      </p:sp>
      <p:sp>
        <p:nvSpPr>
          <p:cNvPr id="177" name="lumia-token-stream-curve">
            <a:extLst>
              <a:ext uri="{FF2B5EF4-FFF2-40B4-BE49-F238E27FC236}">
                <a16:creationId xmlns:a16="http://schemas.microsoft.com/office/drawing/2014/main" id="{71227282-FF46-4C51-812E-059450A4BB4C}"/>
              </a:ext>
            </a:extLst>
          </p:cNvPr>
          <p:cNvSpPr>
            <a:spLocks noGrp="1"/>
          </p:cNvSpPr>
          <p:nvPr/>
        </p:nvSpPr>
        <p:spPr>
          <a:xfrm>
            <a:off x="9520831" y="4633955"/>
            <a:ext cx="293046" cy="63682"/>
          </a:xfrm>
          <a:custGeom>
            <a:avLst/>
            <a:gdLst/>
            <a:ahLst/>
            <a:cxnLst/>
            <a:rect l="0" t="0" r="0" b="0"/>
            <a:pathLst>
              <a:path w="293046" h="63682">
                <a:moveTo>
                  <a:pt x="0" y="63682"/>
                </a:moveTo>
                <a:lnTo>
                  <a:pt x="293046" y="0"/>
                </a:lnTo>
              </a:path>
            </a:pathLst>
          </a:custGeom>
          <a:noFill/>
          <a:ln w="6877">
            <a:solidFill>
              <a:srgbClr val="C2B61C">
                <a:alpha val="4000"/>
              </a:srgbClr>
            </a:solidFill>
            <a:prstDash val="solid"/>
          </a:ln>
        </p:spPr>
      </p:sp>
      <p:sp>
        <p:nvSpPr>
          <p:cNvPr id="178" name="lumia-token-stream-curve">
            <a:extLst>
              <a:ext uri="{FF2B5EF4-FFF2-40B4-BE49-F238E27FC236}">
                <a16:creationId xmlns:a16="http://schemas.microsoft.com/office/drawing/2014/main" id="{5253AC2D-52E8-4D3A-9599-FA93458F90D5}"/>
              </a:ext>
            </a:extLst>
          </p:cNvPr>
          <p:cNvSpPr>
            <a:spLocks noGrp="1"/>
          </p:cNvSpPr>
          <p:nvPr/>
        </p:nvSpPr>
        <p:spPr>
          <a:xfrm>
            <a:off x="9813877" y="4566187"/>
            <a:ext cx="294159" cy="67768"/>
          </a:xfrm>
          <a:custGeom>
            <a:avLst/>
            <a:gdLst/>
            <a:ahLst/>
            <a:cxnLst/>
            <a:rect l="0" t="0" r="0" b="0"/>
            <a:pathLst>
              <a:path w="294159" h="67768">
                <a:moveTo>
                  <a:pt x="0" y="67768"/>
                </a:moveTo>
                <a:lnTo>
                  <a:pt x="294159" y="0"/>
                </a:lnTo>
              </a:path>
            </a:pathLst>
          </a:custGeom>
          <a:noFill/>
          <a:ln w="6986">
            <a:solidFill>
              <a:srgbClr val="B0B422">
                <a:alpha val="5000"/>
              </a:srgbClr>
            </a:solidFill>
            <a:prstDash val="solid"/>
          </a:ln>
        </p:spPr>
      </p:sp>
      <p:sp>
        <p:nvSpPr>
          <p:cNvPr id="179" name="lumia-token-stream-curve">
            <a:extLst>
              <a:ext uri="{FF2B5EF4-FFF2-40B4-BE49-F238E27FC236}">
                <a16:creationId xmlns:a16="http://schemas.microsoft.com/office/drawing/2014/main" id="{BEE64C0B-27CC-4D5E-9220-E27435B9D6D0}"/>
              </a:ext>
            </a:extLst>
          </p:cNvPr>
          <p:cNvSpPr>
            <a:spLocks noGrp="1"/>
          </p:cNvSpPr>
          <p:nvPr/>
        </p:nvSpPr>
        <p:spPr>
          <a:xfrm>
            <a:off x="10108037" y="4498227"/>
            <a:ext cx="295197" cy="67960"/>
          </a:xfrm>
          <a:custGeom>
            <a:avLst/>
            <a:gdLst/>
            <a:ahLst/>
            <a:cxnLst/>
            <a:rect l="0" t="0" r="0" b="0"/>
            <a:pathLst>
              <a:path w="295197" h="67960">
                <a:moveTo>
                  <a:pt x="0" y="67960"/>
                </a:moveTo>
                <a:lnTo>
                  <a:pt x="295197" y="0"/>
                </a:lnTo>
              </a:path>
            </a:pathLst>
          </a:custGeom>
          <a:noFill/>
          <a:ln w="7084">
            <a:solidFill>
              <a:srgbClr val="9EB329">
                <a:alpha val="5000"/>
              </a:srgbClr>
            </a:solidFill>
            <a:prstDash val="solid"/>
          </a:ln>
        </p:spPr>
      </p:sp>
      <p:sp>
        <p:nvSpPr>
          <p:cNvPr id="180" name="lumia-token-stream-curve">
            <a:extLst>
              <a:ext uri="{FF2B5EF4-FFF2-40B4-BE49-F238E27FC236}">
                <a16:creationId xmlns:a16="http://schemas.microsoft.com/office/drawing/2014/main" id="{5512E90F-5D90-473D-B0B3-95BEC5BD4A0A}"/>
              </a:ext>
            </a:extLst>
          </p:cNvPr>
          <p:cNvSpPr>
            <a:spLocks noGrp="1"/>
          </p:cNvSpPr>
          <p:nvPr/>
        </p:nvSpPr>
        <p:spPr>
          <a:xfrm>
            <a:off x="10403234" y="4434009"/>
            <a:ext cx="296160" cy="64217"/>
          </a:xfrm>
          <a:custGeom>
            <a:avLst/>
            <a:gdLst/>
            <a:ahLst/>
            <a:cxnLst/>
            <a:rect l="0" t="0" r="0" b="0"/>
            <a:pathLst>
              <a:path w="296160" h="64217">
                <a:moveTo>
                  <a:pt x="0" y="64217"/>
                </a:moveTo>
                <a:lnTo>
                  <a:pt x="296160" y="0"/>
                </a:lnTo>
              </a:path>
            </a:pathLst>
          </a:custGeom>
          <a:noFill/>
          <a:ln w="7170">
            <a:solidFill>
              <a:srgbClr val="8CB130">
                <a:alpha val="5000"/>
              </a:srgbClr>
            </a:solidFill>
            <a:prstDash val="solid"/>
          </a:ln>
        </p:spPr>
      </p:sp>
      <p:sp>
        <p:nvSpPr>
          <p:cNvPr id="181" name="lumia-token-stream-curve">
            <a:extLst>
              <a:ext uri="{FF2B5EF4-FFF2-40B4-BE49-F238E27FC236}">
                <a16:creationId xmlns:a16="http://schemas.microsoft.com/office/drawing/2014/main" id="{40668C3D-DEC9-4372-8575-F50C6708DD49}"/>
              </a:ext>
            </a:extLst>
          </p:cNvPr>
          <p:cNvSpPr>
            <a:spLocks noGrp="1"/>
          </p:cNvSpPr>
          <p:nvPr/>
        </p:nvSpPr>
        <p:spPr>
          <a:xfrm>
            <a:off x="10699394" y="4376957"/>
            <a:ext cx="297047" cy="57052"/>
          </a:xfrm>
          <a:custGeom>
            <a:avLst/>
            <a:gdLst/>
            <a:ahLst/>
            <a:cxnLst/>
            <a:rect l="0" t="0" r="0" b="0"/>
            <a:pathLst>
              <a:path w="297047" h="57052">
                <a:moveTo>
                  <a:pt x="0" y="57052"/>
                </a:moveTo>
                <a:lnTo>
                  <a:pt x="297047" y="0"/>
                </a:lnTo>
              </a:path>
            </a:pathLst>
          </a:custGeom>
          <a:noFill/>
          <a:ln w="7244">
            <a:solidFill>
              <a:srgbClr val="7BAF37">
                <a:alpha val="5000"/>
              </a:srgbClr>
            </a:solidFill>
            <a:prstDash val="solid"/>
          </a:ln>
        </p:spPr>
      </p:sp>
      <p:sp>
        <p:nvSpPr>
          <p:cNvPr id="182" name="lumia-token-stream-curve">
            <a:extLst>
              <a:ext uri="{FF2B5EF4-FFF2-40B4-BE49-F238E27FC236}">
                <a16:creationId xmlns:a16="http://schemas.microsoft.com/office/drawing/2014/main" id="{2C0E0931-7CAA-4382-B50B-D301896F66A8}"/>
              </a:ext>
            </a:extLst>
          </p:cNvPr>
          <p:cNvSpPr>
            <a:spLocks noGrp="1"/>
          </p:cNvSpPr>
          <p:nvPr/>
        </p:nvSpPr>
        <p:spPr>
          <a:xfrm>
            <a:off x="10996441" y="4329486"/>
            <a:ext cx="297860" cy="47472"/>
          </a:xfrm>
          <a:custGeom>
            <a:avLst/>
            <a:gdLst/>
            <a:ahLst/>
            <a:cxnLst/>
            <a:rect l="0" t="0" r="0" b="0"/>
            <a:pathLst>
              <a:path w="297860" h="47472">
                <a:moveTo>
                  <a:pt x="0" y="47472"/>
                </a:moveTo>
                <a:lnTo>
                  <a:pt x="297860" y="0"/>
                </a:lnTo>
              </a:path>
            </a:pathLst>
          </a:custGeom>
          <a:noFill/>
          <a:ln w="7304">
            <a:solidFill>
              <a:srgbClr val="69AD3E">
                <a:alpha val="5000"/>
              </a:srgbClr>
            </a:solidFill>
            <a:prstDash val="solid"/>
          </a:ln>
        </p:spPr>
      </p:sp>
      <p:sp>
        <p:nvSpPr>
          <p:cNvPr id="183" name="lumia-token-stream-curve">
            <a:extLst>
              <a:ext uri="{FF2B5EF4-FFF2-40B4-BE49-F238E27FC236}">
                <a16:creationId xmlns:a16="http://schemas.microsoft.com/office/drawing/2014/main" id="{0441B4D0-9317-4F95-B29B-8F56864C9906}"/>
              </a:ext>
            </a:extLst>
          </p:cNvPr>
          <p:cNvSpPr>
            <a:spLocks noGrp="1"/>
          </p:cNvSpPr>
          <p:nvPr/>
        </p:nvSpPr>
        <p:spPr>
          <a:xfrm>
            <a:off x="11294301" y="4292638"/>
            <a:ext cx="298596" cy="36848"/>
          </a:xfrm>
          <a:custGeom>
            <a:avLst/>
            <a:gdLst/>
            <a:ahLst/>
            <a:cxnLst/>
            <a:rect l="0" t="0" r="0" b="0"/>
            <a:pathLst>
              <a:path w="298596" h="36848">
                <a:moveTo>
                  <a:pt x="0" y="36848"/>
                </a:moveTo>
                <a:lnTo>
                  <a:pt x="298596" y="0"/>
                </a:lnTo>
              </a:path>
            </a:pathLst>
          </a:custGeom>
          <a:noFill/>
          <a:ln w="7348">
            <a:solidFill>
              <a:srgbClr val="57AC45">
                <a:alpha val="5000"/>
              </a:srgbClr>
            </a:solidFill>
            <a:prstDash val="solid"/>
          </a:ln>
        </p:spPr>
      </p:sp>
      <p:sp>
        <p:nvSpPr>
          <p:cNvPr id="184" name="lumia-token-stream-curve">
            <a:extLst>
              <a:ext uri="{FF2B5EF4-FFF2-40B4-BE49-F238E27FC236}">
                <a16:creationId xmlns:a16="http://schemas.microsoft.com/office/drawing/2014/main" id="{A72E2711-F647-4DFD-84FB-76977BF59936}"/>
              </a:ext>
            </a:extLst>
          </p:cNvPr>
          <p:cNvSpPr>
            <a:spLocks noGrp="1"/>
          </p:cNvSpPr>
          <p:nvPr/>
        </p:nvSpPr>
        <p:spPr>
          <a:xfrm>
            <a:off x="11592897" y="4265912"/>
            <a:ext cx="299258" cy="26726"/>
          </a:xfrm>
          <a:custGeom>
            <a:avLst/>
            <a:gdLst/>
            <a:ahLst/>
            <a:cxnLst/>
            <a:rect l="0" t="0" r="0" b="0"/>
            <a:pathLst>
              <a:path w="299258" h="26726">
                <a:moveTo>
                  <a:pt x="0" y="26726"/>
                </a:moveTo>
                <a:lnTo>
                  <a:pt x="299258" y="0"/>
                </a:lnTo>
              </a:path>
            </a:pathLst>
          </a:custGeom>
          <a:noFill/>
          <a:ln w="7376">
            <a:solidFill>
              <a:srgbClr val="46AA4C">
                <a:alpha val="5000"/>
              </a:srgbClr>
            </a:solidFill>
            <a:prstDash val="solid"/>
          </a:ln>
        </p:spPr>
      </p:sp>
      <p:sp>
        <p:nvSpPr>
          <p:cNvPr id="185" name="lumia-token-stream-curve">
            <a:extLst>
              <a:ext uri="{FF2B5EF4-FFF2-40B4-BE49-F238E27FC236}">
                <a16:creationId xmlns:a16="http://schemas.microsoft.com/office/drawing/2014/main" id="{D8919CBE-8057-4D32-9661-248F38921BB2}"/>
              </a:ext>
            </a:extLst>
          </p:cNvPr>
          <p:cNvSpPr>
            <a:spLocks noGrp="1"/>
          </p:cNvSpPr>
          <p:nvPr/>
        </p:nvSpPr>
        <p:spPr>
          <a:xfrm>
            <a:off x="11892156" y="4247306"/>
            <a:ext cx="299844" cy="18606"/>
          </a:xfrm>
          <a:custGeom>
            <a:avLst/>
            <a:gdLst/>
            <a:ahLst/>
            <a:cxnLst/>
            <a:rect l="0" t="0" r="0" b="0"/>
            <a:pathLst>
              <a:path w="299844" h="18606">
                <a:moveTo>
                  <a:pt x="0" y="18606"/>
                </a:moveTo>
                <a:lnTo>
                  <a:pt x="299844" y="0"/>
                </a:lnTo>
              </a:path>
            </a:pathLst>
          </a:custGeom>
          <a:noFill/>
          <a:ln w="7386">
            <a:solidFill>
              <a:srgbClr val="34A853">
                <a:alpha val="5000"/>
              </a:srgbClr>
            </a:solidFill>
            <a:prstDash val="solid"/>
          </a:ln>
        </p:spPr>
      </p:sp>
      <p:sp>
        <p:nvSpPr>
          <p:cNvPr id="186" name="lumia-token-stream-curve">
            <a:extLst>
              <a:ext uri="{FF2B5EF4-FFF2-40B4-BE49-F238E27FC236}">
                <a16:creationId xmlns:a16="http://schemas.microsoft.com/office/drawing/2014/main" id="{7CCD39C5-29BA-45E2-B975-F1D72764EDE2}"/>
              </a:ext>
            </a:extLst>
          </p:cNvPr>
          <p:cNvSpPr>
            <a:spLocks noGrp="1"/>
          </p:cNvSpPr>
          <p:nvPr/>
        </p:nvSpPr>
        <p:spPr>
          <a:xfrm>
            <a:off x="0" y="5968088"/>
            <a:ext cx="77934" cy="39203"/>
          </a:xfrm>
          <a:custGeom>
            <a:avLst/>
            <a:gdLst/>
            <a:ahLst/>
            <a:cxnLst/>
            <a:rect l="0" t="0" r="0" b="0"/>
            <a:pathLst>
              <a:path w="77934" h="39203">
                <a:moveTo>
                  <a:pt x="0" y="39203"/>
                </a:moveTo>
                <a:lnTo>
                  <a:pt x="77934" y="0"/>
                </a:lnTo>
              </a:path>
            </a:pathLst>
          </a:custGeom>
          <a:noFill/>
          <a:ln w="5012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187" name="lumia-token-stream-curve">
            <a:extLst>
              <a:ext uri="{FF2B5EF4-FFF2-40B4-BE49-F238E27FC236}">
                <a16:creationId xmlns:a16="http://schemas.microsoft.com/office/drawing/2014/main" id="{D533675C-72C5-4434-89C2-03990BE9820D}"/>
              </a:ext>
            </a:extLst>
          </p:cNvPr>
          <p:cNvSpPr>
            <a:spLocks noGrp="1"/>
          </p:cNvSpPr>
          <p:nvPr/>
        </p:nvSpPr>
        <p:spPr>
          <a:xfrm>
            <a:off x="77934" y="5933242"/>
            <a:ext cx="215483" cy="34845"/>
          </a:xfrm>
          <a:custGeom>
            <a:avLst/>
            <a:gdLst/>
            <a:ahLst/>
            <a:cxnLst/>
            <a:rect l="0" t="0" r="0" b="0"/>
            <a:pathLst>
              <a:path w="215483" h="34845">
                <a:moveTo>
                  <a:pt x="0" y="34845"/>
                </a:moveTo>
                <a:lnTo>
                  <a:pt x="215483" y="0"/>
                </a:lnTo>
              </a:path>
            </a:pathLst>
          </a:custGeom>
          <a:noFill/>
          <a:ln w="5012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188" name="lumia-token-stream-curve">
            <a:extLst>
              <a:ext uri="{FF2B5EF4-FFF2-40B4-BE49-F238E27FC236}">
                <a16:creationId xmlns:a16="http://schemas.microsoft.com/office/drawing/2014/main" id="{5E7283EB-52AB-4EA1-A988-6744F4FA5B51}"/>
              </a:ext>
            </a:extLst>
          </p:cNvPr>
          <p:cNvSpPr>
            <a:spLocks noGrp="1"/>
          </p:cNvSpPr>
          <p:nvPr/>
        </p:nvSpPr>
        <p:spPr>
          <a:xfrm>
            <a:off x="293417" y="5903833"/>
            <a:ext cx="219129" cy="29409"/>
          </a:xfrm>
          <a:custGeom>
            <a:avLst/>
            <a:gdLst/>
            <a:ahLst/>
            <a:cxnLst/>
            <a:rect l="0" t="0" r="0" b="0"/>
            <a:pathLst>
              <a:path w="219129" h="29409">
                <a:moveTo>
                  <a:pt x="0" y="29409"/>
                </a:moveTo>
                <a:lnTo>
                  <a:pt x="219129" y="0"/>
                </a:lnTo>
              </a:path>
            </a:pathLst>
          </a:custGeom>
          <a:noFill/>
          <a:ln w="5012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189" name="lumia-token-stream-curve">
            <a:extLst>
              <a:ext uri="{FF2B5EF4-FFF2-40B4-BE49-F238E27FC236}">
                <a16:creationId xmlns:a16="http://schemas.microsoft.com/office/drawing/2014/main" id="{E41D40FD-BD66-4606-AD94-A27D9E022407}"/>
              </a:ext>
            </a:extLst>
          </p:cNvPr>
          <p:cNvSpPr>
            <a:spLocks noGrp="1"/>
          </p:cNvSpPr>
          <p:nvPr/>
        </p:nvSpPr>
        <p:spPr>
          <a:xfrm>
            <a:off x="512546" y="5880541"/>
            <a:ext cx="222690" cy="23292"/>
          </a:xfrm>
          <a:custGeom>
            <a:avLst/>
            <a:gdLst/>
            <a:ahLst/>
            <a:cxnLst/>
            <a:rect l="0" t="0" r="0" b="0"/>
            <a:pathLst>
              <a:path w="222690" h="23292">
                <a:moveTo>
                  <a:pt x="0" y="23292"/>
                </a:moveTo>
                <a:lnTo>
                  <a:pt x="222690" y="0"/>
                </a:lnTo>
              </a:path>
            </a:pathLst>
          </a:custGeom>
          <a:noFill/>
          <a:ln w="5012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190" name="lumia-token-stream-curve">
            <a:extLst>
              <a:ext uri="{FF2B5EF4-FFF2-40B4-BE49-F238E27FC236}">
                <a16:creationId xmlns:a16="http://schemas.microsoft.com/office/drawing/2014/main" id="{BC08B77B-C563-48E1-9E7C-AC8F79CBE694}"/>
              </a:ext>
            </a:extLst>
          </p:cNvPr>
          <p:cNvSpPr>
            <a:spLocks noGrp="1"/>
          </p:cNvSpPr>
          <p:nvPr/>
        </p:nvSpPr>
        <p:spPr>
          <a:xfrm>
            <a:off x="735236" y="5863541"/>
            <a:ext cx="226168" cy="17000"/>
          </a:xfrm>
          <a:custGeom>
            <a:avLst/>
            <a:gdLst/>
            <a:ahLst/>
            <a:cxnLst/>
            <a:rect l="0" t="0" r="0" b="0"/>
            <a:pathLst>
              <a:path w="226168" h="17000">
                <a:moveTo>
                  <a:pt x="0" y="17000"/>
                </a:moveTo>
                <a:lnTo>
                  <a:pt x="226168" y="0"/>
                </a:lnTo>
              </a:path>
            </a:pathLst>
          </a:custGeom>
          <a:noFill/>
          <a:ln w="5012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191" name="lumia-token-stream-curve">
            <a:extLst>
              <a:ext uri="{FF2B5EF4-FFF2-40B4-BE49-F238E27FC236}">
                <a16:creationId xmlns:a16="http://schemas.microsoft.com/office/drawing/2014/main" id="{2F51A123-48B2-45B5-B094-CE02F84626A3}"/>
              </a:ext>
            </a:extLst>
          </p:cNvPr>
          <p:cNvSpPr>
            <a:spLocks noGrp="1"/>
          </p:cNvSpPr>
          <p:nvPr/>
        </p:nvSpPr>
        <p:spPr>
          <a:xfrm>
            <a:off x="961404" y="5852432"/>
            <a:ext cx="229561" cy="11108"/>
          </a:xfrm>
          <a:custGeom>
            <a:avLst/>
            <a:gdLst/>
            <a:ahLst/>
            <a:cxnLst/>
            <a:rect l="0" t="0" r="0" b="0"/>
            <a:pathLst>
              <a:path w="229561" h="11108">
                <a:moveTo>
                  <a:pt x="0" y="11108"/>
                </a:moveTo>
                <a:lnTo>
                  <a:pt x="229561" y="0"/>
                </a:lnTo>
              </a:path>
            </a:pathLst>
          </a:custGeom>
          <a:noFill/>
          <a:ln w="5012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192" name="lumia-token-stream-curve">
            <a:extLst>
              <a:ext uri="{FF2B5EF4-FFF2-40B4-BE49-F238E27FC236}">
                <a16:creationId xmlns:a16="http://schemas.microsoft.com/office/drawing/2014/main" id="{2761D980-8366-4B25-AB55-9FE44BEDA83E}"/>
              </a:ext>
            </a:extLst>
          </p:cNvPr>
          <p:cNvSpPr>
            <a:spLocks noGrp="1"/>
          </p:cNvSpPr>
          <p:nvPr/>
        </p:nvSpPr>
        <p:spPr>
          <a:xfrm>
            <a:off x="1190965" y="5846217"/>
            <a:ext cx="232871" cy="9525"/>
          </a:xfrm>
          <a:custGeom>
            <a:avLst/>
            <a:gdLst/>
            <a:ahLst/>
            <a:cxnLst/>
            <a:rect l="0" t="0" r="0" b="0"/>
            <a:pathLst>
              <a:path w="232871" h="9525">
                <a:moveTo>
                  <a:pt x="0" y="6215"/>
                </a:moveTo>
                <a:lnTo>
                  <a:pt x="232871" y="0"/>
                </a:lnTo>
              </a:path>
            </a:pathLst>
          </a:custGeom>
          <a:noFill/>
          <a:ln w="5012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193" name="lumia-token-stream-curve">
            <a:extLst>
              <a:ext uri="{FF2B5EF4-FFF2-40B4-BE49-F238E27FC236}">
                <a16:creationId xmlns:a16="http://schemas.microsoft.com/office/drawing/2014/main" id="{5ECDEC7B-5964-43BA-9E19-6E473B69CE9E}"/>
              </a:ext>
            </a:extLst>
          </p:cNvPr>
          <p:cNvSpPr>
            <a:spLocks noGrp="1"/>
          </p:cNvSpPr>
          <p:nvPr/>
        </p:nvSpPr>
        <p:spPr>
          <a:xfrm>
            <a:off x="1423835" y="5843333"/>
            <a:ext cx="236096" cy="9525"/>
          </a:xfrm>
          <a:custGeom>
            <a:avLst/>
            <a:gdLst/>
            <a:ahLst/>
            <a:cxnLst/>
            <a:rect l="0" t="0" r="0" b="0"/>
            <a:pathLst>
              <a:path w="236096" h="9525">
                <a:moveTo>
                  <a:pt x="0" y="2884"/>
                </a:moveTo>
                <a:lnTo>
                  <a:pt x="236096" y="0"/>
                </a:lnTo>
              </a:path>
            </a:pathLst>
          </a:custGeom>
          <a:noFill/>
          <a:ln w="5012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194" name="lumia-token-stream-curve">
            <a:extLst>
              <a:ext uri="{FF2B5EF4-FFF2-40B4-BE49-F238E27FC236}">
                <a16:creationId xmlns:a16="http://schemas.microsoft.com/office/drawing/2014/main" id="{BE82B567-007F-4C72-B2CC-194BC2A67441}"/>
              </a:ext>
            </a:extLst>
          </p:cNvPr>
          <p:cNvSpPr>
            <a:spLocks noGrp="1"/>
          </p:cNvSpPr>
          <p:nvPr/>
        </p:nvSpPr>
        <p:spPr>
          <a:xfrm>
            <a:off x="1659931" y="5841755"/>
            <a:ext cx="239238" cy="9525"/>
          </a:xfrm>
          <a:custGeom>
            <a:avLst/>
            <a:gdLst/>
            <a:ahLst/>
            <a:cxnLst/>
            <a:rect l="0" t="0" r="0" b="0"/>
            <a:pathLst>
              <a:path w="239238" h="9525">
                <a:moveTo>
                  <a:pt x="0" y="1579"/>
                </a:moveTo>
                <a:lnTo>
                  <a:pt x="239238" y="0"/>
                </a:lnTo>
              </a:path>
            </a:pathLst>
          </a:custGeom>
          <a:noFill/>
          <a:ln w="5012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195" name="lumia-token-stream-curve">
            <a:extLst>
              <a:ext uri="{FF2B5EF4-FFF2-40B4-BE49-F238E27FC236}">
                <a16:creationId xmlns:a16="http://schemas.microsoft.com/office/drawing/2014/main" id="{9EE3E24C-AA30-4373-846E-9914F389FA15}"/>
              </a:ext>
            </a:extLst>
          </p:cNvPr>
          <p:cNvSpPr>
            <a:spLocks noGrp="1"/>
          </p:cNvSpPr>
          <p:nvPr/>
        </p:nvSpPr>
        <p:spPr>
          <a:xfrm>
            <a:off x="1899169" y="5839149"/>
            <a:ext cx="242295" cy="9525"/>
          </a:xfrm>
          <a:custGeom>
            <a:avLst/>
            <a:gdLst/>
            <a:ahLst/>
            <a:cxnLst/>
            <a:rect l="0" t="0" r="0" b="0"/>
            <a:pathLst>
              <a:path w="242295" h="9525">
                <a:moveTo>
                  <a:pt x="0" y="2606"/>
                </a:moveTo>
                <a:lnTo>
                  <a:pt x="242295" y="0"/>
                </a:lnTo>
              </a:path>
            </a:pathLst>
          </a:custGeom>
          <a:noFill/>
          <a:ln w="5012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196" name="lumia-token-stream-curve">
            <a:extLst>
              <a:ext uri="{FF2B5EF4-FFF2-40B4-BE49-F238E27FC236}">
                <a16:creationId xmlns:a16="http://schemas.microsoft.com/office/drawing/2014/main" id="{018270CB-981D-4DDF-A93E-124680A97975}"/>
              </a:ext>
            </a:extLst>
          </p:cNvPr>
          <p:cNvSpPr>
            <a:spLocks noGrp="1"/>
          </p:cNvSpPr>
          <p:nvPr/>
        </p:nvSpPr>
        <p:spPr>
          <a:xfrm>
            <a:off x="2141464" y="5833087"/>
            <a:ext cx="245269" cy="9525"/>
          </a:xfrm>
          <a:custGeom>
            <a:avLst/>
            <a:gdLst/>
            <a:ahLst/>
            <a:cxnLst/>
            <a:rect l="0" t="0" r="0" b="0"/>
            <a:pathLst>
              <a:path w="245269" h="9525">
                <a:moveTo>
                  <a:pt x="0" y="6062"/>
                </a:moveTo>
                <a:lnTo>
                  <a:pt x="245269" y="0"/>
                </a:lnTo>
              </a:path>
            </a:pathLst>
          </a:custGeom>
          <a:noFill/>
          <a:ln w="5012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197" name="lumia-token-stream-curve">
            <a:extLst>
              <a:ext uri="{FF2B5EF4-FFF2-40B4-BE49-F238E27FC236}">
                <a16:creationId xmlns:a16="http://schemas.microsoft.com/office/drawing/2014/main" id="{7557BDEF-51B4-4349-8B70-4283B2A55786}"/>
              </a:ext>
            </a:extLst>
          </p:cNvPr>
          <p:cNvSpPr>
            <a:spLocks noGrp="1"/>
          </p:cNvSpPr>
          <p:nvPr/>
        </p:nvSpPr>
        <p:spPr>
          <a:xfrm>
            <a:off x="2386733" y="5821288"/>
            <a:ext cx="248158" cy="11799"/>
          </a:xfrm>
          <a:custGeom>
            <a:avLst/>
            <a:gdLst/>
            <a:ahLst/>
            <a:cxnLst/>
            <a:rect l="0" t="0" r="0" b="0"/>
            <a:pathLst>
              <a:path w="248158" h="11799">
                <a:moveTo>
                  <a:pt x="0" y="11799"/>
                </a:moveTo>
                <a:lnTo>
                  <a:pt x="248158" y="0"/>
                </a:lnTo>
              </a:path>
            </a:pathLst>
          </a:custGeom>
          <a:noFill/>
          <a:ln w="5012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198" name="lumia-token-stream-curve">
            <a:extLst>
              <a:ext uri="{FF2B5EF4-FFF2-40B4-BE49-F238E27FC236}">
                <a16:creationId xmlns:a16="http://schemas.microsoft.com/office/drawing/2014/main" id="{432ED07A-3D1B-4AF3-9730-BB132A6E7DCC}"/>
              </a:ext>
            </a:extLst>
          </p:cNvPr>
          <p:cNvSpPr>
            <a:spLocks noGrp="1"/>
          </p:cNvSpPr>
          <p:nvPr/>
        </p:nvSpPr>
        <p:spPr>
          <a:xfrm>
            <a:off x="2634891" y="5801870"/>
            <a:ext cx="250964" cy="19418"/>
          </a:xfrm>
          <a:custGeom>
            <a:avLst/>
            <a:gdLst/>
            <a:ahLst/>
            <a:cxnLst/>
            <a:rect l="0" t="0" r="0" b="0"/>
            <a:pathLst>
              <a:path w="250964" h="19418">
                <a:moveTo>
                  <a:pt x="0" y="19418"/>
                </a:moveTo>
                <a:lnTo>
                  <a:pt x="250964" y="0"/>
                </a:lnTo>
              </a:path>
            </a:pathLst>
          </a:custGeom>
          <a:noFill/>
          <a:ln w="5012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199" name="lumia-token-stream-curve">
            <a:extLst>
              <a:ext uri="{FF2B5EF4-FFF2-40B4-BE49-F238E27FC236}">
                <a16:creationId xmlns:a16="http://schemas.microsoft.com/office/drawing/2014/main" id="{EB8F5C8D-676D-4EE5-8648-21D8C683E52E}"/>
              </a:ext>
            </a:extLst>
          </p:cNvPr>
          <p:cNvSpPr>
            <a:spLocks noGrp="1"/>
          </p:cNvSpPr>
          <p:nvPr/>
        </p:nvSpPr>
        <p:spPr>
          <a:xfrm>
            <a:off x="2885855" y="5773586"/>
            <a:ext cx="253686" cy="28284"/>
          </a:xfrm>
          <a:custGeom>
            <a:avLst/>
            <a:gdLst/>
            <a:ahLst/>
            <a:cxnLst/>
            <a:rect l="0" t="0" r="0" b="0"/>
            <a:pathLst>
              <a:path w="253686" h="28284">
                <a:moveTo>
                  <a:pt x="0" y="28284"/>
                </a:moveTo>
                <a:lnTo>
                  <a:pt x="253686" y="0"/>
                </a:lnTo>
              </a:path>
            </a:pathLst>
          </a:custGeom>
          <a:noFill/>
          <a:ln w="5012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200" name="lumia-token-stream-curve">
            <a:extLst>
              <a:ext uri="{FF2B5EF4-FFF2-40B4-BE49-F238E27FC236}">
                <a16:creationId xmlns:a16="http://schemas.microsoft.com/office/drawing/2014/main" id="{D32F892D-39FE-47C0-BE9E-3881D2F97B5A}"/>
              </a:ext>
            </a:extLst>
          </p:cNvPr>
          <p:cNvSpPr>
            <a:spLocks noGrp="1"/>
          </p:cNvSpPr>
          <p:nvPr/>
        </p:nvSpPr>
        <p:spPr>
          <a:xfrm>
            <a:off x="3139541" y="5736006"/>
            <a:ext cx="256323" cy="37580"/>
          </a:xfrm>
          <a:custGeom>
            <a:avLst/>
            <a:gdLst/>
            <a:ahLst/>
            <a:cxnLst/>
            <a:rect l="0" t="0" r="0" b="0"/>
            <a:pathLst>
              <a:path w="256323" h="37580">
                <a:moveTo>
                  <a:pt x="0" y="37580"/>
                </a:moveTo>
                <a:lnTo>
                  <a:pt x="256323" y="0"/>
                </a:lnTo>
              </a:path>
            </a:pathLst>
          </a:custGeom>
          <a:noFill/>
          <a:ln w="5012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201" name="lumia-token-stream-curve">
            <a:extLst>
              <a:ext uri="{FF2B5EF4-FFF2-40B4-BE49-F238E27FC236}">
                <a16:creationId xmlns:a16="http://schemas.microsoft.com/office/drawing/2014/main" id="{747D75AA-5FD7-4022-A46A-7E3AF7D6C898}"/>
              </a:ext>
            </a:extLst>
          </p:cNvPr>
          <p:cNvSpPr>
            <a:spLocks noGrp="1"/>
          </p:cNvSpPr>
          <p:nvPr/>
        </p:nvSpPr>
        <p:spPr>
          <a:xfrm>
            <a:off x="3395864" y="5689627"/>
            <a:ext cx="258877" cy="46379"/>
          </a:xfrm>
          <a:custGeom>
            <a:avLst/>
            <a:gdLst/>
            <a:ahLst/>
            <a:cxnLst/>
            <a:rect l="0" t="0" r="0" b="0"/>
            <a:pathLst>
              <a:path w="258877" h="46379">
                <a:moveTo>
                  <a:pt x="0" y="46379"/>
                </a:moveTo>
                <a:lnTo>
                  <a:pt x="258877" y="0"/>
                </a:lnTo>
              </a:path>
            </a:pathLst>
          </a:custGeom>
          <a:noFill/>
          <a:ln w="5012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202" name="lumia-token-stream-curve">
            <a:extLst>
              <a:ext uri="{FF2B5EF4-FFF2-40B4-BE49-F238E27FC236}">
                <a16:creationId xmlns:a16="http://schemas.microsoft.com/office/drawing/2014/main" id="{9818054F-AC26-4D30-84C2-5B764A1463F9}"/>
              </a:ext>
            </a:extLst>
          </p:cNvPr>
          <p:cNvSpPr>
            <a:spLocks noGrp="1"/>
          </p:cNvSpPr>
          <p:nvPr/>
        </p:nvSpPr>
        <p:spPr>
          <a:xfrm>
            <a:off x="3654741" y="5635884"/>
            <a:ext cx="261347" cy="53744"/>
          </a:xfrm>
          <a:custGeom>
            <a:avLst/>
            <a:gdLst/>
            <a:ahLst/>
            <a:cxnLst/>
            <a:rect l="0" t="0" r="0" b="0"/>
            <a:pathLst>
              <a:path w="261347" h="53744">
                <a:moveTo>
                  <a:pt x="0" y="53744"/>
                </a:moveTo>
                <a:lnTo>
                  <a:pt x="261347" y="0"/>
                </a:lnTo>
              </a:path>
            </a:pathLst>
          </a:custGeom>
          <a:noFill/>
          <a:ln w="5012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203" name="lumia-token-stream-curve">
            <a:extLst>
              <a:ext uri="{FF2B5EF4-FFF2-40B4-BE49-F238E27FC236}">
                <a16:creationId xmlns:a16="http://schemas.microsoft.com/office/drawing/2014/main" id="{FA4DCA1C-6CDE-435C-9AFA-D9F62F1E90C5}"/>
              </a:ext>
            </a:extLst>
          </p:cNvPr>
          <p:cNvSpPr>
            <a:spLocks noGrp="1"/>
          </p:cNvSpPr>
          <p:nvPr/>
        </p:nvSpPr>
        <p:spPr>
          <a:xfrm>
            <a:off x="3916088" y="5577045"/>
            <a:ext cx="263732" cy="58839"/>
          </a:xfrm>
          <a:custGeom>
            <a:avLst/>
            <a:gdLst/>
            <a:ahLst/>
            <a:cxnLst/>
            <a:rect l="0" t="0" r="0" b="0"/>
            <a:pathLst>
              <a:path w="263732" h="58839">
                <a:moveTo>
                  <a:pt x="0" y="58839"/>
                </a:moveTo>
                <a:lnTo>
                  <a:pt x="263732" y="0"/>
                </a:lnTo>
              </a:path>
            </a:pathLst>
          </a:custGeom>
          <a:noFill/>
          <a:ln w="5028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204" name="lumia-token-stream-curve">
            <a:extLst>
              <a:ext uri="{FF2B5EF4-FFF2-40B4-BE49-F238E27FC236}">
                <a16:creationId xmlns:a16="http://schemas.microsoft.com/office/drawing/2014/main" id="{58B1868F-6C02-4826-825E-3C04618226FD}"/>
              </a:ext>
            </a:extLst>
          </p:cNvPr>
          <p:cNvSpPr>
            <a:spLocks noGrp="1"/>
          </p:cNvSpPr>
          <p:nvPr/>
        </p:nvSpPr>
        <p:spPr>
          <a:xfrm>
            <a:off x="4179820" y="5516008"/>
            <a:ext cx="266034" cy="61037"/>
          </a:xfrm>
          <a:custGeom>
            <a:avLst/>
            <a:gdLst/>
            <a:ahLst/>
            <a:cxnLst/>
            <a:rect l="0" t="0" r="0" b="0"/>
            <a:pathLst>
              <a:path w="266034" h="61037">
                <a:moveTo>
                  <a:pt x="0" y="61037"/>
                </a:moveTo>
                <a:lnTo>
                  <a:pt x="266034" y="0"/>
                </a:lnTo>
              </a:path>
            </a:pathLst>
          </a:custGeom>
          <a:noFill/>
          <a:ln w="5062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205" name="lumia-token-stream-curve">
            <a:extLst>
              <a:ext uri="{FF2B5EF4-FFF2-40B4-BE49-F238E27FC236}">
                <a16:creationId xmlns:a16="http://schemas.microsoft.com/office/drawing/2014/main" id="{75B0E9F7-4128-4817-9029-325BFBC45644}"/>
              </a:ext>
            </a:extLst>
          </p:cNvPr>
          <p:cNvSpPr>
            <a:spLocks noGrp="1"/>
          </p:cNvSpPr>
          <p:nvPr/>
        </p:nvSpPr>
        <p:spPr>
          <a:xfrm>
            <a:off x="4445854" y="5455996"/>
            <a:ext cx="268252" cy="60012"/>
          </a:xfrm>
          <a:custGeom>
            <a:avLst/>
            <a:gdLst/>
            <a:ahLst/>
            <a:cxnLst/>
            <a:rect l="0" t="0" r="0" b="0"/>
            <a:pathLst>
              <a:path w="268252" h="60012">
                <a:moveTo>
                  <a:pt x="0" y="60012"/>
                </a:moveTo>
                <a:lnTo>
                  <a:pt x="268252" y="0"/>
                </a:lnTo>
              </a:path>
            </a:pathLst>
          </a:custGeom>
          <a:noFill/>
          <a:ln w="5115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206" name="lumia-token-stream-curve">
            <a:extLst>
              <a:ext uri="{FF2B5EF4-FFF2-40B4-BE49-F238E27FC236}">
                <a16:creationId xmlns:a16="http://schemas.microsoft.com/office/drawing/2014/main" id="{EB14FB64-16D9-4C74-9230-ACF23C2FD455}"/>
              </a:ext>
            </a:extLst>
          </p:cNvPr>
          <p:cNvSpPr>
            <a:spLocks noGrp="1"/>
          </p:cNvSpPr>
          <p:nvPr/>
        </p:nvSpPr>
        <p:spPr>
          <a:xfrm>
            <a:off x="4714106" y="5400193"/>
            <a:ext cx="270386" cy="55803"/>
          </a:xfrm>
          <a:custGeom>
            <a:avLst/>
            <a:gdLst/>
            <a:ahLst/>
            <a:cxnLst/>
            <a:rect l="0" t="0" r="0" b="0"/>
            <a:pathLst>
              <a:path w="270386" h="55803">
                <a:moveTo>
                  <a:pt x="0" y="55803"/>
                </a:moveTo>
                <a:lnTo>
                  <a:pt x="270386" y="0"/>
                </a:lnTo>
              </a:path>
            </a:pathLst>
          </a:custGeom>
          <a:noFill/>
          <a:ln w="5184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207" name="lumia-token-stream-curve">
            <a:extLst>
              <a:ext uri="{FF2B5EF4-FFF2-40B4-BE49-F238E27FC236}">
                <a16:creationId xmlns:a16="http://schemas.microsoft.com/office/drawing/2014/main" id="{2DC9F547-63A0-4088-9B35-7437DF6F2DAA}"/>
              </a:ext>
            </a:extLst>
          </p:cNvPr>
          <p:cNvSpPr>
            <a:spLocks noGrp="1"/>
          </p:cNvSpPr>
          <p:nvPr/>
        </p:nvSpPr>
        <p:spPr>
          <a:xfrm>
            <a:off x="4984492" y="5351358"/>
            <a:ext cx="272436" cy="48835"/>
          </a:xfrm>
          <a:custGeom>
            <a:avLst/>
            <a:gdLst/>
            <a:ahLst/>
            <a:cxnLst/>
            <a:rect l="0" t="0" r="0" b="0"/>
            <a:pathLst>
              <a:path w="272436" h="48835">
                <a:moveTo>
                  <a:pt x="0" y="48835"/>
                </a:moveTo>
                <a:lnTo>
                  <a:pt x="272436" y="0"/>
                </a:lnTo>
              </a:path>
            </a:pathLst>
          </a:custGeom>
          <a:noFill/>
          <a:ln w="5267">
            <a:solidFill>
              <a:srgbClr val="D74242">
                <a:alpha val="3000"/>
              </a:srgbClr>
            </a:solidFill>
            <a:prstDash val="solid"/>
          </a:ln>
        </p:spPr>
      </p:sp>
      <p:sp>
        <p:nvSpPr>
          <p:cNvPr id="208" name="lumia-token-stream-curve">
            <a:extLst>
              <a:ext uri="{FF2B5EF4-FFF2-40B4-BE49-F238E27FC236}">
                <a16:creationId xmlns:a16="http://schemas.microsoft.com/office/drawing/2014/main" id="{426F728E-34F2-4FE5-AB7B-F30935632A13}"/>
              </a:ext>
            </a:extLst>
          </p:cNvPr>
          <p:cNvSpPr>
            <a:spLocks noGrp="1"/>
          </p:cNvSpPr>
          <p:nvPr/>
        </p:nvSpPr>
        <p:spPr>
          <a:xfrm>
            <a:off x="5256928" y="5311467"/>
            <a:ext cx="274402" cy="39891"/>
          </a:xfrm>
          <a:custGeom>
            <a:avLst/>
            <a:gdLst/>
            <a:ahLst/>
            <a:cxnLst/>
            <a:rect l="0" t="0" r="0" b="0"/>
            <a:pathLst>
              <a:path w="274402" h="39891">
                <a:moveTo>
                  <a:pt x="0" y="39891"/>
                </a:moveTo>
                <a:lnTo>
                  <a:pt x="274402" y="0"/>
                </a:lnTo>
              </a:path>
            </a:pathLst>
          </a:custGeom>
          <a:noFill/>
          <a:ln w="5365">
            <a:solidFill>
              <a:srgbClr val="E44339">
                <a:alpha val="3000"/>
              </a:srgbClr>
            </a:solidFill>
            <a:prstDash val="solid"/>
          </a:ln>
        </p:spPr>
      </p:sp>
      <p:sp>
        <p:nvSpPr>
          <p:cNvPr id="209" name="lumia-token-stream-curve">
            <a:extLst>
              <a:ext uri="{FF2B5EF4-FFF2-40B4-BE49-F238E27FC236}">
                <a16:creationId xmlns:a16="http://schemas.microsoft.com/office/drawing/2014/main" id="{01ADD4FF-72B1-4637-9C59-78CD7FF971C3}"/>
              </a:ext>
            </a:extLst>
          </p:cNvPr>
          <p:cNvSpPr>
            <a:spLocks noGrp="1"/>
          </p:cNvSpPr>
          <p:nvPr/>
        </p:nvSpPr>
        <p:spPr>
          <a:xfrm>
            <a:off x="5531329" y="5281425"/>
            <a:ext cx="276283" cy="30042"/>
          </a:xfrm>
          <a:custGeom>
            <a:avLst/>
            <a:gdLst/>
            <a:ahLst/>
            <a:cxnLst/>
            <a:rect l="0" t="0" r="0" b="0"/>
            <a:pathLst>
              <a:path w="276283" h="30042">
                <a:moveTo>
                  <a:pt x="0" y="30042"/>
                </a:moveTo>
                <a:lnTo>
                  <a:pt x="276283" y="0"/>
                </a:lnTo>
              </a:path>
            </a:pathLst>
          </a:custGeom>
          <a:noFill/>
          <a:ln w="5474">
            <a:solidFill>
              <a:srgbClr val="EB4833">
                <a:alpha val="3000"/>
              </a:srgbClr>
            </a:solidFill>
            <a:prstDash val="solid"/>
          </a:ln>
        </p:spPr>
      </p:sp>
      <p:sp>
        <p:nvSpPr>
          <p:cNvPr id="210" name="lumia-token-stream-curve">
            <a:extLst>
              <a:ext uri="{FF2B5EF4-FFF2-40B4-BE49-F238E27FC236}">
                <a16:creationId xmlns:a16="http://schemas.microsoft.com/office/drawing/2014/main" id="{9F7453B4-D339-45A4-9562-8847CF0F44C8}"/>
              </a:ext>
            </a:extLst>
          </p:cNvPr>
          <p:cNvSpPr>
            <a:spLocks noGrp="1"/>
          </p:cNvSpPr>
          <p:nvPr/>
        </p:nvSpPr>
        <p:spPr>
          <a:xfrm>
            <a:off x="5807613" y="5260906"/>
            <a:ext cx="278081" cy="20519"/>
          </a:xfrm>
          <a:custGeom>
            <a:avLst/>
            <a:gdLst/>
            <a:ahLst/>
            <a:cxnLst/>
            <a:rect l="0" t="0" r="0" b="0"/>
            <a:pathLst>
              <a:path w="278081" h="20519">
                <a:moveTo>
                  <a:pt x="0" y="20519"/>
                </a:moveTo>
                <a:lnTo>
                  <a:pt x="278081" y="0"/>
                </a:lnTo>
              </a:path>
            </a:pathLst>
          </a:custGeom>
          <a:noFill/>
          <a:ln w="5594">
            <a:solidFill>
              <a:srgbClr val="EC532F">
                <a:alpha val="3000"/>
              </a:srgbClr>
            </a:solidFill>
            <a:prstDash val="solid"/>
          </a:ln>
        </p:spPr>
      </p:sp>
      <p:sp>
        <p:nvSpPr>
          <p:cNvPr id="211" name="lumia-token-stream-curve">
            <a:extLst>
              <a:ext uri="{FF2B5EF4-FFF2-40B4-BE49-F238E27FC236}">
                <a16:creationId xmlns:a16="http://schemas.microsoft.com/office/drawing/2014/main" id="{E96AED56-7C63-4285-BDDF-9F5967C1080D}"/>
              </a:ext>
            </a:extLst>
          </p:cNvPr>
          <p:cNvSpPr>
            <a:spLocks noGrp="1"/>
          </p:cNvSpPr>
          <p:nvPr/>
        </p:nvSpPr>
        <p:spPr>
          <a:xfrm>
            <a:off x="6085694" y="5248335"/>
            <a:ext cx="279795" cy="12571"/>
          </a:xfrm>
          <a:custGeom>
            <a:avLst/>
            <a:gdLst/>
            <a:ahLst/>
            <a:cxnLst/>
            <a:rect l="0" t="0" r="0" b="0"/>
            <a:pathLst>
              <a:path w="279795" h="12571">
                <a:moveTo>
                  <a:pt x="0" y="12571"/>
                </a:moveTo>
                <a:lnTo>
                  <a:pt x="279795" y="0"/>
                </a:lnTo>
              </a:path>
            </a:pathLst>
          </a:custGeom>
          <a:noFill/>
          <a:ln w="5724">
            <a:solidFill>
              <a:srgbClr val="EE5E2A">
                <a:alpha val="3000"/>
              </a:srgbClr>
            </a:solidFill>
            <a:prstDash val="solid"/>
          </a:ln>
        </p:spPr>
      </p:sp>
      <p:sp>
        <p:nvSpPr>
          <p:cNvPr id="212" name="lumia-token-stream-curve">
            <a:extLst>
              <a:ext uri="{FF2B5EF4-FFF2-40B4-BE49-F238E27FC236}">
                <a16:creationId xmlns:a16="http://schemas.microsoft.com/office/drawing/2014/main" id="{56ACA5CE-006F-4361-9C6B-02D6DC8F2872}"/>
              </a:ext>
            </a:extLst>
          </p:cNvPr>
          <p:cNvSpPr>
            <a:spLocks noGrp="1"/>
          </p:cNvSpPr>
          <p:nvPr/>
        </p:nvSpPr>
        <p:spPr>
          <a:xfrm>
            <a:off x="6365489" y="5241035"/>
            <a:ext cx="281425" cy="9525"/>
          </a:xfrm>
          <a:custGeom>
            <a:avLst/>
            <a:gdLst/>
            <a:ahLst/>
            <a:cxnLst/>
            <a:rect l="0" t="0" r="0" b="0"/>
            <a:pathLst>
              <a:path w="281425" h="9525">
                <a:moveTo>
                  <a:pt x="0" y="7301"/>
                </a:moveTo>
                <a:lnTo>
                  <a:pt x="281425" y="0"/>
                </a:lnTo>
              </a:path>
            </a:pathLst>
          </a:custGeom>
          <a:noFill/>
          <a:ln w="5861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213" name="lumia-token-stream-curve">
            <a:extLst>
              <a:ext uri="{FF2B5EF4-FFF2-40B4-BE49-F238E27FC236}">
                <a16:creationId xmlns:a16="http://schemas.microsoft.com/office/drawing/2014/main" id="{B595E62C-742B-4E60-8D50-CDAC6D5A7875}"/>
              </a:ext>
            </a:extLst>
          </p:cNvPr>
          <p:cNvSpPr>
            <a:spLocks noGrp="1"/>
          </p:cNvSpPr>
          <p:nvPr/>
        </p:nvSpPr>
        <p:spPr>
          <a:xfrm>
            <a:off x="6646915" y="5235526"/>
            <a:ext cx="282971" cy="9525"/>
          </a:xfrm>
          <a:custGeom>
            <a:avLst/>
            <a:gdLst/>
            <a:ahLst/>
            <a:cxnLst/>
            <a:rect l="0" t="0" r="0" b="0"/>
            <a:pathLst>
              <a:path w="282971" h="9525">
                <a:moveTo>
                  <a:pt x="0" y="5508"/>
                </a:moveTo>
                <a:lnTo>
                  <a:pt x="282971" y="0"/>
                </a:lnTo>
              </a:path>
            </a:pathLst>
          </a:custGeom>
          <a:noFill/>
          <a:ln w="6004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214" name="lumia-token-stream-curve">
            <a:extLst>
              <a:ext uri="{FF2B5EF4-FFF2-40B4-BE49-F238E27FC236}">
                <a16:creationId xmlns:a16="http://schemas.microsoft.com/office/drawing/2014/main" id="{A968C87E-10EA-41A5-9020-4DC73B39281F}"/>
              </a:ext>
            </a:extLst>
          </p:cNvPr>
          <p:cNvSpPr>
            <a:spLocks noGrp="1"/>
          </p:cNvSpPr>
          <p:nvPr/>
        </p:nvSpPr>
        <p:spPr>
          <a:xfrm>
            <a:off x="6929886" y="5227952"/>
            <a:ext cx="284433" cy="9525"/>
          </a:xfrm>
          <a:custGeom>
            <a:avLst/>
            <a:gdLst/>
            <a:ahLst/>
            <a:cxnLst/>
            <a:rect l="0" t="0" r="0" b="0"/>
            <a:pathLst>
              <a:path w="284433" h="9525">
                <a:moveTo>
                  <a:pt x="0" y="7574"/>
                </a:moveTo>
                <a:lnTo>
                  <a:pt x="284433" y="0"/>
                </a:lnTo>
              </a:path>
            </a:pathLst>
          </a:custGeom>
          <a:noFill/>
          <a:ln w="6152">
            <a:solidFill>
              <a:srgbClr val="F27E1E">
                <a:alpha val="4000"/>
              </a:srgbClr>
            </a:solidFill>
            <a:prstDash val="solid"/>
          </a:ln>
        </p:spPr>
      </p:sp>
      <p:sp>
        <p:nvSpPr>
          <p:cNvPr id="215" name="lumia-token-stream-curve">
            <a:extLst>
              <a:ext uri="{FF2B5EF4-FFF2-40B4-BE49-F238E27FC236}">
                <a16:creationId xmlns:a16="http://schemas.microsoft.com/office/drawing/2014/main" id="{F2FB6379-57E6-412D-9D6E-76B2FE526067}"/>
              </a:ext>
            </a:extLst>
          </p:cNvPr>
          <p:cNvSpPr>
            <a:spLocks noGrp="1"/>
          </p:cNvSpPr>
          <p:nvPr/>
        </p:nvSpPr>
        <p:spPr>
          <a:xfrm>
            <a:off x="7214319" y="5214568"/>
            <a:ext cx="285811" cy="13384"/>
          </a:xfrm>
          <a:custGeom>
            <a:avLst/>
            <a:gdLst/>
            <a:ahLst/>
            <a:cxnLst/>
            <a:rect l="0" t="0" r="0" b="0"/>
            <a:pathLst>
              <a:path w="285811" h="13384">
                <a:moveTo>
                  <a:pt x="0" y="13384"/>
                </a:moveTo>
                <a:lnTo>
                  <a:pt x="285811" y="0"/>
                </a:lnTo>
              </a:path>
            </a:pathLst>
          </a:custGeom>
          <a:noFill/>
          <a:ln w="6304">
            <a:solidFill>
              <a:srgbClr val="F48919">
                <a:alpha val="4000"/>
              </a:srgbClr>
            </a:solidFill>
            <a:prstDash val="solid"/>
          </a:ln>
        </p:spPr>
      </p:sp>
      <p:sp>
        <p:nvSpPr>
          <p:cNvPr id="216" name="lumia-token-stream-curve">
            <a:extLst>
              <a:ext uri="{FF2B5EF4-FFF2-40B4-BE49-F238E27FC236}">
                <a16:creationId xmlns:a16="http://schemas.microsoft.com/office/drawing/2014/main" id="{E794CA86-D460-47F1-9652-02FC022DFA62}"/>
              </a:ext>
            </a:extLst>
          </p:cNvPr>
          <p:cNvSpPr>
            <a:spLocks noGrp="1"/>
          </p:cNvSpPr>
          <p:nvPr/>
        </p:nvSpPr>
        <p:spPr>
          <a:xfrm>
            <a:off x="7500130" y="5192242"/>
            <a:ext cx="287105" cy="22325"/>
          </a:xfrm>
          <a:custGeom>
            <a:avLst/>
            <a:gdLst/>
            <a:ahLst/>
            <a:cxnLst/>
            <a:rect l="0" t="0" r="0" b="0"/>
            <a:pathLst>
              <a:path w="287105" h="22325">
                <a:moveTo>
                  <a:pt x="0" y="22325"/>
                </a:moveTo>
                <a:lnTo>
                  <a:pt x="287105" y="0"/>
                </a:lnTo>
              </a:path>
            </a:pathLst>
          </a:custGeom>
          <a:noFill/>
          <a:ln w="6457">
            <a:solidFill>
              <a:srgbClr val="F59415">
                <a:alpha val="4000"/>
              </a:srgbClr>
            </a:solidFill>
            <a:prstDash val="solid"/>
          </a:ln>
        </p:spPr>
      </p:sp>
      <p:sp>
        <p:nvSpPr>
          <p:cNvPr id="217" name="lumia-token-stream-curve">
            <a:extLst>
              <a:ext uri="{FF2B5EF4-FFF2-40B4-BE49-F238E27FC236}">
                <a16:creationId xmlns:a16="http://schemas.microsoft.com/office/drawing/2014/main" id="{59B3CFC9-9F6F-49F9-B6C0-92C96BDD36D3}"/>
              </a:ext>
            </a:extLst>
          </p:cNvPr>
          <p:cNvSpPr>
            <a:spLocks noGrp="1"/>
          </p:cNvSpPr>
          <p:nvPr/>
        </p:nvSpPr>
        <p:spPr>
          <a:xfrm>
            <a:off x="7787236" y="5158896"/>
            <a:ext cx="288315" cy="33346"/>
          </a:xfrm>
          <a:custGeom>
            <a:avLst/>
            <a:gdLst/>
            <a:ahLst/>
            <a:cxnLst/>
            <a:rect l="0" t="0" r="0" b="0"/>
            <a:pathLst>
              <a:path w="288315" h="33346">
                <a:moveTo>
                  <a:pt x="0" y="33346"/>
                </a:moveTo>
                <a:lnTo>
                  <a:pt x="288315" y="0"/>
                </a:lnTo>
              </a:path>
            </a:pathLst>
          </a:custGeom>
          <a:noFill/>
          <a:ln w="6611">
            <a:solidFill>
              <a:srgbClr val="F79E11">
                <a:alpha val="4000"/>
              </a:srgbClr>
            </a:solidFill>
            <a:prstDash val="solid"/>
          </a:ln>
        </p:spPr>
      </p:sp>
      <p:sp>
        <p:nvSpPr>
          <p:cNvPr id="218" name="lumia-token-stream-curve">
            <a:extLst>
              <a:ext uri="{FF2B5EF4-FFF2-40B4-BE49-F238E27FC236}">
                <a16:creationId xmlns:a16="http://schemas.microsoft.com/office/drawing/2014/main" id="{EA8C9CF4-A950-40EE-801E-F1BC3F97CCEA}"/>
              </a:ext>
            </a:extLst>
          </p:cNvPr>
          <p:cNvSpPr>
            <a:spLocks noGrp="1"/>
          </p:cNvSpPr>
          <p:nvPr/>
        </p:nvSpPr>
        <p:spPr>
          <a:xfrm>
            <a:off x="8075551" y="5113812"/>
            <a:ext cx="289442" cy="45084"/>
          </a:xfrm>
          <a:custGeom>
            <a:avLst/>
            <a:gdLst/>
            <a:ahLst/>
            <a:cxnLst/>
            <a:rect l="0" t="0" r="0" b="0"/>
            <a:pathLst>
              <a:path w="289442" h="45084">
                <a:moveTo>
                  <a:pt x="0" y="45084"/>
                </a:moveTo>
                <a:lnTo>
                  <a:pt x="289442" y="0"/>
                </a:lnTo>
              </a:path>
            </a:pathLst>
          </a:custGeom>
          <a:noFill/>
          <a:ln w="6765">
            <a:solidFill>
              <a:srgbClr val="F8A90C">
                <a:alpha val="4000"/>
              </a:srgbClr>
            </a:solidFill>
            <a:prstDash val="solid"/>
          </a:ln>
        </p:spPr>
      </p:sp>
      <p:sp>
        <p:nvSpPr>
          <p:cNvPr id="219" name="lumia-token-stream-curve">
            <a:extLst>
              <a:ext uri="{FF2B5EF4-FFF2-40B4-BE49-F238E27FC236}">
                <a16:creationId xmlns:a16="http://schemas.microsoft.com/office/drawing/2014/main" id="{62901742-6F1E-490F-87C8-586C6CB913CE}"/>
              </a:ext>
            </a:extLst>
          </p:cNvPr>
          <p:cNvSpPr>
            <a:spLocks noGrp="1"/>
          </p:cNvSpPr>
          <p:nvPr/>
        </p:nvSpPr>
        <p:spPr>
          <a:xfrm>
            <a:off x="8364993" y="5057772"/>
            <a:ext cx="290484" cy="56041"/>
          </a:xfrm>
          <a:custGeom>
            <a:avLst/>
            <a:gdLst/>
            <a:ahLst/>
            <a:cxnLst/>
            <a:rect l="0" t="0" r="0" b="0"/>
            <a:pathLst>
              <a:path w="290484" h="56041">
                <a:moveTo>
                  <a:pt x="0" y="56041"/>
                </a:moveTo>
                <a:lnTo>
                  <a:pt x="290484" y="0"/>
                </a:lnTo>
              </a:path>
            </a:pathLst>
          </a:custGeom>
          <a:noFill/>
          <a:ln w="6916">
            <a:solidFill>
              <a:srgbClr val="FAB408">
                <a:alpha val="4000"/>
              </a:srgbClr>
            </a:solidFill>
            <a:prstDash val="solid"/>
          </a:ln>
        </p:spPr>
      </p:sp>
      <p:sp>
        <p:nvSpPr>
          <p:cNvPr id="220" name="lumia-token-stream-curve">
            <a:extLst>
              <a:ext uri="{FF2B5EF4-FFF2-40B4-BE49-F238E27FC236}">
                <a16:creationId xmlns:a16="http://schemas.microsoft.com/office/drawing/2014/main" id="{FA1EC2E6-B748-41C6-BF7E-A7E3F71DBDAA}"/>
              </a:ext>
            </a:extLst>
          </p:cNvPr>
          <p:cNvSpPr>
            <a:spLocks noGrp="1"/>
          </p:cNvSpPr>
          <p:nvPr/>
        </p:nvSpPr>
        <p:spPr>
          <a:xfrm>
            <a:off x="8655476" y="4992985"/>
            <a:ext cx="291442" cy="64786"/>
          </a:xfrm>
          <a:custGeom>
            <a:avLst/>
            <a:gdLst/>
            <a:ahLst/>
            <a:cxnLst/>
            <a:rect l="0" t="0" r="0" b="0"/>
            <a:pathLst>
              <a:path w="291442" h="64786">
                <a:moveTo>
                  <a:pt x="0" y="64786"/>
                </a:moveTo>
                <a:lnTo>
                  <a:pt x="291442" y="0"/>
                </a:lnTo>
              </a:path>
            </a:pathLst>
          </a:custGeom>
          <a:noFill/>
          <a:ln w="7063">
            <a:solidFill>
              <a:srgbClr val="F7BC07">
                <a:alpha val="4000"/>
              </a:srgbClr>
            </a:solidFill>
            <a:prstDash val="solid"/>
          </a:ln>
        </p:spPr>
      </p:sp>
      <p:sp>
        <p:nvSpPr>
          <p:cNvPr id="221" name="lumia-token-stream-curve">
            <a:extLst>
              <a:ext uri="{FF2B5EF4-FFF2-40B4-BE49-F238E27FC236}">
                <a16:creationId xmlns:a16="http://schemas.microsoft.com/office/drawing/2014/main" id="{28BDC613-5893-4288-B8FD-24F9F9A0F9D0}"/>
              </a:ext>
            </a:extLst>
          </p:cNvPr>
          <p:cNvSpPr>
            <a:spLocks noGrp="1"/>
          </p:cNvSpPr>
          <p:nvPr/>
        </p:nvSpPr>
        <p:spPr>
          <a:xfrm>
            <a:off x="8946918" y="4922827"/>
            <a:ext cx="292316" cy="70158"/>
          </a:xfrm>
          <a:custGeom>
            <a:avLst/>
            <a:gdLst/>
            <a:ahLst/>
            <a:cxnLst/>
            <a:rect l="0" t="0" r="0" b="0"/>
            <a:pathLst>
              <a:path w="292316" h="70158">
                <a:moveTo>
                  <a:pt x="0" y="70158"/>
                </a:moveTo>
                <a:lnTo>
                  <a:pt x="292316" y="0"/>
                </a:lnTo>
              </a:path>
            </a:pathLst>
          </a:custGeom>
          <a:noFill/>
          <a:ln w="7205">
            <a:solidFill>
              <a:srgbClr val="E5BA0E">
                <a:alpha val="4000"/>
              </a:srgbClr>
            </a:solidFill>
            <a:prstDash val="solid"/>
          </a:ln>
        </p:spPr>
      </p:sp>
      <p:sp>
        <p:nvSpPr>
          <p:cNvPr id="222" name="lumia-token-stream-curve">
            <a:extLst>
              <a:ext uri="{FF2B5EF4-FFF2-40B4-BE49-F238E27FC236}">
                <a16:creationId xmlns:a16="http://schemas.microsoft.com/office/drawing/2014/main" id="{20D9C328-62E0-439E-B542-E78063E39281}"/>
              </a:ext>
            </a:extLst>
          </p:cNvPr>
          <p:cNvSpPr>
            <a:spLocks noGrp="1"/>
          </p:cNvSpPr>
          <p:nvPr/>
        </p:nvSpPr>
        <p:spPr>
          <a:xfrm>
            <a:off x="9239234" y="4851395"/>
            <a:ext cx="293106" cy="71432"/>
          </a:xfrm>
          <a:custGeom>
            <a:avLst/>
            <a:gdLst/>
            <a:ahLst/>
            <a:cxnLst/>
            <a:rect l="0" t="0" r="0" b="0"/>
            <a:pathLst>
              <a:path w="293106" h="71432">
                <a:moveTo>
                  <a:pt x="0" y="71432"/>
                </a:moveTo>
                <a:lnTo>
                  <a:pt x="293106" y="0"/>
                </a:lnTo>
              </a:path>
            </a:pathLst>
          </a:custGeom>
          <a:noFill/>
          <a:ln w="7340">
            <a:solidFill>
              <a:srgbClr val="D3B815">
                <a:alpha val="4000"/>
              </a:srgbClr>
            </a:solidFill>
            <a:prstDash val="solid"/>
          </a:ln>
        </p:spPr>
      </p:sp>
      <p:sp>
        <p:nvSpPr>
          <p:cNvPr id="223" name="lumia-token-stream-curve">
            <a:extLst>
              <a:ext uri="{FF2B5EF4-FFF2-40B4-BE49-F238E27FC236}">
                <a16:creationId xmlns:a16="http://schemas.microsoft.com/office/drawing/2014/main" id="{80C64418-7D4B-476C-8A95-8D51A7195821}"/>
              </a:ext>
            </a:extLst>
          </p:cNvPr>
          <p:cNvSpPr>
            <a:spLocks noGrp="1"/>
          </p:cNvSpPr>
          <p:nvPr/>
        </p:nvSpPr>
        <p:spPr>
          <a:xfrm>
            <a:off x="9532340" y="4782960"/>
            <a:ext cx="293812" cy="68435"/>
          </a:xfrm>
          <a:custGeom>
            <a:avLst/>
            <a:gdLst/>
            <a:ahLst/>
            <a:cxnLst/>
            <a:rect l="0" t="0" r="0" b="0"/>
            <a:pathLst>
              <a:path w="293812" h="68435">
                <a:moveTo>
                  <a:pt x="0" y="68435"/>
                </a:moveTo>
                <a:lnTo>
                  <a:pt x="293812" y="0"/>
                </a:lnTo>
              </a:path>
            </a:pathLst>
          </a:custGeom>
          <a:noFill/>
          <a:ln w="7467">
            <a:solidFill>
              <a:srgbClr val="C2B61C">
                <a:alpha val="4000"/>
              </a:srgbClr>
            </a:solidFill>
            <a:prstDash val="solid"/>
          </a:ln>
        </p:spPr>
      </p:sp>
      <p:sp>
        <p:nvSpPr>
          <p:cNvPr id="224" name="lumia-token-stream-curve">
            <a:extLst>
              <a:ext uri="{FF2B5EF4-FFF2-40B4-BE49-F238E27FC236}">
                <a16:creationId xmlns:a16="http://schemas.microsoft.com/office/drawing/2014/main" id="{C7002516-A857-4AB3-A47D-CAA00E757171}"/>
              </a:ext>
            </a:extLst>
          </p:cNvPr>
          <p:cNvSpPr>
            <a:spLocks noGrp="1"/>
          </p:cNvSpPr>
          <p:nvPr/>
        </p:nvSpPr>
        <p:spPr>
          <a:xfrm>
            <a:off x="9826153" y="4721378"/>
            <a:ext cx="294435" cy="61581"/>
          </a:xfrm>
          <a:custGeom>
            <a:avLst/>
            <a:gdLst/>
            <a:ahLst/>
            <a:cxnLst/>
            <a:rect l="0" t="0" r="0" b="0"/>
            <a:pathLst>
              <a:path w="294435" h="61581">
                <a:moveTo>
                  <a:pt x="0" y="61581"/>
                </a:moveTo>
                <a:lnTo>
                  <a:pt x="294435" y="0"/>
                </a:lnTo>
              </a:path>
            </a:pathLst>
          </a:custGeom>
          <a:noFill/>
          <a:ln w="7584">
            <a:solidFill>
              <a:srgbClr val="B0B422">
                <a:alpha val="5000"/>
              </a:srgbClr>
            </a:solidFill>
            <a:prstDash val="solid"/>
          </a:ln>
        </p:spPr>
      </p:sp>
      <p:sp>
        <p:nvSpPr>
          <p:cNvPr id="225" name="lumia-token-stream-curve">
            <a:extLst>
              <a:ext uri="{FF2B5EF4-FFF2-40B4-BE49-F238E27FC236}">
                <a16:creationId xmlns:a16="http://schemas.microsoft.com/office/drawing/2014/main" id="{5BFE0EB2-3B62-4F05-81A2-876FE97077F6}"/>
              </a:ext>
            </a:extLst>
          </p:cNvPr>
          <p:cNvSpPr>
            <a:spLocks noGrp="1"/>
          </p:cNvSpPr>
          <p:nvPr/>
        </p:nvSpPr>
        <p:spPr>
          <a:xfrm>
            <a:off x="10120588" y="4669549"/>
            <a:ext cx="294973" cy="51830"/>
          </a:xfrm>
          <a:custGeom>
            <a:avLst/>
            <a:gdLst/>
            <a:ahLst/>
            <a:cxnLst/>
            <a:rect l="0" t="0" r="0" b="0"/>
            <a:pathLst>
              <a:path w="294973" h="51830">
                <a:moveTo>
                  <a:pt x="0" y="51830"/>
                </a:moveTo>
                <a:lnTo>
                  <a:pt x="294973" y="0"/>
                </a:lnTo>
              </a:path>
            </a:pathLst>
          </a:custGeom>
          <a:noFill/>
          <a:ln w="7691">
            <a:solidFill>
              <a:srgbClr val="9EB329">
                <a:alpha val="5000"/>
              </a:srgbClr>
            </a:solidFill>
            <a:prstDash val="solid"/>
          </a:ln>
        </p:spPr>
      </p:sp>
      <p:sp>
        <p:nvSpPr>
          <p:cNvPr id="226" name="lumia-token-stream-curve">
            <a:extLst>
              <a:ext uri="{FF2B5EF4-FFF2-40B4-BE49-F238E27FC236}">
                <a16:creationId xmlns:a16="http://schemas.microsoft.com/office/drawing/2014/main" id="{816B58E8-5DF2-4992-BBA2-8E457A78DC5C}"/>
              </a:ext>
            </a:extLst>
          </p:cNvPr>
          <p:cNvSpPr>
            <a:spLocks noGrp="1"/>
          </p:cNvSpPr>
          <p:nvPr/>
        </p:nvSpPr>
        <p:spPr>
          <a:xfrm>
            <a:off x="10415561" y="4628996"/>
            <a:ext cx="295427" cy="40553"/>
          </a:xfrm>
          <a:custGeom>
            <a:avLst/>
            <a:gdLst/>
            <a:ahLst/>
            <a:cxnLst/>
            <a:rect l="0" t="0" r="0" b="0"/>
            <a:pathLst>
              <a:path w="295427" h="40553">
                <a:moveTo>
                  <a:pt x="0" y="40553"/>
                </a:moveTo>
                <a:lnTo>
                  <a:pt x="295427" y="0"/>
                </a:lnTo>
              </a:path>
            </a:pathLst>
          </a:custGeom>
          <a:noFill/>
          <a:ln w="7785">
            <a:solidFill>
              <a:srgbClr val="8CB130">
                <a:alpha val="5000"/>
              </a:srgbClr>
            </a:solidFill>
            <a:prstDash val="solid"/>
          </a:ln>
        </p:spPr>
      </p:sp>
      <p:sp>
        <p:nvSpPr>
          <p:cNvPr id="227" name="lumia-token-stream-curve">
            <a:extLst>
              <a:ext uri="{FF2B5EF4-FFF2-40B4-BE49-F238E27FC236}">
                <a16:creationId xmlns:a16="http://schemas.microsoft.com/office/drawing/2014/main" id="{87446118-EDFA-4967-80C4-C0F58686AA3E}"/>
              </a:ext>
            </a:extLst>
          </p:cNvPr>
          <p:cNvSpPr>
            <a:spLocks noGrp="1"/>
          </p:cNvSpPr>
          <p:nvPr/>
        </p:nvSpPr>
        <p:spPr>
          <a:xfrm>
            <a:off x="10710988" y="4599640"/>
            <a:ext cx="295798" cy="29355"/>
          </a:xfrm>
          <a:custGeom>
            <a:avLst/>
            <a:gdLst/>
            <a:ahLst/>
            <a:cxnLst/>
            <a:rect l="0" t="0" r="0" b="0"/>
            <a:pathLst>
              <a:path w="295798" h="29355">
                <a:moveTo>
                  <a:pt x="0" y="29355"/>
                </a:moveTo>
                <a:lnTo>
                  <a:pt x="295798" y="0"/>
                </a:lnTo>
              </a:path>
            </a:pathLst>
          </a:custGeom>
          <a:noFill/>
          <a:ln w="7865">
            <a:solidFill>
              <a:srgbClr val="7BAF37">
                <a:alpha val="5000"/>
              </a:srgbClr>
            </a:solidFill>
            <a:prstDash val="solid"/>
          </a:ln>
        </p:spPr>
      </p:sp>
      <p:sp>
        <p:nvSpPr>
          <p:cNvPr id="228" name="lumia-token-stream-curve">
            <a:extLst>
              <a:ext uri="{FF2B5EF4-FFF2-40B4-BE49-F238E27FC236}">
                <a16:creationId xmlns:a16="http://schemas.microsoft.com/office/drawing/2014/main" id="{4553728E-C486-42BA-84F6-5F815FB9C476}"/>
              </a:ext>
            </a:extLst>
          </p:cNvPr>
          <p:cNvSpPr>
            <a:spLocks noGrp="1"/>
          </p:cNvSpPr>
          <p:nvPr/>
        </p:nvSpPr>
        <p:spPr>
          <a:xfrm>
            <a:off x="11006786" y="4579799"/>
            <a:ext cx="296084" cy="19842"/>
          </a:xfrm>
          <a:custGeom>
            <a:avLst/>
            <a:gdLst/>
            <a:ahLst/>
            <a:cxnLst/>
            <a:rect l="0" t="0" r="0" b="0"/>
            <a:pathLst>
              <a:path w="296084" h="19842">
                <a:moveTo>
                  <a:pt x="0" y="19842"/>
                </a:moveTo>
                <a:lnTo>
                  <a:pt x="296084" y="0"/>
                </a:lnTo>
              </a:path>
            </a:pathLst>
          </a:custGeom>
          <a:noFill/>
          <a:ln w="7930">
            <a:solidFill>
              <a:srgbClr val="69AD3E">
                <a:alpha val="5000"/>
              </a:srgbClr>
            </a:solidFill>
            <a:prstDash val="solid"/>
          </a:ln>
        </p:spPr>
      </p:sp>
      <p:sp>
        <p:nvSpPr>
          <p:cNvPr id="229" name="lumia-token-stream-curve">
            <a:extLst>
              <a:ext uri="{FF2B5EF4-FFF2-40B4-BE49-F238E27FC236}">
                <a16:creationId xmlns:a16="http://schemas.microsoft.com/office/drawing/2014/main" id="{6A74E068-1E08-4DE4-B5F7-863995027170}"/>
              </a:ext>
            </a:extLst>
          </p:cNvPr>
          <p:cNvSpPr>
            <a:spLocks noGrp="1"/>
          </p:cNvSpPr>
          <p:nvPr/>
        </p:nvSpPr>
        <p:spPr>
          <a:xfrm>
            <a:off x="11302870" y="4566403"/>
            <a:ext cx="296286" cy="13395"/>
          </a:xfrm>
          <a:custGeom>
            <a:avLst/>
            <a:gdLst/>
            <a:ahLst/>
            <a:cxnLst/>
            <a:rect l="0" t="0" r="0" b="0"/>
            <a:pathLst>
              <a:path w="296286" h="13395">
                <a:moveTo>
                  <a:pt x="0" y="13395"/>
                </a:moveTo>
                <a:lnTo>
                  <a:pt x="296286" y="0"/>
                </a:lnTo>
              </a:path>
            </a:pathLst>
          </a:custGeom>
          <a:noFill/>
          <a:ln w="7978">
            <a:solidFill>
              <a:srgbClr val="57AC45">
                <a:alpha val="5000"/>
              </a:srgbClr>
            </a:solidFill>
            <a:prstDash val="solid"/>
          </a:ln>
        </p:spPr>
      </p:sp>
      <p:sp>
        <p:nvSpPr>
          <p:cNvPr id="230" name="lumia-token-stream-curve">
            <a:extLst>
              <a:ext uri="{FF2B5EF4-FFF2-40B4-BE49-F238E27FC236}">
                <a16:creationId xmlns:a16="http://schemas.microsoft.com/office/drawing/2014/main" id="{34487116-8EA4-4A09-8161-0226348604E7}"/>
              </a:ext>
            </a:extLst>
          </p:cNvPr>
          <p:cNvSpPr>
            <a:spLocks noGrp="1"/>
          </p:cNvSpPr>
          <p:nvPr/>
        </p:nvSpPr>
        <p:spPr>
          <a:xfrm>
            <a:off x="11599156" y="4555429"/>
            <a:ext cx="296405" cy="10974"/>
          </a:xfrm>
          <a:custGeom>
            <a:avLst/>
            <a:gdLst/>
            <a:ahLst/>
            <a:cxnLst/>
            <a:rect l="0" t="0" r="0" b="0"/>
            <a:pathLst>
              <a:path w="296405" h="10974">
                <a:moveTo>
                  <a:pt x="0" y="10974"/>
                </a:moveTo>
                <a:lnTo>
                  <a:pt x="296405" y="0"/>
                </a:lnTo>
              </a:path>
            </a:pathLst>
          </a:custGeom>
          <a:noFill/>
          <a:ln w="8008">
            <a:solidFill>
              <a:srgbClr val="46AA4C">
                <a:alpha val="5000"/>
              </a:srgbClr>
            </a:solidFill>
            <a:prstDash val="solid"/>
          </a:ln>
        </p:spPr>
      </p:sp>
      <p:sp>
        <p:nvSpPr>
          <p:cNvPr id="231" name="lumia-token-stream-curve">
            <a:extLst>
              <a:ext uri="{FF2B5EF4-FFF2-40B4-BE49-F238E27FC236}">
                <a16:creationId xmlns:a16="http://schemas.microsoft.com/office/drawing/2014/main" id="{924E06E4-3A6D-4EBF-8110-CA87909F2DF1}"/>
              </a:ext>
            </a:extLst>
          </p:cNvPr>
          <p:cNvSpPr>
            <a:spLocks noGrp="1"/>
          </p:cNvSpPr>
          <p:nvPr/>
        </p:nvSpPr>
        <p:spPr>
          <a:xfrm>
            <a:off x="11895561" y="4542452"/>
            <a:ext cx="296439" cy="12977"/>
          </a:xfrm>
          <a:custGeom>
            <a:avLst/>
            <a:gdLst/>
            <a:ahLst/>
            <a:cxnLst/>
            <a:rect l="0" t="0" r="0" b="0"/>
            <a:pathLst>
              <a:path w="296439" h="12977">
                <a:moveTo>
                  <a:pt x="0" y="12977"/>
                </a:moveTo>
                <a:lnTo>
                  <a:pt x="296439" y="0"/>
                </a:lnTo>
              </a:path>
            </a:pathLst>
          </a:custGeom>
          <a:noFill/>
          <a:ln w="8019">
            <a:solidFill>
              <a:srgbClr val="34A853">
                <a:alpha val="5000"/>
              </a:srgbClr>
            </a:solidFill>
            <a:prstDash val="solid"/>
          </a:ln>
        </p:spPr>
      </p:sp>
      <p:sp>
        <p:nvSpPr>
          <p:cNvPr id="232" name="lumia-token-stream-curve">
            <a:extLst>
              <a:ext uri="{FF2B5EF4-FFF2-40B4-BE49-F238E27FC236}">
                <a16:creationId xmlns:a16="http://schemas.microsoft.com/office/drawing/2014/main" id="{1E43F82E-B32A-406B-B4FE-E134CDD6FB07}"/>
              </a:ext>
            </a:extLst>
          </p:cNvPr>
          <p:cNvSpPr>
            <a:spLocks noGrp="1"/>
          </p:cNvSpPr>
          <p:nvPr/>
        </p:nvSpPr>
        <p:spPr>
          <a:xfrm>
            <a:off x="0" y="6023013"/>
            <a:ext cx="202155" cy="9525"/>
          </a:xfrm>
          <a:custGeom>
            <a:avLst/>
            <a:gdLst/>
            <a:ahLst/>
            <a:cxnLst/>
            <a:rect l="0" t="0" r="0" b="0"/>
            <a:pathLst>
              <a:path w="202155" h="9525">
                <a:moveTo>
                  <a:pt x="0" y="64"/>
                </a:moveTo>
                <a:lnTo>
                  <a:pt x="202155" y="0"/>
                </a:lnTo>
              </a:path>
            </a:pathLst>
          </a:custGeom>
          <a:noFill/>
          <a:ln w="5407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233" name="lumia-token-stream-curve">
            <a:extLst>
              <a:ext uri="{FF2B5EF4-FFF2-40B4-BE49-F238E27FC236}">
                <a16:creationId xmlns:a16="http://schemas.microsoft.com/office/drawing/2014/main" id="{3F2C187F-37D8-4F9C-A514-EAA2A2E372B6}"/>
              </a:ext>
            </a:extLst>
          </p:cNvPr>
          <p:cNvSpPr>
            <a:spLocks noGrp="1"/>
          </p:cNvSpPr>
          <p:nvPr/>
        </p:nvSpPr>
        <p:spPr>
          <a:xfrm>
            <a:off x="202155" y="6023013"/>
            <a:ext cx="209658" cy="9525"/>
          </a:xfrm>
          <a:custGeom>
            <a:avLst/>
            <a:gdLst/>
            <a:ahLst/>
            <a:cxnLst/>
            <a:rect l="0" t="0" r="0" b="0"/>
            <a:pathLst>
              <a:path w="209658" h="9525">
                <a:moveTo>
                  <a:pt x="0" y="0"/>
                </a:moveTo>
                <a:lnTo>
                  <a:pt x="209658" y="4161"/>
                </a:lnTo>
              </a:path>
            </a:pathLst>
          </a:custGeom>
          <a:noFill/>
          <a:ln w="5407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234" name="lumia-token-stream-curve">
            <a:extLst>
              <a:ext uri="{FF2B5EF4-FFF2-40B4-BE49-F238E27FC236}">
                <a16:creationId xmlns:a16="http://schemas.microsoft.com/office/drawing/2014/main" id="{B673D729-571C-41E9-B177-39132B84A37A}"/>
              </a:ext>
            </a:extLst>
          </p:cNvPr>
          <p:cNvSpPr>
            <a:spLocks noGrp="1"/>
          </p:cNvSpPr>
          <p:nvPr/>
        </p:nvSpPr>
        <p:spPr>
          <a:xfrm>
            <a:off x="411814" y="6027173"/>
            <a:ext cx="213385" cy="9525"/>
          </a:xfrm>
          <a:custGeom>
            <a:avLst/>
            <a:gdLst/>
            <a:ahLst/>
            <a:cxnLst/>
            <a:rect l="0" t="0" r="0" b="0"/>
            <a:pathLst>
              <a:path w="213385" h="9525">
                <a:moveTo>
                  <a:pt x="0" y="0"/>
                </a:moveTo>
                <a:lnTo>
                  <a:pt x="213385" y="7605"/>
                </a:lnTo>
              </a:path>
            </a:pathLst>
          </a:custGeom>
          <a:noFill/>
          <a:ln w="5407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235" name="lumia-token-stream-curve">
            <a:extLst>
              <a:ext uri="{FF2B5EF4-FFF2-40B4-BE49-F238E27FC236}">
                <a16:creationId xmlns:a16="http://schemas.microsoft.com/office/drawing/2014/main" id="{FF941158-66F6-4189-9594-230065677E0F}"/>
              </a:ext>
            </a:extLst>
          </p:cNvPr>
          <p:cNvSpPr>
            <a:spLocks noGrp="1"/>
          </p:cNvSpPr>
          <p:nvPr/>
        </p:nvSpPr>
        <p:spPr>
          <a:xfrm>
            <a:off x="625199" y="6034778"/>
            <a:ext cx="217033" cy="9811"/>
          </a:xfrm>
          <a:custGeom>
            <a:avLst/>
            <a:gdLst/>
            <a:ahLst/>
            <a:cxnLst/>
            <a:rect l="0" t="0" r="0" b="0"/>
            <a:pathLst>
              <a:path w="217033" h="9811">
                <a:moveTo>
                  <a:pt x="0" y="0"/>
                </a:moveTo>
                <a:lnTo>
                  <a:pt x="217033" y="9811"/>
                </a:lnTo>
              </a:path>
            </a:pathLst>
          </a:custGeom>
          <a:noFill/>
          <a:ln w="5407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236" name="lumia-token-stream-curve">
            <a:extLst>
              <a:ext uri="{FF2B5EF4-FFF2-40B4-BE49-F238E27FC236}">
                <a16:creationId xmlns:a16="http://schemas.microsoft.com/office/drawing/2014/main" id="{A2BFE3D3-ECEE-4FCC-9BD1-BB4B76D05BBC}"/>
              </a:ext>
            </a:extLst>
          </p:cNvPr>
          <p:cNvSpPr>
            <a:spLocks noGrp="1"/>
          </p:cNvSpPr>
          <p:nvPr/>
        </p:nvSpPr>
        <p:spPr>
          <a:xfrm>
            <a:off x="842232" y="6044589"/>
            <a:ext cx="220600" cy="10376"/>
          </a:xfrm>
          <a:custGeom>
            <a:avLst/>
            <a:gdLst/>
            <a:ahLst/>
            <a:cxnLst/>
            <a:rect l="0" t="0" r="0" b="0"/>
            <a:pathLst>
              <a:path w="220600" h="10376">
                <a:moveTo>
                  <a:pt x="0" y="0"/>
                </a:moveTo>
                <a:lnTo>
                  <a:pt x="220600" y="10376"/>
                </a:lnTo>
              </a:path>
            </a:pathLst>
          </a:custGeom>
          <a:noFill/>
          <a:ln w="5407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237" name="lumia-token-stream-curve">
            <a:extLst>
              <a:ext uri="{FF2B5EF4-FFF2-40B4-BE49-F238E27FC236}">
                <a16:creationId xmlns:a16="http://schemas.microsoft.com/office/drawing/2014/main" id="{1A9A32BA-F35F-4CAA-B857-1DE859CA4D34}"/>
              </a:ext>
            </a:extLst>
          </p:cNvPr>
          <p:cNvSpPr>
            <a:spLocks noGrp="1"/>
          </p:cNvSpPr>
          <p:nvPr/>
        </p:nvSpPr>
        <p:spPr>
          <a:xfrm>
            <a:off x="1062832" y="6054966"/>
            <a:ext cx="224087" cy="9525"/>
          </a:xfrm>
          <a:custGeom>
            <a:avLst/>
            <a:gdLst/>
            <a:ahLst/>
            <a:cxnLst/>
            <a:rect l="0" t="0" r="0" b="0"/>
            <a:pathLst>
              <a:path w="224087" h="9525">
                <a:moveTo>
                  <a:pt x="0" y="0"/>
                </a:moveTo>
                <a:lnTo>
                  <a:pt x="224087" y="9000"/>
                </a:lnTo>
              </a:path>
            </a:pathLst>
          </a:custGeom>
          <a:noFill/>
          <a:ln w="5407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238" name="lumia-token-stream-curve">
            <a:extLst>
              <a:ext uri="{FF2B5EF4-FFF2-40B4-BE49-F238E27FC236}">
                <a16:creationId xmlns:a16="http://schemas.microsoft.com/office/drawing/2014/main" id="{4FCA88A2-29DD-46FD-83F3-DE5436F5DE2B}"/>
              </a:ext>
            </a:extLst>
          </p:cNvPr>
          <p:cNvSpPr>
            <a:spLocks noGrp="1"/>
          </p:cNvSpPr>
          <p:nvPr/>
        </p:nvSpPr>
        <p:spPr>
          <a:xfrm>
            <a:off x="1286919" y="6063966"/>
            <a:ext cx="227495" cy="9525"/>
          </a:xfrm>
          <a:custGeom>
            <a:avLst/>
            <a:gdLst/>
            <a:ahLst/>
            <a:cxnLst/>
            <a:rect l="0" t="0" r="0" b="0"/>
            <a:pathLst>
              <a:path w="227495" h="9525">
                <a:moveTo>
                  <a:pt x="0" y="0"/>
                </a:moveTo>
                <a:lnTo>
                  <a:pt x="227495" y="5528"/>
                </a:lnTo>
              </a:path>
            </a:pathLst>
          </a:custGeom>
          <a:noFill/>
          <a:ln w="5407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239" name="lumia-token-stream-curve">
            <a:extLst>
              <a:ext uri="{FF2B5EF4-FFF2-40B4-BE49-F238E27FC236}">
                <a16:creationId xmlns:a16="http://schemas.microsoft.com/office/drawing/2014/main" id="{332BF0A8-4A79-42F0-84F3-A291047F8AEE}"/>
              </a:ext>
            </a:extLst>
          </p:cNvPr>
          <p:cNvSpPr>
            <a:spLocks noGrp="1"/>
          </p:cNvSpPr>
          <p:nvPr/>
        </p:nvSpPr>
        <p:spPr>
          <a:xfrm>
            <a:off x="1514414" y="6069477"/>
            <a:ext cx="230822" cy="9525"/>
          </a:xfrm>
          <a:custGeom>
            <a:avLst/>
            <a:gdLst/>
            <a:ahLst/>
            <a:cxnLst/>
            <a:rect l="0" t="0" r="0" b="0"/>
            <a:pathLst>
              <a:path w="230822" h="9525">
                <a:moveTo>
                  <a:pt x="0" y="16"/>
                </a:moveTo>
                <a:lnTo>
                  <a:pt x="230822" y="0"/>
                </a:lnTo>
              </a:path>
            </a:pathLst>
          </a:custGeom>
          <a:noFill/>
          <a:ln w="5407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240" name="lumia-token-stream-curve">
            <a:extLst>
              <a:ext uri="{FF2B5EF4-FFF2-40B4-BE49-F238E27FC236}">
                <a16:creationId xmlns:a16="http://schemas.microsoft.com/office/drawing/2014/main" id="{C12FFF6F-42E0-4F6D-B26C-60DA7C4DF3CF}"/>
              </a:ext>
            </a:extLst>
          </p:cNvPr>
          <p:cNvSpPr>
            <a:spLocks noGrp="1"/>
          </p:cNvSpPr>
          <p:nvPr/>
        </p:nvSpPr>
        <p:spPr>
          <a:xfrm>
            <a:off x="1745236" y="6062071"/>
            <a:ext cx="234069" cy="9525"/>
          </a:xfrm>
          <a:custGeom>
            <a:avLst/>
            <a:gdLst/>
            <a:ahLst/>
            <a:cxnLst/>
            <a:rect l="0" t="0" r="0" b="0"/>
            <a:pathLst>
              <a:path w="234069" h="9525">
                <a:moveTo>
                  <a:pt x="0" y="7406"/>
                </a:moveTo>
                <a:lnTo>
                  <a:pt x="234069" y="0"/>
                </a:lnTo>
              </a:path>
            </a:pathLst>
          </a:custGeom>
          <a:noFill/>
          <a:ln w="5407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241" name="lumia-token-stream-curve">
            <a:extLst>
              <a:ext uri="{FF2B5EF4-FFF2-40B4-BE49-F238E27FC236}">
                <a16:creationId xmlns:a16="http://schemas.microsoft.com/office/drawing/2014/main" id="{921BE7CB-EBE8-493A-B55F-1631496E93FC}"/>
              </a:ext>
            </a:extLst>
          </p:cNvPr>
          <p:cNvSpPr>
            <a:spLocks noGrp="1"/>
          </p:cNvSpPr>
          <p:nvPr/>
        </p:nvSpPr>
        <p:spPr>
          <a:xfrm>
            <a:off x="1979305" y="6045857"/>
            <a:ext cx="237237" cy="16214"/>
          </a:xfrm>
          <a:custGeom>
            <a:avLst/>
            <a:gdLst/>
            <a:ahLst/>
            <a:cxnLst/>
            <a:rect l="0" t="0" r="0" b="0"/>
            <a:pathLst>
              <a:path w="237237" h="16214">
                <a:moveTo>
                  <a:pt x="0" y="16214"/>
                </a:moveTo>
                <a:lnTo>
                  <a:pt x="237237" y="0"/>
                </a:lnTo>
              </a:path>
            </a:pathLst>
          </a:custGeom>
          <a:noFill/>
          <a:ln w="5407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242" name="lumia-token-stream-curve">
            <a:extLst>
              <a:ext uri="{FF2B5EF4-FFF2-40B4-BE49-F238E27FC236}">
                <a16:creationId xmlns:a16="http://schemas.microsoft.com/office/drawing/2014/main" id="{30E7B11F-B21E-4691-A614-9E08C7C7D312}"/>
              </a:ext>
            </a:extLst>
          </p:cNvPr>
          <p:cNvSpPr>
            <a:spLocks noGrp="1"/>
          </p:cNvSpPr>
          <p:nvPr/>
        </p:nvSpPr>
        <p:spPr>
          <a:xfrm>
            <a:off x="2216542" y="6020028"/>
            <a:ext cx="240324" cy="25828"/>
          </a:xfrm>
          <a:custGeom>
            <a:avLst/>
            <a:gdLst/>
            <a:ahLst/>
            <a:cxnLst/>
            <a:rect l="0" t="0" r="0" b="0"/>
            <a:pathLst>
              <a:path w="240324" h="25828">
                <a:moveTo>
                  <a:pt x="0" y="25828"/>
                </a:moveTo>
                <a:lnTo>
                  <a:pt x="240324" y="0"/>
                </a:lnTo>
              </a:path>
            </a:pathLst>
          </a:custGeom>
          <a:noFill/>
          <a:ln w="5407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243" name="lumia-token-stream-curve">
            <a:extLst>
              <a:ext uri="{FF2B5EF4-FFF2-40B4-BE49-F238E27FC236}">
                <a16:creationId xmlns:a16="http://schemas.microsoft.com/office/drawing/2014/main" id="{F55B6890-B559-42AE-BF34-5955C9250015}"/>
              </a:ext>
            </a:extLst>
          </p:cNvPr>
          <p:cNvSpPr>
            <a:spLocks noGrp="1"/>
          </p:cNvSpPr>
          <p:nvPr/>
        </p:nvSpPr>
        <p:spPr>
          <a:xfrm>
            <a:off x="2456866" y="5984530"/>
            <a:ext cx="243332" cy="35498"/>
          </a:xfrm>
          <a:custGeom>
            <a:avLst/>
            <a:gdLst/>
            <a:ahLst/>
            <a:cxnLst/>
            <a:rect l="0" t="0" r="0" b="0"/>
            <a:pathLst>
              <a:path w="243332" h="35498">
                <a:moveTo>
                  <a:pt x="0" y="35498"/>
                </a:moveTo>
                <a:lnTo>
                  <a:pt x="243332" y="0"/>
                </a:lnTo>
              </a:path>
            </a:pathLst>
          </a:custGeom>
          <a:noFill/>
          <a:ln w="5407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244" name="lumia-token-stream-curve">
            <a:extLst>
              <a:ext uri="{FF2B5EF4-FFF2-40B4-BE49-F238E27FC236}">
                <a16:creationId xmlns:a16="http://schemas.microsoft.com/office/drawing/2014/main" id="{51F79A96-1BF0-4A25-B940-DCD719E1D6D6}"/>
              </a:ext>
            </a:extLst>
          </p:cNvPr>
          <p:cNvSpPr>
            <a:spLocks noGrp="1"/>
          </p:cNvSpPr>
          <p:nvPr/>
        </p:nvSpPr>
        <p:spPr>
          <a:xfrm>
            <a:off x="2700198" y="5940132"/>
            <a:ext cx="246259" cy="44398"/>
          </a:xfrm>
          <a:custGeom>
            <a:avLst/>
            <a:gdLst/>
            <a:ahLst/>
            <a:cxnLst/>
            <a:rect l="0" t="0" r="0" b="0"/>
            <a:pathLst>
              <a:path w="246259" h="44398">
                <a:moveTo>
                  <a:pt x="0" y="44398"/>
                </a:moveTo>
                <a:lnTo>
                  <a:pt x="246259" y="0"/>
                </a:lnTo>
              </a:path>
            </a:pathLst>
          </a:custGeom>
          <a:noFill/>
          <a:ln w="5407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245" name="lumia-token-stream-curve">
            <a:extLst>
              <a:ext uri="{FF2B5EF4-FFF2-40B4-BE49-F238E27FC236}">
                <a16:creationId xmlns:a16="http://schemas.microsoft.com/office/drawing/2014/main" id="{9888BCAA-C5F6-4B09-BBDD-25F724B21B17}"/>
              </a:ext>
            </a:extLst>
          </p:cNvPr>
          <p:cNvSpPr>
            <a:spLocks noGrp="1"/>
          </p:cNvSpPr>
          <p:nvPr/>
        </p:nvSpPr>
        <p:spPr>
          <a:xfrm>
            <a:off x="2946458" y="5888422"/>
            <a:ext cx="249107" cy="51710"/>
          </a:xfrm>
          <a:custGeom>
            <a:avLst/>
            <a:gdLst/>
            <a:ahLst/>
            <a:cxnLst/>
            <a:rect l="0" t="0" r="0" b="0"/>
            <a:pathLst>
              <a:path w="249107" h="51710">
                <a:moveTo>
                  <a:pt x="0" y="51710"/>
                </a:moveTo>
                <a:lnTo>
                  <a:pt x="249107" y="0"/>
                </a:lnTo>
              </a:path>
            </a:pathLst>
          </a:custGeom>
          <a:noFill/>
          <a:ln w="5407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246" name="lumia-token-stream-curve">
            <a:extLst>
              <a:ext uri="{FF2B5EF4-FFF2-40B4-BE49-F238E27FC236}">
                <a16:creationId xmlns:a16="http://schemas.microsoft.com/office/drawing/2014/main" id="{E8E67422-C822-4927-8E3A-69E907313434}"/>
              </a:ext>
            </a:extLst>
          </p:cNvPr>
          <p:cNvSpPr>
            <a:spLocks noGrp="1"/>
          </p:cNvSpPr>
          <p:nvPr/>
        </p:nvSpPr>
        <p:spPr>
          <a:xfrm>
            <a:off x="3195565" y="5831708"/>
            <a:ext cx="251875" cy="56713"/>
          </a:xfrm>
          <a:custGeom>
            <a:avLst/>
            <a:gdLst/>
            <a:ahLst/>
            <a:cxnLst/>
            <a:rect l="0" t="0" r="0" b="0"/>
            <a:pathLst>
              <a:path w="251875" h="56713">
                <a:moveTo>
                  <a:pt x="0" y="56713"/>
                </a:moveTo>
                <a:lnTo>
                  <a:pt x="251875" y="0"/>
                </a:lnTo>
              </a:path>
            </a:pathLst>
          </a:custGeom>
          <a:noFill/>
          <a:ln w="5407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247" name="lumia-token-stream-curve">
            <a:extLst>
              <a:ext uri="{FF2B5EF4-FFF2-40B4-BE49-F238E27FC236}">
                <a16:creationId xmlns:a16="http://schemas.microsoft.com/office/drawing/2014/main" id="{BA17E339-7AA5-409E-ADB4-353F379BA1C4}"/>
              </a:ext>
            </a:extLst>
          </p:cNvPr>
          <p:cNvSpPr>
            <a:spLocks noGrp="1"/>
          </p:cNvSpPr>
          <p:nvPr/>
        </p:nvSpPr>
        <p:spPr>
          <a:xfrm>
            <a:off x="3447439" y="5772831"/>
            <a:ext cx="254562" cy="58877"/>
          </a:xfrm>
          <a:custGeom>
            <a:avLst/>
            <a:gdLst/>
            <a:ahLst/>
            <a:cxnLst/>
            <a:rect l="0" t="0" r="0" b="0"/>
            <a:pathLst>
              <a:path w="254562" h="58877">
                <a:moveTo>
                  <a:pt x="0" y="58877"/>
                </a:moveTo>
                <a:lnTo>
                  <a:pt x="254562" y="0"/>
                </a:lnTo>
              </a:path>
            </a:pathLst>
          </a:custGeom>
          <a:noFill/>
          <a:ln w="5407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248" name="lumia-token-stream-curve">
            <a:extLst>
              <a:ext uri="{FF2B5EF4-FFF2-40B4-BE49-F238E27FC236}">
                <a16:creationId xmlns:a16="http://schemas.microsoft.com/office/drawing/2014/main" id="{F9F252E0-D37E-4884-8DC5-F884E9589A14}"/>
              </a:ext>
            </a:extLst>
          </p:cNvPr>
          <p:cNvSpPr>
            <a:spLocks noGrp="1"/>
          </p:cNvSpPr>
          <p:nvPr/>
        </p:nvSpPr>
        <p:spPr>
          <a:xfrm>
            <a:off x="3702001" y="5714894"/>
            <a:ext cx="257170" cy="57938"/>
          </a:xfrm>
          <a:custGeom>
            <a:avLst/>
            <a:gdLst/>
            <a:ahLst/>
            <a:cxnLst/>
            <a:rect l="0" t="0" r="0" b="0"/>
            <a:pathLst>
              <a:path w="257170" h="57938">
                <a:moveTo>
                  <a:pt x="0" y="57938"/>
                </a:moveTo>
                <a:lnTo>
                  <a:pt x="257170" y="0"/>
                </a:lnTo>
              </a:path>
            </a:pathLst>
          </a:custGeom>
          <a:noFill/>
          <a:ln w="5408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249" name="lumia-token-stream-curve">
            <a:extLst>
              <a:ext uri="{FF2B5EF4-FFF2-40B4-BE49-F238E27FC236}">
                <a16:creationId xmlns:a16="http://schemas.microsoft.com/office/drawing/2014/main" id="{8C6FC775-1E34-4A6F-B1BB-7D6692F7CABB}"/>
              </a:ext>
            </a:extLst>
          </p:cNvPr>
          <p:cNvSpPr>
            <a:spLocks noGrp="1"/>
          </p:cNvSpPr>
          <p:nvPr/>
        </p:nvSpPr>
        <p:spPr>
          <a:xfrm>
            <a:off x="3959171" y="5660940"/>
            <a:ext cx="259698" cy="53954"/>
          </a:xfrm>
          <a:custGeom>
            <a:avLst/>
            <a:gdLst/>
            <a:ahLst/>
            <a:cxnLst/>
            <a:rect l="0" t="0" r="0" b="0"/>
            <a:pathLst>
              <a:path w="259698" h="53954">
                <a:moveTo>
                  <a:pt x="0" y="53954"/>
                </a:moveTo>
                <a:lnTo>
                  <a:pt x="259698" y="0"/>
                </a:lnTo>
              </a:path>
            </a:pathLst>
          </a:custGeom>
          <a:noFill/>
          <a:ln w="5425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250" name="lumia-token-stream-curve">
            <a:extLst>
              <a:ext uri="{FF2B5EF4-FFF2-40B4-BE49-F238E27FC236}">
                <a16:creationId xmlns:a16="http://schemas.microsoft.com/office/drawing/2014/main" id="{36A63276-242B-4F58-AD9E-FB7E81070BC1}"/>
              </a:ext>
            </a:extLst>
          </p:cNvPr>
          <p:cNvSpPr>
            <a:spLocks noGrp="1"/>
          </p:cNvSpPr>
          <p:nvPr/>
        </p:nvSpPr>
        <p:spPr>
          <a:xfrm>
            <a:off x="4218869" y="5613609"/>
            <a:ext cx="262145" cy="47331"/>
          </a:xfrm>
          <a:custGeom>
            <a:avLst/>
            <a:gdLst/>
            <a:ahLst/>
            <a:cxnLst/>
            <a:rect l="0" t="0" r="0" b="0"/>
            <a:pathLst>
              <a:path w="262145" h="47331">
                <a:moveTo>
                  <a:pt x="0" y="47331"/>
                </a:moveTo>
                <a:lnTo>
                  <a:pt x="262145" y="0"/>
                </a:lnTo>
              </a:path>
            </a:pathLst>
          </a:custGeom>
          <a:noFill/>
          <a:ln w="5462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251" name="lumia-token-stream-curve">
            <a:extLst>
              <a:ext uri="{FF2B5EF4-FFF2-40B4-BE49-F238E27FC236}">
                <a16:creationId xmlns:a16="http://schemas.microsoft.com/office/drawing/2014/main" id="{A1B50D2A-410D-42BF-8105-A024949082FF}"/>
              </a:ext>
            </a:extLst>
          </p:cNvPr>
          <p:cNvSpPr>
            <a:spLocks noGrp="1"/>
          </p:cNvSpPr>
          <p:nvPr/>
        </p:nvSpPr>
        <p:spPr>
          <a:xfrm>
            <a:off x="4481015" y="5574811"/>
            <a:ext cx="264513" cy="38798"/>
          </a:xfrm>
          <a:custGeom>
            <a:avLst/>
            <a:gdLst/>
            <a:ahLst/>
            <a:cxnLst/>
            <a:rect l="0" t="0" r="0" b="0"/>
            <a:pathLst>
              <a:path w="264513" h="38798">
                <a:moveTo>
                  <a:pt x="0" y="38798"/>
                </a:moveTo>
                <a:lnTo>
                  <a:pt x="264513" y="0"/>
                </a:lnTo>
              </a:path>
            </a:pathLst>
          </a:custGeom>
          <a:noFill/>
          <a:ln w="5519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252" name="lumia-token-stream-curve">
            <a:extLst>
              <a:ext uri="{FF2B5EF4-FFF2-40B4-BE49-F238E27FC236}">
                <a16:creationId xmlns:a16="http://schemas.microsoft.com/office/drawing/2014/main" id="{3AAB402C-E18C-43AF-BD2B-735082C7E8B2}"/>
              </a:ext>
            </a:extLst>
          </p:cNvPr>
          <p:cNvSpPr>
            <a:spLocks noGrp="1"/>
          </p:cNvSpPr>
          <p:nvPr/>
        </p:nvSpPr>
        <p:spPr>
          <a:xfrm>
            <a:off x="4745528" y="5545458"/>
            <a:ext cx="266801" cy="29353"/>
          </a:xfrm>
          <a:custGeom>
            <a:avLst/>
            <a:gdLst/>
            <a:ahLst/>
            <a:cxnLst/>
            <a:rect l="0" t="0" r="0" b="0"/>
            <a:pathLst>
              <a:path w="266801" h="29353">
                <a:moveTo>
                  <a:pt x="0" y="29353"/>
                </a:moveTo>
                <a:lnTo>
                  <a:pt x="266801" y="0"/>
                </a:lnTo>
              </a:path>
            </a:pathLst>
          </a:custGeom>
          <a:noFill/>
          <a:ln w="5593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253" name="lumia-token-stream-curve">
            <a:extLst>
              <a:ext uri="{FF2B5EF4-FFF2-40B4-BE49-F238E27FC236}">
                <a16:creationId xmlns:a16="http://schemas.microsoft.com/office/drawing/2014/main" id="{48CD2B5B-B8F0-4E3F-A22B-80B56D213A27}"/>
              </a:ext>
            </a:extLst>
          </p:cNvPr>
          <p:cNvSpPr>
            <a:spLocks noGrp="1"/>
          </p:cNvSpPr>
          <p:nvPr/>
        </p:nvSpPr>
        <p:spPr>
          <a:xfrm>
            <a:off x="5012329" y="5525302"/>
            <a:ext cx="269009" cy="20157"/>
          </a:xfrm>
          <a:custGeom>
            <a:avLst/>
            <a:gdLst/>
            <a:ahLst/>
            <a:cxnLst/>
            <a:rect l="0" t="0" r="0" b="0"/>
            <a:pathLst>
              <a:path w="269009" h="20157">
                <a:moveTo>
                  <a:pt x="0" y="20157"/>
                </a:moveTo>
                <a:lnTo>
                  <a:pt x="269009" y="0"/>
                </a:lnTo>
              </a:path>
            </a:pathLst>
          </a:custGeom>
          <a:noFill/>
          <a:ln w="5683">
            <a:solidFill>
              <a:srgbClr val="D74242">
                <a:alpha val="3000"/>
              </a:srgbClr>
            </a:solidFill>
            <a:prstDash val="solid"/>
          </a:ln>
        </p:spPr>
      </p:sp>
      <p:sp>
        <p:nvSpPr>
          <p:cNvPr id="254" name="lumia-token-stream-curve">
            <a:extLst>
              <a:ext uri="{FF2B5EF4-FFF2-40B4-BE49-F238E27FC236}">
                <a16:creationId xmlns:a16="http://schemas.microsoft.com/office/drawing/2014/main" id="{4174FDD6-CCBF-4ED3-8C1A-84BD06AB2CE1}"/>
              </a:ext>
            </a:extLst>
          </p:cNvPr>
          <p:cNvSpPr>
            <a:spLocks noGrp="1"/>
          </p:cNvSpPr>
          <p:nvPr/>
        </p:nvSpPr>
        <p:spPr>
          <a:xfrm>
            <a:off x="5281338" y="5512895"/>
            <a:ext cx="271137" cy="12406"/>
          </a:xfrm>
          <a:custGeom>
            <a:avLst/>
            <a:gdLst/>
            <a:ahLst/>
            <a:cxnLst/>
            <a:rect l="0" t="0" r="0" b="0"/>
            <a:pathLst>
              <a:path w="271137" h="12406">
                <a:moveTo>
                  <a:pt x="0" y="12406"/>
                </a:moveTo>
                <a:lnTo>
                  <a:pt x="271137" y="0"/>
                </a:lnTo>
              </a:path>
            </a:pathLst>
          </a:custGeom>
          <a:noFill/>
          <a:ln w="5788">
            <a:solidFill>
              <a:srgbClr val="E44339">
                <a:alpha val="3000"/>
              </a:srgbClr>
            </a:solidFill>
            <a:prstDash val="solid"/>
          </a:ln>
        </p:spPr>
      </p:sp>
      <p:sp>
        <p:nvSpPr>
          <p:cNvPr id="255" name="lumia-token-stream-curve">
            <a:extLst>
              <a:ext uri="{FF2B5EF4-FFF2-40B4-BE49-F238E27FC236}">
                <a16:creationId xmlns:a16="http://schemas.microsoft.com/office/drawing/2014/main" id="{F3879DE0-345B-4DFA-8796-41DBF06EC5E4}"/>
              </a:ext>
            </a:extLst>
          </p:cNvPr>
          <p:cNvSpPr>
            <a:spLocks noGrp="1"/>
          </p:cNvSpPr>
          <p:nvPr/>
        </p:nvSpPr>
        <p:spPr>
          <a:xfrm>
            <a:off x="5552474" y="5505708"/>
            <a:ext cx="273185" cy="9525"/>
          </a:xfrm>
          <a:custGeom>
            <a:avLst/>
            <a:gdLst/>
            <a:ahLst/>
            <a:cxnLst/>
            <a:rect l="0" t="0" r="0" b="0"/>
            <a:pathLst>
              <a:path w="273185" h="9525">
                <a:moveTo>
                  <a:pt x="0" y="7188"/>
                </a:moveTo>
                <a:lnTo>
                  <a:pt x="273185" y="0"/>
                </a:lnTo>
              </a:path>
            </a:pathLst>
          </a:custGeom>
          <a:noFill/>
          <a:ln w="5906">
            <a:solidFill>
              <a:srgbClr val="EB4833">
                <a:alpha val="3000"/>
              </a:srgbClr>
            </a:solidFill>
            <a:prstDash val="solid"/>
          </a:ln>
        </p:spPr>
      </p:sp>
      <p:sp>
        <p:nvSpPr>
          <p:cNvPr id="256" name="lumia-token-stream-curve">
            <a:extLst>
              <a:ext uri="{FF2B5EF4-FFF2-40B4-BE49-F238E27FC236}">
                <a16:creationId xmlns:a16="http://schemas.microsoft.com/office/drawing/2014/main" id="{06D7C880-8C32-4785-9676-EE5FA488B9C0}"/>
              </a:ext>
            </a:extLst>
          </p:cNvPr>
          <p:cNvSpPr>
            <a:spLocks noGrp="1"/>
          </p:cNvSpPr>
          <p:nvPr/>
        </p:nvSpPr>
        <p:spPr>
          <a:xfrm>
            <a:off x="5825659" y="5500378"/>
            <a:ext cx="275153" cy="9525"/>
          </a:xfrm>
          <a:custGeom>
            <a:avLst/>
            <a:gdLst/>
            <a:ahLst/>
            <a:cxnLst/>
            <a:rect l="0" t="0" r="0" b="0"/>
            <a:pathLst>
              <a:path w="275153" h="9525">
                <a:moveTo>
                  <a:pt x="0" y="5330"/>
                </a:moveTo>
                <a:lnTo>
                  <a:pt x="275153" y="0"/>
                </a:lnTo>
              </a:path>
            </a:pathLst>
          </a:custGeom>
          <a:noFill/>
          <a:ln w="6036">
            <a:solidFill>
              <a:srgbClr val="EC532F">
                <a:alpha val="3000"/>
              </a:srgbClr>
            </a:solidFill>
            <a:prstDash val="solid"/>
          </a:ln>
        </p:spPr>
      </p:sp>
      <p:sp>
        <p:nvSpPr>
          <p:cNvPr id="257" name="lumia-token-stream-curve">
            <a:extLst>
              <a:ext uri="{FF2B5EF4-FFF2-40B4-BE49-F238E27FC236}">
                <a16:creationId xmlns:a16="http://schemas.microsoft.com/office/drawing/2014/main" id="{C0200B61-3E5A-4EEB-B65D-709C567D5794}"/>
              </a:ext>
            </a:extLst>
          </p:cNvPr>
          <p:cNvSpPr>
            <a:spLocks noGrp="1"/>
          </p:cNvSpPr>
          <p:nvPr/>
        </p:nvSpPr>
        <p:spPr>
          <a:xfrm>
            <a:off x="6100812" y="5493094"/>
            <a:ext cx="277041" cy="9525"/>
          </a:xfrm>
          <a:custGeom>
            <a:avLst/>
            <a:gdLst/>
            <a:ahLst/>
            <a:cxnLst/>
            <a:rect l="0" t="0" r="0" b="0"/>
            <a:pathLst>
              <a:path w="277041" h="9525">
                <a:moveTo>
                  <a:pt x="0" y="7284"/>
                </a:moveTo>
                <a:lnTo>
                  <a:pt x="277041" y="0"/>
                </a:lnTo>
              </a:path>
            </a:pathLst>
          </a:custGeom>
          <a:noFill/>
          <a:ln w="6175">
            <a:solidFill>
              <a:srgbClr val="EE5E2A">
                <a:alpha val="3000"/>
              </a:srgbClr>
            </a:solidFill>
            <a:prstDash val="solid"/>
          </a:ln>
        </p:spPr>
      </p:sp>
      <p:sp>
        <p:nvSpPr>
          <p:cNvPr id="258" name="lumia-token-stream-curve">
            <a:extLst>
              <a:ext uri="{FF2B5EF4-FFF2-40B4-BE49-F238E27FC236}">
                <a16:creationId xmlns:a16="http://schemas.microsoft.com/office/drawing/2014/main" id="{F792EED4-EC87-40B9-84A6-B5D370CB1872}"/>
              </a:ext>
            </a:extLst>
          </p:cNvPr>
          <p:cNvSpPr>
            <a:spLocks noGrp="1"/>
          </p:cNvSpPr>
          <p:nvPr/>
        </p:nvSpPr>
        <p:spPr>
          <a:xfrm>
            <a:off x="6377853" y="5480053"/>
            <a:ext cx="278849" cy="13041"/>
          </a:xfrm>
          <a:custGeom>
            <a:avLst/>
            <a:gdLst/>
            <a:ahLst/>
            <a:cxnLst/>
            <a:rect l="0" t="0" r="0" b="0"/>
            <a:pathLst>
              <a:path w="278849" h="13041">
                <a:moveTo>
                  <a:pt x="0" y="13041"/>
                </a:moveTo>
                <a:lnTo>
                  <a:pt x="278849" y="0"/>
                </a:lnTo>
              </a:path>
            </a:pathLst>
          </a:custGeom>
          <a:noFill/>
          <a:ln w="6323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259" name="lumia-token-stream-curve">
            <a:extLst>
              <a:ext uri="{FF2B5EF4-FFF2-40B4-BE49-F238E27FC236}">
                <a16:creationId xmlns:a16="http://schemas.microsoft.com/office/drawing/2014/main" id="{62C42204-34E7-4D5C-BFEE-4690C06B98E9}"/>
              </a:ext>
            </a:extLst>
          </p:cNvPr>
          <p:cNvSpPr>
            <a:spLocks noGrp="1"/>
          </p:cNvSpPr>
          <p:nvPr/>
        </p:nvSpPr>
        <p:spPr>
          <a:xfrm>
            <a:off x="6656701" y="5457948"/>
            <a:ext cx="280577" cy="22105"/>
          </a:xfrm>
          <a:custGeom>
            <a:avLst/>
            <a:gdLst/>
            <a:ahLst/>
            <a:cxnLst/>
            <a:rect l="0" t="0" r="0" b="0"/>
            <a:pathLst>
              <a:path w="280577" h="22105">
                <a:moveTo>
                  <a:pt x="0" y="22105"/>
                </a:moveTo>
                <a:lnTo>
                  <a:pt x="280577" y="0"/>
                </a:lnTo>
              </a:path>
            </a:pathLst>
          </a:custGeom>
          <a:noFill/>
          <a:ln w="6478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260" name="lumia-token-stream-curve">
            <a:extLst>
              <a:ext uri="{FF2B5EF4-FFF2-40B4-BE49-F238E27FC236}">
                <a16:creationId xmlns:a16="http://schemas.microsoft.com/office/drawing/2014/main" id="{55AC1A45-06F3-4676-9952-DA02AB39906C}"/>
              </a:ext>
            </a:extLst>
          </p:cNvPr>
          <p:cNvSpPr>
            <a:spLocks noGrp="1"/>
          </p:cNvSpPr>
          <p:nvPr/>
        </p:nvSpPr>
        <p:spPr>
          <a:xfrm>
            <a:off x="6937278" y="5424419"/>
            <a:ext cx="282225" cy="33530"/>
          </a:xfrm>
          <a:custGeom>
            <a:avLst/>
            <a:gdLst/>
            <a:ahLst/>
            <a:cxnLst/>
            <a:rect l="0" t="0" r="0" b="0"/>
            <a:pathLst>
              <a:path w="282225" h="33530">
                <a:moveTo>
                  <a:pt x="0" y="33530"/>
                </a:moveTo>
                <a:lnTo>
                  <a:pt x="282225" y="0"/>
                </a:lnTo>
              </a:path>
            </a:pathLst>
          </a:custGeom>
          <a:noFill/>
          <a:ln w="6638">
            <a:solidFill>
              <a:srgbClr val="F27E1E">
                <a:alpha val="4000"/>
              </a:srgbClr>
            </a:solidFill>
            <a:prstDash val="solid"/>
          </a:ln>
        </p:spPr>
      </p:sp>
      <p:sp>
        <p:nvSpPr>
          <p:cNvPr id="261" name="lumia-token-stream-curve">
            <a:extLst>
              <a:ext uri="{FF2B5EF4-FFF2-40B4-BE49-F238E27FC236}">
                <a16:creationId xmlns:a16="http://schemas.microsoft.com/office/drawing/2014/main" id="{408BC1AB-0815-40D7-AC3B-A214D7F60D4B}"/>
              </a:ext>
            </a:extLst>
          </p:cNvPr>
          <p:cNvSpPr>
            <a:spLocks noGrp="1"/>
          </p:cNvSpPr>
          <p:nvPr/>
        </p:nvSpPr>
        <p:spPr>
          <a:xfrm>
            <a:off x="7219503" y="5378397"/>
            <a:ext cx="283793" cy="46021"/>
          </a:xfrm>
          <a:custGeom>
            <a:avLst/>
            <a:gdLst/>
            <a:ahLst/>
            <a:cxnLst/>
            <a:rect l="0" t="0" r="0" b="0"/>
            <a:pathLst>
              <a:path w="283793" h="46021">
                <a:moveTo>
                  <a:pt x="0" y="46021"/>
                </a:moveTo>
                <a:lnTo>
                  <a:pt x="283793" y="0"/>
                </a:lnTo>
              </a:path>
            </a:pathLst>
          </a:custGeom>
          <a:noFill/>
          <a:ln w="6801">
            <a:solidFill>
              <a:srgbClr val="F48919">
                <a:alpha val="4000"/>
              </a:srgbClr>
            </a:solidFill>
            <a:prstDash val="solid"/>
          </a:ln>
        </p:spPr>
      </p:sp>
      <p:sp>
        <p:nvSpPr>
          <p:cNvPr id="262" name="lumia-token-stream-curve">
            <a:extLst>
              <a:ext uri="{FF2B5EF4-FFF2-40B4-BE49-F238E27FC236}">
                <a16:creationId xmlns:a16="http://schemas.microsoft.com/office/drawing/2014/main" id="{AE549455-0B44-4C3B-8461-9D114CA3674B}"/>
              </a:ext>
            </a:extLst>
          </p:cNvPr>
          <p:cNvSpPr>
            <a:spLocks noGrp="1"/>
          </p:cNvSpPr>
          <p:nvPr/>
        </p:nvSpPr>
        <p:spPr>
          <a:xfrm>
            <a:off x="7503296" y="5320306"/>
            <a:ext cx="285281" cy="58091"/>
          </a:xfrm>
          <a:custGeom>
            <a:avLst/>
            <a:gdLst/>
            <a:ahLst/>
            <a:cxnLst/>
            <a:rect l="0" t="0" r="0" b="0"/>
            <a:pathLst>
              <a:path w="285281" h="58091">
                <a:moveTo>
                  <a:pt x="0" y="58091"/>
                </a:moveTo>
                <a:lnTo>
                  <a:pt x="285281" y="0"/>
                </a:lnTo>
              </a:path>
            </a:pathLst>
          </a:custGeom>
          <a:noFill/>
          <a:ln w="6967">
            <a:solidFill>
              <a:srgbClr val="F59415">
                <a:alpha val="4000"/>
              </a:srgbClr>
            </a:solidFill>
            <a:prstDash val="solid"/>
          </a:ln>
        </p:spPr>
      </p:sp>
      <p:sp>
        <p:nvSpPr>
          <p:cNvPr id="263" name="lumia-token-stream-curve">
            <a:extLst>
              <a:ext uri="{FF2B5EF4-FFF2-40B4-BE49-F238E27FC236}">
                <a16:creationId xmlns:a16="http://schemas.microsoft.com/office/drawing/2014/main" id="{A3292E97-BC81-47B2-9C00-C2038034BCC4}"/>
              </a:ext>
            </a:extLst>
          </p:cNvPr>
          <p:cNvSpPr>
            <a:spLocks noGrp="1"/>
          </p:cNvSpPr>
          <p:nvPr/>
        </p:nvSpPr>
        <p:spPr>
          <a:xfrm>
            <a:off x="7788577" y="5252058"/>
            <a:ext cx="286689" cy="68248"/>
          </a:xfrm>
          <a:custGeom>
            <a:avLst/>
            <a:gdLst/>
            <a:ahLst/>
            <a:cxnLst/>
            <a:rect l="0" t="0" r="0" b="0"/>
            <a:pathLst>
              <a:path w="286689" h="68248">
                <a:moveTo>
                  <a:pt x="0" y="68248"/>
                </a:moveTo>
                <a:lnTo>
                  <a:pt x="286689" y="0"/>
                </a:lnTo>
              </a:path>
            </a:pathLst>
          </a:custGeom>
          <a:noFill/>
          <a:ln w="7133">
            <a:solidFill>
              <a:srgbClr val="F79E11">
                <a:alpha val="4000"/>
              </a:srgbClr>
            </a:solidFill>
            <a:prstDash val="solid"/>
          </a:ln>
        </p:spPr>
      </p:sp>
      <p:sp>
        <p:nvSpPr>
          <p:cNvPr id="264" name="lumia-token-stream-curve">
            <a:extLst>
              <a:ext uri="{FF2B5EF4-FFF2-40B4-BE49-F238E27FC236}">
                <a16:creationId xmlns:a16="http://schemas.microsoft.com/office/drawing/2014/main" id="{2D7544AD-BCAA-4FA5-89F1-2E7418A2E11E}"/>
              </a:ext>
            </a:extLst>
          </p:cNvPr>
          <p:cNvSpPr>
            <a:spLocks noGrp="1"/>
          </p:cNvSpPr>
          <p:nvPr/>
        </p:nvSpPr>
        <p:spPr>
          <a:xfrm>
            <a:off x="8075267" y="5176860"/>
            <a:ext cx="288018" cy="75198"/>
          </a:xfrm>
          <a:custGeom>
            <a:avLst/>
            <a:gdLst/>
            <a:ahLst/>
            <a:cxnLst/>
            <a:rect l="0" t="0" r="0" b="0"/>
            <a:pathLst>
              <a:path w="288018" h="75198">
                <a:moveTo>
                  <a:pt x="0" y="75198"/>
                </a:moveTo>
                <a:lnTo>
                  <a:pt x="288018" y="0"/>
                </a:lnTo>
              </a:path>
            </a:pathLst>
          </a:custGeom>
          <a:noFill/>
          <a:ln w="7299">
            <a:solidFill>
              <a:srgbClr val="F8A90C">
                <a:alpha val="4000"/>
              </a:srgbClr>
            </a:solidFill>
            <a:prstDash val="solid"/>
          </a:ln>
        </p:spPr>
      </p:sp>
      <p:sp>
        <p:nvSpPr>
          <p:cNvPr id="265" name="lumia-token-stream-curve">
            <a:extLst>
              <a:ext uri="{FF2B5EF4-FFF2-40B4-BE49-F238E27FC236}">
                <a16:creationId xmlns:a16="http://schemas.microsoft.com/office/drawing/2014/main" id="{852101E3-456A-4483-8DB9-6B7656491C45}"/>
              </a:ext>
            </a:extLst>
          </p:cNvPr>
          <p:cNvSpPr>
            <a:spLocks noGrp="1"/>
          </p:cNvSpPr>
          <p:nvPr/>
        </p:nvSpPr>
        <p:spPr>
          <a:xfrm>
            <a:off x="8363284" y="5098829"/>
            <a:ext cx="289266" cy="78031"/>
          </a:xfrm>
          <a:custGeom>
            <a:avLst/>
            <a:gdLst/>
            <a:ahLst/>
            <a:cxnLst/>
            <a:rect l="0" t="0" r="0" b="0"/>
            <a:pathLst>
              <a:path w="289266" h="78031">
                <a:moveTo>
                  <a:pt x="0" y="78031"/>
                </a:moveTo>
                <a:lnTo>
                  <a:pt x="289266" y="0"/>
                </a:lnTo>
              </a:path>
            </a:pathLst>
          </a:custGeom>
          <a:noFill/>
          <a:ln w="7462">
            <a:solidFill>
              <a:srgbClr val="FAB408">
                <a:alpha val="4000"/>
              </a:srgbClr>
            </a:solidFill>
            <a:prstDash val="solid"/>
          </a:ln>
        </p:spPr>
      </p:sp>
      <p:sp>
        <p:nvSpPr>
          <p:cNvPr id="266" name="lumia-token-stream-curve">
            <a:extLst>
              <a:ext uri="{FF2B5EF4-FFF2-40B4-BE49-F238E27FC236}">
                <a16:creationId xmlns:a16="http://schemas.microsoft.com/office/drawing/2014/main" id="{14DD5268-8127-428A-B2CA-51B6C4D2AB5C}"/>
              </a:ext>
            </a:extLst>
          </p:cNvPr>
          <p:cNvSpPr>
            <a:spLocks noGrp="1"/>
          </p:cNvSpPr>
          <p:nvPr/>
        </p:nvSpPr>
        <p:spPr>
          <a:xfrm>
            <a:off x="8652550" y="5022465"/>
            <a:ext cx="290434" cy="76364"/>
          </a:xfrm>
          <a:custGeom>
            <a:avLst/>
            <a:gdLst/>
            <a:ahLst/>
            <a:cxnLst/>
            <a:rect l="0" t="0" r="0" b="0"/>
            <a:pathLst>
              <a:path w="290434" h="76364">
                <a:moveTo>
                  <a:pt x="0" y="76364"/>
                </a:moveTo>
                <a:lnTo>
                  <a:pt x="290434" y="0"/>
                </a:lnTo>
              </a:path>
            </a:pathLst>
          </a:custGeom>
          <a:noFill/>
          <a:ln w="7620">
            <a:solidFill>
              <a:srgbClr val="F7BC07">
                <a:alpha val="4000"/>
              </a:srgbClr>
            </a:solidFill>
            <a:prstDash val="solid"/>
          </a:ln>
        </p:spPr>
      </p:sp>
      <p:sp>
        <p:nvSpPr>
          <p:cNvPr id="267" name="lumia-token-stream-curve">
            <a:extLst>
              <a:ext uri="{FF2B5EF4-FFF2-40B4-BE49-F238E27FC236}">
                <a16:creationId xmlns:a16="http://schemas.microsoft.com/office/drawing/2014/main" id="{F0B0F1E1-3C28-4EB8-A6F3-5160DA40001B}"/>
              </a:ext>
            </a:extLst>
          </p:cNvPr>
          <p:cNvSpPr>
            <a:spLocks noGrp="1"/>
          </p:cNvSpPr>
          <p:nvPr/>
        </p:nvSpPr>
        <p:spPr>
          <a:xfrm>
            <a:off x="8942984" y="4952057"/>
            <a:ext cx="291523" cy="70408"/>
          </a:xfrm>
          <a:custGeom>
            <a:avLst/>
            <a:gdLst/>
            <a:ahLst/>
            <a:cxnLst/>
            <a:rect l="0" t="0" r="0" b="0"/>
            <a:pathLst>
              <a:path w="291523" h="70408">
                <a:moveTo>
                  <a:pt x="0" y="70408"/>
                </a:moveTo>
                <a:lnTo>
                  <a:pt x="291523" y="0"/>
                </a:lnTo>
              </a:path>
            </a:pathLst>
          </a:custGeom>
          <a:noFill/>
          <a:ln w="7773">
            <a:solidFill>
              <a:srgbClr val="E5BA0E">
                <a:alpha val="4000"/>
              </a:srgbClr>
            </a:solidFill>
            <a:prstDash val="solid"/>
          </a:ln>
        </p:spPr>
      </p:sp>
      <p:sp>
        <p:nvSpPr>
          <p:cNvPr id="268" name="lumia-token-stream-curve">
            <a:extLst>
              <a:ext uri="{FF2B5EF4-FFF2-40B4-BE49-F238E27FC236}">
                <a16:creationId xmlns:a16="http://schemas.microsoft.com/office/drawing/2014/main" id="{C9242807-BF7D-4BB1-9EFE-42B8A66BAC58}"/>
              </a:ext>
            </a:extLst>
          </p:cNvPr>
          <p:cNvSpPr>
            <a:spLocks noGrp="1"/>
          </p:cNvSpPr>
          <p:nvPr/>
        </p:nvSpPr>
        <p:spPr>
          <a:xfrm>
            <a:off x="9234507" y="4891091"/>
            <a:ext cx="292531" cy="60966"/>
          </a:xfrm>
          <a:custGeom>
            <a:avLst/>
            <a:gdLst/>
            <a:ahLst/>
            <a:cxnLst/>
            <a:rect l="0" t="0" r="0" b="0"/>
            <a:pathLst>
              <a:path w="292531" h="60966">
                <a:moveTo>
                  <a:pt x="0" y="60966"/>
                </a:moveTo>
                <a:lnTo>
                  <a:pt x="292531" y="0"/>
                </a:lnTo>
              </a:path>
            </a:pathLst>
          </a:custGeom>
          <a:noFill/>
          <a:ln w="7919">
            <a:solidFill>
              <a:srgbClr val="D3B815">
                <a:alpha val="4000"/>
              </a:srgbClr>
            </a:solidFill>
            <a:prstDash val="solid"/>
          </a:ln>
        </p:spPr>
      </p:sp>
      <p:sp>
        <p:nvSpPr>
          <p:cNvPr id="269" name="lumia-token-stream-curve">
            <a:extLst>
              <a:ext uri="{FF2B5EF4-FFF2-40B4-BE49-F238E27FC236}">
                <a16:creationId xmlns:a16="http://schemas.microsoft.com/office/drawing/2014/main" id="{3E4A784F-43BF-4AF0-ABE1-A550FD4B5028}"/>
              </a:ext>
            </a:extLst>
          </p:cNvPr>
          <p:cNvSpPr>
            <a:spLocks noGrp="1"/>
          </p:cNvSpPr>
          <p:nvPr/>
        </p:nvSpPr>
        <p:spPr>
          <a:xfrm>
            <a:off x="9527038" y="4841757"/>
            <a:ext cx="293459" cy="49334"/>
          </a:xfrm>
          <a:custGeom>
            <a:avLst/>
            <a:gdLst/>
            <a:ahLst/>
            <a:cxnLst/>
            <a:rect l="0" t="0" r="0" b="0"/>
            <a:pathLst>
              <a:path w="293459" h="49334">
                <a:moveTo>
                  <a:pt x="0" y="49334"/>
                </a:moveTo>
                <a:lnTo>
                  <a:pt x="293459" y="0"/>
                </a:lnTo>
              </a:path>
            </a:pathLst>
          </a:custGeom>
          <a:noFill/>
          <a:ln w="8056">
            <a:solidFill>
              <a:srgbClr val="C2B61C">
                <a:alpha val="4000"/>
              </a:srgbClr>
            </a:solidFill>
            <a:prstDash val="solid"/>
          </a:ln>
        </p:spPr>
      </p:sp>
      <p:sp>
        <p:nvSpPr>
          <p:cNvPr id="270" name="lumia-token-stream-curve">
            <a:extLst>
              <a:ext uri="{FF2B5EF4-FFF2-40B4-BE49-F238E27FC236}">
                <a16:creationId xmlns:a16="http://schemas.microsoft.com/office/drawing/2014/main" id="{C96683B5-EF85-410B-96F6-145AFA14387A}"/>
              </a:ext>
            </a:extLst>
          </p:cNvPr>
          <p:cNvSpPr>
            <a:spLocks noGrp="1"/>
          </p:cNvSpPr>
          <p:nvPr/>
        </p:nvSpPr>
        <p:spPr>
          <a:xfrm>
            <a:off x="9820497" y="4804618"/>
            <a:ext cx="294308" cy="37139"/>
          </a:xfrm>
          <a:custGeom>
            <a:avLst/>
            <a:gdLst/>
            <a:ahLst/>
            <a:cxnLst/>
            <a:rect l="0" t="0" r="0" b="0"/>
            <a:pathLst>
              <a:path w="294308" h="37139">
                <a:moveTo>
                  <a:pt x="0" y="37139"/>
                </a:moveTo>
                <a:lnTo>
                  <a:pt x="294308" y="0"/>
                </a:lnTo>
              </a:path>
            </a:pathLst>
          </a:custGeom>
          <a:noFill/>
          <a:ln w="8183">
            <a:solidFill>
              <a:srgbClr val="B0B422">
                <a:alpha val="5000"/>
              </a:srgbClr>
            </a:solidFill>
            <a:prstDash val="solid"/>
          </a:ln>
        </p:spPr>
      </p:sp>
      <p:sp>
        <p:nvSpPr>
          <p:cNvPr id="271" name="lumia-token-stream-curve">
            <a:extLst>
              <a:ext uri="{FF2B5EF4-FFF2-40B4-BE49-F238E27FC236}">
                <a16:creationId xmlns:a16="http://schemas.microsoft.com/office/drawing/2014/main" id="{2FF05924-B8DE-4315-AA92-FCD6F86D5DB6}"/>
              </a:ext>
            </a:extLst>
          </p:cNvPr>
          <p:cNvSpPr>
            <a:spLocks noGrp="1"/>
          </p:cNvSpPr>
          <p:nvPr/>
        </p:nvSpPr>
        <p:spPr>
          <a:xfrm>
            <a:off x="10114805" y="4778503"/>
            <a:ext cx="295076" cy="26116"/>
          </a:xfrm>
          <a:custGeom>
            <a:avLst/>
            <a:gdLst/>
            <a:ahLst/>
            <a:cxnLst/>
            <a:rect l="0" t="0" r="0" b="0"/>
            <a:pathLst>
              <a:path w="295076" h="26116">
                <a:moveTo>
                  <a:pt x="0" y="26116"/>
                </a:moveTo>
                <a:lnTo>
                  <a:pt x="295076" y="0"/>
                </a:lnTo>
              </a:path>
            </a:pathLst>
          </a:custGeom>
          <a:noFill/>
          <a:ln w="8298">
            <a:solidFill>
              <a:srgbClr val="9EB329">
                <a:alpha val="5000"/>
              </a:srgbClr>
            </a:solidFill>
            <a:prstDash val="solid"/>
          </a:ln>
        </p:spPr>
      </p:sp>
      <p:sp>
        <p:nvSpPr>
          <p:cNvPr id="272" name="lumia-token-stream-curve">
            <a:extLst>
              <a:ext uri="{FF2B5EF4-FFF2-40B4-BE49-F238E27FC236}">
                <a16:creationId xmlns:a16="http://schemas.microsoft.com/office/drawing/2014/main" id="{2D49FA0F-9F6D-41C7-9D62-A42F16533BA0}"/>
              </a:ext>
            </a:extLst>
          </p:cNvPr>
          <p:cNvSpPr>
            <a:spLocks noGrp="1"/>
          </p:cNvSpPr>
          <p:nvPr/>
        </p:nvSpPr>
        <p:spPr>
          <a:xfrm>
            <a:off x="10409882" y="4760638"/>
            <a:ext cx="295765" cy="17865"/>
          </a:xfrm>
          <a:custGeom>
            <a:avLst/>
            <a:gdLst/>
            <a:ahLst/>
            <a:cxnLst/>
            <a:rect l="0" t="0" r="0" b="0"/>
            <a:pathLst>
              <a:path w="295765" h="17865">
                <a:moveTo>
                  <a:pt x="0" y="17865"/>
                </a:moveTo>
                <a:lnTo>
                  <a:pt x="295765" y="0"/>
                </a:lnTo>
              </a:path>
            </a:pathLst>
          </a:custGeom>
          <a:noFill/>
          <a:ln w="8400">
            <a:solidFill>
              <a:srgbClr val="8CB130">
                <a:alpha val="5000"/>
              </a:srgbClr>
            </a:solidFill>
            <a:prstDash val="solid"/>
          </a:ln>
        </p:spPr>
      </p:sp>
      <p:sp>
        <p:nvSpPr>
          <p:cNvPr id="273" name="lumia-token-stream-curve">
            <a:extLst>
              <a:ext uri="{FF2B5EF4-FFF2-40B4-BE49-F238E27FC236}">
                <a16:creationId xmlns:a16="http://schemas.microsoft.com/office/drawing/2014/main" id="{4C69ED17-C8C9-49FD-8A77-2578E9EEADB9}"/>
              </a:ext>
            </a:extLst>
          </p:cNvPr>
          <p:cNvSpPr>
            <a:spLocks noGrp="1"/>
          </p:cNvSpPr>
          <p:nvPr/>
        </p:nvSpPr>
        <p:spPr>
          <a:xfrm>
            <a:off x="10705647" y="4747017"/>
            <a:ext cx="296373" cy="13620"/>
          </a:xfrm>
          <a:custGeom>
            <a:avLst/>
            <a:gdLst/>
            <a:ahLst/>
            <a:cxnLst/>
            <a:rect l="0" t="0" r="0" b="0"/>
            <a:pathLst>
              <a:path w="296373" h="13620">
                <a:moveTo>
                  <a:pt x="0" y="13620"/>
                </a:moveTo>
                <a:lnTo>
                  <a:pt x="296373" y="0"/>
                </a:lnTo>
              </a:path>
            </a:pathLst>
          </a:custGeom>
          <a:noFill/>
          <a:ln w="8486">
            <a:solidFill>
              <a:srgbClr val="7BAF37">
                <a:alpha val="5000"/>
              </a:srgbClr>
            </a:solidFill>
            <a:prstDash val="solid"/>
          </a:ln>
        </p:spPr>
      </p:sp>
      <p:sp>
        <p:nvSpPr>
          <p:cNvPr id="274" name="lumia-token-stream-curve">
            <a:extLst>
              <a:ext uri="{FF2B5EF4-FFF2-40B4-BE49-F238E27FC236}">
                <a16:creationId xmlns:a16="http://schemas.microsoft.com/office/drawing/2014/main" id="{D5A662A9-A2DB-4E40-94FD-C7E7D08CB588}"/>
              </a:ext>
            </a:extLst>
          </p:cNvPr>
          <p:cNvSpPr>
            <a:spLocks noGrp="1"/>
          </p:cNvSpPr>
          <p:nvPr/>
        </p:nvSpPr>
        <p:spPr>
          <a:xfrm>
            <a:off x="11002020" y="4732950"/>
            <a:ext cx="296902" cy="14068"/>
          </a:xfrm>
          <a:custGeom>
            <a:avLst/>
            <a:gdLst/>
            <a:ahLst/>
            <a:cxnLst/>
            <a:rect l="0" t="0" r="0" b="0"/>
            <a:pathLst>
              <a:path w="296902" h="14068">
                <a:moveTo>
                  <a:pt x="0" y="14068"/>
                </a:moveTo>
                <a:lnTo>
                  <a:pt x="296902" y="0"/>
                </a:lnTo>
              </a:path>
            </a:pathLst>
          </a:custGeom>
          <a:noFill/>
          <a:ln w="8556">
            <a:solidFill>
              <a:srgbClr val="69AD3E">
                <a:alpha val="5000"/>
              </a:srgbClr>
            </a:solidFill>
            <a:prstDash val="solid"/>
          </a:ln>
        </p:spPr>
      </p:sp>
      <p:sp>
        <p:nvSpPr>
          <p:cNvPr id="275" name="lumia-token-stream-curve">
            <a:extLst>
              <a:ext uri="{FF2B5EF4-FFF2-40B4-BE49-F238E27FC236}">
                <a16:creationId xmlns:a16="http://schemas.microsoft.com/office/drawing/2014/main" id="{5AE16D04-5B5F-4217-B53C-3D54BF2C334D}"/>
              </a:ext>
            </a:extLst>
          </p:cNvPr>
          <p:cNvSpPr>
            <a:spLocks noGrp="1"/>
          </p:cNvSpPr>
          <p:nvPr/>
        </p:nvSpPr>
        <p:spPr>
          <a:xfrm>
            <a:off x="11298922" y="4713713"/>
            <a:ext cx="297351" cy="19237"/>
          </a:xfrm>
          <a:custGeom>
            <a:avLst/>
            <a:gdLst/>
            <a:ahLst/>
            <a:cxnLst/>
            <a:rect l="0" t="0" r="0" b="0"/>
            <a:pathLst>
              <a:path w="297351" h="19237">
                <a:moveTo>
                  <a:pt x="0" y="19237"/>
                </a:moveTo>
                <a:lnTo>
                  <a:pt x="297351" y="0"/>
                </a:lnTo>
              </a:path>
            </a:pathLst>
          </a:custGeom>
          <a:noFill/>
          <a:ln w="8608">
            <a:solidFill>
              <a:srgbClr val="57AC45">
                <a:alpha val="5000"/>
              </a:srgbClr>
            </a:solidFill>
            <a:prstDash val="solid"/>
          </a:ln>
        </p:spPr>
      </p:sp>
      <p:sp>
        <p:nvSpPr>
          <p:cNvPr id="276" name="lumia-token-stream-curve">
            <a:extLst>
              <a:ext uri="{FF2B5EF4-FFF2-40B4-BE49-F238E27FC236}">
                <a16:creationId xmlns:a16="http://schemas.microsoft.com/office/drawing/2014/main" id="{C4299AF9-6CB1-4316-A87F-9AB20C2CC2E8}"/>
              </a:ext>
            </a:extLst>
          </p:cNvPr>
          <p:cNvSpPr>
            <a:spLocks noGrp="1"/>
          </p:cNvSpPr>
          <p:nvPr/>
        </p:nvSpPr>
        <p:spPr>
          <a:xfrm>
            <a:off x="11596273" y="4685228"/>
            <a:ext cx="297719" cy="28485"/>
          </a:xfrm>
          <a:custGeom>
            <a:avLst/>
            <a:gdLst/>
            <a:ahLst/>
            <a:cxnLst/>
            <a:rect l="0" t="0" r="0" b="0"/>
            <a:pathLst>
              <a:path w="297719" h="28485">
                <a:moveTo>
                  <a:pt x="0" y="28485"/>
                </a:moveTo>
                <a:lnTo>
                  <a:pt x="297719" y="0"/>
                </a:lnTo>
              </a:path>
            </a:pathLst>
          </a:custGeom>
          <a:noFill/>
          <a:ln w="8641">
            <a:solidFill>
              <a:srgbClr val="46AA4C">
                <a:alpha val="5000"/>
              </a:srgbClr>
            </a:solidFill>
            <a:prstDash val="solid"/>
          </a:ln>
        </p:spPr>
      </p:sp>
      <p:sp>
        <p:nvSpPr>
          <p:cNvPr id="277" name="lumia-token-stream-curve">
            <a:extLst>
              <a:ext uri="{FF2B5EF4-FFF2-40B4-BE49-F238E27FC236}">
                <a16:creationId xmlns:a16="http://schemas.microsoft.com/office/drawing/2014/main" id="{C1462877-C66B-43BA-BE5F-49DD844A4D17}"/>
              </a:ext>
            </a:extLst>
          </p:cNvPr>
          <p:cNvSpPr>
            <a:spLocks noGrp="1"/>
          </p:cNvSpPr>
          <p:nvPr/>
        </p:nvSpPr>
        <p:spPr>
          <a:xfrm>
            <a:off x="11893992" y="4644645"/>
            <a:ext cx="298008" cy="40583"/>
          </a:xfrm>
          <a:custGeom>
            <a:avLst/>
            <a:gdLst/>
            <a:ahLst/>
            <a:cxnLst/>
            <a:rect l="0" t="0" r="0" b="0"/>
            <a:pathLst>
              <a:path w="298008" h="40583">
                <a:moveTo>
                  <a:pt x="0" y="40583"/>
                </a:moveTo>
                <a:lnTo>
                  <a:pt x="298008" y="0"/>
                </a:lnTo>
              </a:path>
            </a:pathLst>
          </a:custGeom>
          <a:noFill/>
          <a:ln w="8652">
            <a:solidFill>
              <a:srgbClr val="34A853">
                <a:alpha val="5000"/>
              </a:srgbClr>
            </a:solidFill>
            <a:prstDash val="solid"/>
          </a:ln>
        </p:spPr>
      </p:sp>
      <p:sp>
        <p:nvSpPr>
          <p:cNvPr id="278" name="lumia-token-stream-curve">
            <a:extLst>
              <a:ext uri="{FF2B5EF4-FFF2-40B4-BE49-F238E27FC236}">
                <a16:creationId xmlns:a16="http://schemas.microsoft.com/office/drawing/2014/main" id="{66E47208-7C91-40FC-A127-D19BFB2CA4CF}"/>
              </a:ext>
            </a:extLst>
          </p:cNvPr>
          <p:cNvSpPr>
            <a:spLocks noGrp="1"/>
          </p:cNvSpPr>
          <p:nvPr/>
        </p:nvSpPr>
        <p:spPr>
          <a:xfrm>
            <a:off x="0" y="6147446"/>
            <a:ext cx="185806" cy="9525"/>
          </a:xfrm>
          <a:custGeom>
            <a:avLst/>
            <a:gdLst/>
            <a:ahLst/>
            <a:cxnLst/>
            <a:rect l="0" t="0" r="0" b="0"/>
            <a:pathLst>
              <a:path w="185806" h="9525">
                <a:moveTo>
                  <a:pt x="0" y="1480"/>
                </a:moveTo>
                <a:lnTo>
                  <a:pt x="185806" y="0"/>
                </a:lnTo>
              </a:path>
            </a:pathLst>
          </a:custGeom>
          <a:noFill/>
          <a:ln w="5803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279" name="lumia-token-stream-curve">
            <a:extLst>
              <a:ext uri="{FF2B5EF4-FFF2-40B4-BE49-F238E27FC236}">
                <a16:creationId xmlns:a16="http://schemas.microsoft.com/office/drawing/2014/main" id="{0FE2802C-4D3A-449D-B997-2882521EB23A}"/>
              </a:ext>
            </a:extLst>
          </p:cNvPr>
          <p:cNvSpPr>
            <a:spLocks noGrp="1"/>
          </p:cNvSpPr>
          <p:nvPr/>
        </p:nvSpPr>
        <p:spPr>
          <a:xfrm>
            <a:off x="185806" y="6146532"/>
            <a:ext cx="210425" cy="9525"/>
          </a:xfrm>
          <a:custGeom>
            <a:avLst/>
            <a:gdLst/>
            <a:ahLst/>
            <a:cxnLst/>
            <a:rect l="0" t="0" r="0" b="0"/>
            <a:pathLst>
              <a:path w="210425" h="9525">
                <a:moveTo>
                  <a:pt x="0" y="914"/>
                </a:moveTo>
                <a:lnTo>
                  <a:pt x="210425" y="0"/>
                </a:lnTo>
              </a:path>
            </a:pathLst>
          </a:custGeom>
          <a:noFill/>
          <a:ln w="5803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280" name="lumia-token-stream-curve">
            <a:extLst>
              <a:ext uri="{FF2B5EF4-FFF2-40B4-BE49-F238E27FC236}">
                <a16:creationId xmlns:a16="http://schemas.microsoft.com/office/drawing/2014/main" id="{4E1FE31C-44B4-4F34-996F-23AF95B678E3}"/>
              </a:ext>
            </a:extLst>
          </p:cNvPr>
          <p:cNvSpPr>
            <a:spLocks noGrp="1"/>
          </p:cNvSpPr>
          <p:nvPr/>
        </p:nvSpPr>
        <p:spPr>
          <a:xfrm>
            <a:off x="396231" y="6144279"/>
            <a:ext cx="214141" cy="9525"/>
          </a:xfrm>
          <a:custGeom>
            <a:avLst/>
            <a:gdLst/>
            <a:ahLst/>
            <a:cxnLst/>
            <a:rect l="0" t="0" r="0" b="0"/>
            <a:pathLst>
              <a:path w="214141" h="9525">
                <a:moveTo>
                  <a:pt x="0" y="2253"/>
                </a:moveTo>
                <a:lnTo>
                  <a:pt x="214141" y="0"/>
                </a:lnTo>
              </a:path>
            </a:pathLst>
          </a:custGeom>
          <a:noFill/>
          <a:ln w="5803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281" name="lumia-token-stream-curve">
            <a:extLst>
              <a:ext uri="{FF2B5EF4-FFF2-40B4-BE49-F238E27FC236}">
                <a16:creationId xmlns:a16="http://schemas.microsoft.com/office/drawing/2014/main" id="{FD059264-20D2-452C-AE09-26AD4CD8BE73}"/>
              </a:ext>
            </a:extLst>
          </p:cNvPr>
          <p:cNvSpPr>
            <a:spLocks noGrp="1"/>
          </p:cNvSpPr>
          <p:nvPr/>
        </p:nvSpPr>
        <p:spPr>
          <a:xfrm>
            <a:off x="610372" y="6138699"/>
            <a:ext cx="217777" cy="9525"/>
          </a:xfrm>
          <a:custGeom>
            <a:avLst/>
            <a:gdLst/>
            <a:ahLst/>
            <a:cxnLst/>
            <a:rect l="0" t="0" r="0" b="0"/>
            <a:pathLst>
              <a:path w="217777" h="9525">
                <a:moveTo>
                  <a:pt x="0" y="5580"/>
                </a:moveTo>
                <a:lnTo>
                  <a:pt x="217777" y="0"/>
                </a:lnTo>
              </a:path>
            </a:pathLst>
          </a:custGeom>
          <a:noFill/>
          <a:ln w="5803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282" name="lumia-token-stream-curve">
            <a:extLst>
              <a:ext uri="{FF2B5EF4-FFF2-40B4-BE49-F238E27FC236}">
                <a16:creationId xmlns:a16="http://schemas.microsoft.com/office/drawing/2014/main" id="{86585548-113F-4CC2-9599-24DF72AA707B}"/>
              </a:ext>
            </a:extLst>
          </p:cNvPr>
          <p:cNvSpPr>
            <a:spLocks noGrp="1"/>
          </p:cNvSpPr>
          <p:nvPr/>
        </p:nvSpPr>
        <p:spPr>
          <a:xfrm>
            <a:off x="828150" y="6127885"/>
            <a:ext cx="221333" cy="10813"/>
          </a:xfrm>
          <a:custGeom>
            <a:avLst/>
            <a:gdLst/>
            <a:ahLst/>
            <a:cxnLst/>
            <a:rect l="0" t="0" r="0" b="0"/>
            <a:pathLst>
              <a:path w="221333" h="10813">
                <a:moveTo>
                  <a:pt x="0" y="10813"/>
                </a:moveTo>
                <a:lnTo>
                  <a:pt x="221333" y="0"/>
                </a:lnTo>
              </a:path>
            </a:pathLst>
          </a:custGeom>
          <a:noFill/>
          <a:ln w="5803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283" name="lumia-token-stream-curve">
            <a:extLst>
              <a:ext uri="{FF2B5EF4-FFF2-40B4-BE49-F238E27FC236}">
                <a16:creationId xmlns:a16="http://schemas.microsoft.com/office/drawing/2014/main" id="{B67FBCDE-A80D-4034-83CD-B14C49A0C110}"/>
              </a:ext>
            </a:extLst>
          </p:cNvPr>
          <p:cNvSpPr>
            <a:spLocks noGrp="1"/>
          </p:cNvSpPr>
          <p:nvPr/>
        </p:nvSpPr>
        <p:spPr>
          <a:xfrm>
            <a:off x="1049482" y="6110194"/>
            <a:ext cx="224808" cy="17691"/>
          </a:xfrm>
          <a:custGeom>
            <a:avLst/>
            <a:gdLst/>
            <a:ahLst/>
            <a:cxnLst/>
            <a:rect l="0" t="0" r="0" b="0"/>
            <a:pathLst>
              <a:path w="224808" h="17691">
                <a:moveTo>
                  <a:pt x="0" y="17691"/>
                </a:moveTo>
                <a:lnTo>
                  <a:pt x="224808" y="0"/>
                </a:lnTo>
              </a:path>
            </a:pathLst>
          </a:custGeom>
          <a:noFill/>
          <a:ln w="5803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284" name="lumia-token-stream-curve">
            <a:extLst>
              <a:ext uri="{FF2B5EF4-FFF2-40B4-BE49-F238E27FC236}">
                <a16:creationId xmlns:a16="http://schemas.microsoft.com/office/drawing/2014/main" id="{AB525436-8955-418F-8A8A-ADE0C456501C}"/>
              </a:ext>
            </a:extLst>
          </p:cNvPr>
          <p:cNvSpPr>
            <a:spLocks noGrp="1"/>
          </p:cNvSpPr>
          <p:nvPr/>
        </p:nvSpPr>
        <p:spPr>
          <a:xfrm>
            <a:off x="1274290" y="6084418"/>
            <a:ext cx="228202" cy="25776"/>
          </a:xfrm>
          <a:custGeom>
            <a:avLst/>
            <a:gdLst/>
            <a:ahLst/>
            <a:cxnLst/>
            <a:rect l="0" t="0" r="0" b="0"/>
            <a:pathLst>
              <a:path w="228202" h="25776">
                <a:moveTo>
                  <a:pt x="0" y="25776"/>
                </a:moveTo>
                <a:lnTo>
                  <a:pt x="228202" y="0"/>
                </a:lnTo>
              </a:path>
            </a:pathLst>
          </a:custGeom>
          <a:noFill/>
          <a:ln w="5803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285" name="lumia-token-stream-curve">
            <a:extLst>
              <a:ext uri="{FF2B5EF4-FFF2-40B4-BE49-F238E27FC236}">
                <a16:creationId xmlns:a16="http://schemas.microsoft.com/office/drawing/2014/main" id="{7B26FACB-F142-4ED8-A7C9-B38C1A0CA320}"/>
              </a:ext>
            </a:extLst>
          </p:cNvPr>
          <p:cNvSpPr>
            <a:spLocks noGrp="1"/>
          </p:cNvSpPr>
          <p:nvPr/>
        </p:nvSpPr>
        <p:spPr>
          <a:xfrm>
            <a:off x="1502492" y="6049949"/>
            <a:ext cx="231516" cy="34469"/>
          </a:xfrm>
          <a:custGeom>
            <a:avLst/>
            <a:gdLst/>
            <a:ahLst/>
            <a:cxnLst/>
            <a:rect l="0" t="0" r="0" b="0"/>
            <a:pathLst>
              <a:path w="231516" h="34469">
                <a:moveTo>
                  <a:pt x="0" y="34469"/>
                </a:moveTo>
                <a:lnTo>
                  <a:pt x="231516" y="0"/>
                </a:lnTo>
              </a:path>
            </a:pathLst>
          </a:custGeom>
          <a:noFill/>
          <a:ln w="5803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286" name="lumia-token-stream-curve">
            <a:extLst>
              <a:ext uri="{FF2B5EF4-FFF2-40B4-BE49-F238E27FC236}">
                <a16:creationId xmlns:a16="http://schemas.microsoft.com/office/drawing/2014/main" id="{88186A08-62E3-4FE3-AAF3-CB020C66E842}"/>
              </a:ext>
            </a:extLst>
          </p:cNvPr>
          <p:cNvSpPr>
            <a:spLocks noGrp="1"/>
          </p:cNvSpPr>
          <p:nvPr/>
        </p:nvSpPr>
        <p:spPr>
          <a:xfrm>
            <a:off x="1734009" y="6006894"/>
            <a:ext cx="234750" cy="43055"/>
          </a:xfrm>
          <a:custGeom>
            <a:avLst/>
            <a:gdLst/>
            <a:ahLst/>
            <a:cxnLst/>
            <a:rect l="0" t="0" r="0" b="0"/>
            <a:pathLst>
              <a:path w="234750" h="43055">
                <a:moveTo>
                  <a:pt x="0" y="43055"/>
                </a:moveTo>
                <a:lnTo>
                  <a:pt x="234750" y="0"/>
                </a:lnTo>
              </a:path>
            </a:pathLst>
          </a:custGeom>
          <a:noFill/>
          <a:ln w="5803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287" name="lumia-token-stream-curve">
            <a:extLst>
              <a:ext uri="{FF2B5EF4-FFF2-40B4-BE49-F238E27FC236}">
                <a16:creationId xmlns:a16="http://schemas.microsoft.com/office/drawing/2014/main" id="{394A1BA4-820B-47D5-9C7D-F6C5C958E0CA}"/>
              </a:ext>
            </a:extLst>
          </p:cNvPr>
          <p:cNvSpPr>
            <a:spLocks noGrp="1"/>
          </p:cNvSpPr>
          <p:nvPr/>
        </p:nvSpPr>
        <p:spPr>
          <a:xfrm>
            <a:off x="1968758" y="5956135"/>
            <a:ext cx="237903" cy="50759"/>
          </a:xfrm>
          <a:custGeom>
            <a:avLst/>
            <a:gdLst/>
            <a:ahLst/>
            <a:cxnLst/>
            <a:rect l="0" t="0" r="0" b="0"/>
            <a:pathLst>
              <a:path w="237903" h="50759">
                <a:moveTo>
                  <a:pt x="0" y="50759"/>
                </a:moveTo>
                <a:lnTo>
                  <a:pt x="237903" y="0"/>
                </a:lnTo>
              </a:path>
            </a:pathLst>
          </a:custGeom>
          <a:noFill/>
          <a:ln w="5803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288" name="lumia-token-stream-curve">
            <a:extLst>
              <a:ext uri="{FF2B5EF4-FFF2-40B4-BE49-F238E27FC236}">
                <a16:creationId xmlns:a16="http://schemas.microsoft.com/office/drawing/2014/main" id="{7D538D1C-28E7-4325-AD13-F1765B0EB6DB}"/>
              </a:ext>
            </a:extLst>
          </p:cNvPr>
          <p:cNvSpPr>
            <a:spLocks noGrp="1"/>
          </p:cNvSpPr>
          <p:nvPr/>
        </p:nvSpPr>
        <p:spPr>
          <a:xfrm>
            <a:off x="2206661" y="5899314"/>
            <a:ext cx="240975" cy="56820"/>
          </a:xfrm>
          <a:custGeom>
            <a:avLst/>
            <a:gdLst/>
            <a:ahLst/>
            <a:cxnLst/>
            <a:rect l="0" t="0" r="0" b="0"/>
            <a:pathLst>
              <a:path w="240975" h="56820">
                <a:moveTo>
                  <a:pt x="0" y="56820"/>
                </a:moveTo>
                <a:lnTo>
                  <a:pt x="240975" y="0"/>
                </a:lnTo>
              </a:path>
            </a:pathLst>
          </a:custGeom>
          <a:noFill/>
          <a:ln w="5803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289" name="lumia-token-stream-curve">
            <a:extLst>
              <a:ext uri="{FF2B5EF4-FFF2-40B4-BE49-F238E27FC236}">
                <a16:creationId xmlns:a16="http://schemas.microsoft.com/office/drawing/2014/main" id="{EA7A9ACD-362B-47D5-8A0E-04444F0EB76B}"/>
              </a:ext>
            </a:extLst>
          </p:cNvPr>
          <p:cNvSpPr>
            <a:spLocks noGrp="1"/>
          </p:cNvSpPr>
          <p:nvPr/>
        </p:nvSpPr>
        <p:spPr>
          <a:xfrm>
            <a:off x="2447636" y="5838740"/>
            <a:ext cx="243967" cy="60574"/>
          </a:xfrm>
          <a:custGeom>
            <a:avLst/>
            <a:gdLst/>
            <a:ahLst/>
            <a:cxnLst/>
            <a:rect l="0" t="0" r="0" b="0"/>
            <a:pathLst>
              <a:path w="243967" h="60574">
                <a:moveTo>
                  <a:pt x="0" y="60574"/>
                </a:moveTo>
                <a:lnTo>
                  <a:pt x="243967" y="0"/>
                </a:lnTo>
              </a:path>
            </a:pathLst>
          </a:custGeom>
          <a:noFill/>
          <a:ln w="5803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290" name="lumia-token-stream-curve">
            <a:extLst>
              <a:ext uri="{FF2B5EF4-FFF2-40B4-BE49-F238E27FC236}">
                <a16:creationId xmlns:a16="http://schemas.microsoft.com/office/drawing/2014/main" id="{C012260A-6E0D-4F76-B7A3-A9F5D56313D7}"/>
              </a:ext>
            </a:extLst>
          </p:cNvPr>
          <p:cNvSpPr>
            <a:spLocks noGrp="1"/>
          </p:cNvSpPr>
          <p:nvPr/>
        </p:nvSpPr>
        <p:spPr>
          <a:xfrm>
            <a:off x="2691603" y="5777208"/>
            <a:ext cx="246879" cy="61532"/>
          </a:xfrm>
          <a:custGeom>
            <a:avLst/>
            <a:gdLst/>
            <a:ahLst/>
            <a:cxnLst/>
            <a:rect l="0" t="0" r="0" b="0"/>
            <a:pathLst>
              <a:path w="246879" h="61532">
                <a:moveTo>
                  <a:pt x="0" y="61532"/>
                </a:moveTo>
                <a:lnTo>
                  <a:pt x="246879" y="0"/>
                </a:lnTo>
              </a:path>
            </a:pathLst>
          </a:custGeom>
          <a:noFill/>
          <a:ln w="5803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291" name="lumia-token-stream-curve">
            <a:extLst>
              <a:ext uri="{FF2B5EF4-FFF2-40B4-BE49-F238E27FC236}">
                <a16:creationId xmlns:a16="http://schemas.microsoft.com/office/drawing/2014/main" id="{44718488-D462-48C4-9C96-494CC9C2AD35}"/>
              </a:ext>
            </a:extLst>
          </p:cNvPr>
          <p:cNvSpPr>
            <a:spLocks noGrp="1"/>
          </p:cNvSpPr>
          <p:nvPr/>
        </p:nvSpPr>
        <p:spPr>
          <a:xfrm>
            <a:off x="2938481" y="5717746"/>
            <a:ext cx="249710" cy="59462"/>
          </a:xfrm>
          <a:custGeom>
            <a:avLst/>
            <a:gdLst/>
            <a:ahLst/>
            <a:cxnLst/>
            <a:rect l="0" t="0" r="0" b="0"/>
            <a:pathLst>
              <a:path w="249710" h="59462">
                <a:moveTo>
                  <a:pt x="0" y="59462"/>
                </a:moveTo>
                <a:lnTo>
                  <a:pt x="249710" y="0"/>
                </a:lnTo>
              </a:path>
            </a:pathLst>
          </a:custGeom>
          <a:noFill/>
          <a:ln w="5803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292" name="lumia-token-stream-curve">
            <a:extLst>
              <a:ext uri="{FF2B5EF4-FFF2-40B4-BE49-F238E27FC236}">
                <a16:creationId xmlns:a16="http://schemas.microsoft.com/office/drawing/2014/main" id="{2FD1F389-15D2-4EF5-A1C8-63D5750E14AD}"/>
              </a:ext>
            </a:extLst>
          </p:cNvPr>
          <p:cNvSpPr>
            <a:spLocks noGrp="1"/>
          </p:cNvSpPr>
          <p:nvPr/>
        </p:nvSpPr>
        <p:spPr>
          <a:xfrm>
            <a:off x="3188191" y="5663316"/>
            <a:ext cx="252460" cy="54430"/>
          </a:xfrm>
          <a:custGeom>
            <a:avLst/>
            <a:gdLst/>
            <a:ahLst/>
            <a:cxnLst/>
            <a:rect l="0" t="0" r="0" b="0"/>
            <a:pathLst>
              <a:path w="252460" h="54430">
                <a:moveTo>
                  <a:pt x="0" y="54430"/>
                </a:moveTo>
                <a:lnTo>
                  <a:pt x="252460" y="0"/>
                </a:lnTo>
              </a:path>
            </a:pathLst>
          </a:custGeom>
          <a:noFill/>
          <a:ln w="5803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293" name="lumia-token-stream-curve">
            <a:extLst>
              <a:ext uri="{FF2B5EF4-FFF2-40B4-BE49-F238E27FC236}">
                <a16:creationId xmlns:a16="http://schemas.microsoft.com/office/drawing/2014/main" id="{0E7FC154-91BC-412A-B471-82D9326CBDD6}"/>
              </a:ext>
            </a:extLst>
          </p:cNvPr>
          <p:cNvSpPr>
            <a:spLocks noGrp="1"/>
          </p:cNvSpPr>
          <p:nvPr/>
        </p:nvSpPr>
        <p:spPr>
          <a:xfrm>
            <a:off x="3440651" y="5616486"/>
            <a:ext cx="255130" cy="46830"/>
          </a:xfrm>
          <a:custGeom>
            <a:avLst/>
            <a:gdLst/>
            <a:ahLst/>
            <a:cxnLst/>
            <a:rect l="0" t="0" r="0" b="0"/>
            <a:pathLst>
              <a:path w="255130" h="46830">
                <a:moveTo>
                  <a:pt x="0" y="46830"/>
                </a:moveTo>
                <a:lnTo>
                  <a:pt x="255130" y="0"/>
                </a:lnTo>
              </a:path>
            </a:pathLst>
          </a:custGeom>
          <a:noFill/>
          <a:ln w="5803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294" name="lumia-token-stream-curve">
            <a:extLst>
              <a:ext uri="{FF2B5EF4-FFF2-40B4-BE49-F238E27FC236}">
                <a16:creationId xmlns:a16="http://schemas.microsoft.com/office/drawing/2014/main" id="{B73A5779-EC82-43E1-86E0-8E0424C527F9}"/>
              </a:ext>
            </a:extLst>
          </p:cNvPr>
          <p:cNvSpPr>
            <a:spLocks noGrp="1"/>
          </p:cNvSpPr>
          <p:nvPr/>
        </p:nvSpPr>
        <p:spPr>
          <a:xfrm>
            <a:off x="3695781" y="5579119"/>
            <a:ext cx="257720" cy="37367"/>
          </a:xfrm>
          <a:custGeom>
            <a:avLst/>
            <a:gdLst/>
            <a:ahLst/>
            <a:cxnLst/>
            <a:rect l="0" t="0" r="0" b="0"/>
            <a:pathLst>
              <a:path w="257720" h="37367">
                <a:moveTo>
                  <a:pt x="0" y="37367"/>
                </a:moveTo>
                <a:lnTo>
                  <a:pt x="257720" y="0"/>
                </a:lnTo>
              </a:path>
            </a:pathLst>
          </a:custGeom>
          <a:noFill/>
          <a:ln w="5804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295" name="lumia-token-stream-curve">
            <a:extLst>
              <a:ext uri="{FF2B5EF4-FFF2-40B4-BE49-F238E27FC236}">
                <a16:creationId xmlns:a16="http://schemas.microsoft.com/office/drawing/2014/main" id="{21A4A903-D463-449F-8F75-867CD9D0DD62}"/>
              </a:ext>
            </a:extLst>
          </p:cNvPr>
          <p:cNvSpPr>
            <a:spLocks noGrp="1"/>
          </p:cNvSpPr>
          <p:nvPr/>
        </p:nvSpPr>
        <p:spPr>
          <a:xfrm>
            <a:off x="3953501" y="5552114"/>
            <a:ext cx="260229" cy="27005"/>
          </a:xfrm>
          <a:custGeom>
            <a:avLst/>
            <a:gdLst/>
            <a:ahLst/>
            <a:cxnLst/>
            <a:rect l="0" t="0" r="0" b="0"/>
            <a:pathLst>
              <a:path w="260229" h="27005">
                <a:moveTo>
                  <a:pt x="0" y="27005"/>
                </a:moveTo>
                <a:lnTo>
                  <a:pt x="260229" y="0"/>
                </a:lnTo>
              </a:path>
            </a:pathLst>
          </a:custGeom>
          <a:noFill/>
          <a:ln w="5821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296" name="lumia-token-stream-curve">
            <a:extLst>
              <a:ext uri="{FF2B5EF4-FFF2-40B4-BE49-F238E27FC236}">
                <a16:creationId xmlns:a16="http://schemas.microsoft.com/office/drawing/2014/main" id="{5FA9B4AE-301D-4E68-8E03-171081343556}"/>
              </a:ext>
            </a:extLst>
          </p:cNvPr>
          <p:cNvSpPr>
            <a:spLocks noGrp="1"/>
          </p:cNvSpPr>
          <p:nvPr/>
        </p:nvSpPr>
        <p:spPr>
          <a:xfrm>
            <a:off x="4213730" y="5535238"/>
            <a:ext cx="262657" cy="16876"/>
          </a:xfrm>
          <a:custGeom>
            <a:avLst/>
            <a:gdLst/>
            <a:ahLst/>
            <a:cxnLst/>
            <a:rect l="0" t="0" r="0" b="0"/>
            <a:pathLst>
              <a:path w="262657" h="16876">
                <a:moveTo>
                  <a:pt x="0" y="16876"/>
                </a:moveTo>
                <a:lnTo>
                  <a:pt x="262657" y="0"/>
                </a:lnTo>
              </a:path>
            </a:pathLst>
          </a:custGeom>
          <a:noFill/>
          <a:ln w="5862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297" name="lumia-token-stream-curve">
            <a:extLst>
              <a:ext uri="{FF2B5EF4-FFF2-40B4-BE49-F238E27FC236}">
                <a16:creationId xmlns:a16="http://schemas.microsoft.com/office/drawing/2014/main" id="{5F8907D4-8B94-4207-B28A-E41C4FD7B1C1}"/>
              </a:ext>
            </a:extLst>
          </p:cNvPr>
          <p:cNvSpPr>
            <a:spLocks noGrp="1"/>
          </p:cNvSpPr>
          <p:nvPr/>
        </p:nvSpPr>
        <p:spPr>
          <a:xfrm>
            <a:off x="4476387" y="5527075"/>
            <a:ext cx="265005" cy="9525"/>
          </a:xfrm>
          <a:custGeom>
            <a:avLst/>
            <a:gdLst/>
            <a:ahLst/>
            <a:cxnLst/>
            <a:rect l="0" t="0" r="0" b="0"/>
            <a:pathLst>
              <a:path w="265005" h="9525">
                <a:moveTo>
                  <a:pt x="0" y="8163"/>
                </a:moveTo>
                <a:lnTo>
                  <a:pt x="265005" y="0"/>
                </a:lnTo>
              </a:path>
            </a:pathLst>
          </a:custGeom>
          <a:noFill/>
          <a:ln w="5922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298" name="lumia-token-stream-curve">
            <a:extLst>
              <a:ext uri="{FF2B5EF4-FFF2-40B4-BE49-F238E27FC236}">
                <a16:creationId xmlns:a16="http://schemas.microsoft.com/office/drawing/2014/main" id="{8221B261-5AE9-4831-A8FF-1A84674601D1}"/>
              </a:ext>
            </a:extLst>
          </p:cNvPr>
          <p:cNvSpPr>
            <a:spLocks noGrp="1"/>
          </p:cNvSpPr>
          <p:nvPr/>
        </p:nvSpPr>
        <p:spPr>
          <a:xfrm>
            <a:off x="4741392" y="5525119"/>
            <a:ext cx="267273" cy="9525"/>
          </a:xfrm>
          <a:custGeom>
            <a:avLst/>
            <a:gdLst/>
            <a:ahLst/>
            <a:cxnLst/>
            <a:rect l="0" t="0" r="0" b="0"/>
            <a:pathLst>
              <a:path w="267273" h="9525">
                <a:moveTo>
                  <a:pt x="0" y="1956"/>
                </a:moveTo>
                <a:lnTo>
                  <a:pt x="267273" y="0"/>
                </a:lnTo>
              </a:path>
            </a:pathLst>
          </a:custGeom>
          <a:noFill/>
          <a:ln w="6002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299" name="lumia-token-stream-curve">
            <a:extLst>
              <a:ext uri="{FF2B5EF4-FFF2-40B4-BE49-F238E27FC236}">
                <a16:creationId xmlns:a16="http://schemas.microsoft.com/office/drawing/2014/main" id="{EC53E56C-95AD-456A-A30B-3405E8B551F5}"/>
              </a:ext>
            </a:extLst>
          </p:cNvPr>
          <p:cNvSpPr>
            <a:spLocks noGrp="1"/>
          </p:cNvSpPr>
          <p:nvPr/>
        </p:nvSpPr>
        <p:spPr>
          <a:xfrm>
            <a:off x="5008665" y="5525119"/>
            <a:ext cx="269460" cy="9525"/>
          </a:xfrm>
          <a:custGeom>
            <a:avLst/>
            <a:gdLst/>
            <a:ahLst/>
            <a:cxnLst/>
            <a:rect l="0" t="0" r="0" b="0"/>
            <a:pathLst>
              <a:path w="269460" h="9525">
                <a:moveTo>
                  <a:pt x="0" y="0"/>
                </a:moveTo>
                <a:lnTo>
                  <a:pt x="269460" y="885"/>
                </a:lnTo>
              </a:path>
            </a:pathLst>
          </a:custGeom>
          <a:noFill/>
          <a:ln w="6099">
            <a:solidFill>
              <a:srgbClr val="D74242">
                <a:alpha val="3000"/>
              </a:srgbClr>
            </a:solidFill>
            <a:prstDash val="solid"/>
          </a:ln>
        </p:spPr>
      </p:sp>
      <p:sp>
        <p:nvSpPr>
          <p:cNvPr id="300" name="lumia-token-stream-curve">
            <a:extLst>
              <a:ext uri="{FF2B5EF4-FFF2-40B4-BE49-F238E27FC236}">
                <a16:creationId xmlns:a16="http://schemas.microsoft.com/office/drawing/2014/main" id="{33603154-2A5E-45E7-A127-220E5BB8358B}"/>
              </a:ext>
            </a:extLst>
          </p:cNvPr>
          <p:cNvSpPr>
            <a:spLocks noGrp="1"/>
          </p:cNvSpPr>
          <p:nvPr/>
        </p:nvSpPr>
        <p:spPr>
          <a:xfrm>
            <a:off x="5278125" y="5525854"/>
            <a:ext cx="271566" cy="9525"/>
          </a:xfrm>
          <a:custGeom>
            <a:avLst/>
            <a:gdLst/>
            <a:ahLst/>
            <a:cxnLst/>
            <a:rect l="0" t="0" r="0" b="0"/>
            <a:pathLst>
              <a:path w="271566" h="9525">
                <a:moveTo>
                  <a:pt x="0" y="150"/>
                </a:moveTo>
                <a:lnTo>
                  <a:pt x="271566" y="0"/>
                </a:lnTo>
              </a:path>
            </a:pathLst>
          </a:custGeom>
          <a:noFill/>
          <a:ln w="6212">
            <a:solidFill>
              <a:srgbClr val="E44339">
                <a:alpha val="3000"/>
              </a:srgbClr>
            </a:solidFill>
            <a:prstDash val="solid"/>
          </a:ln>
        </p:spPr>
      </p:sp>
      <p:sp>
        <p:nvSpPr>
          <p:cNvPr id="301" name="lumia-token-stream-curve">
            <a:extLst>
              <a:ext uri="{FF2B5EF4-FFF2-40B4-BE49-F238E27FC236}">
                <a16:creationId xmlns:a16="http://schemas.microsoft.com/office/drawing/2014/main" id="{74C2EF33-F1F7-418E-86C1-CC45AA4E86A8}"/>
              </a:ext>
            </a:extLst>
          </p:cNvPr>
          <p:cNvSpPr>
            <a:spLocks noGrp="1"/>
          </p:cNvSpPr>
          <p:nvPr/>
        </p:nvSpPr>
        <p:spPr>
          <a:xfrm>
            <a:off x="5549691" y="5520730"/>
            <a:ext cx="273593" cy="9525"/>
          </a:xfrm>
          <a:custGeom>
            <a:avLst/>
            <a:gdLst/>
            <a:ahLst/>
            <a:cxnLst/>
            <a:rect l="0" t="0" r="0" b="0"/>
            <a:pathLst>
              <a:path w="273593" h="9525">
                <a:moveTo>
                  <a:pt x="0" y="5124"/>
                </a:moveTo>
                <a:lnTo>
                  <a:pt x="273593" y="0"/>
                </a:lnTo>
              </a:path>
            </a:pathLst>
          </a:custGeom>
          <a:noFill/>
          <a:ln w="6339">
            <a:solidFill>
              <a:srgbClr val="EB4833">
                <a:alpha val="3000"/>
              </a:srgbClr>
            </a:solidFill>
            <a:prstDash val="solid"/>
          </a:ln>
        </p:spPr>
      </p:sp>
      <p:sp>
        <p:nvSpPr>
          <p:cNvPr id="302" name="lumia-token-stream-curve">
            <a:extLst>
              <a:ext uri="{FF2B5EF4-FFF2-40B4-BE49-F238E27FC236}">
                <a16:creationId xmlns:a16="http://schemas.microsoft.com/office/drawing/2014/main" id="{6844900D-46B4-476F-A9A6-E11066366A16}"/>
              </a:ext>
            </a:extLst>
          </p:cNvPr>
          <p:cNvSpPr>
            <a:spLocks noGrp="1"/>
          </p:cNvSpPr>
          <p:nvPr/>
        </p:nvSpPr>
        <p:spPr>
          <a:xfrm>
            <a:off x="5823284" y="5507108"/>
            <a:ext cx="275538" cy="13622"/>
          </a:xfrm>
          <a:custGeom>
            <a:avLst/>
            <a:gdLst/>
            <a:ahLst/>
            <a:cxnLst/>
            <a:rect l="0" t="0" r="0" b="0"/>
            <a:pathLst>
              <a:path w="275538" h="13622">
                <a:moveTo>
                  <a:pt x="0" y="13622"/>
                </a:moveTo>
                <a:lnTo>
                  <a:pt x="275538" y="0"/>
                </a:lnTo>
              </a:path>
            </a:pathLst>
          </a:custGeom>
          <a:noFill/>
          <a:ln w="6478">
            <a:solidFill>
              <a:srgbClr val="EC532F">
                <a:alpha val="3000"/>
              </a:srgbClr>
            </a:solidFill>
            <a:prstDash val="solid"/>
          </a:ln>
        </p:spPr>
      </p:sp>
      <p:sp>
        <p:nvSpPr>
          <p:cNvPr id="303" name="lumia-token-stream-curve">
            <a:extLst>
              <a:ext uri="{FF2B5EF4-FFF2-40B4-BE49-F238E27FC236}">
                <a16:creationId xmlns:a16="http://schemas.microsoft.com/office/drawing/2014/main" id="{D571FD5A-02AD-4B4C-80CD-3FF3E9C4C093}"/>
              </a:ext>
            </a:extLst>
          </p:cNvPr>
          <p:cNvSpPr>
            <a:spLocks noGrp="1"/>
          </p:cNvSpPr>
          <p:nvPr/>
        </p:nvSpPr>
        <p:spPr>
          <a:xfrm>
            <a:off x="6098822" y="5482338"/>
            <a:ext cx="277403" cy="24770"/>
          </a:xfrm>
          <a:custGeom>
            <a:avLst/>
            <a:gdLst/>
            <a:ahLst/>
            <a:cxnLst/>
            <a:rect l="0" t="0" r="0" b="0"/>
            <a:pathLst>
              <a:path w="277403" h="24770">
                <a:moveTo>
                  <a:pt x="0" y="24770"/>
                </a:moveTo>
                <a:lnTo>
                  <a:pt x="277403" y="0"/>
                </a:lnTo>
              </a:path>
            </a:pathLst>
          </a:custGeom>
          <a:noFill/>
          <a:ln w="6627">
            <a:solidFill>
              <a:srgbClr val="EE5E2A">
                <a:alpha val="3000"/>
              </a:srgbClr>
            </a:solidFill>
            <a:prstDash val="solid"/>
          </a:ln>
        </p:spPr>
      </p:sp>
      <p:sp>
        <p:nvSpPr>
          <p:cNvPr id="304" name="lumia-token-stream-curve">
            <a:extLst>
              <a:ext uri="{FF2B5EF4-FFF2-40B4-BE49-F238E27FC236}">
                <a16:creationId xmlns:a16="http://schemas.microsoft.com/office/drawing/2014/main" id="{E12E5492-E370-4184-B5CE-BE3FFD4D301E}"/>
              </a:ext>
            </a:extLst>
          </p:cNvPr>
          <p:cNvSpPr>
            <a:spLocks noGrp="1"/>
          </p:cNvSpPr>
          <p:nvPr/>
        </p:nvSpPr>
        <p:spPr>
          <a:xfrm>
            <a:off x="6376225" y="5445019"/>
            <a:ext cx="279188" cy="37319"/>
          </a:xfrm>
          <a:custGeom>
            <a:avLst/>
            <a:gdLst/>
            <a:ahLst/>
            <a:cxnLst/>
            <a:rect l="0" t="0" r="0" b="0"/>
            <a:pathLst>
              <a:path w="279188" h="37319">
                <a:moveTo>
                  <a:pt x="0" y="37319"/>
                </a:moveTo>
                <a:lnTo>
                  <a:pt x="279188" y="0"/>
                </a:lnTo>
              </a:path>
            </a:pathLst>
          </a:custGeom>
          <a:noFill/>
          <a:ln w="6786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305" name="lumia-token-stream-curve">
            <a:extLst>
              <a:ext uri="{FF2B5EF4-FFF2-40B4-BE49-F238E27FC236}">
                <a16:creationId xmlns:a16="http://schemas.microsoft.com/office/drawing/2014/main" id="{93614390-2C62-43A7-95E7-338F21382AF9}"/>
              </a:ext>
            </a:extLst>
          </p:cNvPr>
          <p:cNvSpPr>
            <a:spLocks noGrp="1"/>
          </p:cNvSpPr>
          <p:nvPr/>
        </p:nvSpPr>
        <p:spPr>
          <a:xfrm>
            <a:off x="6655413" y="5395237"/>
            <a:ext cx="280892" cy="49782"/>
          </a:xfrm>
          <a:custGeom>
            <a:avLst/>
            <a:gdLst/>
            <a:ahLst/>
            <a:cxnLst/>
            <a:rect l="0" t="0" r="0" b="0"/>
            <a:pathLst>
              <a:path w="280892" h="49782">
                <a:moveTo>
                  <a:pt x="0" y="49782"/>
                </a:moveTo>
                <a:lnTo>
                  <a:pt x="280892" y="0"/>
                </a:lnTo>
              </a:path>
            </a:pathLst>
          </a:custGeom>
          <a:noFill/>
          <a:ln w="6952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306" name="lumia-token-stream-curve">
            <a:extLst>
              <a:ext uri="{FF2B5EF4-FFF2-40B4-BE49-F238E27FC236}">
                <a16:creationId xmlns:a16="http://schemas.microsoft.com/office/drawing/2014/main" id="{847DD7A4-3554-406E-A219-A0B1BB4DA777}"/>
              </a:ext>
            </a:extLst>
          </p:cNvPr>
          <p:cNvSpPr>
            <a:spLocks noGrp="1"/>
          </p:cNvSpPr>
          <p:nvPr/>
        </p:nvSpPr>
        <p:spPr>
          <a:xfrm>
            <a:off x="6936305" y="5334612"/>
            <a:ext cx="282516" cy="60625"/>
          </a:xfrm>
          <a:custGeom>
            <a:avLst/>
            <a:gdLst/>
            <a:ahLst/>
            <a:cxnLst/>
            <a:rect l="0" t="0" r="0" b="0"/>
            <a:pathLst>
              <a:path w="282516" h="60625">
                <a:moveTo>
                  <a:pt x="0" y="60625"/>
                </a:moveTo>
                <a:lnTo>
                  <a:pt x="282516" y="0"/>
                </a:lnTo>
              </a:path>
            </a:pathLst>
          </a:custGeom>
          <a:noFill/>
          <a:ln w="7123">
            <a:solidFill>
              <a:srgbClr val="F27E1E">
                <a:alpha val="4000"/>
              </a:srgbClr>
            </a:solidFill>
            <a:prstDash val="solid"/>
          </a:ln>
        </p:spPr>
      </p:sp>
      <p:sp>
        <p:nvSpPr>
          <p:cNvPr id="307" name="lumia-token-stream-curve">
            <a:extLst>
              <a:ext uri="{FF2B5EF4-FFF2-40B4-BE49-F238E27FC236}">
                <a16:creationId xmlns:a16="http://schemas.microsoft.com/office/drawing/2014/main" id="{73108AAE-378B-42E6-A164-2B4E399A1D0E}"/>
              </a:ext>
            </a:extLst>
          </p:cNvPr>
          <p:cNvSpPr>
            <a:spLocks noGrp="1"/>
          </p:cNvSpPr>
          <p:nvPr/>
        </p:nvSpPr>
        <p:spPr>
          <a:xfrm>
            <a:off x="7218821" y="5266156"/>
            <a:ext cx="284059" cy="68456"/>
          </a:xfrm>
          <a:custGeom>
            <a:avLst/>
            <a:gdLst/>
            <a:ahLst/>
            <a:cxnLst/>
            <a:rect l="0" t="0" r="0" b="0"/>
            <a:pathLst>
              <a:path w="284059" h="68456">
                <a:moveTo>
                  <a:pt x="0" y="68456"/>
                </a:moveTo>
                <a:lnTo>
                  <a:pt x="284059" y="0"/>
                </a:lnTo>
              </a:path>
            </a:pathLst>
          </a:custGeom>
          <a:noFill/>
          <a:ln w="7299">
            <a:solidFill>
              <a:srgbClr val="F48919">
                <a:alpha val="4000"/>
              </a:srgbClr>
            </a:solidFill>
            <a:prstDash val="solid"/>
          </a:ln>
        </p:spPr>
      </p:sp>
      <p:sp>
        <p:nvSpPr>
          <p:cNvPr id="308" name="lumia-token-stream-curve">
            <a:extLst>
              <a:ext uri="{FF2B5EF4-FFF2-40B4-BE49-F238E27FC236}">
                <a16:creationId xmlns:a16="http://schemas.microsoft.com/office/drawing/2014/main" id="{DC3AC50E-F3B0-4796-8E2A-A78D81B37EB8}"/>
              </a:ext>
            </a:extLst>
          </p:cNvPr>
          <p:cNvSpPr>
            <a:spLocks noGrp="1"/>
          </p:cNvSpPr>
          <p:nvPr/>
        </p:nvSpPr>
        <p:spPr>
          <a:xfrm>
            <a:off x="7502879" y="5193927"/>
            <a:ext cx="285521" cy="72229"/>
          </a:xfrm>
          <a:custGeom>
            <a:avLst/>
            <a:gdLst/>
            <a:ahLst/>
            <a:cxnLst/>
            <a:rect l="0" t="0" r="0" b="0"/>
            <a:pathLst>
              <a:path w="285521" h="72229">
                <a:moveTo>
                  <a:pt x="0" y="72229"/>
                </a:moveTo>
                <a:lnTo>
                  <a:pt x="285521" y="0"/>
                </a:lnTo>
              </a:path>
            </a:pathLst>
          </a:custGeom>
          <a:noFill/>
          <a:ln w="7477">
            <a:solidFill>
              <a:srgbClr val="F59415">
                <a:alpha val="4000"/>
              </a:srgbClr>
            </a:solidFill>
            <a:prstDash val="solid"/>
          </a:ln>
        </p:spPr>
      </p:sp>
      <p:sp>
        <p:nvSpPr>
          <p:cNvPr id="309" name="lumia-token-stream-curve">
            <a:extLst>
              <a:ext uri="{FF2B5EF4-FFF2-40B4-BE49-F238E27FC236}">
                <a16:creationId xmlns:a16="http://schemas.microsoft.com/office/drawing/2014/main" id="{067A4001-6740-4938-8E87-118A787F35BC}"/>
              </a:ext>
            </a:extLst>
          </p:cNvPr>
          <p:cNvSpPr>
            <a:spLocks noGrp="1"/>
          </p:cNvSpPr>
          <p:nvPr/>
        </p:nvSpPr>
        <p:spPr>
          <a:xfrm>
            <a:off x="7788401" y="5122533"/>
            <a:ext cx="286903" cy="71393"/>
          </a:xfrm>
          <a:custGeom>
            <a:avLst/>
            <a:gdLst/>
            <a:ahLst/>
            <a:cxnLst/>
            <a:rect l="0" t="0" r="0" b="0"/>
            <a:pathLst>
              <a:path w="286903" h="71393">
                <a:moveTo>
                  <a:pt x="0" y="71393"/>
                </a:moveTo>
                <a:lnTo>
                  <a:pt x="286903" y="0"/>
                </a:lnTo>
              </a:path>
            </a:pathLst>
          </a:custGeom>
          <a:noFill/>
          <a:ln w="7655">
            <a:solidFill>
              <a:srgbClr val="F79E11">
                <a:alpha val="4000"/>
              </a:srgbClr>
            </a:solidFill>
            <a:prstDash val="solid"/>
          </a:ln>
        </p:spPr>
      </p:sp>
      <p:sp>
        <p:nvSpPr>
          <p:cNvPr id="310" name="lumia-token-stream-curve">
            <a:extLst>
              <a:ext uri="{FF2B5EF4-FFF2-40B4-BE49-F238E27FC236}">
                <a16:creationId xmlns:a16="http://schemas.microsoft.com/office/drawing/2014/main" id="{2E5C8E85-26E0-4323-B5D0-5CE12CE0F74C}"/>
              </a:ext>
            </a:extLst>
          </p:cNvPr>
          <p:cNvSpPr>
            <a:spLocks noGrp="1"/>
          </p:cNvSpPr>
          <p:nvPr/>
        </p:nvSpPr>
        <p:spPr>
          <a:xfrm>
            <a:off x="8075304" y="5056538"/>
            <a:ext cx="288205" cy="65995"/>
          </a:xfrm>
          <a:custGeom>
            <a:avLst/>
            <a:gdLst/>
            <a:ahLst/>
            <a:cxnLst/>
            <a:rect l="0" t="0" r="0" b="0"/>
            <a:pathLst>
              <a:path w="288205" h="65995">
                <a:moveTo>
                  <a:pt x="0" y="65995"/>
                </a:moveTo>
                <a:lnTo>
                  <a:pt x="288205" y="0"/>
                </a:lnTo>
              </a:path>
            </a:pathLst>
          </a:custGeom>
          <a:noFill/>
          <a:ln w="7833">
            <a:solidFill>
              <a:srgbClr val="F8A90C">
                <a:alpha val="4000"/>
              </a:srgbClr>
            </a:solidFill>
            <a:prstDash val="solid"/>
          </a:ln>
        </p:spPr>
      </p:sp>
      <p:sp>
        <p:nvSpPr>
          <p:cNvPr id="311" name="lumia-token-stream-curve">
            <a:extLst>
              <a:ext uri="{FF2B5EF4-FFF2-40B4-BE49-F238E27FC236}">
                <a16:creationId xmlns:a16="http://schemas.microsoft.com/office/drawing/2014/main" id="{12534769-3ABE-4925-AE40-C98BE1E7AD07}"/>
              </a:ext>
            </a:extLst>
          </p:cNvPr>
          <p:cNvSpPr>
            <a:spLocks noGrp="1"/>
          </p:cNvSpPr>
          <p:nvPr/>
        </p:nvSpPr>
        <p:spPr>
          <a:xfrm>
            <a:off x="8363509" y="4999842"/>
            <a:ext cx="289426" cy="56695"/>
          </a:xfrm>
          <a:custGeom>
            <a:avLst/>
            <a:gdLst/>
            <a:ahLst/>
            <a:cxnLst/>
            <a:rect l="0" t="0" r="0" b="0"/>
            <a:pathLst>
              <a:path w="289426" h="56695">
                <a:moveTo>
                  <a:pt x="0" y="56695"/>
                </a:moveTo>
                <a:lnTo>
                  <a:pt x="289426" y="0"/>
                </a:lnTo>
              </a:path>
            </a:pathLst>
          </a:custGeom>
          <a:noFill/>
          <a:ln w="8007">
            <a:solidFill>
              <a:srgbClr val="FAB408">
                <a:alpha val="4000"/>
              </a:srgbClr>
            </a:solidFill>
            <a:prstDash val="solid"/>
          </a:ln>
        </p:spPr>
      </p:sp>
      <p:sp>
        <p:nvSpPr>
          <p:cNvPr id="312" name="lumia-token-stream-curve">
            <a:extLst>
              <a:ext uri="{FF2B5EF4-FFF2-40B4-BE49-F238E27FC236}">
                <a16:creationId xmlns:a16="http://schemas.microsoft.com/office/drawing/2014/main" id="{CDCBCD75-DA17-4333-BDDD-1DA7EE74BD92}"/>
              </a:ext>
            </a:extLst>
          </p:cNvPr>
          <p:cNvSpPr>
            <a:spLocks noGrp="1"/>
          </p:cNvSpPr>
          <p:nvPr/>
        </p:nvSpPr>
        <p:spPr>
          <a:xfrm>
            <a:off x="8652935" y="4955140"/>
            <a:ext cx="290567" cy="44702"/>
          </a:xfrm>
          <a:custGeom>
            <a:avLst/>
            <a:gdLst/>
            <a:ahLst/>
            <a:cxnLst/>
            <a:rect l="0" t="0" r="0" b="0"/>
            <a:pathLst>
              <a:path w="290567" h="44702">
                <a:moveTo>
                  <a:pt x="0" y="44702"/>
                </a:moveTo>
                <a:lnTo>
                  <a:pt x="290567" y="0"/>
                </a:lnTo>
              </a:path>
            </a:pathLst>
          </a:custGeom>
          <a:noFill/>
          <a:ln w="8178">
            <a:solidFill>
              <a:srgbClr val="F7BC07">
                <a:alpha val="4000"/>
              </a:srgbClr>
            </a:solidFill>
            <a:prstDash val="solid"/>
          </a:ln>
        </p:spPr>
      </p:sp>
      <p:sp>
        <p:nvSpPr>
          <p:cNvPr id="313" name="lumia-token-stream-curve">
            <a:extLst>
              <a:ext uri="{FF2B5EF4-FFF2-40B4-BE49-F238E27FC236}">
                <a16:creationId xmlns:a16="http://schemas.microsoft.com/office/drawing/2014/main" id="{68531282-00B8-42A7-9AE4-F962452AAA0E}"/>
              </a:ext>
            </a:extLst>
          </p:cNvPr>
          <p:cNvSpPr>
            <a:spLocks noGrp="1"/>
          </p:cNvSpPr>
          <p:nvPr/>
        </p:nvSpPr>
        <p:spPr>
          <a:xfrm>
            <a:off x="8943502" y="4923515"/>
            <a:ext cx="291627" cy="31625"/>
          </a:xfrm>
          <a:custGeom>
            <a:avLst/>
            <a:gdLst/>
            <a:ahLst/>
            <a:cxnLst/>
            <a:rect l="0" t="0" r="0" b="0"/>
            <a:pathLst>
              <a:path w="291627" h="31625">
                <a:moveTo>
                  <a:pt x="0" y="31625"/>
                </a:moveTo>
                <a:lnTo>
                  <a:pt x="291627" y="0"/>
                </a:lnTo>
              </a:path>
            </a:pathLst>
          </a:custGeom>
          <a:noFill/>
          <a:ln w="8342">
            <a:solidFill>
              <a:srgbClr val="E5BA0E">
                <a:alpha val="4000"/>
              </a:srgbClr>
            </a:solidFill>
            <a:prstDash val="solid"/>
          </a:ln>
        </p:spPr>
      </p:sp>
      <p:sp>
        <p:nvSpPr>
          <p:cNvPr id="314" name="lumia-token-stream-curve">
            <a:extLst>
              <a:ext uri="{FF2B5EF4-FFF2-40B4-BE49-F238E27FC236}">
                <a16:creationId xmlns:a16="http://schemas.microsoft.com/office/drawing/2014/main" id="{EBD63DD4-5468-43B7-B4F6-AA515A345CA8}"/>
              </a:ext>
            </a:extLst>
          </p:cNvPr>
          <p:cNvSpPr>
            <a:spLocks noGrp="1"/>
          </p:cNvSpPr>
          <p:nvPr/>
        </p:nvSpPr>
        <p:spPr>
          <a:xfrm>
            <a:off x="9235129" y="4904250"/>
            <a:ext cx="292607" cy="19265"/>
          </a:xfrm>
          <a:custGeom>
            <a:avLst/>
            <a:gdLst/>
            <a:ahLst/>
            <a:cxnLst/>
            <a:rect l="0" t="0" r="0" b="0"/>
            <a:pathLst>
              <a:path w="292607" h="19265">
                <a:moveTo>
                  <a:pt x="0" y="19265"/>
                </a:moveTo>
                <a:lnTo>
                  <a:pt x="292607" y="0"/>
                </a:lnTo>
              </a:path>
            </a:pathLst>
          </a:custGeom>
          <a:noFill/>
          <a:ln w="8499">
            <a:solidFill>
              <a:srgbClr val="D3B815">
                <a:alpha val="4000"/>
              </a:srgbClr>
            </a:solidFill>
            <a:prstDash val="solid"/>
          </a:ln>
        </p:spPr>
      </p:sp>
      <p:sp>
        <p:nvSpPr>
          <p:cNvPr id="315" name="lumia-token-stream-curve">
            <a:extLst>
              <a:ext uri="{FF2B5EF4-FFF2-40B4-BE49-F238E27FC236}">
                <a16:creationId xmlns:a16="http://schemas.microsoft.com/office/drawing/2014/main" id="{C2FFC28E-872C-4C26-B4A5-D9682F039BBE}"/>
              </a:ext>
            </a:extLst>
          </p:cNvPr>
          <p:cNvSpPr>
            <a:spLocks noGrp="1"/>
          </p:cNvSpPr>
          <p:nvPr/>
        </p:nvSpPr>
        <p:spPr>
          <a:xfrm>
            <a:off x="9527736" y="4894883"/>
            <a:ext cx="293506" cy="9525"/>
          </a:xfrm>
          <a:custGeom>
            <a:avLst/>
            <a:gdLst/>
            <a:ahLst/>
            <a:cxnLst/>
            <a:rect l="0" t="0" r="0" b="0"/>
            <a:pathLst>
              <a:path w="293506" h="9525">
                <a:moveTo>
                  <a:pt x="0" y="9367"/>
                </a:moveTo>
                <a:lnTo>
                  <a:pt x="293506" y="0"/>
                </a:lnTo>
              </a:path>
            </a:pathLst>
          </a:custGeom>
          <a:noFill/>
          <a:ln w="8646">
            <a:solidFill>
              <a:srgbClr val="C2B61C">
                <a:alpha val="4000"/>
              </a:srgbClr>
            </a:solidFill>
            <a:prstDash val="solid"/>
          </a:ln>
        </p:spPr>
      </p:sp>
      <p:sp>
        <p:nvSpPr>
          <p:cNvPr id="316" name="lumia-token-stream-curve">
            <a:extLst>
              <a:ext uri="{FF2B5EF4-FFF2-40B4-BE49-F238E27FC236}">
                <a16:creationId xmlns:a16="http://schemas.microsoft.com/office/drawing/2014/main" id="{5AAB361B-DAFB-4367-8C7D-8A59F225F661}"/>
              </a:ext>
            </a:extLst>
          </p:cNvPr>
          <p:cNvSpPr>
            <a:spLocks noGrp="1"/>
          </p:cNvSpPr>
          <p:nvPr/>
        </p:nvSpPr>
        <p:spPr>
          <a:xfrm>
            <a:off x="9821242" y="4891507"/>
            <a:ext cx="294325" cy="9525"/>
          </a:xfrm>
          <a:custGeom>
            <a:avLst/>
            <a:gdLst/>
            <a:ahLst/>
            <a:cxnLst/>
            <a:rect l="0" t="0" r="0" b="0"/>
            <a:pathLst>
              <a:path w="294325" h="9525">
                <a:moveTo>
                  <a:pt x="0" y="3376"/>
                </a:moveTo>
                <a:lnTo>
                  <a:pt x="294325" y="0"/>
                </a:lnTo>
              </a:path>
            </a:pathLst>
          </a:custGeom>
          <a:noFill/>
          <a:ln w="8782">
            <a:solidFill>
              <a:srgbClr val="B0B422">
                <a:alpha val="5000"/>
              </a:srgbClr>
            </a:solidFill>
            <a:prstDash val="solid"/>
          </a:ln>
        </p:spPr>
      </p:sp>
      <p:sp>
        <p:nvSpPr>
          <p:cNvPr id="317" name="lumia-token-stream-curve">
            <a:extLst>
              <a:ext uri="{FF2B5EF4-FFF2-40B4-BE49-F238E27FC236}">
                <a16:creationId xmlns:a16="http://schemas.microsoft.com/office/drawing/2014/main" id="{9EE93D6C-F183-4CD5-8B2D-F5276D7435C6}"/>
              </a:ext>
            </a:extLst>
          </p:cNvPr>
          <p:cNvSpPr>
            <a:spLocks noGrp="1"/>
          </p:cNvSpPr>
          <p:nvPr/>
        </p:nvSpPr>
        <p:spPr>
          <a:xfrm>
            <a:off x="10115566" y="4889287"/>
            <a:ext cx="295063" cy="9525"/>
          </a:xfrm>
          <a:custGeom>
            <a:avLst/>
            <a:gdLst/>
            <a:ahLst/>
            <a:cxnLst/>
            <a:rect l="0" t="0" r="0" b="0"/>
            <a:pathLst>
              <a:path w="295063" h="9525">
                <a:moveTo>
                  <a:pt x="0" y="2220"/>
                </a:moveTo>
                <a:lnTo>
                  <a:pt x="295063" y="0"/>
                </a:lnTo>
              </a:path>
            </a:pathLst>
          </a:custGeom>
          <a:noFill/>
          <a:ln w="8905">
            <a:solidFill>
              <a:srgbClr val="9EB329">
                <a:alpha val="5000"/>
              </a:srgbClr>
            </a:solidFill>
            <a:prstDash val="solid"/>
          </a:ln>
        </p:spPr>
      </p:sp>
      <p:sp>
        <p:nvSpPr>
          <p:cNvPr id="318" name="lumia-token-stream-curve">
            <a:extLst>
              <a:ext uri="{FF2B5EF4-FFF2-40B4-BE49-F238E27FC236}">
                <a16:creationId xmlns:a16="http://schemas.microsoft.com/office/drawing/2014/main" id="{3460BD2F-FBC0-4C88-A1E9-741A9B287020}"/>
              </a:ext>
            </a:extLst>
          </p:cNvPr>
          <p:cNvSpPr>
            <a:spLocks noGrp="1"/>
          </p:cNvSpPr>
          <p:nvPr/>
        </p:nvSpPr>
        <p:spPr>
          <a:xfrm>
            <a:off x="10410629" y="4883114"/>
            <a:ext cx="295720" cy="9525"/>
          </a:xfrm>
          <a:custGeom>
            <a:avLst/>
            <a:gdLst/>
            <a:ahLst/>
            <a:cxnLst/>
            <a:rect l="0" t="0" r="0" b="0"/>
            <a:pathLst>
              <a:path w="295720" h="9525">
                <a:moveTo>
                  <a:pt x="0" y="6173"/>
                </a:moveTo>
                <a:lnTo>
                  <a:pt x="295720" y="0"/>
                </a:lnTo>
              </a:path>
            </a:pathLst>
          </a:custGeom>
          <a:noFill/>
          <a:ln w="9014">
            <a:solidFill>
              <a:srgbClr val="8CB130">
                <a:alpha val="5000"/>
              </a:srgbClr>
            </a:solidFill>
            <a:prstDash val="solid"/>
          </a:ln>
        </p:spPr>
      </p:sp>
      <p:sp>
        <p:nvSpPr>
          <p:cNvPr id="319" name="lumia-token-stream-curve">
            <a:extLst>
              <a:ext uri="{FF2B5EF4-FFF2-40B4-BE49-F238E27FC236}">
                <a16:creationId xmlns:a16="http://schemas.microsoft.com/office/drawing/2014/main" id="{723B156E-AAC8-4D4B-A2A3-306AF91E14DC}"/>
              </a:ext>
            </a:extLst>
          </p:cNvPr>
          <p:cNvSpPr>
            <a:spLocks noGrp="1"/>
          </p:cNvSpPr>
          <p:nvPr/>
        </p:nvSpPr>
        <p:spPr>
          <a:xfrm>
            <a:off x="10706350" y="4868318"/>
            <a:ext cx="296298" cy="14796"/>
          </a:xfrm>
          <a:custGeom>
            <a:avLst/>
            <a:gdLst/>
            <a:ahLst/>
            <a:cxnLst/>
            <a:rect l="0" t="0" r="0" b="0"/>
            <a:pathLst>
              <a:path w="296298" h="14796">
                <a:moveTo>
                  <a:pt x="0" y="14796"/>
                </a:moveTo>
                <a:lnTo>
                  <a:pt x="296298" y="0"/>
                </a:lnTo>
              </a:path>
            </a:pathLst>
          </a:custGeom>
          <a:noFill/>
          <a:ln w="9107">
            <a:solidFill>
              <a:srgbClr val="7BAF37">
                <a:alpha val="5000"/>
              </a:srgbClr>
            </a:solidFill>
            <a:prstDash val="solid"/>
          </a:ln>
        </p:spPr>
      </p:sp>
      <p:sp>
        <p:nvSpPr>
          <p:cNvPr id="320" name="lumia-token-stream-curve">
            <a:extLst>
              <a:ext uri="{FF2B5EF4-FFF2-40B4-BE49-F238E27FC236}">
                <a16:creationId xmlns:a16="http://schemas.microsoft.com/office/drawing/2014/main" id="{1A2A4D1C-6D63-4978-BC91-10C3BA3AD3EA}"/>
              </a:ext>
            </a:extLst>
          </p:cNvPr>
          <p:cNvSpPr>
            <a:spLocks noGrp="1"/>
          </p:cNvSpPr>
          <p:nvPr/>
        </p:nvSpPr>
        <p:spPr>
          <a:xfrm>
            <a:off x="11002647" y="4841332"/>
            <a:ext cx="296794" cy="26987"/>
          </a:xfrm>
          <a:custGeom>
            <a:avLst/>
            <a:gdLst/>
            <a:ahLst/>
            <a:cxnLst/>
            <a:rect l="0" t="0" r="0" b="0"/>
            <a:pathLst>
              <a:path w="296794" h="26987">
                <a:moveTo>
                  <a:pt x="0" y="26987"/>
                </a:moveTo>
                <a:lnTo>
                  <a:pt x="296794" y="0"/>
                </a:lnTo>
              </a:path>
            </a:pathLst>
          </a:custGeom>
          <a:noFill/>
          <a:ln w="9182">
            <a:solidFill>
              <a:srgbClr val="69AD3E">
                <a:alpha val="5000"/>
              </a:srgbClr>
            </a:solidFill>
            <a:prstDash val="solid"/>
          </a:ln>
        </p:spPr>
      </p:sp>
      <p:sp>
        <p:nvSpPr>
          <p:cNvPr id="321" name="lumia-token-stream-curve">
            <a:extLst>
              <a:ext uri="{FF2B5EF4-FFF2-40B4-BE49-F238E27FC236}">
                <a16:creationId xmlns:a16="http://schemas.microsoft.com/office/drawing/2014/main" id="{81A78B1D-EE7E-49B9-8872-0A2E32D506F6}"/>
              </a:ext>
            </a:extLst>
          </p:cNvPr>
          <p:cNvSpPr>
            <a:spLocks noGrp="1"/>
          </p:cNvSpPr>
          <p:nvPr/>
        </p:nvSpPr>
        <p:spPr>
          <a:xfrm>
            <a:off x="11299442" y="4800202"/>
            <a:ext cx="297211" cy="41129"/>
          </a:xfrm>
          <a:custGeom>
            <a:avLst/>
            <a:gdLst/>
            <a:ahLst/>
            <a:cxnLst/>
            <a:rect l="0" t="0" r="0" b="0"/>
            <a:pathLst>
              <a:path w="297211" h="41129">
                <a:moveTo>
                  <a:pt x="0" y="41129"/>
                </a:moveTo>
                <a:lnTo>
                  <a:pt x="297211" y="0"/>
                </a:lnTo>
              </a:path>
            </a:pathLst>
          </a:custGeom>
          <a:noFill/>
          <a:ln w="9238">
            <a:solidFill>
              <a:srgbClr val="57AC45">
                <a:alpha val="5000"/>
              </a:srgbClr>
            </a:solidFill>
            <a:prstDash val="solid"/>
          </a:ln>
        </p:spPr>
      </p:sp>
      <p:sp>
        <p:nvSpPr>
          <p:cNvPr id="322" name="lumia-token-stream-curve">
            <a:extLst>
              <a:ext uri="{FF2B5EF4-FFF2-40B4-BE49-F238E27FC236}">
                <a16:creationId xmlns:a16="http://schemas.microsoft.com/office/drawing/2014/main" id="{E623C21A-6FD6-4189-BEE1-7EA8727EEF13}"/>
              </a:ext>
            </a:extLst>
          </p:cNvPr>
          <p:cNvSpPr>
            <a:spLocks noGrp="1"/>
          </p:cNvSpPr>
          <p:nvPr/>
        </p:nvSpPr>
        <p:spPr>
          <a:xfrm>
            <a:off x="11596652" y="4744888"/>
            <a:ext cx="297546" cy="55314"/>
          </a:xfrm>
          <a:custGeom>
            <a:avLst/>
            <a:gdLst/>
            <a:ahLst/>
            <a:cxnLst/>
            <a:rect l="0" t="0" r="0" b="0"/>
            <a:pathLst>
              <a:path w="297546" h="55314">
                <a:moveTo>
                  <a:pt x="0" y="55314"/>
                </a:moveTo>
                <a:lnTo>
                  <a:pt x="297546" y="0"/>
                </a:lnTo>
              </a:path>
            </a:pathLst>
          </a:custGeom>
          <a:noFill/>
          <a:ln w="9273">
            <a:solidFill>
              <a:srgbClr val="46AA4C">
                <a:alpha val="5000"/>
              </a:srgbClr>
            </a:solidFill>
            <a:prstDash val="solid"/>
          </a:ln>
        </p:spPr>
      </p:sp>
      <p:sp>
        <p:nvSpPr>
          <p:cNvPr id="323" name="lumia-token-stream-curve">
            <a:extLst>
              <a:ext uri="{FF2B5EF4-FFF2-40B4-BE49-F238E27FC236}">
                <a16:creationId xmlns:a16="http://schemas.microsoft.com/office/drawing/2014/main" id="{5FB89733-E512-44DE-A3AE-4909A1191F57}"/>
              </a:ext>
            </a:extLst>
          </p:cNvPr>
          <p:cNvSpPr>
            <a:spLocks noGrp="1"/>
          </p:cNvSpPr>
          <p:nvPr/>
        </p:nvSpPr>
        <p:spPr>
          <a:xfrm>
            <a:off x="11894198" y="4677278"/>
            <a:ext cx="297802" cy="67610"/>
          </a:xfrm>
          <a:custGeom>
            <a:avLst/>
            <a:gdLst/>
            <a:ahLst/>
            <a:cxnLst/>
            <a:rect l="0" t="0" r="0" b="0"/>
            <a:pathLst>
              <a:path w="297802" h="67610">
                <a:moveTo>
                  <a:pt x="0" y="67610"/>
                </a:moveTo>
                <a:lnTo>
                  <a:pt x="297802" y="0"/>
                </a:lnTo>
              </a:path>
            </a:pathLst>
          </a:custGeom>
          <a:noFill/>
          <a:ln w="9285">
            <a:solidFill>
              <a:srgbClr val="34A853">
                <a:alpha val="5000"/>
              </a:srgbClr>
            </a:solidFill>
            <a:prstDash val="solid"/>
          </a:ln>
        </p:spPr>
      </p:sp>
      <p:sp>
        <p:nvSpPr>
          <p:cNvPr id="324" name="lumia-token-stream-curve">
            <a:extLst>
              <a:ext uri="{FF2B5EF4-FFF2-40B4-BE49-F238E27FC236}">
                <a16:creationId xmlns:a16="http://schemas.microsoft.com/office/drawing/2014/main" id="{42D408D7-BCE3-4F9D-9B54-221A62DE6F3D}"/>
              </a:ext>
            </a:extLst>
          </p:cNvPr>
          <p:cNvSpPr>
            <a:spLocks noGrp="1"/>
          </p:cNvSpPr>
          <p:nvPr/>
        </p:nvSpPr>
        <p:spPr>
          <a:xfrm>
            <a:off x="104306" y="6238289"/>
            <a:ext cx="200952" cy="9525"/>
          </a:xfrm>
          <a:custGeom>
            <a:avLst/>
            <a:gdLst/>
            <a:ahLst/>
            <a:cxnLst/>
            <a:rect l="0" t="0" r="0" b="0"/>
            <a:pathLst>
              <a:path w="200952" h="9525">
                <a:moveTo>
                  <a:pt x="0" y="0"/>
                </a:moveTo>
                <a:lnTo>
                  <a:pt x="200952" y="7686"/>
                </a:lnTo>
              </a:path>
            </a:pathLst>
          </a:custGeom>
          <a:noFill/>
          <a:ln w="6199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325" name="lumia-token-stream-curve">
            <a:extLst>
              <a:ext uri="{FF2B5EF4-FFF2-40B4-BE49-F238E27FC236}">
                <a16:creationId xmlns:a16="http://schemas.microsoft.com/office/drawing/2014/main" id="{17952A67-9023-4BC6-A81C-F68164840D63}"/>
              </a:ext>
            </a:extLst>
          </p:cNvPr>
          <p:cNvSpPr>
            <a:spLocks noGrp="1"/>
          </p:cNvSpPr>
          <p:nvPr/>
        </p:nvSpPr>
        <p:spPr>
          <a:xfrm>
            <a:off x="305258" y="6245975"/>
            <a:ext cx="204824" cy="9525"/>
          </a:xfrm>
          <a:custGeom>
            <a:avLst/>
            <a:gdLst/>
            <a:ahLst/>
            <a:cxnLst/>
            <a:rect l="0" t="0" r="0" b="0"/>
            <a:pathLst>
              <a:path w="204824" h="9525">
                <a:moveTo>
                  <a:pt x="0" y="0"/>
                </a:moveTo>
                <a:lnTo>
                  <a:pt x="204824" y="13"/>
                </a:lnTo>
              </a:path>
            </a:pathLst>
          </a:custGeom>
          <a:noFill/>
          <a:ln w="6199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326" name="lumia-token-stream-curve">
            <a:extLst>
              <a:ext uri="{FF2B5EF4-FFF2-40B4-BE49-F238E27FC236}">
                <a16:creationId xmlns:a16="http://schemas.microsoft.com/office/drawing/2014/main" id="{641CBD4B-345B-42A0-B6C3-7969001C8A12}"/>
              </a:ext>
            </a:extLst>
          </p:cNvPr>
          <p:cNvSpPr>
            <a:spLocks noGrp="1"/>
          </p:cNvSpPr>
          <p:nvPr/>
        </p:nvSpPr>
        <p:spPr>
          <a:xfrm>
            <a:off x="510081" y="6237366"/>
            <a:ext cx="208619" cy="9525"/>
          </a:xfrm>
          <a:custGeom>
            <a:avLst/>
            <a:gdLst/>
            <a:ahLst/>
            <a:cxnLst/>
            <a:rect l="0" t="0" r="0" b="0"/>
            <a:pathLst>
              <a:path w="208619" h="9525">
                <a:moveTo>
                  <a:pt x="0" y="8622"/>
                </a:moveTo>
                <a:lnTo>
                  <a:pt x="208619" y="0"/>
                </a:lnTo>
              </a:path>
            </a:pathLst>
          </a:custGeom>
          <a:noFill/>
          <a:ln w="6199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327" name="lumia-token-stream-curve">
            <a:extLst>
              <a:ext uri="{FF2B5EF4-FFF2-40B4-BE49-F238E27FC236}">
                <a16:creationId xmlns:a16="http://schemas.microsoft.com/office/drawing/2014/main" id="{4A2F37C8-9341-4549-A7D3-6EA26487735A}"/>
              </a:ext>
            </a:extLst>
          </p:cNvPr>
          <p:cNvSpPr>
            <a:spLocks noGrp="1"/>
          </p:cNvSpPr>
          <p:nvPr/>
        </p:nvSpPr>
        <p:spPr>
          <a:xfrm>
            <a:off x="718700" y="6219589"/>
            <a:ext cx="212337" cy="17777"/>
          </a:xfrm>
          <a:custGeom>
            <a:avLst/>
            <a:gdLst/>
            <a:ahLst/>
            <a:cxnLst/>
            <a:rect l="0" t="0" r="0" b="0"/>
            <a:pathLst>
              <a:path w="212337" h="17777">
                <a:moveTo>
                  <a:pt x="0" y="17777"/>
                </a:moveTo>
                <a:lnTo>
                  <a:pt x="212337" y="0"/>
                </a:lnTo>
              </a:path>
            </a:pathLst>
          </a:custGeom>
          <a:noFill/>
          <a:ln w="6199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328" name="lumia-token-stream-curve">
            <a:extLst>
              <a:ext uri="{FF2B5EF4-FFF2-40B4-BE49-F238E27FC236}">
                <a16:creationId xmlns:a16="http://schemas.microsoft.com/office/drawing/2014/main" id="{E4410207-B66A-43CE-A596-2515B819775D}"/>
              </a:ext>
            </a:extLst>
          </p:cNvPr>
          <p:cNvSpPr>
            <a:spLocks noGrp="1"/>
          </p:cNvSpPr>
          <p:nvPr/>
        </p:nvSpPr>
        <p:spPr>
          <a:xfrm>
            <a:off x="931037" y="6192684"/>
            <a:ext cx="215979" cy="26905"/>
          </a:xfrm>
          <a:custGeom>
            <a:avLst/>
            <a:gdLst/>
            <a:ahLst/>
            <a:cxnLst/>
            <a:rect l="0" t="0" r="0" b="0"/>
            <a:pathLst>
              <a:path w="215979" h="26905">
                <a:moveTo>
                  <a:pt x="0" y="26905"/>
                </a:moveTo>
                <a:lnTo>
                  <a:pt x="215979" y="0"/>
                </a:lnTo>
              </a:path>
            </a:pathLst>
          </a:custGeom>
          <a:noFill/>
          <a:ln w="6199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329" name="lumia-token-stream-curve">
            <a:extLst>
              <a:ext uri="{FF2B5EF4-FFF2-40B4-BE49-F238E27FC236}">
                <a16:creationId xmlns:a16="http://schemas.microsoft.com/office/drawing/2014/main" id="{5BD55558-8D49-48BA-A913-31BB648D034D}"/>
              </a:ext>
            </a:extLst>
          </p:cNvPr>
          <p:cNvSpPr>
            <a:spLocks noGrp="1"/>
          </p:cNvSpPr>
          <p:nvPr/>
        </p:nvSpPr>
        <p:spPr>
          <a:xfrm>
            <a:off x="1147016" y="6157285"/>
            <a:ext cx="219544" cy="35398"/>
          </a:xfrm>
          <a:custGeom>
            <a:avLst/>
            <a:gdLst/>
            <a:ahLst/>
            <a:cxnLst/>
            <a:rect l="0" t="0" r="0" b="0"/>
            <a:pathLst>
              <a:path w="219544" h="35398">
                <a:moveTo>
                  <a:pt x="0" y="35398"/>
                </a:moveTo>
                <a:lnTo>
                  <a:pt x="219544" y="0"/>
                </a:lnTo>
              </a:path>
            </a:pathLst>
          </a:custGeom>
          <a:noFill/>
          <a:ln w="6199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330" name="lumia-token-stream-curve">
            <a:extLst>
              <a:ext uri="{FF2B5EF4-FFF2-40B4-BE49-F238E27FC236}">
                <a16:creationId xmlns:a16="http://schemas.microsoft.com/office/drawing/2014/main" id="{4E99F9A4-A15C-4615-B764-84CE0C279BD6}"/>
              </a:ext>
            </a:extLst>
          </p:cNvPr>
          <p:cNvSpPr>
            <a:spLocks noGrp="1"/>
          </p:cNvSpPr>
          <p:nvPr/>
        </p:nvSpPr>
        <p:spPr>
          <a:xfrm>
            <a:off x="1366560" y="6114657"/>
            <a:ext cx="223033" cy="42629"/>
          </a:xfrm>
          <a:custGeom>
            <a:avLst/>
            <a:gdLst/>
            <a:ahLst/>
            <a:cxnLst/>
            <a:rect l="0" t="0" r="0" b="0"/>
            <a:pathLst>
              <a:path w="223033" h="42629">
                <a:moveTo>
                  <a:pt x="0" y="42629"/>
                </a:moveTo>
                <a:lnTo>
                  <a:pt x="223033" y="0"/>
                </a:lnTo>
              </a:path>
            </a:pathLst>
          </a:custGeom>
          <a:noFill/>
          <a:ln w="6199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331" name="lumia-token-stream-curve">
            <a:extLst>
              <a:ext uri="{FF2B5EF4-FFF2-40B4-BE49-F238E27FC236}">
                <a16:creationId xmlns:a16="http://schemas.microsoft.com/office/drawing/2014/main" id="{25F0ED64-8830-485C-A2D8-E42766AE8131}"/>
              </a:ext>
            </a:extLst>
          </p:cNvPr>
          <p:cNvSpPr>
            <a:spLocks noGrp="1"/>
          </p:cNvSpPr>
          <p:nvPr/>
        </p:nvSpPr>
        <p:spPr>
          <a:xfrm>
            <a:off x="1589593" y="6066646"/>
            <a:ext cx="226445" cy="48010"/>
          </a:xfrm>
          <a:custGeom>
            <a:avLst/>
            <a:gdLst/>
            <a:ahLst/>
            <a:cxnLst/>
            <a:rect l="0" t="0" r="0" b="0"/>
            <a:pathLst>
              <a:path w="226445" h="48010">
                <a:moveTo>
                  <a:pt x="0" y="48010"/>
                </a:moveTo>
                <a:lnTo>
                  <a:pt x="226445" y="0"/>
                </a:lnTo>
              </a:path>
            </a:pathLst>
          </a:custGeom>
          <a:noFill/>
          <a:ln w="6199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332" name="lumia-token-stream-curve">
            <a:extLst>
              <a:ext uri="{FF2B5EF4-FFF2-40B4-BE49-F238E27FC236}">
                <a16:creationId xmlns:a16="http://schemas.microsoft.com/office/drawing/2014/main" id="{327B8ACA-520A-4F7D-90AB-9F7CDA794997}"/>
              </a:ext>
            </a:extLst>
          </p:cNvPr>
          <p:cNvSpPr>
            <a:spLocks noGrp="1"/>
          </p:cNvSpPr>
          <p:nvPr/>
        </p:nvSpPr>
        <p:spPr>
          <a:xfrm>
            <a:off x="1816037" y="6015586"/>
            <a:ext cx="229780" cy="51061"/>
          </a:xfrm>
          <a:custGeom>
            <a:avLst/>
            <a:gdLst/>
            <a:ahLst/>
            <a:cxnLst/>
            <a:rect l="0" t="0" r="0" b="0"/>
            <a:pathLst>
              <a:path w="229780" h="51061">
                <a:moveTo>
                  <a:pt x="0" y="51061"/>
                </a:moveTo>
                <a:lnTo>
                  <a:pt x="229780" y="0"/>
                </a:lnTo>
              </a:path>
            </a:pathLst>
          </a:custGeom>
          <a:noFill/>
          <a:ln w="6199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333" name="lumia-token-stream-curve">
            <a:extLst>
              <a:ext uri="{FF2B5EF4-FFF2-40B4-BE49-F238E27FC236}">
                <a16:creationId xmlns:a16="http://schemas.microsoft.com/office/drawing/2014/main" id="{37E5133D-AA8A-4EDD-8644-94EA6B17164F}"/>
              </a:ext>
            </a:extLst>
          </p:cNvPr>
          <p:cNvSpPr>
            <a:spLocks noGrp="1"/>
          </p:cNvSpPr>
          <p:nvPr/>
        </p:nvSpPr>
        <p:spPr>
          <a:xfrm>
            <a:off x="2045817" y="5964122"/>
            <a:ext cx="233039" cy="51464"/>
          </a:xfrm>
          <a:custGeom>
            <a:avLst/>
            <a:gdLst/>
            <a:ahLst/>
            <a:cxnLst/>
            <a:rect l="0" t="0" r="0" b="0"/>
            <a:pathLst>
              <a:path w="233039" h="51464">
                <a:moveTo>
                  <a:pt x="0" y="51464"/>
                </a:moveTo>
                <a:lnTo>
                  <a:pt x="233039" y="0"/>
                </a:lnTo>
              </a:path>
            </a:pathLst>
          </a:custGeom>
          <a:noFill/>
          <a:ln w="6199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334" name="lumia-token-stream-curve">
            <a:extLst>
              <a:ext uri="{FF2B5EF4-FFF2-40B4-BE49-F238E27FC236}">
                <a16:creationId xmlns:a16="http://schemas.microsoft.com/office/drawing/2014/main" id="{279EC4F0-84A6-45F6-9117-93B9F159B550}"/>
              </a:ext>
            </a:extLst>
          </p:cNvPr>
          <p:cNvSpPr>
            <a:spLocks noGrp="1"/>
          </p:cNvSpPr>
          <p:nvPr/>
        </p:nvSpPr>
        <p:spPr>
          <a:xfrm>
            <a:off x="2278856" y="5914999"/>
            <a:ext cx="236221" cy="49122"/>
          </a:xfrm>
          <a:custGeom>
            <a:avLst/>
            <a:gdLst/>
            <a:ahLst/>
            <a:cxnLst/>
            <a:rect l="0" t="0" r="0" b="0"/>
            <a:pathLst>
              <a:path w="236221" h="49122">
                <a:moveTo>
                  <a:pt x="0" y="49122"/>
                </a:moveTo>
                <a:lnTo>
                  <a:pt x="236221" y="0"/>
                </a:lnTo>
              </a:path>
            </a:pathLst>
          </a:custGeom>
          <a:noFill/>
          <a:ln w="6199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335" name="lumia-token-stream-curve">
            <a:extLst>
              <a:ext uri="{FF2B5EF4-FFF2-40B4-BE49-F238E27FC236}">
                <a16:creationId xmlns:a16="http://schemas.microsoft.com/office/drawing/2014/main" id="{FE522F12-4192-4D96-ABD1-01B9EF42AD3C}"/>
              </a:ext>
            </a:extLst>
          </p:cNvPr>
          <p:cNvSpPr>
            <a:spLocks noGrp="1"/>
          </p:cNvSpPr>
          <p:nvPr/>
        </p:nvSpPr>
        <p:spPr>
          <a:xfrm>
            <a:off x="2515076" y="5870807"/>
            <a:ext cx="239326" cy="44192"/>
          </a:xfrm>
          <a:custGeom>
            <a:avLst/>
            <a:gdLst/>
            <a:ahLst/>
            <a:cxnLst/>
            <a:rect l="0" t="0" r="0" b="0"/>
            <a:pathLst>
              <a:path w="239326" h="44192">
                <a:moveTo>
                  <a:pt x="0" y="44192"/>
                </a:moveTo>
                <a:lnTo>
                  <a:pt x="239326" y="0"/>
                </a:lnTo>
              </a:path>
            </a:pathLst>
          </a:custGeom>
          <a:noFill/>
          <a:ln w="6199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336" name="lumia-token-stream-curve">
            <a:extLst>
              <a:ext uri="{FF2B5EF4-FFF2-40B4-BE49-F238E27FC236}">
                <a16:creationId xmlns:a16="http://schemas.microsoft.com/office/drawing/2014/main" id="{4880E6C7-C994-4129-9A10-DD6F172C7966}"/>
              </a:ext>
            </a:extLst>
          </p:cNvPr>
          <p:cNvSpPr>
            <a:spLocks noGrp="1"/>
          </p:cNvSpPr>
          <p:nvPr/>
        </p:nvSpPr>
        <p:spPr>
          <a:xfrm>
            <a:off x="2754402" y="5833706"/>
            <a:ext cx="242355" cy="37101"/>
          </a:xfrm>
          <a:custGeom>
            <a:avLst/>
            <a:gdLst/>
            <a:ahLst/>
            <a:cxnLst/>
            <a:rect l="0" t="0" r="0" b="0"/>
            <a:pathLst>
              <a:path w="242355" h="37101">
                <a:moveTo>
                  <a:pt x="0" y="37101"/>
                </a:moveTo>
                <a:lnTo>
                  <a:pt x="242355" y="0"/>
                </a:lnTo>
              </a:path>
            </a:pathLst>
          </a:custGeom>
          <a:noFill/>
          <a:ln w="6199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337" name="lumia-token-stream-curve">
            <a:extLst>
              <a:ext uri="{FF2B5EF4-FFF2-40B4-BE49-F238E27FC236}">
                <a16:creationId xmlns:a16="http://schemas.microsoft.com/office/drawing/2014/main" id="{6201D4DF-7113-4482-A0BC-F7BDB079E548}"/>
              </a:ext>
            </a:extLst>
          </p:cNvPr>
          <p:cNvSpPr>
            <a:spLocks noGrp="1"/>
          </p:cNvSpPr>
          <p:nvPr/>
        </p:nvSpPr>
        <p:spPr>
          <a:xfrm>
            <a:off x="2996757" y="5805180"/>
            <a:ext cx="245307" cy="28527"/>
          </a:xfrm>
          <a:custGeom>
            <a:avLst/>
            <a:gdLst/>
            <a:ahLst/>
            <a:cxnLst/>
            <a:rect l="0" t="0" r="0" b="0"/>
            <a:pathLst>
              <a:path w="245307" h="28527">
                <a:moveTo>
                  <a:pt x="0" y="28527"/>
                </a:moveTo>
                <a:lnTo>
                  <a:pt x="245307" y="0"/>
                </a:lnTo>
              </a:path>
            </a:pathLst>
          </a:custGeom>
          <a:noFill/>
          <a:ln w="6199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338" name="lumia-token-stream-curve">
            <a:extLst>
              <a:ext uri="{FF2B5EF4-FFF2-40B4-BE49-F238E27FC236}">
                <a16:creationId xmlns:a16="http://schemas.microsoft.com/office/drawing/2014/main" id="{DDF80EC0-3561-4B52-AF77-AD252DF4E38E}"/>
              </a:ext>
            </a:extLst>
          </p:cNvPr>
          <p:cNvSpPr>
            <a:spLocks noGrp="1"/>
          </p:cNvSpPr>
          <p:nvPr/>
        </p:nvSpPr>
        <p:spPr>
          <a:xfrm>
            <a:off x="3242064" y="5785821"/>
            <a:ext cx="248182" cy="19359"/>
          </a:xfrm>
          <a:custGeom>
            <a:avLst/>
            <a:gdLst/>
            <a:ahLst/>
            <a:cxnLst/>
            <a:rect l="0" t="0" r="0" b="0"/>
            <a:pathLst>
              <a:path w="248182" h="19359">
                <a:moveTo>
                  <a:pt x="0" y="19359"/>
                </a:moveTo>
                <a:lnTo>
                  <a:pt x="248182" y="0"/>
                </a:lnTo>
              </a:path>
            </a:pathLst>
          </a:custGeom>
          <a:noFill/>
          <a:ln w="6199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339" name="lumia-token-stream-curve">
            <a:extLst>
              <a:ext uri="{FF2B5EF4-FFF2-40B4-BE49-F238E27FC236}">
                <a16:creationId xmlns:a16="http://schemas.microsoft.com/office/drawing/2014/main" id="{29A4C64D-4BD4-476B-B074-4F76AD4E895C}"/>
              </a:ext>
            </a:extLst>
          </p:cNvPr>
          <p:cNvSpPr>
            <a:spLocks noGrp="1"/>
          </p:cNvSpPr>
          <p:nvPr/>
        </p:nvSpPr>
        <p:spPr>
          <a:xfrm>
            <a:off x="3490246" y="5775203"/>
            <a:ext cx="250981" cy="10618"/>
          </a:xfrm>
          <a:custGeom>
            <a:avLst/>
            <a:gdLst/>
            <a:ahLst/>
            <a:cxnLst/>
            <a:rect l="0" t="0" r="0" b="0"/>
            <a:pathLst>
              <a:path w="250981" h="10618">
                <a:moveTo>
                  <a:pt x="0" y="10618"/>
                </a:moveTo>
                <a:lnTo>
                  <a:pt x="250981" y="0"/>
                </a:lnTo>
              </a:path>
            </a:pathLst>
          </a:custGeom>
          <a:noFill/>
          <a:ln w="6199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340" name="lumia-token-stream-curve">
            <a:extLst>
              <a:ext uri="{FF2B5EF4-FFF2-40B4-BE49-F238E27FC236}">
                <a16:creationId xmlns:a16="http://schemas.microsoft.com/office/drawing/2014/main" id="{B6FF9F31-F0B9-474E-88D7-6115627D5E15}"/>
              </a:ext>
            </a:extLst>
          </p:cNvPr>
          <p:cNvSpPr>
            <a:spLocks noGrp="1"/>
          </p:cNvSpPr>
          <p:nvPr/>
        </p:nvSpPr>
        <p:spPr>
          <a:xfrm>
            <a:off x="3741227" y="5771847"/>
            <a:ext cx="253703" cy="9525"/>
          </a:xfrm>
          <a:custGeom>
            <a:avLst/>
            <a:gdLst/>
            <a:ahLst/>
            <a:cxnLst/>
            <a:rect l="0" t="0" r="0" b="0"/>
            <a:pathLst>
              <a:path w="253703" h="9525">
                <a:moveTo>
                  <a:pt x="0" y="3356"/>
                </a:moveTo>
                <a:lnTo>
                  <a:pt x="253703" y="0"/>
                </a:lnTo>
              </a:path>
            </a:pathLst>
          </a:custGeom>
          <a:noFill/>
          <a:ln w="6199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341" name="lumia-token-stream-curve">
            <a:extLst>
              <a:ext uri="{FF2B5EF4-FFF2-40B4-BE49-F238E27FC236}">
                <a16:creationId xmlns:a16="http://schemas.microsoft.com/office/drawing/2014/main" id="{1CE04F49-09AA-4BAB-839D-E3757B942506}"/>
              </a:ext>
            </a:extLst>
          </p:cNvPr>
          <p:cNvSpPr>
            <a:spLocks noGrp="1"/>
          </p:cNvSpPr>
          <p:nvPr/>
        </p:nvSpPr>
        <p:spPr>
          <a:xfrm>
            <a:off x="3994931" y="5771847"/>
            <a:ext cx="256349" cy="9525"/>
          </a:xfrm>
          <a:custGeom>
            <a:avLst/>
            <a:gdLst/>
            <a:ahLst/>
            <a:cxnLst/>
            <a:rect l="0" t="0" r="0" b="0"/>
            <a:pathLst>
              <a:path w="256349" h="9525">
                <a:moveTo>
                  <a:pt x="0" y="0"/>
                </a:moveTo>
                <a:lnTo>
                  <a:pt x="256349" y="1455"/>
                </a:lnTo>
              </a:path>
            </a:pathLst>
          </a:custGeom>
          <a:noFill/>
          <a:ln w="6218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342" name="lumia-token-stream-curve">
            <a:extLst>
              <a:ext uri="{FF2B5EF4-FFF2-40B4-BE49-F238E27FC236}">
                <a16:creationId xmlns:a16="http://schemas.microsoft.com/office/drawing/2014/main" id="{C455C6F5-D146-4D8F-B004-17FD64F85134}"/>
              </a:ext>
            </a:extLst>
          </p:cNvPr>
          <p:cNvSpPr>
            <a:spLocks noGrp="1"/>
          </p:cNvSpPr>
          <p:nvPr/>
        </p:nvSpPr>
        <p:spPr>
          <a:xfrm>
            <a:off x="4251279" y="5773302"/>
            <a:ext cx="258918" cy="9525"/>
          </a:xfrm>
          <a:custGeom>
            <a:avLst/>
            <a:gdLst/>
            <a:ahLst/>
            <a:cxnLst/>
            <a:rect l="0" t="0" r="0" b="0"/>
            <a:pathLst>
              <a:path w="258918" h="9525">
                <a:moveTo>
                  <a:pt x="0" y="0"/>
                </a:moveTo>
                <a:lnTo>
                  <a:pt x="258918" y="3050"/>
                </a:lnTo>
              </a:path>
            </a:pathLst>
          </a:custGeom>
          <a:noFill/>
          <a:ln w="6261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343" name="lumia-token-stream-curve">
            <a:extLst>
              <a:ext uri="{FF2B5EF4-FFF2-40B4-BE49-F238E27FC236}">
                <a16:creationId xmlns:a16="http://schemas.microsoft.com/office/drawing/2014/main" id="{615C54EA-9A48-4A85-B3F7-365E652357F5}"/>
              </a:ext>
            </a:extLst>
          </p:cNvPr>
          <p:cNvSpPr>
            <a:spLocks noGrp="1"/>
          </p:cNvSpPr>
          <p:nvPr/>
        </p:nvSpPr>
        <p:spPr>
          <a:xfrm>
            <a:off x="4510197" y="5776352"/>
            <a:ext cx="261410" cy="9525"/>
          </a:xfrm>
          <a:custGeom>
            <a:avLst/>
            <a:gdLst/>
            <a:ahLst/>
            <a:cxnLst/>
            <a:rect l="0" t="0" r="0" b="0"/>
            <a:pathLst>
              <a:path w="261410" h="9525">
                <a:moveTo>
                  <a:pt x="0" y="0"/>
                </a:moveTo>
                <a:lnTo>
                  <a:pt x="261410" y="972"/>
                </a:lnTo>
              </a:path>
            </a:pathLst>
          </a:custGeom>
          <a:noFill/>
          <a:ln w="6326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344" name="lumia-token-stream-curve">
            <a:extLst>
              <a:ext uri="{FF2B5EF4-FFF2-40B4-BE49-F238E27FC236}">
                <a16:creationId xmlns:a16="http://schemas.microsoft.com/office/drawing/2014/main" id="{1F299442-499C-4D7D-9CB3-8582FD6970E6}"/>
              </a:ext>
            </a:extLst>
          </p:cNvPr>
          <p:cNvSpPr>
            <a:spLocks noGrp="1"/>
          </p:cNvSpPr>
          <p:nvPr/>
        </p:nvSpPr>
        <p:spPr>
          <a:xfrm>
            <a:off x="4771607" y="5772478"/>
            <a:ext cx="263826" cy="9525"/>
          </a:xfrm>
          <a:custGeom>
            <a:avLst/>
            <a:gdLst/>
            <a:ahLst/>
            <a:cxnLst/>
            <a:rect l="0" t="0" r="0" b="0"/>
            <a:pathLst>
              <a:path w="263826" h="9525">
                <a:moveTo>
                  <a:pt x="0" y="4845"/>
                </a:moveTo>
                <a:lnTo>
                  <a:pt x="263826" y="0"/>
                </a:lnTo>
              </a:path>
            </a:pathLst>
          </a:custGeom>
          <a:noFill/>
          <a:ln w="6411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345" name="lumia-token-stream-curve">
            <a:extLst>
              <a:ext uri="{FF2B5EF4-FFF2-40B4-BE49-F238E27FC236}">
                <a16:creationId xmlns:a16="http://schemas.microsoft.com/office/drawing/2014/main" id="{EEECBFFD-A507-4BB4-A2DE-C0ABC95D49F4}"/>
              </a:ext>
            </a:extLst>
          </p:cNvPr>
          <p:cNvSpPr>
            <a:spLocks noGrp="1"/>
          </p:cNvSpPr>
          <p:nvPr/>
        </p:nvSpPr>
        <p:spPr>
          <a:xfrm>
            <a:off x="5035433" y="5758445"/>
            <a:ext cx="266165" cy="14034"/>
          </a:xfrm>
          <a:custGeom>
            <a:avLst/>
            <a:gdLst/>
            <a:ahLst/>
            <a:cxnLst/>
            <a:rect l="0" t="0" r="0" b="0"/>
            <a:pathLst>
              <a:path w="266165" h="14034">
                <a:moveTo>
                  <a:pt x="0" y="14034"/>
                </a:moveTo>
                <a:lnTo>
                  <a:pt x="266165" y="0"/>
                </a:lnTo>
              </a:path>
            </a:pathLst>
          </a:custGeom>
          <a:noFill/>
          <a:ln w="6515">
            <a:solidFill>
              <a:srgbClr val="D74242">
                <a:alpha val="3000"/>
              </a:srgbClr>
            </a:solidFill>
            <a:prstDash val="solid"/>
          </a:ln>
        </p:spPr>
      </p:sp>
      <p:sp>
        <p:nvSpPr>
          <p:cNvPr id="346" name="lumia-token-stream-curve">
            <a:extLst>
              <a:ext uri="{FF2B5EF4-FFF2-40B4-BE49-F238E27FC236}">
                <a16:creationId xmlns:a16="http://schemas.microsoft.com/office/drawing/2014/main" id="{DD60965C-EB0A-4B21-B635-92FE4C598F98}"/>
              </a:ext>
            </a:extLst>
          </p:cNvPr>
          <p:cNvSpPr>
            <a:spLocks noGrp="1"/>
          </p:cNvSpPr>
          <p:nvPr/>
        </p:nvSpPr>
        <p:spPr>
          <a:xfrm>
            <a:off x="5301598" y="5732641"/>
            <a:ext cx="268427" cy="25803"/>
          </a:xfrm>
          <a:custGeom>
            <a:avLst/>
            <a:gdLst/>
            <a:ahLst/>
            <a:cxnLst/>
            <a:rect l="0" t="0" r="0" b="0"/>
            <a:pathLst>
              <a:path w="268427" h="25803">
                <a:moveTo>
                  <a:pt x="0" y="25803"/>
                </a:moveTo>
                <a:lnTo>
                  <a:pt x="268427" y="0"/>
                </a:lnTo>
              </a:path>
            </a:pathLst>
          </a:custGeom>
          <a:noFill/>
          <a:ln w="6635">
            <a:solidFill>
              <a:srgbClr val="E44339">
                <a:alpha val="3000"/>
              </a:srgbClr>
            </a:solidFill>
            <a:prstDash val="solid"/>
          </a:ln>
        </p:spPr>
      </p:sp>
      <p:sp>
        <p:nvSpPr>
          <p:cNvPr id="347" name="lumia-token-stream-curve">
            <a:extLst>
              <a:ext uri="{FF2B5EF4-FFF2-40B4-BE49-F238E27FC236}">
                <a16:creationId xmlns:a16="http://schemas.microsoft.com/office/drawing/2014/main" id="{405FF9FD-14A5-493B-903C-CB758D1EEEDA}"/>
              </a:ext>
            </a:extLst>
          </p:cNvPr>
          <p:cNvSpPr>
            <a:spLocks noGrp="1"/>
          </p:cNvSpPr>
          <p:nvPr/>
        </p:nvSpPr>
        <p:spPr>
          <a:xfrm>
            <a:off x="5570025" y="5693636"/>
            <a:ext cx="270613" cy="39006"/>
          </a:xfrm>
          <a:custGeom>
            <a:avLst/>
            <a:gdLst/>
            <a:ahLst/>
            <a:cxnLst/>
            <a:rect l="0" t="0" r="0" b="0"/>
            <a:pathLst>
              <a:path w="270613" h="39006">
                <a:moveTo>
                  <a:pt x="0" y="39006"/>
                </a:moveTo>
                <a:lnTo>
                  <a:pt x="270613" y="0"/>
                </a:lnTo>
              </a:path>
            </a:pathLst>
          </a:custGeom>
          <a:noFill/>
          <a:ln w="6771">
            <a:solidFill>
              <a:srgbClr val="EB4833">
                <a:alpha val="3000"/>
              </a:srgbClr>
            </a:solidFill>
            <a:prstDash val="solid"/>
          </a:ln>
        </p:spPr>
      </p:sp>
      <p:sp>
        <p:nvSpPr>
          <p:cNvPr id="348" name="lumia-token-stream-curve">
            <a:extLst>
              <a:ext uri="{FF2B5EF4-FFF2-40B4-BE49-F238E27FC236}">
                <a16:creationId xmlns:a16="http://schemas.microsoft.com/office/drawing/2014/main" id="{0555E5EC-D39C-4429-965B-A7EE4250AFB0}"/>
              </a:ext>
            </a:extLst>
          </p:cNvPr>
          <p:cNvSpPr>
            <a:spLocks noGrp="1"/>
          </p:cNvSpPr>
          <p:nvPr/>
        </p:nvSpPr>
        <p:spPr>
          <a:xfrm>
            <a:off x="5840638" y="5641386"/>
            <a:ext cx="272722" cy="52249"/>
          </a:xfrm>
          <a:custGeom>
            <a:avLst/>
            <a:gdLst/>
            <a:ahLst/>
            <a:cxnLst/>
            <a:rect l="0" t="0" r="0" b="0"/>
            <a:pathLst>
              <a:path w="272722" h="52249">
                <a:moveTo>
                  <a:pt x="0" y="52249"/>
                </a:moveTo>
                <a:lnTo>
                  <a:pt x="272722" y="0"/>
                </a:lnTo>
              </a:path>
            </a:pathLst>
          </a:custGeom>
          <a:noFill/>
          <a:ln w="6919">
            <a:solidFill>
              <a:srgbClr val="EC532F">
                <a:alpha val="3000"/>
              </a:srgbClr>
            </a:solidFill>
            <a:prstDash val="solid"/>
          </a:ln>
        </p:spPr>
      </p:sp>
      <p:sp>
        <p:nvSpPr>
          <p:cNvPr id="349" name="lumia-token-stream-curve">
            <a:extLst>
              <a:ext uri="{FF2B5EF4-FFF2-40B4-BE49-F238E27FC236}">
                <a16:creationId xmlns:a16="http://schemas.microsoft.com/office/drawing/2014/main" id="{EABE0561-FE9F-4955-93F9-B8CF9488056D}"/>
              </a:ext>
            </a:extLst>
          </p:cNvPr>
          <p:cNvSpPr>
            <a:spLocks noGrp="1"/>
          </p:cNvSpPr>
          <p:nvPr/>
        </p:nvSpPr>
        <p:spPr>
          <a:xfrm>
            <a:off x="6113359" y="5577330"/>
            <a:ext cx="274754" cy="64056"/>
          </a:xfrm>
          <a:custGeom>
            <a:avLst/>
            <a:gdLst/>
            <a:ahLst/>
            <a:cxnLst/>
            <a:rect l="0" t="0" r="0" b="0"/>
            <a:pathLst>
              <a:path w="274754" h="64056">
                <a:moveTo>
                  <a:pt x="0" y="64056"/>
                </a:moveTo>
                <a:lnTo>
                  <a:pt x="274754" y="0"/>
                </a:lnTo>
              </a:path>
            </a:pathLst>
          </a:custGeom>
          <a:noFill/>
          <a:ln w="7079">
            <a:solidFill>
              <a:srgbClr val="EE5E2A">
                <a:alpha val="3000"/>
              </a:srgbClr>
            </a:solidFill>
            <a:prstDash val="solid"/>
          </a:ln>
        </p:spPr>
      </p:sp>
      <p:sp>
        <p:nvSpPr>
          <p:cNvPr id="350" name="lumia-token-stream-curve">
            <a:extLst>
              <a:ext uri="{FF2B5EF4-FFF2-40B4-BE49-F238E27FC236}">
                <a16:creationId xmlns:a16="http://schemas.microsoft.com/office/drawing/2014/main" id="{F13311D2-99A4-46C3-893F-ECED9E9B9A42}"/>
              </a:ext>
            </a:extLst>
          </p:cNvPr>
          <p:cNvSpPr>
            <a:spLocks noGrp="1"/>
          </p:cNvSpPr>
          <p:nvPr/>
        </p:nvSpPr>
        <p:spPr>
          <a:xfrm>
            <a:off x="6388114" y="5504284"/>
            <a:ext cx="276710" cy="73046"/>
          </a:xfrm>
          <a:custGeom>
            <a:avLst/>
            <a:gdLst/>
            <a:ahLst/>
            <a:cxnLst/>
            <a:rect l="0" t="0" r="0" b="0"/>
            <a:pathLst>
              <a:path w="276710" h="73046">
                <a:moveTo>
                  <a:pt x="0" y="73046"/>
                </a:moveTo>
                <a:lnTo>
                  <a:pt x="276710" y="0"/>
                </a:lnTo>
              </a:path>
            </a:pathLst>
          </a:custGeom>
          <a:noFill/>
          <a:ln w="7249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351" name="lumia-token-stream-curve">
            <a:extLst>
              <a:ext uri="{FF2B5EF4-FFF2-40B4-BE49-F238E27FC236}">
                <a16:creationId xmlns:a16="http://schemas.microsoft.com/office/drawing/2014/main" id="{B28819E3-CB9F-4729-8E01-B7C8D9FEB6A2}"/>
              </a:ext>
            </a:extLst>
          </p:cNvPr>
          <p:cNvSpPr>
            <a:spLocks noGrp="1"/>
          </p:cNvSpPr>
          <p:nvPr/>
        </p:nvSpPr>
        <p:spPr>
          <a:xfrm>
            <a:off x="6664824" y="5426167"/>
            <a:ext cx="278589" cy="78117"/>
          </a:xfrm>
          <a:custGeom>
            <a:avLst/>
            <a:gdLst/>
            <a:ahLst/>
            <a:cxnLst/>
            <a:rect l="0" t="0" r="0" b="0"/>
            <a:pathLst>
              <a:path w="278589" h="78117">
                <a:moveTo>
                  <a:pt x="0" y="78117"/>
                </a:moveTo>
                <a:lnTo>
                  <a:pt x="278589" y="0"/>
                </a:lnTo>
              </a:path>
            </a:pathLst>
          </a:custGeom>
          <a:noFill/>
          <a:ln w="7426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352" name="lumia-token-stream-curve">
            <a:extLst>
              <a:ext uri="{FF2B5EF4-FFF2-40B4-BE49-F238E27FC236}">
                <a16:creationId xmlns:a16="http://schemas.microsoft.com/office/drawing/2014/main" id="{DED7FD11-C807-4BD3-969A-AB611EDC7EFE}"/>
              </a:ext>
            </a:extLst>
          </p:cNvPr>
          <p:cNvSpPr>
            <a:spLocks noGrp="1"/>
          </p:cNvSpPr>
          <p:nvPr/>
        </p:nvSpPr>
        <p:spPr>
          <a:xfrm>
            <a:off x="6943414" y="5347559"/>
            <a:ext cx="280392" cy="78608"/>
          </a:xfrm>
          <a:custGeom>
            <a:avLst/>
            <a:gdLst/>
            <a:ahLst/>
            <a:cxnLst/>
            <a:rect l="0" t="0" r="0" b="0"/>
            <a:pathLst>
              <a:path w="280392" h="78608">
                <a:moveTo>
                  <a:pt x="0" y="78608"/>
                </a:moveTo>
                <a:lnTo>
                  <a:pt x="280392" y="0"/>
                </a:lnTo>
              </a:path>
            </a:pathLst>
          </a:custGeom>
          <a:noFill/>
          <a:ln w="7609">
            <a:solidFill>
              <a:srgbClr val="F27E1E">
                <a:alpha val="4000"/>
              </a:srgbClr>
            </a:solidFill>
            <a:prstDash val="solid"/>
          </a:ln>
        </p:spPr>
      </p:sp>
      <p:sp>
        <p:nvSpPr>
          <p:cNvPr id="353" name="lumia-token-stream-curve">
            <a:extLst>
              <a:ext uri="{FF2B5EF4-FFF2-40B4-BE49-F238E27FC236}">
                <a16:creationId xmlns:a16="http://schemas.microsoft.com/office/drawing/2014/main" id="{7D406045-CC41-4DDB-ACB6-937945929119}"/>
              </a:ext>
            </a:extLst>
          </p:cNvPr>
          <p:cNvSpPr>
            <a:spLocks noGrp="1"/>
          </p:cNvSpPr>
          <p:nvPr/>
        </p:nvSpPr>
        <p:spPr>
          <a:xfrm>
            <a:off x="7223806" y="5273148"/>
            <a:ext cx="282118" cy="74411"/>
          </a:xfrm>
          <a:custGeom>
            <a:avLst/>
            <a:gdLst/>
            <a:ahLst/>
            <a:cxnLst/>
            <a:rect l="0" t="0" r="0" b="0"/>
            <a:pathLst>
              <a:path w="282118" h="74411">
                <a:moveTo>
                  <a:pt x="0" y="74411"/>
                </a:moveTo>
                <a:lnTo>
                  <a:pt x="282118" y="0"/>
                </a:lnTo>
              </a:path>
            </a:pathLst>
          </a:custGeom>
          <a:noFill/>
          <a:ln w="7797">
            <a:solidFill>
              <a:srgbClr val="F48919">
                <a:alpha val="4000"/>
              </a:srgbClr>
            </a:solidFill>
            <a:prstDash val="solid"/>
          </a:ln>
        </p:spPr>
      </p:sp>
      <p:sp>
        <p:nvSpPr>
          <p:cNvPr id="354" name="lumia-token-stream-curve">
            <a:extLst>
              <a:ext uri="{FF2B5EF4-FFF2-40B4-BE49-F238E27FC236}">
                <a16:creationId xmlns:a16="http://schemas.microsoft.com/office/drawing/2014/main" id="{D93BECEC-B679-49C8-88B9-B3E0824EB5E8}"/>
              </a:ext>
            </a:extLst>
          </p:cNvPr>
          <p:cNvSpPr>
            <a:spLocks noGrp="1"/>
          </p:cNvSpPr>
          <p:nvPr/>
        </p:nvSpPr>
        <p:spPr>
          <a:xfrm>
            <a:off x="7505923" y="5207133"/>
            <a:ext cx="283767" cy="66015"/>
          </a:xfrm>
          <a:custGeom>
            <a:avLst/>
            <a:gdLst/>
            <a:ahLst/>
            <a:cxnLst/>
            <a:rect l="0" t="0" r="0" b="0"/>
            <a:pathLst>
              <a:path w="283767" h="66015">
                <a:moveTo>
                  <a:pt x="0" y="66015"/>
                </a:moveTo>
                <a:lnTo>
                  <a:pt x="283767" y="0"/>
                </a:lnTo>
              </a:path>
            </a:pathLst>
          </a:custGeom>
          <a:noFill/>
          <a:ln w="7987">
            <a:solidFill>
              <a:srgbClr val="F59415">
                <a:alpha val="4000"/>
              </a:srgbClr>
            </a:solidFill>
            <a:prstDash val="solid"/>
          </a:ln>
        </p:spPr>
      </p:sp>
      <p:sp>
        <p:nvSpPr>
          <p:cNvPr id="355" name="lumia-token-stream-curve">
            <a:extLst>
              <a:ext uri="{FF2B5EF4-FFF2-40B4-BE49-F238E27FC236}">
                <a16:creationId xmlns:a16="http://schemas.microsoft.com/office/drawing/2014/main" id="{23C29698-CEBB-4430-A218-692B460D3069}"/>
              </a:ext>
            </a:extLst>
          </p:cNvPr>
          <p:cNvSpPr>
            <a:spLocks noGrp="1"/>
          </p:cNvSpPr>
          <p:nvPr/>
        </p:nvSpPr>
        <p:spPr>
          <a:xfrm>
            <a:off x="7789691" y="5152657"/>
            <a:ext cx="285340" cy="54476"/>
          </a:xfrm>
          <a:custGeom>
            <a:avLst/>
            <a:gdLst/>
            <a:ahLst/>
            <a:cxnLst/>
            <a:rect l="0" t="0" r="0" b="0"/>
            <a:pathLst>
              <a:path w="285340" h="54476">
                <a:moveTo>
                  <a:pt x="0" y="54476"/>
                </a:moveTo>
                <a:lnTo>
                  <a:pt x="285340" y="0"/>
                </a:lnTo>
              </a:path>
            </a:pathLst>
          </a:custGeom>
          <a:noFill/>
          <a:ln w="8177">
            <a:solidFill>
              <a:srgbClr val="F79E11">
                <a:alpha val="4000"/>
              </a:srgbClr>
            </a:solidFill>
            <a:prstDash val="solid"/>
          </a:ln>
        </p:spPr>
      </p:sp>
      <p:sp>
        <p:nvSpPr>
          <p:cNvPr id="356" name="lumia-token-stream-curve">
            <a:extLst>
              <a:ext uri="{FF2B5EF4-FFF2-40B4-BE49-F238E27FC236}">
                <a16:creationId xmlns:a16="http://schemas.microsoft.com/office/drawing/2014/main" id="{A6243BE7-CE40-4B50-B451-99AF99AA96E7}"/>
              </a:ext>
            </a:extLst>
          </p:cNvPr>
          <p:cNvSpPr>
            <a:spLocks noGrp="1"/>
          </p:cNvSpPr>
          <p:nvPr/>
        </p:nvSpPr>
        <p:spPr>
          <a:xfrm>
            <a:off x="8075030" y="5111354"/>
            <a:ext cx="286836" cy="41303"/>
          </a:xfrm>
          <a:custGeom>
            <a:avLst/>
            <a:gdLst/>
            <a:ahLst/>
            <a:cxnLst/>
            <a:rect l="0" t="0" r="0" b="0"/>
            <a:pathLst>
              <a:path w="286836" h="41303">
                <a:moveTo>
                  <a:pt x="0" y="41303"/>
                </a:moveTo>
                <a:lnTo>
                  <a:pt x="286836" y="0"/>
                </a:lnTo>
              </a:path>
            </a:pathLst>
          </a:custGeom>
          <a:noFill/>
          <a:ln w="8367">
            <a:solidFill>
              <a:srgbClr val="F8A90C">
                <a:alpha val="4000"/>
              </a:srgbClr>
            </a:solidFill>
            <a:prstDash val="solid"/>
          </a:ln>
        </p:spPr>
      </p:sp>
      <p:sp>
        <p:nvSpPr>
          <p:cNvPr id="357" name="lumia-token-stream-curve">
            <a:extLst>
              <a:ext uri="{FF2B5EF4-FFF2-40B4-BE49-F238E27FC236}">
                <a16:creationId xmlns:a16="http://schemas.microsoft.com/office/drawing/2014/main" id="{F0F66650-AA58-4E8B-9B80-BC42F091BFE3}"/>
              </a:ext>
            </a:extLst>
          </p:cNvPr>
          <p:cNvSpPr>
            <a:spLocks noGrp="1"/>
          </p:cNvSpPr>
          <p:nvPr/>
        </p:nvSpPr>
        <p:spPr>
          <a:xfrm>
            <a:off x="8361866" y="5083081"/>
            <a:ext cx="288255" cy="28273"/>
          </a:xfrm>
          <a:custGeom>
            <a:avLst/>
            <a:gdLst/>
            <a:ahLst/>
            <a:cxnLst/>
            <a:rect l="0" t="0" r="0" b="0"/>
            <a:pathLst>
              <a:path w="288255" h="28273">
                <a:moveTo>
                  <a:pt x="0" y="28273"/>
                </a:moveTo>
                <a:lnTo>
                  <a:pt x="288255" y="0"/>
                </a:lnTo>
              </a:path>
            </a:pathLst>
          </a:custGeom>
          <a:noFill/>
          <a:ln w="8553">
            <a:solidFill>
              <a:srgbClr val="FAB408">
                <a:alpha val="4000"/>
              </a:srgbClr>
            </a:solidFill>
            <a:prstDash val="solid"/>
          </a:ln>
        </p:spPr>
      </p:sp>
      <p:sp>
        <p:nvSpPr>
          <p:cNvPr id="358" name="lumia-token-stream-curve">
            <a:extLst>
              <a:ext uri="{FF2B5EF4-FFF2-40B4-BE49-F238E27FC236}">
                <a16:creationId xmlns:a16="http://schemas.microsoft.com/office/drawing/2014/main" id="{561E9498-54F2-43C8-AC0F-9D1700EE9E13}"/>
              </a:ext>
            </a:extLst>
          </p:cNvPr>
          <p:cNvSpPr>
            <a:spLocks noGrp="1"/>
          </p:cNvSpPr>
          <p:nvPr/>
        </p:nvSpPr>
        <p:spPr>
          <a:xfrm>
            <a:off x="8650122" y="5065878"/>
            <a:ext cx="289598" cy="17203"/>
          </a:xfrm>
          <a:custGeom>
            <a:avLst/>
            <a:gdLst/>
            <a:ahLst/>
            <a:cxnLst/>
            <a:rect l="0" t="0" r="0" b="0"/>
            <a:pathLst>
              <a:path w="289598" h="17203">
                <a:moveTo>
                  <a:pt x="0" y="17203"/>
                </a:moveTo>
                <a:lnTo>
                  <a:pt x="289598" y="0"/>
                </a:lnTo>
              </a:path>
            </a:pathLst>
          </a:custGeom>
          <a:noFill/>
          <a:ln w="8735">
            <a:solidFill>
              <a:srgbClr val="F7BC07">
                <a:alpha val="4000"/>
              </a:srgbClr>
            </a:solidFill>
            <a:prstDash val="solid"/>
          </a:ln>
        </p:spPr>
      </p:sp>
      <p:sp>
        <p:nvSpPr>
          <p:cNvPr id="359" name="lumia-token-stream-curve">
            <a:extLst>
              <a:ext uri="{FF2B5EF4-FFF2-40B4-BE49-F238E27FC236}">
                <a16:creationId xmlns:a16="http://schemas.microsoft.com/office/drawing/2014/main" id="{6290647D-033C-42F8-8768-DE57D99CD9C0}"/>
              </a:ext>
            </a:extLst>
          </p:cNvPr>
          <p:cNvSpPr>
            <a:spLocks noGrp="1"/>
          </p:cNvSpPr>
          <p:nvPr/>
        </p:nvSpPr>
        <p:spPr>
          <a:xfrm>
            <a:off x="8939720" y="5056178"/>
            <a:ext cx="290864" cy="9700"/>
          </a:xfrm>
          <a:custGeom>
            <a:avLst/>
            <a:gdLst/>
            <a:ahLst/>
            <a:cxnLst/>
            <a:rect l="0" t="0" r="0" b="0"/>
            <a:pathLst>
              <a:path w="290864" h="9700">
                <a:moveTo>
                  <a:pt x="0" y="9700"/>
                </a:moveTo>
                <a:lnTo>
                  <a:pt x="290864" y="0"/>
                </a:lnTo>
              </a:path>
            </a:pathLst>
          </a:custGeom>
          <a:noFill/>
          <a:ln w="8911">
            <a:solidFill>
              <a:srgbClr val="E5BA0E">
                <a:alpha val="4000"/>
              </a:srgbClr>
            </a:solidFill>
            <a:prstDash val="solid"/>
          </a:ln>
        </p:spPr>
      </p:sp>
      <p:sp>
        <p:nvSpPr>
          <p:cNvPr id="360" name="lumia-token-stream-curve">
            <a:extLst>
              <a:ext uri="{FF2B5EF4-FFF2-40B4-BE49-F238E27FC236}">
                <a16:creationId xmlns:a16="http://schemas.microsoft.com/office/drawing/2014/main" id="{0982BB71-5D97-45A6-BFB0-7E715B01D1B5}"/>
              </a:ext>
            </a:extLst>
          </p:cNvPr>
          <p:cNvSpPr>
            <a:spLocks noGrp="1"/>
          </p:cNvSpPr>
          <p:nvPr/>
        </p:nvSpPr>
        <p:spPr>
          <a:xfrm>
            <a:off x="9230584" y="5049246"/>
            <a:ext cx="292054" cy="9525"/>
          </a:xfrm>
          <a:custGeom>
            <a:avLst/>
            <a:gdLst/>
            <a:ahLst/>
            <a:cxnLst/>
            <a:rect l="0" t="0" r="0" b="0"/>
            <a:pathLst>
              <a:path w="292054" h="9525">
                <a:moveTo>
                  <a:pt x="0" y="6931"/>
                </a:moveTo>
                <a:lnTo>
                  <a:pt x="292054" y="0"/>
                </a:lnTo>
              </a:path>
            </a:pathLst>
          </a:custGeom>
          <a:noFill/>
          <a:ln w="9078">
            <a:solidFill>
              <a:srgbClr val="D3B815">
                <a:alpha val="4000"/>
              </a:srgbClr>
            </a:solidFill>
            <a:prstDash val="solid"/>
          </a:ln>
        </p:spPr>
      </p:sp>
      <p:sp>
        <p:nvSpPr>
          <p:cNvPr id="361" name="lumia-token-stream-curve">
            <a:extLst>
              <a:ext uri="{FF2B5EF4-FFF2-40B4-BE49-F238E27FC236}">
                <a16:creationId xmlns:a16="http://schemas.microsoft.com/office/drawing/2014/main" id="{D0B658DB-21C3-4A3D-B34D-FFDB546425D9}"/>
              </a:ext>
            </a:extLst>
          </p:cNvPr>
          <p:cNvSpPr>
            <a:spLocks noGrp="1"/>
          </p:cNvSpPr>
          <p:nvPr/>
        </p:nvSpPr>
        <p:spPr>
          <a:xfrm>
            <a:off x="9522637" y="5039804"/>
            <a:ext cx="293166" cy="9525"/>
          </a:xfrm>
          <a:custGeom>
            <a:avLst/>
            <a:gdLst/>
            <a:ahLst/>
            <a:cxnLst/>
            <a:rect l="0" t="0" r="0" b="0"/>
            <a:pathLst>
              <a:path w="293166" h="9525">
                <a:moveTo>
                  <a:pt x="0" y="9442"/>
                </a:moveTo>
                <a:lnTo>
                  <a:pt x="293166" y="0"/>
                </a:lnTo>
              </a:path>
            </a:pathLst>
          </a:custGeom>
          <a:noFill/>
          <a:ln w="9235">
            <a:solidFill>
              <a:srgbClr val="C2B61C">
                <a:alpha val="4000"/>
              </a:srgbClr>
            </a:solidFill>
            <a:prstDash val="solid"/>
          </a:ln>
        </p:spPr>
      </p:sp>
      <p:sp>
        <p:nvSpPr>
          <p:cNvPr id="362" name="lumia-token-stream-curve">
            <a:extLst>
              <a:ext uri="{FF2B5EF4-FFF2-40B4-BE49-F238E27FC236}">
                <a16:creationId xmlns:a16="http://schemas.microsoft.com/office/drawing/2014/main" id="{8C8C2183-4A18-4509-8216-2CD795E4C157}"/>
              </a:ext>
            </a:extLst>
          </p:cNvPr>
          <p:cNvSpPr>
            <a:spLocks noGrp="1"/>
          </p:cNvSpPr>
          <p:nvPr/>
        </p:nvSpPr>
        <p:spPr>
          <a:xfrm>
            <a:off x="9815804" y="5022746"/>
            <a:ext cx="294203" cy="17058"/>
          </a:xfrm>
          <a:custGeom>
            <a:avLst/>
            <a:gdLst/>
            <a:ahLst/>
            <a:cxnLst/>
            <a:rect l="0" t="0" r="0" b="0"/>
            <a:pathLst>
              <a:path w="294203" h="17058">
                <a:moveTo>
                  <a:pt x="0" y="17058"/>
                </a:moveTo>
                <a:lnTo>
                  <a:pt x="294203" y="0"/>
                </a:lnTo>
              </a:path>
            </a:pathLst>
          </a:custGeom>
          <a:noFill/>
          <a:ln w="9381">
            <a:solidFill>
              <a:srgbClr val="B0B422">
                <a:alpha val="5000"/>
              </a:srgbClr>
            </a:solidFill>
            <a:prstDash val="solid"/>
          </a:ln>
        </p:spPr>
      </p:sp>
      <p:sp>
        <p:nvSpPr>
          <p:cNvPr id="363" name="lumia-token-stream-curve">
            <a:extLst>
              <a:ext uri="{FF2B5EF4-FFF2-40B4-BE49-F238E27FC236}">
                <a16:creationId xmlns:a16="http://schemas.microsoft.com/office/drawing/2014/main" id="{35D7FC82-DE3F-4DA3-8E23-7B48557D0127}"/>
              </a:ext>
            </a:extLst>
          </p:cNvPr>
          <p:cNvSpPr>
            <a:spLocks noGrp="1"/>
          </p:cNvSpPr>
          <p:nvPr/>
        </p:nvSpPr>
        <p:spPr>
          <a:xfrm>
            <a:off x="10110006" y="4993859"/>
            <a:ext cx="295162" cy="28887"/>
          </a:xfrm>
          <a:custGeom>
            <a:avLst/>
            <a:gdLst/>
            <a:ahLst/>
            <a:cxnLst/>
            <a:rect l="0" t="0" r="0" b="0"/>
            <a:pathLst>
              <a:path w="295162" h="28887">
                <a:moveTo>
                  <a:pt x="0" y="28887"/>
                </a:moveTo>
                <a:lnTo>
                  <a:pt x="295162" y="0"/>
                </a:lnTo>
              </a:path>
            </a:pathLst>
          </a:custGeom>
          <a:noFill/>
          <a:ln w="9512">
            <a:solidFill>
              <a:srgbClr val="9EB329">
                <a:alpha val="5000"/>
              </a:srgbClr>
            </a:solidFill>
            <a:prstDash val="solid"/>
          </a:ln>
        </p:spPr>
      </p:sp>
      <p:sp>
        <p:nvSpPr>
          <p:cNvPr id="364" name="lumia-token-stream-curve">
            <a:extLst>
              <a:ext uri="{FF2B5EF4-FFF2-40B4-BE49-F238E27FC236}">
                <a16:creationId xmlns:a16="http://schemas.microsoft.com/office/drawing/2014/main" id="{3E7F8317-1B4E-41BD-82F0-68601C72DFAF}"/>
              </a:ext>
            </a:extLst>
          </p:cNvPr>
          <p:cNvSpPr>
            <a:spLocks noGrp="1"/>
          </p:cNvSpPr>
          <p:nvPr/>
        </p:nvSpPr>
        <p:spPr>
          <a:xfrm>
            <a:off x="10405168" y="4950437"/>
            <a:ext cx="296045" cy="43421"/>
          </a:xfrm>
          <a:custGeom>
            <a:avLst/>
            <a:gdLst/>
            <a:ahLst/>
            <a:cxnLst/>
            <a:rect l="0" t="0" r="0" b="0"/>
            <a:pathLst>
              <a:path w="296045" h="43421">
                <a:moveTo>
                  <a:pt x="0" y="43421"/>
                </a:moveTo>
                <a:lnTo>
                  <a:pt x="296045" y="0"/>
                </a:lnTo>
              </a:path>
            </a:pathLst>
          </a:custGeom>
          <a:noFill/>
          <a:ln w="9629">
            <a:solidFill>
              <a:srgbClr val="8CB130">
                <a:alpha val="5000"/>
              </a:srgbClr>
            </a:solidFill>
            <a:prstDash val="solid"/>
          </a:ln>
        </p:spPr>
      </p:sp>
      <p:sp>
        <p:nvSpPr>
          <p:cNvPr id="365" name="lumia-token-stream-curve">
            <a:extLst>
              <a:ext uri="{FF2B5EF4-FFF2-40B4-BE49-F238E27FC236}">
                <a16:creationId xmlns:a16="http://schemas.microsoft.com/office/drawing/2014/main" id="{2BE43D60-5822-4087-9763-90F09C986F7B}"/>
              </a:ext>
            </a:extLst>
          </p:cNvPr>
          <p:cNvSpPr>
            <a:spLocks noGrp="1"/>
          </p:cNvSpPr>
          <p:nvPr/>
        </p:nvSpPr>
        <p:spPr>
          <a:xfrm>
            <a:off x="10701213" y="4891701"/>
            <a:ext cx="296851" cy="58737"/>
          </a:xfrm>
          <a:custGeom>
            <a:avLst/>
            <a:gdLst/>
            <a:ahLst/>
            <a:cxnLst/>
            <a:rect l="0" t="0" r="0" b="0"/>
            <a:pathLst>
              <a:path w="296851" h="58737">
                <a:moveTo>
                  <a:pt x="0" y="58737"/>
                </a:moveTo>
                <a:lnTo>
                  <a:pt x="296851" y="0"/>
                </a:lnTo>
              </a:path>
            </a:pathLst>
          </a:custGeom>
          <a:noFill/>
          <a:ln w="9728">
            <a:solidFill>
              <a:srgbClr val="7BAF37">
                <a:alpha val="5000"/>
              </a:srgbClr>
            </a:solidFill>
            <a:prstDash val="solid"/>
          </a:ln>
        </p:spPr>
      </p:sp>
      <p:sp>
        <p:nvSpPr>
          <p:cNvPr id="366" name="lumia-token-stream-curve">
            <a:extLst>
              <a:ext uri="{FF2B5EF4-FFF2-40B4-BE49-F238E27FC236}">
                <a16:creationId xmlns:a16="http://schemas.microsoft.com/office/drawing/2014/main" id="{A42EC524-51AE-4B60-B35C-82F3FE6C00ED}"/>
              </a:ext>
            </a:extLst>
          </p:cNvPr>
          <p:cNvSpPr>
            <a:spLocks noGrp="1"/>
          </p:cNvSpPr>
          <p:nvPr/>
        </p:nvSpPr>
        <p:spPr>
          <a:xfrm>
            <a:off x="10998065" y="4818944"/>
            <a:ext cx="297581" cy="72757"/>
          </a:xfrm>
          <a:custGeom>
            <a:avLst/>
            <a:gdLst/>
            <a:ahLst/>
            <a:cxnLst/>
            <a:rect l="0" t="0" r="0" b="0"/>
            <a:pathLst>
              <a:path w="297581" h="72757">
                <a:moveTo>
                  <a:pt x="0" y="72757"/>
                </a:moveTo>
                <a:lnTo>
                  <a:pt x="297581" y="0"/>
                </a:lnTo>
              </a:path>
            </a:pathLst>
          </a:custGeom>
          <a:noFill/>
          <a:ln w="9808">
            <a:solidFill>
              <a:srgbClr val="69AD3E">
                <a:alpha val="5000"/>
              </a:srgbClr>
            </a:solidFill>
            <a:prstDash val="solid"/>
          </a:ln>
        </p:spPr>
      </p:sp>
      <p:sp>
        <p:nvSpPr>
          <p:cNvPr id="367" name="lumia-token-stream-curve">
            <a:extLst>
              <a:ext uri="{FF2B5EF4-FFF2-40B4-BE49-F238E27FC236}">
                <a16:creationId xmlns:a16="http://schemas.microsoft.com/office/drawing/2014/main" id="{F796CE94-835C-44A4-9183-E767C218608B}"/>
              </a:ext>
            </a:extLst>
          </p:cNvPr>
          <p:cNvSpPr>
            <a:spLocks noGrp="1"/>
          </p:cNvSpPr>
          <p:nvPr/>
        </p:nvSpPr>
        <p:spPr>
          <a:xfrm>
            <a:off x="11295646" y="4735397"/>
            <a:ext cx="298234" cy="83547"/>
          </a:xfrm>
          <a:custGeom>
            <a:avLst/>
            <a:gdLst/>
            <a:ahLst/>
            <a:cxnLst/>
            <a:rect l="0" t="0" r="0" b="0"/>
            <a:pathLst>
              <a:path w="298234" h="83547">
                <a:moveTo>
                  <a:pt x="0" y="83547"/>
                </a:moveTo>
                <a:lnTo>
                  <a:pt x="298234" y="0"/>
                </a:lnTo>
              </a:path>
            </a:pathLst>
          </a:custGeom>
          <a:noFill/>
          <a:ln w="9868">
            <a:solidFill>
              <a:srgbClr val="57AC45">
                <a:alpha val="5000"/>
              </a:srgbClr>
            </a:solidFill>
            <a:prstDash val="solid"/>
          </a:ln>
        </p:spPr>
      </p:sp>
      <p:sp>
        <p:nvSpPr>
          <p:cNvPr id="368" name="lumia-token-stream-curve">
            <a:extLst>
              <a:ext uri="{FF2B5EF4-FFF2-40B4-BE49-F238E27FC236}">
                <a16:creationId xmlns:a16="http://schemas.microsoft.com/office/drawing/2014/main" id="{F8EBA722-CC95-4A08-A934-69082F1FCBDF}"/>
              </a:ext>
            </a:extLst>
          </p:cNvPr>
          <p:cNvSpPr>
            <a:spLocks noGrp="1"/>
          </p:cNvSpPr>
          <p:nvPr/>
        </p:nvSpPr>
        <p:spPr>
          <a:xfrm>
            <a:off x="11593880" y="4645800"/>
            <a:ext cx="298810" cy="89597"/>
          </a:xfrm>
          <a:custGeom>
            <a:avLst/>
            <a:gdLst/>
            <a:ahLst/>
            <a:cxnLst/>
            <a:rect l="0" t="0" r="0" b="0"/>
            <a:pathLst>
              <a:path w="298810" h="89597">
                <a:moveTo>
                  <a:pt x="0" y="89597"/>
                </a:moveTo>
                <a:lnTo>
                  <a:pt x="298810" y="0"/>
                </a:lnTo>
              </a:path>
            </a:pathLst>
          </a:custGeom>
          <a:noFill/>
          <a:ln w="9905">
            <a:solidFill>
              <a:srgbClr val="46AA4C">
                <a:alpha val="5000"/>
              </a:srgbClr>
            </a:solidFill>
            <a:prstDash val="solid"/>
          </a:ln>
        </p:spPr>
      </p:sp>
      <p:sp>
        <p:nvSpPr>
          <p:cNvPr id="369" name="lumia-token-stream-curve">
            <a:extLst>
              <a:ext uri="{FF2B5EF4-FFF2-40B4-BE49-F238E27FC236}">
                <a16:creationId xmlns:a16="http://schemas.microsoft.com/office/drawing/2014/main" id="{F28815A9-8D66-4C06-8F12-35C48006B392}"/>
              </a:ext>
            </a:extLst>
          </p:cNvPr>
          <p:cNvSpPr>
            <a:spLocks noGrp="1"/>
          </p:cNvSpPr>
          <p:nvPr/>
        </p:nvSpPr>
        <p:spPr>
          <a:xfrm>
            <a:off x="11892690" y="4555751"/>
            <a:ext cx="299310" cy="90049"/>
          </a:xfrm>
          <a:custGeom>
            <a:avLst/>
            <a:gdLst/>
            <a:ahLst/>
            <a:cxnLst/>
            <a:rect l="0" t="0" r="0" b="0"/>
            <a:pathLst>
              <a:path w="299310" h="90049">
                <a:moveTo>
                  <a:pt x="0" y="90049"/>
                </a:moveTo>
                <a:lnTo>
                  <a:pt x="299310" y="0"/>
                </a:lnTo>
              </a:path>
            </a:pathLst>
          </a:custGeom>
          <a:noFill/>
          <a:ln w="9918">
            <a:solidFill>
              <a:srgbClr val="34A853">
                <a:alpha val="5000"/>
              </a:srgbClr>
            </a:solidFill>
            <a:prstDash val="solid"/>
          </a:ln>
        </p:spPr>
      </p:sp>
      <p:sp>
        <p:nvSpPr>
          <p:cNvPr id="370" name="lumia-token-stream-curve">
            <a:extLst>
              <a:ext uri="{FF2B5EF4-FFF2-40B4-BE49-F238E27FC236}">
                <a16:creationId xmlns:a16="http://schemas.microsoft.com/office/drawing/2014/main" id="{32899206-BAB0-40BC-A845-8B6A6ED60FD1}"/>
              </a:ext>
            </a:extLst>
          </p:cNvPr>
          <p:cNvSpPr>
            <a:spLocks noGrp="1"/>
          </p:cNvSpPr>
          <p:nvPr/>
        </p:nvSpPr>
        <p:spPr>
          <a:xfrm>
            <a:off x="0" y="6429195"/>
            <a:ext cx="197696" cy="26917"/>
          </a:xfrm>
          <a:custGeom>
            <a:avLst/>
            <a:gdLst/>
            <a:ahLst/>
            <a:cxnLst/>
            <a:rect l="0" t="0" r="0" b="0"/>
            <a:pathLst>
              <a:path w="197696" h="26917">
                <a:moveTo>
                  <a:pt x="0" y="26917"/>
                </a:moveTo>
                <a:lnTo>
                  <a:pt x="197696" y="0"/>
                </a:lnTo>
              </a:path>
            </a:pathLst>
          </a:custGeom>
          <a:noFill/>
          <a:ln w="6594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371" name="lumia-token-stream-curve">
            <a:extLst>
              <a:ext uri="{FF2B5EF4-FFF2-40B4-BE49-F238E27FC236}">
                <a16:creationId xmlns:a16="http://schemas.microsoft.com/office/drawing/2014/main" id="{9143886E-CC96-45D6-A940-9CB6C35ED5EE}"/>
              </a:ext>
            </a:extLst>
          </p:cNvPr>
          <p:cNvSpPr>
            <a:spLocks noGrp="1"/>
          </p:cNvSpPr>
          <p:nvPr/>
        </p:nvSpPr>
        <p:spPr>
          <a:xfrm>
            <a:off x="197696" y="6393958"/>
            <a:ext cx="209867" cy="35237"/>
          </a:xfrm>
          <a:custGeom>
            <a:avLst/>
            <a:gdLst/>
            <a:ahLst/>
            <a:cxnLst/>
            <a:rect l="0" t="0" r="0" b="0"/>
            <a:pathLst>
              <a:path w="209867" h="35237">
                <a:moveTo>
                  <a:pt x="0" y="35237"/>
                </a:moveTo>
                <a:lnTo>
                  <a:pt x="209867" y="0"/>
                </a:lnTo>
              </a:path>
            </a:pathLst>
          </a:custGeom>
          <a:noFill/>
          <a:ln w="6594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372" name="lumia-token-stream-curve">
            <a:extLst>
              <a:ext uri="{FF2B5EF4-FFF2-40B4-BE49-F238E27FC236}">
                <a16:creationId xmlns:a16="http://schemas.microsoft.com/office/drawing/2014/main" id="{4C7CA5FD-E2CB-480B-9747-0667C5FF98B5}"/>
              </a:ext>
            </a:extLst>
          </p:cNvPr>
          <p:cNvSpPr>
            <a:spLocks noGrp="1"/>
          </p:cNvSpPr>
          <p:nvPr/>
        </p:nvSpPr>
        <p:spPr>
          <a:xfrm>
            <a:off x="407564" y="6351118"/>
            <a:ext cx="213592" cy="42839"/>
          </a:xfrm>
          <a:custGeom>
            <a:avLst/>
            <a:gdLst/>
            <a:ahLst/>
            <a:cxnLst/>
            <a:rect l="0" t="0" r="0" b="0"/>
            <a:pathLst>
              <a:path w="213592" h="42839">
                <a:moveTo>
                  <a:pt x="0" y="42839"/>
                </a:moveTo>
                <a:lnTo>
                  <a:pt x="213592" y="0"/>
                </a:lnTo>
              </a:path>
            </a:pathLst>
          </a:custGeom>
          <a:noFill/>
          <a:ln w="6594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373" name="lumia-token-stream-curve">
            <a:extLst>
              <a:ext uri="{FF2B5EF4-FFF2-40B4-BE49-F238E27FC236}">
                <a16:creationId xmlns:a16="http://schemas.microsoft.com/office/drawing/2014/main" id="{687A1435-5BCE-4368-B3E3-8BED3FA91B88}"/>
              </a:ext>
            </a:extLst>
          </p:cNvPr>
          <p:cNvSpPr>
            <a:spLocks noGrp="1"/>
          </p:cNvSpPr>
          <p:nvPr/>
        </p:nvSpPr>
        <p:spPr>
          <a:xfrm>
            <a:off x="621155" y="6301994"/>
            <a:ext cx="217236" cy="49124"/>
          </a:xfrm>
          <a:custGeom>
            <a:avLst/>
            <a:gdLst/>
            <a:ahLst/>
            <a:cxnLst/>
            <a:rect l="0" t="0" r="0" b="0"/>
            <a:pathLst>
              <a:path w="217236" h="49124">
                <a:moveTo>
                  <a:pt x="0" y="49124"/>
                </a:moveTo>
                <a:lnTo>
                  <a:pt x="217236" y="0"/>
                </a:lnTo>
              </a:path>
            </a:pathLst>
          </a:custGeom>
          <a:noFill/>
          <a:ln w="6594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374" name="lumia-token-stream-curve">
            <a:extLst>
              <a:ext uri="{FF2B5EF4-FFF2-40B4-BE49-F238E27FC236}">
                <a16:creationId xmlns:a16="http://schemas.microsoft.com/office/drawing/2014/main" id="{A5D7B7C2-9E6D-4761-9068-0FEC15CFABF7}"/>
              </a:ext>
            </a:extLst>
          </p:cNvPr>
          <p:cNvSpPr>
            <a:spLocks noGrp="1"/>
          </p:cNvSpPr>
          <p:nvPr/>
        </p:nvSpPr>
        <p:spPr>
          <a:xfrm>
            <a:off x="838391" y="6248460"/>
            <a:ext cx="220800" cy="53534"/>
          </a:xfrm>
          <a:custGeom>
            <a:avLst/>
            <a:gdLst/>
            <a:ahLst/>
            <a:cxnLst/>
            <a:rect l="0" t="0" r="0" b="0"/>
            <a:pathLst>
              <a:path w="220800" h="53534">
                <a:moveTo>
                  <a:pt x="0" y="53534"/>
                </a:moveTo>
                <a:lnTo>
                  <a:pt x="220800" y="0"/>
                </a:lnTo>
              </a:path>
            </a:pathLst>
          </a:custGeom>
          <a:noFill/>
          <a:ln w="6594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375" name="lumia-token-stream-curve">
            <a:extLst>
              <a:ext uri="{FF2B5EF4-FFF2-40B4-BE49-F238E27FC236}">
                <a16:creationId xmlns:a16="http://schemas.microsoft.com/office/drawing/2014/main" id="{5E05BF30-57AE-4424-A901-EC3EE3FAC33D}"/>
              </a:ext>
            </a:extLst>
          </p:cNvPr>
          <p:cNvSpPr>
            <a:spLocks noGrp="1"/>
          </p:cNvSpPr>
          <p:nvPr/>
        </p:nvSpPr>
        <p:spPr>
          <a:xfrm>
            <a:off x="1059191" y="6192846"/>
            <a:ext cx="224284" cy="55614"/>
          </a:xfrm>
          <a:custGeom>
            <a:avLst/>
            <a:gdLst/>
            <a:ahLst/>
            <a:cxnLst/>
            <a:rect l="0" t="0" r="0" b="0"/>
            <a:pathLst>
              <a:path w="224284" h="55614">
                <a:moveTo>
                  <a:pt x="0" y="55614"/>
                </a:moveTo>
                <a:lnTo>
                  <a:pt x="224284" y="0"/>
                </a:lnTo>
              </a:path>
            </a:pathLst>
          </a:custGeom>
          <a:noFill/>
          <a:ln w="6594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376" name="lumia-token-stream-curve">
            <a:extLst>
              <a:ext uri="{FF2B5EF4-FFF2-40B4-BE49-F238E27FC236}">
                <a16:creationId xmlns:a16="http://schemas.microsoft.com/office/drawing/2014/main" id="{9A778574-0A53-4C68-95A9-6BB7A8849925}"/>
              </a:ext>
            </a:extLst>
          </p:cNvPr>
          <p:cNvSpPr>
            <a:spLocks noGrp="1"/>
          </p:cNvSpPr>
          <p:nvPr/>
        </p:nvSpPr>
        <p:spPr>
          <a:xfrm>
            <a:off x="1283475" y="6137779"/>
            <a:ext cx="227688" cy="55067"/>
          </a:xfrm>
          <a:custGeom>
            <a:avLst/>
            <a:gdLst/>
            <a:ahLst/>
            <a:cxnLst/>
            <a:rect l="0" t="0" r="0" b="0"/>
            <a:pathLst>
              <a:path w="227688" h="55067">
                <a:moveTo>
                  <a:pt x="0" y="55067"/>
                </a:moveTo>
                <a:lnTo>
                  <a:pt x="227688" y="0"/>
                </a:lnTo>
              </a:path>
            </a:pathLst>
          </a:custGeom>
          <a:noFill/>
          <a:ln w="6594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377" name="lumia-token-stream-curve">
            <a:extLst>
              <a:ext uri="{FF2B5EF4-FFF2-40B4-BE49-F238E27FC236}">
                <a16:creationId xmlns:a16="http://schemas.microsoft.com/office/drawing/2014/main" id="{DBF30EDE-B846-4C95-B84B-2E0531E47A99}"/>
              </a:ext>
            </a:extLst>
          </p:cNvPr>
          <p:cNvSpPr>
            <a:spLocks noGrp="1"/>
          </p:cNvSpPr>
          <p:nvPr/>
        </p:nvSpPr>
        <p:spPr>
          <a:xfrm>
            <a:off x="1511163" y="6085968"/>
            <a:ext cx="231011" cy="51811"/>
          </a:xfrm>
          <a:custGeom>
            <a:avLst/>
            <a:gdLst/>
            <a:ahLst/>
            <a:cxnLst/>
            <a:rect l="0" t="0" r="0" b="0"/>
            <a:pathLst>
              <a:path w="231011" h="51811">
                <a:moveTo>
                  <a:pt x="0" y="51811"/>
                </a:moveTo>
                <a:lnTo>
                  <a:pt x="231011" y="0"/>
                </a:lnTo>
              </a:path>
            </a:pathLst>
          </a:custGeom>
          <a:noFill/>
          <a:ln w="6594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378" name="lumia-token-stream-curve">
            <a:extLst>
              <a:ext uri="{FF2B5EF4-FFF2-40B4-BE49-F238E27FC236}">
                <a16:creationId xmlns:a16="http://schemas.microsoft.com/office/drawing/2014/main" id="{08A7727A-7AD7-47BA-AC39-66A107855D7D}"/>
              </a:ext>
            </a:extLst>
          </p:cNvPr>
          <p:cNvSpPr>
            <a:spLocks noGrp="1"/>
          </p:cNvSpPr>
          <p:nvPr/>
        </p:nvSpPr>
        <p:spPr>
          <a:xfrm>
            <a:off x="1742174" y="6039960"/>
            <a:ext cx="234255" cy="46007"/>
          </a:xfrm>
          <a:custGeom>
            <a:avLst/>
            <a:gdLst/>
            <a:ahLst/>
            <a:cxnLst/>
            <a:rect l="0" t="0" r="0" b="0"/>
            <a:pathLst>
              <a:path w="234255" h="46007">
                <a:moveTo>
                  <a:pt x="0" y="46007"/>
                </a:moveTo>
                <a:lnTo>
                  <a:pt x="234255" y="0"/>
                </a:lnTo>
              </a:path>
            </a:pathLst>
          </a:custGeom>
          <a:noFill/>
          <a:ln w="6594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379" name="lumia-token-stream-curve">
            <a:extLst>
              <a:ext uri="{FF2B5EF4-FFF2-40B4-BE49-F238E27FC236}">
                <a16:creationId xmlns:a16="http://schemas.microsoft.com/office/drawing/2014/main" id="{F4E47A0C-2EC2-4A2F-994C-2A0F014C2F44}"/>
              </a:ext>
            </a:extLst>
          </p:cNvPr>
          <p:cNvSpPr>
            <a:spLocks noGrp="1"/>
          </p:cNvSpPr>
          <p:nvPr/>
        </p:nvSpPr>
        <p:spPr>
          <a:xfrm>
            <a:off x="1976429" y="6001881"/>
            <a:ext cx="237418" cy="38079"/>
          </a:xfrm>
          <a:custGeom>
            <a:avLst/>
            <a:gdLst/>
            <a:ahLst/>
            <a:cxnLst/>
            <a:rect l="0" t="0" r="0" b="0"/>
            <a:pathLst>
              <a:path w="237418" h="38079">
                <a:moveTo>
                  <a:pt x="0" y="38079"/>
                </a:moveTo>
                <a:lnTo>
                  <a:pt x="237418" y="0"/>
                </a:lnTo>
              </a:path>
            </a:pathLst>
          </a:custGeom>
          <a:noFill/>
          <a:ln w="6594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380" name="lumia-token-stream-curve">
            <a:extLst>
              <a:ext uri="{FF2B5EF4-FFF2-40B4-BE49-F238E27FC236}">
                <a16:creationId xmlns:a16="http://schemas.microsoft.com/office/drawing/2014/main" id="{F4A06A95-7BBE-4AA8-8716-03D72858F116}"/>
              </a:ext>
            </a:extLst>
          </p:cNvPr>
          <p:cNvSpPr>
            <a:spLocks noGrp="1"/>
          </p:cNvSpPr>
          <p:nvPr/>
        </p:nvSpPr>
        <p:spPr>
          <a:xfrm>
            <a:off x="2213847" y="5973183"/>
            <a:ext cx="240502" cy="28698"/>
          </a:xfrm>
          <a:custGeom>
            <a:avLst/>
            <a:gdLst/>
            <a:ahLst/>
            <a:cxnLst/>
            <a:rect l="0" t="0" r="0" b="0"/>
            <a:pathLst>
              <a:path w="240502" h="28698">
                <a:moveTo>
                  <a:pt x="0" y="28698"/>
                </a:moveTo>
                <a:lnTo>
                  <a:pt x="240502" y="0"/>
                </a:lnTo>
              </a:path>
            </a:pathLst>
          </a:custGeom>
          <a:noFill/>
          <a:ln w="6594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381" name="lumia-token-stream-curve">
            <a:extLst>
              <a:ext uri="{FF2B5EF4-FFF2-40B4-BE49-F238E27FC236}">
                <a16:creationId xmlns:a16="http://schemas.microsoft.com/office/drawing/2014/main" id="{5296BBBE-6933-4108-9549-68DD840CD8A4}"/>
              </a:ext>
            </a:extLst>
          </p:cNvPr>
          <p:cNvSpPr>
            <a:spLocks noGrp="1"/>
          </p:cNvSpPr>
          <p:nvPr/>
        </p:nvSpPr>
        <p:spPr>
          <a:xfrm>
            <a:off x="2454349" y="5954441"/>
            <a:ext cx="243505" cy="18742"/>
          </a:xfrm>
          <a:custGeom>
            <a:avLst/>
            <a:gdLst/>
            <a:ahLst/>
            <a:cxnLst/>
            <a:rect l="0" t="0" r="0" b="0"/>
            <a:pathLst>
              <a:path w="243505" h="18742">
                <a:moveTo>
                  <a:pt x="0" y="18742"/>
                </a:moveTo>
                <a:lnTo>
                  <a:pt x="243505" y="0"/>
                </a:lnTo>
              </a:path>
            </a:pathLst>
          </a:custGeom>
          <a:noFill/>
          <a:ln w="6594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382" name="lumia-token-stream-curve">
            <a:extLst>
              <a:ext uri="{FF2B5EF4-FFF2-40B4-BE49-F238E27FC236}">
                <a16:creationId xmlns:a16="http://schemas.microsoft.com/office/drawing/2014/main" id="{12CC8BDA-4ADE-452E-A36F-C12420E26014}"/>
              </a:ext>
            </a:extLst>
          </p:cNvPr>
          <p:cNvSpPr>
            <a:spLocks noGrp="1"/>
          </p:cNvSpPr>
          <p:nvPr/>
        </p:nvSpPr>
        <p:spPr>
          <a:xfrm>
            <a:off x="2697854" y="5945219"/>
            <a:ext cx="246428" cy="9525"/>
          </a:xfrm>
          <a:custGeom>
            <a:avLst/>
            <a:gdLst/>
            <a:ahLst/>
            <a:cxnLst/>
            <a:rect l="0" t="0" r="0" b="0"/>
            <a:pathLst>
              <a:path w="246428" h="9525">
                <a:moveTo>
                  <a:pt x="0" y="9222"/>
                </a:moveTo>
                <a:lnTo>
                  <a:pt x="246428" y="0"/>
                </a:lnTo>
              </a:path>
            </a:pathLst>
          </a:custGeom>
          <a:noFill/>
          <a:ln w="6594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383" name="lumia-token-stream-curve">
            <a:extLst>
              <a:ext uri="{FF2B5EF4-FFF2-40B4-BE49-F238E27FC236}">
                <a16:creationId xmlns:a16="http://schemas.microsoft.com/office/drawing/2014/main" id="{F3125DEF-ABD4-4E37-95B8-1173BAC92042}"/>
              </a:ext>
            </a:extLst>
          </p:cNvPr>
          <p:cNvSpPr>
            <a:spLocks noGrp="1"/>
          </p:cNvSpPr>
          <p:nvPr/>
        </p:nvSpPr>
        <p:spPr>
          <a:xfrm>
            <a:off x="2944282" y="5944027"/>
            <a:ext cx="249271" cy="9525"/>
          </a:xfrm>
          <a:custGeom>
            <a:avLst/>
            <a:gdLst/>
            <a:ahLst/>
            <a:cxnLst/>
            <a:rect l="0" t="0" r="0" b="0"/>
            <a:pathLst>
              <a:path w="249271" h="9525">
                <a:moveTo>
                  <a:pt x="0" y="1192"/>
                </a:moveTo>
                <a:lnTo>
                  <a:pt x="249271" y="0"/>
                </a:lnTo>
              </a:path>
            </a:pathLst>
          </a:custGeom>
          <a:noFill/>
          <a:ln w="6594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384" name="lumia-token-stream-curve">
            <a:extLst>
              <a:ext uri="{FF2B5EF4-FFF2-40B4-BE49-F238E27FC236}">
                <a16:creationId xmlns:a16="http://schemas.microsoft.com/office/drawing/2014/main" id="{1987604E-516A-46F8-8461-C320C0EEF1C7}"/>
              </a:ext>
            </a:extLst>
          </p:cNvPr>
          <p:cNvSpPr>
            <a:spLocks noGrp="1"/>
          </p:cNvSpPr>
          <p:nvPr/>
        </p:nvSpPr>
        <p:spPr>
          <a:xfrm>
            <a:off x="3193554" y="5944027"/>
            <a:ext cx="252034" cy="9525"/>
          </a:xfrm>
          <a:custGeom>
            <a:avLst/>
            <a:gdLst/>
            <a:ahLst/>
            <a:cxnLst/>
            <a:rect l="0" t="0" r="0" b="0"/>
            <a:pathLst>
              <a:path w="252034" h="9525">
                <a:moveTo>
                  <a:pt x="0" y="0"/>
                </a:moveTo>
                <a:lnTo>
                  <a:pt x="252034" y="4372"/>
                </a:lnTo>
              </a:path>
            </a:pathLst>
          </a:custGeom>
          <a:noFill/>
          <a:ln w="6594">
            <a:solidFill>
              <a:srgbClr val="7C3D7E">
                <a:alpha val="3000"/>
              </a:srgbClr>
            </a:solidFill>
            <a:prstDash val="solid"/>
          </a:ln>
        </p:spPr>
      </p:sp>
      <p:sp>
        <p:nvSpPr>
          <p:cNvPr id="385" name="lumia-token-stream-curve">
            <a:extLst>
              <a:ext uri="{FF2B5EF4-FFF2-40B4-BE49-F238E27FC236}">
                <a16:creationId xmlns:a16="http://schemas.microsoft.com/office/drawing/2014/main" id="{62933288-9873-42D7-A028-E4D7580932CB}"/>
              </a:ext>
            </a:extLst>
          </p:cNvPr>
          <p:cNvSpPr>
            <a:spLocks noGrp="1"/>
          </p:cNvSpPr>
          <p:nvPr/>
        </p:nvSpPr>
        <p:spPr>
          <a:xfrm>
            <a:off x="3445588" y="5948399"/>
            <a:ext cx="254717" cy="9525"/>
          </a:xfrm>
          <a:custGeom>
            <a:avLst/>
            <a:gdLst/>
            <a:ahLst/>
            <a:cxnLst/>
            <a:rect l="0" t="0" r="0" b="0"/>
            <a:pathLst>
              <a:path w="254717" h="9525">
                <a:moveTo>
                  <a:pt x="0" y="0"/>
                </a:moveTo>
                <a:lnTo>
                  <a:pt x="254717" y="6679"/>
                </a:lnTo>
              </a:path>
            </a:pathLst>
          </a:custGeom>
          <a:noFill/>
          <a:ln w="6594">
            <a:solidFill>
              <a:srgbClr val="893E75">
                <a:alpha val="3000"/>
              </a:srgbClr>
            </a:solidFill>
            <a:prstDash val="solid"/>
          </a:ln>
        </p:spPr>
      </p:sp>
      <p:sp>
        <p:nvSpPr>
          <p:cNvPr id="386" name="lumia-token-stream-curve">
            <a:extLst>
              <a:ext uri="{FF2B5EF4-FFF2-40B4-BE49-F238E27FC236}">
                <a16:creationId xmlns:a16="http://schemas.microsoft.com/office/drawing/2014/main" id="{2AD9D751-C256-4367-822E-F36C626486DE}"/>
              </a:ext>
            </a:extLst>
          </p:cNvPr>
          <p:cNvSpPr>
            <a:spLocks noGrp="1"/>
          </p:cNvSpPr>
          <p:nvPr/>
        </p:nvSpPr>
        <p:spPr>
          <a:xfrm>
            <a:off x="3700305" y="5955078"/>
            <a:ext cx="257320" cy="9525"/>
          </a:xfrm>
          <a:custGeom>
            <a:avLst/>
            <a:gdLst/>
            <a:ahLst/>
            <a:cxnLst/>
            <a:rect l="0" t="0" r="0" b="0"/>
            <a:pathLst>
              <a:path w="257320" h="9525">
                <a:moveTo>
                  <a:pt x="0" y="0"/>
                </a:moveTo>
                <a:lnTo>
                  <a:pt x="257320" y="5241"/>
                </a:lnTo>
              </a:path>
            </a:pathLst>
          </a:custGeom>
          <a:noFill/>
          <a:ln w="6595">
            <a:solidFill>
              <a:srgbClr val="963E6C">
                <a:alpha val="3000"/>
              </a:srgbClr>
            </a:solidFill>
            <a:prstDash val="solid"/>
          </a:ln>
        </p:spPr>
      </p:sp>
      <p:sp>
        <p:nvSpPr>
          <p:cNvPr id="387" name="lumia-token-stream-curve">
            <a:extLst>
              <a:ext uri="{FF2B5EF4-FFF2-40B4-BE49-F238E27FC236}">
                <a16:creationId xmlns:a16="http://schemas.microsoft.com/office/drawing/2014/main" id="{A50D040C-1556-4448-A8DD-9DC8AE3B5438}"/>
              </a:ext>
            </a:extLst>
          </p:cNvPr>
          <p:cNvSpPr>
            <a:spLocks noGrp="1"/>
          </p:cNvSpPr>
          <p:nvPr/>
        </p:nvSpPr>
        <p:spPr>
          <a:xfrm>
            <a:off x="3957625" y="5960270"/>
            <a:ext cx="259842" cy="9525"/>
          </a:xfrm>
          <a:custGeom>
            <a:avLst/>
            <a:gdLst/>
            <a:ahLst/>
            <a:cxnLst/>
            <a:rect l="0" t="0" r="0" b="0"/>
            <a:pathLst>
              <a:path w="259842" h="9525">
                <a:moveTo>
                  <a:pt x="0" y="49"/>
                </a:moveTo>
                <a:lnTo>
                  <a:pt x="259842" y="0"/>
                </a:lnTo>
              </a:path>
            </a:pathLst>
          </a:custGeom>
          <a:noFill/>
          <a:ln w="6615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388" name="lumia-token-stream-curve">
            <a:extLst>
              <a:ext uri="{FF2B5EF4-FFF2-40B4-BE49-F238E27FC236}">
                <a16:creationId xmlns:a16="http://schemas.microsoft.com/office/drawing/2014/main" id="{048DB983-A4E5-45E0-8E0B-2F00BCEED5A7}"/>
              </a:ext>
            </a:extLst>
          </p:cNvPr>
          <p:cNvSpPr>
            <a:spLocks noGrp="1"/>
          </p:cNvSpPr>
          <p:nvPr/>
        </p:nvSpPr>
        <p:spPr>
          <a:xfrm>
            <a:off x="4217467" y="5951399"/>
            <a:ext cx="262285" cy="9525"/>
          </a:xfrm>
          <a:custGeom>
            <a:avLst/>
            <a:gdLst/>
            <a:ahLst/>
            <a:cxnLst/>
            <a:rect l="0" t="0" r="0" b="0"/>
            <a:pathLst>
              <a:path w="262285" h="9525">
                <a:moveTo>
                  <a:pt x="0" y="8871"/>
                </a:moveTo>
                <a:lnTo>
                  <a:pt x="262285" y="0"/>
                </a:lnTo>
              </a:path>
            </a:pathLst>
          </a:custGeom>
          <a:noFill/>
          <a:ln w="6661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389" name="lumia-token-stream-curve">
            <a:extLst>
              <a:ext uri="{FF2B5EF4-FFF2-40B4-BE49-F238E27FC236}">
                <a16:creationId xmlns:a16="http://schemas.microsoft.com/office/drawing/2014/main" id="{AADE3490-2AB4-46C6-81DB-1970CDA6CF07}"/>
              </a:ext>
            </a:extLst>
          </p:cNvPr>
          <p:cNvSpPr>
            <a:spLocks noGrp="1"/>
          </p:cNvSpPr>
          <p:nvPr/>
        </p:nvSpPr>
        <p:spPr>
          <a:xfrm>
            <a:off x="4479752" y="5930925"/>
            <a:ext cx="264647" cy="20474"/>
          </a:xfrm>
          <a:custGeom>
            <a:avLst/>
            <a:gdLst/>
            <a:ahLst/>
            <a:cxnLst/>
            <a:rect l="0" t="0" r="0" b="0"/>
            <a:pathLst>
              <a:path w="264647" h="20474">
                <a:moveTo>
                  <a:pt x="0" y="20474"/>
                </a:moveTo>
                <a:lnTo>
                  <a:pt x="264647" y="0"/>
                </a:lnTo>
              </a:path>
            </a:pathLst>
          </a:custGeom>
          <a:noFill/>
          <a:ln w="6730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390" name="lumia-token-stream-curve">
            <a:extLst>
              <a:ext uri="{FF2B5EF4-FFF2-40B4-BE49-F238E27FC236}">
                <a16:creationId xmlns:a16="http://schemas.microsoft.com/office/drawing/2014/main" id="{7FF30A68-62E9-41C7-98E5-5BA1955948FB}"/>
              </a:ext>
            </a:extLst>
          </p:cNvPr>
          <p:cNvSpPr>
            <a:spLocks noGrp="1"/>
          </p:cNvSpPr>
          <p:nvPr/>
        </p:nvSpPr>
        <p:spPr>
          <a:xfrm>
            <a:off x="4744400" y="5897191"/>
            <a:ext cx="266930" cy="33735"/>
          </a:xfrm>
          <a:custGeom>
            <a:avLst/>
            <a:gdLst/>
            <a:ahLst/>
            <a:cxnLst/>
            <a:rect l="0" t="0" r="0" b="0"/>
            <a:pathLst>
              <a:path w="266930" h="33735">
                <a:moveTo>
                  <a:pt x="0" y="33735"/>
                </a:moveTo>
                <a:lnTo>
                  <a:pt x="266930" y="0"/>
                </a:lnTo>
              </a:path>
            </a:pathLst>
          </a:custGeom>
          <a:noFill/>
          <a:ln w="6821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391" name="lumia-token-stream-curve">
            <a:extLst>
              <a:ext uri="{FF2B5EF4-FFF2-40B4-BE49-F238E27FC236}">
                <a16:creationId xmlns:a16="http://schemas.microsoft.com/office/drawing/2014/main" id="{1D31CAC1-F4D1-4EED-8401-26B7AC402AC3}"/>
              </a:ext>
            </a:extLst>
          </p:cNvPr>
          <p:cNvSpPr>
            <a:spLocks noGrp="1"/>
          </p:cNvSpPr>
          <p:nvPr/>
        </p:nvSpPr>
        <p:spPr>
          <a:xfrm>
            <a:off x="5011330" y="5849926"/>
            <a:ext cx="269132" cy="47265"/>
          </a:xfrm>
          <a:custGeom>
            <a:avLst/>
            <a:gdLst/>
            <a:ahLst/>
            <a:cxnLst/>
            <a:rect l="0" t="0" r="0" b="0"/>
            <a:pathLst>
              <a:path w="269132" h="47265">
                <a:moveTo>
                  <a:pt x="0" y="47265"/>
                </a:moveTo>
                <a:lnTo>
                  <a:pt x="269132" y="0"/>
                </a:lnTo>
              </a:path>
            </a:pathLst>
          </a:custGeom>
          <a:noFill/>
          <a:ln w="6931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392" name="lumia-token-stream-curve">
            <a:extLst>
              <a:ext uri="{FF2B5EF4-FFF2-40B4-BE49-F238E27FC236}">
                <a16:creationId xmlns:a16="http://schemas.microsoft.com/office/drawing/2014/main" id="{6A676414-CCA7-4BAB-92F4-30819D2F7A50}"/>
              </a:ext>
            </a:extLst>
          </p:cNvPr>
          <p:cNvSpPr>
            <a:spLocks noGrp="1"/>
          </p:cNvSpPr>
          <p:nvPr/>
        </p:nvSpPr>
        <p:spPr>
          <a:xfrm>
            <a:off x="5280461" y="5790364"/>
            <a:ext cx="271254" cy="59562"/>
          </a:xfrm>
          <a:custGeom>
            <a:avLst/>
            <a:gdLst/>
            <a:ahLst/>
            <a:cxnLst/>
            <a:rect l="0" t="0" r="0" b="0"/>
            <a:pathLst>
              <a:path w="271254" h="59562">
                <a:moveTo>
                  <a:pt x="0" y="59562"/>
                </a:moveTo>
                <a:lnTo>
                  <a:pt x="271254" y="0"/>
                </a:lnTo>
              </a:path>
            </a:pathLst>
          </a:custGeom>
          <a:noFill/>
          <a:ln w="7059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393" name="lumia-token-stream-curve">
            <a:extLst>
              <a:ext uri="{FF2B5EF4-FFF2-40B4-BE49-F238E27FC236}">
                <a16:creationId xmlns:a16="http://schemas.microsoft.com/office/drawing/2014/main" id="{A612C712-8648-481E-872A-BF972FFF5A8B}"/>
              </a:ext>
            </a:extLst>
          </p:cNvPr>
          <p:cNvSpPr>
            <a:spLocks noGrp="1"/>
          </p:cNvSpPr>
          <p:nvPr/>
        </p:nvSpPr>
        <p:spPr>
          <a:xfrm>
            <a:off x="5551715" y="5721176"/>
            <a:ext cx="273296" cy="69187"/>
          </a:xfrm>
          <a:custGeom>
            <a:avLst/>
            <a:gdLst/>
            <a:ahLst/>
            <a:cxnLst/>
            <a:rect l="0" t="0" r="0" b="0"/>
            <a:pathLst>
              <a:path w="273296" h="69187">
                <a:moveTo>
                  <a:pt x="0" y="69187"/>
                </a:moveTo>
                <a:lnTo>
                  <a:pt x="273296" y="0"/>
                </a:lnTo>
              </a:path>
            </a:pathLst>
          </a:custGeom>
          <a:noFill/>
          <a:ln w="7203">
            <a:solidFill>
              <a:srgbClr val="EB4833">
                <a:alpha val="4000"/>
              </a:srgbClr>
            </a:solidFill>
            <a:prstDash val="solid"/>
          </a:ln>
        </p:spPr>
      </p:sp>
      <p:sp>
        <p:nvSpPr>
          <p:cNvPr id="394" name="lumia-token-stream-curve">
            <a:extLst>
              <a:ext uri="{FF2B5EF4-FFF2-40B4-BE49-F238E27FC236}">
                <a16:creationId xmlns:a16="http://schemas.microsoft.com/office/drawing/2014/main" id="{F1ABCBE8-95E0-4EEF-8051-42EFE7FF6319}"/>
              </a:ext>
            </a:extLst>
          </p:cNvPr>
          <p:cNvSpPr>
            <a:spLocks noGrp="1"/>
          </p:cNvSpPr>
          <p:nvPr/>
        </p:nvSpPr>
        <p:spPr>
          <a:xfrm>
            <a:off x="5825011" y="5646225"/>
            <a:ext cx="275258" cy="74952"/>
          </a:xfrm>
          <a:custGeom>
            <a:avLst/>
            <a:gdLst/>
            <a:ahLst/>
            <a:cxnLst/>
            <a:rect l="0" t="0" r="0" b="0"/>
            <a:pathLst>
              <a:path w="275258" h="74952">
                <a:moveTo>
                  <a:pt x="0" y="74952"/>
                </a:moveTo>
                <a:lnTo>
                  <a:pt x="275258" y="0"/>
                </a:lnTo>
              </a:path>
            </a:pathLst>
          </a:custGeom>
          <a:noFill/>
          <a:ln w="7361">
            <a:solidFill>
              <a:srgbClr val="EC532F">
                <a:alpha val="4000"/>
              </a:srgbClr>
            </a:solidFill>
            <a:prstDash val="solid"/>
          </a:ln>
        </p:spPr>
      </p:sp>
      <p:sp>
        <p:nvSpPr>
          <p:cNvPr id="395" name="lumia-token-stream-curve">
            <a:extLst>
              <a:ext uri="{FF2B5EF4-FFF2-40B4-BE49-F238E27FC236}">
                <a16:creationId xmlns:a16="http://schemas.microsoft.com/office/drawing/2014/main" id="{664E3DF3-4F7D-41EB-8C1A-C76957A7DFF6}"/>
              </a:ext>
            </a:extLst>
          </p:cNvPr>
          <p:cNvSpPr>
            <a:spLocks noGrp="1"/>
          </p:cNvSpPr>
          <p:nvPr/>
        </p:nvSpPr>
        <p:spPr>
          <a:xfrm>
            <a:off x="6100269" y="5570140"/>
            <a:ext cx="277140" cy="76084"/>
          </a:xfrm>
          <a:custGeom>
            <a:avLst/>
            <a:gdLst/>
            <a:ahLst/>
            <a:cxnLst/>
            <a:rect l="0" t="0" r="0" b="0"/>
            <a:pathLst>
              <a:path w="277140" h="76084">
                <a:moveTo>
                  <a:pt x="0" y="76084"/>
                </a:moveTo>
                <a:lnTo>
                  <a:pt x="277140" y="0"/>
                </a:lnTo>
              </a:path>
            </a:pathLst>
          </a:custGeom>
          <a:noFill/>
          <a:ln w="7531">
            <a:solidFill>
              <a:srgbClr val="EE5E2A">
                <a:alpha val="4000"/>
              </a:srgbClr>
            </a:solidFill>
            <a:prstDash val="solid"/>
          </a:ln>
        </p:spPr>
      </p:sp>
      <p:sp>
        <p:nvSpPr>
          <p:cNvPr id="396" name="lumia-token-stream-curve">
            <a:extLst>
              <a:ext uri="{FF2B5EF4-FFF2-40B4-BE49-F238E27FC236}">
                <a16:creationId xmlns:a16="http://schemas.microsoft.com/office/drawing/2014/main" id="{D0487966-CD8D-4156-8EC1-50B395943C17}"/>
              </a:ext>
            </a:extLst>
          </p:cNvPr>
          <p:cNvSpPr>
            <a:spLocks noGrp="1"/>
          </p:cNvSpPr>
          <p:nvPr/>
        </p:nvSpPr>
        <p:spPr>
          <a:xfrm>
            <a:off x="6377409" y="5497782"/>
            <a:ext cx="278941" cy="72358"/>
          </a:xfrm>
          <a:custGeom>
            <a:avLst/>
            <a:gdLst/>
            <a:ahLst/>
            <a:cxnLst/>
            <a:rect l="0" t="0" r="0" b="0"/>
            <a:pathLst>
              <a:path w="278941" h="72358">
                <a:moveTo>
                  <a:pt x="0" y="72358"/>
                </a:moveTo>
                <a:lnTo>
                  <a:pt x="278941" y="0"/>
                </a:lnTo>
              </a:path>
            </a:pathLst>
          </a:custGeom>
          <a:noFill/>
          <a:ln w="7711">
            <a:solidFill>
              <a:srgbClr val="EF6926">
                <a:alpha val="4000"/>
              </a:srgbClr>
            </a:solidFill>
            <a:prstDash val="solid"/>
          </a:ln>
        </p:spPr>
      </p:sp>
      <p:sp>
        <p:nvSpPr>
          <p:cNvPr id="397" name="lumia-token-stream-curve">
            <a:extLst>
              <a:ext uri="{FF2B5EF4-FFF2-40B4-BE49-F238E27FC236}">
                <a16:creationId xmlns:a16="http://schemas.microsoft.com/office/drawing/2014/main" id="{79B2CCAB-220D-4FA6-9657-C07DC76005E2}"/>
              </a:ext>
            </a:extLst>
          </p:cNvPr>
          <p:cNvSpPr>
            <a:spLocks noGrp="1"/>
          </p:cNvSpPr>
          <p:nvPr/>
        </p:nvSpPr>
        <p:spPr>
          <a:xfrm>
            <a:off x="6656350" y="5433630"/>
            <a:ext cx="280663" cy="64152"/>
          </a:xfrm>
          <a:custGeom>
            <a:avLst/>
            <a:gdLst/>
            <a:ahLst/>
            <a:cxnLst/>
            <a:rect l="0" t="0" r="0" b="0"/>
            <a:pathLst>
              <a:path w="280663" h="64152">
                <a:moveTo>
                  <a:pt x="0" y="64152"/>
                </a:moveTo>
                <a:lnTo>
                  <a:pt x="280663" y="0"/>
                </a:lnTo>
              </a:path>
            </a:pathLst>
          </a:custGeom>
          <a:noFill/>
          <a:ln w="7900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398" name="lumia-token-stream-curve">
            <a:extLst>
              <a:ext uri="{FF2B5EF4-FFF2-40B4-BE49-F238E27FC236}">
                <a16:creationId xmlns:a16="http://schemas.microsoft.com/office/drawing/2014/main" id="{60CB076C-541D-4B12-AA6F-352BE10DDBF7}"/>
              </a:ext>
            </a:extLst>
          </p:cNvPr>
          <p:cNvSpPr>
            <a:spLocks noGrp="1"/>
          </p:cNvSpPr>
          <p:nvPr/>
        </p:nvSpPr>
        <p:spPr>
          <a:xfrm>
            <a:off x="6937013" y="5381196"/>
            <a:ext cx="282304" cy="52434"/>
          </a:xfrm>
          <a:custGeom>
            <a:avLst/>
            <a:gdLst/>
            <a:ahLst/>
            <a:cxnLst/>
            <a:rect l="0" t="0" r="0" b="0"/>
            <a:pathLst>
              <a:path w="282304" h="52434">
                <a:moveTo>
                  <a:pt x="0" y="52434"/>
                </a:moveTo>
                <a:lnTo>
                  <a:pt x="282304" y="0"/>
                </a:lnTo>
              </a:path>
            </a:pathLst>
          </a:custGeom>
          <a:noFill/>
          <a:ln w="8095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399" name="lumia-token-stream-curve">
            <a:extLst>
              <a:ext uri="{FF2B5EF4-FFF2-40B4-BE49-F238E27FC236}">
                <a16:creationId xmlns:a16="http://schemas.microsoft.com/office/drawing/2014/main" id="{27EDD603-3EA9-4F86-A2E6-36920783E92A}"/>
              </a:ext>
            </a:extLst>
          </p:cNvPr>
          <p:cNvSpPr>
            <a:spLocks noGrp="1"/>
          </p:cNvSpPr>
          <p:nvPr/>
        </p:nvSpPr>
        <p:spPr>
          <a:xfrm>
            <a:off x="7219317" y="5342529"/>
            <a:ext cx="283865" cy="38667"/>
          </a:xfrm>
          <a:custGeom>
            <a:avLst/>
            <a:gdLst/>
            <a:ahLst/>
            <a:cxnLst/>
            <a:rect l="0" t="0" r="0" b="0"/>
            <a:pathLst>
              <a:path w="283865" h="38667">
                <a:moveTo>
                  <a:pt x="0" y="38667"/>
                </a:moveTo>
                <a:lnTo>
                  <a:pt x="283865" y="0"/>
                </a:lnTo>
              </a:path>
            </a:pathLst>
          </a:custGeom>
          <a:noFill/>
          <a:ln w="8294">
            <a:solidFill>
              <a:srgbClr val="F48919">
                <a:alpha val="5000"/>
              </a:srgbClr>
            </a:solidFill>
            <a:prstDash val="solid"/>
          </a:ln>
        </p:spPr>
      </p:sp>
      <p:sp>
        <p:nvSpPr>
          <p:cNvPr id="400" name="lumia-token-stream-curve">
            <a:extLst>
              <a:ext uri="{FF2B5EF4-FFF2-40B4-BE49-F238E27FC236}">
                <a16:creationId xmlns:a16="http://schemas.microsoft.com/office/drawing/2014/main" id="{BD54F94E-822C-46D0-A4EF-0F8B6CF63318}"/>
              </a:ext>
            </a:extLst>
          </p:cNvPr>
          <p:cNvSpPr>
            <a:spLocks noGrp="1"/>
          </p:cNvSpPr>
          <p:nvPr/>
        </p:nvSpPr>
        <p:spPr>
          <a:xfrm>
            <a:off x="7503182" y="5317892"/>
            <a:ext cx="285347" cy="24637"/>
          </a:xfrm>
          <a:custGeom>
            <a:avLst/>
            <a:gdLst/>
            <a:ahLst/>
            <a:cxnLst/>
            <a:rect l="0" t="0" r="0" b="0"/>
            <a:pathLst>
              <a:path w="285347" h="24637">
                <a:moveTo>
                  <a:pt x="0" y="24637"/>
                </a:moveTo>
                <a:lnTo>
                  <a:pt x="285347" y="0"/>
                </a:lnTo>
              </a:path>
            </a:pathLst>
          </a:custGeom>
          <a:noFill/>
          <a:ln w="8496">
            <a:solidFill>
              <a:srgbClr val="F59415">
                <a:alpha val="5000"/>
              </a:srgbClr>
            </a:solidFill>
            <a:prstDash val="solid"/>
          </a:ln>
        </p:spPr>
      </p:sp>
      <p:sp>
        <p:nvSpPr>
          <p:cNvPr id="401" name="lumia-token-stream-curve">
            <a:extLst>
              <a:ext uri="{FF2B5EF4-FFF2-40B4-BE49-F238E27FC236}">
                <a16:creationId xmlns:a16="http://schemas.microsoft.com/office/drawing/2014/main" id="{DA13DA6C-BBDC-45DE-ABCD-C462F5D3327C}"/>
              </a:ext>
            </a:extLst>
          </p:cNvPr>
          <p:cNvSpPr>
            <a:spLocks noGrp="1"/>
          </p:cNvSpPr>
          <p:nvPr/>
        </p:nvSpPr>
        <p:spPr>
          <a:xfrm>
            <a:off x="7788529" y="5305660"/>
            <a:ext cx="286748" cy="12231"/>
          </a:xfrm>
          <a:custGeom>
            <a:avLst/>
            <a:gdLst/>
            <a:ahLst/>
            <a:cxnLst/>
            <a:rect l="0" t="0" r="0" b="0"/>
            <a:pathLst>
              <a:path w="286748" h="12231">
                <a:moveTo>
                  <a:pt x="0" y="12231"/>
                </a:moveTo>
                <a:lnTo>
                  <a:pt x="286748" y="0"/>
                </a:lnTo>
              </a:path>
            </a:pathLst>
          </a:custGeom>
          <a:noFill/>
          <a:ln w="8699">
            <a:solidFill>
              <a:srgbClr val="F79E11">
                <a:alpha val="5000"/>
              </a:srgbClr>
            </a:solidFill>
            <a:prstDash val="solid"/>
          </a:ln>
        </p:spPr>
      </p:sp>
      <p:sp>
        <p:nvSpPr>
          <p:cNvPr id="402" name="lumia-token-stream-curve">
            <a:extLst>
              <a:ext uri="{FF2B5EF4-FFF2-40B4-BE49-F238E27FC236}">
                <a16:creationId xmlns:a16="http://schemas.microsoft.com/office/drawing/2014/main" id="{48D22532-3EC2-4245-96CF-D175683F6E8F}"/>
              </a:ext>
            </a:extLst>
          </p:cNvPr>
          <p:cNvSpPr>
            <a:spLocks noGrp="1"/>
          </p:cNvSpPr>
          <p:nvPr/>
        </p:nvSpPr>
        <p:spPr>
          <a:xfrm>
            <a:off x="8075277" y="5302476"/>
            <a:ext cx="288069" cy="9525"/>
          </a:xfrm>
          <a:custGeom>
            <a:avLst/>
            <a:gdLst/>
            <a:ahLst/>
            <a:cxnLst/>
            <a:rect l="0" t="0" r="0" b="0"/>
            <a:pathLst>
              <a:path w="288069" h="9525">
                <a:moveTo>
                  <a:pt x="0" y="3184"/>
                </a:moveTo>
                <a:lnTo>
                  <a:pt x="288069" y="0"/>
                </a:lnTo>
              </a:path>
            </a:pathLst>
          </a:custGeom>
          <a:noFill/>
          <a:ln w="8901">
            <a:solidFill>
              <a:srgbClr val="F8A90C">
                <a:alpha val="5000"/>
              </a:srgbClr>
            </a:solidFill>
            <a:prstDash val="solid"/>
          </a:ln>
        </p:spPr>
      </p:sp>
      <p:sp>
        <p:nvSpPr>
          <p:cNvPr id="403" name="lumia-token-stream-curve">
            <a:extLst>
              <a:ext uri="{FF2B5EF4-FFF2-40B4-BE49-F238E27FC236}">
                <a16:creationId xmlns:a16="http://schemas.microsoft.com/office/drawing/2014/main" id="{2121181F-D5FF-4DB2-86C5-1FA6767668FF}"/>
              </a:ext>
            </a:extLst>
          </p:cNvPr>
          <p:cNvSpPr>
            <a:spLocks noGrp="1"/>
          </p:cNvSpPr>
          <p:nvPr/>
        </p:nvSpPr>
        <p:spPr>
          <a:xfrm>
            <a:off x="8363346" y="5302476"/>
            <a:ext cx="289310" cy="9525"/>
          </a:xfrm>
          <a:custGeom>
            <a:avLst/>
            <a:gdLst/>
            <a:ahLst/>
            <a:cxnLst/>
            <a:rect l="0" t="0" r="0" b="0"/>
            <a:pathLst>
              <a:path w="289310" h="9525">
                <a:moveTo>
                  <a:pt x="0" y="0"/>
                </a:moveTo>
                <a:lnTo>
                  <a:pt x="289310" y="1166"/>
                </a:lnTo>
              </a:path>
            </a:pathLst>
          </a:custGeom>
          <a:noFill/>
          <a:ln w="9099">
            <a:solidFill>
              <a:srgbClr val="FAB408">
                <a:alpha val="5000"/>
              </a:srgbClr>
            </a:solidFill>
            <a:prstDash val="solid"/>
          </a:ln>
        </p:spPr>
      </p:sp>
      <p:sp>
        <p:nvSpPr>
          <p:cNvPr id="404" name="lumia-token-stream-curve">
            <a:extLst>
              <a:ext uri="{FF2B5EF4-FFF2-40B4-BE49-F238E27FC236}">
                <a16:creationId xmlns:a16="http://schemas.microsoft.com/office/drawing/2014/main" id="{D21ECBE5-3890-43F4-8ACC-0B65DE9A9B77}"/>
              </a:ext>
            </a:extLst>
          </p:cNvPr>
          <p:cNvSpPr>
            <a:spLocks noGrp="1"/>
          </p:cNvSpPr>
          <p:nvPr/>
        </p:nvSpPr>
        <p:spPr>
          <a:xfrm>
            <a:off x="8652655" y="5303642"/>
            <a:ext cx="290470" cy="9525"/>
          </a:xfrm>
          <a:custGeom>
            <a:avLst/>
            <a:gdLst/>
            <a:ahLst/>
            <a:cxnLst/>
            <a:rect l="0" t="0" r="0" b="0"/>
            <a:pathLst>
              <a:path w="290470" h="9525">
                <a:moveTo>
                  <a:pt x="0" y="0"/>
                </a:moveTo>
                <a:lnTo>
                  <a:pt x="290470" y="75"/>
                </a:lnTo>
              </a:path>
            </a:pathLst>
          </a:custGeom>
          <a:noFill/>
          <a:ln w="9293">
            <a:solidFill>
              <a:srgbClr val="F7BC07">
                <a:alpha val="5000"/>
              </a:srgbClr>
            </a:solidFill>
            <a:prstDash val="solid"/>
          </a:ln>
        </p:spPr>
      </p:sp>
      <p:sp>
        <p:nvSpPr>
          <p:cNvPr id="405" name="lumia-token-stream-curve">
            <a:extLst>
              <a:ext uri="{FF2B5EF4-FFF2-40B4-BE49-F238E27FC236}">
                <a16:creationId xmlns:a16="http://schemas.microsoft.com/office/drawing/2014/main" id="{36F52FDD-99EA-4008-A485-63BE08E719CF}"/>
              </a:ext>
            </a:extLst>
          </p:cNvPr>
          <p:cNvSpPr>
            <a:spLocks noGrp="1"/>
          </p:cNvSpPr>
          <p:nvPr/>
        </p:nvSpPr>
        <p:spPr>
          <a:xfrm>
            <a:off x="8943126" y="5297235"/>
            <a:ext cx="291551" cy="9525"/>
          </a:xfrm>
          <a:custGeom>
            <a:avLst/>
            <a:gdLst/>
            <a:ahLst/>
            <a:cxnLst/>
            <a:rect l="0" t="0" r="0" b="0"/>
            <a:pathLst>
              <a:path w="291551" h="9525">
                <a:moveTo>
                  <a:pt x="0" y="6482"/>
                </a:moveTo>
                <a:lnTo>
                  <a:pt x="291551" y="0"/>
                </a:lnTo>
              </a:path>
            </a:pathLst>
          </a:custGeom>
          <a:noFill/>
          <a:ln w="9480">
            <a:solidFill>
              <a:srgbClr val="E5BA0E">
                <a:alpha val="5000"/>
              </a:srgbClr>
            </a:solidFill>
            <a:prstDash val="solid"/>
          </a:ln>
        </p:spPr>
      </p:sp>
      <p:sp>
        <p:nvSpPr>
          <p:cNvPr id="406" name="lumia-token-stream-curve">
            <a:extLst>
              <a:ext uri="{FF2B5EF4-FFF2-40B4-BE49-F238E27FC236}">
                <a16:creationId xmlns:a16="http://schemas.microsoft.com/office/drawing/2014/main" id="{B64CB3DB-DF2E-4E19-BCCD-394D773F10F1}"/>
              </a:ext>
            </a:extLst>
          </p:cNvPr>
          <p:cNvSpPr>
            <a:spLocks noGrp="1"/>
          </p:cNvSpPr>
          <p:nvPr/>
        </p:nvSpPr>
        <p:spPr>
          <a:xfrm>
            <a:off x="9234677" y="5279457"/>
            <a:ext cx="292552" cy="17778"/>
          </a:xfrm>
          <a:custGeom>
            <a:avLst/>
            <a:gdLst/>
            <a:ahLst/>
            <a:cxnLst/>
            <a:rect l="0" t="0" r="0" b="0"/>
            <a:pathLst>
              <a:path w="292552" h="17778">
                <a:moveTo>
                  <a:pt x="0" y="17778"/>
                </a:moveTo>
                <a:lnTo>
                  <a:pt x="292552" y="0"/>
                </a:lnTo>
              </a:path>
            </a:pathLst>
          </a:custGeom>
          <a:noFill/>
          <a:ln w="9658">
            <a:solidFill>
              <a:srgbClr val="D3B815">
                <a:alpha val="5000"/>
              </a:srgbClr>
            </a:solidFill>
            <a:prstDash val="solid"/>
          </a:ln>
        </p:spPr>
      </p:sp>
      <p:sp>
        <p:nvSpPr>
          <p:cNvPr id="407" name="lumia-token-stream-curve">
            <a:extLst>
              <a:ext uri="{FF2B5EF4-FFF2-40B4-BE49-F238E27FC236}">
                <a16:creationId xmlns:a16="http://schemas.microsoft.com/office/drawing/2014/main" id="{F27AE009-3CB1-41E9-A3C2-B1B2A6CE7DBE}"/>
              </a:ext>
            </a:extLst>
          </p:cNvPr>
          <p:cNvSpPr>
            <a:spLocks noGrp="1"/>
          </p:cNvSpPr>
          <p:nvPr/>
        </p:nvSpPr>
        <p:spPr>
          <a:xfrm>
            <a:off x="9527228" y="5247040"/>
            <a:ext cx="293472" cy="32417"/>
          </a:xfrm>
          <a:custGeom>
            <a:avLst/>
            <a:gdLst/>
            <a:ahLst/>
            <a:cxnLst/>
            <a:rect l="0" t="0" r="0" b="0"/>
            <a:pathLst>
              <a:path w="293472" h="32417">
                <a:moveTo>
                  <a:pt x="0" y="32417"/>
                </a:moveTo>
                <a:lnTo>
                  <a:pt x="293472" y="0"/>
                </a:lnTo>
              </a:path>
            </a:pathLst>
          </a:custGeom>
          <a:noFill/>
          <a:ln w="9825">
            <a:solidFill>
              <a:srgbClr val="C2B61C">
                <a:alpha val="6000"/>
              </a:srgbClr>
            </a:solidFill>
            <a:prstDash val="solid"/>
          </a:ln>
        </p:spPr>
      </p:sp>
      <p:sp>
        <p:nvSpPr>
          <p:cNvPr id="408" name="lumia-token-stream-curve">
            <a:extLst>
              <a:ext uri="{FF2B5EF4-FFF2-40B4-BE49-F238E27FC236}">
                <a16:creationId xmlns:a16="http://schemas.microsoft.com/office/drawing/2014/main" id="{BE2DEBF6-1642-49CD-A454-22F513A417E9}"/>
              </a:ext>
            </a:extLst>
          </p:cNvPr>
          <p:cNvSpPr>
            <a:spLocks noGrp="1"/>
          </p:cNvSpPr>
          <p:nvPr/>
        </p:nvSpPr>
        <p:spPr>
          <a:xfrm>
            <a:off x="9820700" y="5198536"/>
            <a:ext cx="294312" cy="48504"/>
          </a:xfrm>
          <a:custGeom>
            <a:avLst/>
            <a:gdLst/>
            <a:ahLst/>
            <a:cxnLst/>
            <a:rect l="0" t="0" r="0" b="0"/>
            <a:pathLst>
              <a:path w="294312" h="48504">
                <a:moveTo>
                  <a:pt x="0" y="48504"/>
                </a:moveTo>
                <a:lnTo>
                  <a:pt x="294312" y="0"/>
                </a:lnTo>
              </a:path>
            </a:pathLst>
          </a:custGeom>
          <a:noFill/>
          <a:ln w="9979">
            <a:solidFill>
              <a:srgbClr val="B0B422">
                <a:alpha val="6000"/>
              </a:srgbClr>
            </a:solidFill>
            <a:prstDash val="solid"/>
          </a:ln>
        </p:spPr>
      </p:sp>
      <p:sp>
        <p:nvSpPr>
          <p:cNvPr id="409" name="lumia-token-stream-curve">
            <a:extLst>
              <a:ext uri="{FF2B5EF4-FFF2-40B4-BE49-F238E27FC236}">
                <a16:creationId xmlns:a16="http://schemas.microsoft.com/office/drawing/2014/main" id="{0CDBA3FE-32CC-4FEA-AAB4-2CCBB390B901}"/>
              </a:ext>
            </a:extLst>
          </p:cNvPr>
          <p:cNvSpPr>
            <a:spLocks noGrp="1"/>
          </p:cNvSpPr>
          <p:nvPr/>
        </p:nvSpPr>
        <p:spPr>
          <a:xfrm>
            <a:off x="10115013" y="5134629"/>
            <a:ext cx="295073" cy="63907"/>
          </a:xfrm>
          <a:custGeom>
            <a:avLst/>
            <a:gdLst/>
            <a:ahLst/>
            <a:cxnLst/>
            <a:rect l="0" t="0" r="0" b="0"/>
            <a:pathLst>
              <a:path w="295073" h="63907">
                <a:moveTo>
                  <a:pt x="0" y="63907"/>
                </a:moveTo>
                <a:lnTo>
                  <a:pt x="295073" y="0"/>
                </a:lnTo>
              </a:path>
            </a:pathLst>
          </a:custGeom>
          <a:noFill/>
          <a:ln w="10120">
            <a:solidFill>
              <a:srgbClr val="9EB329">
                <a:alpha val="6000"/>
              </a:srgbClr>
            </a:solidFill>
            <a:prstDash val="solid"/>
          </a:ln>
        </p:spPr>
      </p:sp>
      <p:sp>
        <p:nvSpPr>
          <p:cNvPr id="410" name="lumia-token-stream-curve">
            <a:extLst>
              <a:ext uri="{FF2B5EF4-FFF2-40B4-BE49-F238E27FC236}">
                <a16:creationId xmlns:a16="http://schemas.microsoft.com/office/drawing/2014/main" id="{4C216091-907D-437D-A1A0-4CC03D9AC5A5}"/>
              </a:ext>
            </a:extLst>
          </p:cNvPr>
          <p:cNvSpPr>
            <a:spLocks noGrp="1"/>
          </p:cNvSpPr>
          <p:nvPr/>
        </p:nvSpPr>
        <p:spPr>
          <a:xfrm>
            <a:off x="10410086" y="5058087"/>
            <a:ext cx="295753" cy="76543"/>
          </a:xfrm>
          <a:custGeom>
            <a:avLst/>
            <a:gdLst/>
            <a:ahLst/>
            <a:cxnLst/>
            <a:rect l="0" t="0" r="0" b="0"/>
            <a:pathLst>
              <a:path w="295753" h="76543">
                <a:moveTo>
                  <a:pt x="0" y="76543"/>
                </a:moveTo>
                <a:lnTo>
                  <a:pt x="295753" y="0"/>
                </a:lnTo>
              </a:path>
            </a:pathLst>
          </a:custGeom>
          <a:noFill/>
          <a:ln w="10243">
            <a:solidFill>
              <a:srgbClr val="8CB130">
                <a:alpha val="6000"/>
              </a:srgbClr>
            </a:solidFill>
            <a:prstDash val="solid"/>
          </a:ln>
        </p:spPr>
      </p:sp>
      <p:sp>
        <p:nvSpPr>
          <p:cNvPr id="411" name="lumia-token-stream-curve">
            <a:extLst>
              <a:ext uri="{FF2B5EF4-FFF2-40B4-BE49-F238E27FC236}">
                <a16:creationId xmlns:a16="http://schemas.microsoft.com/office/drawing/2014/main" id="{E6D0399B-9B4B-4FDC-90AE-CC53A3B388B9}"/>
              </a:ext>
            </a:extLst>
          </p:cNvPr>
          <p:cNvSpPr>
            <a:spLocks noGrp="1"/>
          </p:cNvSpPr>
          <p:nvPr/>
        </p:nvSpPr>
        <p:spPr>
          <a:xfrm>
            <a:off x="10705838" y="4973403"/>
            <a:ext cx="296353" cy="84683"/>
          </a:xfrm>
          <a:custGeom>
            <a:avLst/>
            <a:gdLst/>
            <a:ahLst/>
            <a:cxnLst/>
            <a:rect l="0" t="0" r="0" b="0"/>
            <a:pathLst>
              <a:path w="296353" h="84683">
                <a:moveTo>
                  <a:pt x="0" y="84683"/>
                </a:moveTo>
                <a:lnTo>
                  <a:pt x="296353" y="0"/>
                </a:lnTo>
              </a:path>
            </a:pathLst>
          </a:custGeom>
          <a:noFill/>
          <a:ln w="10349">
            <a:solidFill>
              <a:srgbClr val="7BAF37">
                <a:alpha val="6000"/>
              </a:srgbClr>
            </a:solidFill>
            <a:prstDash val="solid"/>
          </a:ln>
        </p:spPr>
      </p:sp>
      <p:sp>
        <p:nvSpPr>
          <p:cNvPr id="412" name="lumia-token-stream-curve">
            <a:extLst>
              <a:ext uri="{FF2B5EF4-FFF2-40B4-BE49-F238E27FC236}">
                <a16:creationId xmlns:a16="http://schemas.microsoft.com/office/drawing/2014/main" id="{D143FF3B-B2C6-438E-B6CE-4FB3DA4F04C7}"/>
              </a:ext>
            </a:extLst>
          </p:cNvPr>
          <p:cNvSpPr>
            <a:spLocks noGrp="1"/>
          </p:cNvSpPr>
          <p:nvPr/>
        </p:nvSpPr>
        <p:spPr>
          <a:xfrm>
            <a:off x="11002191" y="4886199"/>
            <a:ext cx="296873" cy="87205"/>
          </a:xfrm>
          <a:custGeom>
            <a:avLst/>
            <a:gdLst/>
            <a:ahLst/>
            <a:cxnLst/>
            <a:rect l="0" t="0" r="0" b="0"/>
            <a:pathLst>
              <a:path w="296873" h="87205">
                <a:moveTo>
                  <a:pt x="0" y="87205"/>
                </a:moveTo>
                <a:lnTo>
                  <a:pt x="296873" y="0"/>
                </a:lnTo>
              </a:path>
            </a:pathLst>
          </a:custGeom>
          <a:noFill/>
          <a:ln w="10434">
            <a:solidFill>
              <a:srgbClr val="69AD3E">
                <a:alpha val="6000"/>
              </a:srgbClr>
            </a:solidFill>
            <a:prstDash val="solid"/>
          </a:ln>
        </p:spPr>
      </p:sp>
      <p:sp>
        <p:nvSpPr>
          <p:cNvPr id="413" name="lumia-token-stream-curve">
            <a:extLst>
              <a:ext uri="{FF2B5EF4-FFF2-40B4-BE49-F238E27FC236}">
                <a16:creationId xmlns:a16="http://schemas.microsoft.com/office/drawing/2014/main" id="{551D1E12-9AF5-49F1-B0FF-0D5DCB8F7C56}"/>
              </a:ext>
            </a:extLst>
          </p:cNvPr>
          <p:cNvSpPr>
            <a:spLocks noGrp="1"/>
          </p:cNvSpPr>
          <p:nvPr/>
        </p:nvSpPr>
        <p:spPr>
          <a:xfrm>
            <a:off x="11299064" y="4802439"/>
            <a:ext cx="297312" cy="83759"/>
          </a:xfrm>
          <a:custGeom>
            <a:avLst/>
            <a:gdLst/>
            <a:ahLst/>
            <a:cxnLst/>
            <a:rect l="0" t="0" r="0" b="0"/>
            <a:pathLst>
              <a:path w="297312" h="83759">
                <a:moveTo>
                  <a:pt x="0" y="83759"/>
                </a:moveTo>
                <a:lnTo>
                  <a:pt x="297312" y="0"/>
                </a:lnTo>
              </a:path>
            </a:pathLst>
          </a:custGeom>
          <a:noFill/>
          <a:ln w="10498">
            <a:solidFill>
              <a:srgbClr val="57AC45">
                <a:alpha val="6000"/>
              </a:srgbClr>
            </a:solidFill>
            <a:prstDash val="solid"/>
          </a:ln>
        </p:spPr>
      </p:sp>
      <p:sp>
        <p:nvSpPr>
          <p:cNvPr id="414" name="lumia-token-stream-curve">
            <a:extLst>
              <a:ext uri="{FF2B5EF4-FFF2-40B4-BE49-F238E27FC236}">
                <a16:creationId xmlns:a16="http://schemas.microsoft.com/office/drawing/2014/main" id="{31F271EA-A6CB-4856-A4BF-66546A3A1516}"/>
              </a:ext>
            </a:extLst>
          </p:cNvPr>
          <p:cNvSpPr>
            <a:spLocks noGrp="1"/>
          </p:cNvSpPr>
          <p:nvPr/>
        </p:nvSpPr>
        <p:spPr>
          <a:xfrm>
            <a:off x="11596376" y="4727602"/>
            <a:ext cx="297672" cy="74837"/>
          </a:xfrm>
          <a:custGeom>
            <a:avLst/>
            <a:gdLst/>
            <a:ahLst/>
            <a:cxnLst/>
            <a:rect l="0" t="0" r="0" b="0"/>
            <a:pathLst>
              <a:path w="297672" h="74837">
                <a:moveTo>
                  <a:pt x="0" y="74837"/>
                </a:moveTo>
                <a:lnTo>
                  <a:pt x="297672" y="0"/>
                </a:lnTo>
              </a:path>
            </a:pathLst>
          </a:custGeom>
          <a:noFill/>
          <a:ln w="10537">
            <a:solidFill>
              <a:srgbClr val="46AA4C">
                <a:alpha val="6000"/>
              </a:srgbClr>
            </a:solidFill>
            <a:prstDash val="solid"/>
          </a:ln>
        </p:spPr>
      </p:sp>
      <p:sp>
        <p:nvSpPr>
          <p:cNvPr id="415" name="lumia-token-stream-curve">
            <a:extLst>
              <a:ext uri="{FF2B5EF4-FFF2-40B4-BE49-F238E27FC236}">
                <a16:creationId xmlns:a16="http://schemas.microsoft.com/office/drawing/2014/main" id="{25F3ADD7-787E-49C1-B023-1E5410C7A826}"/>
              </a:ext>
            </a:extLst>
          </p:cNvPr>
          <p:cNvSpPr>
            <a:spLocks noGrp="1"/>
          </p:cNvSpPr>
          <p:nvPr/>
        </p:nvSpPr>
        <p:spPr>
          <a:xfrm>
            <a:off x="11894048" y="4665894"/>
            <a:ext cx="297952" cy="61708"/>
          </a:xfrm>
          <a:custGeom>
            <a:avLst/>
            <a:gdLst/>
            <a:ahLst/>
            <a:cxnLst/>
            <a:rect l="0" t="0" r="0" b="0"/>
            <a:pathLst>
              <a:path w="297952" h="61708">
                <a:moveTo>
                  <a:pt x="0" y="61708"/>
                </a:moveTo>
                <a:lnTo>
                  <a:pt x="297952" y="0"/>
                </a:lnTo>
              </a:path>
            </a:pathLst>
          </a:custGeom>
          <a:noFill/>
          <a:ln w="10551">
            <a:solidFill>
              <a:srgbClr val="34A853">
                <a:alpha val="6000"/>
              </a:srgbClr>
            </a:solidFill>
            <a:prstDash val="solid"/>
          </a:ln>
        </p:spPr>
      </p:sp>
      <p:sp>
        <p:nvSpPr>
          <p:cNvPr id="416" name="lumia-token-stream-curve">
            <a:extLst>
              <a:ext uri="{FF2B5EF4-FFF2-40B4-BE49-F238E27FC236}">
                <a16:creationId xmlns:a16="http://schemas.microsoft.com/office/drawing/2014/main" id="{43EBFEA8-3B1C-499F-A87D-52462301A2A8}"/>
              </a:ext>
            </a:extLst>
          </p:cNvPr>
          <p:cNvSpPr>
            <a:spLocks noGrp="1"/>
          </p:cNvSpPr>
          <p:nvPr/>
        </p:nvSpPr>
        <p:spPr>
          <a:xfrm>
            <a:off x="137785" y="6414721"/>
            <a:ext cx="199433" cy="45823"/>
          </a:xfrm>
          <a:custGeom>
            <a:avLst/>
            <a:gdLst/>
            <a:ahLst/>
            <a:cxnLst/>
            <a:rect l="0" t="0" r="0" b="0"/>
            <a:pathLst>
              <a:path w="199433" h="45823">
                <a:moveTo>
                  <a:pt x="0" y="45823"/>
                </a:moveTo>
                <a:lnTo>
                  <a:pt x="199433" y="0"/>
                </a:lnTo>
              </a:path>
            </a:pathLst>
          </a:custGeom>
          <a:noFill/>
          <a:ln w="6990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417" name="lumia-token-stream-curve">
            <a:extLst>
              <a:ext uri="{FF2B5EF4-FFF2-40B4-BE49-F238E27FC236}">
                <a16:creationId xmlns:a16="http://schemas.microsoft.com/office/drawing/2014/main" id="{E3802BA7-7B0B-40B5-9289-AF8357E0D8AB}"/>
              </a:ext>
            </a:extLst>
          </p:cNvPr>
          <p:cNvSpPr>
            <a:spLocks noGrp="1"/>
          </p:cNvSpPr>
          <p:nvPr/>
        </p:nvSpPr>
        <p:spPr>
          <a:xfrm>
            <a:off x="337218" y="6367224"/>
            <a:ext cx="203325" cy="47497"/>
          </a:xfrm>
          <a:custGeom>
            <a:avLst/>
            <a:gdLst/>
            <a:ahLst/>
            <a:cxnLst/>
            <a:rect l="0" t="0" r="0" b="0"/>
            <a:pathLst>
              <a:path w="203325" h="47497">
                <a:moveTo>
                  <a:pt x="0" y="47497"/>
                </a:moveTo>
                <a:lnTo>
                  <a:pt x="203325" y="0"/>
                </a:lnTo>
              </a:path>
            </a:pathLst>
          </a:custGeom>
          <a:noFill/>
          <a:ln w="6990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418" name="lumia-token-stream-curve">
            <a:extLst>
              <a:ext uri="{FF2B5EF4-FFF2-40B4-BE49-F238E27FC236}">
                <a16:creationId xmlns:a16="http://schemas.microsoft.com/office/drawing/2014/main" id="{AD7CD47D-14D5-4092-8436-CB7A06517A98}"/>
              </a:ext>
            </a:extLst>
          </p:cNvPr>
          <p:cNvSpPr>
            <a:spLocks noGrp="1"/>
          </p:cNvSpPr>
          <p:nvPr/>
        </p:nvSpPr>
        <p:spPr>
          <a:xfrm>
            <a:off x="540543" y="6320175"/>
            <a:ext cx="207141" cy="47049"/>
          </a:xfrm>
          <a:custGeom>
            <a:avLst/>
            <a:gdLst/>
            <a:ahLst/>
            <a:cxnLst/>
            <a:rect l="0" t="0" r="0" b="0"/>
            <a:pathLst>
              <a:path w="207141" h="47049">
                <a:moveTo>
                  <a:pt x="0" y="47049"/>
                </a:moveTo>
                <a:lnTo>
                  <a:pt x="207141" y="0"/>
                </a:lnTo>
              </a:path>
            </a:pathLst>
          </a:custGeom>
          <a:noFill/>
          <a:ln w="6990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419" name="lumia-token-stream-curve">
            <a:extLst>
              <a:ext uri="{FF2B5EF4-FFF2-40B4-BE49-F238E27FC236}">
                <a16:creationId xmlns:a16="http://schemas.microsoft.com/office/drawing/2014/main" id="{CB73E574-2D0D-4301-BD1E-A71E63AD7814}"/>
              </a:ext>
            </a:extLst>
          </p:cNvPr>
          <p:cNvSpPr>
            <a:spLocks noGrp="1"/>
          </p:cNvSpPr>
          <p:nvPr/>
        </p:nvSpPr>
        <p:spPr>
          <a:xfrm>
            <a:off x="747684" y="6275781"/>
            <a:ext cx="210882" cy="44395"/>
          </a:xfrm>
          <a:custGeom>
            <a:avLst/>
            <a:gdLst/>
            <a:ahLst/>
            <a:cxnLst/>
            <a:rect l="0" t="0" r="0" b="0"/>
            <a:pathLst>
              <a:path w="210882" h="44395">
                <a:moveTo>
                  <a:pt x="0" y="44395"/>
                </a:moveTo>
                <a:lnTo>
                  <a:pt x="210882" y="0"/>
                </a:lnTo>
              </a:path>
            </a:pathLst>
          </a:custGeom>
          <a:noFill/>
          <a:ln w="6990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420" name="lumia-token-stream-curve">
            <a:extLst>
              <a:ext uri="{FF2B5EF4-FFF2-40B4-BE49-F238E27FC236}">
                <a16:creationId xmlns:a16="http://schemas.microsoft.com/office/drawing/2014/main" id="{16D67E1D-4780-4873-9890-46388F30DFB5}"/>
              </a:ext>
            </a:extLst>
          </p:cNvPr>
          <p:cNvSpPr>
            <a:spLocks noGrp="1"/>
          </p:cNvSpPr>
          <p:nvPr/>
        </p:nvSpPr>
        <p:spPr>
          <a:xfrm>
            <a:off x="958565" y="6236158"/>
            <a:ext cx="214546" cy="39623"/>
          </a:xfrm>
          <a:custGeom>
            <a:avLst/>
            <a:gdLst/>
            <a:ahLst/>
            <a:cxnLst/>
            <a:rect l="0" t="0" r="0" b="0"/>
            <a:pathLst>
              <a:path w="214546" h="39623">
                <a:moveTo>
                  <a:pt x="0" y="39623"/>
                </a:moveTo>
                <a:lnTo>
                  <a:pt x="214546" y="0"/>
                </a:lnTo>
              </a:path>
            </a:pathLst>
          </a:custGeom>
          <a:noFill/>
          <a:ln w="6990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421" name="lumia-token-stream-curve">
            <a:extLst>
              <a:ext uri="{FF2B5EF4-FFF2-40B4-BE49-F238E27FC236}">
                <a16:creationId xmlns:a16="http://schemas.microsoft.com/office/drawing/2014/main" id="{675F1C7C-2522-4D73-8149-969FCCF2C4F5}"/>
              </a:ext>
            </a:extLst>
          </p:cNvPr>
          <p:cNvSpPr>
            <a:spLocks noGrp="1"/>
          </p:cNvSpPr>
          <p:nvPr/>
        </p:nvSpPr>
        <p:spPr>
          <a:xfrm>
            <a:off x="1173112" y="6203147"/>
            <a:ext cx="218136" cy="33011"/>
          </a:xfrm>
          <a:custGeom>
            <a:avLst/>
            <a:gdLst/>
            <a:ahLst/>
            <a:cxnLst/>
            <a:rect l="0" t="0" r="0" b="0"/>
            <a:pathLst>
              <a:path w="218136" h="33011">
                <a:moveTo>
                  <a:pt x="0" y="33011"/>
                </a:moveTo>
                <a:lnTo>
                  <a:pt x="218136" y="0"/>
                </a:lnTo>
              </a:path>
            </a:pathLst>
          </a:custGeom>
          <a:noFill/>
          <a:ln w="6990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422" name="lumia-token-stream-curve">
            <a:extLst>
              <a:ext uri="{FF2B5EF4-FFF2-40B4-BE49-F238E27FC236}">
                <a16:creationId xmlns:a16="http://schemas.microsoft.com/office/drawing/2014/main" id="{0092C6EC-CBBF-4350-AAA8-E571DE575728}"/>
              </a:ext>
            </a:extLst>
          </p:cNvPr>
          <p:cNvSpPr>
            <a:spLocks noGrp="1"/>
          </p:cNvSpPr>
          <p:nvPr/>
        </p:nvSpPr>
        <p:spPr>
          <a:xfrm>
            <a:off x="1391247" y="6178120"/>
            <a:ext cx="221650" cy="25027"/>
          </a:xfrm>
          <a:custGeom>
            <a:avLst/>
            <a:gdLst/>
            <a:ahLst/>
            <a:cxnLst/>
            <a:rect l="0" t="0" r="0" b="0"/>
            <a:pathLst>
              <a:path w="221650" h="25027">
                <a:moveTo>
                  <a:pt x="0" y="25027"/>
                </a:moveTo>
                <a:lnTo>
                  <a:pt x="221650" y="0"/>
                </a:lnTo>
              </a:path>
            </a:pathLst>
          </a:custGeom>
          <a:noFill/>
          <a:ln w="6990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423" name="lumia-token-stream-curve">
            <a:extLst>
              <a:ext uri="{FF2B5EF4-FFF2-40B4-BE49-F238E27FC236}">
                <a16:creationId xmlns:a16="http://schemas.microsoft.com/office/drawing/2014/main" id="{2DA1680A-DB9D-48E6-BCEE-F5B23400FDBA}"/>
              </a:ext>
            </a:extLst>
          </p:cNvPr>
          <p:cNvSpPr>
            <a:spLocks noGrp="1"/>
          </p:cNvSpPr>
          <p:nvPr/>
        </p:nvSpPr>
        <p:spPr>
          <a:xfrm>
            <a:off x="1612897" y="6161804"/>
            <a:ext cx="225088" cy="16316"/>
          </a:xfrm>
          <a:custGeom>
            <a:avLst/>
            <a:gdLst/>
            <a:ahLst/>
            <a:cxnLst/>
            <a:rect l="0" t="0" r="0" b="0"/>
            <a:pathLst>
              <a:path w="225088" h="16316">
                <a:moveTo>
                  <a:pt x="0" y="16316"/>
                </a:moveTo>
                <a:lnTo>
                  <a:pt x="225088" y="0"/>
                </a:lnTo>
              </a:path>
            </a:pathLst>
          </a:custGeom>
          <a:noFill/>
          <a:ln w="6990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424" name="lumia-token-stream-curve">
            <a:extLst>
              <a:ext uri="{FF2B5EF4-FFF2-40B4-BE49-F238E27FC236}">
                <a16:creationId xmlns:a16="http://schemas.microsoft.com/office/drawing/2014/main" id="{11ED9309-6CC3-4C92-BF32-2BDE318F636F}"/>
              </a:ext>
            </a:extLst>
          </p:cNvPr>
          <p:cNvSpPr>
            <a:spLocks noGrp="1"/>
          </p:cNvSpPr>
          <p:nvPr/>
        </p:nvSpPr>
        <p:spPr>
          <a:xfrm>
            <a:off x="1837985" y="6154150"/>
            <a:ext cx="228450" cy="9525"/>
          </a:xfrm>
          <a:custGeom>
            <a:avLst/>
            <a:gdLst/>
            <a:ahLst/>
            <a:cxnLst/>
            <a:rect l="0" t="0" r="0" b="0"/>
            <a:pathLst>
              <a:path w="228450" h="9525">
                <a:moveTo>
                  <a:pt x="0" y="7653"/>
                </a:moveTo>
                <a:lnTo>
                  <a:pt x="228450" y="0"/>
                </a:lnTo>
              </a:path>
            </a:pathLst>
          </a:custGeom>
          <a:noFill/>
          <a:ln w="6990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425" name="lumia-token-stream-curve">
            <a:extLst>
              <a:ext uri="{FF2B5EF4-FFF2-40B4-BE49-F238E27FC236}">
                <a16:creationId xmlns:a16="http://schemas.microsoft.com/office/drawing/2014/main" id="{FC0FA989-71F7-4954-8FD3-EBB70744954B}"/>
              </a:ext>
            </a:extLst>
          </p:cNvPr>
          <p:cNvSpPr>
            <a:spLocks noGrp="1"/>
          </p:cNvSpPr>
          <p:nvPr/>
        </p:nvSpPr>
        <p:spPr>
          <a:xfrm>
            <a:off x="2066435" y="6154150"/>
            <a:ext cx="231737" cy="9525"/>
          </a:xfrm>
          <a:custGeom>
            <a:avLst/>
            <a:gdLst/>
            <a:ahLst/>
            <a:cxnLst/>
            <a:rect l="0" t="0" r="0" b="0"/>
            <a:pathLst>
              <a:path w="231737" h="9525">
                <a:moveTo>
                  <a:pt x="0" y="0"/>
                </a:moveTo>
                <a:lnTo>
                  <a:pt x="231737" y="108"/>
                </a:lnTo>
              </a:path>
            </a:pathLst>
          </a:custGeom>
          <a:noFill/>
          <a:ln w="6990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426" name="lumia-token-stream-curve">
            <a:extLst>
              <a:ext uri="{FF2B5EF4-FFF2-40B4-BE49-F238E27FC236}">
                <a16:creationId xmlns:a16="http://schemas.microsoft.com/office/drawing/2014/main" id="{0BFAA1E1-CDA1-4BD3-B348-BCDBD592B0F0}"/>
              </a:ext>
            </a:extLst>
          </p:cNvPr>
          <p:cNvSpPr>
            <a:spLocks noGrp="1"/>
          </p:cNvSpPr>
          <p:nvPr/>
        </p:nvSpPr>
        <p:spPr>
          <a:xfrm>
            <a:off x="2298172" y="6154258"/>
            <a:ext cx="234948" cy="9525"/>
          </a:xfrm>
          <a:custGeom>
            <a:avLst/>
            <a:gdLst/>
            <a:ahLst/>
            <a:cxnLst/>
            <a:rect l="0" t="0" r="0" b="0"/>
            <a:pathLst>
              <a:path w="234948" h="9525">
                <a:moveTo>
                  <a:pt x="0" y="0"/>
                </a:moveTo>
                <a:lnTo>
                  <a:pt x="234948" y="6116"/>
                </a:lnTo>
              </a:path>
            </a:pathLst>
          </a:custGeom>
          <a:noFill/>
          <a:ln w="6990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427" name="lumia-token-stream-curve">
            <a:extLst>
              <a:ext uri="{FF2B5EF4-FFF2-40B4-BE49-F238E27FC236}">
                <a16:creationId xmlns:a16="http://schemas.microsoft.com/office/drawing/2014/main" id="{B09A112B-21DA-482A-8D21-283B294DF161}"/>
              </a:ext>
            </a:extLst>
          </p:cNvPr>
          <p:cNvSpPr>
            <a:spLocks noGrp="1"/>
          </p:cNvSpPr>
          <p:nvPr/>
        </p:nvSpPr>
        <p:spPr>
          <a:xfrm>
            <a:off x="2533121" y="6160374"/>
            <a:ext cx="238084" cy="9608"/>
          </a:xfrm>
          <a:custGeom>
            <a:avLst/>
            <a:gdLst/>
            <a:ahLst/>
            <a:cxnLst/>
            <a:rect l="0" t="0" r="0" b="0"/>
            <a:pathLst>
              <a:path w="238084" h="9608">
                <a:moveTo>
                  <a:pt x="0" y="0"/>
                </a:moveTo>
                <a:lnTo>
                  <a:pt x="238084" y="9608"/>
                </a:lnTo>
              </a:path>
            </a:pathLst>
          </a:custGeom>
          <a:noFill/>
          <a:ln w="6990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428" name="lumia-token-stream-curve">
            <a:extLst>
              <a:ext uri="{FF2B5EF4-FFF2-40B4-BE49-F238E27FC236}">
                <a16:creationId xmlns:a16="http://schemas.microsoft.com/office/drawing/2014/main" id="{30CBAFCC-6E8F-4C11-954D-524FAED8AB7E}"/>
              </a:ext>
            </a:extLst>
          </p:cNvPr>
          <p:cNvSpPr>
            <a:spLocks noGrp="1"/>
          </p:cNvSpPr>
          <p:nvPr/>
        </p:nvSpPr>
        <p:spPr>
          <a:xfrm>
            <a:off x="2771205" y="6169982"/>
            <a:ext cx="241144" cy="9998"/>
          </a:xfrm>
          <a:custGeom>
            <a:avLst/>
            <a:gdLst/>
            <a:ahLst/>
            <a:cxnLst/>
            <a:rect l="0" t="0" r="0" b="0"/>
            <a:pathLst>
              <a:path w="241144" h="9998">
                <a:moveTo>
                  <a:pt x="0" y="0"/>
                </a:moveTo>
                <a:lnTo>
                  <a:pt x="241144" y="9998"/>
                </a:lnTo>
              </a:path>
            </a:pathLst>
          </a:custGeom>
          <a:noFill/>
          <a:ln w="6990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429" name="lumia-token-stream-curve">
            <a:extLst>
              <a:ext uri="{FF2B5EF4-FFF2-40B4-BE49-F238E27FC236}">
                <a16:creationId xmlns:a16="http://schemas.microsoft.com/office/drawing/2014/main" id="{3048AC5D-AECF-4E17-81C9-6288A9CF9B03}"/>
              </a:ext>
            </a:extLst>
          </p:cNvPr>
          <p:cNvSpPr>
            <a:spLocks noGrp="1"/>
          </p:cNvSpPr>
          <p:nvPr/>
        </p:nvSpPr>
        <p:spPr>
          <a:xfrm>
            <a:off x="3012349" y="6179980"/>
            <a:ext cx="244129" cy="9525"/>
          </a:xfrm>
          <a:custGeom>
            <a:avLst/>
            <a:gdLst/>
            <a:ahLst/>
            <a:cxnLst/>
            <a:rect l="0" t="0" r="0" b="0"/>
            <a:pathLst>
              <a:path w="244129" h="9525">
                <a:moveTo>
                  <a:pt x="0" y="0"/>
                </a:moveTo>
                <a:lnTo>
                  <a:pt x="244129" y="6960"/>
                </a:lnTo>
              </a:path>
            </a:pathLst>
          </a:custGeom>
          <a:noFill/>
          <a:ln w="6990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430" name="lumia-token-stream-curve">
            <a:extLst>
              <a:ext uri="{FF2B5EF4-FFF2-40B4-BE49-F238E27FC236}">
                <a16:creationId xmlns:a16="http://schemas.microsoft.com/office/drawing/2014/main" id="{F5037292-719C-47A1-9F71-7F0BCBB0FA48}"/>
              </a:ext>
            </a:extLst>
          </p:cNvPr>
          <p:cNvSpPr>
            <a:spLocks noGrp="1"/>
          </p:cNvSpPr>
          <p:nvPr/>
        </p:nvSpPr>
        <p:spPr>
          <a:xfrm>
            <a:off x="3256478" y="6186941"/>
            <a:ext cx="247038" cy="9525"/>
          </a:xfrm>
          <a:custGeom>
            <a:avLst/>
            <a:gdLst/>
            <a:ahLst/>
            <a:cxnLst/>
            <a:rect l="0" t="0" r="0" b="0"/>
            <a:pathLst>
              <a:path w="247038" h="9525">
                <a:moveTo>
                  <a:pt x="0" y="0"/>
                </a:moveTo>
                <a:lnTo>
                  <a:pt x="247038" y="495"/>
                </a:lnTo>
              </a:path>
            </a:pathLst>
          </a:custGeom>
          <a:noFill/>
          <a:ln w="6990">
            <a:solidFill>
              <a:srgbClr val="7C3D7E">
                <a:alpha val="3000"/>
              </a:srgbClr>
            </a:solidFill>
            <a:prstDash val="solid"/>
          </a:ln>
        </p:spPr>
      </p:sp>
      <p:sp>
        <p:nvSpPr>
          <p:cNvPr id="431" name="lumia-token-stream-curve">
            <a:extLst>
              <a:ext uri="{FF2B5EF4-FFF2-40B4-BE49-F238E27FC236}">
                <a16:creationId xmlns:a16="http://schemas.microsoft.com/office/drawing/2014/main" id="{4254FAA7-60E9-42BD-8240-F2372B78E38E}"/>
              </a:ext>
            </a:extLst>
          </p:cNvPr>
          <p:cNvSpPr>
            <a:spLocks noGrp="1"/>
          </p:cNvSpPr>
          <p:nvPr/>
        </p:nvSpPr>
        <p:spPr>
          <a:xfrm>
            <a:off x="3503516" y="6178395"/>
            <a:ext cx="249871" cy="9525"/>
          </a:xfrm>
          <a:custGeom>
            <a:avLst/>
            <a:gdLst/>
            <a:ahLst/>
            <a:cxnLst/>
            <a:rect l="0" t="0" r="0" b="0"/>
            <a:pathLst>
              <a:path w="249871" h="9525">
                <a:moveTo>
                  <a:pt x="0" y="9041"/>
                </a:moveTo>
                <a:lnTo>
                  <a:pt x="249871" y="0"/>
                </a:lnTo>
              </a:path>
            </a:pathLst>
          </a:custGeom>
          <a:noFill/>
          <a:ln w="6990">
            <a:solidFill>
              <a:srgbClr val="893E75">
                <a:alpha val="3000"/>
              </a:srgbClr>
            </a:solidFill>
            <a:prstDash val="solid"/>
          </a:ln>
        </p:spPr>
      </p:sp>
      <p:sp>
        <p:nvSpPr>
          <p:cNvPr id="432" name="lumia-token-stream-curve">
            <a:extLst>
              <a:ext uri="{FF2B5EF4-FFF2-40B4-BE49-F238E27FC236}">
                <a16:creationId xmlns:a16="http://schemas.microsoft.com/office/drawing/2014/main" id="{9CC8740D-C546-48A2-93A3-C682BF12BBEA}"/>
              </a:ext>
            </a:extLst>
          </p:cNvPr>
          <p:cNvSpPr>
            <a:spLocks noGrp="1"/>
          </p:cNvSpPr>
          <p:nvPr/>
        </p:nvSpPr>
        <p:spPr>
          <a:xfrm>
            <a:off x="3753387" y="6157464"/>
            <a:ext cx="252629" cy="20931"/>
          </a:xfrm>
          <a:custGeom>
            <a:avLst/>
            <a:gdLst/>
            <a:ahLst/>
            <a:cxnLst/>
            <a:rect l="0" t="0" r="0" b="0"/>
            <a:pathLst>
              <a:path w="252629" h="20931">
                <a:moveTo>
                  <a:pt x="0" y="20931"/>
                </a:moveTo>
                <a:lnTo>
                  <a:pt x="252629" y="0"/>
                </a:lnTo>
              </a:path>
            </a:pathLst>
          </a:custGeom>
          <a:noFill/>
          <a:ln w="6991">
            <a:solidFill>
              <a:srgbClr val="963E6C">
                <a:alpha val="3000"/>
              </a:srgbClr>
            </a:solidFill>
            <a:prstDash val="solid"/>
          </a:ln>
        </p:spPr>
      </p:sp>
      <p:sp>
        <p:nvSpPr>
          <p:cNvPr id="433" name="lumia-token-stream-curve">
            <a:extLst>
              <a:ext uri="{FF2B5EF4-FFF2-40B4-BE49-F238E27FC236}">
                <a16:creationId xmlns:a16="http://schemas.microsoft.com/office/drawing/2014/main" id="{412505FA-6E1F-42A0-BD50-E2A1E50CAB7C}"/>
              </a:ext>
            </a:extLst>
          </p:cNvPr>
          <p:cNvSpPr>
            <a:spLocks noGrp="1"/>
          </p:cNvSpPr>
          <p:nvPr/>
        </p:nvSpPr>
        <p:spPr>
          <a:xfrm>
            <a:off x="4006015" y="6123316"/>
            <a:ext cx="255311" cy="34149"/>
          </a:xfrm>
          <a:custGeom>
            <a:avLst/>
            <a:gdLst/>
            <a:ahLst/>
            <a:cxnLst/>
            <a:rect l="0" t="0" r="0" b="0"/>
            <a:pathLst>
              <a:path w="255311" h="34149">
                <a:moveTo>
                  <a:pt x="0" y="34149"/>
                </a:moveTo>
                <a:lnTo>
                  <a:pt x="255311" y="0"/>
                </a:lnTo>
              </a:path>
            </a:pathLst>
          </a:custGeom>
          <a:noFill/>
          <a:ln w="7012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434" name="lumia-token-stream-curve">
            <a:extLst>
              <a:ext uri="{FF2B5EF4-FFF2-40B4-BE49-F238E27FC236}">
                <a16:creationId xmlns:a16="http://schemas.microsoft.com/office/drawing/2014/main" id="{4DFFC526-E094-4238-B202-F2A0350DE8D5}"/>
              </a:ext>
            </a:extLst>
          </p:cNvPr>
          <p:cNvSpPr>
            <a:spLocks noGrp="1"/>
          </p:cNvSpPr>
          <p:nvPr/>
        </p:nvSpPr>
        <p:spPr>
          <a:xfrm>
            <a:off x="4261326" y="6075873"/>
            <a:ext cx="257917" cy="47442"/>
          </a:xfrm>
          <a:custGeom>
            <a:avLst/>
            <a:gdLst/>
            <a:ahLst/>
            <a:cxnLst/>
            <a:rect l="0" t="0" r="0" b="0"/>
            <a:pathLst>
              <a:path w="257917" h="47442">
                <a:moveTo>
                  <a:pt x="0" y="47442"/>
                </a:moveTo>
                <a:lnTo>
                  <a:pt x="257917" y="0"/>
                </a:lnTo>
              </a:path>
            </a:pathLst>
          </a:custGeom>
          <a:noFill/>
          <a:ln w="7061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435" name="lumia-token-stream-curve">
            <a:extLst>
              <a:ext uri="{FF2B5EF4-FFF2-40B4-BE49-F238E27FC236}">
                <a16:creationId xmlns:a16="http://schemas.microsoft.com/office/drawing/2014/main" id="{5081193A-0146-44BD-9333-AF8C29BE4372}"/>
              </a:ext>
            </a:extLst>
          </p:cNvPr>
          <p:cNvSpPr>
            <a:spLocks noGrp="1"/>
          </p:cNvSpPr>
          <p:nvPr/>
        </p:nvSpPr>
        <p:spPr>
          <a:xfrm>
            <a:off x="4519243" y="6016414"/>
            <a:ext cx="260448" cy="59459"/>
          </a:xfrm>
          <a:custGeom>
            <a:avLst/>
            <a:gdLst/>
            <a:ahLst/>
            <a:cxnLst/>
            <a:rect l="0" t="0" r="0" b="0"/>
            <a:pathLst>
              <a:path w="260448" h="59459">
                <a:moveTo>
                  <a:pt x="0" y="59459"/>
                </a:moveTo>
                <a:lnTo>
                  <a:pt x="260448" y="0"/>
                </a:lnTo>
              </a:path>
            </a:pathLst>
          </a:custGeom>
          <a:noFill/>
          <a:ln w="7134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436" name="lumia-token-stream-curve">
            <a:extLst>
              <a:ext uri="{FF2B5EF4-FFF2-40B4-BE49-F238E27FC236}">
                <a16:creationId xmlns:a16="http://schemas.microsoft.com/office/drawing/2014/main" id="{30733516-0622-4B55-AE0C-8440A77A55FE}"/>
              </a:ext>
            </a:extLst>
          </p:cNvPr>
          <p:cNvSpPr>
            <a:spLocks noGrp="1"/>
          </p:cNvSpPr>
          <p:nvPr/>
        </p:nvSpPr>
        <p:spPr>
          <a:xfrm>
            <a:off x="4779691" y="5947518"/>
            <a:ext cx="262903" cy="68896"/>
          </a:xfrm>
          <a:custGeom>
            <a:avLst/>
            <a:gdLst/>
            <a:ahLst/>
            <a:cxnLst/>
            <a:rect l="0" t="0" r="0" b="0"/>
            <a:pathLst>
              <a:path w="262903" h="68896">
                <a:moveTo>
                  <a:pt x="0" y="68896"/>
                </a:moveTo>
                <a:lnTo>
                  <a:pt x="262903" y="0"/>
                </a:lnTo>
              </a:path>
            </a:pathLst>
          </a:custGeom>
          <a:noFill/>
          <a:ln w="7230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437" name="lumia-token-stream-curve">
            <a:extLst>
              <a:ext uri="{FF2B5EF4-FFF2-40B4-BE49-F238E27FC236}">
                <a16:creationId xmlns:a16="http://schemas.microsoft.com/office/drawing/2014/main" id="{266C0DC5-1BDD-43FE-A4E6-5CC990EFA24E}"/>
              </a:ext>
            </a:extLst>
          </p:cNvPr>
          <p:cNvSpPr>
            <a:spLocks noGrp="1"/>
          </p:cNvSpPr>
          <p:nvPr/>
        </p:nvSpPr>
        <p:spPr>
          <a:xfrm>
            <a:off x="5042595" y="5872861"/>
            <a:ext cx="265283" cy="74656"/>
          </a:xfrm>
          <a:custGeom>
            <a:avLst/>
            <a:gdLst/>
            <a:ahLst/>
            <a:cxnLst/>
            <a:rect l="0" t="0" r="0" b="0"/>
            <a:pathLst>
              <a:path w="265283" h="74656">
                <a:moveTo>
                  <a:pt x="0" y="74656"/>
                </a:moveTo>
                <a:lnTo>
                  <a:pt x="265283" y="0"/>
                </a:lnTo>
              </a:path>
            </a:pathLst>
          </a:custGeom>
          <a:noFill/>
          <a:ln w="7347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438" name="lumia-token-stream-curve">
            <a:extLst>
              <a:ext uri="{FF2B5EF4-FFF2-40B4-BE49-F238E27FC236}">
                <a16:creationId xmlns:a16="http://schemas.microsoft.com/office/drawing/2014/main" id="{E7EE279C-2494-4EE2-9596-DBB2768DAFB3}"/>
              </a:ext>
            </a:extLst>
          </p:cNvPr>
          <p:cNvSpPr>
            <a:spLocks noGrp="1"/>
          </p:cNvSpPr>
          <p:nvPr/>
        </p:nvSpPr>
        <p:spPr>
          <a:xfrm>
            <a:off x="5307878" y="5796859"/>
            <a:ext cx="267587" cy="76002"/>
          </a:xfrm>
          <a:custGeom>
            <a:avLst/>
            <a:gdLst/>
            <a:ahLst/>
            <a:cxnLst/>
            <a:rect l="0" t="0" r="0" b="0"/>
            <a:pathLst>
              <a:path w="267587" h="76002">
                <a:moveTo>
                  <a:pt x="0" y="76002"/>
                </a:moveTo>
                <a:lnTo>
                  <a:pt x="267587" y="0"/>
                </a:lnTo>
              </a:path>
            </a:pathLst>
          </a:custGeom>
          <a:noFill/>
          <a:ln w="7483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439" name="lumia-token-stream-curve">
            <a:extLst>
              <a:ext uri="{FF2B5EF4-FFF2-40B4-BE49-F238E27FC236}">
                <a16:creationId xmlns:a16="http://schemas.microsoft.com/office/drawing/2014/main" id="{93844BB4-A18B-4F38-A9D6-60F103784BF0}"/>
              </a:ext>
            </a:extLst>
          </p:cNvPr>
          <p:cNvSpPr>
            <a:spLocks noGrp="1"/>
          </p:cNvSpPr>
          <p:nvPr/>
        </p:nvSpPr>
        <p:spPr>
          <a:xfrm>
            <a:off x="5575465" y="5724189"/>
            <a:ext cx="269816" cy="72671"/>
          </a:xfrm>
          <a:custGeom>
            <a:avLst/>
            <a:gdLst/>
            <a:ahLst/>
            <a:cxnLst/>
            <a:rect l="0" t="0" r="0" b="0"/>
            <a:pathLst>
              <a:path w="269816" h="72671">
                <a:moveTo>
                  <a:pt x="0" y="72671"/>
                </a:moveTo>
                <a:lnTo>
                  <a:pt x="269816" y="0"/>
                </a:lnTo>
              </a:path>
            </a:pathLst>
          </a:custGeom>
          <a:noFill/>
          <a:ln w="7635">
            <a:solidFill>
              <a:srgbClr val="EB4833">
                <a:alpha val="4000"/>
              </a:srgbClr>
            </a:solidFill>
            <a:prstDash val="solid"/>
          </a:ln>
        </p:spPr>
      </p:sp>
      <p:sp>
        <p:nvSpPr>
          <p:cNvPr id="440" name="lumia-token-stream-curve">
            <a:extLst>
              <a:ext uri="{FF2B5EF4-FFF2-40B4-BE49-F238E27FC236}">
                <a16:creationId xmlns:a16="http://schemas.microsoft.com/office/drawing/2014/main" id="{9AC5249B-6478-49D3-A204-1A69D1144D3B}"/>
              </a:ext>
            </a:extLst>
          </p:cNvPr>
          <p:cNvSpPr>
            <a:spLocks noGrp="1"/>
          </p:cNvSpPr>
          <p:nvPr/>
        </p:nvSpPr>
        <p:spPr>
          <a:xfrm>
            <a:off x="5845281" y="5659244"/>
            <a:ext cx="271968" cy="64944"/>
          </a:xfrm>
          <a:custGeom>
            <a:avLst/>
            <a:gdLst/>
            <a:ahLst/>
            <a:cxnLst/>
            <a:rect l="0" t="0" r="0" b="0"/>
            <a:pathLst>
              <a:path w="271968" h="64944">
                <a:moveTo>
                  <a:pt x="0" y="64944"/>
                </a:moveTo>
                <a:lnTo>
                  <a:pt x="271968" y="0"/>
                </a:lnTo>
              </a:path>
            </a:pathLst>
          </a:custGeom>
          <a:noFill/>
          <a:ln w="7803">
            <a:solidFill>
              <a:srgbClr val="EC532F">
                <a:alpha val="4000"/>
              </a:srgbClr>
            </a:solidFill>
            <a:prstDash val="solid"/>
          </a:ln>
        </p:spPr>
      </p:sp>
      <p:sp>
        <p:nvSpPr>
          <p:cNvPr id="441" name="lumia-token-stream-curve">
            <a:extLst>
              <a:ext uri="{FF2B5EF4-FFF2-40B4-BE49-F238E27FC236}">
                <a16:creationId xmlns:a16="http://schemas.microsoft.com/office/drawing/2014/main" id="{102132F3-A5CA-4060-BDAC-FA03E7A913F0}"/>
              </a:ext>
            </a:extLst>
          </p:cNvPr>
          <p:cNvSpPr>
            <a:spLocks noGrp="1"/>
          </p:cNvSpPr>
          <p:nvPr/>
        </p:nvSpPr>
        <p:spPr>
          <a:xfrm>
            <a:off x="6117249" y="5605591"/>
            <a:ext cx="274046" cy="53654"/>
          </a:xfrm>
          <a:custGeom>
            <a:avLst/>
            <a:gdLst/>
            <a:ahLst/>
            <a:cxnLst/>
            <a:rect l="0" t="0" r="0" b="0"/>
            <a:pathLst>
              <a:path w="274046" h="53654">
                <a:moveTo>
                  <a:pt x="0" y="53654"/>
                </a:moveTo>
                <a:lnTo>
                  <a:pt x="274046" y="0"/>
                </a:lnTo>
              </a:path>
            </a:pathLst>
          </a:custGeom>
          <a:noFill/>
          <a:ln w="7983">
            <a:solidFill>
              <a:srgbClr val="EE5E2A">
                <a:alpha val="4000"/>
              </a:srgbClr>
            </a:solidFill>
            <a:prstDash val="solid"/>
          </a:ln>
        </p:spPr>
      </p:sp>
      <p:sp>
        <p:nvSpPr>
          <p:cNvPr id="442" name="lumia-token-stream-curve">
            <a:extLst>
              <a:ext uri="{FF2B5EF4-FFF2-40B4-BE49-F238E27FC236}">
                <a16:creationId xmlns:a16="http://schemas.microsoft.com/office/drawing/2014/main" id="{B4F5F1DA-1BBA-42C2-8AEE-80F7101F096E}"/>
              </a:ext>
            </a:extLst>
          </p:cNvPr>
          <p:cNvSpPr>
            <a:spLocks noGrp="1"/>
          </p:cNvSpPr>
          <p:nvPr/>
        </p:nvSpPr>
        <p:spPr>
          <a:xfrm>
            <a:off x="6391295" y="5565478"/>
            <a:ext cx="276047" cy="40112"/>
          </a:xfrm>
          <a:custGeom>
            <a:avLst/>
            <a:gdLst/>
            <a:ahLst/>
            <a:cxnLst/>
            <a:rect l="0" t="0" r="0" b="0"/>
            <a:pathLst>
              <a:path w="276047" h="40112">
                <a:moveTo>
                  <a:pt x="0" y="40112"/>
                </a:moveTo>
                <a:lnTo>
                  <a:pt x="276047" y="0"/>
                </a:lnTo>
              </a:path>
            </a:pathLst>
          </a:custGeom>
          <a:noFill/>
          <a:ln w="8174">
            <a:solidFill>
              <a:srgbClr val="EF6926">
                <a:alpha val="4000"/>
              </a:srgbClr>
            </a:solidFill>
            <a:prstDash val="solid"/>
          </a:ln>
        </p:spPr>
      </p:sp>
      <p:sp>
        <p:nvSpPr>
          <p:cNvPr id="443" name="lumia-token-stream-curve">
            <a:extLst>
              <a:ext uri="{FF2B5EF4-FFF2-40B4-BE49-F238E27FC236}">
                <a16:creationId xmlns:a16="http://schemas.microsoft.com/office/drawing/2014/main" id="{FC6D3EC4-8AB0-4DFA-839D-0751C7B3F3EC}"/>
              </a:ext>
            </a:extLst>
          </p:cNvPr>
          <p:cNvSpPr>
            <a:spLocks noGrp="1"/>
          </p:cNvSpPr>
          <p:nvPr/>
        </p:nvSpPr>
        <p:spPr>
          <a:xfrm>
            <a:off x="6667342" y="5539498"/>
            <a:ext cx="277973" cy="25980"/>
          </a:xfrm>
          <a:custGeom>
            <a:avLst/>
            <a:gdLst/>
            <a:ahLst/>
            <a:cxnLst/>
            <a:rect l="0" t="0" r="0" b="0"/>
            <a:pathLst>
              <a:path w="277973" h="25980">
                <a:moveTo>
                  <a:pt x="0" y="25980"/>
                </a:moveTo>
                <a:lnTo>
                  <a:pt x="277973" y="0"/>
                </a:lnTo>
              </a:path>
            </a:pathLst>
          </a:custGeom>
          <a:noFill/>
          <a:ln w="8374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444" name="lumia-token-stream-curve">
            <a:extLst>
              <a:ext uri="{FF2B5EF4-FFF2-40B4-BE49-F238E27FC236}">
                <a16:creationId xmlns:a16="http://schemas.microsoft.com/office/drawing/2014/main" id="{1EF846C9-2803-4BB9-B910-28FCE0741512}"/>
              </a:ext>
            </a:extLst>
          </p:cNvPr>
          <p:cNvSpPr>
            <a:spLocks noGrp="1"/>
          </p:cNvSpPr>
          <p:nvPr/>
        </p:nvSpPr>
        <p:spPr>
          <a:xfrm>
            <a:off x="6945315" y="5526425"/>
            <a:ext cx="279824" cy="13073"/>
          </a:xfrm>
          <a:custGeom>
            <a:avLst/>
            <a:gdLst/>
            <a:ahLst/>
            <a:cxnLst/>
            <a:rect l="0" t="0" r="0" b="0"/>
            <a:pathLst>
              <a:path w="279824" h="13073">
                <a:moveTo>
                  <a:pt x="0" y="13073"/>
                </a:moveTo>
                <a:lnTo>
                  <a:pt x="279824" y="0"/>
                </a:lnTo>
              </a:path>
            </a:pathLst>
          </a:custGeom>
          <a:noFill/>
          <a:ln w="8581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445" name="lumia-token-stream-curve">
            <a:extLst>
              <a:ext uri="{FF2B5EF4-FFF2-40B4-BE49-F238E27FC236}">
                <a16:creationId xmlns:a16="http://schemas.microsoft.com/office/drawing/2014/main" id="{5CEF124C-1B2A-4AEA-BF80-660881BADF07}"/>
              </a:ext>
            </a:extLst>
          </p:cNvPr>
          <p:cNvSpPr>
            <a:spLocks noGrp="1"/>
          </p:cNvSpPr>
          <p:nvPr/>
        </p:nvSpPr>
        <p:spPr>
          <a:xfrm>
            <a:off x="7225139" y="5523295"/>
            <a:ext cx="281599" cy="9525"/>
          </a:xfrm>
          <a:custGeom>
            <a:avLst/>
            <a:gdLst/>
            <a:ahLst/>
            <a:cxnLst/>
            <a:rect l="0" t="0" r="0" b="0"/>
            <a:pathLst>
              <a:path w="281599" h="9525">
                <a:moveTo>
                  <a:pt x="0" y="3130"/>
                </a:moveTo>
                <a:lnTo>
                  <a:pt x="281599" y="0"/>
                </a:lnTo>
              </a:path>
            </a:pathLst>
          </a:custGeom>
          <a:noFill/>
          <a:ln w="8792">
            <a:solidFill>
              <a:srgbClr val="F48919">
                <a:alpha val="5000"/>
              </a:srgbClr>
            </a:solidFill>
            <a:prstDash val="solid"/>
          </a:ln>
        </p:spPr>
      </p:sp>
      <p:sp>
        <p:nvSpPr>
          <p:cNvPr id="446" name="lumia-token-stream-curve">
            <a:extLst>
              <a:ext uri="{FF2B5EF4-FFF2-40B4-BE49-F238E27FC236}">
                <a16:creationId xmlns:a16="http://schemas.microsoft.com/office/drawing/2014/main" id="{7C0B89FE-0E84-4F57-B876-9BD7504674E5}"/>
              </a:ext>
            </a:extLst>
          </p:cNvPr>
          <p:cNvSpPr>
            <a:spLocks noGrp="1"/>
          </p:cNvSpPr>
          <p:nvPr/>
        </p:nvSpPr>
        <p:spPr>
          <a:xfrm>
            <a:off x="7506738" y="5523295"/>
            <a:ext cx="283298" cy="9525"/>
          </a:xfrm>
          <a:custGeom>
            <a:avLst/>
            <a:gdLst/>
            <a:ahLst/>
            <a:cxnLst/>
            <a:rect l="0" t="0" r="0" b="0"/>
            <a:pathLst>
              <a:path w="283298" h="9525">
                <a:moveTo>
                  <a:pt x="0" y="0"/>
                </a:moveTo>
                <a:lnTo>
                  <a:pt x="283298" y="2412"/>
                </a:lnTo>
              </a:path>
            </a:pathLst>
          </a:custGeom>
          <a:noFill/>
          <a:ln w="9006">
            <a:solidFill>
              <a:srgbClr val="F59415">
                <a:alpha val="5000"/>
              </a:srgbClr>
            </a:solidFill>
            <a:prstDash val="solid"/>
          </a:ln>
        </p:spPr>
      </p:sp>
      <p:sp>
        <p:nvSpPr>
          <p:cNvPr id="447" name="lumia-token-stream-curve">
            <a:extLst>
              <a:ext uri="{FF2B5EF4-FFF2-40B4-BE49-F238E27FC236}">
                <a16:creationId xmlns:a16="http://schemas.microsoft.com/office/drawing/2014/main" id="{197C846D-3F9F-42B3-B0FE-E63D4C82514B}"/>
              </a:ext>
            </a:extLst>
          </p:cNvPr>
          <p:cNvSpPr>
            <a:spLocks noGrp="1"/>
          </p:cNvSpPr>
          <p:nvPr/>
        </p:nvSpPr>
        <p:spPr>
          <a:xfrm>
            <a:off x="7790036" y="5525707"/>
            <a:ext cx="284921" cy="9525"/>
          </a:xfrm>
          <a:custGeom>
            <a:avLst/>
            <a:gdLst/>
            <a:ahLst/>
            <a:cxnLst/>
            <a:rect l="0" t="0" r="0" b="0"/>
            <a:pathLst>
              <a:path w="284921" h="9525">
                <a:moveTo>
                  <a:pt x="0" y="0"/>
                </a:moveTo>
                <a:lnTo>
                  <a:pt x="284921" y="2636"/>
                </a:lnTo>
              </a:path>
            </a:pathLst>
          </a:custGeom>
          <a:noFill/>
          <a:ln w="9221">
            <a:solidFill>
              <a:srgbClr val="F79E11">
                <a:alpha val="5000"/>
              </a:srgbClr>
            </a:solidFill>
            <a:prstDash val="solid"/>
          </a:ln>
        </p:spPr>
      </p:sp>
      <p:sp>
        <p:nvSpPr>
          <p:cNvPr id="448" name="lumia-token-stream-curve">
            <a:extLst>
              <a:ext uri="{FF2B5EF4-FFF2-40B4-BE49-F238E27FC236}">
                <a16:creationId xmlns:a16="http://schemas.microsoft.com/office/drawing/2014/main" id="{15D9259B-687F-478D-B94D-3252DB05BB99}"/>
              </a:ext>
            </a:extLst>
          </p:cNvPr>
          <p:cNvSpPr>
            <a:spLocks noGrp="1"/>
          </p:cNvSpPr>
          <p:nvPr/>
        </p:nvSpPr>
        <p:spPr>
          <a:xfrm>
            <a:off x="8074957" y="5525629"/>
            <a:ext cx="286470" cy="9525"/>
          </a:xfrm>
          <a:custGeom>
            <a:avLst/>
            <a:gdLst/>
            <a:ahLst/>
            <a:cxnLst/>
            <a:rect l="0" t="0" r="0" b="0"/>
            <a:pathLst>
              <a:path w="286470" h="9525">
                <a:moveTo>
                  <a:pt x="0" y="2714"/>
                </a:moveTo>
                <a:lnTo>
                  <a:pt x="286470" y="0"/>
                </a:lnTo>
              </a:path>
            </a:pathLst>
          </a:custGeom>
          <a:noFill/>
          <a:ln w="9435">
            <a:solidFill>
              <a:srgbClr val="F8A90C">
                <a:alpha val="5000"/>
              </a:srgbClr>
            </a:solidFill>
            <a:prstDash val="solid"/>
          </a:ln>
        </p:spPr>
      </p:sp>
      <p:sp>
        <p:nvSpPr>
          <p:cNvPr id="449" name="lumia-token-stream-curve">
            <a:extLst>
              <a:ext uri="{FF2B5EF4-FFF2-40B4-BE49-F238E27FC236}">
                <a16:creationId xmlns:a16="http://schemas.microsoft.com/office/drawing/2014/main" id="{97F0E243-9AD2-4AE3-8069-3D45A5ED086D}"/>
              </a:ext>
            </a:extLst>
          </p:cNvPr>
          <p:cNvSpPr>
            <a:spLocks noGrp="1"/>
          </p:cNvSpPr>
          <p:nvPr/>
        </p:nvSpPr>
        <p:spPr>
          <a:xfrm>
            <a:off x="8361427" y="5512472"/>
            <a:ext cx="287942" cy="13157"/>
          </a:xfrm>
          <a:custGeom>
            <a:avLst/>
            <a:gdLst/>
            <a:ahLst/>
            <a:cxnLst/>
            <a:rect l="0" t="0" r="0" b="0"/>
            <a:pathLst>
              <a:path w="287942" h="13157">
                <a:moveTo>
                  <a:pt x="0" y="13157"/>
                </a:moveTo>
                <a:lnTo>
                  <a:pt x="287942" y="0"/>
                </a:lnTo>
              </a:path>
            </a:pathLst>
          </a:custGeom>
          <a:noFill/>
          <a:ln w="9645">
            <a:solidFill>
              <a:srgbClr val="FAB408">
                <a:alpha val="5000"/>
              </a:srgbClr>
            </a:solidFill>
            <a:prstDash val="solid"/>
          </a:ln>
        </p:spPr>
      </p:sp>
      <p:sp>
        <p:nvSpPr>
          <p:cNvPr id="450" name="lumia-token-stream-curve">
            <a:extLst>
              <a:ext uri="{FF2B5EF4-FFF2-40B4-BE49-F238E27FC236}">
                <a16:creationId xmlns:a16="http://schemas.microsoft.com/office/drawing/2014/main" id="{3A78E7BC-B293-454D-BFAB-86BF6BE2ADD7}"/>
              </a:ext>
            </a:extLst>
          </p:cNvPr>
          <p:cNvSpPr>
            <a:spLocks noGrp="1"/>
          </p:cNvSpPr>
          <p:nvPr/>
        </p:nvSpPr>
        <p:spPr>
          <a:xfrm>
            <a:off x="8649369" y="5484963"/>
            <a:ext cx="289339" cy="27509"/>
          </a:xfrm>
          <a:custGeom>
            <a:avLst/>
            <a:gdLst/>
            <a:ahLst/>
            <a:cxnLst/>
            <a:rect l="0" t="0" r="0" b="0"/>
            <a:pathLst>
              <a:path w="289339" h="27509">
                <a:moveTo>
                  <a:pt x="0" y="27509"/>
                </a:moveTo>
                <a:lnTo>
                  <a:pt x="289339" y="0"/>
                </a:lnTo>
              </a:path>
            </a:pathLst>
          </a:custGeom>
          <a:noFill/>
          <a:ln w="9851">
            <a:solidFill>
              <a:srgbClr val="F7BC07">
                <a:alpha val="5000"/>
              </a:srgbClr>
            </a:solidFill>
            <a:prstDash val="solid"/>
          </a:ln>
        </p:spPr>
      </p:sp>
      <p:sp>
        <p:nvSpPr>
          <p:cNvPr id="451" name="lumia-token-stream-curve">
            <a:extLst>
              <a:ext uri="{FF2B5EF4-FFF2-40B4-BE49-F238E27FC236}">
                <a16:creationId xmlns:a16="http://schemas.microsoft.com/office/drawing/2014/main" id="{FF1394B3-CD12-48F2-9C5A-79FEAD6B66EA}"/>
              </a:ext>
            </a:extLst>
          </p:cNvPr>
          <p:cNvSpPr>
            <a:spLocks noGrp="1"/>
          </p:cNvSpPr>
          <p:nvPr/>
        </p:nvSpPr>
        <p:spPr>
          <a:xfrm>
            <a:off x="8938707" y="5440947"/>
            <a:ext cx="290660" cy="44016"/>
          </a:xfrm>
          <a:custGeom>
            <a:avLst/>
            <a:gdLst/>
            <a:ahLst/>
            <a:cxnLst/>
            <a:rect l="0" t="0" r="0" b="0"/>
            <a:pathLst>
              <a:path w="290660" h="44016">
                <a:moveTo>
                  <a:pt x="0" y="44016"/>
                </a:moveTo>
                <a:lnTo>
                  <a:pt x="290660" y="0"/>
                </a:lnTo>
              </a:path>
            </a:pathLst>
          </a:custGeom>
          <a:noFill/>
          <a:ln w="10048">
            <a:solidFill>
              <a:srgbClr val="E5BA0E">
                <a:alpha val="5000"/>
              </a:srgbClr>
            </a:solidFill>
            <a:prstDash val="solid"/>
          </a:ln>
        </p:spPr>
      </p:sp>
      <p:sp>
        <p:nvSpPr>
          <p:cNvPr id="452" name="lumia-token-stream-curve">
            <a:extLst>
              <a:ext uri="{FF2B5EF4-FFF2-40B4-BE49-F238E27FC236}">
                <a16:creationId xmlns:a16="http://schemas.microsoft.com/office/drawing/2014/main" id="{C3636A00-E159-4699-B97B-8CBAB95695F7}"/>
              </a:ext>
            </a:extLst>
          </p:cNvPr>
          <p:cNvSpPr>
            <a:spLocks noGrp="1"/>
          </p:cNvSpPr>
          <p:nvPr/>
        </p:nvSpPr>
        <p:spPr>
          <a:xfrm>
            <a:off x="9229367" y="5380377"/>
            <a:ext cx="291906" cy="60570"/>
          </a:xfrm>
          <a:custGeom>
            <a:avLst/>
            <a:gdLst/>
            <a:ahLst/>
            <a:cxnLst/>
            <a:rect l="0" t="0" r="0" b="0"/>
            <a:pathLst>
              <a:path w="291906" h="60570">
                <a:moveTo>
                  <a:pt x="0" y="60570"/>
                </a:moveTo>
                <a:lnTo>
                  <a:pt x="291906" y="0"/>
                </a:lnTo>
              </a:path>
            </a:pathLst>
          </a:custGeom>
          <a:noFill/>
          <a:ln w="10237">
            <a:solidFill>
              <a:srgbClr val="D3B815">
                <a:alpha val="5000"/>
              </a:srgbClr>
            </a:solidFill>
            <a:prstDash val="solid"/>
          </a:ln>
        </p:spPr>
      </p:sp>
      <p:sp>
        <p:nvSpPr>
          <p:cNvPr id="453" name="lumia-token-stream-curve">
            <a:extLst>
              <a:ext uri="{FF2B5EF4-FFF2-40B4-BE49-F238E27FC236}">
                <a16:creationId xmlns:a16="http://schemas.microsoft.com/office/drawing/2014/main" id="{FE1A2FF2-6EDD-43AF-8193-0572AAA9B406}"/>
              </a:ext>
            </a:extLst>
          </p:cNvPr>
          <p:cNvSpPr>
            <a:spLocks noGrp="1"/>
          </p:cNvSpPr>
          <p:nvPr/>
        </p:nvSpPr>
        <p:spPr>
          <a:xfrm>
            <a:off x="9521273" y="5305388"/>
            <a:ext cx="293076" cy="74989"/>
          </a:xfrm>
          <a:custGeom>
            <a:avLst/>
            <a:gdLst/>
            <a:ahLst/>
            <a:cxnLst/>
            <a:rect l="0" t="0" r="0" b="0"/>
            <a:pathLst>
              <a:path w="293076" h="74989">
                <a:moveTo>
                  <a:pt x="0" y="74989"/>
                </a:moveTo>
                <a:lnTo>
                  <a:pt x="293076" y="0"/>
                </a:lnTo>
              </a:path>
            </a:pathLst>
          </a:custGeom>
          <a:noFill/>
          <a:ln w="10414">
            <a:solidFill>
              <a:srgbClr val="C2B61C">
                <a:alpha val="6000"/>
              </a:srgbClr>
            </a:solidFill>
            <a:prstDash val="solid"/>
          </a:ln>
        </p:spPr>
      </p:sp>
      <p:sp>
        <p:nvSpPr>
          <p:cNvPr id="454" name="lumia-token-stream-curve">
            <a:extLst>
              <a:ext uri="{FF2B5EF4-FFF2-40B4-BE49-F238E27FC236}">
                <a16:creationId xmlns:a16="http://schemas.microsoft.com/office/drawing/2014/main" id="{8F90C22D-2684-49CF-ACB2-F3853F769FC8}"/>
              </a:ext>
            </a:extLst>
          </p:cNvPr>
          <p:cNvSpPr>
            <a:spLocks noGrp="1"/>
          </p:cNvSpPr>
          <p:nvPr/>
        </p:nvSpPr>
        <p:spPr>
          <a:xfrm>
            <a:off x="9814348" y="5220064"/>
            <a:ext cx="294170" cy="85324"/>
          </a:xfrm>
          <a:custGeom>
            <a:avLst/>
            <a:gdLst/>
            <a:ahLst/>
            <a:cxnLst/>
            <a:rect l="0" t="0" r="0" b="0"/>
            <a:pathLst>
              <a:path w="294170" h="85324">
                <a:moveTo>
                  <a:pt x="0" y="85324"/>
                </a:moveTo>
                <a:lnTo>
                  <a:pt x="294170" y="0"/>
                </a:lnTo>
              </a:path>
            </a:pathLst>
          </a:custGeom>
          <a:noFill/>
          <a:ln w="10578">
            <a:solidFill>
              <a:srgbClr val="B0B422">
                <a:alpha val="6000"/>
              </a:srgbClr>
            </a:solidFill>
            <a:prstDash val="solid"/>
          </a:ln>
        </p:spPr>
      </p:sp>
      <p:sp>
        <p:nvSpPr>
          <p:cNvPr id="455" name="lumia-token-stream-curve">
            <a:extLst>
              <a:ext uri="{FF2B5EF4-FFF2-40B4-BE49-F238E27FC236}">
                <a16:creationId xmlns:a16="http://schemas.microsoft.com/office/drawing/2014/main" id="{5501D6C9-855D-439B-8681-B80D39035977}"/>
              </a:ext>
            </a:extLst>
          </p:cNvPr>
          <p:cNvSpPr>
            <a:spLocks noGrp="1"/>
          </p:cNvSpPr>
          <p:nvPr/>
        </p:nvSpPr>
        <p:spPr>
          <a:xfrm>
            <a:off x="10108518" y="5129928"/>
            <a:ext cx="295189" cy="90136"/>
          </a:xfrm>
          <a:custGeom>
            <a:avLst/>
            <a:gdLst/>
            <a:ahLst/>
            <a:cxnLst/>
            <a:rect l="0" t="0" r="0" b="0"/>
            <a:pathLst>
              <a:path w="295189" h="90136">
                <a:moveTo>
                  <a:pt x="0" y="90136"/>
                </a:moveTo>
                <a:lnTo>
                  <a:pt x="295189" y="0"/>
                </a:lnTo>
              </a:path>
            </a:pathLst>
          </a:custGeom>
          <a:noFill/>
          <a:ln w="10727">
            <a:solidFill>
              <a:srgbClr val="9EB329">
                <a:alpha val="6000"/>
              </a:srgbClr>
            </a:solidFill>
            <a:prstDash val="solid"/>
          </a:ln>
        </p:spPr>
      </p:sp>
      <p:sp>
        <p:nvSpPr>
          <p:cNvPr id="456" name="lumia-token-stream-curve">
            <a:extLst>
              <a:ext uri="{FF2B5EF4-FFF2-40B4-BE49-F238E27FC236}">
                <a16:creationId xmlns:a16="http://schemas.microsoft.com/office/drawing/2014/main" id="{870BEC95-F21B-4D90-B384-0A7D941F6639}"/>
              </a:ext>
            </a:extLst>
          </p:cNvPr>
          <p:cNvSpPr>
            <a:spLocks noGrp="1"/>
          </p:cNvSpPr>
          <p:nvPr/>
        </p:nvSpPr>
        <p:spPr>
          <a:xfrm>
            <a:off x="10403707" y="5041202"/>
            <a:ext cx="296132" cy="88725"/>
          </a:xfrm>
          <a:custGeom>
            <a:avLst/>
            <a:gdLst/>
            <a:ahLst/>
            <a:cxnLst/>
            <a:rect l="0" t="0" r="0" b="0"/>
            <a:pathLst>
              <a:path w="296132" h="88725">
                <a:moveTo>
                  <a:pt x="0" y="88725"/>
                </a:moveTo>
                <a:lnTo>
                  <a:pt x="296132" y="0"/>
                </a:lnTo>
              </a:path>
            </a:pathLst>
          </a:custGeom>
          <a:noFill/>
          <a:ln w="10858">
            <a:solidFill>
              <a:srgbClr val="8CB130">
                <a:alpha val="6000"/>
              </a:srgbClr>
            </a:solidFill>
            <a:prstDash val="solid"/>
          </a:ln>
        </p:spPr>
      </p:sp>
      <p:sp>
        <p:nvSpPr>
          <p:cNvPr id="457" name="lumia-token-stream-curve">
            <a:extLst>
              <a:ext uri="{FF2B5EF4-FFF2-40B4-BE49-F238E27FC236}">
                <a16:creationId xmlns:a16="http://schemas.microsoft.com/office/drawing/2014/main" id="{EB3A5CB4-D7C4-475C-B359-2E9F48471FCA}"/>
              </a:ext>
            </a:extLst>
          </p:cNvPr>
          <p:cNvSpPr>
            <a:spLocks noGrp="1"/>
          </p:cNvSpPr>
          <p:nvPr/>
        </p:nvSpPr>
        <p:spPr>
          <a:xfrm>
            <a:off x="10699839" y="4959956"/>
            <a:ext cx="296999" cy="81246"/>
          </a:xfrm>
          <a:custGeom>
            <a:avLst/>
            <a:gdLst/>
            <a:ahLst/>
            <a:cxnLst/>
            <a:rect l="0" t="0" r="0" b="0"/>
            <a:pathLst>
              <a:path w="296999" h="81246">
                <a:moveTo>
                  <a:pt x="0" y="81246"/>
                </a:moveTo>
                <a:lnTo>
                  <a:pt x="296999" y="0"/>
                </a:lnTo>
              </a:path>
            </a:pathLst>
          </a:custGeom>
          <a:noFill/>
          <a:ln w="10970">
            <a:solidFill>
              <a:srgbClr val="7BAF37">
                <a:alpha val="6000"/>
              </a:srgbClr>
            </a:solidFill>
            <a:prstDash val="solid"/>
          </a:ln>
        </p:spPr>
      </p:sp>
      <p:sp>
        <p:nvSpPr>
          <p:cNvPr id="458" name="lumia-token-stream-curve">
            <a:extLst>
              <a:ext uri="{FF2B5EF4-FFF2-40B4-BE49-F238E27FC236}">
                <a16:creationId xmlns:a16="http://schemas.microsoft.com/office/drawing/2014/main" id="{FB66A5D9-1F51-4C96-9790-04D4F1543495}"/>
              </a:ext>
            </a:extLst>
          </p:cNvPr>
          <p:cNvSpPr>
            <a:spLocks noGrp="1"/>
          </p:cNvSpPr>
          <p:nvPr/>
        </p:nvSpPr>
        <p:spPr>
          <a:xfrm>
            <a:off x="10996838" y="4891242"/>
            <a:ext cx="297791" cy="68714"/>
          </a:xfrm>
          <a:custGeom>
            <a:avLst/>
            <a:gdLst/>
            <a:ahLst/>
            <a:cxnLst/>
            <a:rect l="0" t="0" r="0" b="0"/>
            <a:pathLst>
              <a:path w="297791" h="68714">
                <a:moveTo>
                  <a:pt x="0" y="68714"/>
                </a:moveTo>
                <a:lnTo>
                  <a:pt x="297791" y="0"/>
                </a:lnTo>
              </a:path>
            </a:pathLst>
          </a:custGeom>
          <a:noFill/>
          <a:ln w="11061">
            <a:solidFill>
              <a:srgbClr val="69AD3E">
                <a:alpha val="6000"/>
              </a:srgbClr>
            </a:solidFill>
            <a:prstDash val="solid"/>
          </a:ln>
        </p:spPr>
      </p:sp>
      <p:sp>
        <p:nvSpPr>
          <p:cNvPr id="459" name="lumia-token-stream-curve">
            <a:extLst>
              <a:ext uri="{FF2B5EF4-FFF2-40B4-BE49-F238E27FC236}">
                <a16:creationId xmlns:a16="http://schemas.microsoft.com/office/drawing/2014/main" id="{264CB45A-E246-40FF-B0F2-11916951CA4C}"/>
              </a:ext>
            </a:extLst>
          </p:cNvPr>
          <p:cNvSpPr>
            <a:spLocks noGrp="1"/>
          </p:cNvSpPr>
          <p:nvPr/>
        </p:nvSpPr>
        <p:spPr>
          <a:xfrm>
            <a:off x="11294630" y="4838366"/>
            <a:ext cx="298508" cy="52876"/>
          </a:xfrm>
          <a:custGeom>
            <a:avLst/>
            <a:gdLst/>
            <a:ahLst/>
            <a:cxnLst/>
            <a:rect l="0" t="0" r="0" b="0"/>
            <a:pathLst>
              <a:path w="298508" h="52876">
                <a:moveTo>
                  <a:pt x="0" y="52876"/>
                </a:moveTo>
                <a:lnTo>
                  <a:pt x="298508" y="0"/>
                </a:lnTo>
              </a:path>
            </a:pathLst>
          </a:custGeom>
          <a:noFill/>
          <a:ln w="11128">
            <a:solidFill>
              <a:srgbClr val="57AC45">
                <a:alpha val="6000"/>
              </a:srgbClr>
            </a:solidFill>
            <a:prstDash val="solid"/>
          </a:ln>
        </p:spPr>
      </p:sp>
      <p:sp>
        <p:nvSpPr>
          <p:cNvPr id="460" name="lumia-token-stream-curve">
            <a:extLst>
              <a:ext uri="{FF2B5EF4-FFF2-40B4-BE49-F238E27FC236}">
                <a16:creationId xmlns:a16="http://schemas.microsoft.com/office/drawing/2014/main" id="{AA9DC0E4-B39C-4AA6-A5DE-92408106D277}"/>
              </a:ext>
            </a:extLst>
          </p:cNvPr>
          <p:cNvSpPr>
            <a:spLocks noGrp="1"/>
          </p:cNvSpPr>
          <p:nvPr/>
        </p:nvSpPr>
        <p:spPr>
          <a:xfrm>
            <a:off x="11593138" y="4802383"/>
            <a:ext cx="299149" cy="35983"/>
          </a:xfrm>
          <a:custGeom>
            <a:avLst/>
            <a:gdLst/>
            <a:ahLst/>
            <a:cxnLst/>
            <a:rect l="0" t="0" r="0" b="0"/>
            <a:pathLst>
              <a:path w="299149" h="35983">
                <a:moveTo>
                  <a:pt x="0" y="35983"/>
                </a:moveTo>
                <a:lnTo>
                  <a:pt x="299149" y="0"/>
                </a:lnTo>
              </a:path>
            </a:pathLst>
          </a:custGeom>
          <a:noFill/>
          <a:ln w="11169">
            <a:solidFill>
              <a:srgbClr val="46AA4C">
                <a:alpha val="6000"/>
              </a:srgbClr>
            </a:solidFill>
            <a:prstDash val="solid"/>
          </a:ln>
        </p:spPr>
      </p:sp>
      <p:sp>
        <p:nvSpPr>
          <p:cNvPr id="461" name="lumia-token-stream-curve">
            <a:extLst>
              <a:ext uri="{FF2B5EF4-FFF2-40B4-BE49-F238E27FC236}">
                <a16:creationId xmlns:a16="http://schemas.microsoft.com/office/drawing/2014/main" id="{D774E1EA-9CF1-4D4E-9F69-316FCBDC49EA}"/>
              </a:ext>
            </a:extLst>
          </p:cNvPr>
          <p:cNvSpPr>
            <a:spLocks noGrp="1"/>
          </p:cNvSpPr>
          <p:nvPr/>
        </p:nvSpPr>
        <p:spPr>
          <a:xfrm>
            <a:off x="11892286" y="4781918"/>
            <a:ext cx="299714" cy="20465"/>
          </a:xfrm>
          <a:custGeom>
            <a:avLst/>
            <a:gdLst/>
            <a:ahLst/>
            <a:cxnLst/>
            <a:rect l="0" t="0" r="0" b="0"/>
            <a:pathLst>
              <a:path w="299714" h="20465">
                <a:moveTo>
                  <a:pt x="0" y="20465"/>
                </a:moveTo>
                <a:lnTo>
                  <a:pt x="299714" y="0"/>
                </a:lnTo>
              </a:path>
            </a:pathLst>
          </a:custGeom>
          <a:noFill/>
          <a:ln w="11184">
            <a:solidFill>
              <a:srgbClr val="34A853">
                <a:alpha val="6000"/>
              </a:srgbClr>
            </a:solidFill>
            <a:prstDash val="solid"/>
          </a:ln>
        </p:spPr>
      </p:sp>
      <p:sp>
        <p:nvSpPr>
          <p:cNvPr id="462" name="lumia-token-stream-curve">
            <a:extLst>
              <a:ext uri="{FF2B5EF4-FFF2-40B4-BE49-F238E27FC236}">
                <a16:creationId xmlns:a16="http://schemas.microsoft.com/office/drawing/2014/main" id="{C88C1398-B7DE-49CF-ADC8-4AC88C7FD7F3}"/>
              </a:ext>
            </a:extLst>
          </p:cNvPr>
          <p:cNvSpPr>
            <a:spLocks noGrp="1"/>
          </p:cNvSpPr>
          <p:nvPr/>
        </p:nvSpPr>
        <p:spPr>
          <a:xfrm>
            <a:off x="0" y="6259251"/>
            <a:ext cx="204321" cy="48276"/>
          </a:xfrm>
          <a:custGeom>
            <a:avLst/>
            <a:gdLst/>
            <a:ahLst/>
            <a:cxnLst/>
            <a:rect l="0" t="0" r="0" b="0"/>
            <a:pathLst>
              <a:path w="204321" h="48276">
                <a:moveTo>
                  <a:pt x="0" y="48276"/>
                </a:moveTo>
                <a:lnTo>
                  <a:pt x="204321" y="0"/>
                </a:lnTo>
              </a:path>
            </a:pathLst>
          </a:custGeom>
          <a:noFill/>
          <a:ln w="7386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463" name="lumia-token-stream-curve">
            <a:extLst>
              <a:ext uri="{FF2B5EF4-FFF2-40B4-BE49-F238E27FC236}">
                <a16:creationId xmlns:a16="http://schemas.microsoft.com/office/drawing/2014/main" id="{AC03C8C1-ACCF-444F-BFDA-AF5025CDB2BB}"/>
              </a:ext>
            </a:extLst>
          </p:cNvPr>
          <p:cNvSpPr>
            <a:spLocks noGrp="1"/>
          </p:cNvSpPr>
          <p:nvPr/>
        </p:nvSpPr>
        <p:spPr>
          <a:xfrm>
            <a:off x="204321" y="6216559"/>
            <a:ext cx="209557" cy="42692"/>
          </a:xfrm>
          <a:custGeom>
            <a:avLst/>
            <a:gdLst/>
            <a:ahLst/>
            <a:cxnLst/>
            <a:rect l="0" t="0" r="0" b="0"/>
            <a:pathLst>
              <a:path w="209557" h="42692">
                <a:moveTo>
                  <a:pt x="0" y="42692"/>
                </a:moveTo>
                <a:lnTo>
                  <a:pt x="209557" y="0"/>
                </a:lnTo>
              </a:path>
            </a:pathLst>
          </a:custGeom>
          <a:noFill/>
          <a:ln w="7386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464" name="lumia-token-stream-curve">
            <a:extLst>
              <a:ext uri="{FF2B5EF4-FFF2-40B4-BE49-F238E27FC236}">
                <a16:creationId xmlns:a16="http://schemas.microsoft.com/office/drawing/2014/main" id="{AB10840C-374B-4735-8480-3BEB163046C4}"/>
              </a:ext>
            </a:extLst>
          </p:cNvPr>
          <p:cNvSpPr>
            <a:spLocks noGrp="1"/>
          </p:cNvSpPr>
          <p:nvPr/>
        </p:nvSpPr>
        <p:spPr>
          <a:xfrm>
            <a:off x="413878" y="6181212"/>
            <a:ext cx="213285" cy="35348"/>
          </a:xfrm>
          <a:custGeom>
            <a:avLst/>
            <a:gdLst/>
            <a:ahLst/>
            <a:cxnLst/>
            <a:rect l="0" t="0" r="0" b="0"/>
            <a:pathLst>
              <a:path w="213285" h="35348">
                <a:moveTo>
                  <a:pt x="0" y="35348"/>
                </a:moveTo>
                <a:lnTo>
                  <a:pt x="213285" y="0"/>
                </a:lnTo>
              </a:path>
            </a:pathLst>
          </a:custGeom>
          <a:noFill/>
          <a:ln w="7386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465" name="lumia-token-stream-curve">
            <a:extLst>
              <a:ext uri="{FF2B5EF4-FFF2-40B4-BE49-F238E27FC236}">
                <a16:creationId xmlns:a16="http://schemas.microsoft.com/office/drawing/2014/main" id="{8D07C76A-195F-4E51-8220-920C1CBD29CE}"/>
              </a:ext>
            </a:extLst>
          </p:cNvPr>
          <p:cNvSpPr>
            <a:spLocks noGrp="1"/>
          </p:cNvSpPr>
          <p:nvPr/>
        </p:nvSpPr>
        <p:spPr>
          <a:xfrm>
            <a:off x="627163" y="6154501"/>
            <a:ext cx="216934" cy="26710"/>
          </a:xfrm>
          <a:custGeom>
            <a:avLst/>
            <a:gdLst/>
            <a:ahLst/>
            <a:cxnLst/>
            <a:rect l="0" t="0" r="0" b="0"/>
            <a:pathLst>
              <a:path w="216934" h="26710">
                <a:moveTo>
                  <a:pt x="0" y="26710"/>
                </a:moveTo>
                <a:lnTo>
                  <a:pt x="216934" y="0"/>
                </a:lnTo>
              </a:path>
            </a:pathLst>
          </a:custGeom>
          <a:noFill/>
          <a:ln w="7386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466" name="lumia-token-stream-curve">
            <a:extLst>
              <a:ext uri="{FF2B5EF4-FFF2-40B4-BE49-F238E27FC236}">
                <a16:creationId xmlns:a16="http://schemas.microsoft.com/office/drawing/2014/main" id="{E4FA2F2A-67E7-4A5F-A89D-2DBFF6512354}"/>
              </a:ext>
            </a:extLst>
          </p:cNvPr>
          <p:cNvSpPr>
            <a:spLocks noGrp="1"/>
          </p:cNvSpPr>
          <p:nvPr/>
        </p:nvSpPr>
        <p:spPr>
          <a:xfrm>
            <a:off x="844097" y="6137087"/>
            <a:ext cx="220503" cy="17415"/>
          </a:xfrm>
          <a:custGeom>
            <a:avLst/>
            <a:gdLst/>
            <a:ahLst/>
            <a:cxnLst/>
            <a:rect l="0" t="0" r="0" b="0"/>
            <a:pathLst>
              <a:path w="220503" h="17415">
                <a:moveTo>
                  <a:pt x="0" y="17415"/>
                </a:moveTo>
                <a:lnTo>
                  <a:pt x="220503" y="0"/>
                </a:lnTo>
              </a:path>
            </a:pathLst>
          </a:custGeom>
          <a:noFill/>
          <a:ln w="7386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467" name="lumia-token-stream-curve">
            <a:extLst>
              <a:ext uri="{FF2B5EF4-FFF2-40B4-BE49-F238E27FC236}">
                <a16:creationId xmlns:a16="http://schemas.microsoft.com/office/drawing/2014/main" id="{9F678B84-C0FF-4A7B-835C-C5700D88E874}"/>
              </a:ext>
            </a:extLst>
          </p:cNvPr>
          <p:cNvSpPr>
            <a:spLocks noGrp="1"/>
          </p:cNvSpPr>
          <p:nvPr/>
        </p:nvSpPr>
        <p:spPr>
          <a:xfrm>
            <a:off x="1064600" y="6128860"/>
            <a:ext cx="223992" cy="9525"/>
          </a:xfrm>
          <a:custGeom>
            <a:avLst/>
            <a:gdLst/>
            <a:ahLst/>
            <a:cxnLst/>
            <a:rect l="0" t="0" r="0" b="0"/>
            <a:pathLst>
              <a:path w="223992" h="9525">
                <a:moveTo>
                  <a:pt x="0" y="8226"/>
                </a:moveTo>
                <a:lnTo>
                  <a:pt x="223992" y="0"/>
                </a:lnTo>
              </a:path>
            </a:pathLst>
          </a:custGeom>
          <a:noFill/>
          <a:ln w="7386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468" name="lumia-token-stream-curve">
            <a:extLst>
              <a:ext uri="{FF2B5EF4-FFF2-40B4-BE49-F238E27FC236}">
                <a16:creationId xmlns:a16="http://schemas.microsoft.com/office/drawing/2014/main" id="{B71FE218-5DCB-4DEC-92DE-C5DC2D2BB44D}"/>
              </a:ext>
            </a:extLst>
          </p:cNvPr>
          <p:cNvSpPr>
            <a:spLocks noGrp="1"/>
          </p:cNvSpPr>
          <p:nvPr/>
        </p:nvSpPr>
        <p:spPr>
          <a:xfrm>
            <a:off x="1288592" y="6128860"/>
            <a:ext cx="227401" cy="9525"/>
          </a:xfrm>
          <a:custGeom>
            <a:avLst/>
            <a:gdLst/>
            <a:ahLst/>
            <a:cxnLst/>
            <a:rect l="0" t="0" r="0" b="0"/>
            <a:pathLst>
              <a:path w="227401" h="9525">
                <a:moveTo>
                  <a:pt x="0" y="0"/>
                </a:moveTo>
                <a:lnTo>
                  <a:pt x="227401" y="15"/>
                </a:lnTo>
              </a:path>
            </a:pathLst>
          </a:custGeom>
          <a:noFill/>
          <a:ln w="7386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469" name="lumia-token-stream-curve">
            <a:extLst>
              <a:ext uri="{FF2B5EF4-FFF2-40B4-BE49-F238E27FC236}">
                <a16:creationId xmlns:a16="http://schemas.microsoft.com/office/drawing/2014/main" id="{3DF2D7AB-CA85-4786-94D2-416551FFA58B}"/>
              </a:ext>
            </a:extLst>
          </p:cNvPr>
          <p:cNvSpPr>
            <a:spLocks noGrp="1"/>
          </p:cNvSpPr>
          <p:nvPr/>
        </p:nvSpPr>
        <p:spPr>
          <a:xfrm>
            <a:off x="1515993" y="6128875"/>
            <a:ext cx="230730" cy="9525"/>
          </a:xfrm>
          <a:custGeom>
            <a:avLst/>
            <a:gdLst/>
            <a:ahLst/>
            <a:cxnLst/>
            <a:rect l="0" t="0" r="0" b="0"/>
            <a:pathLst>
              <a:path w="230730" h="9525">
                <a:moveTo>
                  <a:pt x="0" y="0"/>
                </a:moveTo>
                <a:lnTo>
                  <a:pt x="230730" y="6467"/>
                </a:lnTo>
              </a:path>
            </a:pathLst>
          </a:custGeom>
          <a:noFill/>
          <a:ln w="7386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470" name="lumia-token-stream-curve">
            <a:extLst>
              <a:ext uri="{FF2B5EF4-FFF2-40B4-BE49-F238E27FC236}">
                <a16:creationId xmlns:a16="http://schemas.microsoft.com/office/drawing/2014/main" id="{03546D6E-06B5-453C-B234-035EA6E290F7}"/>
              </a:ext>
            </a:extLst>
          </p:cNvPr>
          <p:cNvSpPr>
            <a:spLocks noGrp="1"/>
          </p:cNvSpPr>
          <p:nvPr/>
        </p:nvSpPr>
        <p:spPr>
          <a:xfrm>
            <a:off x="1746723" y="6135342"/>
            <a:ext cx="233979" cy="10371"/>
          </a:xfrm>
          <a:custGeom>
            <a:avLst/>
            <a:gdLst/>
            <a:ahLst/>
            <a:cxnLst/>
            <a:rect l="0" t="0" r="0" b="0"/>
            <a:pathLst>
              <a:path w="233979" h="10371">
                <a:moveTo>
                  <a:pt x="0" y="0"/>
                </a:moveTo>
                <a:lnTo>
                  <a:pt x="233979" y="10371"/>
                </a:lnTo>
              </a:path>
            </a:pathLst>
          </a:custGeom>
          <a:noFill/>
          <a:ln w="7386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471" name="lumia-token-stream-curve">
            <a:extLst>
              <a:ext uri="{FF2B5EF4-FFF2-40B4-BE49-F238E27FC236}">
                <a16:creationId xmlns:a16="http://schemas.microsoft.com/office/drawing/2014/main" id="{2820C485-7AA2-4F36-BE9B-32B70BDC022F}"/>
              </a:ext>
            </a:extLst>
          </p:cNvPr>
          <p:cNvSpPr>
            <a:spLocks noGrp="1"/>
          </p:cNvSpPr>
          <p:nvPr/>
        </p:nvSpPr>
        <p:spPr>
          <a:xfrm>
            <a:off x="1980702" y="6145713"/>
            <a:ext cx="237149" cy="11139"/>
          </a:xfrm>
          <a:custGeom>
            <a:avLst/>
            <a:gdLst/>
            <a:ahLst/>
            <a:cxnLst/>
            <a:rect l="0" t="0" r="0" b="0"/>
            <a:pathLst>
              <a:path w="237149" h="11139">
                <a:moveTo>
                  <a:pt x="0" y="0"/>
                </a:moveTo>
                <a:lnTo>
                  <a:pt x="237149" y="11139"/>
                </a:lnTo>
              </a:path>
            </a:pathLst>
          </a:custGeom>
          <a:noFill/>
          <a:ln w="7386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472" name="lumia-token-stream-curve">
            <a:extLst>
              <a:ext uri="{FF2B5EF4-FFF2-40B4-BE49-F238E27FC236}">
                <a16:creationId xmlns:a16="http://schemas.microsoft.com/office/drawing/2014/main" id="{6F3EA6D2-2D59-47D4-BD8B-EEBB4C2382FF}"/>
              </a:ext>
            </a:extLst>
          </p:cNvPr>
          <p:cNvSpPr>
            <a:spLocks noGrp="1"/>
          </p:cNvSpPr>
          <p:nvPr/>
        </p:nvSpPr>
        <p:spPr>
          <a:xfrm>
            <a:off x="2217851" y="6156852"/>
            <a:ext cx="240238" cy="9525"/>
          </a:xfrm>
          <a:custGeom>
            <a:avLst/>
            <a:gdLst/>
            <a:ahLst/>
            <a:cxnLst/>
            <a:rect l="0" t="0" r="0" b="0"/>
            <a:pathLst>
              <a:path w="240238" h="9525">
                <a:moveTo>
                  <a:pt x="0" y="0"/>
                </a:moveTo>
                <a:lnTo>
                  <a:pt x="240238" y="8436"/>
                </a:lnTo>
              </a:path>
            </a:pathLst>
          </a:custGeom>
          <a:noFill/>
          <a:ln w="7386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473" name="lumia-token-stream-curve">
            <a:extLst>
              <a:ext uri="{FF2B5EF4-FFF2-40B4-BE49-F238E27FC236}">
                <a16:creationId xmlns:a16="http://schemas.microsoft.com/office/drawing/2014/main" id="{EC868C43-B3AB-49AE-9C99-CBF2D728278F}"/>
              </a:ext>
            </a:extLst>
          </p:cNvPr>
          <p:cNvSpPr>
            <a:spLocks noGrp="1"/>
          </p:cNvSpPr>
          <p:nvPr/>
        </p:nvSpPr>
        <p:spPr>
          <a:xfrm>
            <a:off x="2458089" y="6165288"/>
            <a:ext cx="243248" cy="9525"/>
          </a:xfrm>
          <a:custGeom>
            <a:avLst/>
            <a:gdLst/>
            <a:ahLst/>
            <a:cxnLst/>
            <a:rect l="0" t="0" r="0" b="0"/>
            <a:pathLst>
              <a:path w="243248" h="9525">
                <a:moveTo>
                  <a:pt x="0" y="0"/>
                </a:moveTo>
                <a:lnTo>
                  <a:pt x="243248" y="2241"/>
                </a:lnTo>
              </a:path>
            </a:pathLst>
          </a:custGeom>
          <a:noFill/>
          <a:ln w="7386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474" name="lumia-token-stream-curve">
            <a:extLst>
              <a:ext uri="{FF2B5EF4-FFF2-40B4-BE49-F238E27FC236}">
                <a16:creationId xmlns:a16="http://schemas.microsoft.com/office/drawing/2014/main" id="{DD5C0131-17CB-4D23-B643-5D8548C87571}"/>
              </a:ext>
            </a:extLst>
          </p:cNvPr>
          <p:cNvSpPr>
            <a:spLocks noGrp="1"/>
          </p:cNvSpPr>
          <p:nvPr/>
        </p:nvSpPr>
        <p:spPr>
          <a:xfrm>
            <a:off x="2701337" y="6160421"/>
            <a:ext cx="246177" cy="9525"/>
          </a:xfrm>
          <a:custGeom>
            <a:avLst/>
            <a:gdLst/>
            <a:ahLst/>
            <a:cxnLst/>
            <a:rect l="0" t="0" r="0" b="0"/>
            <a:pathLst>
              <a:path w="246177" h="9525">
                <a:moveTo>
                  <a:pt x="0" y="7108"/>
                </a:moveTo>
                <a:lnTo>
                  <a:pt x="246177" y="0"/>
                </a:lnTo>
              </a:path>
            </a:pathLst>
          </a:custGeom>
          <a:noFill/>
          <a:ln w="7386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475" name="lumia-token-stream-curve">
            <a:extLst>
              <a:ext uri="{FF2B5EF4-FFF2-40B4-BE49-F238E27FC236}">
                <a16:creationId xmlns:a16="http://schemas.microsoft.com/office/drawing/2014/main" id="{A610E36A-AAE9-4937-B3AE-761E21DAA4A8}"/>
              </a:ext>
            </a:extLst>
          </p:cNvPr>
          <p:cNvSpPr>
            <a:spLocks noGrp="1"/>
          </p:cNvSpPr>
          <p:nvPr/>
        </p:nvSpPr>
        <p:spPr>
          <a:xfrm>
            <a:off x="2947514" y="6141502"/>
            <a:ext cx="249027" cy="18919"/>
          </a:xfrm>
          <a:custGeom>
            <a:avLst/>
            <a:gdLst/>
            <a:ahLst/>
            <a:cxnLst/>
            <a:rect l="0" t="0" r="0" b="0"/>
            <a:pathLst>
              <a:path w="249027" h="18919">
                <a:moveTo>
                  <a:pt x="0" y="18919"/>
                </a:moveTo>
                <a:lnTo>
                  <a:pt x="249027" y="0"/>
                </a:lnTo>
              </a:path>
            </a:pathLst>
          </a:custGeom>
          <a:noFill/>
          <a:ln w="7386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476" name="lumia-token-stream-curve">
            <a:extLst>
              <a:ext uri="{FF2B5EF4-FFF2-40B4-BE49-F238E27FC236}">
                <a16:creationId xmlns:a16="http://schemas.microsoft.com/office/drawing/2014/main" id="{26F41460-0E04-4B14-9A38-9C2B7AB1A792}"/>
              </a:ext>
            </a:extLst>
          </p:cNvPr>
          <p:cNvSpPr>
            <a:spLocks noGrp="1"/>
          </p:cNvSpPr>
          <p:nvPr/>
        </p:nvSpPr>
        <p:spPr>
          <a:xfrm>
            <a:off x="3196541" y="6109321"/>
            <a:ext cx="251797" cy="32181"/>
          </a:xfrm>
          <a:custGeom>
            <a:avLst/>
            <a:gdLst/>
            <a:ahLst/>
            <a:cxnLst/>
            <a:rect l="0" t="0" r="0" b="0"/>
            <a:pathLst>
              <a:path w="251797" h="32181">
                <a:moveTo>
                  <a:pt x="0" y="32181"/>
                </a:moveTo>
                <a:lnTo>
                  <a:pt x="251797" y="0"/>
                </a:lnTo>
              </a:path>
            </a:pathLst>
          </a:custGeom>
          <a:noFill/>
          <a:ln w="7386">
            <a:solidFill>
              <a:srgbClr val="7C3D7E">
                <a:alpha val="3000"/>
              </a:srgbClr>
            </a:solidFill>
            <a:prstDash val="solid"/>
          </a:ln>
        </p:spPr>
      </p:sp>
      <p:sp>
        <p:nvSpPr>
          <p:cNvPr id="477" name="lumia-token-stream-curve">
            <a:extLst>
              <a:ext uri="{FF2B5EF4-FFF2-40B4-BE49-F238E27FC236}">
                <a16:creationId xmlns:a16="http://schemas.microsoft.com/office/drawing/2014/main" id="{06B25E11-4FF6-4493-A3B8-24385945FD19}"/>
              </a:ext>
            </a:extLst>
          </p:cNvPr>
          <p:cNvSpPr>
            <a:spLocks noGrp="1"/>
          </p:cNvSpPr>
          <p:nvPr/>
        </p:nvSpPr>
        <p:spPr>
          <a:xfrm>
            <a:off x="3448338" y="6063672"/>
            <a:ext cx="254487" cy="45649"/>
          </a:xfrm>
          <a:custGeom>
            <a:avLst/>
            <a:gdLst/>
            <a:ahLst/>
            <a:cxnLst/>
            <a:rect l="0" t="0" r="0" b="0"/>
            <a:pathLst>
              <a:path w="254487" h="45649">
                <a:moveTo>
                  <a:pt x="0" y="45649"/>
                </a:moveTo>
                <a:lnTo>
                  <a:pt x="254487" y="0"/>
                </a:lnTo>
              </a:path>
            </a:pathLst>
          </a:custGeom>
          <a:noFill/>
          <a:ln w="7386">
            <a:solidFill>
              <a:srgbClr val="893E75">
                <a:alpha val="3000"/>
              </a:srgbClr>
            </a:solidFill>
            <a:prstDash val="solid"/>
          </a:ln>
        </p:spPr>
      </p:sp>
      <p:sp>
        <p:nvSpPr>
          <p:cNvPr id="478" name="lumia-token-stream-curve">
            <a:extLst>
              <a:ext uri="{FF2B5EF4-FFF2-40B4-BE49-F238E27FC236}">
                <a16:creationId xmlns:a16="http://schemas.microsoft.com/office/drawing/2014/main" id="{DA0A6666-EAD6-4E2B-835E-0BEBE09C8789}"/>
              </a:ext>
            </a:extLst>
          </p:cNvPr>
          <p:cNvSpPr>
            <a:spLocks noGrp="1"/>
          </p:cNvSpPr>
          <p:nvPr/>
        </p:nvSpPr>
        <p:spPr>
          <a:xfrm>
            <a:off x="3702825" y="6005713"/>
            <a:ext cx="257097" cy="57959"/>
          </a:xfrm>
          <a:custGeom>
            <a:avLst/>
            <a:gdLst/>
            <a:ahLst/>
            <a:cxnLst/>
            <a:rect l="0" t="0" r="0" b="0"/>
            <a:pathLst>
              <a:path w="257097" h="57959">
                <a:moveTo>
                  <a:pt x="0" y="57959"/>
                </a:moveTo>
                <a:lnTo>
                  <a:pt x="257097" y="0"/>
                </a:lnTo>
              </a:path>
            </a:pathLst>
          </a:custGeom>
          <a:noFill/>
          <a:ln w="7387">
            <a:solidFill>
              <a:srgbClr val="963E6C">
                <a:alpha val="3000"/>
              </a:srgbClr>
            </a:solidFill>
            <a:prstDash val="solid"/>
          </a:ln>
        </p:spPr>
      </p:sp>
      <p:sp>
        <p:nvSpPr>
          <p:cNvPr id="479" name="lumia-token-stream-curve">
            <a:extLst>
              <a:ext uri="{FF2B5EF4-FFF2-40B4-BE49-F238E27FC236}">
                <a16:creationId xmlns:a16="http://schemas.microsoft.com/office/drawing/2014/main" id="{805A2A7E-D67F-4B7E-A58E-DF6586408F19}"/>
              </a:ext>
            </a:extLst>
          </p:cNvPr>
          <p:cNvSpPr>
            <a:spLocks noGrp="1"/>
          </p:cNvSpPr>
          <p:nvPr/>
        </p:nvSpPr>
        <p:spPr>
          <a:xfrm>
            <a:off x="3959923" y="5937935"/>
            <a:ext cx="259627" cy="67778"/>
          </a:xfrm>
          <a:custGeom>
            <a:avLst/>
            <a:gdLst/>
            <a:ahLst/>
            <a:cxnLst/>
            <a:rect l="0" t="0" r="0" b="0"/>
            <a:pathLst>
              <a:path w="259627" h="67778">
                <a:moveTo>
                  <a:pt x="0" y="67778"/>
                </a:moveTo>
                <a:lnTo>
                  <a:pt x="259627" y="0"/>
                </a:lnTo>
              </a:path>
            </a:pathLst>
          </a:custGeom>
          <a:noFill/>
          <a:ln w="7409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480" name="lumia-token-stream-curve">
            <a:extLst>
              <a:ext uri="{FF2B5EF4-FFF2-40B4-BE49-F238E27FC236}">
                <a16:creationId xmlns:a16="http://schemas.microsoft.com/office/drawing/2014/main" id="{4BDD3BCC-DD81-4809-A79B-CC2AD44AD76D}"/>
              </a:ext>
            </a:extLst>
          </p:cNvPr>
          <p:cNvSpPr>
            <a:spLocks noGrp="1"/>
          </p:cNvSpPr>
          <p:nvPr/>
        </p:nvSpPr>
        <p:spPr>
          <a:xfrm>
            <a:off x="4219550" y="5863976"/>
            <a:ext cx="262078" cy="73959"/>
          </a:xfrm>
          <a:custGeom>
            <a:avLst/>
            <a:gdLst/>
            <a:ahLst/>
            <a:cxnLst/>
            <a:rect l="0" t="0" r="0" b="0"/>
            <a:pathLst>
              <a:path w="262078" h="73959">
                <a:moveTo>
                  <a:pt x="0" y="73959"/>
                </a:moveTo>
                <a:lnTo>
                  <a:pt x="262078" y="0"/>
                </a:lnTo>
              </a:path>
            </a:pathLst>
          </a:custGeom>
          <a:noFill/>
          <a:ln w="7460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481" name="lumia-token-stream-curve">
            <a:extLst>
              <a:ext uri="{FF2B5EF4-FFF2-40B4-BE49-F238E27FC236}">
                <a16:creationId xmlns:a16="http://schemas.microsoft.com/office/drawing/2014/main" id="{E2AFBA88-9626-4DE4-AC12-A155DA3CE0F2}"/>
              </a:ext>
            </a:extLst>
          </p:cNvPr>
          <p:cNvSpPr>
            <a:spLocks noGrp="1"/>
          </p:cNvSpPr>
          <p:nvPr/>
        </p:nvSpPr>
        <p:spPr>
          <a:xfrm>
            <a:off x="4481627" y="5788280"/>
            <a:ext cx="264448" cy="75696"/>
          </a:xfrm>
          <a:custGeom>
            <a:avLst/>
            <a:gdLst/>
            <a:ahLst/>
            <a:cxnLst/>
            <a:rect l="0" t="0" r="0" b="0"/>
            <a:pathLst>
              <a:path w="264448" h="75696">
                <a:moveTo>
                  <a:pt x="0" y="75696"/>
                </a:moveTo>
                <a:lnTo>
                  <a:pt x="264448" y="0"/>
                </a:lnTo>
              </a:path>
            </a:pathLst>
          </a:custGeom>
          <a:noFill/>
          <a:ln w="7538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482" name="lumia-token-stream-curve">
            <a:extLst>
              <a:ext uri="{FF2B5EF4-FFF2-40B4-BE49-F238E27FC236}">
                <a16:creationId xmlns:a16="http://schemas.microsoft.com/office/drawing/2014/main" id="{791A6CCD-DFD2-4BA4-AC4C-D10B44AF8391}"/>
              </a:ext>
            </a:extLst>
          </p:cNvPr>
          <p:cNvSpPr>
            <a:spLocks noGrp="1"/>
          </p:cNvSpPr>
          <p:nvPr/>
        </p:nvSpPr>
        <p:spPr>
          <a:xfrm>
            <a:off x="4746076" y="5715633"/>
            <a:ext cx="266739" cy="72648"/>
          </a:xfrm>
          <a:custGeom>
            <a:avLst/>
            <a:gdLst/>
            <a:ahLst/>
            <a:cxnLst/>
            <a:rect l="0" t="0" r="0" b="0"/>
            <a:pathLst>
              <a:path w="266739" h="72648">
                <a:moveTo>
                  <a:pt x="0" y="72648"/>
                </a:moveTo>
                <a:lnTo>
                  <a:pt x="266739" y="0"/>
                </a:lnTo>
              </a:path>
            </a:pathLst>
          </a:custGeom>
          <a:noFill/>
          <a:ln w="7639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483" name="lumia-token-stream-curve">
            <a:extLst>
              <a:ext uri="{FF2B5EF4-FFF2-40B4-BE49-F238E27FC236}">
                <a16:creationId xmlns:a16="http://schemas.microsoft.com/office/drawing/2014/main" id="{CA6C42BA-67E8-4B75-BEDB-A67AA3064780}"/>
              </a:ext>
            </a:extLst>
          </p:cNvPr>
          <p:cNvSpPr>
            <a:spLocks noGrp="1"/>
          </p:cNvSpPr>
          <p:nvPr/>
        </p:nvSpPr>
        <p:spPr>
          <a:xfrm>
            <a:off x="5012814" y="5650617"/>
            <a:ext cx="268949" cy="65016"/>
          </a:xfrm>
          <a:custGeom>
            <a:avLst/>
            <a:gdLst/>
            <a:ahLst/>
            <a:cxnLst/>
            <a:rect l="0" t="0" r="0" b="0"/>
            <a:pathLst>
              <a:path w="268949" h="65016">
                <a:moveTo>
                  <a:pt x="0" y="65016"/>
                </a:moveTo>
                <a:lnTo>
                  <a:pt x="268949" y="0"/>
                </a:lnTo>
              </a:path>
            </a:pathLst>
          </a:custGeom>
          <a:noFill/>
          <a:ln w="7763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484" name="lumia-token-stream-curve">
            <a:extLst>
              <a:ext uri="{FF2B5EF4-FFF2-40B4-BE49-F238E27FC236}">
                <a16:creationId xmlns:a16="http://schemas.microsoft.com/office/drawing/2014/main" id="{0AF0191E-1233-40B6-8EED-C88120FB7711}"/>
              </a:ext>
            </a:extLst>
          </p:cNvPr>
          <p:cNvSpPr>
            <a:spLocks noGrp="1"/>
          </p:cNvSpPr>
          <p:nvPr/>
        </p:nvSpPr>
        <p:spPr>
          <a:xfrm>
            <a:off x="5281763" y="5597057"/>
            <a:ext cx="271080" cy="53561"/>
          </a:xfrm>
          <a:custGeom>
            <a:avLst/>
            <a:gdLst/>
            <a:ahLst/>
            <a:cxnLst/>
            <a:rect l="0" t="0" r="0" b="0"/>
            <a:pathLst>
              <a:path w="271080" h="53561">
                <a:moveTo>
                  <a:pt x="0" y="53561"/>
                </a:moveTo>
                <a:lnTo>
                  <a:pt x="271080" y="0"/>
                </a:lnTo>
              </a:path>
            </a:pathLst>
          </a:custGeom>
          <a:noFill/>
          <a:ln w="7906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485" name="lumia-token-stream-curve">
            <a:extLst>
              <a:ext uri="{FF2B5EF4-FFF2-40B4-BE49-F238E27FC236}">
                <a16:creationId xmlns:a16="http://schemas.microsoft.com/office/drawing/2014/main" id="{959F21C5-7591-4FC5-8E50-B5AB3B068F95}"/>
              </a:ext>
            </a:extLst>
          </p:cNvPr>
          <p:cNvSpPr>
            <a:spLocks noGrp="1"/>
          </p:cNvSpPr>
          <p:nvPr/>
        </p:nvSpPr>
        <p:spPr>
          <a:xfrm>
            <a:off x="5552843" y="5557508"/>
            <a:ext cx="273131" cy="39549"/>
          </a:xfrm>
          <a:custGeom>
            <a:avLst/>
            <a:gdLst/>
            <a:ahLst/>
            <a:cxnLst/>
            <a:rect l="0" t="0" r="0" b="0"/>
            <a:pathLst>
              <a:path w="273131" h="39549">
                <a:moveTo>
                  <a:pt x="0" y="39549"/>
                </a:moveTo>
                <a:lnTo>
                  <a:pt x="273131" y="0"/>
                </a:lnTo>
              </a:path>
            </a:pathLst>
          </a:custGeom>
          <a:noFill/>
          <a:ln w="8067">
            <a:solidFill>
              <a:srgbClr val="EB4833">
                <a:alpha val="4000"/>
              </a:srgbClr>
            </a:solidFill>
            <a:prstDash val="solid"/>
          </a:ln>
        </p:spPr>
      </p:sp>
      <p:sp>
        <p:nvSpPr>
          <p:cNvPr id="486" name="lumia-token-stream-curve">
            <a:extLst>
              <a:ext uri="{FF2B5EF4-FFF2-40B4-BE49-F238E27FC236}">
                <a16:creationId xmlns:a16="http://schemas.microsoft.com/office/drawing/2014/main" id="{FB7AB0F6-3C25-41FD-A673-DF2697043D34}"/>
              </a:ext>
            </a:extLst>
          </p:cNvPr>
          <p:cNvSpPr>
            <a:spLocks noGrp="1"/>
          </p:cNvSpPr>
          <p:nvPr/>
        </p:nvSpPr>
        <p:spPr>
          <a:xfrm>
            <a:off x="5825974" y="5532882"/>
            <a:ext cx="275102" cy="24627"/>
          </a:xfrm>
          <a:custGeom>
            <a:avLst/>
            <a:gdLst/>
            <a:ahLst/>
            <a:cxnLst/>
            <a:rect l="0" t="0" r="0" b="0"/>
            <a:pathLst>
              <a:path w="275102" h="24627">
                <a:moveTo>
                  <a:pt x="0" y="24627"/>
                </a:moveTo>
                <a:lnTo>
                  <a:pt x="275102" y="0"/>
                </a:lnTo>
              </a:path>
            </a:pathLst>
          </a:custGeom>
          <a:noFill/>
          <a:ln w="8244">
            <a:solidFill>
              <a:srgbClr val="EC532F">
                <a:alpha val="4000"/>
              </a:srgbClr>
            </a:solidFill>
            <a:prstDash val="solid"/>
          </a:ln>
        </p:spPr>
      </p:sp>
      <p:sp>
        <p:nvSpPr>
          <p:cNvPr id="487" name="lumia-token-stream-curve">
            <a:extLst>
              <a:ext uri="{FF2B5EF4-FFF2-40B4-BE49-F238E27FC236}">
                <a16:creationId xmlns:a16="http://schemas.microsoft.com/office/drawing/2014/main" id="{11B39097-DC1B-4AD1-9526-19FA6CFDE958}"/>
              </a:ext>
            </a:extLst>
          </p:cNvPr>
          <p:cNvSpPr>
            <a:spLocks noGrp="1"/>
          </p:cNvSpPr>
          <p:nvPr/>
        </p:nvSpPr>
        <p:spPr>
          <a:xfrm>
            <a:off x="6101075" y="5522244"/>
            <a:ext cx="276993" cy="10638"/>
          </a:xfrm>
          <a:custGeom>
            <a:avLst/>
            <a:gdLst/>
            <a:ahLst/>
            <a:cxnLst/>
            <a:rect l="0" t="0" r="0" b="0"/>
            <a:pathLst>
              <a:path w="276993" h="10638">
                <a:moveTo>
                  <a:pt x="0" y="10638"/>
                </a:moveTo>
                <a:lnTo>
                  <a:pt x="276993" y="0"/>
                </a:lnTo>
              </a:path>
            </a:pathLst>
          </a:custGeom>
          <a:noFill/>
          <a:ln w="8435">
            <a:solidFill>
              <a:srgbClr val="EE5E2A">
                <a:alpha val="4000"/>
              </a:srgbClr>
            </a:solidFill>
            <a:prstDash val="solid"/>
          </a:ln>
        </p:spPr>
      </p:sp>
      <p:sp>
        <p:nvSpPr>
          <p:cNvPr id="488" name="lumia-token-stream-curve">
            <a:extLst>
              <a:ext uri="{FF2B5EF4-FFF2-40B4-BE49-F238E27FC236}">
                <a16:creationId xmlns:a16="http://schemas.microsoft.com/office/drawing/2014/main" id="{E7030ED6-2015-4945-B3DB-3EE435827617}"/>
              </a:ext>
            </a:extLst>
          </p:cNvPr>
          <p:cNvSpPr>
            <a:spLocks noGrp="1"/>
          </p:cNvSpPr>
          <p:nvPr/>
        </p:nvSpPr>
        <p:spPr>
          <a:xfrm>
            <a:off x="6378068" y="5522244"/>
            <a:ext cx="278804" cy="9525"/>
          </a:xfrm>
          <a:custGeom>
            <a:avLst/>
            <a:gdLst/>
            <a:ahLst/>
            <a:cxnLst/>
            <a:rect l="0" t="0" r="0" b="0"/>
            <a:pathLst>
              <a:path w="278804" h="9525">
                <a:moveTo>
                  <a:pt x="0" y="0"/>
                </a:moveTo>
                <a:lnTo>
                  <a:pt x="278804" y="602"/>
                </a:lnTo>
              </a:path>
            </a:pathLst>
          </a:custGeom>
          <a:noFill/>
          <a:ln w="8637">
            <a:solidFill>
              <a:srgbClr val="EF6926">
                <a:alpha val="4000"/>
              </a:srgbClr>
            </a:solidFill>
            <a:prstDash val="solid"/>
          </a:ln>
        </p:spPr>
      </p:sp>
      <p:sp>
        <p:nvSpPr>
          <p:cNvPr id="489" name="lumia-token-stream-curve">
            <a:extLst>
              <a:ext uri="{FF2B5EF4-FFF2-40B4-BE49-F238E27FC236}">
                <a16:creationId xmlns:a16="http://schemas.microsoft.com/office/drawing/2014/main" id="{F34B9CA1-91BE-4DA1-9A74-54BA999C3A8E}"/>
              </a:ext>
            </a:extLst>
          </p:cNvPr>
          <p:cNvSpPr>
            <a:spLocks noGrp="1"/>
          </p:cNvSpPr>
          <p:nvPr/>
        </p:nvSpPr>
        <p:spPr>
          <a:xfrm>
            <a:off x="6656872" y="5522845"/>
            <a:ext cx="280535" cy="9525"/>
          </a:xfrm>
          <a:custGeom>
            <a:avLst/>
            <a:gdLst/>
            <a:ahLst/>
            <a:cxnLst/>
            <a:rect l="0" t="0" r="0" b="0"/>
            <a:pathLst>
              <a:path w="280535" h="9525">
                <a:moveTo>
                  <a:pt x="0" y="0"/>
                </a:moveTo>
                <a:lnTo>
                  <a:pt x="280535" y="7542"/>
                </a:lnTo>
              </a:path>
            </a:pathLst>
          </a:custGeom>
          <a:noFill/>
          <a:ln w="8848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490" name="lumia-token-stream-curve">
            <a:extLst>
              <a:ext uri="{FF2B5EF4-FFF2-40B4-BE49-F238E27FC236}">
                <a16:creationId xmlns:a16="http://schemas.microsoft.com/office/drawing/2014/main" id="{9F3FD8D8-6E38-4474-B2E6-A71F334D3406}"/>
              </a:ext>
            </a:extLst>
          </p:cNvPr>
          <p:cNvSpPr>
            <a:spLocks noGrp="1"/>
          </p:cNvSpPr>
          <p:nvPr/>
        </p:nvSpPr>
        <p:spPr>
          <a:xfrm>
            <a:off x="6937407" y="5530387"/>
            <a:ext cx="282186" cy="9525"/>
          </a:xfrm>
          <a:custGeom>
            <a:avLst/>
            <a:gdLst/>
            <a:ahLst/>
            <a:cxnLst/>
            <a:rect l="0" t="0" r="0" b="0"/>
            <a:pathLst>
              <a:path w="282186" h="9525">
                <a:moveTo>
                  <a:pt x="0" y="0"/>
                </a:moveTo>
                <a:lnTo>
                  <a:pt x="282186" y="9118"/>
                </a:lnTo>
              </a:path>
            </a:pathLst>
          </a:custGeom>
          <a:noFill/>
          <a:ln w="9066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491" name="lumia-token-stream-curve">
            <a:extLst>
              <a:ext uri="{FF2B5EF4-FFF2-40B4-BE49-F238E27FC236}">
                <a16:creationId xmlns:a16="http://schemas.microsoft.com/office/drawing/2014/main" id="{30E63BF8-A5CD-4877-BECE-06603E646ED1}"/>
              </a:ext>
            </a:extLst>
          </p:cNvPr>
          <p:cNvSpPr>
            <a:spLocks noGrp="1"/>
          </p:cNvSpPr>
          <p:nvPr/>
        </p:nvSpPr>
        <p:spPr>
          <a:xfrm>
            <a:off x="7219593" y="5539505"/>
            <a:ext cx="283758" cy="9525"/>
          </a:xfrm>
          <a:custGeom>
            <a:avLst/>
            <a:gdLst/>
            <a:ahLst/>
            <a:cxnLst/>
            <a:rect l="0" t="0" r="0" b="0"/>
            <a:pathLst>
              <a:path w="283758" h="9525">
                <a:moveTo>
                  <a:pt x="0" y="0"/>
                </a:moveTo>
                <a:lnTo>
                  <a:pt x="283758" y="4914"/>
                </a:lnTo>
              </a:path>
            </a:pathLst>
          </a:custGeom>
          <a:noFill/>
          <a:ln w="9290">
            <a:solidFill>
              <a:srgbClr val="F48919">
                <a:alpha val="5000"/>
              </a:srgbClr>
            </a:solidFill>
            <a:prstDash val="solid"/>
          </a:ln>
        </p:spPr>
      </p:sp>
      <p:sp>
        <p:nvSpPr>
          <p:cNvPr id="492" name="lumia-token-stream-curve">
            <a:extLst>
              <a:ext uri="{FF2B5EF4-FFF2-40B4-BE49-F238E27FC236}">
                <a16:creationId xmlns:a16="http://schemas.microsoft.com/office/drawing/2014/main" id="{C0C4AED6-10CE-4921-85BF-54F4BF86DCE7}"/>
              </a:ext>
            </a:extLst>
          </p:cNvPr>
          <p:cNvSpPr>
            <a:spLocks noGrp="1"/>
          </p:cNvSpPr>
          <p:nvPr/>
        </p:nvSpPr>
        <p:spPr>
          <a:xfrm>
            <a:off x="7503351" y="5539673"/>
            <a:ext cx="285249" cy="9525"/>
          </a:xfrm>
          <a:custGeom>
            <a:avLst/>
            <a:gdLst/>
            <a:ahLst/>
            <a:cxnLst/>
            <a:rect l="0" t="0" r="0" b="0"/>
            <a:pathLst>
              <a:path w="285249" h="9525">
                <a:moveTo>
                  <a:pt x="0" y="4745"/>
                </a:moveTo>
                <a:lnTo>
                  <a:pt x="285249" y="0"/>
                </a:lnTo>
              </a:path>
            </a:pathLst>
          </a:custGeom>
          <a:noFill/>
          <a:ln w="9516">
            <a:solidFill>
              <a:srgbClr val="F59415">
                <a:alpha val="5000"/>
              </a:srgbClr>
            </a:solidFill>
            <a:prstDash val="solid"/>
          </a:ln>
        </p:spPr>
      </p:sp>
      <p:sp>
        <p:nvSpPr>
          <p:cNvPr id="493" name="lumia-token-stream-curve">
            <a:extLst>
              <a:ext uri="{FF2B5EF4-FFF2-40B4-BE49-F238E27FC236}">
                <a16:creationId xmlns:a16="http://schemas.microsoft.com/office/drawing/2014/main" id="{93021334-DD8E-41A1-94BE-FAD1B68DAABC}"/>
              </a:ext>
            </a:extLst>
          </p:cNvPr>
          <p:cNvSpPr>
            <a:spLocks noGrp="1"/>
          </p:cNvSpPr>
          <p:nvPr/>
        </p:nvSpPr>
        <p:spPr>
          <a:xfrm>
            <a:off x="7788601" y="5520872"/>
            <a:ext cx="286661" cy="18802"/>
          </a:xfrm>
          <a:custGeom>
            <a:avLst/>
            <a:gdLst/>
            <a:ahLst/>
            <a:cxnLst/>
            <a:rect l="0" t="0" r="0" b="0"/>
            <a:pathLst>
              <a:path w="286661" h="18802">
                <a:moveTo>
                  <a:pt x="0" y="18802"/>
                </a:moveTo>
                <a:lnTo>
                  <a:pt x="286661" y="0"/>
                </a:lnTo>
              </a:path>
            </a:pathLst>
          </a:custGeom>
          <a:noFill/>
          <a:ln w="9743">
            <a:solidFill>
              <a:srgbClr val="F79E11">
                <a:alpha val="5000"/>
              </a:srgbClr>
            </a:solidFill>
            <a:prstDash val="solid"/>
          </a:ln>
        </p:spPr>
      </p:sp>
      <p:sp>
        <p:nvSpPr>
          <p:cNvPr id="494" name="lumia-token-stream-curve">
            <a:extLst>
              <a:ext uri="{FF2B5EF4-FFF2-40B4-BE49-F238E27FC236}">
                <a16:creationId xmlns:a16="http://schemas.microsoft.com/office/drawing/2014/main" id="{5A11AA3F-23B3-4F6E-84AE-58B1A9571C0B}"/>
              </a:ext>
            </a:extLst>
          </p:cNvPr>
          <p:cNvSpPr>
            <a:spLocks noGrp="1"/>
          </p:cNvSpPr>
          <p:nvPr/>
        </p:nvSpPr>
        <p:spPr>
          <a:xfrm>
            <a:off x="8075262" y="5485297"/>
            <a:ext cx="287993" cy="35574"/>
          </a:xfrm>
          <a:custGeom>
            <a:avLst/>
            <a:gdLst/>
            <a:ahLst/>
            <a:cxnLst/>
            <a:rect l="0" t="0" r="0" b="0"/>
            <a:pathLst>
              <a:path w="287993" h="35574">
                <a:moveTo>
                  <a:pt x="0" y="35574"/>
                </a:moveTo>
                <a:lnTo>
                  <a:pt x="287993" y="0"/>
                </a:lnTo>
              </a:path>
            </a:pathLst>
          </a:custGeom>
          <a:noFill/>
          <a:ln w="9969">
            <a:solidFill>
              <a:srgbClr val="F8A90C">
                <a:alpha val="5000"/>
              </a:srgbClr>
            </a:solidFill>
            <a:prstDash val="solid"/>
          </a:ln>
        </p:spPr>
      </p:sp>
      <p:sp>
        <p:nvSpPr>
          <p:cNvPr id="495" name="lumia-token-stream-curve">
            <a:extLst>
              <a:ext uri="{FF2B5EF4-FFF2-40B4-BE49-F238E27FC236}">
                <a16:creationId xmlns:a16="http://schemas.microsoft.com/office/drawing/2014/main" id="{67BC79C4-3038-4AB8-8CCE-E987B0289318}"/>
              </a:ext>
            </a:extLst>
          </p:cNvPr>
          <p:cNvSpPr>
            <a:spLocks noGrp="1"/>
          </p:cNvSpPr>
          <p:nvPr/>
        </p:nvSpPr>
        <p:spPr>
          <a:xfrm>
            <a:off x="8363254" y="5432335"/>
            <a:ext cx="289245" cy="52963"/>
          </a:xfrm>
          <a:custGeom>
            <a:avLst/>
            <a:gdLst/>
            <a:ahLst/>
            <a:cxnLst/>
            <a:rect l="0" t="0" r="0" b="0"/>
            <a:pathLst>
              <a:path w="289245" h="52963">
                <a:moveTo>
                  <a:pt x="0" y="52963"/>
                </a:moveTo>
                <a:lnTo>
                  <a:pt x="289245" y="0"/>
                </a:lnTo>
              </a:path>
            </a:pathLst>
          </a:custGeom>
          <a:noFill/>
          <a:ln w="10191">
            <a:solidFill>
              <a:srgbClr val="FAB408">
                <a:alpha val="5000"/>
              </a:srgbClr>
            </a:solidFill>
            <a:prstDash val="solid"/>
          </a:ln>
        </p:spPr>
      </p:sp>
      <p:sp>
        <p:nvSpPr>
          <p:cNvPr id="496" name="lumia-token-stream-curve">
            <a:extLst>
              <a:ext uri="{FF2B5EF4-FFF2-40B4-BE49-F238E27FC236}">
                <a16:creationId xmlns:a16="http://schemas.microsoft.com/office/drawing/2014/main" id="{1A1D312E-E6AF-483D-870F-8C6F6824453B}"/>
              </a:ext>
            </a:extLst>
          </p:cNvPr>
          <p:cNvSpPr>
            <a:spLocks noGrp="1"/>
          </p:cNvSpPr>
          <p:nvPr/>
        </p:nvSpPr>
        <p:spPr>
          <a:xfrm>
            <a:off x="8652499" y="5363617"/>
            <a:ext cx="290417" cy="68717"/>
          </a:xfrm>
          <a:custGeom>
            <a:avLst/>
            <a:gdLst/>
            <a:ahLst/>
            <a:cxnLst/>
            <a:rect l="0" t="0" r="0" b="0"/>
            <a:pathLst>
              <a:path w="290417" h="68717">
                <a:moveTo>
                  <a:pt x="0" y="68717"/>
                </a:moveTo>
                <a:lnTo>
                  <a:pt x="290417" y="0"/>
                </a:lnTo>
              </a:path>
            </a:pathLst>
          </a:custGeom>
          <a:noFill/>
          <a:ln w="10408">
            <a:solidFill>
              <a:srgbClr val="F7BC07">
                <a:alpha val="5000"/>
              </a:srgbClr>
            </a:solidFill>
            <a:prstDash val="solid"/>
          </a:ln>
        </p:spPr>
      </p:sp>
      <p:sp>
        <p:nvSpPr>
          <p:cNvPr id="497" name="lumia-token-stream-curve">
            <a:extLst>
              <a:ext uri="{FF2B5EF4-FFF2-40B4-BE49-F238E27FC236}">
                <a16:creationId xmlns:a16="http://schemas.microsoft.com/office/drawing/2014/main" id="{6D9AF120-2BC5-453B-B19D-03B97533535C}"/>
              </a:ext>
            </a:extLst>
          </p:cNvPr>
          <p:cNvSpPr>
            <a:spLocks noGrp="1"/>
          </p:cNvSpPr>
          <p:nvPr/>
        </p:nvSpPr>
        <p:spPr>
          <a:xfrm>
            <a:off x="8942916" y="5282872"/>
            <a:ext cx="291509" cy="80745"/>
          </a:xfrm>
          <a:custGeom>
            <a:avLst/>
            <a:gdLst/>
            <a:ahLst/>
            <a:cxnLst/>
            <a:rect l="0" t="0" r="0" b="0"/>
            <a:pathLst>
              <a:path w="291509" h="80745">
                <a:moveTo>
                  <a:pt x="0" y="80745"/>
                </a:moveTo>
                <a:lnTo>
                  <a:pt x="291509" y="0"/>
                </a:lnTo>
              </a:path>
            </a:pathLst>
          </a:custGeom>
          <a:noFill/>
          <a:ln w="10617">
            <a:solidFill>
              <a:srgbClr val="E5BA0E">
                <a:alpha val="5000"/>
              </a:srgbClr>
            </a:solidFill>
            <a:prstDash val="solid"/>
          </a:ln>
        </p:spPr>
      </p:sp>
      <p:sp>
        <p:nvSpPr>
          <p:cNvPr id="498" name="lumia-token-stream-curve">
            <a:extLst>
              <a:ext uri="{FF2B5EF4-FFF2-40B4-BE49-F238E27FC236}">
                <a16:creationId xmlns:a16="http://schemas.microsoft.com/office/drawing/2014/main" id="{575A7EE0-D6CD-4F56-A18B-E56FA853B754}"/>
              </a:ext>
            </a:extLst>
          </p:cNvPr>
          <p:cNvSpPr>
            <a:spLocks noGrp="1"/>
          </p:cNvSpPr>
          <p:nvPr/>
        </p:nvSpPr>
        <p:spPr>
          <a:xfrm>
            <a:off x="9234425" y="5195465"/>
            <a:ext cx="292521" cy="87406"/>
          </a:xfrm>
          <a:custGeom>
            <a:avLst/>
            <a:gdLst/>
            <a:ahLst/>
            <a:cxnLst/>
            <a:rect l="0" t="0" r="0" b="0"/>
            <a:pathLst>
              <a:path w="292521" h="87406">
                <a:moveTo>
                  <a:pt x="0" y="87406"/>
                </a:moveTo>
                <a:lnTo>
                  <a:pt x="292521" y="0"/>
                </a:lnTo>
              </a:path>
            </a:pathLst>
          </a:custGeom>
          <a:noFill/>
          <a:ln w="10816">
            <a:solidFill>
              <a:srgbClr val="D3B815">
                <a:alpha val="5000"/>
              </a:srgbClr>
            </a:solidFill>
            <a:prstDash val="solid"/>
          </a:ln>
        </p:spPr>
      </p:sp>
      <p:sp>
        <p:nvSpPr>
          <p:cNvPr id="499" name="lumia-token-stream-curve">
            <a:extLst>
              <a:ext uri="{FF2B5EF4-FFF2-40B4-BE49-F238E27FC236}">
                <a16:creationId xmlns:a16="http://schemas.microsoft.com/office/drawing/2014/main" id="{B11A8DDD-1470-437B-A9C9-FBAE3D724C26}"/>
              </a:ext>
            </a:extLst>
          </p:cNvPr>
          <p:cNvSpPr>
            <a:spLocks noGrp="1"/>
          </p:cNvSpPr>
          <p:nvPr/>
        </p:nvSpPr>
        <p:spPr>
          <a:xfrm>
            <a:off x="9526946" y="5107707"/>
            <a:ext cx="293453" cy="87759"/>
          </a:xfrm>
          <a:custGeom>
            <a:avLst/>
            <a:gdLst/>
            <a:ahLst/>
            <a:cxnLst/>
            <a:rect l="0" t="0" r="0" b="0"/>
            <a:pathLst>
              <a:path w="293453" h="87759">
                <a:moveTo>
                  <a:pt x="0" y="87759"/>
                </a:moveTo>
                <a:lnTo>
                  <a:pt x="293453" y="0"/>
                </a:lnTo>
              </a:path>
            </a:pathLst>
          </a:custGeom>
          <a:noFill/>
          <a:ln w="11004">
            <a:solidFill>
              <a:srgbClr val="C2B61C">
                <a:alpha val="6000"/>
              </a:srgbClr>
            </a:solidFill>
            <a:prstDash val="solid"/>
          </a:ln>
        </p:spPr>
      </p:sp>
      <p:sp>
        <p:nvSpPr>
          <p:cNvPr id="500" name="lumia-token-stream-curve">
            <a:extLst>
              <a:ext uri="{FF2B5EF4-FFF2-40B4-BE49-F238E27FC236}">
                <a16:creationId xmlns:a16="http://schemas.microsoft.com/office/drawing/2014/main" id="{4952F34E-F5C6-421C-99B8-943428C9AEDE}"/>
              </a:ext>
            </a:extLst>
          </p:cNvPr>
          <p:cNvSpPr>
            <a:spLocks noGrp="1"/>
          </p:cNvSpPr>
          <p:nvPr/>
        </p:nvSpPr>
        <p:spPr>
          <a:xfrm>
            <a:off x="9820399" y="5025996"/>
            <a:ext cx="294306" cy="81711"/>
          </a:xfrm>
          <a:custGeom>
            <a:avLst/>
            <a:gdLst/>
            <a:ahLst/>
            <a:cxnLst/>
            <a:rect l="0" t="0" r="0" b="0"/>
            <a:pathLst>
              <a:path w="294306" h="81711">
                <a:moveTo>
                  <a:pt x="0" y="81711"/>
                </a:moveTo>
                <a:lnTo>
                  <a:pt x="294306" y="0"/>
                </a:lnTo>
              </a:path>
            </a:pathLst>
          </a:custGeom>
          <a:noFill/>
          <a:ln w="11177">
            <a:solidFill>
              <a:srgbClr val="B0B422">
                <a:alpha val="6000"/>
              </a:srgbClr>
            </a:solidFill>
            <a:prstDash val="solid"/>
          </a:ln>
        </p:spPr>
      </p:sp>
      <p:sp>
        <p:nvSpPr>
          <p:cNvPr id="501" name="lumia-token-stream-curve">
            <a:extLst>
              <a:ext uri="{FF2B5EF4-FFF2-40B4-BE49-F238E27FC236}">
                <a16:creationId xmlns:a16="http://schemas.microsoft.com/office/drawing/2014/main" id="{2430BB93-E0B2-49A8-AA72-88EB89038630}"/>
              </a:ext>
            </a:extLst>
          </p:cNvPr>
          <p:cNvSpPr>
            <a:spLocks noGrp="1"/>
          </p:cNvSpPr>
          <p:nvPr/>
        </p:nvSpPr>
        <p:spPr>
          <a:xfrm>
            <a:off x="10114705" y="4955936"/>
            <a:ext cx="295078" cy="70060"/>
          </a:xfrm>
          <a:custGeom>
            <a:avLst/>
            <a:gdLst/>
            <a:ahLst/>
            <a:cxnLst/>
            <a:rect l="0" t="0" r="0" b="0"/>
            <a:pathLst>
              <a:path w="295078" h="70060">
                <a:moveTo>
                  <a:pt x="0" y="70060"/>
                </a:moveTo>
                <a:lnTo>
                  <a:pt x="295078" y="0"/>
                </a:lnTo>
              </a:path>
            </a:pathLst>
          </a:custGeom>
          <a:noFill/>
          <a:ln w="11334">
            <a:solidFill>
              <a:srgbClr val="9EB329">
                <a:alpha val="6000"/>
              </a:srgbClr>
            </a:solidFill>
            <a:prstDash val="solid"/>
          </a:ln>
        </p:spPr>
      </p:sp>
      <p:sp>
        <p:nvSpPr>
          <p:cNvPr id="502" name="lumia-token-stream-curve">
            <a:extLst>
              <a:ext uri="{FF2B5EF4-FFF2-40B4-BE49-F238E27FC236}">
                <a16:creationId xmlns:a16="http://schemas.microsoft.com/office/drawing/2014/main" id="{FCD15F68-7E54-4223-983C-764466696440}"/>
              </a:ext>
            </a:extLst>
          </p:cNvPr>
          <p:cNvSpPr>
            <a:spLocks noGrp="1"/>
          </p:cNvSpPr>
          <p:nvPr/>
        </p:nvSpPr>
        <p:spPr>
          <a:xfrm>
            <a:off x="10409783" y="4901538"/>
            <a:ext cx="295771" cy="54398"/>
          </a:xfrm>
          <a:custGeom>
            <a:avLst/>
            <a:gdLst/>
            <a:ahLst/>
            <a:cxnLst/>
            <a:rect l="0" t="0" r="0" b="0"/>
            <a:pathLst>
              <a:path w="295771" h="54398">
                <a:moveTo>
                  <a:pt x="0" y="54398"/>
                </a:moveTo>
                <a:lnTo>
                  <a:pt x="295771" y="0"/>
                </a:lnTo>
              </a:path>
            </a:pathLst>
          </a:custGeom>
          <a:noFill/>
          <a:ln w="11473">
            <a:solidFill>
              <a:srgbClr val="8CB130">
                <a:alpha val="6000"/>
              </a:srgbClr>
            </a:solidFill>
            <a:prstDash val="solid"/>
          </a:ln>
        </p:spPr>
      </p:sp>
      <p:sp>
        <p:nvSpPr>
          <p:cNvPr id="503" name="lumia-token-stream-curve">
            <a:extLst>
              <a:ext uri="{FF2B5EF4-FFF2-40B4-BE49-F238E27FC236}">
                <a16:creationId xmlns:a16="http://schemas.microsoft.com/office/drawing/2014/main" id="{5EC3975F-EC98-407C-8A89-F505AF777189}"/>
              </a:ext>
            </a:extLst>
          </p:cNvPr>
          <p:cNvSpPr>
            <a:spLocks noGrp="1"/>
          </p:cNvSpPr>
          <p:nvPr/>
        </p:nvSpPr>
        <p:spPr>
          <a:xfrm>
            <a:off x="10705553" y="4864631"/>
            <a:ext cx="296383" cy="36908"/>
          </a:xfrm>
          <a:custGeom>
            <a:avLst/>
            <a:gdLst/>
            <a:ahLst/>
            <a:cxnLst/>
            <a:rect l="0" t="0" r="0" b="0"/>
            <a:pathLst>
              <a:path w="296383" h="36908">
                <a:moveTo>
                  <a:pt x="0" y="36908"/>
                </a:moveTo>
                <a:lnTo>
                  <a:pt x="296383" y="0"/>
                </a:lnTo>
              </a:path>
            </a:pathLst>
          </a:custGeom>
          <a:noFill/>
          <a:ln w="11591">
            <a:solidFill>
              <a:srgbClr val="7BAF37">
                <a:alpha val="6000"/>
              </a:srgbClr>
            </a:solidFill>
            <a:prstDash val="solid"/>
          </a:ln>
        </p:spPr>
      </p:sp>
      <p:sp>
        <p:nvSpPr>
          <p:cNvPr id="504" name="lumia-token-stream-curve">
            <a:extLst>
              <a:ext uri="{FF2B5EF4-FFF2-40B4-BE49-F238E27FC236}">
                <a16:creationId xmlns:a16="http://schemas.microsoft.com/office/drawing/2014/main" id="{A398E3C7-AE5D-4D14-8DDA-FBB102DA7BF6}"/>
              </a:ext>
            </a:extLst>
          </p:cNvPr>
          <p:cNvSpPr>
            <a:spLocks noGrp="1"/>
          </p:cNvSpPr>
          <p:nvPr/>
        </p:nvSpPr>
        <p:spPr>
          <a:xfrm>
            <a:off x="11001937" y="4844570"/>
            <a:ext cx="296916" cy="20061"/>
          </a:xfrm>
          <a:custGeom>
            <a:avLst/>
            <a:gdLst/>
            <a:ahLst/>
            <a:cxnLst/>
            <a:rect l="0" t="0" r="0" b="0"/>
            <a:pathLst>
              <a:path w="296916" h="20061">
                <a:moveTo>
                  <a:pt x="0" y="20061"/>
                </a:moveTo>
                <a:lnTo>
                  <a:pt x="296916" y="0"/>
                </a:lnTo>
              </a:path>
            </a:pathLst>
          </a:custGeom>
          <a:noFill/>
          <a:ln w="11687">
            <a:solidFill>
              <a:srgbClr val="69AD3E">
                <a:alpha val="6000"/>
              </a:srgbClr>
            </a:solidFill>
            <a:prstDash val="solid"/>
          </a:ln>
        </p:spPr>
      </p:sp>
      <p:sp>
        <p:nvSpPr>
          <p:cNvPr id="505" name="lumia-token-stream-curve">
            <a:extLst>
              <a:ext uri="{FF2B5EF4-FFF2-40B4-BE49-F238E27FC236}">
                <a16:creationId xmlns:a16="http://schemas.microsoft.com/office/drawing/2014/main" id="{FDE760BA-F1D3-44AF-BA78-9C39958F6B36}"/>
              </a:ext>
            </a:extLst>
          </p:cNvPr>
          <p:cNvSpPr>
            <a:spLocks noGrp="1"/>
          </p:cNvSpPr>
          <p:nvPr/>
        </p:nvSpPr>
        <p:spPr>
          <a:xfrm>
            <a:off x="11298853" y="4838300"/>
            <a:ext cx="297369" cy="9525"/>
          </a:xfrm>
          <a:custGeom>
            <a:avLst/>
            <a:gdLst/>
            <a:ahLst/>
            <a:cxnLst/>
            <a:rect l="0" t="0" r="0" b="0"/>
            <a:pathLst>
              <a:path w="297369" h="9525">
                <a:moveTo>
                  <a:pt x="0" y="6270"/>
                </a:moveTo>
                <a:lnTo>
                  <a:pt x="297369" y="0"/>
                </a:lnTo>
              </a:path>
            </a:pathLst>
          </a:custGeom>
          <a:noFill/>
          <a:ln w="11758">
            <a:solidFill>
              <a:srgbClr val="57AC45">
                <a:alpha val="6000"/>
              </a:srgbClr>
            </a:solidFill>
            <a:prstDash val="solid"/>
          </a:ln>
        </p:spPr>
      </p:sp>
      <p:sp>
        <p:nvSpPr>
          <p:cNvPr id="506" name="lumia-token-stream-curve">
            <a:extLst>
              <a:ext uri="{FF2B5EF4-FFF2-40B4-BE49-F238E27FC236}">
                <a16:creationId xmlns:a16="http://schemas.microsoft.com/office/drawing/2014/main" id="{FB69AC9D-D3AF-4EF1-8FA2-A1CC02746A58}"/>
              </a:ext>
            </a:extLst>
          </p:cNvPr>
          <p:cNvSpPr>
            <a:spLocks noGrp="1"/>
          </p:cNvSpPr>
          <p:nvPr/>
        </p:nvSpPr>
        <p:spPr>
          <a:xfrm>
            <a:off x="11596222" y="4838300"/>
            <a:ext cx="297742" cy="9525"/>
          </a:xfrm>
          <a:custGeom>
            <a:avLst/>
            <a:gdLst/>
            <a:ahLst/>
            <a:cxnLst/>
            <a:rect l="0" t="0" r="0" b="0"/>
            <a:pathLst>
              <a:path w="297742" h="9525">
                <a:moveTo>
                  <a:pt x="0" y="0"/>
                </a:moveTo>
                <a:lnTo>
                  <a:pt x="297742" y="2456"/>
                </a:lnTo>
              </a:path>
            </a:pathLst>
          </a:custGeom>
          <a:noFill/>
          <a:ln w="11802">
            <a:solidFill>
              <a:srgbClr val="46AA4C">
                <a:alpha val="6000"/>
              </a:srgbClr>
            </a:solidFill>
            <a:prstDash val="solid"/>
          </a:ln>
        </p:spPr>
      </p:sp>
      <p:sp>
        <p:nvSpPr>
          <p:cNvPr id="507" name="lumia-token-stream-curve">
            <a:extLst>
              <a:ext uri="{FF2B5EF4-FFF2-40B4-BE49-F238E27FC236}">
                <a16:creationId xmlns:a16="http://schemas.microsoft.com/office/drawing/2014/main" id="{F57DD8D6-B0CC-4A66-B7CE-78345BA3F659}"/>
              </a:ext>
            </a:extLst>
          </p:cNvPr>
          <p:cNvSpPr>
            <a:spLocks noGrp="1"/>
          </p:cNvSpPr>
          <p:nvPr/>
        </p:nvSpPr>
        <p:spPr>
          <a:xfrm>
            <a:off x="11893965" y="4840756"/>
            <a:ext cx="298035" cy="9525"/>
          </a:xfrm>
          <a:custGeom>
            <a:avLst/>
            <a:gdLst/>
            <a:ahLst/>
            <a:cxnLst/>
            <a:rect l="0" t="0" r="0" b="0"/>
            <a:pathLst>
              <a:path w="298035" h="9525">
                <a:moveTo>
                  <a:pt x="0" y="0"/>
                </a:moveTo>
                <a:lnTo>
                  <a:pt x="298035" y="4810"/>
                </a:lnTo>
              </a:path>
            </a:pathLst>
          </a:custGeom>
          <a:noFill/>
          <a:ln w="11817">
            <a:solidFill>
              <a:srgbClr val="34A853">
                <a:alpha val="6000"/>
              </a:srgbClr>
            </a:solidFill>
            <a:prstDash val="solid"/>
          </a:ln>
        </p:spPr>
      </p:sp>
      <p:sp>
        <p:nvSpPr>
          <p:cNvPr id="508" name="lumia-token-stream-curve">
            <a:extLst>
              <a:ext uri="{FF2B5EF4-FFF2-40B4-BE49-F238E27FC236}">
                <a16:creationId xmlns:a16="http://schemas.microsoft.com/office/drawing/2014/main" id="{9284D87B-A848-4CD2-B8A2-429676AF5467}"/>
              </a:ext>
            </a:extLst>
          </p:cNvPr>
          <p:cNvSpPr>
            <a:spLocks noGrp="1"/>
          </p:cNvSpPr>
          <p:nvPr/>
        </p:nvSpPr>
        <p:spPr>
          <a:xfrm>
            <a:off x="143421" y="6411734"/>
            <a:ext cx="199177" cy="9525"/>
          </a:xfrm>
          <a:custGeom>
            <a:avLst/>
            <a:gdLst/>
            <a:ahLst/>
            <a:cxnLst/>
            <a:rect l="0" t="0" r="0" b="0"/>
            <a:pathLst>
              <a:path w="199177" h="9525">
                <a:moveTo>
                  <a:pt x="0" y="7252"/>
                </a:moveTo>
                <a:lnTo>
                  <a:pt x="199177" y="0"/>
                </a:lnTo>
              </a:path>
            </a:pathLst>
          </a:custGeom>
          <a:noFill/>
          <a:ln w="7781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509" name="lumia-token-stream-curve">
            <a:extLst>
              <a:ext uri="{FF2B5EF4-FFF2-40B4-BE49-F238E27FC236}">
                <a16:creationId xmlns:a16="http://schemas.microsoft.com/office/drawing/2014/main" id="{66B9FDFA-5098-466C-AC50-69922591CAA7}"/>
              </a:ext>
            </a:extLst>
          </p:cNvPr>
          <p:cNvSpPr>
            <a:spLocks noGrp="1"/>
          </p:cNvSpPr>
          <p:nvPr/>
        </p:nvSpPr>
        <p:spPr>
          <a:xfrm>
            <a:off x="342598" y="6411734"/>
            <a:ext cx="203073" cy="9525"/>
          </a:xfrm>
          <a:custGeom>
            <a:avLst/>
            <a:gdLst/>
            <a:ahLst/>
            <a:cxnLst/>
            <a:rect l="0" t="0" r="0" b="0"/>
            <a:pathLst>
              <a:path w="203073" h="9525">
                <a:moveTo>
                  <a:pt x="0" y="0"/>
                </a:moveTo>
                <a:lnTo>
                  <a:pt x="203073" y="89"/>
                </a:lnTo>
              </a:path>
            </a:pathLst>
          </a:custGeom>
          <a:noFill/>
          <a:ln w="7781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510" name="lumia-token-stream-curve">
            <a:extLst>
              <a:ext uri="{FF2B5EF4-FFF2-40B4-BE49-F238E27FC236}">
                <a16:creationId xmlns:a16="http://schemas.microsoft.com/office/drawing/2014/main" id="{1DBAFB81-A0CC-44F6-A8B1-87513F98FCCB}"/>
              </a:ext>
            </a:extLst>
          </p:cNvPr>
          <p:cNvSpPr>
            <a:spLocks noGrp="1"/>
          </p:cNvSpPr>
          <p:nvPr/>
        </p:nvSpPr>
        <p:spPr>
          <a:xfrm>
            <a:off x="545671" y="6411823"/>
            <a:ext cx="206892" cy="9525"/>
          </a:xfrm>
          <a:custGeom>
            <a:avLst/>
            <a:gdLst/>
            <a:ahLst/>
            <a:cxnLst/>
            <a:rect l="0" t="0" r="0" b="0"/>
            <a:pathLst>
              <a:path w="206892" h="9525">
                <a:moveTo>
                  <a:pt x="0" y="0"/>
                </a:moveTo>
                <a:lnTo>
                  <a:pt x="206892" y="6636"/>
                </a:lnTo>
              </a:path>
            </a:pathLst>
          </a:custGeom>
          <a:noFill/>
          <a:ln w="7781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511" name="lumia-token-stream-curve">
            <a:extLst>
              <a:ext uri="{FF2B5EF4-FFF2-40B4-BE49-F238E27FC236}">
                <a16:creationId xmlns:a16="http://schemas.microsoft.com/office/drawing/2014/main" id="{8C6D3CBA-DB83-4886-96D1-B7CB323B4995}"/>
              </a:ext>
            </a:extLst>
          </p:cNvPr>
          <p:cNvSpPr>
            <a:spLocks noGrp="1"/>
          </p:cNvSpPr>
          <p:nvPr/>
        </p:nvSpPr>
        <p:spPr>
          <a:xfrm>
            <a:off x="752563" y="6418460"/>
            <a:ext cx="210636" cy="11755"/>
          </a:xfrm>
          <a:custGeom>
            <a:avLst/>
            <a:gdLst/>
            <a:ahLst/>
            <a:cxnLst/>
            <a:rect l="0" t="0" r="0" b="0"/>
            <a:pathLst>
              <a:path w="210636" h="11755">
                <a:moveTo>
                  <a:pt x="0" y="0"/>
                </a:moveTo>
                <a:lnTo>
                  <a:pt x="210636" y="11755"/>
                </a:lnTo>
              </a:path>
            </a:pathLst>
          </a:custGeom>
          <a:noFill/>
          <a:ln w="7781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512" name="lumia-token-stream-curve">
            <a:extLst>
              <a:ext uri="{FF2B5EF4-FFF2-40B4-BE49-F238E27FC236}">
                <a16:creationId xmlns:a16="http://schemas.microsoft.com/office/drawing/2014/main" id="{18D1EA02-4794-40D5-B78B-88926A34A12F}"/>
              </a:ext>
            </a:extLst>
          </p:cNvPr>
          <p:cNvSpPr>
            <a:spLocks noGrp="1"/>
          </p:cNvSpPr>
          <p:nvPr/>
        </p:nvSpPr>
        <p:spPr>
          <a:xfrm>
            <a:off x="963200" y="6430215"/>
            <a:ext cx="214305" cy="14852"/>
          </a:xfrm>
          <a:custGeom>
            <a:avLst/>
            <a:gdLst/>
            <a:ahLst/>
            <a:cxnLst/>
            <a:rect l="0" t="0" r="0" b="0"/>
            <a:pathLst>
              <a:path w="214305" h="14852">
                <a:moveTo>
                  <a:pt x="0" y="0"/>
                </a:moveTo>
                <a:lnTo>
                  <a:pt x="214305" y="14852"/>
                </a:lnTo>
              </a:path>
            </a:pathLst>
          </a:custGeom>
          <a:noFill/>
          <a:ln w="7781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513" name="lumia-token-stream-curve">
            <a:extLst>
              <a:ext uri="{FF2B5EF4-FFF2-40B4-BE49-F238E27FC236}">
                <a16:creationId xmlns:a16="http://schemas.microsoft.com/office/drawing/2014/main" id="{1DB7A39A-7354-4C9D-967F-6D4525B4565E}"/>
              </a:ext>
            </a:extLst>
          </p:cNvPr>
          <p:cNvSpPr>
            <a:spLocks noGrp="1"/>
          </p:cNvSpPr>
          <p:nvPr/>
        </p:nvSpPr>
        <p:spPr>
          <a:xfrm>
            <a:off x="1177505" y="6445067"/>
            <a:ext cx="217899" cy="15433"/>
          </a:xfrm>
          <a:custGeom>
            <a:avLst/>
            <a:gdLst/>
            <a:ahLst/>
            <a:cxnLst/>
            <a:rect l="0" t="0" r="0" b="0"/>
            <a:pathLst>
              <a:path w="217899" h="15433">
                <a:moveTo>
                  <a:pt x="0" y="0"/>
                </a:moveTo>
                <a:lnTo>
                  <a:pt x="217899" y="15433"/>
                </a:lnTo>
              </a:path>
            </a:pathLst>
          </a:custGeom>
          <a:noFill/>
          <a:ln w="7781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514" name="lumia-token-stream-curve">
            <a:extLst>
              <a:ext uri="{FF2B5EF4-FFF2-40B4-BE49-F238E27FC236}">
                <a16:creationId xmlns:a16="http://schemas.microsoft.com/office/drawing/2014/main" id="{34B551F4-C49D-4B6A-8ECC-170CBD730D2A}"/>
              </a:ext>
            </a:extLst>
          </p:cNvPr>
          <p:cNvSpPr>
            <a:spLocks noGrp="1"/>
          </p:cNvSpPr>
          <p:nvPr/>
        </p:nvSpPr>
        <p:spPr>
          <a:xfrm>
            <a:off x="1395404" y="6460500"/>
            <a:ext cx="221417" cy="13169"/>
          </a:xfrm>
          <a:custGeom>
            <a:avLst/>
            <a:gdLst/>
            <a:ahLst/>
            <a:cxnLst/>
            <a:rect l="0" t="0" r="0" b="0"/>
            <a:pathLst>
              <a:path w="221417" h="13169">
                <a:moveTo>
                  <a:pt x="0" y="0"/>
                </a:moveTo>
                <a:lnTo>
                  <a:pt x="221417" y="13169"/>
                </a:lnTo>
              </a:path>
            </a:pathLst>
          </a:custGeom>
          <a:noFill/>
          <a:ln w="7781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515" name="lumia-token-stream-curve">
            <a:extLst>
              <a:ext uri="{FF2B5EF4-FFF2-40B4-BE49-F238E27FC236}">
                <a16:creationId xmlns:a16="http://schemas.microsoft.com/office/drawing/2014/main" id="{31450CBD-352A-4DA3-B8BD-760DEB331B8A}"/>
              </a:ext>
            </a:extLst>
          </p:cNvPr>
          <p:cNvSpPr>
            <a:spLocks noGrp="1"/>
          </p:cNvSpPr>
          <p:nvPr/>
        </p:nvSpPr>
        <p:spPr>
          <a:xfrm>
            <a:off x="1616820" y="6473669"/>
            <a:ext cx="224859" cy="9525"/>
          </a:xfrm>
          <a:custGeom>
            <a:avLst/>
            <a:gdLst/>
            <a:ahLst/>
            <a:cxnLst/>
            <a:rect l="0" t="0" r="0" b="0"/>
            <a:pathLst>
              <a:path w="224859" h="9525">
                <a:moveTo>
                  <a:pt x="0" y="0"/>
                </a:moveTo>
                <a:lnTo>
                  <a:pt x="224859" y="7945"/>
                </a:lnTo>
              </a:path>
            </a:pathLst>
          </a:custGeom>
          <a:noFill/>
          <a:ln w="7781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516" name="lumia-token-stream-curve">
            <a:extLst>
              <a:ext uri="{FF2B5EF4-FFF2-40B4-BE49-F238E27FC236}">
                <a16:creationId xmlns:a16="http://schemas.microsoft.com/office/drawing/2014/main" id="{69CCBB81-6546-43D8-A89D-BFB751190D8B}"/>
              </a:ext>
            </a:extLst>
          </p:cNvPr>
          <p:cNvSpPr>
            <a:spLocks noGrp="1"/>
          </p:cNvSpPr>
          <p:nvPr/>
        </p:nvSpPr>
        <p:spPr>
          <a:xfrm>
            <a:off x="1841680" y="6481522"/>
            <a:ext cx="228226" cy="9525"/>
          </a:xfrm>
          <a:custGeom>
            <a:avLst/>
            <a:gdLst/>
            <a:ahLst/>
            <a:cxnLst/>
            <a:rect l="0" t="0" r="0" b="0"/>
            <a:pathLst>
              <a:path w="228226" h="9525">
                <a:moveTo>
                  <a:pt x="0" y="93"/>
                </a:moveTo>
                <a:lnTo>
                  <a:pt x="228226" y="0"/>
                </a:lnTo>
              </a:path>
            </a:pathLst>
          </a:custGeom>
          <a:noFill/>
          <a:ln w="7781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517" name="lumia-token-stream-curve">
            <a:extLst>
              <a:ext uri="{FF2B5EF4-FFF2-40B4-BE49-F238E27FC236}">
                <a16:creationId xmlns:a16="http://schemas.microsoft.com/office/drawing/2014/main" id="{E56DA4E1-6DF4-4C63-B40B-730611758654}"/>
              </a:ext>
            </a:extLst>
          </p:cNvPr>
          <p:cNvSpPr>
            <a:spLocks noGrp="1"/>
          </p:cNvSpPr>
          <p:nvPr/>
        </p:nvSpPr>
        <p:spPr>
          <a:xfrm>
            <a:off x="2069906" y="6470997"/>
            <a:ext cx="231518" cy="10524"/>
          </a:xfrm>
          <a:custGeom>
            <a:avLst/>
            <a:gdLst/>
            <a:ahLst/>
            <a:cxnLst/>
            <a:rect l="0" t="0" r="0" b="0"/>
            <a:pathLst>
              <a:path w="231518" h="10524">
                <a:moveTo>
                  <a:pt x="0" y="10524"/>
                </a:moveTo>
                <a:lnTo>
                  <a:pt x="231518" y="0"/>
                </a:lnTo>
              </a:path>
            </a:pathLst>
          </a:custGeom>
          <a:noFill/>
          <a:ln w="7781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518" name="lumia-token-stream-curve">
            <a:extLst>
              <a:ext uri="{FF2B5EF4-FFF2-40B4-BE49-F238E27FC236}">
                <a16:creationId xmlns:a16="http://schemas.microsoft.com/office/drawing/2014/main" id="{E12ADDDD-91E3-4C6F-A423-968719350AAE}"/>
              </a:ext>
            </a:extLst>
          </p:cNvPr>
          <p:cNvSpPr>
            <a:spLocks noGrp="1"/>
          </p:cNvSpPr>
          <p:nvPr/>
        </p:nvSpPr>
        <p:spPr>
          <a:xfrm>
            <a:off x="2301424" y="6448341"/>
            <a:ext cx="234734" cy="22657"/>
          </a:xfrm>
          <a:custGeom>
            <a:avLst/>
            <a:gdLst/>
            <a:ahLst/>
            <a:cxnLst/>
            <a:rect l="0" t="0" r="0" b="0"/>
            <a:pathLst>
              <a:path w="234734" h="22657">
                <a:moveTo>
                  <a:pt x="0" y="22657"/>
                </a:moveTo>
                <a:lnTo>
                  <a:pt x="234734" y="0"/>
                </a:lnTo>
              </a:path>
            </a:pathLst>
          </a:custGeom>
          <a:noFill/>
          <a:ln w="7781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519" name="lumia-token-stream-curve">
            <a:extLst>
              <a:ext uri="{FF2B5EF4-FFF2-40B4-BE49-F238E27FC236}">
                <a16:creationId xmlns:a16="http://schemas.microsoft.com/office/drawing/2014/main" id="{0CE504C5-CEEC-4AFD-ADF9-E25AC2860F2A}"/>
              </a:ext>
            </a:extLst>
          </p:cNvPr>
          <p:cNvSpPr>
            <a:spLocks noGrp="1"/>
          </p:cNvSpPr>
          <p:nvPr/>
        </p:nvSpPr>
        <p:spPr>
          <a:xfrm>
            <a:off x="2536158" y="6412776"/>
            <a:ext cx="237875" cy="35565"/>
          </a:xfrm>
          <a:custGeom>
            <a:avLst/>
            <a:gdLst/>
            <a:ahLst/>
            <a:cxnLst/>
            <a:rect l="0" t="0" r="0" b="0"/>
            <a:pathLst>
              <a:path w="237875" h="35565">
                <a:moveTo>
                  <a:pt x="0" y="35565"/>
                </a:moveTo>
                <a:lnTo>
                  <a:pt x="237875" y="0"/>
                </a:lnTo>
              </a:path>
            </a:pathLst>
          </a:custGeom>
          <a:noFill/>
          <a:ln w="7781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520" name="lumia-token-stream-curve">
            <a:extLst>
              <a:ext uri="{FF2B5EF4-FFF2-40B4-BE49-F238E27FC236}">
                <a16:creationId xmlns:a16="http://schemas.microsoft.com/office/drawing/2014/main" id="{AEBEB2EF-22CD-4E81-9287-D058C390209D}"/>
              </a:ext>
            </a:extLst>
          </p:cNvPr>
          <p:cNvSpPr>
            <a:spLocks noGrp="1"/>
          </p:cNvSpPr>
          <p:nvPr/>
        </p:nvSpPr>
        <p:spPr>
          <a:xfrm>
            <a:off x="2774034" y="6364617"/>
            <a:ext cx="240941" cy="48159"/>
          </a:xfrm>
          <a:custGeom>
            <a:avLst/>
            <a:gdLst/>
            <a:ahLst/>
            <a:cxnLst/>
            <a:rect l="0" t="0" r="0" b="0"/>
            <a:pathLst>
              <a:path w="240941" h="48159">
                <a:moveTo>
                  <a:pt x="0" y="48159"/>
                </a:moveTo>
                <a:lnTo>
                  <a:pt x="240941" y="0"/>
                </a:lnTo>
              </a:path>
            </a:pathLst>
          </a:custGeom>
          <a:noFill/>
          <a:ln w="7781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521" name="lumia-token-stream-curve">
            <a:extLst>
              <a:ext uri="{FF2B5EF4-FFF2-40B4-BE49-F238E27FC236}">
                <a16:creationId xmlns:a16="http://schemas.microsoft.com/office/drawing/2014/main" id="{C0D9BC76-CA19-40F2-9788-4843EC697B70}"/>
              </a:ext>
            </a:extLst>
          </p:cNvPr>
          <p:cNvSpPr>
            <a:spLocks noGrp="1"/>
          </p:cNvSpPr>
          <p:nvPr/>
        </p:nvSpPr>
        <p:spPr>
          <a:xfrm>
            <a:off x="3014974" y="6305337"/>
            <a:ext cx="243930" cy="59280"/>
          </a:xfrm>
          <a:custGeom>
            <a:avLst/>
            <a:gdLst/>
            <a:ahLst/>
            <a:cxnLst/>
            <a:rect l="0" t="0" r="0" b="0"/>
            <a:pathLst>
              <a:path w="243930" h="59280">
                <a:moveTo>
                  <a:pt x="0" y="59280"/>
                </a:moveTo>
                <a:lnTo>
                  <a:pt x="243930" y="0"/>
                </a:lnTo>
              </a:path>
            </a:pathLst>
          </a:custGeom>
          <a:noFill/>
          <a:ln w="7781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522" name="lumia-token-stream-curve">
            <a:extLst>
              <a:ext uri="{FF2B5EF4-FFF2-40B4-BE49-F238E27FC236}">
                <a16:creationId xmlns:a16="http://schemas.microsoft.com/office/drawing/2014/main" id="{E97E35CC-46B9-49B5-8C6F-23BC68233319}"/>
              </a:ext>
            </a:extLst>
          </p:cNvPr>
          <p:cNvSpPr>
            <a:spLocks noGrp="1"/>
          </p:cNvSpPr>
          <p:nvPr/>
        </p:nvSpPr>
        <p:spPr>
          <a:xfrm>
            <a:off x="3258905" y="6237521"/>
            <a:ext cx="246845" cy="67816"/>
          </a:xfrm>
          <a:custGeom>
            <a:avLst/>
            <a:gdLst/>
            <a:ahLst/>
            <a:cxnLst/>
            <a:rect l="0" t="0" r="0" b="0"/>
            <a:pathLst>
              <a:path w="246845" h="67816">
                <a:moveTo>
                  <a:pt x="0" y="67816"/>
                </a:moveTo>
                <a:lnTo>
                  <a:pt x="246845" y="0"/>
                </a:lnTo>
              </a:path>
            </a:pathLst>
          </a:custGeom>
          <a:noFill/>
          <a:ln w="7781">
            <a:solidFill>
              <a:srgbClr val="7C3D7E">
                <a:alpha val="3000"/>
              </a:srgbClr>
            </a:solidFill>
            <a:prstDash val="solid"/>
          </a:ln>
        </p:spPr>
      </p:sp>
      <p:sp>
        <p:nvSpPr>
          <p:cNvPr id="523" name="lumia-token-stream-curve">
            <a:extLst>
              <a:ext uri="{FF2B5EF4-FFF2-40B4-BE49-F238E27FC236}">
                <a16:creationId xmlns:a16="http://schemas.microsoft.com/office/drawing/2014/main" id="{BBF6ECFB-D981-485A-BFC9-7D20C0D861DA}"/>
              </a:ext>
            </a:extLst>
          </p:cNvPr>
          <p:cNvSpPr>
            <a:spLocks noGrp="1"/>
          </p:cNvSpPr>
          <p:nvPr/>
        </p:nvSpPr>
        <p:spPr>
          <a:xfrm>
            <a:off x="3505750" y="6164690"/>
            <a:ext cx="249684" cy="72831"/>
          </a:xfrm>
          <a:custGeom>
            <a:avLst/>
            <a:gdLst/>
            <a:ahLst/>
            <a:cxnLst/>
            <a:rect l="0" t="0" r="0" b="0"/>
            <a:pathLst>
              <a:path w="249684" h="72831">
                <a:moveTo>
                  <a:pt x="0" y="72831"/>
                </a:moveTo>
                <a:lnTo>
                  <a:pt x="249684" y="0"/>
                </a:lnTo>
              </a:path>
            </a:pathLst>
          </a:custGeom>
          <a:noFill/>
          <a:ln w="7781">
            <a:solidFill>
              <a:srgbClr val="893E75">
                <a:alpha val="3000"/>
              </a:srgbClr>
            </a:solidFill>
            <a:prstDash val="solid"/>
          </a:ln>
        </p:spPr>
      </p:sp>
      <p:sp>
        <p:nvSpPr>
          <p:cNvPr id="524" name="lumia-token-stream-curve">
            <a:extLst>
              <a:ext uri="{FF2B5EF4-FFF2-40B4-BE49-F238E27FC236}">
                <a16:creationId xmlns:a16="http://schemas.microsoft.com/office/drawing/2014/main" id="{046E9FE3-B150-4FB8-998B-6AC9C1E50671}"/>
              </a:ext>
            </a:extLst>
          </p:cNvPr>
          <p:cNvSpPr>
            <a:spLocks noGrp="1"/>
          </p:cNvSpPr>
          <p:nvPr/>
        </p:nvSpPr>
        <p:spPr>
          <a:xfrm>
            <a:off x="3755434" y="6091007"/>
            <a:ext cx="252448" cy="73683"/>
          </a:xfrm>
          <a:custGeom>
            <a:avLst/>
            <a:gdLst/>
            <a:ahLst/>
            <a:cxnLst/>
            <a:rect l="0" t="0" r="0" b="0"/>
            <a:pathLst>
              <a:path w="252448" h="73683">
                <a:moveTo>
                  <a:pt x="0" y="73683"/>
                </a:moveTo>
                <a:lnTo>
                  <a:pt x="252448" y="0"/>
                </a:lnTo>
              </a:path>
            </a:pathLst>
          </a:custGeom>
          <a:noFill/>
          <a:ln w="7782">
            <a:solidFill>
              <a:srgbClr val="963E6C">
                <a:alpha val="3000"/>
              </a:srgbClr>
            </a:solidFill>
            <a:prstDash val="solid"/>
          </a:ln>
        </p:spPr>
      </p:sp>
      <p:sp>
        <p:nvSpPr>
          <p:cNvPr id="525" name="lumia-token-stream-curve">
            <a:extLst>
              <a:ext uri="{FF2B5EF4-FFF2-40B4-BE49-F238E27FC236}">
                <a16:creationId xmlns:a16="http://schemas.microsoft.com/office/drawing/2014/main" id="{93134CF0-723B-43E7-87FC-351BD16B903B}"/>
              </a:ext>
            </a:extLst>
          </p:cNvPr>
          <p:cNvSpPr>
            <a:spLocks noGrp="1"/>
          </p:cNvSpPr>
          <p:nvPr/>
        </p:nvSpPr>
        <p:spPr>
          <a:xfrm>
            <a:off x="4007881" y="6020879"/>
            <a:ext cx="255136" cy="70128"/>
          </a:xfrm>
          <a:custGeom>
            <a:avLst/>
            <a:gdLst/>
            <a:ahLst/>
            <a:cxnLst/>
            <a:rect l="0" t="0" r="0" b="0"/>
            <a:pathLst>
              <a:path w="255136" h="70128">
                <a:moveTo>
                  <a:pt x="0" y="70128"/>
                </a:moveTo>
                <a:lnTo>
                  <a:pt x="255136" y="0"/>
                </a:lnTo>
              </a:path>
            </a:pathLst>
          </a:custGeom>
          <a:noFill/>
          <a:ln w="7806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526" name="lumia-token-stream-curve">
            <a:extLst>
              <a:ext uri="{FF2B5EF4-FFF2-40B4-BE49-F238E27FC236}">
                <a16:creationId xmlns:a16="http://schemas.microsoft.com/office/drawing/2014/main" id="{16A65E23-3748-4C10-869E-D95970250884}"/>
              </a:ext>
            </a:extLst>
          </p:cNvPr>
          <p:cNvSpPr>
            <a:spLocks noGrp="1"/>
          </p:cNvSpPr>
          <p:nvPr/>
        </p:nvSpPr>
        <p:spPr>
          <a:xfrm>
            <a:off x="4263017" y="5958495"/>
            <a:ext cx="257749" cy="62385"/>
          </a:xfrm>
          <a:custGeom>
            <a:avLst/>
            <a:gdLst/>
            <a:ahLst/>
            <a:cxnLst/>
            <a:rect l="0" t="0" r="0" b="0"/>
            <a:pathLst>
              <a:path w="257749" h="62385">
                <a:moveTo>
                  <a:pt x="0" y="62385"/>
                </a:moveTo>
                <a:lnTo>
                  <a:pt x="257749" y="0"/>
                </a:lnTo>
              </a:path>
            </a:pathLst>
          </a:custGeom>
          <a:noFill/>
          <a:ln w="7860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527" name="lumia-token-stream-curve">
            <a:extLst>
              <a:ext uri="{FF2B5EF4-FFF2-40B4-BE49-F238E27FC236}">
                <a16:creationId xmlns:a16="http://schemas.microsoft.com/office/drawing/2014/main" id="{A526BFB1-9A88-476A-96D3-DFEB7AAEE0B7}"/>
              </a:ext>
            </a:extLst>
          </p:cNvPr>
          <p:cNvSpPr>
            <a:spLocks noGrp="1"/>
          </p:cNvSpPr>
          <p:nvPr/>
        </p:nvSpPr>
        <p:spPr>
          <a:xfrm>
            <a:off x="4520766" y="5907340"/>
            <a:ext cx="260286" cy="51155"/>
          </a:xfrm>
          <a:custGeom>
            <a:avLst/>
            <a:gdLst/>
            <a:ahLst/>
            <a:cxnLst/>
            <a:rect l="0" t="0" r="0" b="0"/>
            <a:pathLst>
              <a:path w="260286" h="51155">
                <a:moveTo>
                  <a:pt x="0" y="51155"/>
                </a:moveTo>
                <a:lnTo>
                  <a:pt x="260286" y="0"/>
                </a:lnTo>
              </a:path>
            </a:pathLst>
          </a:custGeom>
          <a:noFill/>
          <a:ln w="7941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528" name="lumia-token-stream-curve">
            <a:extLst>
              <a:ext uri="{FF2B5EF4-FFF2-40B4-BE49-F238E27FC236}">
                <a16:creationId xmlns:a16="http://schemas.microsoft.com/office/drawing/2014/main" id="{865CBBD7-58AD-4BF7-ACC4-386445911E88}"/>
              </a:ext>
            </a:extLst>
          </p:cNvPr>
          <p:cNvSpPr>
            <a:spLocks noGrp="1"/>
          </p:cNvSpPr>
          <p:nvPr/>
        </p:nvSpPr>
        <p:spPr>
          <a:xfrm>
            <a:off x="4781052" y="5869758"/>
            <a:ext cx="262748" cy="37582"/>
          </a:xfrm>
          <a:custGeom>
            <a:avLst/>
            <a:gdLst/>
            <a:ahLst/>
            <a:cxnLst/>
            <a:rect l="0" t="0" r="0" b="0"/>
            <a:pathLst>
              <a:path w="262748" h="37582">
                <a:moveTo>
                  <a:pt x="0" y="37582"/>
                </a:moveTo>
                <a:lnTo>
                  <a:pt x="262748" y="0"/>
                </a:lnTo>
              </a:path>
            </a:pathLst>
          </a:custGeom>
          <a:noFill/>
          <a:ln w="8048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529" name="lumia-token-stream-curve">
            <a:extLst>
              <a:ext uri="{FF2B5EF4-FFF2-40B4-BE49-F238E27FC236}">
                <a16:creationId xmlns:a16="http://schemas.microsoft.com/office/drawing/2014/main" id="{6A7B449A-2591-4A1B-B4FB-E93F80EC0FB5}"/>
              </a:ext>
            </a:extLst>
          </p:cNvPr>
          <p:cNvSpPr>
            <a:spLocks noGrp="1"/>
          </p:cNvSpPr>
          <p:nvPr/>
        </p:nvSpPr>
        <p:spPr>
          <a:xfrm>
            <a:off x="5043801" y="5846604"/>
            <a:ext cx="265135" cy="23153"/>
          </a:xfrm>
          <a:custGeom>
            <a:avLst/>
            <a:gdLst/>
            <a:ahLst/>
            <a:cxnLst/>
            <a:rect l="0" t="0" r="0" b="0"/>
            <a:pathLst>
              <a:path w="265135" h="23153">
                <a:moveTo>
                  <a:pt x="0" y="23153"/>
                </a:moveTo>
                <a:lnTo>
                  <a:pt x="265135" y="0"/>
                </a:lnTo>
              </a:path>
            </a:pathLst>
          </a:custGeom>
          <a:noFill/>
          <a:ln w="8178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530" name="lumia-token-stream-curve">
            <a:extLst>
              <a:ext uri="{FF2B5EF4-FFF2-40B4-BE49-F238E27FC236}">
                <a16:creationId xmlns:a16="http://schemas.microsoft.com/office/drawing/2014/main" id="{039A2279-A338-4ABD-9B27-303453C495B9}"/>
              </a:ext>
            </a:extLst>
          </p:cNvPr>
          <p:cNvSpPr>
            <a:spLocks noGrp="1"/>
          </p:cNvSpPr>
          <p:nvPr/>
        </p:nvSpPr>
        <p:spPr>
          <a:xfrm>
            <a:off x="5308935" y="5837053"/>
            <a:ext cx="267446" cy="9551"/>
          </a:xfrm>
          <a:custGeom>
            <a:avLst/>
            <a:gdLst/>
            <a:ahLst/>
            <a:cxnLst/>
            <a:rect l="0" t="0" r="0" b="0"/>
            <a:pathLst>
              <a:path w="267446" h="9551">
                <a:moveTo>
                  <a:pt x="0" y="9551"/>
                </a:moveTo>
                <a:lnTo>
                  <a:pt x="267446" y="0"/>
                </a:lnTo>
              </a:path>
            </a:pathLst>
          </a:custGeom>
          <a:noFill/>
          <a:ln w="8330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531" name="lumia-token-stream-curve">
            <a:extLst>
              <a:ext uri="{FF2B5EF4-FFF2-40B4-BE49-F238E27FC236}">
                <a16:creationId xmlns:a16="http://schemas.microsoft.com/office/drawing/2014/main" id="{7B839FA2-935C-4ADD-A605-9C84D620F51F}"/>
              </a:ext>
            </a:extLst>
          </p:cNvPr>
          <p:cNvSpPr>
            <a:spLocks noGrp="1"/>
          </p:cNvSpPr>
          <p:nvPr/>
        </p:nvSpPr>
        <p:spPr>
          <a:xfrm>
            <a:off x="5576381" y="5837053"/>
            <a:ext cx="269681" cy="9525"/>
          </a:xfrm>
          <a:custGeom>
            <a:avLst/>
            <a:gdLst/>
            <a:ahLst/>
            <a:cxnLst/>
            <a:rect l="0" t="0" r="0" b="0"/>
            <a:pathLst>
              <a:path w="269681" h="9525">
                <a:moveTo>
                  <a:pt x="0" y="0"/>
                </a:moveTo>
                <a:lnTo>
                  <a:pt x="269681" y="1539"/>
                </a:lnTo>
              </a:path>
            </a:pathLst>
          </a:custGeom>
          <a:noFill/>
          <a:ln w="8499">
            <a:solidFill>
              <a:srgbClr val="EB4833">
                <a:alpha val="4000"/>
              </a:srgbClr>
            </a:solidFill>
            <a:prstDash val="solid"/>
          </a:ln>
        </p:spPr>
      </p:sp>
      <p:sp>
        <p:nvSpPr>
          <p:cNvPr id="532" name="lumia-token-stream-curve">
            <a:extLst>
              <a:ext uri="{FF2B5EF4-FFF2-40B4-BE49-F238E27FC236}">
                <a16:creationId xmlns:a16="http://schemas.microsoft.com/office/drawing/2014/main" id="{F1A06A25-1E58-457B-9994-162AE98EE93B}"/>
              </a:ext>
            </a:extLst>
          </p:cNvPr>
          <p:cNvSpPr>
            <a:spLocks noGrp="1"/>
          </p:cNvSpPr>
          <p:nvPr/>
        </p:nvSpPr>
        <p:spPr>
          <a:xfrm>
            <a:off x="5846062" y="5838592"/>
            <a:ext cx="271842" cy="9525"/>
          </a:xfrm>
          <a:custGeom>
            <a:avLst/>
            <a:gdLst/>
            <a:ahLst/>
            <a:cxnLst/>
            <a:rect l="0" t="0" r="0" b="0"/>
            <a:pathLst>
              <a:path w="271842" h="9525">
                <a:moveTo>
                  <a:pt x="0" y="0"/>
                </a:moveTo>
                <a:lnTo>
                  <a:pt x="271842" y="8634"/>
                </a:lnTo>
              </a:path>
            </a:pathLst>
          </a:custGeom>
          <a:noFill/>
          <a:ln w="8686">
            <a:solidFill>
              <a:srgbClr val="EC532F">
                <a:alpha val="4000"/>
              </a:srgbClr>
            </a:solidFill>
            <a:prstDash val="solid"/>
          </a:ln>
        </p:spPr>
      </p:sp>
      <p:sp>
        <p:nvSpPr>
          <p:cNvPr id="533" name="lumia-token-stream-curve">
            <a:extLst>
              <a:ext uri="{FF2B5EF4-FFF2-40B4-BE49-F238E27FC236}">
                <a16:creationId xmlns:a16="http://schemas.microsoft.com/office/drawing/2014/main" id="{3E8D58E9-3F02-443D-A6D4-4D4B983ECE2D}"/>
              </a:ext>
            </a:extLst>
          </p:cNvPr>
          <p:cNvSpPr>
            <a:spLocks noGrp="1"/>
          </p:cNvSpPr>
          <p:nvPr/>
        </p:nvSpPr>
        <p:spPr>
          <a:xfrm>
            <a:off x="6117904" y="5847227"/>
            <a:ext cx="273926" cy="10655"/>
          </a:xfrm>
          <a:custGeom>
            <a:avLst/>
            <a:gdLst/>
            <a:ahLst/>
            <a:cxnLst/>
            <a:rect l="0" t="0" r="0" b="0"/>
            <a:pathLst>
              <a:path w="273926" h="10655">
                <a:moveTo>
                  <a:pt x="0" y="0"/>
                </a:moveTo>
                <a:lnTo>
                  <a:pt x="273926" y="10655"/>
                </a:lnTo>
              </a:path>
            </a:pathLst>
          </a:custGeom>
          <a:noFill/>
          <a:ln w="8887">
            <a:solidFill>
              <a:srgbClr val="EE5E2A">
                <a:alpha val="4000"/>
              </a:srgbClr>
            </a:solidFill>
            <a:prstDash val="solid"/>
          </a:ln>
        </p:spPr>
      </p:sp>
      <p:sp>
        <p:nvSpPr>
          <p:cNvPr id="534" name="lumia-token-stream-curve">
            <a:extLst>
              <a:ext uri="{FF2B5EF4-FFF2-40B4-BE49-F238E27FC236}">
                <a16:creationId xmlns:a16="http://schemas.microsoft.com/office/drawing/2014/main" id="{7762A112-77F2-4207-8AD8-FB132B42A4FD}"/>
              </a:ext>
            </a:extLst>
          </p:cNvPr>
          <p:cNvSpPr>
            <a:spLocks noGrp="1"/>
          </p:cNvSpPr>
          <p:nvPr/>
        </p:nvSpPr>
        <p:spPr>
          <a:xfrm>
            <a:off x="6391830" y="5857882"/>
            <a:ext cx="275936" cy="9525"/>
          </a:xfrm>
          <a:custGeom>
            <a:avLst/>
            <a:gdLst/>
            <a:ahLst/>
            <a:cxnLst/>
            <a:rect l="0" t="0" r="0" b="0"/>
            <a:pathLst>
              <a:path w="275936" h="9525">
                <a:moveTo>
                  <a:pt x="0" y="0"/>
                </a:moveTo>
                <a:lnTo>
                  <a:pt x="275936" y="7091"/>
                </a:lnTo>
              </a:path>
            </a:pathLst>
          </a:custGeom>
          <a:noFill/>
          <a:ln w="9099">
            <a:solidFill>
              <a:srgbClr val="EF6926">
                <a:alpha val="4000"/>
              </a:srgbClr>
            </a:solidFill>
            <a:prstDash val="solid"/>
          </a:ln>
        </p:spPr>
      </p:sp>
      <p:sp>
        <p:nvSpPr>
          <p:cNvPr id="535" name="lumia-token-stream-curve">
            <a:extLst>
              <a:ext uri="{FF2B5EF4-FFF2-40B4-BE49-F238E27FC236}">
                <a16:creationId xmlns:a16="http://schemas.microsoft.com/office/drawing/2014/main" id="{7538F699-4150-44F5-AC58-989EA2E6DCE3}"/>
              </a:ext>
            </a:extLst>
          </p:cNvPr>
          <p:cNvSpPr>
            <a:spLocks noGrp="1"/>
          </p:cNvSpPr>
          <p:nvPr/>
        </p:nvSpPr>
        <p:spPr>
          <a:xfrm>
            <a:off x="6667766" y="5863077"/>
            <a:ext cx="277870" cy="9525"/>
          </a:xfrm>
          <a:custGeom>
            <a:avLst/>
            <a:gdLst/>
            <a:ahLst/>
            <a:cxnLst/>
            <a:rect l="0" t="0" r="0" b="0"/>
            <a:pathLst>
              <a:path w="277870" h="9525">
                <a:moveTo>
                  <a:pt x="0" y="1896"/>
                </a:moveTo>
                <a:lnTo>
                  <a:pt x="277870" y="0"/>
                </a:lnTo>
              </a:path>
            </a:pathLst>
          </a:custGeom>
          <a:noFill/>
          <a:ln w="9322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536" name="lumia-token-stream-curve">
            <a:extLst>
              <a:ext uri="{FF2B5EF4-FFF2-40B4-BE49-F238E27FC236}">
                <a16:creationId xmlns:a16="http://schemas.microsoft.com/office/drawing/2014/main" id="{CDBEA5D4-65AF-4923-9FE6-818D32443A2B}"/>
              </a:ext>
            </a:extLst>
          </p:cNvPr>
          <p:cNvSpPr>
            <a:spLocks noGrp="1"/>
          </p:cNvSpPr>
          <p:nvPr/>
        </p:nvSpPr>
        <p:spPr>
          <a:xfrm>
            <a:off x="6945636" y="5847627"/>
            <a:ext cx="279728" cy="15450"/>
          </a:xfrm>
          <a:custGeom>
            <a:avLst/>
            <a:gdLst/>
            <a:ahLst/>
            <a:cxnLst/>
            <a:rect l="0" t="0" r="0" b="0"/>
            <a:pathLst>
              <a:path w="279728" h="15450">
                <a:moveTo>
                  <a:pt x="0" y="15450"/>
                </a:moveTo>
                <a:lnTo>
                  <a:pt x="279728" y="0"/>
                </a:lnTo>
              </a:path>
            </a:pathLst>
          </a:custGeom>
          <a:noFill/>
          <a:ln w="9552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537" name="lumia-token-stream-curve">
            <a:extLst>
              <a:ext uri="{FF2B5EF4-FFF2-40B4-BE49-F238E27FC236}">
                <a16:creationId xmlns:a16="http://schemas.microsoft.com/office/drawing/2014/main" id="{2C2588D7-170E-49CD-AF68-3FADD3ED5B77}"/>
              </a:ext>
            </a:extLst>
          </p:cNvPr>
          <p:cNvSpPr>
            <a:spLocks noGrp="1"/>
          </p:cNvSpPr>
          <p:nvPr/>
        </p:nvSpPr>
        <p:spPr>
          <a:xfrm>
            <a:off x="7225364" y="5815536"/>
            <a:ext cx="281511" cy="32091"/>
          </a:xfrm>
          <a:custGeom>
            <a:avLst/>
            <a:gdLst/>
            <a:ahLst/>
            <a:cxnLst/>
            <a:rect l="0" t="0" r="0" b="0"/>
            <a:pathLst>
              <a:path w="281511" h="32091">
                <a:moveTo>
                  <a:pt x="0" y="32091"/>
                </a:moveTo>
                <a:lnTo>
                  <a:pt x="281511" y="0"/>
                </a:lnTo>
              </a:path>
            </a:pathLst>
          </a:custGeom>
          <a:noFill/>
          <a:ln w="9787">
            <a:solidFill>
              <a:srgbClr val="F48919">
                <a:alpha val="5000"/>
              </a:srgbClr>
            </a:solidFill>
            <a:prstDash val="solid"/>
          </a:ln>
        </p:spPr>
      </p:sp>
      <p:sp>
        <p:nvSpPr>
          <p:cNvPr id="538" name="lumia-token-stream-curve">
            <a:extLst>
              <a:ext uri="{FF2B5EF4-FFF2-40B4-BE49-F238E27FC236}">
                <a16:creationId xmlns:a16="http://schemas.microsoft.com/office/drawing/2014/main" id="{42B19E89-A3FE-4271-8D10-63A177C104F4}"/>
              </a:ext>
            </a:extLst>
          </p:cNvPr>
          <p:cNvSpPr>
            <a:spLocks noGrp="1"/>
          </p:cNvSpPr>
          <p:nvPr/>
        </p:nvSpPr>
        <p:spPr>
          <a:xfrm>
            <a:off x="7506875" y="5765666"/>
            <a:ext cx="283219" cy="49870"/>
          </a:xfrm>
          <a:custGeom>
            <a:avLst/>
            <a:gdLst/>
            <a:ahLst/>
            <a:cxnLst/>
            <a:rect l="0" t="0" r="0" b="0"/>
            <a:pathLst>
              <a:path w="283219" h="49870">
                <a:moveTo>
                  <a:pt x="0" y="49870"/>
                </a:moveTo>
                <a:lnTo>
                  <a:pt x="283219" y="0"/>
                </a:lnTo>
              </a:path>
            </a:pathLst>
          </a:custGeom>
          <a:noFill/>
          <a:ln w="10026">
            <a:solidFill>
              <a:srgbClr val="F59415">
                <a:alpha val="5000"/>
              </a:srgbClr>
            </a:solidFill>
            <a:prstDash val="solid"/>
          </a:ln>
        </p:spPr>
      </p:sp>
      <p:sp>
        <p:nvSpPr>
          <p:cNvPr id="539" name="lumia-token-stream-curve">
            <a:extLst>
              <a:ext uri="{FF2B5EF4-FFF2-40B4-BE49-F238E27FC236}">
                <a16:creationId xmlns:a16="http://schemas.microsoft.com/office/drawing/2014/main" id="{D7A3F795-B836-466B-AFBF-A774F7F85D62}"/>
              </a:ext>
            </a:extLst>
          </p:cNvPr>
          <p:cNvSpPr>
            <a:spLocks noGrp="1"/>
          </p:cNvSpPr>
          <p:nvPr/>
        </p:nvSpPr>
        <p:spPr>
          <a:xfrm>
            <a:off x="7790094" y="5699061"/>
            <a:ext cx="284851" cy="66605"/>
          </a:xfrm>
          <a:custGeom>
            <a:avLst/>
            <a:gdLst/>
            <a:ahLst/>
            <a:cxnLst/>
            <a:rect l="0" t="0" r="0" b="0"/>
            <a:pathLst>
              <a:path w="284851" h="66605">
                <a:moveTo>
                  <a:pt x="0" y="66605"/>
                </a:moveTo>
                <a:lnTo>
                  <a:pt x="284851" y="0"/>
                </a:lnTo>
              </a:path>
            </a:pathLst>
          </a:custGeom>
          <a:noFill/>
          <a:ln w="10265">
            <a:solidFill>
              <a:srgbClr val="F79E11">
                <a:alpha val="5000"/>
              </a:srgbClr>
            </a:solidFill>
            <a:prstDash val="solid"/>
          </a:ln>
        </p:spPr>
      </p:sp>
      <p:sp>
        <p:nvSpPr>
          <p:cNvPr id="540" name="lumia-token-stream-curve">
            <a:extLst>
              <a:ext uri="{FF2B5EF4-FFF2-40B4-BE49-F238E27FC236}">
                <a16:creationId xmlns:a16="http://schemas.microsoft.com/office/drawing/2014/main" id="{D062E4F6-8158-429B-AAB4-F0A09AE2DCB8}"/>
              </a:ext>
            </a:extLst>
          </p:cNvPr>
          <p:cNvSpPr>
            <a:spLocks noGrp="1"/>
          </p:cNvSpPr>
          <p:nvPr/>
        </p:nvSpPr>
        <p:spPr>
          <a:xfrm>
            <a:off x="8074945" y="5618900"/>
            <a:ext cx="286408" cy="80161"/>
          </a:xfrm>
          <a:custGeom>
            <a:avLst/>
            <a:gdLst/>
            <a:ahLst/>
            <a:cxnLst/>
            <a:rect l="0" t="0" r="0" b="0"/>
            <a:pathLst>
              <a:path w="286408" h="80161">
                <a:moveTo>
                  <a:pt x="0" y="80161"/>
                </a:moveTo>
                <a:lnTo>
                  <a:pt x="286408" y="0"/>
                </a:lnTo>
              </a:path>
            </a:pathLst>
          </a:custGeom>
          <a:noFill/>
          <a:ln w="10503">
            <a:solidFill>
              <a:srgbClr val="F8A90C">
                <a:alpha val="5000"/>
              </a:srgbClr>
            </a:solidFill>
            <a:prstDash val="solid"/>
          </a:ln>
        </p:spPr>
      </p:sp>
      <p:sp>
        <p:nvSpPr>
          <p:cNvPr id="541" name="lumia-token-stream-curve">
            <a:extLst>
              <a:ext uri="{FF2B5EF4-FFF2-40B4-BE49-F238E27FC236}">
                <a16:creationId xmlns:a16="http://schemas.microsoft.com/office/drawing/2014/main" id="{0135E7CA-F9C0-43FF-B8A9-CE6BFBA134C3}"/>
              </a:ext>
            </a:extLst>
          </p:cNvPr>
          <p:cNvSpPr>
            <a:spLocks noGrp="1"/>
          </p:cNvSpPr>
          <p:nvPr/>
        </p:nvSpPr>
        <p:spPr>
          <a:xfrm>
            <a:off x="8361353" y="5530159"/>
            <a:ext cx="287889" cy="88740"/>
          </a:xfrm>
          <a:custGeom>
            <a:avLst/>
            <a:gdLst/>
            <a:ahLst/>
            <a:cxnLst/>
            <a:rect l="0" t="0" r="0" b="0"/>
            <a:pathLst>
              <a:path w="287889" h="88740">
                <a:moveTo>
                  <a:pt x="0" y="88740"/>
                </a:moveTo>
                <a:lnTo>
                  <a:pt x="287889" y="0"/>
                </a:lnTo>
              </a:path>
            </a:pathLst>
          </a:custGeom>
          <a:noFill/>
          <a:ln w="10737">
            <a:solidFill>
              <a:srgbClr val="FAB408">
                <a:alpha val="5000"/>
              </a:srgbClr>
            </a:solidFill>
            <a:prstDash val="solid"/>
          </a:ln>
        </p:spPr>
      </p:sp>
      <p:sp>
        <p:nvSpPr>
          <p:cNvPr id="542" name="lumia-token-stream-curve">
            <a:extLst>
              <a:ext uri="{FF2B5EF4-FFF2-40B4-BE49-F238E27FC236}">
                <a16:creationId xmlns:a16="http://schemas.microsoft.com/office/drawing/2014/main" id="{2F328FCE-801E-421A-B2B8-B770D9E8FA65}"/>
              </a:ext>
            </a:extLst>
          </p:cNvPr>
          <p:cNvSpPr>
            <a:spLocks noGrp="1"/>
          </p:cNvSpPr>
          <p:nvPr/>
        </p:nvSpPr>
        <p:spPr>
          <a:xfrm>
            <a:off x="8649242" y="5439013"/>
            <a:ext cx="289295" cy="91146"/>
          </a:xfrm>
          <a:custGeom>
            <a:avLst/>
            <a:gdLst/>
            <a:ahLst/>
            <a:cxnLst/>
            <a:rect l="0" t="0" r="0" b="0"/>
            <a:pathLst>
              <a:path w="289295" h="91146">
                <a:moveTo>
                  <a:pt x="0" y="91146"/>
                </a:moveTo>
                <a:lnTo>
                  <a:pt x="289295" y="0"/>
                </a:lnTo>
              </a:path>
            </a:pathLst>
          </a:custGeom>
          <a:noFill/>
          <a:ln w="10966">
            <a:solidFill>
              <a:srgbClr val="F7BC07">
                <a:alpha val="5000"/>
              </a:srgbClr>
            </a:solidFill>
            <a:prstDash val="solid"/>
          </a:ln>
        </p:spPr>
      </p:sp>
      <p:sp>
        <p:nvSpPr>
          <p:cNvPr id="543" name="lumia-token-stream-curve">
            <a:extLst>
              <a:ext uri="{FF2B5EF4-FFF2-40B4-BE49-F238E27FC236}">
                <a16:creationId xmlns:a16="http://schemas.microsoft.com/office/drawing/2014/main" id="{25F26217-BCF6-48C2-AE95-B5048193AB1A}"/>
              </a:ext>
            </a:extLst>
          </p:cNvPr>
          <p:cNvSpPr>
            <a:spLocks noGrp="1"/>
          </p:cNvSpPr>
          <p:nvPr/>
        </p:nvSpPr>
        <p:spPr>
          <a:xfrm>
            <a:off x="8938537" y="5352041"/>
            <a:ext cx="290626" cy="86972"/>
          </a:xfrm>
          <a:custGeom>
            <a:avLst/>
            <a:gdLst/>
            <a:ahLst/>
            <a:cxnLst/>
            <a:rect l="0" t="0" r="0" b="0"/>
            <a:pathLst>
              <a:path w="290626" h="86972">
                <a:moveTo>
                  <a:pt x="0" y="86972"/>
                </a:moveTo>
                <a:lnTo>
                  <a:pt x="290626" y="0"/>
                </a:lnTo>
              </a:path>
            </a:pathLst>
          </a:custGeom>
          <a:noFill/>
          <a:ln w="11186">
            <a:solidFill>
              <a:srgbClr val="E5BA0E">
                <a:alpha val="5000"/>
              </a:srgbClr>
            </a:solidFill>
            <a:prstDash val="solid"/>
          </a:ln>
        </p:spPr>
      </p:sp>
      <p:sp>
        <p:nvSpPr>
          <p:cNvPr id="544" name="lumia-token-stream-curve">
            <a:extLst>
              <a:ext uri="{FF2B5EF4-FFF2-40B4-BE49-F238E27FC236}">
                <a16:creationId xmlns:a16="http://schemas.microsoft.com/office/drawing/2014/main" id="{23CBF480-8B21-447C-91A5-53408843B4FD}"/>
              </a:ext>
            </a:extLst>
          </p:cNvPr>
          <p:cNvSpPr>
            <a:spLocks noGrp="1"/>
          </p:cNvSpPr>
          <p:nvPr/>
        </p:nvSpPr>
        <p:spPr>
          <a:xfrm>
            <a:off x="9229163" y="5275347"/>
            <a:ext cx="291881" cy="76694"/>
          </a:xfrm>
          <a:custGeom>
            <a:avLst/>
            <a:gdLst/>
            <a:ahLst/>
            <a:cxnLst/>
            <a:rect l="0" t="0" r="0" b="0"/>
            <a:pathLst>
              <a:path w="291881" h="76694">
                <a:moveTo>
                  <a:pt x="0" y="76694"/>
                </a:moveTo>
                <a:lnTo>
                  <a:pt x="291881" y="0"/>
                </a:lnTo>
              </a:path>
            </a:pathLst>
          </a:custGeom>
          <a:noFill/>
          <a:ln w="11396">
            <a:solidFill>
              <a:srgbClr val="D3B815">
                <a:alpha val="5000"/>
              </a:srgbClr>
            </a:solidFill>
            <a:prstDash val="solid"/>
          </a:ln>
        </p:spPr>
      </p:sp>
      <p:sp>
        <p:nvSpPr>
          <p:cNvPr id="545" name="lumia-token-stream-curve">
            <a:extLst>
              <a:ext uri="{FF2B5EF4-FFF2-40B4-BE49-F238E27FC236}">
                <a16:creationId xmlns:a16="http://schemas.microsoft.com/office/drawing/2014/main" id="{68304259-D8EB-4EAF-B5A9-51000E077361}"/>
              </a:ext>
            </a:extLst>
          </p:cNvPr>
          <p:cNvSpPr>
            <a:spLocks noGrp="1"/>
          </p:cNvSpPr>
          <p:nvPr/>
        </p:nvSpPr>
        <p:spPr>
          <a:xfrm>
            <a:off x="9521043" y="5213708"/>
            <a:ext cx="293060" cy="61639"/>
          </a:xfrm>
          <a:custGeom>
            <a:avLst/>
            <a:gdLst/>
            <a:ahLst/>
            <a:cxnLst/>
            <a:rect l="0" t="0" r="0" b="0"/>
            <a:pathLst>
              <a:path w="293060" h="61639">
                <a:moveTo>
                  <a:pt x="0" y="61639"/>
                </a:moveTo>
                <a:lnTo>
                  <a:pt x="293060" y="0"/>
                </a:lnTo>
              </a:path>
            </a:pathLst>
          </a:custGeom>
          <a:noFill/>
          <a:ln w="11593">
            <a:solidFill>
              <a:srgbClr val="C2B61C">
                <a:alpha val="6000"/>
              </a:srgbClr>
            </a:solidFill>
            <a:prstDash val="solid"/>
          </a:ln>
        </p:spPr>
      </p:sp>
      <p:sp>
        <p:nvSpPr>
          <p:cNvPr id="546" name="lumia-token-stream-curve">
            <a:extLst>
              <a:ext uri="{FF2B5EF4-FFF2-40B4-BE49-F238E27FC236}">
                <a16:creationId xmlns:a16="http://schemas.microsoft.com/office/drawing/2014/main" id="{80D9C47D-EA7E-4AE4-A100-C37EF85BA8C2}"/>
              </a:ext>
            </a:extLst>
          </p:cNvPr>
          <p:cNvSpPr>
            <a:spLocks noGrp="1"/>
          </p:cNvSpPr>
          <p:nvPr/>
        </p:nvSpPr>
        <p:spPr>
          <a:xfrm>
            <a:off x="9814104" y="5169876"/>
            <a:ext cx="294164" cy="43831"/>
          </a:xfrm>
          <a:custGeom>
            <a:avLst/>
            <a:gdLst/>
            <a:ahLst/>
            <a:cxnLst/>
            <a:rect l="0" t="0" r="0" b="0"/>
            <a:pathLst>
              <a:path w="294164" h="43831">
                <a:moveTo>
                  <a:pt x="0" y="43831"/>
                </a:moveTo>
                <a:lnTo>
                  <a:pt x="294164" y="0"/>
                </a:lnTo>
              </a:path>
            </a:pathLst>
          </a:custGeom>
          <a:noFill/>
          <a:ln w="11776">
            <a:solidFill>
              <a:srgbClr val="B0B422">
                <a:alpha val="6000"/>
              </a:srgbClr>
            </a:solidFill>
            <a:prstDash val="solid"/>
          </a:ln>
        </p:spPr>
      </p:sp>
      <p:sp>
        <p:nvSpPr>
          <p:cNvPr id="547" name="lumia-token-stream-curve">
            <a:extLst>
              <a:ext uri="{FF2B5EF4-FFF2-40B4-BE49-F238E27FC236}">
                <a16:creationId xmlns:a16="http://schemas.microsoft.com/office/drawing/2014/main" id="{CD79336B-DE6D-40B2-A47C-11A5E34F8AD4}"/>
              </a:ext>
            </a:extLst>
          </p:cNvPr>
          <p:cNvSpPr>
            <a:spLocks noGrp="1"/>
          </p:cNvSpPr>
          <p:nvPr/>
        </p:nvSpPr>
        <p:spPr>
          <a:xfrm>
            <a:off x="10108268" y="5144147"/>
            <a:ext cx="295193" cy="25729"/>
          </a:xfrm>
          <a:custGeom>
            <a:avLst/>
            <a:gdLst/>
            <a:ahLst/>
            <a:cxnLst/>
            <a:rect l="0" t="0" r="0" b="0"/>
            <a:pathLst>
              <a:path w="295193" h="25729">
                <a:moveTo>
                  <a:pt x="0" y="25729"/>
                </a:moveTo>
                <a:lnTo>
                  <a:pt x="295193" y="0"/>
                </a:lnTo>
              </a:path>
            </a:pathLst>
          </a:custGeom>
          <a:noFill/>
          <a:ln w="11941">
            <a:solidFill>
              <a:srgbClr val="9EB329">
                <a:alpha val="6000"/>
              </a:srgbClr>
            </a:solidFill>
            <a:prstDash val="solid"/>
          </a:ln>
        </p:spPr>
      </p:sp>
      <p:sp>
        <p:nvSpPr>
          <p:cNvPr id="548" name="lumia-token-stream-curve">
            <a:extLst>
              <a:ext uri="{FF2B5EF4-FFF2-40B4-BE49-F238E27FC236}">
                <a16:creationId xmlns:a16="http://schemas.microsoft.com/office/drawing/2014/main" id="{21C7FAD7-C725-45D9-977C-CB4DA37E0ED1}"/>
              </a:ext>
            </a:extLst>
          </p:cNvPr>
          <p:cNvSpPr>
            <a:spLocks noGrp="1"/>
          </p:cNvSpPr>
          <p:nvPr/>
        </p:nvSpPr>
        <p:spPr>
          <a:xfrm>
            <a:off x="10403461" y="5134254"/>
            <a:ext cx="296147" cy="9893"/>
          </a:xfrm>
          <a:custGeom>
            <a:avLst/>
            <a:gdLst/>
            <a:ahLst/>
            <a:cxnLst/>
            <a:rect l="0" t="0" r="0" b="0"/>
            <a:pathLst>
              <a:path w="296147" h="9893">
                <a:moveTo>
                  <a:pt x="0" y="9893"/>
                </a:moveTo>
                <a:lnTo>
                  <a:pt x="296147" y="0"/>
                </a:lnTo>
              </a:path>
            </a:pathLst>
          </a:custGeom>
          <a:noFill/>
          <a:ln w="12087">
            <a:solidFill>
              <a:srgbClr val="8CB130">
                <a:alpha val="6000"/>
              </a:srgbClr>
            </a:solidFill>
            <a:prstDash val="solid"/>
          </a:ln>
        </p:spPr>
      </p:sp>
      <p:sp>
        <p:nvSpPr>
          <p:cNvPr id="549" name="lumia-token-stream-curve">
            <a:extLst>
              <a:ext uri="{FF2B5EF4-FFF2-40B4-BE49-F238E27FC236}">
                <a16:creationId xmlns:a16="http://schemas.microsoft.com/office/drawing/2014/main" id="{7F93271B-A57B-471C-811D-AF7735B2E7FA}"/>
              </a:ext>
            </a:extLst>
          </p:cNvPr>
          <p:cNvSpPr>
            <a:spLocks noGrp="1"/>
          </p:cNvSpPr>
          <p:nvPr/>
        </p:nvSpPr>
        <p:spPr>
          <a:xfrm>
            <a:off x="10699608" y="5134254"/>
            <a:ext cx="297024" cy="9525"/>
          </a:xfrm>
          <a:custGeom>
            <a:avLst/>
            <a:gdLst/>
            <a:ahLst/>
            <a:cxnLst/>
            <a:rect l="0" t="0" r="0" b="0"/>
            <a:pathLst>
              <a:path w="297024" h="9525">
                <a:moveTo>
                  <a:pt x="0" y="0"/>
                </a:moveTo>
                <a:lnTo>
                  <a:pt x="297024" y="1379"/>
                </a:lnTo>
              </a:path>
            </a:pathLst>
          </a:custGeom>
          <a:noFill/>
          <a:ln w="12212">
            <a:solidFill>
              <a:srgbClr val="7BAF37">
                <a:alpha val="6000"/>
              </a:srgbClr>
            </a:solidFill>
            <a:prstDash val="solid"/>
          </a:ln>
        </p:spPr>
      </p:sp>
      <p:sp>
        <p:nvSpPr>
          <p:cNvPr id="550" name="lumia-token-stream-curve">
            <a:extLst>
              <a:ext uri="{FF2B5EF4-FFF2-40B4-BE49-F238E27FC236}">
                <a16:creationId xmlns:a16="http://schemas.microsoft.com/office/drawing/2014/main" id="{4240D3CF-4712-4820-9750-A90FADA51D27}"/>
              </a:ext>
            </a:extLst>
          </p:cNvPr>
          <p:cNvSpPr>
            <a:spLocks noGrp="1"/>
          </p:cNvSpPr>
          <p:nvPr/>
        </p:nvSpPr>
        <p:spPr>
          <a:xfrm>
            <a:off x="10996632" y="5135633"/>
            <a:ext cx="297827" cy="9525"/>
          </a:xfrm>
          <a:custGeom>
            <a:avLst/>
            <a:gdLst/>
            <a:ahLst/>
            <a:cxnLst/>
            <a:rect l="0" t="0" r="0" b="0"/>
            <a:pathLst>
              <a:path w="297827" h="9525">
                <a:moveTo>
                  <a:pt x="0" y="0"/>
                </a:moveTo>
                <a:lnTo>
                  <a:pt x="297827" y="6387"/>
                </a:lnTo>
              </a:path>
            </a:pathLst>
          </a:custGeom>
          <a:noFill/>
          <a:ln w="12313">
            <a:solidFill>
              <a:srgbClr val="69AD3E">
                <a:alpha val="6000"/>
              </a:srgbClr>
            </a:solidFill>
            <a:prstDash val="solid"/>
          </a:ln>
        </p:spPr>
      </p:sp>
      <p:sp>
        <p:nvSpPr>
          <p:cNvPr id="551" name="lumia-token-stream-curve">
            <a:extLst>
              <a:ext uri="{FF2B5EF4-FFF2-40B4-BE49-F238E27FC236}">
                <a16:creationId xmlns:a16="http://schemas.microsoft.com/office/drawing/2014/main" id="{F427FA91-DE8C-4CF1-83BA-B108000CEDE4}"/>
              </a:ext>
            </a:extLst>
          </p:cNvPr>
          <p:cNvSpPr>
            <a:spLocks noGrp="1"/>
          </p:cNvSpPr>
          <p:nvPr/>
        </p:nvSpPr>
        <p:spPr>
          <a:xfrm>
            <a:off x="11294459" y="5142020"/>
            <a:ext cx="298554" cy="9525"/>
          </a:xfrm>
          <a:custGeom>
            <a:avLst/>
            <a:gdLst/>
            <a:ahLst/>
            <a:cxnLst/>
            <a:rect l="0" t="0" r="0" b="0"/>
            <a:pathLst>
              <a:path w="298554" h="9525">
                <a:moveTo>
                  <a:pt x="0" y="0"/>
                </a:moveTo>
                <a:lnTo>
                  <a:pt x="298554" y="4290"/>
                </a:lnTo>
              </a:path>
            </a:pathLst>
          </a:custGeom>
          <a:noFill/>
          <a:ln w="12387">
            <a:solidFill>
              <a:srgbClr val="57AC45">
                <a:alpha val="6000"/>
              </a:srgbClr>
            </a:solidFill>
            <a:prstDash val="solid"/>
          </a:ln>
        </p:spPr>
      </p:sp>
      <p:sp>
        <p:nvSpPr>
          <p:cNvPr id="552" name="lumia-token-stream-curve">
            <a:extLst>
              <a:ext uri="{FF2B5EF4-FFF2-40B4-BE49-F238E27FC236}">
                <a16:creationId xmlns:a16="http://schemas.microsoft.com/office/drawing/2014/main" id="{4F1DA792-59A2-4FC4-B6FD-087AF1AEFFCB}"/>
              </a:ext>
            </a:extLst>
          </p:cNvPr>
          <p:cNvSpPr>
            <a:spLocks noGrp="1"/>
          </p:cNvSpPr>
          <p:nvPr/>
        </p:nvSpPr>
        <p:spPr>
          <a:xfrm>
            <a:off x="11593013" y="5141558"/>
            <a:ext cx="299206" cy="9525"/>
          </a:xfrm>
          <a:custGeom>
            <a:avLst/>
            <a:gdLst/>
            <a:ahLst/>
            <a:cxnLst/>
            <a:rect l="0" t="0" r="0" b="0"/>
            <a:pathLst>
              <a:path w="299206" h="9525">
                <a:moveTo>
                  <a:pt x="0" y="4752"/>
                </a:moveTo>
                <a:lnTo>
                  <a:pt x="299206" y="0"/>
                </a:lnTo>
              </a:path>
            </a:pathLst>
          </a:custGeom>
          <a:noFill/>
          <a:ln w="12434">
            <a:solidFill>
              <a:srgbClr val="46AA4C">
                <a:alpha val="6000"/>
              </a:srgbClr>
            </a:solidFill>
            <a:prstDash val="solid"/>
          </a:ln>
        </p:spPr>
      </p:sp>
      <p:sp>
        <p:nvSpPr>
          <p:cNvPr id="553" name="lumia-token-stream-curve">
            <a:extLst>
              <a:ext uri="{FF2B5EF4-FFF2-40B4-BE49-F238E27FC236}">
                <a16:creationId xmlns:a16="http://schemas.microsoft.com/office/drawing/2014/main" id="{B42F8E6A-A620-42AC-9B8F-57C30F4E4E0C}"/>
              </a:ext>
            </a:extLst>
          </p:cNvPr>
          <p:cNvSpPr>
            <a:spLocks noGrp="1"/>
          </p:cNvSpPr>
          <p:nvPr/>
        </p:nvSpPr>
        <p:spPr>
          <a:xfrm>
            <a:off x="11892218" y="5121977"/>
            <a:ext cx="299782" cy="19581"/>
          </a:xfrm>
          <a:custGeom>
            <a:avLst/>
            <a:gdLst/>
            <a:ahLst/>
            <a:cxnLst/>
            <a:rect l="0" t="0" r="0" b="0"/>
            <a:pathLst>
              <a:path w="299782" h="19581">
                <a:moveTo>
                  <a:pt x="0" y="19581"/>
                </a:moveTo>
                <a:lnTo>
                  <a:pt x="299782" y="0"/>
                </a:lnTo>
              </a:path>
            </a:pathLst>
          </a:custGeom>
          <a:noFill/>
          <a:ln w="12450">
            <a:solidFill>
              <a:srgbClr val="34A853">
                <a:alpha val="6000"/>
              </a:srgbClr>
            </a:solidFill>
            <a:prstDash val="solid"/>
          </a:ln>
        </p:spPr>
      </p:sp>
      <p:sp>
        <p:nvSpPr>
          <p:cNvPr id="554" name="lumia-token-stream-curve">
            <a:extLst>
              <a:ext uri="{FF2B5EF4-FFF2-40B4-BE49-F238E27FC236}">
                <a16:creationId xmlns:a16="http://schemas.microsoft.com/office/drawing/2014/main" id="{89DAD4B0-C494-42EE-A1D4-369EB8A24303}"/>
              </a:ext>
            </a:extLst>
          </p:cNvPr>
          <p:cNvSpPr>
            <a:spLocks noGrp="1"/>
          </p:cNvSpPr>
          <p:nvPr/>
        </p:nvSpPr>
        <p:spPr>
          <a:xfrm>
            <a:off x="0" y="6542713"/>
            <a:ext cx="105476" cy="9525"/>
          </a:xfrm>
          <a:custGeom>
            <a:avLst/>
            <a:gdLst/>
            <a:ahLst/>
            <a:cxnLst/>
            <a:rect l="0" t="0" r="0" b="0"/>
            <a:pathLst>
              <a:path w="105476" h="9525">
                <a:moveTo>
                  <a:pt x="0" y="0"/>
                </a:moveTo>
                <a:lnTo>
                  <a:pt x="105476" y="5228"/>
                </a:lnTo>
              </a:path>
            </a:pathLst>
          </a:custGeom>
          <a:noFill/>
          <a:ln w="8177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555" name="lumia-token-stream-curve">
            <a:extLst>
              <a:ext uri="{FF2B5EF4-FFF2-40B4-BE49-F238E27FC236}">
                <a16:creationId xmlns:a16="http://schemas.microsoft.com/office/drawing/2014/main" id="{CA90E33B-D198-4A60-B4AD-5C9BA192FC3B}"/>
              </a:ext>
            </a:extLst>
          </p:cNvPr>
          <p:cNvSpPr>
            <a:spLocks noGrp="1"/>
          </p:cNvSpPr>
          <p:nvPr/>
        </p:nvSpPr>
        <p:spPr>
          <a:xfrm>
            <a:off x="105476" y="6547941"/>
            <a:ext cx="214192" cy="9910"/>
          </a:xfrm>
          <a:custGeom>
            <a:avLst/>
            <a:gdLst/>
            <a:ahLst/>
            <a:cxnLst/>
            <a:rect l="0" t="0" r="0" b="0"/>
            <a:pathLst>
              <a:path w="214192" h="9910">
                <a:moveTo>
                  <a:pt x="0" y="0"/>
                </a:moveTo>
                <a:lnTo>
                  <a:pt x="214192" y="9910"/>
                </a:lnTo>
              </a:path>
            </a:pathLst>
          </a:custGeom>
          <a:noFill/>
          <a:ln w="8177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556" name="lumia-token-stream-curve">
            <a:extLst>
              <a:ext uri="{FF2B5EF4-FFF2-40B4-BE49-F238E27FC236}">
                <a16:creationId xmlns:a16="http://schemas.microsoft.com/office/drawing/2014/main" id="{2713D008-EDDF-4E9C-B407-FB937C47AAE9}"/>
              </a:ext>
            </a:extLst>
          </p:cNvPr>
          <p:cNvSpPr>
            <a:spLocks noGrp="1"/>
          </p:cNvSpPr>
          <p:nvPr/>
        </p:nvSpPr>
        <p:spPr>
          <a:xfrm>
            <a:off x="319668" y="6557851"/>
            <a:ext cx="217855" cy="12030"/>
          </a:xfrm>
          <a:custGeom>
            <a:avLst/>
            <a:gdLst/>
            <a:ahLst/>
            <a:cxnLst/>
            <a:rect l="0" t="0" r="0" b="0"/>
            <a:pathLst>
              <a:path w="217855" h="12030">
                <a:moveTo>
                  <a:pt x="0" y="0"/>
                </a:moveTo>
                <a:lnTo>
                  <a:pt x="217855" y="12030"/>
                </a:lnTo>
              </a:path>
            </a:pathLst>
          </a:custGeom>
          <a:noFill/>
          <a:ln w="8177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557" name="lumia-token-stream-curve">
            <a:extLst>
              <a:ext uri="{FF2B5EF4-FFF2-40B4-BE49-F238E27FC236}">
                <a16:creationId xmlns:a16="http://schemas.microsoft.com/office/drawing/2014/main" id="{43D24544-A2F2-4FD4-8D7A-5ACE8651EFE9}"/>
              </a:ext>
            </a:extLst>
          </p:cNvPr>
          <p:cNvSpPr>
            <a:spLocks noGrp="1"/>
          </p:cNvSpPr>
          <p:nvPr/>
        </p:nvSpPr>
        <p:spPr>
          <a:xfrm>
            <a:off x="537523" y="6569881"/>
            <a:ext cx="221436" cy="11175"/>
          </a:xfrm>
          <a:custGeom>
            <a:avLst/>
            <a:gdLst/>
            <a:ahLst/>
            <a:cxnLst/>
            <a:rect l="0" t="0" r="0" b="0"/>
            <a:pathLst>
              <a:path w="221436" h="11175">
                <a:moveTo>
                  <a:pt x="0" y="0"/>
                </a:moveTo>
                <a:lnTo>
                  <a:pt x="221436" y="11175"/>
                </a:lnTo>
              </a:path>
            </a:pathLst>
          </a:custGeom>
          <a:noFill/>
          <a:ln w="8177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558" name="lumia-token-stream-curve">
            <a:extLst>
              <a:ext uri="{FF2B5EF4-FFF2-40B4-BE49-F238E27FC236}">
                <a16:creationId xmlns:a16="http://schemas.microsoft.com/office/drawing/2014/main" id="{E4DB415A-9FC8-4F50-9A94-1992E76E6E5F}"/>
              </a:ext>
            </a:extLst>
          </p:cNvPr>
          <p:cNvSpPr>
            <a:spLocks noGrp="1"/>
          </p:cNvSpPr>
          <p:nvPr/>
        </p:nvSpPr>
        <p:spPr>
          <a:xfrm>
            <a:off x="758959" y="6581057"/>
            <a:ext cx="224933" cy="9525"/>
          </a:xfrm>
          <a:custGeom>
            <a:avLst/>
            <a:gdLst/>
            <a:ahLst/>
            <a:cxnLst/>
            <a:rect l="0" t="0" r="0" b="0"/>
            <a:pathLst>
              <a:path w="224933" h="9525">
                <a:moveTo>
                  <a:pt x="0" y="0"/>
                </a:moveTo>
                <a:lnTo>
                  <a:pt x="224933" y="7151"/>
                </a:lnTo>
              </a:path>
            </a:pathLst>
          </a:custGeom>
          <a:noFill/>
          <a:ln w="8177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559" name="lumia-token-stream-curve">
            <a:extLst>
              <a:ext uri="{FF2B5EF4-FFF2-40B4-BE49-F238E27FC236}">
                <a16:creationId xmlns:a16="http://schemas.microsoft.com/office/drawing/2014/main" id="{C1274F79-1A62-47B4-B396-C17064B50CCF}"/>
              </a:ext>
            </a:extLst>
          </p:cNvPr>
          <p:cNvSpPr>
            <a:spLocks noGrp="1"/>
          </p:cNvSpPr>
          <p:nvPr/>
        </p:nvSpPr>
        <p:spPr>
          <a:xfrm>
            <a:off x="983892" y="6588207"/>
            <a:ext cx="228347" cy="9525"/>
          </a:xfrm>
          <a:custGeom>
            <a:avLst/>
            <a:gdLst/>
            <a:ahLst/>
            <a:cxnLst/>
            <a:rect l="0" t="0" r="0" b="0"/>
            <a:pathLst>
              <a:path w="228347" h="9525">
                <a:moveTo>
                  <a:pt x="0" y="0"/>
                </a:moveTo>
                <a:lnTo>
                  <a:pt x="228347" y="28"/>
                </a:lnTo>
              </a:path>
            </a:pathLst>
          </a:custGeom>
          <a:noFill/>
          <a:ln w="8177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560" name="lumia-token-stream-curve">
            <a:extLst>
              <a:ext uri="{FF2B5EF4-FFF2-40B4-BE49-F238E27FC236}">
                <a16:creationId xmlns:a16="http://schemas.microsoft.com/office/drawing/2014/main" id="{73765445-2615-4F46-B10F-8995285E26DF}"/>
              </a:ext>
            </a:extLst>
          </p:cNvPr>
          <p:cNvSpPr>
            <a:spLocks noGrp="1"/>
          </p:cNvSpPr>
          <p:nvPr/>
        </p:nvSpPr>
        <p:spPr>
          <a:xfrm>
            <a:off x="1212240" y="6578411"/>
            <a:ext cx="231679" cy="9824"/>
          </a:xfrm>
          <a:custGeom>
            <a:avLst/>
            <a:gdLst/>
            <a:ahLst/>
            <a:cxnLst/>
            <a:rect l="0" t="0" r="0" b="0"/>
            <a:pathLst>
              <a:path w="231679" h="9824">
                <a:moveTo>
                  <a:pt x="0" y="9824"/>
                </a:moveTo>
                <a:lnTo>
                  <a:pt x="231679" y="0"/>
                </a:lnTo>
              </a:path>
            </a:pathLst>
          </a:custGeom>
          <a:noFill/>
          <a:ln w="8177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561" name="lumia-token-stream-curve">
            <a:extLst>
              <a:ext uri="{FF2B5EF4-FFF2-40B4-BE49-F238E27FC236}">
                <a16:creationId xmlns:a16="http://schemas.microsoft.com/office/drawing/2014/main" id="{58D1083E-BAC0-46CF-8602-E7151BE51C28}"/>
              </a:ext>
            </a:extLst>
          </p:cNvPr>
          <p:cNvSpPr>
            <a:spLocks noGrp="1"/>
          </p:cNvSpPr>
          <p:nvPr/>
        </p:nvSpPr>
        <p:spPr>
          <a:xfrm>
            <a:off x="1443918" y="6556672"/>
            <a:ext cx="234927" cy="21739"/>
          </a:xfrm>
          <a:custGeom>
            <a:avLst/>
            <a:gdLst/>
            <a:ahLst/>
            <a:cxnLst/>
            <a:rect l="0" t="0" r="0" b="0"/>
            <a:pathLst>
              <a:path w="234927" h="21739">
                <a:moveTo>
                  <a:pt x="0" y="21739"/>
                </a:moveTo>
                <a:lnTo>
                  <a:pt x="234927" y="0"/>
                </a:lnTo>
              </a:path>
            </a:pathLst>
          </a:custGeom>
          <a:noFill/>
          <a:ln w="8177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562" name="lumia-token-stream-curve">
            <a:extLst>
              <a:ext uri="{FF2B5EF4-FFF2-40B4-BE49-F238E27FC236}">
                <a16:creationId xmlns:a16="http://schemas.microsoft.com/office/drawing/2014/main" id="{B539BCD0-75D7-4FF3-ABF4-A9C281DBC226}"/>
              </a:ext>
            </a:extLst>
          </p:cNvPr>
          <p:cNvSpPr>
            <a:spLocks noGrp="1"/>
          </p:cNvSpPr>
          <p:nvPr/>
        </p:nvSpPr>
        <p:spPr>
          <a:xfrm>
            <a:off x="1678845" y="6521887"/>
            <a:ext cx="238092" cy="34786"/>
          </a:xfrm>
          <a:custGeom>
            <a:avLst/>
            <a:gdLst/>
            <a:ahLst/>
            <a:cxnLst/>
            <a:rect l="0" t="0" r="0" b="0"/>
            <a:pathLst>
              <a:path w="238092" h="34786">
                <a:moveTo>
                  <a:pt x="0" y="34786"/>
                </a:moveTo>
                <a:lnTo>
                  <a:pt x="238092" y="0"/>
                </a:lnTo>
              </a:path>
            </a:pathLst>
          </a:custGeom>
          <a:noFill/>
          <a:ln w="8177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563" name="lumia-token-stream-curve">
            <a:extLst>
              <a:ext uri="{FF2B5EF4-FFF2-40B4-BE49-F238E27FC236}">
                <a16:creationId xmlns:a16="http://schemas.microsoft.com/office/drawing/2014/main" id="{158984A6-86AE-45B1-B9A9-87DD624DCAC3}"/>
              </a:ext>
            </a:extLst>
          </p:cNvPr>
          <p:cNvSpPr>
            <a:spLocks noGrp="1"/>
          </p:cNvSpPr>
          <p:nvPr/>
        </p:nvSpPr>
        <p:spPr>
          <a:xfrm>
            <a:off x="1916937" y="6474054"/>
            <a:ext cx="241174" cy="47833"/>
          </a:xfrm>
          <a:custGeom>
            <a:avLst/>
            <a:gdLst/>
            <a:ahLst/>
            <a:cxnLst/>
            <a:rect l="0" t="0" r="0" b="0"/>
            <a:pathLst>
              <a:path w="241174" h="47833">
                <a:moveTo>
                  <a:pt x="0" y="47833"/>
                </a:moveTo>
                <a:lnTo>
                  <a:pt x="241174" y="0"/>
                </a:lnTo>
              </a:path>
            </a:pathLst>
          </a:custGeom>
          <a:noFill/>
          <a:ln w="8177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564" name="lumia-token-stream-curve">
            <a:extLst>
              <a:ext uri="{FF2B5EF4-FFF2-40B4-BE49-F238E27FC236}">
                <a16:creationId xmlns:a16="http://schemas.microsoft.com/office/drawing/2014/main" id="{07E442D6-1D69-4847-AFD7-8AB1BA2AF457}"/>
              </a:ext>
            </a:extLst>
          </p:cNvPr>
          <p:cNvSpPr>
            <a:spLocks noGrp="1"/>
          </p:cNvSpPr>
          <p:nvPr/>
        </p:nvSpPr>
        <p:spPr>
          <a:xfrm>
            <a:off x="2158110" y="6414409"/>
            <a:ext cx="244172" cy="59645"/>
          </a:xfrm>
          <a:custGeom>
            <a:avLst/>
            <a:gdLst/>
            <a:ahLst/>
            <a:cxnLst/>
            <a:rect l="0" t="0" r="0" b="0"/>
            <a:pathLst>
              <a:path w="244172" h="59645">
                <a:moveTo>
                  <a:pt x="0" y="59645"/>
                </a:moveTo>
                <a:lnTo>
                  <a:pt x="244172" y="0"/>
                </a:lnTo>
              </a:path>
            </a:pathLst>
          </a:custGeom>
          <a:noFill/>
          <a:ln w="8177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565" name="lumia-token-stream-curve">
            <a:extLst>
              <a:ext uri="{FF2B5EF4-FFF2-40B4-BE49-F238E27FC236}">
                <a16:creationId xmlns:a16="http://schemas.microsoft.com/office/drawing/2014/main" id="{3503E797-A1CD-434A-A04A-4C484EB437FD}"/>
              </a:ext>
            </a:extLst>
          </p:cNvPr>
          <p:cNvSpPr>
            <a:spLocks noGrp="1"/>
          </p:cNvSpPr>
          <p:nvPr/>
        </p:nvSpPr>
        <p:spPr>
          <a:xfrm>
            <a:off x="2402283" y="6345400"/>
            <a:ext cx="247088" cy="69009"/>
          </a:xfrm>
          <a:custGeom>
            <a:avLst/>
            <a:gdLst/>
            <a:ahLst/>
            <a:cxnLst/>
            <a:rect l="0" t="0" r="0" b="0"/>
            <a:pathLst>
              <a:path w="247088" h="69009">
                <a:moveTo>
                  <a:pt x="0" y="69009"/>
                </a:moveTo>
                <a:lnTo>
                  <a:pt x="247088" y="0"/>
                </a:lnTo>
              </a:path>
            </a:pathLst>
          </a:custGeom>
          <a:noFill/>
          <a:ln w="8177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566" name="lumia-token-stream-curve">
            <a:extLst>
              <a:ext uri="{FF2B5EF4-FFF2-40B4-BE49-F238E27FC236}">
                <a16:creationId xmlns:a16="http://schemas.microsoft.com/office/drawing/2014/main" id="{750A38A6-2110-4CFE-AA79-BF85F83A2AFB}"/>
              </a:ext>
            </a:extLst>
          </p:cNvPr>
          <p:cNvSpPr>
            <a:spLocks noGrp="1"/>
          </p:cNvSpPr>
          <p:nvPr/>
        </p:nvSpPr>
        <p:spPr>
          <a:xfrm>
            <a:off x="2649371" y="6270539"/>
            <a:ext cx="249921" cy="74861"/>
          </a:xfrm>
          <a:custGeom>
            <a:avLst/>
            <a:gdLst/>
            <a:ahLst/>
            <a:cxnLst/>
            <a:rect l="0" t="0" r="0" b="0"/>
            <a:pathLst>
              <a:path w="249921" h="74861">
                <a:moveTo>
                  <a:pt x="0" y="74861"/>
                </a:moveTo>
                <a:lnTo>
                  <a:pt x="249921" y="0"/>
                </a:lnTo>
              </a:path>
            </a:pathLst>
          </a:custGeom>
          <a:noFill/>
          <a:ln w="8177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567" name="lumia-token-stream-curve">
            <a:extLst>
              <a:ext uri="{FF2B5EF4-FFF2-40B4-BE49-F238E27FC236}">
                <a16:creationId xmlns:a16="http://schemas.microsoft.com/office/drawing/2014/main" id="{7CC62DFA-54F5-4346-BF3F-D6035662E2B0}"/>
              </a:ext>
            </a:extLst>
          </p:cNvPr>
          <p:cNvSpPr>
            <a:spLocks noGrp="1"/>
          </p:cNvSpPr>
          <p:nvPr/>
        </p:nvSpPr>
        <p:spPr>
          <a:xfrm>
            <a:off x="2899292" y="6194111"/>
            <a:ext cx="252670" cy="76429"/>
          </a:xfrm>
          <a:custGeom>
            <a:avLst/>
            <a:gdLst/>
            <a:ahLst/>
            <a:cxnLst/>
            <a:rect l="0" t="0" r="0" b="0"/>
            <a:pathLst>
              <a:path w="252670" h="76429">
                <a:moveTo>
                  <a:pt x="0" y="76429"/>
                </a:moveTo>
                <a:lnTo>
                  <a:pt x="252670" y="0"/>
                </a:lnTo>
              </a:path>
            </a:pathLst>
          </a:custGeom>
          <a:noFill/>
          <a:ln w="8177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568" name="lumia-token-stream-curve">
            <a:extLst>
              <a:ext uri="{FF2B5EF4-FFF2-40B4-BE49-F238E27FC236}">
                <a16:creationId xmlns:a16="http://schemas.microsoft.com/office/drawing/2014/main" id="{9D20067E-AFA9-45A3-8A65-38348A1A7322}"/>
              </a:ext>
            </a:extLst>
          </p:cNvPr>
          <p:cNvSpPr>
            <a:spLocks noGrp="1"/>
          </p:cNvSpPr>
          <p:nvPr/>
        </p:nvSpPr>
        <p:spPr>
          <a:xfrm>
            <a:off x="3151962" y="6120767"/>
            <a:ext cx="255337" cy="73343"/>
          </a:xfrm>
          <a:custGeom>
            <a:avLst/>
            <a:gdLst/>
            <a:ahLst/>
            <a:cxnLst/>
            <a:rect l="0" t="0" r="0" b="0"/>
            <a:pathLst>
              <a:path w="255337" h="73343">
                <a:moveTo>
                  <a:pt x="0" y="73343"/>
                </a:moveTo>
                <a:lnTo>
                  <a:pt x="255337" y="0"/>
                </a:lnTo>
              </a:path>
            </a:pathLst>
          </a:custGeom>
          <a:noFill/>
          <a:ln w="8177">
            <a:solidFill>
              <a:srgbClr val="7C3D7E">
                <a:alpha val="3000"/>
              </a:srgbClr>
            </a:solidFill>
            <a:prstDash val="solid"/>
          </a:ln>
        </p:spPr>
      </p:sp>
      <p:sp>
        <p:nvSpPr>
          <p:cNvPr id="569" name="lumia-token-stream-curve">
            <a:extLst>
              <a:ext uri="{FF2B5EF4-FFF2-40B4-BE49-F238E27FC236}">
                <a16:creationId xmlns:a16="http://schemas.microsoft.com/office/drawing/2014/main" id="{BBA20494-2913-4A5F-962E-24FCCF0886EF}"/>
              </a:ext>
            </a:extLst>
          </p:cNvPr>
          <p:cNvSpPr>
            <a:spLocks noGrp="1"/>
          </p:cNvSpPr>
          <p:nvPr/>
        </p:nvSpPr>
        <p:spPr>
          <a:xfrm>
            <a:off x="3407299" y="6055048"/>
            <a:ext cx="257920" cy="65720"/>
          </a:xfrm>
          <a:custGeom>
            <a:avLst/>
            <a:gdLst/>
            <a:ahLst/>
            <a:cxnLst/>
            <a:rect l="0" t="0" r="0" b="0"/>
            <a:pathLst>
              <a:path w="257920" h="65720">
                <a:moveTo>
                  <a:pt x="0" y="65720"/>
                </a:moveTo>
                <a:lnTo>
                  <a:pt x="257920" y="0"/>
                </a:lnTo>
              </a:path>
            </a:pathLst>
          </a:custGeom>
          <a:noFill/>
          <a:ln w="8177">
            <a:solidFill>
              <a:srgbClr val="893E75">
                <a:alpha val="3000"/>
              </a:srgbClr>
            </a:solidFill>
            <a:prstDash val="solid"/>
          </a:ln>
        </p:spPr>
      </p:sp>
      <p:sp>
        <p:nvSpPr>
          <p:cNvPr id="570" name="lumia-token-stream-curve">
            <a:extLst>
              <a:ext uri="{FF2B5EF4-FFF2-40B4-BE49-F238E27FC236}">
                <a16:creationId xmlns:a16="http://schemas.microsoft.com/office/drawing/2014/main" id="{4A3584FF-79B7-433D-BA78-31607BA7649A}"/>
              </a:ext>
            </a:extLst>
          </p:cNvPr>
          <p:cNvSpPr>
            <a:spLocks noGrp="1"/>
          </p:cNvSpPr>
          <p:nvPr/>
        </p:nvSpPr>
        <p:spPr>
          <a:xfrm>
            <a:off x="3665220" y="6000858"/>
            <a:ext cx="260421" cy="54190"/>
          </a:xfrm>
          <a:custGeom>
            <a:avLst/>
            <a:gdLst/>
            <a:ahLst/>
            <a:cxnLst/>
            <a:rect l="0" t="0" r="0" b="0"/>
            <a:pathLst>
              <a:path w="260421" h="54190">
                <a:moveTo>
                  <a:pt x="0" y="54190"/>
                </a:moveTo>
                <a:lnTo>
                  <a:pt x="260421" y="0"/>
                </a:lnTo>
              </a:path>
            </a:pathLst>
          </a:custGeom>
          <a:noFill/>
          <a:ln w="8178">
            <a:solidFill>
              <a:srgbClr val="963E6C">
                <a:alpha val="3000"/>
              </a:srgbClr>
            </a:solidFill>
            <a:prstDash val="solid"/>
          </a:ln>
        </p:spPr>
      </p:sp>
      <p:sp>
        <p:nvSpPr>
          <p:cNvPr id="571" name="lumia-token-stream-curve">
            <a:extLst>
              <a:ext uri="{FF2B5EF4-FFF2-40B4-BE49-F238E27FC236}">
                <a16:creationId xmlns:a16="http://schemas.microsoft.com/office/drawing/2014/main" id="{DEF8B436-3C66-48EE-B29D-3A36D8E5FF89}"/>
              </a:ext>
            </a:extLst>
          </p:cNvPr>
          <p:cNvSpPr>
            <a:spLocks noGrp="1"/>
          </p:cNvSpPr>
          <p:nvPr/>
        </p:nvSpPr>
        <p:spPr>
          <a:xfrm>
            <a:off x="3925640" y="5960985"/>
            <a:ext cx="262838" cy="39873"/>
          </a:xfrm>
          <a:custGeom>
            <a:avLst/>
            <a:gdLst/>
            <a:ahLst/>
            <a:cxnLst/>
            <a:rect l="0" t="0" r="0" b="0"/>
            <a:pathLst>
              <a:path w="262838" h="39873">
                <a:moveTo>
                  <a:pt x="0" y="39873"/>
                </a:moveTo>
                <a:lnTo>
                  <a:pt x="262838" y="0"/>
                </a:lnTo>
              </a:path>
            </a:pathLst>
          </a:custGeom>
          <a:noFill/>
          <a:ln w="8203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572" name="lumia-token-stream-curve">
            <a:extLst>
              <a:ext uri="{FF2B5EF4-FFF2-40B4-BE49-F238E27FC236}">
                <a16:creationId xmlns:a16="http://schemas.microsoft.com/office/drawing/2014/main" id="{23A65475-E0CF-43C1-9457-172329F9980D}"/>
              </a:ext>
            </a:extLst>
          </p:cNvPr>
          <p:cNvSpPr>
            <a:spLocks noGrp="1"/>
          </p:cNvSpPr>
          <p:nvPr/>
        </p:nvSpPr>
        <p:spPr>
          <a:xfrm>
            <a:off x="4188478" y="5936701"/>
            <a:ext cx="265172" cy="24283"/>
          </a:xfrm>
          <a:custGeom>
            <a:avLst/>
            <a:gdLst/>
            <a:ahLst/>
            <a:cxnLst/>
            <a:rect l="0" t="0" r="0" b="0"/>
            <a:pathLst>
              <a:path w="265172" h="24283">
                <a:moveTo>
                  <a:pt x="0" y="24283"/>
                </a:moveTo>
                <a:lnTo>
                  <a:pt x="265172" y="0"/>
                </a:lnTo>
              </a:path>
            </a:pathLst>
          </a:custGeom>
          <a:noFill/>
          <a:ln w="8259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573" name="lumia-token-stream-curve">
            <a:extLst>
              <a:ext uri="{FF2B5EF4-FFF2-40B4-BE49-F238E27FC236}">
                <a16:creationId xmlns:a16="http://schemas.microsoft.com/office/drawing/2014/main" id="{DEAAB059-2AF9-498D-AD02-F326E53B013F}"/>
              </a:ext>
            </a:extLst>
          </p:cNvPr>
          <p:cNvSpPr>
            <a:spLocks noGrp="1"/>
          </p:cNvSpPr>
          <p:nvPr/>
        </p:nvSpPr>
        <p:spPr>
          <a:xfrm>
            <a:off x="4453650" y="5927522"/>
            <a:ext cx="267423" cy="9525"/>
          </a:xfrm>
          <a:custGeom>
            <a:avLst/>
            <a:gdLst/>
            <a:ahLst/>
            <a:cxnLst/>
            <a:rect l="0" t="0" r="0" b="0"/>
            <a:pathLst>
              <a:path w="267423" h="9525">
                <a:moveTo>
                  <a:pt x="0" y="9179"/>
                </a:moveTo>
                <a:lnTo>
                  <a:pt x="267423" y="0"/>
                </a:lnTo>
              </a:path>
            </a:pathLst>
          </a:custGeom>
          <a:noFill/>
          <a:ln w="8345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574" name="lumia-token-stream-curve">
            <a:extLst>
              <a:ext uri="{FF2B5EF4-FFF2-40B4-BE49-F238E27FC236}">
                <a16:creationId xmlns:a16="http://schemas.microsoft.com/office/drawing/2014/main" id="{5C52AA50-E7DD-4E9D-9141-08CE23E52FDE}"/>
              </a:ext>
            </a:extLst>
          </p:cNvPr>
          <p:cNvSpPr>
            <a:spLocks noGrp="1"/>
          </p:cNvSpPr>
          <p:nvPr/>
        </p:nvSpPr>
        <p:spPr>
          <a:xfrm>
            <a:off x="4721073" y="5927522"/>
            <a:ext cx="269591" cy="9525"/>
          </a:xfrm>
          <a:custGeom>
            <a:avLst/>
            <a:gdLst/>
            <a:ahLst/>
            <a:cxnLst/>
            <a:rect l="0" t="0" r="0" b="0"/>
            <a:pathLst>
              <a:path w="269591" h="9525">
                <a:moveTo>
                  <a:pt x="0" y="0"/>
                </a:moveTo>
                <a:lnTo>
                  <a:pt x="269591" y="3633"/>
                </a:lnTo>
              </a:path>
            </a:pathLst>
          </a:custGeom>
          <a:noFill/>
          <a:ln w="8457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575" name="lumia-token-stream-curve">
            <a:extLst>
              <a:ext uri="{FF2B5EF4-FFF2-40B4-BE49-F238E27FC236}">
                <a16:creationId xmlns:a16="http://schemas.microsoft.com/office/drawing/2014/main" id="{D4E5D11B-B6E2-4C51-AB78-59E59CB1F1A3}"/>
              </a:ext>
            </a:extLst>
          </p:cNvPr>
          <p:cNvSpPr>
            <a:spLocks noGrp="1"/>
          </p:cNvSpPr>
          <p:nvPr/>
        </p:nvSpPr>
        <p:spPr>
          <a:xfrm>
            <a:off x="4990664" y="5931156"/>
            <a:ext cx="271676" cy="12518"/>
          </a:xfrm>
          <a:custGeom>
            <a:avLst/>
            <a:gdLst/>
            <a:ahLst/>
            <a:cxnLst/>
            <a:rect l="0" t="0" r="0" b="0"/>
            <a:pathLst>
              <a:path w="271676" h="12518">
                <a:moveTo>
                  <a:pt x="0" y="0"/>
                </a:moveTo>
                <a:lnTo>
                  <a:pt x="271676" y="12518"/>
                </a:lnTo>
              </a:path>
            </a:pathLst>
          </a:custGeom>
          <a:noFill/>
          <a:ln w="8594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576" name="lumia-token-stream-curve">
            <a:extLst>
              <a:ext uri="{FF2B5EF4-FFF2-40B4-BE49-F238E27FC236}">
                <a16:creationId xmlns:a16="http://schemas.microsoft.com/office/drawing/2014/main" id="{8C80BFB8-8736-4E6E-A60A-805DF96D95C8}"/>
              </a:ext>
            </a:extLst>
          </p:cNvPr>
          <p:cNvSpPr>
            <a:spLocks noGrp="1"/>
          </p:cNvSpPr>
          <p:nvPr/>
        </p:nvSpPr>
        <p:spPr>
          <a:xfrm>
            <a:off x="5262340" y="5943673"/>
            <a:ext cx="273678" cy="16226"/>
          </a:xfrm>
          <a:custGeom>
            <a:avLst/>
            <a:gdLst/>
            <a:ahLst/>
            <a:cxnLst/>
            <a:rect l="0" t="0" r="0" b="0"/>
            <a:pathLst>
              <a:path w="273678" h="16226">
                <a:moveTo>
                  <a:pt x="0" y="0"/>
                </a:moveTo>
                <a:lnTo>
                  <a:pt x="273678" y="16226"/>
                </a:lnTo>
              </a:path>
            </a:pathLst>
          </a:custGeom>
          <a:noFill/>
          <a:ln w="8753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577" name="lumia-token-stream-curve">
            <a:extLst>
              <a:ext uri="{FF2B5EF4-FFF2-40B4-BE49-F238E27FC236}">
                <a16:creationId xmlns:a16="http://schemas.microsoft.com/office/drawing/2014/main" id="{7CD16D3A-1436-44EE-8B97-0B7E3CFA8193}"/>
              </a:ext>
            </a:extLst>
          </p:cNvPr>
          <p:cNvSpPr>
            <a:spLocks noGrp="1"/>
          </p:cNvSpPr>
          <p:nvPr/>
        </p:nvSpPr>
        <p:spPr>
          <a:xfrm>
            <a:off x="5536018" y="5959899"/>
            <a:ext cx="275596" cy="14082"/>
          </a:xfrm>
          <a:custGeom>
            <a:avLst/>
            <a:gdLst/>
            <a:ahLst/>
            <a:cxnLst/>
            <a:rect l="0" t="0" r="0" b="0"/>
            <a:pathLst>
              <a:path w="275596" h="14082">
                <a:moveTo>
                  <a:pt x="0" y="0"/>
                </a:moveTo>
                <a:lnTo>
                  <a:pt x="275596" y="14082"/>
                </a:lnTo>
              </a:path>
            </a:pathLst>
          </a:custGeom>
          <a:noFill/>
          <a:ln w="8932">
            <a:solidFill>
              <a:srgbClr val="EB4833">
                <a:alpha val="4000"/>
              </a:srgbClr>
            </a:solidFill>
            <a:prstDash val="solid"/>
          </a:ln>
        </p:spPr>
      </p:sp>
      <p:sp>
        <p:nvSpPr>
          <p:cNvPr id="578" name="lumia-token-stream-curve">
            <a:extLst>
              <a:ext uri="{FF2B5EF4-FFF2-40B4-BE49-F238E27FC236}">
                <a16:creationId xmlns:a16="http://schemas.microsoft.com/office/drawing/2014/main" id="{188094F6-9FA3-4080-86DD-95CC11B27EDA}"/>
              </a:ext>
            </a:extLst>
          </p:cNvPr>
          <p:cNvSpPr>
            <a:spLocks noGrp="1"/>
          </p:cNvSpPr>
          <p:nvPr/>
        </p:nvSpPr>
        <p:spPr>
          <a:xfrm>
            <a:off x="5811614" y="5973981"/>
            <a:ext cx="277432" cy="9525"/>
          </a:xfrm>
          <a:custGeom>
            <a:avLst/>
            <a:gdLst/>
            <a:ahLst/>
            <a:cxnLst/>
            <a:rect l="0" t="0" r="0" b="0"/>
            <a:pathLst>
              <a:path w="277432" h="9525">
                <a:moveTo>
                  <a:pt x="0" y="0"/>
                </a:moveTo>
                <a:lnTo>
                  <a:pt x="277432" y="6104"/>
                </a:lnTo>
              </a:path>
            </a:pathLst>
          </a:custGeom>
          <a:noFill/>
          <a:ln w="9128">
            <a:solidFill>
              <a:srgbClr val="EC532F">
                <a:alpha val="4000"/>
              </a:srgbClr>
            </a:solidFill>
            <a:prstDash val="solid"/>
          </a:ln>
        </p:spPr>
      </p:sp>
      <p:sp>
        <p:nvSpPr>
          <p:cNvPr id="579" name="lumia-token-stream-curve">
            <a:extLst>
              <a:ext uri="{FF2B5EF4-FFF2-40B4-BE49-F238E27FC236}">
                <a16:creationId xmlns:a16="http://schemas.microsoft.com/office/drawing/2014/main" id="{44690A05-E59B-44D3-BCD5-6F61892F5041}"/>
              </a:ext>
            </a:extLst>
          </p:cNvPr>
          <p:cNvSpPr>
            <a:spLocks noGrp="1"/>
          </p:cNvSpPr>
          <p:nvPr/>
        </p:nvSpPr>
        <p:spPr>
          <a:xfrm>
            <a:off x="6089046" y="5973131"/>
            <a:ext cx="279185" cy="9525"/>
          </a:xfrm>
          <a:custGeom>
            <a:avLst/>
            <a:gdLst/>
            <a:ahLst/>
            <a:cxnLst/>
            <a:rect l="0" t="0" r="0" b="0"/>
            <a:pathLst>
              <a:path w="279185" h="9525">
                <a:moveTo>
                  <a:pt x="0" y="6954"/>
                </a:moveTo>
                <a:lnTo>
                  <a:pt x="279185" y="0"/>
                </a:lnTo>
              </a:path>
            </a:pathLst>
          </a:custGeom>
          <a:noFill/>
          <a:ln w="9338">
            <a:solidFill>
              <a:srgbClr val="EE5E2A">
                <a:alpha val="4000"/>
              </a:srgbClr>
            </a:solidFill>
            <a:prstDash val="solid"/>
          </a:ln>
        </p:spPr>
      </p:sp>
      <p:sp>
        <p:nvSpPr>
          <p:cNvPr id="580" name="lumia-token-stream-curve">
            <a:extLst>
              <a:ext uri="{FF2B5EF4-FFF2-40B4-BE49-F238E27FC236}">
                <a16:creationId xmlns:a16="http://schemas.microsoft.com/office/drawing/2014/main" id="{76758797-7810-4574-A2E5-FE617120A7D0}"/>
              </a:ext>
            </a:extLst>
          </p:cNvPr>
          <p:cNvSpPr>
            <a:spLocks noGrp="1"/>
          </p:cNvSpPr>
          <p:nvPr/>
        </p:nvSpPr>
        <p:spPr>
          <a:xfrm>
            <a:off x="6368230" y="5949473"/>
            <a:ext cx="280854" cy="23658"/>
          </a:xfrm>
          <a:custGeom>
            <a:avLst/>
            <a:gdLst/>
            <a:ahLst/>
            <a:cxnLst/>
            <a:rect l="0" t="0" r="0" b="0"/>
            <a:pathLst>
              <a:path w="280854" h="23658">
                <a:moveTo>
                  <a:pt x="0" y="23658"/>
                </a:moveTo>
                <a:lnTo>
                  <a:pt x="280854" y="0"/>
                </a:lnTo>
              </a:path>
            </a:pathLst>
          </a:custGeom>
          <a:noFill/>
          <a:ln w="9562">
            <a:solidFill>
              <a:srgbClr val="EF6926">
                <a:alpha val="4000"/>
              </a:srgbClr>
            </a:solidFill>
            <a:prstDash val="solid"/>
          </a:ln>
        </p:spPr>
      </p:sp>
      <p:sp>
        <p:nvSpPr>
          <p:cNvPr id="581" name="lumia-token-stream-curve">
            <a:extLst>
              <a:ext uri="{FF2B5EF4-FFF2-40B4-BE49-F238E27FC236}">
                <a16:creationId xmlns:a16="http://schemas.microsoft.com/office/drawing/2014/main" id="{BBFD64C0-4634-402C-943B-6A536C2A2A5B}"/>
              </a:ext>
            </a:extLst>
          </p:cNvPr>
          <p:cNvSpPr>
            <a:spLocks noGrp="1"/>
          </p:cNvSpPr>
          <p:nvPr/>
        </p:nvSpPr>
        <p:spPr>
          <a:xfrm>
            <a:off x="6649084" y="5907428"/>
            <a:ext cx="282440" cy="42046"/>
          </a:xfrm>
          <a:custGeom>
            <a:avLst/>
            <a:gdLst/>
            <a:ahLst/>
            <a:cxnLst/>
            <a:rect l="0" t="0" r="0" b="0"/>
            <a:pathLst>
              <a:path w="282440" h="42046">
                <a:moveTo>
                  <a:pt x="0" y="42046"/>
                </a:moveTo>
                <a:lnTo>
                  <a:pt x="282440" y="0"/>
                </a:lnTo>
              </a:path>
            </a:pathLst>
          </a:custGeom>
          <a:noFill/>
          <a:ln w="9796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582" name="lumia-token-stream-curve">
            <a:extLst>
              <a:ext uri="{FF2B5EF4-FFF2-40B4-BE49-F238E27FC236}">
                <a16:creationId xmlns:a16="http://schemas.microsoft.com/office/drawing/2014/main" id="{35EF1883-1E51-4522-9A5D-E2843ED8BF06}"/>
              </a:ext>
            </a:extLst>
          </p:cNvPr>
          <p:cNvSpPr>
            <a:spLocks noGrp="1"/>
          </p:cNvSpPr>
          <p:nvPr/>
        </p:nvSpPr>
        <p:spPr>
          <a:xfrm>
            <a:off x="6931525" y="5847570"/>
            <a:ext cx="283944" cy="59858"/>
          </a:xfrm>
          <a:custGeom>
            <a:avLst/>
            <a:gdLst/>
            <a:ahLst/>
            <a:cxnLst/>
            <a:rect l="0" t="0" r="0" b="0"/>
            <a:pathLst>
              <a:path w="283944" h="59858">
                <a:moveTo>
                  <a:pt x="0" y="59858"/>
                </a:moveTo>
                <a:lnTo>
                  <a:pt x="283944" y="0"/>
                </a:lnTo>
              </a:path>
            </a:pathLst>
          </a:custGeom>
          <a:noFill/>
          <a:ln w="10038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583" name="lumia-token-stream-curve">
            <a:extLst>
              <a:ext uri="{FF2B5EF4-FFF2-40B4-BE49-F238E27FC236}">
                <a16:creationId xmlns:a16="http://schemas.microsoft.com/office/drawing/2014/main" id="{61D0E0AA-252A-4E37-A238-ADF77EBA4C58}"/>
              </a:ext>
            </a:extLst>
          </p:cNvPr>
          <p:cNvSpPr>
            <a:spLocks noGrp="1"/>
          </p:cNvSpPr>
          <p:nvPr/>
        </p:nvSpPr>
        <p:spPr>
          <a:xfrm>
            <a:off x="7215468" y="5772743"/>
            <a:ext cx="285364" cy="74826"/>
          </a:xfrm>
          <a:custGeom>
            <a:avLst/>
            <a:gdLst/>
            <a:ahLst/>
            <a:cxnLst/>
            <a:rect l="0" t="0" r="0" b="0"/>
            <a:pathLst>
              <a:path w="285364" h="74826">
                <a:moveTo>
                  <a:pt x="0" y="74826"/>
                </a:moveTo>
                <a:lnTo>
                  <a:pt x="285364" y="0"/>
                </a:lnTo>
              </a:path>
            </a:pathLst>
          </a:custGeom>
          <a:noFill/>
          <a:ln w="10285">
            <a:solidFill>
              <a:srgbClr val="F48919">
                <a:alpha val="5000"/>
              </a:srgbClr>
            </a:solidFill>
            <a:prstDash val="solid"/>
          </a:ln>
        </p:spPr>
      </p:sp>
      <p:sp>
        <p:nvSpPr>
          <p:cNvPr id="584" name="lumia-token-stream-curve">
            <a:extLst>
              <a:ext uri="{FF2B5EF4-FFF2-40B4-BE49-F238E27FC236}">
                <a16:creationId xmlns:a16="http://schemas.microsoft.com/office/drawing/2014/main" id="{8D7243CE-6934-4C25-988D-40602E6E33AA}"/>
              </a:ext>
            </a:extLst>
          </p:cNvPr>
          <p:cNvSpPr>
            <a:spLocks noGrp="1"/>
          </p:cNvSpPr>
          <p:nvPr/>
        </p:nvSpPr>
        <p:spPr>
          <a:xfrm>
            <a:off x="7500832" y="5687767"/>
            <a:ext cx="286701" cy="84977"/>
          </a:xfrm>
          <a:custGeom>
            <a:avLst/>
            <a:gdLst/>
            <a:ahLst/>
            <a:cxnLst/>
            <a:rect l="0" t="0" r="0" b="0"/>
            <a:pathLst>
              <a:path w="286701" h="84977">
                <a:moveTo>
                  <a:pt x="0" y="84977"/>
                </a:moveTo>
                <a:lnTo>
                  <a:pt x="286701" y="0"/>
                </a:lnTo>
              </a:path>
            </a:pathLst>
          </a:custGeom>
          <a:noFill/>
          <a:ln w="10536">
            <a:solidFill>
              <a:srgbClr val="F59415">
                <a:alpha val="5000"/>
              </a:srgbClr>
            </a:solidFill>
            <a:prstDash val="solid"/>
          </a:ln>
        </p:spPr>
      </p:sp>
      <p:sp>
        <p:nvSpPr>
          <p:cNvPr id="585" name="lumia-token-stream-curve">
            <a:extLst>
              <a:ext uri="{FF2B5EF4-FFF2-40B4-BE49-F238E27FC236}">
                <a16:creationId xmlns:a16="http://schemas.microsoft.com/office/drawing/2014/main" id="{EE8BF8FE-BA7D-4011-B881-5A498CCD2BDF}"/>
              </a:ext>
            </a:extLst>
          </p:cNvPr>
          <p:cNvSpPr>
            <a:spLocks noGrp="1"/>
          </p:cNvSpPr>
          <p:nvPr/>
        </p:nvSpPr>
        <p:spPr>
          <a:xfrm>
            <a:off x="7787533" y="5598855"/>
            <a:ext cx="287955" cy="88911"/>
          </a:xfrm>
          <a:custGeom>
            <a:avLst/>
            <a:gdLst/>
            <a:ahLst/>
            <a:cxnLst/>
            <a:rect l="0" t="0" r="0" b="0"/>
            <a:pathLst>
              <a:path w="287955" h="88911">
                <a:moveTo>
                  <a:pt x="0" y="88911"/>
                </a:moveTo>
                <a:lnTo>
                  <a:pt x="287955" y="0"/>
                </a:lnTo>
              </a:path>
            </a:pathLst>
          </a:custGeom>
          <a:noFill/>
          <a:ln w="10787">
            <a:solidFill>
              <a:srgbClr val="F79E11">
                <a:alpha val="5000"/>
              </a:srgbClr>
            </a:solidFill>
            <a:prstDash val="solid"/>
          </a:ln>
        </p:spPr>
      </p:sp>
      <p:sp>
        <p:nvSpPr>
          <p:cNvPr id="586" name="lumia-token-stream-curve">
            <a:extLst>
              <a:ext uri="{FF2B5EF4-FFF2-40B4-BE49-F238E27FC236}">
                <a16:creationId xmlns:a16="http://schemas.microsoft.com/office/drawing/2014/main" id="{F317B609-7529-47E6-95F1-CD09A24D4525}"/>
              </a:ext>
            </a:extLst>
          </p:cNvPr>
          <p:cNvSpPr>
            <a:spLocks noGrp="1"/>
          </p:cNvSpPr>
          <p:nvPr/>
        </p:nvSpPr>
        <p:spPr>
          <a:xfrm>
            <a:off x="8075488" y="5512833"/>
            <a:ext cx="289126" cy="86023"/>
          </a:xfrm>
          <a:custGeom>
            <a:avLst/>
            <a:gdLst/>
            <a:ahLst/>
            <a:cxnLst/>
            <a:rect l="0" t="0" r="0" b="0"/>
            <a:pathLst>
              <a:path w="289126" h="86023">
                <a:moveTo>
                  <a:pt x="0" y="86023"/>
                </a:moveTo>
                <a:lnTo>
                  <a:pt x="289126" y="0"/>
                </a:lnTo>
              </a:path>
            </a:pathLst>
          </a:custGeom>
          <a:noFill/>
          <a:ln w="11037">
            <a:solidFill>
              <a:srgbClr val="F8A90C">
                <a:alpha val="5000"/>
              </a:srgbClr>
            </a:solidFill>
            <a:prstDash val="solid"/>
          </a:ln>
        </p:spPr>
      </p:sp>
      <p:sp>
        <p:nvSpPr>
          <p:cNvPr id="587" name="lumia-token-stream-curve">
            <a:extLst>
              <a:ext uri="{FF2B5EF4-FFF2-40B4-BE49-F238E27FC236}">
                <a16:creationId xmlns:a16="http://schemas.microsoft.com/office/drawing/2014/main" id="{0564F874-C506-4682-AEA2-53908EB0F1F6}"/>
              </a:ext>
            </a:extLst>
          </p:cNvPr>
          <p:cNvSpPr>
            <a:spLocks noGrp="1"/>
          </p:cNvSpPr>
          <p:nvPr/>
        </p:nvSpPr>
        <p:spPr>
          <a:xfrm>
            <a:off x="8364614" y="5436226"/>
            <a:ext cx="290214" cy="76607"/>
          </a:xfrm>
          <a:custGeom>
            <a:avLst/>
            <a:gdLst/>
            <a:ahLst/>
            <a:cxnLst/>
            <a:rect l="0" t="0" r="0" b="0"/>
            <a:pathLst>
              <a:path w="290214" h="76607">
                <a:moveTo>
                  <a:pt x="0" y="76607"/>
                </a:moveTo>
                <a:lnTo>
                  <a:pt x="290214" y="0"/>
                </a:lnTo>
              </a:path>
            </a:pathLst>
          </a:custGeom>
          <a:noFill/>
          <a:ln w="11283">
            <a:solidFill>
              <a:srgbClr val="FAB408">
                <a:alpha val="5000"/>
              </a:srgbClr>
            </a:solidFill>
            <a:prstDash val="solid"/>
          </a:ln>
        </p:spPr>
      </p:sp>
      <p:sp>
        <p:nvSpPr>
          <p:cNvPr id="588" name="lumia-token-stream-curve">
            <a:extLst>
              <a:ext uri="{FF2B5EF4-FFF2-40B4-BE49-F238E27FC236}">
                <a16:creationId xmlns:a16="http://schemas.microsoft.com/office/drawing/2014/main" id="{CFADECAA-D3FB-429E-9E88-32B27FEE2046}"/>
              </a:ext>
            </a:extLst>
          </p:cNvPr>
          <p:cNvSpPr>
            <a:spLocks noGrp="1"/>
          </p:cNvSpPr>
          <p:nvPr/>
        </p:nvSpPr>
        <p:spPr>
          <a:xfrm>
            <a:off x="8654828" y="5374371"/>
            <a:ext cx="291218" cy="61854"/>
          </a:xfrm>
          <a:custGeom>
            <a:avLst/>
            <a:gdLst/>
            <a:ahLst/>
            <a:cxnLst/>
            <a:rect l="0" t="0" r="0" b="0"/>
            <a:pathLst>
              <a:path w="291218" h="61854">
                <a:moveTo>
                  <a:pt x="0" y="61854"/>
                </a:moveTo>
                <a:lnTo>
                  <a:pt x="291218" y="0"/>
                </a:lnTo>
              </a:path>
            </a:pathLst>
          </a:custGeom>
          <a:noFill/>
          <a:ln w="11523">
            <a:solidFill>
              <a:srgbClr val="F7BC07">
                <a:alpha val="5000"/>
              </a:srgbClr>
            </a:solidFill>
            <a:prstDash val="solid"/>
          </a:ln>
        </p:spPr>
      </p:sp>
      <p:sp>
        <p:nvSpPr>
          <p:cNvPr id="589" name="lumia-token-stream-curve">
            <a:extLst>
              <a:ext uri="{FF2B5EF4-FFF2-40B4-BE49-F238E27FC236}">
                <a16:creationId xmlns:a16="http://schemas.microsoft.com/office/drawing/2014/main" id="{2338B98E-5233-419C-BD5B-8EB7453D662A}"/>
              </a:ext>
            </a:extLst>
          </p:cNvPr>
          <p:cNvSpPr>
            <a:spLocks noGrp="1"/>
          </p:cNvSpPr>
          <p:nvPr/>
        </p:nvSpPr>
        <p:spPr>
          <a:xfrm>
            <a:off x="8946046" y="5330656"/>
            <a:ext cx="292140" cy="43715"/>
          </a:xfrm>
          <a:custGeom>
            <a:avLst/>
            <a:gdLst/>
            <a:ahLst/>
            <a:cxnLst/>
            <a:rect l="0" t="0" r="0" b="0"/>
            <a:pathLst>
              <a:path w="292140" h="43715">
                <a:moveTo>
                  <a:pt x="0" y="43715"/>
                </a:moveTo>
                <a:lnTo>
                  <a:pt x="292140" y="0"/>
                </a:lnTo>
              </a:path>
            </a:pathLst>
          </a:custGeom>
          <a:noFill/>
          <a:ln w="11755">
            <a:solidFill>
              <a:srgbClr val="E5BA0E">
                <a:alpha val="5000"/>
              </a:srgbClr>
            </a:solidFill>
            <a:prstDash val="solid"/>
          </a:ln>
        </p:spPr>
      </p:sp>
      <p:sp>
        <p:nvSpPr>
          <p:cNvPr id="590" name="lumia-token-stream-curve">
            <a:extLst>
              <a:ext uri="{FF2B5EF4-FFF2-40B4-BE49-F238E27FC236}">
                <a16:creationId xmlns:a16="http://schemas.microsoft.com/office/drawing/2014/main" id="{7D5A101A-C308-4092-9BFE-6E6B9F9E4DB8}"/>
              </a:ext>
            </a:extLst>
          </p:cNvPr>
          <p:cNvSpPr>
            <a:spLocks noGrp="1"/>
          </p:cNvSpPr>
          <p:nvPr/>
        </p:nvSpPr>
        <p:spPr>
          <a:xfrm>
            <a:off x="9238186" y="5306007"/>
            <a:ext cx="292979" cy="24649"/>
          </a:xfrm>
          <a:custGeom>
            <a:avLst/>
            <a:gdLst/>
            <a:ahLst/>
            <a:cxnLst/>
            <a:rect l="0" t="0" r="0" b="0"/>
            <a:pathLst>
              <a:path w="292979" h="24649">
                <a:moveTo>
                  <a:pt x="0" y="24649"/>
                </a:moveTo>
                <a:lnTo>
                  <a:pt x="292979" y="0"/>
                </a:lnTo>
              </a:path>
            </a:pathLst>
          </a:custGeom>
          <a:noFill/>
          <a:ln w="11975">
            <a:solidFill>
              <a:srgbClr val="D3B815">
                <a:alpha val="5000"/>
              </a:srgbClr>
            </a:solidFill>
            <a:prstDash val="solid"/>
          </a:ln>
        </p:spPr>
      </p:sp>
      <p:sp>
        <p:nvSpPr>
          <p:cNvPr id="591" name="lumia-token-stream-curve">
            <a:extLst>
              <a:ext uri="{FF2B5EF4-FFF2-40B4-BE49-F238E27FC236}">
                <a16:creationId xmlns:a16="http://schemas.microsoft.com/office/drawing/2014/main" id="{A420E22B-EE36-47E5-A6E7-3491B4B41857}"/>
              </a:ext>
            </a:extLst>
          </p:cNvPr>
          <p:cNvSpPr>
            <a:spLocks noGrp="1"/>
          </p:cNvSpPr>
          <p:nvPr/>
        </p:nvSpPr>
        <p:spPr>
          <a:xfrm>
            <a:off x="9531165" y="5298714"/>
            <a:ext cx="293734" cy="9525"/>
          </a:xfrm>
          <a:custGeom>
            <a:avLst/>
            <a:gdLst/>
            <a:ahLst/>
            <a:cxnLst/>
            <a:rect l="0" t="0" r="0" b="0"/>
            <a:pathLst>
              <a:path w="293734" h="9525">
                <a:moveTo>
                  <a:pt x="0" y="7293"/>
                </a:moveTo>
                <a:lnTo>
                  <a:pt x="293734" y="0"/>
                </a:lnTo>
              </a:path>
            </a:pathLst>
          </a:custGeom>
          <a:noFill/>
          <a:ln w="12183">
            <a:solidFill>
              <a:srgbClr val="C2B61C">
                <a:alpha val="6000"/>
              </a:srgbClr>
            </a:solidFill>
            <a:prstDash val="solid"/>
          </a:ln>
        </p:spPr>
      </p:sp>
      <p:sp>
        <p:nvSpPr>
          <p:cNvPr id="592" name="lumia-token-stream-curve">
            <a:extLst>
              <a:ext uri="{FF2B5EF4-FFF2-40B4-BE49-F238E27FC236}">
                <a16:creationId xmlns:a16="http://schemas.microsoft.com/office/drawing/2014/main" id="{FEA7A6CD-E90B-4C4F-B7A8-46D49F4D51FA}"/>
              </a:ext>
            </a:extLst>
          </p:cNvPr>
          <p:cNvSpPr>
            <a:spLocks noGrp="1"/>
          </p:cNvSpPr>
          <p:nvPr/>
        </p:nvSpPr>
        <p:spPr>
          <a:xfrm>
            <a:off x="9824899" y="5298714"/>
            <a:ext cx="294407" cy="9525"/>
          </a:xfrm>
          <a:custGeom>
            <a:avLst/>
            <a:gdLst/>
            <a:ahLst/>
            <a:cxnLst/>
            <a:rect l="0" t="0" r="0" b="0"/>
            <a:pathLst>
              <a:path w="294407" h="9525">
                <a:moveTo>
                  <a:pt x="0" y="0"/>
                </a:moveTo>
                <a:lnTo>
                  <a:pt x="294407" y="5899"/>
                </a:lnTo>
              </a:path>
            </a:pathLst>
          </a:custGeom>
          <a:noFill/>
          <a:ln w="12374">
            <a:solidFill>
              <a:srgbClr val="B0B422">
                <a:alpha val="6000"/>
              </a:srgbClr>
            </a:solidFill>
            <a:prstDash val="solid"/>
          </a:ln>
        </p:spPr>
      </p:sp>
      <p:sp>
        <p:nvSpPr>
          <p:cNvPr id="593" name="lumia-token-stream-curve">
            <a:extLst>
              <a:ext uri="{FF2B5EF4-FFF2-40B4-BE49-F238E27FC236}">
                <a16:creationId xmlns:a16="http://schemas.microsoft.com/office/drawing/2014/main" id="{2401AE57-48E5-45A1-9109-EC6082A4B115}"/>
              </a:ext>
            </a:extLst>
          </p:cNvPr>
          <p:cNvSpPr>
            <a:spLocks noGrp="1"/>
          </p:cNvSpPr>
          <p:nvPr/>
        </p:nvSpPr>
        <p:spPr>
          <a:xfrm>
            <a:off x="10119306" y="5304613"/>
            <a:ext cx="294996" cy="13015"/>
          </a:xfrm>
          <a:custGeom>
            <a:avLst/>
            <a:gdLst/>
            <a:ahLst/>
            <a:cxnLst/>
            <a:rect l="0" t="0" r="0" b="0"/>
            <a:pathLst>
              <a:path w="294996" h="13015">
                <a:moveTo>
                  <a:pt x="0" y="0"/>
                </a:moveTo>
                <a:lnTo>
                  <a:pt x="294996" y="13015"/>
                </a:lnTo>
              </a:path>
            </a:pathLst>
          </a:custGeom>
          <a:noFill/>
          <a:ln w="12548">
            <a:solidFill>
              <a:srgbClr val="9EB329">
                <a:alpha val="6000"/>
              </a:srgbClr>
            </a:solidFill>
            <a:prstDash val="solid"/>
          </a:ln>
        </p:spPr>
      </p:sp>
      <p:sp>
        <p:nvSpPr>
          <p:cNvPr id="594" name="lumia-token-stream-curve">
            <a:extLst>
              <a:ext uri="{FF2B5EF4-FFF2-40B4-BE49-F238E27FC236}">
                <a16:creationId xmlns:a16="http://schemas.microsoft.com/office/drawing/2014/main" id="{B52DDB30-01D9-451D-92E9-C6C02E805EDC}"/>
              </a:ext>
            </a:extLst>
          </p:cNvPr>
          <p:cNvSpPr>
            <a:spLocks noGrp="1"/>
          </p:cNvSpPr>
          <p:nvPr/>
        </p:nvSpPr>
        <p:spPr>
          <a:xfrm>
            <a:off x="10414302" y="5317628"/>
            <a:ext cx="295502" cy="12959"/>
          </a:xfrm>
          <a:custGeom>
            <a:avLst/>
            <a:gdLst/>
            <a:ahLst/>
            <a:cxnLst/>
            <a:rect l="0" t="0" r="0" b="0"/>
            <a:pathLst>
              <a:path w="295502" h="12959">
                <a:moveTo>
                  <a:pt x="0" y="0"/>
                </a:moveTo>
                <a:lnTo>
                  <a:pt x="295502" y="12959"/>
                </a:lnTo>
              </a:path>
            </a:pathLst>
          </a:custGeom>
          <a:noFill/>
          <a:ln w="12702">
            <a:solidFill>
              <a:srgbClr val="8CB130">
                <a:alpha val="6000"/>
              </a:srgbClr>
            </a:solidFill>
            <a:prstDash val="solid"/>
          </a:ln>
        </p:spPr>
      </p:sp>
      <p:sp>
        <p:nvSpPr>
          <p:cNvPr id="595" name="lumia-token-stream-curve">
            <a:extLst>
              <a:ext uri="{FF2B5EF4-FFF2-40B4-BE49-F238E27FC236}">
                <a16:creationId xmlns:a16="http://schemas.microsoft.com/office/drawing/2014/main" id="{6F16C1AE-4521-47FB-AB56-18BE662F7993}"/>
              </a:ext>
            </a:extLst>
          </p:cNvPr>
          <p:cNvSpPr>
            <a:spLocks noGrp="1"/>
          </p:cNvSpPr>
          <p:nvPr/>
        </p:nvSpPr>
        <p:spPr>
          <a:xfrm>
            <a:off x="10709804" y="5330587"/>
            <a:ext cx="295925" cy="9525"/>
          </a:xfrm>
          <a:custGeom>
            <a:avLst/>
            <a:gdLst/>
            <a:ahLst/>
            <a:cxnLst/>
            <a:rect l="0" t="0" r="0" b="0"/>
            <a:pathLst>
              <a:path w="295925" h="9525">
                <a:moveTo>
                  <a:pt x="0" y="0"/>
                </a:moveTo>
                <a:lnTo>
                  <a:pt x="295925" y="5626"/>
                </a:lnTo>
              </a:path>
            </a:pathLst>
          </a:custGeom>
          <a:noFill/>
          <a:ln w="12833">
            <a:solidFill>
              <a:srgbClr val="7BAF37">
                <a:alpha val="6000"/>
              </a:srgbClr>
            </a:solidFill>
            <a:prstDash val="solid"/>
          </a:ln>
        </p:spPr>
      </p:sp>
      <p:sp>
        <p:nvSpPr>
          <p:cNvPr id="596" name="lumia-token-stream-curve">
            <a:extLst>
              <a:ext uri="{FF2B5EF4-FFF2-40B4-BE49-F238E27FC236}">
                <a16:creationId xmlns:a16="http://schemas.microsoft.com/office/drawing/2014/main" id="{815DB8CF-DCD8-45DD-A338-FA0D49054B97}"/>
              </a:ext>
            </a:extLst>
          </p:cNvPr>
          <p:cNvSpPr>
            <a:spLocks noGrp="1"/>
          </p:cNvSpPr>
          <p:nvPr/>
        </p:nvSpPr>
        <p:spPr>
          <a:xfrm>
            <a:off x="11005729" y="5328140"/>
            <a:ext cx="296265" cy="9525"/>
          </a:xfrm>
          <a:custGeom>
            <a:avLst/>
            <a:gdLst/>
            <a:ahLst/>
            <a:cxnLst/>
            <a:rect l="0" t="0" r="0" b="0"/>
            <a:pathLst>
              <a:path w="296265" h="9525">
                <a:moveTo>
                  <a:pt x="0" y="8073"/>
                </a:moveTo>
                <a:lnTo>
                  <a:pt x="296265" y="0"/>
                </a:lnTo>
              </a:path>
            </a:pathLst>
          </a:custGeom>
          <a:noFill/>
          <a:ln w="12939">
            <a:solidFill>
              <a:srgbClr val="69AD3E">
                <a:alpha val="6000"/>
              </a:srgbClr>
            </a:solidFill>
            <a:prstDash val="solid"/>
          </a:ln>
        </p:spPr>
      </p:sp>
      <p:sp>
        <p:nvSpPr>
          <p:cNvPr id="597" name="lumia-token-stream-curve">
            <a:extLst>
              <a:ext uri="{FF2B5EF4-FFF2-40B4-BE49-F238E27FC236}">
                <a16:creationId xmlns:a16="http://schemas.microsoft.com/office/drawing/2014/main" id="{BEB5F40F-C0B8-497A-A264-68620FBA175E}"/>
              </a:ext>
            </a:extLst>
          </p:cNvPr>
          <p:cNvSpPr>
            <a:spLocks noGrp="1"/>
          </p:cNvSpPr>
          <p:nvPr/>
        </p:nvSpPr>
        <p:spPr>
          <a:xfrm>
            <a:off x="11301994" y="5301816"/>
            <a:ext cx="296522" cy="26324"/>
          </a:xfrm>
          <a:custGeom>
            <a:avLst/>
            <a:gdLst/>
            <a:ahLst/>
            <a:cxnLst/>
            <a:rect l="0" t="0" r="0" b="0"/>
            <a:pathLst>
              <a:path w="296522" h="26324">
                <a:moveTo>
                  <a:pt x="0" y="26324"/>
                </a:moveTo>
                <a:lnTo>
                  <a:pt x="296522" y="0"/>
                </a:lnTo>
              </a:path>
            </a:pathLst>
          </a:custGeom>
          <a:noFill/>
          <a:ln w="13017">
            <a:solidFill>
              <a:srgbClr val="57AC45">
                <a:alpha val="6000"/>
              </a:srgbClr>
            </a:solidFill>
            <a:prstDash val="solid"/>
          </a:ln>
        </p:spPr>
      </p:sp>
      <p:sp>
        <p:nvSpPr>
          <p:cNvPr id="598" name="lumia-token-stream-curve">
            <a:extLst>
              <a:ext uri="{FF2B5EF4-FFF2-40B4-BE49-F238E27FC236}">
                <a16:creationId xmlns:a16="http://schemas.microsoft.com/office/drawing/2014/main" id="{92DCF8BE-4877-4C9C-B977-1DE1F8BA4ACB}"/>
              </a:ext>
            </a:extLst>
          </p:cNvPr>
          <p:cNvSpPr>
            <a:spLocks noGrp="1"/>
          </p:cNvSpPr>
          <p:nvPr/>
        </p:nvSpPr>
        <p:spPr>
          <a:xfrm>
            <a:off x="11598517" y="5255155"/>
            <a:ext cx="296696" cy="46662"/>
          </a:xfrm>
          <a:custGeom>
            <a:avLst/>
            <a:gdLst/>
            <a:ahLst/>
            <a:cxnLst/>
            <a:rect l="0" t="0" r="0" b="0"/>
            <a:pathLst>
              <a:path w="296696" h="46662">
                <a:moveTo>
                  <a:pt x="0" y="46662"/>
                </a:moveTo>
                <a:lnTo>
                  <a:pt x="296696" y="0"/>
                </a:lnTo>
              </a:path>
            </a:pathLst>
          </a:custGeom>
          <a:noFill/>
          <a:ln w="13066">
            <a:solidFill>
              <a:srgbClr val="46AA4C">
                <a:alpha val="6000"/>
              </a:srgbClr>
            </a:solidFill>
            <a:prstDash val="solid"/>
          </a:ln>
        </p:spPr>
      </p:sp>
      <p:sp>
        <p:nvSpPr>
          <p:cNvPr id="599" name="lumia-token-stream-curve">
            <a:extLst>
              <a:ext uri="{FF2B5EF4-FFF2-40B4-BE49-F238E27FC236}">
                <a16:creationId xmlns:a16="http://schemas.microsoft.com/office/drawing/2014/main" id="{95D94F1B-7D56-422A-AA6D-DBDD0D82EED7}"/>
              </a:ext>
            </a:extLst>
          </p:cNvPr>
          <p:cNvSpPr>
            <a:spLocks noGrp="1"/>
          </p:cNvSpPr>
          <p:nvPr/>
        </p:nvSpPr>
        <p:spPr>
          <a:xfrm>
            <a:off x="11895213" y="5188839"/>
            <a:ext cx="296787" cy="66316"/>
          </a:xfrm>
          <a:custGeom>
            <a:avLst/>
            <a:gdLst/>
            <a:ahLst/>
            <a:cxnLst/>
            <a:rect l="0" t="0" r="0" b="0"/>
            <a:pathLst>
              <a:path w="296787" h="66316">
                <a:moveTo>
                  <a:pt x="0" y="66316"/>
                </a:moveTo>
                <a:lnTo>
                  <a:pt x="296787" y="0"/>
                </a:lnTo>
              </a:path>
            </a:pathLst>
          </a:custGeom>
          <a:noFill/>
          <a:ln w="13083">
            <a:solidFill>
              <a:srgbClr val="34A853">
                <a:alpha val="6000"/>
              </a:srgbClr>
            </a:solidFill>
            <a:prstDash val="solid"/>
          </a:ln>
        </p:spPr>
      </p:sp>
      <p:sp>
        <p:nvSpPr>
          <p:cNvPr id="600" name="lumia-token-stream-curve">
            <a:extLst>
              <a:ext uri="{FF2B5EF4-FFF2-40B4-BE49-F238E27FC236}">
                <a16:creationId xmlns:a16="http://schemas.microsoft.com/office/drawing/2014/main" id="{25E19641-2CE0-4DC0-AD8B-A87A5DEFC344}"/>
              </a:ext>
            </a:extLst>
          </p:cNvPr>
          <p:cNvSpPr>
            <a:spLocks noGrp="1"/>
          </p:cNvSpPr>
          <p:nvPr/>
        </p:nvSpPr>
        <p:spPr>
          <a:xfrm>
            <a:off x="134206" y="6698933"/>
            <a:ext cx="199595" cy="9525"/>
          </a:xfrm>
          <a:custGeom>
            <a:avLst/>
            <a:gdLst/>
            <a:ahLst/>
            <a:cxnLst/>
            <a:rect l="0" t="0" r="0" b="0"/>
            <a:pathLst>
              <a:path w="199595" h="9525">
                <a:moveTo>
                  <a:pt x="0" y="0"/>
                </a:moveTo>
                <a:lnTo>
                  <a:pt x="199595" y="6667"/>
                </a:lnTo>
              </a:path>
            </a:pathLst>
          </a:custGeom>
          <a:noFill/>
          <a:ln w="8573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601" name="lumia-token-stream-curve">
            <a:extLst>
              <a:ext uri="{FF2B5EF4-FFF2-40B4-BE49-F238E27FC236}">
                <a16:creationId xmlns:a16="http://schemas.microsoft.com/office/drawing/2014/main" id="{4C065F89-8745-42D0-B50E-8544D42813A3}"/>
              </a:ext>
            </a:extLst>
          </p:cNvPr>
          <p:cNvSpPr>
            <a:spLocks noGrp="1"/>
          </p:cNvSpPr>
          <p:nvPr/>
        </p:nvSpPr>
        <p:spPr>
          <a:xfrm>
            <a:off x="333802" y="6705600"/>
            <a:ext cx="203485" cy="9525"/>
          </a:xfrm>
          <a:custGeom>
            <a:avLst/>
            <a:gdLst/>
            <a:ahLst/>
            <a:cxnLst/>
            <a:rect l="0" t="0" r="0" b="0"/>
            <a:pathLst>
              <a:path w="203485" h="9525">
                <a:moveTo>
                  <a:pt x="0" y="0"/>
                </a:moveTo>
                <a:lnTo>
                  <a:pt x="203485" y="0"/>
                </a:lnTo>
              </a:path>
            </a:pathLst>
          </a:custGeom>
          <a:noFill/>
          <a:ln w="8573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602" name="lumia-token-stream-curve">
            <a:extLst>
              <a:ext uri="{FF2B5EF4-FFF2-40B4-BE49-F238E27FC236}">
                <a16:creationId xmlns:a16="http://schemas.microsoft.com/office/drawing/2014/main" id="{72672CA4-A1EA-4C81-9393-2032D305CBDD}"/>
              </a:ext>
            </a:extLst>
          </p:cNvPr>
          <p:cNvSpPr>
            <a:spLocks noGrp="1"/>
          </p:cNvSpPr>
          <p:nvPr/>
        </p:nvSpPr>
        <p:spPr>
          <a:xfrm>
            <a:off x="537287" y="6705600"/>
            <a:ext cx="207299" cy="9525"/>
          </a:xfrm>
          <a:custGeom>
            <a:avLst/>
            <a:gdLst/>
            <a:ahLst/>
            <a:cxnLst/>
            <a:rect l="0" t="0" r="0" b="0"/>
            <a:pathLst>
              <a:path w="207299" h="9525">
                <a:moveTo>
                  <a:pt x="0" y="0"/>
                </a:moveTo>
                <a:lnTo>
                  <a:pt x="207299" y="0"/>
                </a:lnTo>
              </a:path>
            </a:pathLst>
          </a:custGeom>
          <a:noFill/>
          <a:ln w="8573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603" name="lumia-token-stream-curve">
            <a:extLst>
              <a:ext uri="{FF2B5EF4-FFF2-40B4-BE49-F238E27FC236}">
                <a16:creationId xmlns:a16="http://schemas.microsoft.com/office/drawing/2014/main" id="{96D13F58-B399-48F8-AE38-EBFEBA0222FA}"/>
              </a:ext>
            </a:extLst>
          </p:cNvPr>
          <p:cNvSpPr>
            <a:spLocks noGrp="1"/>
          </p:cNvSpPr>
          <p:nvPr/>
        </p:nvSpPr>
        <p:spPr>
          <a:xfrm>
            <a:off x="744585" y="6705600"/>
            <a:ext cx="211037" cy="9525"/>
          </a:xfrm>
          <a:custGeom>
            <a:avLst/>
            <a:gdLst/>
            <a:ahLst/>
            <a:cxnLst/>
            <a:rect l="0" t="0" r="0" b="0"/>
            <a:pathLst>
              <a:path w="211037" h="9525">
                <a:moveTo>
                  <a:pt x="0" y="0"/>
                </a:moveTo>
                <a:lnTo>
                  <a:pt x="211037" y="0"/>
                </a:lnTo>
              </a:path>
            </a:pathLst>
          </a:custGeom>
          <a:noFill/>
          <a:ln w="8573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604" name="lumia-token-stream-curve">
            <a:extLst>
              <a:ext uri="{FF2B5EF4-FFF2-40B4-BE49-F238E27FC236}">
                <a16:creationId xmlns:a16="http://schemas.microsoft.com/office/drawing/2014/main" id="{78D7A215-C951-4E45-BF16-D3B0A026EDF2}"/>
              </a:ext>
            </a:extLst>
          </p:cNvPr>
          <p:cNvSpPr>
            <a:spLocks noGrp="1"/>
          </p:cNvSpPr>
          <p:nvPr/>
        </p:nvSpPr>
        <p:spPr>
          <a:xfrm>
            <a:off x="955623" y="6690207"/>
            <a:ext cx="214700" cy="15393"/>
          </a:xfrm>
          <a:custGeom>
            <a:avLst/>
            <a:gdLst/>
            <a:ahLst/>
            <a:cxnLst/>
            <a:rect l="0" t="0" r="0" b="0"/>
            <a:pathLst>
              <a:path w="214700" h="15393">
                <a:moveTo>
                  <a:pt x="0" y="15393"/>
                </a:moveTo>
                <a:lnTo>
                  <a:pt x="214700" y="0"/>
                </a:lnTo>
              </a:path>
            </a:pathLst>
          </a:custGeom>
          <a:noFill/>
          <a:ln w="8573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605" name="lumia-token-stream-curve">
            <a:extLst>
              <a:ext uri="{FF2B5EF4-FFF2-40B4-BE49-F238E27FC236}">
                <a16:creationId xmlns:a16="http://schemas.microsoft.com/office/drawing/2014/main" id="{31549654-4074-409E-87AC-2B8446ED7B0D}"/>
              </a:ext>
            </a:extLst>
          </p:cNvPr>
          <p:cNvSpPr>
            <a:spLocks noGrp="1"/>
          </p:cNvSpPr>
          <p:nvPr/>
        </p:nvSpPr>
        <p:spPr>
          <a:xfrm>
            <a:off x="1170322" y="6653805"/>
            <a:ext cx="218286" cy="36401"/>
          </a:xfrm>
          <a:custGeom>
            <a:avLst/>
            <a:gdLst/>
            <a:ahLst/>
            <a:cxnLst/>
            <a:rect l="0" t="0" r="0" b="0"/>
            <a:pathLst>
              <a:path w="218286" h="36401">
                <a:moveTo>
                  <a:pt x="0" y="36401"/>
                </a:moveTo>
                <a:lnTo>
                  <a:pt x="218286" y="0"/>
                </a:lnTo>
              </a:path>
            </a:pathLst>
          </a:custGeom>
          <a:noFill/>
          <a:ln w="8573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606" name="lumia-token-stream-curve">
            <a:extLst>
              <a:ext uri="{FF2B5EF4-FFF2-40B4-BE49-F238E27FC236}">
                <a16:creationId xmlns:a16="http://schemas.microsoft.com/office/drawing/2014/main" id="{1CE8E916-CFEA-42E7-ABDC-2D43ABBC209F}"/>
              </a:ext>
            </a:extLst>
          </p:cNvPr>
          <p:cNvSpPr>
            <a:spLocks noGrp="1"/>
          </p:cNvSpPr>
          <p:nvPr/>
        </p:nvSpPr>
        <p:spPr>
          <a:xfrm>
            <a:off x="1388609" y="6606210"/>
            <a:ext cx="221797" cy="47595"/>
          </a:xfrm>
          <a:custGeom>
            <a:avLst/>
            <a:gdLst/>
            <a:ahLst/>
            <a:cxnLst/>
            <a:rect l="0" t="0" r="0" b="0"/>
            <a:pathLst>
              <a:path w="221797" h="47595">
                <a:moveTo>
                  <a:pt x="0" y="47595"/>
                </a:moveTo>
                <a:lnTo>
                  <a:pt x="221797" y="0"/>
                </a:lnTo>
              </a:path>
            </a:pathLst>
          </a:custGeom>
          <a:noFill/>
          <a:ln w="8573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607" name="lumia-token-stream-curve">
            <a:extLst>
              <a:ext uri="{FF2B5EF4-FFF2-40B4-BE49-F238E27FC236}">
                <a16:creationId xmlns:a16="http://schemas.microsoft.com/office/drawing/2014/main" id="{7B509D29-D13C-47C0-94EE-D944591A3AC1}"/>
              </a:ext>
            </a:extLst>
          </p:cNvPr>
          <p:cNvSpPr>
            <a:spLocks noGrp="1"/>
          </p:cNvSpPr>
          <p:nvPr/>
        </p:nvSpPr>
        <p:spPr>
          <a:xfrm>
            <a:off x="1610406" y="6549311"/>
            <a:ext cx="225233" cy="56900"/>
          </a:xfrm>
          <a:custGeom>
            <a:avLst/>
            <a:gdLst/>
            <a:ahLst/>
            <a:cxnLst/>
            <a:rect l="0" t="0" r="0" b="0"/>
            <a:pathLst>
              <a:path w="225233" h="56900">
                <a:moveTo>
                  <a:pt x="0" y="56900"/>
                </a:moveTo>
                <a:lnTo>
                  <a:pt x="225233" y="0"/>
                </a:lnTo>
              </a:path>
            </a:pathLst>
          </a:custGeom>
          <a:noFill/>
          <a:ln w="8573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608" name="lumia-token-stream-curve">
            <a:extLst>
              <a:ext uri="{FF2B5EF4-FFF2-40B4-BE49-F238E27FC236}">
                <a16:creationId xmlns:a16="http://schemas.microsoft.com/office/drawing/2014/main" id="{D09974A5-1EFD-450E-A697-31413522A512}"/>
              </a:ext>
            </a:extLst>
          </p:cNvPr>
          <p:cNvSpPr>
            <a:spLocks noGrp="1"/>
          </p:cNvSpPr>
          <p:nvPr/>
        </p:nvSpPr>
        <p:spPr>
          <a:xfrm>
            <a:off x="1835639" y="6485830"/>
            <a:ext cx="228592" cy="63480"/>
          </a:xfrm>
          <a:custGeom>
            <a:avLst/>
            <a:gdLst/>
            <a:ahLst/>
            <a:cxnLst/>
            <a:rect l="0" t="0" r="0" b="0"/>
            <a:pathLst>
              <a:path w="228592" h="63480">
                <a:moveTo>
                  <a:pt x="0" y="63480"/>
                </a:moveTo>
                <a:lnTo>
                  <a:pt x="228592" y="0"/>
                </a:lnTo>
              </a:path>
            </a:pathLst>
          </a:custGeom>
          <a:noFill/>
          <a:ln w="8573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609" name="lumia-token-stream-curve">
            <a:extLst>
              <a:ext uri="{FF2B5EF4-FFF2-40B4-BE49-F238E27FC236}">
                <a16:creationId xmlns:a16="http://schemas.microsoft.com/office/drawing/2014/main" id="{A95F1B2F-0BE1-4C4A-BE19-595C2FCBD4B5}"/>
              </a:ext>
            </a:extLst>
          </p:cNvPr>
          <p:cNvSpPr>
            <a:spLocks noGrp="1"/>
          </p:cNvSpPr>
          <p:nvPr/>
        </p:nvSpPr>
        <p:spPr>
          <a:xfrm>
            <a:off x="2064231" y="6419165"/>
            <a:ext cx="231876" cy="66665"/>
          </a:xfrm>
          <a:custGeom>
            <a:avLst/>
            <a:gdLst/>
            <a:ahLst/>
            <a:cxnLst/>
            <a:rect l="0" t="0" r="0" b="0"/>
            <a:pathLst>
              <a:path w="231876" h="66665">
                <a:moveTo>
                  <a:pt x="0" y="66665"/>
                </a:moveTo>
                <a:lnTo>
                  <a:pt x="231876" y="0"/>
                </a:lnTo>
              </a:path>
            </a:pathLst>
          </a:custGeom>
          <a:noFill/>
          <a:ln w="8573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610" name="lumia-token-stream-curve">
            <a:extLst>
              <a:ext uri="{FF2B5EF4-FFF2-40B4-BE49-F238E27FC236}">
                <a16:creationId xmlns:a16="http://schemas.microsoft.com/office/drawing/2014/main" id="{F6FB5611-46A1-4F6F-8253-C014E9950553}"/>
              </a:ext>
            </a:extLst>
          </p:cNvPr>
          <p:cNvSpPr>
            <a:spLocks noGrp="1"/>
          </p:cNvSpPr>
          <p:nvPr/>
        </p:nvSpPr>
        <p:spPr>
          <a:xfrm>
            <a:off x="2296107" y="6353133"/>
            <a:ext cx="235084" cy="66032"/>
          </a:xfrm>
          <a:custGeom>
            <a:avLst/>
            <a:gdLst/>
            <a:ahLst/>
            <a:cxnLst/>
            <a:rect l="0" t="0" r="0" b="0"/>
            <a:pathLst>
              <a:path w="235084" h="66032">
                <a:moveTo>
                  <a:pt x="0" y="66032"/>
                </a:moveTo>
                <a:lnTo>
                  <a:pt x="235084" y="0"/>
                </a:lnTo>
              </a:path>
            </a:pathLst>
          </a:custGeom>
          <a:noFill/>
          <a:ln w="8573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611" name="lumia-token-stream-curve">
            <a:extLst>
              <a:ext uri="{FF2B5EF4-FFF2-40B4-BE49-F238E27FC236}">
                <a16:creationId xmlns:a16="http://schemas.microsoft.com/office/drawing/2014/main" id="{155EC861-D4E6-495B-B3EF-0DEFC2D1854C}"/>
              </a:ext>
            </a:extLst>
          </p:cNvPr>
          <p:cNvSpPr>
            <a:spLocks noGrp="1"/>
          </p:cNvSpPr>
          <p:nvPr/>
        </p:nvSpPr>
        <p:spPr>
          <a:xfrm>
            <a:off x="2531192" y="6291645"/>
            <a:ext cx="238217" cy="61488"/>
          </a:xfrm>
          <a:custGeom>
            <a:avLst/>
            <a:gdLst/>
            <a:ahLst/>
            <a:cxnLst/>
            <a:rect l="0" t="0" r="0" b="0"/>
            <a:pathLst>
              <a:path w="238217" h="61488">
                <a:moveTo>
                  <a:pt x="0" y="61488"/>
                </a:moveTo>
                <a:lnTo>
                  <a:pt x="238217" y="0"/>
                </a:lnTo>
              </a:path>
            </a:pathLst>
          </a:custGeom>
          <a:noFill/>
          <a:ln w="8573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612" name="lumia-token-stream-curve">
            <a:extLst>
              <a:ext uri="{FF2B5EF4-FFF2-40B4-BE49-F238E27FC236}">
                <a16:creationId xmlns:a16="http://schemas.microsoft.com/office/drawing/2014/main" id="{5BE58CB6-AFEC-4797-9AA9-BB36B55713D6}"/>
              </a:ext>
            </a:extLst>
          </p:cNvPr>
          <p:cNvSpPr>
            <a:spLocks noGrp="1"/>
          </p:cNvSpPr>
          <p:nvPr/>
        </p:nvSpPr>
        <p:spPr>
          <a:xfrm>
            <a:off x="2769409" y="6238333"/>
            <a:ext cx="241274" cy="53313"/>
          </a:xfrm>
          <a:custGeom>
            <a:avLst/>
            <a:gdLst/>
            <a:ahLst/>
            <a:cxnLst/>
            <a:rect l="0" t="0" r="0" b="0"/>
            <a:pathLst>
              <a:path w="241274" h="53313">
                <a:moveTo>
                  <a:pt x="0" y="53313"/>
                </a:moveTo>
                <a:lnTo>
                  <a:pt x="241274" y="0"/>
                </a:lnTo>
              </a:path>
            </a:pathLst>
          </a:custGeom>
          <a:noFill/>
          <a:ln w="8573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613" name="lumia-token-stream-curve">
            <a:extLst>
              <a:ext uri="{FF2B5EF4-FFF2-40B4-BE49-F238E27FC236}">
                <a16:creationId xmlns:a16="http://schemas.microsoft.com/office/drawing/2014/main" id="{4B2EACD7-D7E7-4989-9487-E3898D229675}"/>
              </a:ext>
            </a:extLst>
          </p:cNvPr>
          <p:cNvSpPr>
            <a:spLocks noGrp="1"/>
          </p:cNvSpPr>
          <p:nvPr/>
        </p:nvSpPr>
        <p:spPr>
          <a:xfrm>
            <a:off x="3010682" y="6196159"/>
            <a:ext cx="244255" cy="42174"/>
          </a:xfrm>
          <a:custGeom>
            <a:avLst/>
            <a:gdLst/>
            <a:ahLst/>
            <a:cxnLst/>
            <a:rect l="0" t="0" r="0" b="0"/>
            <a:pathLst>
              <a:path w="244255" h="42174">
                <a:moveTo>
                  <a:pt x="0" y="42174"/>
                </a:moveTo>
                <a:lnTo>
                  <a:pt x="244255" y="0"/>
                </a:lnTo>
              </a:path>
            </a:pathLst>
          </a:custGeom>
          <a:noFill/>
          <a:ln w="8573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614" name="lumia-token-stream-curve">
            <a:extLst>
              <a:ext uri="{FF2B5EF4-FFF2-40B4-BE49-F238E27FC236}">
                <a16:creationId xmlns:a16="http://schemas.microsoft.com/office/drawing/2014/main" id="{118A5A22-5283-41EA-A95B-4707EBD4C50E}"/>
              </a:ext>
            </a:extLst>
          </p:cNvPr>
          <p:cNvSpPr>
            <a:spLocks noGrp="1"/>
          </p:cNvSpPr>
          <p:nvPr/>
        </p:nvSpPr>
        <p:spPr>
          <a:xfrm>
            <a:off x="3254937" y="6167061"/>
            <a:ext cx="247160" cy="29098"/>
          </a:xfrm>
          <a:custGeom>
            <a:avLst/>
            <a:gdLst/>
            <a:ahLst/>
            <a:cxnLst/>
            <a:rect l="0" t="0" r="0" b="0"/>
            <a:pathLst>
              <a:path w="247160" h="29098">
                <a:moveTo>
                  <a:pt x="0" y="29098"/>
                </a:moveTo>
                <a:lnTo>
                  <a:pt x="247160" y="0"/>
                </a:lnTo>
              </a:path>
            </a:pathLst>
          </a:custGeom>
          <a:noFill/>
          <a:ln w="8573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615" name="lumia-token-stream-curve">
            <a:extLst>
              <a:ext uri="{FF2B5EF4-FFF2-40B4-BE49-F238E27FC236}">
                <a16:creationId xmlns:a16="http://schemas.microsoft.com/office/drawing/2014/main" id="{3A5981C5-DBD5-4660-851E-FEF7F896ABAC}"/>
              </a:ext>
            </a:extLst>
          </p:cNvPr>
          <p:cNvSpPr>
            <a:spLocks noGrp="1"/>
          </p:cNvSpPr>
          <p:nvPr/>
        </p:nvSpPr>
        <p:spPr>
          <a:xfrm>
            <a:off x="3502097" y="6151662"/>
            <a:ext cx="249990" cy="15399"/>
          </a:xfrm>
          <a:custGeom>
            <a:avLst/>
            <a:gdLst/>
            <a:ahLst/>
            <a:cxnLst/>
            <a:rect l="0" t="0" r="0" b="0"/>
            <a:pathLst>
              <a:path w="249990" h="15399">
                <a:moveTo>
                  <a:pt x="0" y="15399"/>
                </a:moveTo>
                <a:lnTo>
                  <a:pt x="249990" y="0"/>
                </a:lnTo>
              </a:path>
            </a:pathLst>
          </a:custGeom>
          <a:noFill/>
          <a:ln w="8573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616" name="lumia-token-stream-curve">
            <a:extLst>
              <a:ext uri="{FF2B5EF4-FFF2-40B4-BE49-F238E27FC236}">
                <a16:creationId xmlns:a16="http://schemas.microsoft.com/office/drawing/2014/main" id="{2FC6C5C0-B75A-4A69-B3E5-14E86023C3A4}"/>
              </a:ext>
            </a:extLst>
          </p:cNvPr>
          <p:cNvSpPr>
            <a:spLocks noGrp="1"/>
          </p:cNvSpPr>
          <p:nvPr/>
        </p:nvSpPr>
        <p:spPr>
          <a:xfrm>
            <a:off x="3752087" y="6149103"/>
            <a:ext cx="252744" cy="9525"/>
          </a:xfrm>
          <a:custGeom>
            <a:avLst/>
            <a:gdLst/>
            <a:ahLst/>
            <a:cxnLst/>
            <a:rect l="0" t="0" r="0" b="0"/>
            <a:pathLst>
              <a:path w="252744" h="9525">
                <a:moveTo>
                  <a:pt x="0" y="2559"/>
                </a:moveTo>
                <a:lnTo>
                  <a:pt x="252744" y="0"/>
                </a:lnTo>
              </a:path>
            </a:pathLst>
          </a:custGeom>
          <a:noFill/>
          <a:ln w="8574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617" name="lumia-token-stream-curve">
            <a:extLst>
              <a:ext uri="{FF2B5EF4-FFF2-40B4-BE49-F238E27FC236}">
                <a16:creationId xmlns:a16="http://schemas.microsoft.com/office/drawing/2014/main" id="{02434A13-6E64-4277-AE23-87B7FE12925D}"/>
              </a:ext>
            </a:extLst>
          </p:cNvPr>
          <p:cNvSpPr>
            <a:spLocks noGrp="1"/>
          </p:cNvSpPr>
          <p:nvPr/>
        </p:nvSpPr>
        <p:spPr>
          <a:xfrm>
            <a:off x="4004830" y="6149103"/>
            <a:ext cx="255422" cy="9525"/>
          </a:xfrm>
          <a:custGeom>
            <a:avLst/>
            <a:gdLst/>
            <a:ahLst/>
            <a:cxnLst/>
            <a:rect l="0" t="0" r="0" b="0"/>
            <a:pathLst>
              <a:path w="255422" h="9525">
                <a:moveTo>
                  <a:pt x="0" y="0"/>
                </a:moveTo>
                <a:lnTo>
                  <a:pt x="255422" y="7919"/>
                </a:lnTo>
              </a:path>
            </a:pathLst>
          </a:custGeom>
          <a:noFill/>
          <a:ln w="8600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618" name="lumia-token-stream-curve">
            <a:extLst>
              <a:ext uri="{FF2B5EF4-FFF2-40B4-BE49-F238E27FC236}">
                <a16:creationId xmlns:a16="http://schemas.microsoft.com/office/drawing/2014/main" id="{E19AB85D-2A80-428E-8C81-E239B435C4F8}"/>
              </a:ext>
            </a:extLst>
          </p:cNvPr>
          <p:cNvSpPr>
            <a:spLocks noGrp="1"/>
          </p:cNvSpPr>
          <p:nvPr/>
        </p:nvSpPr>
        <p:spPr>
          <a:xfrm>
            <a:off x="4260252" y="6157022"/>
            <a:ext cx="258024" cy="14684"/>
          </a:xfrm>
          <a:custGeom>
            <a:avLst/>
            <a:gdLst/>
            <a:ahLst/>
            <a:cxnLst/>
            <a:rect l="0" t="0" r="0" b="0"/>
            <a:pathLst>
              <a:path w="258024" h="14684">
                <a:moveTo>
                  <a:pt x="0" y="0"/>
                </a:moveTo>
                <a:lnTo>
                  <a:pt x="258024" y="14684"/>
                </a:lnTo>
              </a:path>
            </a:pathLst>
          </a:custGeom>
          <a:noFill/>
          <a:ln w="8659">
            <a:solidFill>
              <a:srgbClr val="B0405B">
                <a:alpha val="4000"/>
              </a:srgbClr>
            </a:solidFill>
            <a:prstDash val="solid"/>
          </a:ln>
        </p:spPr>
      </p:sp>
      <p:sp>
        <p:nvSpPr>
          <p:cNvPr id="619" name="lumia-token-stream-curve">
            <a:extLst>
              <a:ext uri="{FF2B5EF4-FFF2-40B4-BE49-F238E27FC236}">
                <a16:creationId xmlns:a16="http://schemas.microsoft.com/office/drawing/2014/main" id="{5AD66F01-ADA6-448E-9974-FDFE78691BB8}"/>
              </a:ext>
            </a:extLst>
          </p:cNvPr>
          <p:cNvSpPr>
            <a:spLocks noGrp="1"/>
          </p:cNvSpPr>
          <p:nvPr/>
        </p:nvSpPr>
        <p:spPr>
          <a:xfrm>
            <a:off x="4518276" y="6171706"/>
            <a:ext cx="260551" cy="16703"/>
          </a:xfrm>
          <a:custGeom>
            <a:avLst/>
            <a:gdLst/>
            <a:ahLst/>
            <a:cxnLst/>
            <a:rect l="0" t="0" r="0" b="0"/>
            <a:pathLst>
              <a:path w="260551" h="16703">
                <a:moveTo>
                  <a:pt x="0" y="0"/>
                </a:moveTo>
                <a:lnTo>
                  <a:pt x="260551" y="16703"/>
                </a:lnTo>
              </a:path>
            </a:pathLst>
          </a:custGeom>
          <a:noFill/>
          <a:ln w="8749">
            <a:solidFill>
              <a:srgbClr val="BD4153">
                <a:alpha val="4000"/>
              </a:srgbClr>
            </a:solidFill>
            <a:prstDash val="solid"/>
          </a:ln>
        </p:spPr>
      </p:sp>
      <p:sp>
        <p:nvSpPr>
          <p:cNvPr id="620" name="lumia-token-stream-curve">
            <a:extLst>
              <a:ext uri="{FF2B5EF4-FFF2-40B4-BE49-F238E27FC236}">
                <a16:creationId xmlns:a16="http://schemas.microsoft.com/office/drawing/2014/main" id="{96839707-AD79-4928-8A82-B5A7D19CABAB}"/>
              </a:ext>
            </a:extLst>
          </p:cNvPr>
          <p:cNvSpPr>
            <a:spLocks noGrp="1"/>
          </p:cNvSpPr>
          <p:nvPr/>
        </p:nvSpPr>
        <p:spPr>
          <a:xfrm>
            <a:off x="4778827" y="6188409"/>
            <a:ext cx="263002" cy="13413"/>
          </a:xfrm>
          <a:custGeom>
            <a:avLst/>
            <a:gdLst/>
            <a:ahLst/>
            <a:cxnLst/>
            <a:rect l="0" t="0" r="0" b="0"/>
            <a:pathLst>
              <a:path w="263002" h="13413">
                <a:moveTo>
                  <a:pt x="0" y="0"/>
                </a:moveTo>
                <a:lnTo>
                  <a:pt x="263002" y="13413"/>
                </a:lnTo>
              </a:path>
            </a:pathLst>
          </a:custGeom>
          <a:noFill/>
          <a:ln w="8867">
            <a:solidFill>
              <a:srgbClr val="CA414A">
                <a:alpha val="4000"/>
              </a:srgbClr>
            </a:solidFill>
            <a:prstDash val="solid"/>
          </a:ln>
        </p:spPr>
      </p:sp>
      <p:sp>
        <p:nvSpPr>
          <p:cNvPr id="621" name="lumia-token-stream-curve">
            <a:extLst>
              <a:ext uri="{FF2B5EF4-FFF2-40B4-BE49-F238E27FC236}">
                <a16:creationId xmlns:a16="http://schemas.microsoft.com/office/drawing/2014/main" id="{C68E212F-46DF-4583-BC65-69D2D915B494}"/>
              </a:ext>
            </a:extLst>
          </p:cNvPr>
          <p:cNvSpPr>
            <a:spLocks noGrp="1"/>
          </p:cNvSpPr>
          <p:nvPr/>
        </p:nvSpPr>
        <p:spPr>
          <a:xfrm>
            <a:off x="5041829" y="6201822"/>
            <a:ext cx="265377" cy="9525"/>
          </a:xfrm>
          <a:custGeom>
            <a:avLst/>
            <a:gdLst/>
            <a:ahLst/>
            <a:cxnLst/>
            <a:rect l="0" t="0" r="0" b="0"/>
            <a:pathLst>
              <a:path w="265377" h="9525">
                <a:moveTo>
                  <a:pt x="0" y="0"/>
                </a:moveTo>
                <a:lnTo>
                  <a:pt x="265377" y="4829"/>
                </a:lnTo>
              </a:path>
            </a:pathLst>
          </a:custGeom>
          <a:noFill/>
          <a:ln w="9010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622" name="lumia-token-stream-curve">
            <a:extLst>
              <a:ext uri="{FF2B5EF4-FFF2-40B4-BE49-F238E27FC236}">
                <a16:creationId xmlns:a16="http://schemas.microsoft.com/office/drawing/2014/main" id="{CA6DA10B-82BE-48B2-9EE2-40AE6FB420E7}"/>
              </a:ext>
            </a:extLst>
          </p:cNvPr>
          <p:cNvSpPr>
            <a:spLocks noGrp="1"/>
          </p:cNvSpPr>
          <p:nvPr/>
        </p:nvSpPr>
        <p:spPr>
          <a:xfrm>
            <a:off x="5307207" y="6198241"/>
            <a:ext cx="267677" cy="9525"/>
          </a:xfrm>
          <a:custGeom>
            <a:avLst/>
            <a:gdLst/>
            <a:ahLst/>
            <a:cxnLst/>
            <a:rect l="0" t="0" r="0" b="0"/>
            <a:pathLst>
              <a:path w="267677" h="9525">
                <a:moveTo>
                  <a:pt x="0" y="8411"/>
                </a:moveTo>
                <a:lnTo>
                  <a:pt x="267677" y="0"/>
                </a:lnTo>
              </a:path>
            </a:pathLst>
          </a:custGeom>
          <a:noFill/>
          <a:ln w="9177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623" name="lumia-token-stream-curve">
            <a:extLst>
              <a:ext uri="{FF2B5EF4-FFF2-40B4-BE49-F238E27FC236}">
                <a16:creationId xmlns:a16="http://schemas.microsoft.com/office/drawing/2014/main" id="{19F61946-DE36-4EB6-831F-57B5BC8469F7}"/>
              </a:ext>
            </a:extLst>
          </p:cNvPr>
          <p:cNvSpPr>
            <a:spLocks noGrp="1"/>
          </p:cNvSpPr>
          <p:nvPr/>
        </p:nvSpPr>
        <p:spPr>
          <a:xfrm>
            <a:off x="5574883" y="6173166"/>
            <a:ext cx="269901" cy="25075"/>
          </a:xfrm>
          <a:custGeom>
            <a:avLst/>
            <a:gdLst/>
            <a:ahLst/>
            <a:cxnLst/>
            <a:rect l="0" t="0" r="0" b="0"/>
            <a:pathLst>
              <a:path w="269901" h="25075">
                <a:moveTo>
                  <a:pt x="0" y="25075"/>
                </a:moveTo>
                <a:lnTo>
                  <a:pt x="269901" y="0"/>
                </a:lnTo>
              </a:path>
            </a:pathLst>
          </a:custGeom>
          <a:noFill/>
          <a:ln w="9364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624" name="lumia-token-stream-curve">
            <a:extLst>
              <a:ext uri="{FF2B5EF4-FFF2-40B4-BE49-F238E27FC236}">
                <a16:creationId xmlns:a16="http://schemas.microsoft.com/office/drawing/2014/main" id="{50A04CB6-9318-402B-AF34-D625F0420420}"/>
              </a:ext>
            </a:extLst>
          </p:cNvPr>
          <p:cNvSpPr>
            <a:spLocks noGrp="1"/>
          </p:cNvSpPr>
          <p:nvPr/>
        </p:nvSpPr>
        <p:spPr>
          <a:xfrm>
            <a:off x="5844784" y="6129723"/>
            <a:ext cx="272049" cy="43443"/>
          </a:xfrm>
          <a:custGeom>
            <a:avLst/>
            <a:gdLst/>
            <a:ahLst/>
            <a:cxnLst/>
            <a:rect l="0" t="0" r="0" b="0"/>
            <a:pathLst>
              <a:path w="272049" h="43443">
                <a:moveTo>
                  <a:pt x="0" y="43443"/>
                </a:moveTo>
                <a:lnTo>
                  <a:pt x="272049" y="0"/>
                </a:lnTo>
              </a:path>
            </a:pathLst>
          </a:custGeom>
          <a:noFill/>
          <a:ln w="9569">
            <a:solidFill>
              <a:srgbClr val="EC532F">
                <a:alpha val="5000"/>
              </a:srgbClr>
            </a:solidFill>
            <a:prstDash val="solid"/>
          </a:ln>
        </p:spPr>
      </p:sp>
      <p:sp>
        <p:nvSpPr>
          <p:cNvPr id="625" name="lumia-token-stream-curve">
            <a:extLst>
              <a:ext uri="{FF2B5EF4-FFF2-40B4-BE49-F238E27FC236}">
                <a16:creationId xmlns:a16="http://schemas.microsoft.com/office/drawing/2014/main" id="{9B05CF33-5AAB-4C7C-ABE4-053A1D0F7848}"/>
              </a:ext>
            </a:extLst>
          </p:cNvPr>
          <p:cNvSpPr>
            <a:spLocks noGrp="1"/>
          </p:cNvSpPr>
          <p:nvPr/>
        </p:nvSpPr>
        <p:spPr>
          <a:xfrm>
            <a:off x="6116833" y="6068235"/>
            <a:ext cx="274121" cy="61489"/>
          </a:xfrm>
          <a:custGeom>
            <a:avLst/>
            <a:gdLst/>
            <a:ahLst/>
            <a:cxnLst/>
            <a:rect l="0" t="0" r="0" b="0"/>
            <a:pathLst>
              <a:path w="274121" h="61489">
                <a:moveTo>
                  <a:pt x="0" y="61489"/>
                </a:moveTo>
                <a:lnTo>
                  <a:pt x="274121" y="0"/>
                </a:lnTo>
              </a:path>
            </a:pathLst>
          </a:custGeom>
          <a:noFill/>
          <a:ln w="9790">
            <a:solidFill>
              <a:srgbClr val="EE5E2A">
                <a:alpha val="5000"/>
              </a:srgbClr>
            </a:solidFill>
            <a:prstDash val="solid"/>
          </a:ln>
        </p:spPr>
      </p:sp>
      <p:sp>
        <p:nvSpPr>
          <p:cNvPr id="626" name="lumia-token-stream-curve">
            <a:extLst>
              <a:ext uri="{FF2B5EF4-FFF2-40B4-BE49-F238E27FC236}">
                <a16:creationId xmlns:a16="http://schemas.microsoft.com/office/drawing/2014/main" id="{6A3A96D5-0D97-4032-972C-03C4A3D0C76C}"/>
              </a:ext>
            </a:extLst>
          </p:cNvPr>
          <p:cNvSpPr>
            <a:spLocks noGrp="1"/>
          </p:cNvSpPr>
          <p:nvPr/>
        </p:nvSpPr>
        <p:spPr>
          <a:xfrm>
            <a:off x="6390955" y="5991122"/>
            <a:ext cx="276118" cy="77112"/>
          </a:xfrm>
          <a:custGeom>
            <a:avLst/>
            <a:gdLst/>
            <a:ahLst/>
            <a:cxnLst/>
            <a:rect l="0" t="0" r="0" b="0"/>
            <a:pathLst>
              <a:path w="276118" h="77112">
                <a:moveTo>
                  <a:pt x="0" y="77112"/>
                </a:moveTo>
                <a:lnTo>
                  <a:pt x="276118" y="0"/>
                </a:lnTo>
              </a:path>
            </a:pathLst>
          </a:custGeom>
          <a:noFill/>
          <a:ln w="10025">
            <a:solidFill>
              <a:srgbClr val="EF6926">
                <a:alpha val="5000"/>
              </a:srgbClr>
            </a:solidFill>
            <a:prstDash val="solid"/>
          </a:ln>
        </p:spPr>
      </p:sp>
      <p:sp>
        <p:nvSpPr>
          <p:cNvPr id="627" name="lumia-token-stream-curve">
            <a:extLst>
              <a:ext uri="{FF2B5EF4-FFF2-40B4-BE49-F238E27FC236}">
                <a16:creationId xmlns:a16="http://schemas.microsoft.com/office/drawing/2014/main" id="{D03D6DBA-D9C9-45DD-A1E9-EB3AE312CCC3}"/>
              </a:ext>
            </a:extLst>
          </p:cNvPr>
          <p:cNvSpPr>
            <a:spLocks noGrp="1"/>
          </p:cNvSpPr>
          <p:nvPr/>
        </p:nvSpPr>
        <p:spPr>
          <a:xfrm>
            <a:off x="6667073" y="5902718"/>
            <a:ext cx="278039" cy="88404"/>
          </a:xfrm>
          <a:custGeom>
            <a:avLst/>
            <a:gdLst/>
            <a:ahLst/>
            <a:cxnLst/>
            <a:rect l="0" t="0" r="0" b="0"/>
            <a:pathLst>
              <a:path w="278039" h="88404">
                <a:moveTo>
                  <a:pt x="0" y="88404"/>
                </a:moveTo>
                <a:lnTo>
                  <a:pt x="278039" y="0"/>
                </a:lnTo>
              </a:path>
            </a:pathLst>
          </a:custGeom>
          <a:noFill/>
          <a:ln w="10270">
            <a:solidFill>
              <a:srgbClr val="F17322">
                <a:alpha val="5000"/>
              </a:srgbClr>
            </a:solidFill>
            <a:prstDash val="solid"/>
          </a:ln>
        </p:spPr>
      </p:sp>
      <p:sp>
        <p:nvSpPr>
          <p:cNvPr id="628" name="lumia-token-stream-curve">
            <a:extLst>
              <a:ext uri="{FF2B5EF4-FFF2-40B4-BE49-F238E27FC236}">
                <a16:creationId xmlns:a16="http://schemas.microsoft.com/office/drawing/2014/main" id="{7CE02A9B-0B8C-4C97-892B-B34F01DB1801}"/>
              </a:ext>
            </a:extLst>
          </p:cNvPr>
          <p:cNvSpPr>
            <a:spLocks noGrp="1"/>
          </p:cNvSpPr>
          <p:nvPr/>
        </p:nvSpPr>
        <p:spPr>
          <a:xfrm>
            <a:off x="6945112" y="5808811"/>
            <a:ext cx="279885" cy="93907"/>
          </a:xfrm>
          <a:custGeom>
            <a:avLst/>
            <a:gdLst/>
            <a:ahLst/>
            <a:cxnLst/>
            <a:rect l="0" t="0" r="0" b="0"/>
            <a:pathLst>
              <a:path w="279885" h="93907">
                <a:moveTo>
                  <a:pt x="0" y="93907"/>
                </a:moveTo>
                <a:lnTo>
                  <a:pt x="279885" y="0"/>
                </a:lnTo>
              </a:path>
            </a:pathLst>
          </a:custGeom>
          <a:noFill/>
          <a:ln w="10523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629" name="lumia-token-stream-curve">
            <a:extLst>
              <a:ext uri="{FF2B5EF4-FFF2-40B4-BE49-F238E27FC236}">
                <a16:creationId xmlns:a16="http://schemas.microsoft.com/office/drawing/2014/main" id="{1F8F29A5-8729-43AD-A916-C8150F71116D}"/>
              </a:ext>
            </a:extLst>
          </p:cNvPr>
          <p:cNvSpPr>
            <a:spLocks noGrp="1"/>
          </p:cNvSpPr>
          <p:nvPr/>
        </p:nvSpPr>
        <p:spPr>
          <a:xfrm>
            <a:off x="7224997" y="5715983"/>
            <a:ext cx="281654" cy="92828"/>
          </a:xfrm>
          <a:custGeom>
            <a:avLst/>
            <a:gdLst/>
            <a:ahLst/>
            <a:cxnLst/>
            <a:rect l="0" t="0" r="0" b="0"/>
            <a:pathLst>
              <a:path w="281654" h="92828">
                <a:moveTo>
                  <a:pt x="0" y="92828"/>
                </a:moveTo>
                <a:lnTo>
                  <a:pt x="281654" y="0"/>
                </a:lnTo>
              </a:path>
            </a:pathLst>
          </a:custGeom>
          <a:noFill/>
          <a:ln w="10783">
            <a:solidFill>
              <a:srgbClr val="F48919">
                <a:alpha val="6000"/>
              </a:srgbClr>
            </a:solidFill>
            <a:prstDash val="solid"/>
          </a:ln>
        </p:spPr>
      </p:sp>
      <p:sp>
        <p:nvSpPr>
          <p:cNvPr id="630" name="lumia-token-stream-curve">
            <a:extLst>
              <a:ext uri="{FF2B5EF4-FFF2-40B4-BE49-F238E27FC236}">
                <a16:creationId xmlns:a16="http://schemas.microsoft.com/office/drawing/2014/main" id="{6B66A9B5-3171-4F8A-AFA4-4D5C934AA3C6}"/>
              </a:ext>
            </a:extLst>
          </p:cNvPr>
          <p:cNvSpPr>
            <a:spLocks noGrp="1"/>
          </p:cNvSpPr>
          <p:nvPr/>
        </p:nvSpPr>
        <p:spPr>
          <a:xfrm>
            <a:off x="7506651" y="5630793"/>
            <a:ext cx="283348" cy="85190"/>
          </a:xfrm>
          <a:custGeom>
            <a:avLst/>
            <a:gdLst/>
            <a:ahLst/>
            <a:cxnLst/>
            <a:rect l="0" t="0" r="0" b="0"/>
            <a:pathLst>
              <a:path w="283348" h="85190">
                <a:moveTo>
                  <a:pt x="0" y="85190"/>
                </a:moveTo>
                <a:lnTo>
                  <a:pt x="283348" y="0"/>
                </a:lnTo>
              </a:path>
            </a:pathLst>
          </a:custGeom>
          <a:noFill/>
          <a:ln w="11045">
            <a:solidFill>
              <a:srgbClr val="F59415">
                <a:alpha val="6000"/>
              </a:srgbClr>
            </a:solidFill>
            <a:prstDash val="solid"/>
          </a:ln>
        </p:spPr>
      </p:sp>
      <p:sp>
        <p:nvSpPr>
          <p:cNvPr id="631" name="lumia-token-stream-curve">
            <a:extLst>
              <a:ext uri="{FF2B5EF4-FFF2-40B4-BE49-F238E27FC236}">
                <a16:creationId xmlns:a16="http://schemas.microsoft.com/office/drawing/2014/main" id="{2AD19B39-476A-4149-A585-195038A24696}"/>
              </a:ext>
            </a:extLst>
          </p:cNvPr>
          <p:cNvSpPr>
            <a:spLocks noGrp="1"/>
          </p:cNvSpPr>
          <p:nvPr/>
        </p:nvSpPr>
        <p:spPr>
          <a:xfrm>
            <a:off x="7789999" y="5558926"/>
            <a:ext cx="284966" cy="71867"/>
          </a:xfrm>
          <a:custGeom>
            <a:avLst/>
            <a:gdLst/>
            <a:ahLst/>
            <a:cxnLst/>
            <a:rect l="0" t="0" r="0" b="0"/>
            <a:pathLst>
              <a:path w="284966" h="71867">
                <a:moveTo>
                  <a:pt x="0" y="71867"/>
                </a:moveTo>
                <a:lnTo>
                  <a:pt x="284966" y="0"/>
                </a:lnTo>
              </a:path>
            </a:pathLst>
          </a:custGeom>
          <a:noFill/>
          <a:ln w="11309">
            <a:solidFill>
              <a:srgbClr val="F79E11">
                <a:alpha val="6000"/>
              </a:srgbClr>
            </a:solidFill>
            <a:prstDash val="solid"/>
          </a:ln>
        </p:spPr>
      </p:sp>
      <p:sp>
        <p:nvSpPr>
          <p:cNvPr id="632" name="lumia-token-stream-curve">
            <a:extLst>
              <a:ext uri="{FF2B5EF4-FFF2-40B4-BE49-F238E27FC236}">
                <a16:creationId xmlns:a16="http://schemas.microsoft.com/office/drawing/2014/main" id="{902359B3-C0E0-476B-B4E2-5439F5B5C16A}"/>
              </a:ext>
            </a:extLst>
          </p:cNvPr>
          <p:cNvSpPr>
            <a:spLocks noGrp="1"/>
          </p:cNvSpPr>
          <p:nvPr/>
        </p:nvSpPr>
        <p:spPr>
          <a:xfrm>
            <a:off x="8074965" y="5504412"/>
            <a:ext cx="286509" cy="54514"/>
          </a:xfrm>
          <a:custGeom>
            <a:avLst/>
            <a:gdLst/>
            <a:ahLst/>
            <a:cxnLst/>
            <a:rect l="0" t="0" r="0" b="0"/>
            <a:pathLst>
              <a:path w="286509" h="54514">
                <a:moveTo>
                  <a:pt x="0" y="54514"/>
                </a:moveTo>
                <a:lnTo>
                  <a:pt x="286509" y="0"/>
                </a:lnTo>
              </a:path>
            </a:pathLst>
          </a:custGeom>
          <a:noFill/>
          <a:ln w="11571">
            <a:solidFill>
              <a:srgbClr val="F8A90C">
                <a:alpha val="6000"/>
              </a:srgbClr>
            </a:solidFill>
            <a:prstDash val="solid"/>
          </a:ln>
        </p:spPr>
      </p:sp>
      <p:sp>
        <p:nvSpPr>
          <p:cNvPr id="633" name="lumia-token-stream-curve">
            <a:extLst>
              <a:ext uri="{FF2B5EF4-FFF2-40B4-BE49-F238E27FC236}">
                <a16:creationId xmlns:a16="http://schemas.microsoft.com/office/drawing/2014/main" id="{AD61A33A-D7B7-4587-B1A7-18849973AB7C}"/>
              </a:ext>
            </a:extLst>
          </p:cNvPr>
          <p:cNvSpPr>
            <a:spLocks noGrp="1"/>
          </p:cNvSpPr>
          <p:nvPr/>
        </p:nvSpPr>
        <p:spPr>
          <a:xfrm>
            <a:off x="8361474" y="5469029"/>
            <a:ext cx="287975" cy="35383"/>
          </a:xfrm>
          <a:custGeom>
            <a:avLst/>
            <a:gdLst/>
            <a:ahLst/>
            <a:cxnLst/>
            <a:rect l="0" t="0" r="0" b="0"/>
            <a:pathLst>
              <a:path w="287975" h="35383">
                <a:moveTo>
                  <a:pt x="0" y="35383"/>
                </a:moveTo>
                <a:lnTo>
                  <a:pt x="287975" y="0"/>
                </a:lnTo>
              </a:path>
            </a:pathLst>
          </a:custGeom>
          <a:noFill/>
          <a:ln w="11829">
            <a:solidFill>
              <a:srgbClr val="FAB408">
                <a:alpha val="6000"/>
              </a:srgbClr>
            </a:solidFill>
            <a:prstDash val="solid"/>
          </a:ln>
        </p:spPr>
      </p:sp>
      <p:sp>
        <p:nvSpPr>
          <p:cNvPr id="634" name="lumia-token-stream-curve">
            <a:extLst>
              <a:ext uri="{FF2B5EF4-FFF2-40B4-BE49-F238E27FC236}">
                <a16:creationId xmlns:a16="http://schemas.microsoft.com/office/drawing/2014/main" id="{F0C4D9A0-C853-4A0A-A036-58E2E9B47F73}"/>
              </a:ext>
            </a:extLst>
          </p:cNvPr>
          <p:cNvSpPr>
            <a:spLocks noGrp="1"/>
          </p:cNvSpPr>
          <p:nvPr/>
        </p:nvSpPr>
        <p:spPr>
          <a:xfrm>
            <a:off x="8649449" y="5451986"/>
            <a:ext cx="289366" cy="17043"/>
          </a:xfrm>
          <a:custGeom>
            <a:avLst/>
            <a:gdLst/>
            <a:ahLst/>
            <a:cxnLst/>
            <a:rect l="0" t="0" r="0" b="0"/>
            <a:pathLst>
              <a:path w="289366" h="17043">
                <a:moveTo>
                  <a:pt x="0" y="17043"/>
                </a:moveTo>
                <a:lnTo>
                  <a:pt x="289366" y="0"/>
                </a:lnTo>
              </a:path>
            </a:pathLst>
          </a:custGeom>
          <a:noFill/>
          <a:ln w="12081">
            <a:solidFill>
              <a:srgbClr val="F7BC07">
                <a:alpha val="6000"/>
              </a:srgbClr>
            </a:solidFill>
            <a:prstDash val="solid"/>
          </a:ln>
        </p:spPr>
      </p:sp>
      <p:sp>
        <p:nvSpPr>
          <p:cNvPr id="635" name="lumia-token-stream-curve">
            <a:extLst>
              <a:ext uri="{FF2B5EF4-FFF2-40B4-BE49-F238E27FC236}">
                <a16:creationId xmlns:a16="http://schemas.microsoft.com/office/drawing/2014/main" id="{3FEB7B38-BBD4-4B8B-BC96-5506BAA50351}"/>
              </a:ext>
            </a:extLst>
          </p:cNvPr>
          <p:cNvSpPr>
            <a:spLocks noGrp="1"/>
          </p:cNvSpPr>
          <p:nvPr/>
        </p:nvSpPr>
        <p:spPr>
          <a:xfrm>
            <a:off x="8938816" y="5449947"/>
            <a:ext cx="290682" cy="9525"/>
          </a:xfrm>
          <a:custGeom>
            <a:avLst/>
            <a:gdLst/>
            <a:ahLst/>
            <a:cxnLst/>
            <a:rect l="0" t="0" r="0" b="0"/>
            <a:pathLst>
              <a:path w="290682" h="9525">
                <a:moveTo>
                  <a:pt x="0" y="2039"/>
                </a:moveTo>
                <a:lnTo>
                  <a:pt x="290682" y="0"/>
                </a:lnTo>
              </a:path>
            </a:pathLst>
          </a:custGeom>
          <a:noFill/>
          <a:ln w="12324">
            <a:solidFill>
              <a:srgbClr val="E5BA0E">
                <a:alpha val="6000"/>
              </a:srgbClr>
            </a:solidFill>
            <a:prstDash val="solid"/>
          </a:ln>
        </p:spPr>
      </p:sp>
      <p:sp>
        <p:nvSpPr>
          <p:cNvPr id="636" name="lumia-token-stream-curve">
            <a:extLst>
              <a:ext uri="{FF2B5EF4-FFF2-40B4-BE49-F238E27FC236}">
                <a16:creationId xmlns:a16="http://schemas.microsoft.com/office/drawing/2014/main" id="{1E3D895D-CBA0-4CEA-92DD-3BE24B5B56F4}"/>
              </a:ext>
            </a:extLst>
          </p:cNvPr>
          <p:cNvSpPr>
            <a:spLocks noGrp="1"/>
          </p:cNvSpPr>
          <p:nvPr/>
        </p:nvSpPr>
        <p:spPr>
          <a:xfrm>
            <a:off x="9229497" y="5449947"/>
            <a:ext cx="291921" cy="9525"/>
          </a:xfrm>
          <a:custGeom>
            <a:avLst/>
            <a:gdLst/>
            <a:ahLst/>
            <a:cxnLst/>
            <a:rect l="0" t="0" r="0" b="0"/>
            <a:pathLst>
              <a:path w="291921" h="9525">
                <a:moveTo>
                  <a:pt x="0" y="0"/>
                </a:moveTo>
                <a:lnTo>
                  <a:pt x="291921" y="7459"/>
                </a:lnTo>
              </a:path>
            </a:pathLst>
          </a:custGeom>
          <a:noFill/>
          <a:ln w="12555">
            <a:solidFill>
              <a:srgbClr val="D3B815">
                <a:alpha val="7000"/>
              </a:srgbClr>
            </a:solidFill>
            <a:prstDash val="solid"/>
          </a:ln>
        </p:spPr>
      </p:sp>
      <p:sp>
        <p:nvSpPr>
          <p:cNvPr id="637" name="lumia-token-stream-curve">
            <a:extLst>
              <a:ext uri="{FF2B5EF4-FFF2-40B4-BE49-F238E27FC236}">
                <a16:creationId xmlns:a16="http://schemas.microsoft.com/office/drawing/2014/main" id="{9E76DDFE-C073-4B3D-856F-47E322EF84C0}"/>
              </a:ext>
            </a:extLst>
          </p:cNvPr>
          <p:cNvSpPr>
            <a:spLocks noGrp="1"/>
          </p:cNvSpPr>
          <p:nvPr/>
        </p:nvSpPr>
        <p:spPr>
          <a:xfrm>
            <a:off x="9521419" y="5457406"/>
            <a:ext cx="293085" cy="9974"/>
          </a:xfrm>
          <a:custGeom>
            <a:avLst/>
            <a:gdLst/>
            <a:ahLst/>
            <a:cxnLst/>
            <a:rect l="0" t="0" r="0" b="0"/>
            <a:pathLst>
              <a:path w="293085" h="9974">
                <a:moveTo>
                  <a:pt x="0" y="0"/>
                </a:moveTo>
                <a:lnTo>
                  <a:pt x="293085" y="9974"/>
                </a:lnTo>
              </a:path>
            </a:pathLst>
          </a:custGeom>
          <a:noFill/>
          <a:ln w="12772">
            <a:solidFill>
              <a:srgbClr val="C2B61C">
                <a:alpha val="7000"/>
              </a:srgbClr>
            </a:solidFill>
            <a:prstDash val="solid"/>
          </a:ln>
        </p:spPr>
      </p:sp>
      <p:sp>
        <p:nvSpPr>
          <p:cNvPr id="638" name="lumia-token-stream-curve">
            <a:extLst>
              <a:ext uri="{FF2B5EF4-FFF2-40B4-BE49-F238E27FC236}">
                <a16:creationId xmlns:a16="http://schemas.microsoft.com/office/drawing/2014/main" id="{F5A0744F-9D72-4F5B-B8C4-DC37647B168B}"/>
              </a:ext>
            </a:extLst>
          </p:cNvPr>
          <p:cNvSpPr>
            <a:spLocks noGrp="1"/>
          </p:cNvSpPr>
          <p:nvPr/>
        </p:nvSpPr>
        <p:spPr>
          <a:xfrm>
            <a:off x="9814504" y="5467379"/>
            <a:ext cx="294173" cy="9525"/>
          </a:xfrm>
          <a:custGeom>
            <a:avLst/>
            <a:gdLst/>
            <a:ahLst/>
            <a:cxnLst/>
            <a:rect l="0" t="0" r="0" b="0"/>
            <a:pathLst>
              <a:path w="294173" h="9525">
                <a:moveTo>
                  <a:pt x="0" y="0"/>
                </a:moveTo>
                <a:lnTo>
                  <a:pt x="294173" y="4957"/>
                </a:lnTo>
              </a:path>
            </a:pathLst>
          </a:custGeom>
          <a:noFill/>
          <a:ln w="12973">
            <a:solidFill>
              <a:srgbClr val="B0B422">
                <a:alpha val="7000"/>
              </a:srgbClr>
            </a:solidFill>
            <a:prstDash val="solid"/>
          </a:ln>
        </p:spPr>
      </p:sp>
      <p:sp>
        <p:nvSpPr>
          <p:cNvPr id="639" name="lumia-token-stream-curve">
            <a:extLst>
              <a:ext uri="{FF2B5EF4-FFF2-40B4-BE49-F238E27FC236}">
                <a16:creationId xmlns:a16="http://schemas.microsoft.com/office/drawing/2014/main" id="{39DCF2F9-B0EC-47F1-918F-471EB2805711}"/>
              </a:ext>
            </a:extLst>
          </p:cNvPr>
          <p:cNvSpPr>
            <a:spLocks noGrp="1"/>
          </p:cNvSpPr>
          <p:nvPr/>
        </p:nvSpPr>
        <p:spPr>
          <a:xfrm>
            <a:off x="10108677" y="5465235"/>
            <a:ext cx="295186" cy="9525"/>
          </a:xfrm>
          <a:custGeom>
            <a:avLst/>
            <a:gdLst/>
            <a:ahLst/>
            <a:cxnLst/>
            <a:rect l="0" t="0" r="0" b="0"/>
            <a:pathLst>
              <a:path w="295186" h="9525">
                <a:moveTo>
                  <a:pt x="0" y="7102"/>
                </a:moveTo>
                <a:lnTo>
                  <a:pt x="295186" y="0"/>
                </a:lnTo>
              </a:path>
            </a:pathLst>
          </a:custGeom>
          <a:noFill/>
          <a:ln w="13156">
            <a:solidFill>
              <a:srgbClr val="9EB329">
                <a:alpha val="7000"/>
              </a:srgbClr>
            </a:solidFill>
            <a:prstDash val="solid"/>
          </a:ln>
        </p:spPr>
      </p:sp>
      <p:sp>
        <p:nvSpPr>
          <p:cNvPr id="640" name="lumia-token-stream-curve">
            <a:extLst>
              <a:ext uri="{FF2B5EF4-FFF2-40B4-BE49-F238E27FC236}">
                <a16:creationId xmlns:a16="http://schemas.microsoft.com/office/drawing/2014/main" id="{79EEF9CB-339A-4AA5-BEE3-D73B5E9A62C1}"/>
              </a:ext>
            </a:extLst>
          </p:cNvPr>
          <p:cNvSpPr>
            <a:spLocks noGrp="1"/>
          </p:cNvSpPr>
          <p:nvPr/>
        </p:nvSpPr>
        <p:spPr>
          <a:xfrm>
            <a:off x="10403863" y="5440521"/>
            <a:ext cx="296123" cy="24714"/>
          </a:xfrm>
          <a:custGeom>
            <a:avLst/>
            <a:gdLst/>
            <a:ahLst/>
            <a:cxnLst/>
            <a:rect l="0" t="0" r="0" b="0"/>
            <a:pathLst>
              <a:path w="296123" h="24714">
                <a:moveTo>
                  <a:pt x="0" y="24714"/>
                </a:moveTo>
                <a:lnTo>
                  <a:pt x="296123" y="0"/>
                </a:lnTo>
              </a:path>
            </a:pathLst>
          </a:custGeom>
          <a:noFill/>
          <a:ln w="13316">
            <a:solidFill>
              <a:srgbClr val="8CB130">
                <a:alpha val="7000"/>
              </a:srgbClr>
            </a:solidFill>
            <a:prstDash val="solid"/>
          </a:ln>
        </p:spPr>
      </p:sp>
      <p:sp>
        <p:nvSpPr>
          <p:cNvPr id="641" name="lumia-token-stream-curve">
            <a:extLst>
              <a:ext uri="{FF2B5EF4-FFF2-40B4-BE49-F238E27FC236}">
                <a16:creationId xmlns:a16="http://schemas.microsoft.com/office/drawing/2014/main" id="{4B13FB84-F75D-4008-9E87-949B58C0A9A0}"/>
              </a:ext>
            </a:extLst>
          </p:cNvPr>
          <p:cNvSpPr>
            <a:spLocks noGrp="1"/>
          </p:cNvSpPr>
          <p:nvPr/>
        </p:nvSpPr>
        <p:spPr>
          <a:xfrm>
            <a:off x="10699986" y="5394949"/>
            <a:ext cx="296984" cy="45572"/>
          </a:xfrm>
          <a:custGeom>
            <a:avLst/>
            <a:gdLst/>
            <a:ahLst/>
            <a:cxnLst/>
            <a:rect l="0" t="0" r="0" b="0"/>
            <a:pathLst>
              <a:path w="296984" h="45572">
                <a:moveTo>
                  <a:pt x="0" y="45572"/>
                </a:moveTo>
                <a:lnTo>
                  <a:pt x="296984" y="0"/>
                </a:lnTo>
              </a:path>
            </a:pathLst>
          </a:custGeom>
          <a:noFill/>
          <a:ln w="13454">
            <a:solidFill>
              <a:srgbClr val="7BAF37">
                <a:alpha val="7000"/>
              </a:srgbClr>
            </a:solidFill>
            <a:prstDash val="solid"/>
          </a:ln>
        </p:spPr>
      </p:sp>
      <p:sp>
        <p:nvSpPr>
          <p:cNvPr id="642" name="lumia-token-stream-curve">
            <a:extLst>
              <a:ext uri="{FF2B5EF4-FFF2-40B4-BE49-F238E27FC236}">
                <a16:creationId xmlns:a16="http://schemas.microsoft.com/office/drawing/2014/main" id="{DF2F34FF-F4DD-467F-A680-1A2B981E0F47}"/>
              </a:ext>
            </a:extLst>
          </p:cNvPr>
          <p:cNvSpPr>
            <a:spLocks noGrp="1"/>
          </p:cNvSpPr>
          <p:nvPr/>
        </p:nvSpPr>
        <p:spPr>
          <a:xfrm>
            <a:off x="10996970" y="5328093"/>
            <a:ext cx="297769" cy="66856"/>
          </a:xfrm>
          <a:custGeom>
            <a:avLst/>
            <a:gdLst/>
            <a:ahLst/>
            <a:cxnLst/>
            <a:rect l="0" t="0" r="0" b="0"/>
            <a:pathLst>
              <a:path w="297769" h="66856">
                <a:moveTo>
                  <a:pt x="0" y="66856"/>
                </a:moveTo>
                <a:lnTo>
                  <a:pt x="297769" y="0"/>
                </a:lnTo>
              </a:path>
            </a:pathLst>
          </a:custGeom>
          <a:noFill/>
          <a:ln w="13565">
            <a:solidFill>
              <a:srgbClr val="69AD3E">
                <a:alpha val="7000"/>
              </a:srgbClr>
            </a:solidFill>
            <a:prstDash val="solid"/>
          </a:ln>
        </p:spPr>
      </p:sp>
      <p:sp>
        <p:nvSpPr>
          <p:cNvPr id="643" name="lumia-token-stream-curve">
            <a:extLst>
              <a:ext uri="{FF2B5EF4-FFF2-40B4-BE49-F238E27FC236}">
                <a16:creationId xmlns:a16="http://schemas.microsoft.com/office/drawing/2014/main" id="{40CAD29B-5E99-4BCC-B5CE-59527B9717C4}"/>
              </a:ext>
            </a:extLst>
          </p:cNvPr>
          <p:cNvSpPr>
            <a:spLocks noGrp="1"/>
          </p:cNvSpPr>
          <p:nvPr/>
        </p:nvSpPr>
        <p:spPr>
          <a:xfrm>
            <a:off x="11294738" y="5242463"/>
            <a:ext cx="298479" cy="85629"/>
          </a:xfrm>
          <a:custGeom>
            <a:avLst/>
            <a:gdLst/>
            <a:ahLst/>
            <a:cxnLst/>
            <a:rect l="0" t="0" r="0" b="0"/>
            <a:pathLst>
              <a:path w="298479" h="85629">
                <a:moveTo>
                  <a:pt x="0" y="85629"/>
                </a:moveTo>
                <a:lnTo>
                  <a:pt x="298479" y="0"/>
                </a:lnTo>
              </a:path>
            </a:pathLst>
          </a:custGeom>
          <a:noFill/>
          <a:ln w="13647">
            <a:solidFill>
              <a:srgbClr val="57AC45">
                <a:alpha val="7000"/>
              </a:srgbClr>
            </a:solidFill>
            <a:prstDash val="solid"/>
          </a:ln>
        </p:spPr>
      </p:sp>
      <p:sp>
        <p:nvSpPr>
          <p:cNvPr id="644" name="lumia-token-stream-curve">
            <a:extLst>
              <a:ext uri="{FF2B5EF4-FFF2-40B4-BE49-F238E27FC236}">
                <a16:creationId xmlns:a16="http://schemas.microsoft.com/office/drawing/2014/main" id="{825D42F5-F9EF-4D71-BC31-D57F9F443C25}"/>
              </a:ext>
            </a:extLst>
          </p:cNvPr>
          <p:cNvSpPr>
            <a:spLocks noGrp="1"/>
          </p:cNvSpPr>
          <p:nvPr/>
        </p:nvSpPr>
        <p:spPr>
          <a:xfrm>
            <a:off x="11593217" y="5143205"/>
            <a:ext cx="299112" cy="99259"/>
          </a:xfrm>
          <a:custGeom>
            <a:avLst/>
            <a:gdLst/>
            <a:ahLst/>
            <a:cxnLst/>
            <a:rect l="0" t="0" r="0" b="0"/>
            <a:pathLst>
              <a:path w="299112" h="99259">
                <a:moveTo>
                  <a:pt x="0" y="99259"/>
                </a:moveTo>
                <a:lnTo>
                  <a:pt x="299112" y="0"/>
                </a:lnTo>
              </a:path>
            </a:pathLst>
          </a:custGeom>
          <a:noFill/>
          <a:ln w="13698">
            <a:solidFill>
              <a:srgbClr val="46AA4C">
                <a:alpha val="7000"/>
              </a:srgbClr>
            </a:solidFill>
            <a:prstDash val="solid"/>
          </a:ln>
        </p:spPr>
      </p:sp>
      <p:sp>
        <p:nvSpPr>
          <p:cNvPr id="645" name="lumia-token-stream-curve">
            <a:extLst>
              <a:ext uri="{FF2B5EF4-FFF2-40B4-BE49-F238E27FC236}">
                <a16:creationId xmlns:a16="http://schemas.microsoft.com/office/drawing/2014/main" id="{7CF972E3-1D61-440C-AEA5-7B0D6257202A}"/>
              </a:ext>
            </a:extLst>
          </p:cNvPr>
          <p:cNvSpPr>
            <a:spLocks noGrp="1"/>
          </p:cNvSpPr>
          <p:nvPr/>
        </p:nvSpPr>
        <p:spPr>
          <a:xfrm>
            <a:off x="11892329" y="5037402"/>
            <a:ext cx="299671" cy="105803"/>
          </a:xfrm>
          <a:custGeom>
            <a:avLst/>
            <a:gdLst/>
            <a:ahLst/>
            <a:cxnLst/>
            <a:rect l="0" t="0" r="0" b="0"/>
            <a:pathLst>
              <a:path w="299671" h="105803">
                <a:moveTo>
                  <a:pt x="0" y="105803"/>
                </a:moveTo>
                <a:lnTo>
                  <a:pt x="299671" y="0"/>
                </a:lnTo>
              </a:path>
            </a:pathLst>
          </a:custGeom>
          <a:noFill/>
          <a:ln w="13716">
            <a:solidFill>
              <a:srgbClr val="34A853">
                <a:alpha val="7000"/>
              </a:srgbClr>
            </a:solidFill>
            <a:prstDash val="solid"/>
          </a:ln>
        </p:spPr>
      </p:sp>
      <p:sp>
        <p:nvSpPr>
          <p:cNvPr id="646" name="lumia-token-particle">
            <a:extLst>
              <a:ext uri="{FF2B5EF4-FFF2-40B4-BE49-F238E27FC236}">
                <a16:creationId xmlns:a16="http://schemas.microsoft.com/office/drawing/2014/main" id="{7CC47A58-D1FA-40CB-8D24-8A7931C8EBBA}"/>
              </a:ext>
            </a:extLst>
          </p:cNvPr>
          <p:cNvSpPr>
            <a:spLocks noGrp="1"/>
          </p:cNvSpPr>
          <p:nvPr/>
        </p:nvSpPr>
        <p:spPr>
          <a:xfrm rot="2319149">
            <a:off x="11234595" y="4641570"/>
            <a:ext cx="30798" cy="30798"/>
          </a:xfrm>
          <a:prstGeom prst="ellipse">
            <a:avLst/>
          </a:prstGeom>
          <a:solidFill>
            <a:srgbClr val="5DAC43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647" name="lumia-token-particle-soft-glow">
            <a:extLst>
              <a:ext uri="{FF2B5EF4-FFF2-40B4-BE49-F238E27FC236}">
                <a16:creationId xmlns:a16="http://schemas.microsoft.com/office/drawing/2014/main" id="{6897D542-23A8-4D5B-9250-50044CE0A138}"/>
              </a:ext>
            </a:extLst>
          </p:cNvPr>
          <p:cNvSpPr>
            <a:spLocks noGrp="1"/>
          </p:cNvSpPr>
          <p:nvPr/>
        </p:nvSpPr>
        <p:spPr>
          <a:xfrm rot="1633927">
            <a:off x="1785403" y="6178613"/>
            <a:ext cx="101082" cy="101082"/>
          </a:xfrm>
          <a:prstGeom prst="roundRect">
            <a:avLst>
              <a:gd name="adj" fmla="val 18000"/>
            </a:avLst>
          </a:prstGeom>
          <a:solidFill>
            <a:srgbClr val="5152B2">
              <a:alpha val="5000"/>
            </a:srgbClr>
          </a:solidFill>
          <a:ln w="0">
            <a:noFill/>
            <a:prstDash val="solid"/>
          </a:ln>
        </p:spPr>
      </p:sp>
      <p:sp>
        <p:nvSpPr>
          <p:cNvPr id="648" name="lumia-token-particle">
            <a:extLst>
              <a:ext uri="{FF2B5EF4-FFF2-40B4-BE49-F238E27FC236}">
                <a16:creationId xmlns:a16="http://schemas.microsoft.com/office/drawing/2014/main" id="{5E2DA1BE-4DC2-4B2C-B522-8B3C237205EC}"/>
              </a:ext>
            </a:extLst>
          </p:cNvPr>
          <p:cNvSpPr>
            <a:spLocks noGrp="1"/>
          </p:cNvSpPr>
          <p:nvPr/>
        </p:nvSpPr>
        <p:spPr>
          <a:xfrm rot="1491463">
            <a:off x="1814885" y="6208095"/>
            <a:ext cx="42117" cy="42117"/>
          </a:xfrm>
          <a:prstGeom prst="roundRect">
            <a:avLst>
              <a:gd name="adj" fmla="val 18000"/>
            </a:avLst>
          </a:prstGeom>
          <a:solidFill>
            <a:srgbClr val="5152B2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649" name="lumia-token-particle">
            <a:extLst>
              <a:ext uri="{FF2B5EF4-FFF2-40B4-BE49-F238E27FC236}">
                <a16:creationId xmlns:a16="http://schemas.microsoft.com/office/drawing/2014/main" id="{7454BCA4-7BA4-4B4B-946F-D915A6C60BF8}"/>
              </a:ext>
            </a:extLst>
          </p:cNvPr>
          <p:cNvSpPr>
            <a:spLocks noGrp="1"/>
          </p:cNvSpPr>
          <p:nvPr/>
        </p:nvSpPr>
        <p:spPr>
          <a:xfrm rot="2665151">
            <a:off x="11569971" y="4120044"/>
            <a:ext cx="22393" cy="22393"/>
          </a:xfrm>
          <a:prstGeom prst="roundRect">
            <a:avLst>
              <a:gd name="adj" fmla="val 18000"/>
            </a:avLst>
          </a:prstGeom>
          <a:solidFill>
            <a:srgbClr val="5FAC42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650" name="lumia-token-particle">
            <a:extLst>
              <a:ext uri="{FF2B5EF4-FFF2-40B4-BE49-F238E27FC236}">
                <a16:creationId xmlns:a16="http://schemas.microsoft.com/office/drawing/2014/main" id="{AEDCD72A-6DE1-4D72-B60D-EBB570C1A514}"/>
              </a:ext>
            </a:extLst>
          </p:cNvPr>
          <p:cNvSpPr>
            <a:spLocks noGrp="1"/>
          </p:cNvSpPr>
          <p:nvPr/>
        </p:nvSpPr>
        <p:spPr>
          <a:xfrm rot="1290811">
            <a:off x="7165511" y="5543925"/>
            <a:ext cx="33969" cy="33969"/>
          </a:xfrm>
          <a:prstGeom prst="ellipse">
            <a:avLst/>
          </a:prstGeom>
          <a:solidFill>
            <a:srgbClr val="F4871A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651" name="lumia-token-particle">
            <a:extLst>
              <a:ext uri="{FF2B5EF4-FFF2-40B4-BE49-F238E27FC236}">
                <a16:creationId xmlns:a16="http://schemas.microsoft.com/office/drawing/2014/main" id="{36289FE9-578C-412C-BD3A-F99B71580B03}"/>
              </a:ext>
            </a:extLst>
          </p:cNvPr>
          <p:cNvSpPr>
            <a:spLocks noGrp="1"/>
          </p:cNvSpPr>
          <p:nvPr/>
        </p:nvSpPr>
        <p:spPr>
          <a:xfrm rot="1940131">
            <a:off x="2673625" y="5869551"/>
            <a:ext cx="23386" cy="23386"/>
          </a:xfrm>
          <a:prstGeom prst="roundRect">
            <a:avLst>
              <a:gd name="adj" fmla="val 18000"/>
            </a:avLst>
          </a:prstGeom>
          <a:solidFill>
            <a:srgbClr val="633C8E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652" name="lumia-token-particle">
            <a:extLst>
              <a:ext uri="{FF2B5EF4-FFF2-40B4-BE49-F238E27FC236}">
                <a16:creationId xmlns:a16="http://schemas.microsoft.com/office/drawing/2014/main" id="{2D4F5E31-32BE-485D-8938-7F2FFD3AE29A}"/>
              </a:ext>
            </a:extLst>
          </p:cNvPr>
          <p:cNvSpPr>
            <a:spLocks noGrp="1"/>
          </p:cNvSpPr>
          <p:nvPr/>
        </p:nvSpPr>
        <p:spPr>
          <a:xfrm rot="749735">
            <a:off x="11503339" y="4787561"/>
            <a:ext cx="33987" cy="33987"/>
          </a:xfrm>
          <a:prstGeom prst="ellipse">
            <a:avLst/>
          </a:prstGeom>
          <a:solidFill>
            <a:srgbClr val="55AB46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653" name="lumia-token-particle">
            <a:extLst>
              <a:ext uri="{FF2B5EF4-FFF2-40B4-BE49-F238E27FC236}">
                <a16:creationId xmlns:a16="http://schemas.microsoft.com/office/drawing/2014/main" id="{D857D1D4-CA9A-4C07-94A1-4AEF167EAF4D}"/>
              </a:ext>
            </a:extLst>
          </p:cNvPr>
          <p:cNvSpPr>
            <a:spLocks noGrp="1"/>
          </p:cNvSpPr>
          <p:nvPr/>
        </p:nvSpPr>
        <p:spPr>
          <a:xfrm rot="1156104">
            <a:off x="10204507" y="5205327"/>
            <a:ext cx="24333" cy="24333"/>
          </a:xfrm>
          <a:prstGeom prst="ellipse">
            <a:avLst/>
          </a:prstGeom>
          <a:solidFill>
            <a:srgbClr val="B5B521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654" name="lumia-token-particle-soft-glow">
            <a:extLst>
              <a:ext uri="{FF2B5EF4-FFF2-40B4-BE49-F238E27FC236}">
                <a16:creationId xmlns:a16="http://schemas.microsoft.com/office/drawing/2014/main" id="{2233DA3C-48FF-4446-B9CB-FB1C8F9DFC6B}"/>
              </a:ext>
            </a:extLst>
          </p:cNvPr>
          <p:cNvSpPr>
            <a:spLocks noGrp="1"/>
          </p:cNvSpPr>
          <p:nvPr/>
        </p:nvSpPr>
        <p:spPr>
          <a:xfrm rot="571380">
            <a:off x="8769130" y="4907287"/>
            <a:ext cx="176968" cy="176968"/>
          </a:xfrm>
          <a:prstGeom prst="roundRect">
            <a:avLst>
              <a:gd name="adj" fmla="val 18000"/>
            </a:avLst>
          </a:prstGeom>
          <a:solidFill>
            <a:srgbClr val="FBBC05">
              <a:alpha val="5000"/>
            </a:srgbClr>
          </a:solidFill>
          <a:ln w="0">
            <a:noFill/>
            <a:prstDash val="solid"/>
          </a:ln>
        </p:spPr>
      </p:sp>
      <p:sp>
        <p:nvSpPr>
          <p:cNvPr id="655" name="lumia-token-particle">
            <a:extLst>
              <a:ext uri="{FF2B5EF4-FFF2-40B4-BE49-F238E27FC236}">
                <a16:creationId xmlns:a16="http://schemas.microsoft.com/office/drawing/2014/main" id="{D2E768E8-BB92-4644-8BFA-F5170528ACBB}"/>
              </a:ext>
            </a:extLst>
          </p:cNvPr>
          <p:cNvSpPr>
            <a:spLocks noGrp="1"/>
          </p:cNvSpPr>
          <p:nvPr/>
        </p:nvSpPr>
        <p:spPr>
          <a:xfrm rot="319815">
            <a:off x="8820746" y="4958903"/>
            <a:ext cx="73737" cy="73737"/>
          </a:xfrm>
          <a:prstGeom prst="roundRect">
            <a:avLst>
              <a:gd name="adj" fmla="val 18000"/>
            </a:avLst>
          </a:prstGeom>
          <a:solidFill>
            <a:srgbClr val="FBBC05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656" name="lumia-token-particle">
            <a:extLst>
              <a:ext uri="{FF2B5EF4-FFF2-40B4-BE49-F238E27FC236}">
                <a16:creationId xmlns:a16="http://schemas.microsoft.com/office/drawing/2014/main" id="{178863DB-D2B3-47E6-9925-9842623FB9ED}"/>
              </a:ext>
            </a:extLst>
          </p:cNvPr>
          <p:cNvSpPr>
            <a:spLocks noGrp="1"/>
          </p:cNvSpPr>
          <p:nvPr/>
        </p:nvSpPr>
        <p:spPr>
          <a:xfrm rot="160511">
            <a:off x="9314302" y="4864174"/>
            <a:ext cx="16626" cy="16626"/>
          </a:xfrm>
          <a:prstGeom prst="ellipse">
            <a:avLst/>
          </a:prstGeom>
          <a:solidFill>
            <a:srgbClr val="CFB816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657" name="lumia-token-particle-soft-glow">
            <a:extLst>
              <a:ext uri="{FF2B5EF4-FFF2-40B4-BE49-F238E27FC236}">
                <a16:creationId xmlns:a16="http://schemas.microsoft.com/office/drawing/2014/main" id="{01F0A3DD-0921-4BA1-8FDB-37469F3D87B0}"/>
              </a:ext>
            </a:extLst>
          </p:cNvPr>
          <p:cNvSpPr>
            <a:spLocks noGrp="1"/>
          </p:cNvSpPr>
          <p:nvPr/>
        </p:nvSpPr>
        <p:spPr>
          <a:xfrm rot="764612">
            <a:off x="12113276" y="4984615"/>
            <a:ext cx="157449" cy="157449"/>
          </a:xfrm>
          <a:prstGeom prst="roundRect">
            <a:avLst>
              <a:gd name="adj" fmla="val 18000"/>
            </a:avLst>
          </a:prstGeom>
          <a:solidFill>
            <a:srgbClr val="34A853">
              <a:alpha val="6000"/>
            </a:srgbClr>
          </a:solidFill>
          <a:ln w="0">
            <a:noFill/>
            <a:prstDash val="solid"/>
          </a:ln>
        </p:spPr>
      </p:sp>
      <p:sp>
        <p:nvSpPr>
          <p:cNvPr id="658" name="lumia-token-particle">
            <a:extLst>
              <a:ext uri="{FF2B5EF4-FFF2-40B4-BE49-F238E27FC236}">
                <a16:creationId xmlns:a16="http://schemas.microsoft.com/office/drawing/2014/main" id="{8C32377C-F8A7-462F-B774-65142BE74076}"/>
              </a:ext>
            </a:extLst>
          </p:cNvPr>
          <p:cNvSpPr>
            <a:spLocks noGrp="1"/>
          </p:cNvSpPr>
          <p:nvPr/>
        </p:nvSpPr>
        <p:spPr>
          <a:xfrm rot="2460901">
            <a:off x="12159198" y="5030537"/>
            <a:ext cx="65604" cy="65604"/>
          </a:xfrm>
          <a:prstGeom prst="roundRect">
            <a:avLst>
              <a:gd name="adj" fmla="val 18000"/>
            </a:avLst>
          </a:prstGeom>
          <a:solidFill>
            <a:srgbClr val="34A853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659" name="lumia-token-particle">
            <a:extLst>
              <a:ext uri="{FF2B5EF4-FFF2-40B4-BE49-F238E27FC236}">
                <a16:creationId xmlns:a16="http://schemas.microsoft.com/office/drawing/2014/main" id="{777BD7D2-9DFB-4FA3-B04F-9D4ABE9A6B07}"/>
              </a:ext>
            </a:extLst>
          </p:cNvPr>
          <p:cNvSpPr>
            <a:spLocks noGrp="1"/>
          </p:cNvSpPr>
          <p:nvPr/>
        </p:nvSpPr>
        <p:spPr>
          <a:xfrm rot="661270">
            <a:off x="8910947" y="5004549"/>
            <a:ext cx="34805" cy="34805"/>
          </a:xfrm>
          <a:prstGeom prst="ellipse">
            <a:avLst/>
          </a:prstGeom>
          <a:solidFill>
            <a:srgbClr val="F6BB07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0" name="lumia-token-particle">
            <a:extLst>
              <a:ext uri="{FF2B5EF4-FFF2-40B4-BE49-F238E27FC236}">
                <a16:creationId xmlns:a16="http://schemas.microsoft.com/office/drawing/2014/main" id="{3FFBEB1F-681F-451A-9B14-39B505CBC7BD}"/>
              </a:ext>
            </a:extLst>
          </p:cNvPr>
          <p:cNvSpPr>
            <a:spLocks noGrp="1"/>
          </p:cNvSpPr>
          <p:nvPr/>
        </p:nvSpPr>
        <p:spPr>
          <a:xfrm rot="1873587">
            <a:off x="10551799" y="5219693"/>
            <a:ext cx="28029" cy="28029"/>
          </a:xfrm>
          <a:prstGeom prst="roundRect">
            <a:avLst>
              <a:gd name="adj" fmla="val 18000"/>
            </a:avLst>
          </a:prstGeom>
          <a:solidFill>
            <a:srgbClr val="87B032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661" name="lumia-token-particle">
            <a:extLst>
              <a:ext uri="{FF2B5EF4-FFF2-40B4-BE49-F238E27FC236}">
                <a16:creationId xmlns:a16="http://schemas.microsoft.com/office/drawing/2014/main" id="{92311BEF-DF7C-4696-A72C-75CF73D3A975}"/>
              </a:ext>
            </a:extLst>
          </p:cNvPr>
          <p:cNvSpPr>
            <a:spLocks noGrp="1"/>
          </p:cNvSpPr>
          <p:nvPr/>
        </p:nvSpPr>
        <p:spPr>
          <a:xfrm rot="1853822">
            <a:off x="2070460" y="5908597"/>
            <a:ext cx="13667" cy="13667"/>
          </a:xfrm>
          <a:prstGeom prst="roundRect">
            <a:avLst>
              <a:gd name="adj" fmla="val 27878"/>
            </a:avLst>
          </a:prstGeom>
          <a:solidFill>
            <a:srgbClr val="5546A3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662" name="lumia-token-particle-soft-glow">
            <a:extLst>
              <a:ext uri="{FF2B5EF4-FFF2-40B4-BE49-F238E27FC236}">
                <a16:creationId xmlns:a16="http://schemas.microsoft.com/office/drawing/2014/main" id="{8E046CF8-5686-423E-9A73-95B92B0CFC22}"/>
              </a:ext>
            </a:extLst>
          </p:cNvPr>
          <p:cNvSpPr>
            <a:spLocks noGrp="1"/>
          </p:cNvSpPr>
          <p:nvPr/>
        </p:nvSpPr>
        <p:spPr>
          <a:xfrm rot="1487795">
            <a:off x="2195467" y="5951593"/>
            <a:ext cx="94970" cy="94970"/>
          </a:xfrm>
          <a:prstGeom prst="roundRect">
            <a:avLst>
              <a:gd name="adj" fmla="val 18000"/>
            </a:avLst>
          </a:prstGeom>
          <a:solidFill>
            <a:srgbClr val="56419D">
              <a:alpha val="5000"/>
            </a:srgbClr>
          </a:solidFill>
          <a:ln w="0">
            <a:noFill/>
            <a:prstDash val="solid"/>
          </a:ln>
        </p:spPr>
      </p:sp>
      <p:sp>
        <p:nvSpPr>
          <p:cNvPr id="663" name="lumia-token-particle">
            <a:extLst>
              <a:ext uri="{FF2B5EF4-FFF2-40B4-BE49-F238E27FC236}">
                <a16:creationId xmlns:a16="http://schemas.microsoft.com/office/drawing/2014/main" id="{AD2A7C44-6DA5-4F63-936D-1B9A0E37AD04}"/>
              </a:ext>
            </a:extLst>
          </p:cNvPr>
          <p:cNvSpPr>
            <a:spLocks noGrp="1"/>
          </p:cNvSpPr>
          <p:nvPr/>
        </p:nvSpPr>
        <p:spPr>
          <a:xfrm rot="1651129">
            <a:off x="2223167" y="5979292"/>
            <a:ext cx="39571" cy="39571"/>
          </a:xfrm>
          <a:prstGeom prst="roundRect">
            <a:avLst>
              <a:gd name="adj" fmla="val 18000"/>
            </a:avLst>
          </a:prstGeom>
          <a:solidFill>
            <a:srgbClr val="56419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664" name="lumia-token-particle">
            <a:extLst>
              <a:ext uri="{FF2B5EF4-FFF2-40B4-BE49-F238E27FC236}">
                <a16:creationId xmlns:a16="http://schemas.microsoft.com/office/drawing/2014/main" id="{3CDD9245-DC7F-4F0F-A6A6-6789F8F18AFC}"/>
              </a:ext>
            </a:extLst>
          </p:cNvPr>
          <p:cNvSpPr>
            <a:spLocks noGrp="1"/>
          </p:cNvSpPr>
          <p:nvPr/>
        </p:nvSpPr>
        <p:spPr>
          <a:xfrm rot="2129489">
            <a:off x="5205192" y="5569571"/>
            <a:ext cx="10612" cy="10612"/>
          </a:xfrm>
          <a:prstGeom prst="ellipse">
            <a:avLst/>
          </a:prstGeom>
          <a:solidFill>
            <a:srgbClr val="DD423D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665" name="lumia-token-particle">
            <a:extLst>
              <a:ext uri="{FF2B5EF4-FFF2-40B4-BE49-F238E27FC236}">
                <a16:creationId xmlns:a16="http://schemas.microsoft.com/office/drawing/2014/main" id="{456B8A55-1EFF-4C76-A566-A04AF7FE0963}"/>
              </a:ext>
            </a:extLst>
          </p:cNvPr>
          <p:cNvSpPr>
            <a:spLocks noGrp="1"/>
          </p:cNvSpPr>
          <p:nvPr/>
        </p:nvSpPr>
        <p:spPr>
          <a:xfrm rot="1101029">
            <a:off x="10120672" y="5506925"/>
            <a:ext cx="24352" cy="24352"/>
          </a:xfrm>
          <a:prstGeom prst="roundRect">
            <a:avLst>
              <a:gd name="adj" fmla="val 18000"/>
            </a:avLst>
          </a:prstGeom>
          <a:solidFill>
            <a:srgbClr val="B9B51F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666" name="lumia-token-particle-soft-glow">
            <a:extLst>
              <a:ext uri="{FF2B5EF4-FFF2-40B4-BE49-F238E27FC236}">
                <a16:creationId xmlns:a16="http://schemas.microsoft.com/office/drawing/2014/main" id="{5A8B09E2-72CE-48A3-A7B6-7E8166B809EF}"/>
              </a:ext>
            </a:extLst>
          </p:cNvPr>
          <p:cNvSpPr>
            <a:spLocks noGrp="1"/>
          </p:cNvSpPr>
          <p:nvPr/>
        </p:nvSpPr>
        <p:spPr>
          <a:xfrm rot="2229859">
            <a:off x="11790351" y="4388250"/>
            <a:ext cx="156156" cy="156156"/>
          </a:xfrm>
          <a:prstGeom prst="roundRect">
            <a:avLst>
              <a:gd name="adj" fmla="val 18000"/>
            </a:avLst>
          </a:prstGeom>
          <a:solidFill>
            <a:srgbClr val="52AB47">
              <a:alpha val="6000"/>
            </a:srgbClr>
          </a:solidFill>
          <a:ln w="0">
            <a:noFill/>
            <a:prstDash val="solid"/>
          </a:ln>
        </p:spPr>
      </p:sp>
      <p:sp>
        <p:nvSpPr>
          <p:cNvPr id="667" name="lumia-token-particle">
            <a:extLst>
              <a:ext uri="{FF2B5EF4-FFF2-40B4-BE49-F238E27FC236}">
                <a16:creationId xmlns:a16="http://schemas.microsoft.com/office/drawing/2014/main" id="{B8DCB528-C750-4FCD-9BF5-A5097B326014}"/>
              </a:ext>
            </a:extLst>
          </p:cNvPr>
          <p:cNvSpPr>
            <a:spLocks noGrp="1"/>
          </p:cNvSpPr>
          <p:nvPr/>
        </p:nvSpPr>
        <p:spPr>
          <a:xfrm rot="2491384">
            <a:off x="11835897" y="4433795"/>
            <a:ext cx="65065" cy="65065"/>
          </a:xfrm>
          <a:prstGeom prst="roundRect">
            <a:avLst>
              <a:gd name="adj" fmla="val 18000"/>
            </a:avLst>
          </a:prstGeom>
          <a:solidFill>
            <a:srgbClr val="52AB47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668" name="lumia-token-particle-soft-glow">
            <a:extLst>
              <a:ext uri="{FF2B5EF4-FFF2-40B4-BE49-F238E27FC236}">
                <a16:creationId xmlns:a16="http://schemas.microsoft.com/office/drawing/2014/main" id="{14ACFCEF-55CB-41AD-BFE5-12EE379CB7FA}"/>
              </a:ext>
            </a:extLst>
          </p:cNvPr>
          <p:cNvSpPr>
            <a:spLocks noGrp="1"/>
          </p:cNvSpPr>
          <p:nvPr/>
        </p:nvSpPr>
        <p:spPr>
          <a:xfrm rot="346629">
            <a:off x="8246548" y="5430464"/>
            <a:ext cx="147652" cy="147652"/>
          </a:xfrm>
          <a:prstGeom prst="roundRect">
            <a:avLst>
              <a:gd name="adj" fmla="val 18000"/>
            </a:avLst>
          </a:prstGeom>
          <a:solidFill>
            <a:srgbClr val="FAB209">
              <a:alpha val="5000"/>
            </a:srgbClr>
          </a:solidFill>
          <a:ln w="0">
            <a:noFill/>
            <a:prstDash val="solid"/>
          </a:ln>
        </p:spPr>
      </p:sp>
      <p:sp>
        <p:nvSpPr>
          <p:cNvPr id="669" name="lumia-token-particle">
            <a:extLst>
              <a:ext uri="{FF2B5EF4-FFF2-40B4-BE49-F238E27FC236}">
                <a16:creationId xmlns:a16="http://schemas.microsoft.com/office/drawing/2014/main" id="{4D57F8DF-2647-4361-9887-3B975FD454A8}"/>
              </a:ext>
            </a:extLst>
          </p:cNvPr>
          <p:cNvSpPr>
            <a:spLocks noGrp="1"/>
          </p:cNvSpPr>
          <p:nvPr/>
        </p:nvSpPr>
        <p:spPr>
          <a:xfrm rot="2326972">
            <a:off x="8289613" y="5473529"/>
            <a:ext cx="61522" cy="61522"/>
          </a:xfrm>
          <a:prstGeom prst="roundRect">
            <a:avLst>
              <a:gd name="adj" fmla="val 18000"/>
            </a:avLst>
          </a:prstGeom>
          <a:solidFill>
            <a:srgbClr val="FAB209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670" name="lumia-token-particle">
            <a:extLst>
              <a:ext uri="{FF2B5EF4-FFF2-40B4-BE49-F238E27FC236}">
                <a16:creationId xmlns:a16="http://schemas.microsoft.com/office/drawing/2014/main" id="{0E10C566-E69F-4F3E-BC98-92DB6C87DA09}"/>
              </a:ext>
            </a:extLst>
          </p:cNvPr>
          <p:cNvSpPr>
            <a:spLocks noGrp="1"/>
          </p:cNvSpPr>
          <p:nvPr/>
        </p:nvSpPr>
        <p:spPr>
          <a:xfrm rot="1519642">
            <a:off x="11864174" y="4099170"/>
            <a:ext cx="22052" cy="22052"/>
          </a:xfrm>
          <a:prstGeom prst="ellipse">
            <a:avLst/>
          </a:prstGeom>
          <a:solidFill>
            <a:srgbClr val="53AB47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671" name="lumia-token-particle">
            <a:extLst>
              <a:ext uri="{FF2B5EF4-FFF2-40B4-BE49-F238E27FC236}">
                <a16:creationId xmlns:a16="http://schemas.microsoft.com/office/drawing/2014/main" id="{9BDAC038-0E99-465C-B872-8B84F03BA292}"/>
              </a:ext>
            </a:extLst>
          </p:cNvPr>
          <p:cNvSpPr>
            <a:spLocks noGrp="1"/>
          </p:cNvSpPr>
          <p:nvPr/>
        </p:nvSpPr>
        <p:spPr>
          <a:xfrm rot="106170">
            <a:off x="9600294" y="4910372"/>
            <a:ext cx="22773" cy="22773"/>
          </a:xfrm>
          <a:prstGeom prst="ellipse">
            <a:avLst/>
          </a:prstGeom>
          <a:solidFill>
            <a:srgbClr val="D2B815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672" name="lumia-token-particle">
            <a:extLst>
              <a:ext uri="{FF2B5EF4-FFF2-40B4-BE49-F238E27FC236}">
                <a16:creationId xmlns:a16="http://schemas.microsoft.com/office/drawing/2014/main" id="{0C8F43B7-AF95-4C03-9C12-835095C53362}"/>
              </a:ext>
            </a:extLst>
          </p:cNvPr>
          <p:cNvSpPr>
            <a:spLocks noGrp="1"/>
          </p:cNvSpPr>
          <p:nvPr/>
        </p:nvSpPr>
        <p:spPr>
          <a:xfrm rot="2093787">
            <a:off x="7843948" y="5503226"/>
            <a:ext cx="31759" cy="31759"/>
          </a:xfrm>
          <a:prstGeom prst="ellipse">
            <a:avLst/>
          </a:prstGeom>
          <a:solidFill>
            <a:srgbClr val="F79D11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673" name="lumia-token-particle-soft-glow">
            <a:extLst>
              <a:ext uri="{FF2B5EF4-FFF2-40B4-BE49-F238E27FC236}">
                <a16:creationId xmlns:a16="http://schemas.microsoft.com/office/drawing/2014/main" id="{836E84B5-C720-4A0B-8734-9D44142D59A3}"/>
              </a:ext>
            </a:extLst>
          </p:cNvPr>
          <p:cNvSpPr>
            <a:spLocks noGrp="1"/>
          </p:cNvSpPr>
          <p:nvPr/>
        </p:nvSpPr>
        <p:spPr>
          <a:xfrm rot="1441769">
            <a:off x="6079233" y="5636599"/>
            <a:ext cx="121717" cy="121717"/>
          </a:xfrm>
          <a:prstGeom prst="ellipse">
            <a:avLst/>
          </a:prstGeom>
          <a:solidFill>
            <a:srgbClr val="EE6129">
              <a:alpha val="5000"/>
            </a:srgbClr>
          </a:solidFill>
          <a:ln w="0">
            <a:noFill/>
            <a:prstDash val="solid"/>
          </a:ln>
        </p:spPr>
      </p:sp>
      <p:sp>
        <p:nvSpPr>
          <p:cNvPr id="674" name="lumia-token-particle">
            <a:extLst>
              <a:ext uri="{FF2B5EF4-FFF2-40B4-BE49-F238E27FC236}">
                <a16:creationId xmlns:a16="http://schemas.microsoft.com/office/drawing/2014/main" id="{85276FCE-1BDD-448E-A61B-725C0DF8B053}"/>
              </a:ext>
            </a:extLst>
          </p:cNvPr>
          <p:cNvSpPr>
            <a:spLocks noGrp="1"/>
          </p:cNvSpPr>
          <p:nvPr/>
        </p:nvSpPr>
        <p:spPr>
          <a:xfrm rot="1707027">
            <a:off x="6114734" y="5672100"/>
            <a:ext cx="50716" cy="50716"/>
          </a:xfrm>
          <a:prstGeom prst="ellipse">
            <a:avLst/>
          </a:prstGeom>
          <a:solidFill>
            <a:srgbClr val="EE6129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675" name="lumia-token-particle-soft-glow">
            <a:extLst>
              <a:ext uri="{FF2B5EF4-FFF2-40B4-BE49-F238E27FC236}">
                <a16:creationId xmlns:a16="http://schemas.microsoft.com/office/drawing/2014/main" id="{8FC61578-0AE0-4EDC-804E-73970E8EE286}"/>
              </a:ext>
            </a:extLst>
          </p:cNvPr>
          <p:cNvSpPr>
            <a:spLocks noGrp="1"/>
          </p:cNvSpPr>
          <p:nvPr/>
        </p:nvSpPr>
        <p:spPr>
          <a:xfrm rot="1937386">
            <a:off x="3799233" y="5737660"/>
            <a:ext cx="103425" cy="103425"/>
          </a:xfrm>
          <a:prstGeom prst="roundRect">
            <a:avLst>
              <a:gd name="adj" fmla="val 18000"/>
            </a:avLst>
          </a:prstGeom>
          <a:solidFill>
            <a:srgbClr val="933E6E">
              <a:alpha val="5000"/>
            </a:srgbClr>
          </a:solidFill>
          <a:ln w="0">
            <a:noFill/>
            <a:prstDash val="solid"/>
          </a:ln>
        </p:spPr>
      </p:sp>
      <p:sp>
        <p:nvSpPr>
          <p:cNvPr id="676" name="lumia-token-particle">
            <a:extLst>
              <a:ext uri="{FF2B5EF4-FFF2-40B4-BE49-F238E27FC236}">
                <a16:creationId xmlns:a16="http://schemas.microsoft.com/office/drawing/2014/main" id="{E864035C-F6F1-4E1A-AE59-251948045074}"/>
              </a:ext>
            </a:extLst>
          </p:cNvPr>
          <p:cNvSpPr>
            <a:spLocks noGrp="1"/>
          </p:cNvSpPr>
          <p:nvPr/>
        </p:nvSpPr>
        <p:spPr>
          <a:xfrm rot="2676400">
            <a:off x="3829398" y="5767826"/>
            <a:ext cx="43094" cy="43094"/>
          </a:xfrm>
          <a:prstGeom prst="roundRect">
            <a:avLst>
              <a:gd name="adj" fmla="val 18000"/>
            </a:avLst>
          </a:prstGeom>
          <a:solidFill>
            <a:srgbClr val="933E6E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677" name="lumia-token-particle-soft-glow">
            <a:extLst>
              <a:ext uri="{FF2B5EF4-FFF2-40B4-BE49-F238E27FC236}">
                <a16:creationId xmlns:a16="http://schemas.microsoft.com/office/drawing/2014/main" id="{6AE4328C-EEAC-4C3C-9CF2-F5DA2F79F0FD}"/>
              </a:ext>
            </a:extLst>
          </p:cNvPr>
          <p:cNvSpPr>
            <a:spLocks noGrp="1"/>
          </p:cNvSpPr>
          <p:nvPr/>
        </p:nvSpPr>
        <p:spPr>
          <a:xfrm rot="2568364">
            <a:off x="11702219" y="4410519"/>
            <a:ext cx="172851" cy="172851"/>
          </a:xfrm>
          <a:prstGeom prst="ellipse">
            <a:avLst/>
          </a:prstGeom>
          <a:solidFill>
            <a:srgbClr val="4FAB49">
              <a:alpha val="6000"/>
            </a:srgbClr>
          </a:solidFill>
          <a:ln w="0">
            <a:noFill/>
            <a:prstDash val="solid"/>
          </a:ln>
        </p:spPr>
      </p:sp>
      <p:sp>
        <p:nvSpPr>
          <p:cNvPr id="678" name="lumia-token-particle">
            <a:extLst>
              <a:ext uri="{FF2B5EF4-FFF2-40B4-BE49-F238E27FC236}">
                <a16:creationId xmlns:a16="http://schemas.microsoft.com/office/drawing/2014/main" id="{C8C10EB7-8E03-4726-B5F1-BFDB21B748C3}"/>
              </a:ext>
            </a:extLst>
          </p:cNvPr>
          <p:cNvSpPr>
            <a:spLocks noGrp="1"/>
          </p:cNvSpPr>
          <p:nvPr/>
        </p:nvSpPr>
        <p:spPr>
          <a:xfrm rot="1481965">
            <a:off x="11752634" y="4460934"/>
            <a:ext cx="72021" cy="72021"/>
          </a:xfrm>
          <a:prstGeom prst="ellipse">
            <a:avLst/>
          </a:prstGeom>
          <a:solidFill>
            <a:srgbClr val="4FAB49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679" name="lumia-token-particle">
            <a:extLst>
              <a:ext uri="{FF2B5EF4-FFF2-40B4-BE49-F238E27FC236}">
                <a16:creationId xmlns:a16="http://schemas.microsoft.com/office/drawing/2014/main" id="{A54B18E1-BD34-40AF-B739-82475E51D806}"/>
              </a:ext>
            </a:extLst>
          </p:cNvPr>
          <p:cNvSpPr>
            <a:spLocks noGrp="1"/>
          </p:cNvSpPr>
          <p:nvPr/>
        </p:nvSpPr>
        <p:spPr>
          <a:xfrm rot="753814">
            <a:off x="11978071" y="4509707"/>
            <a:ext cx="25391" cy="25391"/>
          </a:xfrm>
          <a:prstGeom prst="ellipse">
            <a:avLst/>
          </a:prstGeom>
          <a:solidFill>
            <a:srgbClr val="48AA4B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680" name="lumia-token-particle">
            <a:extLst>
              <a:ext uri="{FF2B5EF4-FFF2-40B4-BE49-F238E27FC236}">
                <a16:creationId xmlns:a16="http://schemas.microsoft.com/office/drawing/2014/main" id="{0682B4CE-0ADE-4D52-8501-3AD3D8BF5934}"/>
              </a:ext>
            </a:extLst>
          </p:cNvPr>
          <p:cNvSpPr>
            <a:spLocks noGrp="1"/>
          </p:cNvSpPr>
          <p:nvPr/>
        </p:nvSpPr>
        <p:spPr>
          <a:xfrm rot="433061">
            <a:off x="5567274" y="5625359"/>
            <a:ext cx="13444" cy="13444"/>
          </a:xfrm>
          <a:prstGeom prst="ellipse">
            <a:avLst/>
          </a:prstGeom>
          <a:solidFill>
            <a:srgbClr val="EB4933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681" name="lumia-token-particle">
            <a:extLst>
              <a:ext uri="{FF2B5EF4-FFF2-40B4-BE49-F238E27FC236}">
                <a16:creationId xmlns:a16="http://schemas.microsoft.com/office/drawing/2014/main" id="{1BC8F796-733A-4826-89FA-5BD68624C644}"/>
              </a:ext>
            </a:extLst>
          </p:cNvPr>
          <p:cNvSpPr>
            <a:spLocks noGrp="1"/>
          </p:cNvSpPr>
          <p:nvPr/>
        </p:nvSpPr>
        <p:spPr>
          <a:xfrm rot="1879581">
            <a:off x="4191384" y="5569095"/>
            <a:ext cx="25450" cy="25450"/>
          </a:xfrm>
          <a:prstGeom prst="ellipse">
            <a:avLst/>
          </a:prstGeom>
          <a:solidFill>
            <a:srgbClr val="A83F60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682" name="lumia-token-particle-soft-glow">
            <a:extLst>
              <a:ext uri="{FF2B5EF4-FFF2-40B4-BE49-F238E27FC236}">
                <a16:creationId xmlns:a16="http://schemas.microsoft.com/office/drawing/2014/main" id="{20165AEA-4132-474E-82DC-BA83854E6081}"/>
              </a:ext>
            </a:extLst>
          </p:cNvPr>
          <p:cNvSpPr>
            <a:spLocks noGrp="1"/>
          </p:cNvSpPr>
          <p:nvPr/>
        </p:nvSpPr>
        <p:spPr>
          <a:xfrm rot="1377284">
            <a:off x="3389560" y="5720255"/>
            <a:ext cx="120503" cy="120503"/>
          </a:xfrm>
          <a:prstGeom prst="roundRect">
            <a:avLst>
              <a:gd name="adj" fmla="val 18000"/>
            </a:avLst>
          </a:prstGeom>
          <a:solidFill>
            <a:srgbClr val="7F3D7B">
              <a:alpha val="5000"/>
            </a:srgbClr>
          </a:solidFill>
          <a:ln w="0">
            <a:noFill/>
            <a:prstDash val="solid"/>
          </a:ln>
        </p:spPr>
      </p:sp>
      <p:sp>
        <p:nvSpPr>
          <p:cNvPr id="683" name="lumia-token-particle">
            <a:extLst>
              <a:ext uri="{FF2B5EF4-FFF2-40B4-BE49-F238E27FC236}">
                <a16:creationId xmlns:a16="http://schemas.microsoft.com/office/drawing/2014/main" id="{BFB01E98-654D-43E2-9097-6F942EE0597E}"/>
              </a:ext>
            </a:extLst>
          </p:cNvPr>
          <p:cNvSpPr>
            <a:spLocks noGrp="1"/>
          </p:cNvSpPr>
          <p:nvPr/>
        </p:nvSpPr>
        <p:spPr>
          <a:xfrm rot="463334">
            <a:off x="3424706" y="5755402"/>
            <a:ext cx="50210" cy="50210"/>
          </a:xfrm>
          <a:prstGeom prst="roundRect">
            <a:avLst>
              <a:gd name="adj" fmla="val 18000"/>
            </a:avLst>
          </a:prstGeom>
          <a:solidFill>
            <a:srgbClr val="7F3D7B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684" name="lumia-token-particle">
            <a:extLst>
              <a:ext uri="{FF2B5EF4-FFF2-40B4-BE49-F238E27FC236}">
                <a16:creationId xmlns:a16="http://schemas.microsoft.com/office/drawing/2014/main" id="{449C0185-029A-498B-9F62-F4E29CAAFCE3}"/>
              </a:ext>
            </a:extLst>
          </p:cNvPr>
          <p:cNvSpPr>
            <a:spLocks noGrp="1"/>
          </p:cNvSpPr>
          <p:nvPr/>
        </p:nvSpPr>
        <p:spPr>
          <a:xfrm rot="635932">
            <a:off x="10453550" y="5275349"/>
            <a:ext cx="38982" cy="38982"/>
          </a:xfrm>
          <a:prstGeom prst="ellipse">
            <a:avLst/>
          </a:prstGeom>
          <a:solidFill>
            <a:srgbClr val="98B22C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685" name="lumia-token-particle">
            <a:extLst>
              <a:ext uri="{FF2B5EF4-FFF2-40B4-BE49-F238E27FC236}">
                <a16:creationId xmlns:a16="http://schemas.microsoft.com/office/drawing/2014/main" id="{3AF04960-23B0-49C9-B3F4-E4FE7459A55F}"/>
              </a:ext>
            </a:extLst>
          </p:cNvPr>
          <p:cNvSpPr>
            <a:spLocks noGrp="1"/>
          </p:cNvSpPr>
          <p:nvPr/>
        </p:nvSpPr>
        <p:spPr>
          <a:xfrm rot="1474135">
            <a:off x="819379" y="6151363"/>
            <a:ext cx="15210" cy="15210"/>
          </a:xfrm>
          <a:prstGeom prst="ellipse">
            <a:avLst/>
          </a:prstGeom>
          <a:solidFill>
            <a:srgbClr val="4A6CD3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686" name="lumia-token-particle">
            <a:extLst>
              <a:ext uri="{FF2B5EF4-FFF2-40B4-BE49-F238E27FC236}">
                <a16:creationId xmlns:a16="http://schemas.microsoft.com/office/drawing/2014/main" id="{3AC515FE-0032-4C2A-BF18-16338C396F91}"/>
              </a:ext>
            </a:extLst>
          </p:cNvPr>
          <p:cNvSpPr>
            <a:spLocks noGrp="1"/>
          </p:cNvSpPr>
          <p:nvPr/>
        </p:nvSpPr>
        <p:spPr>
          <a:xfrm rot="327904">
            <a:off x="2838780" y="5819462"/>
            <a:ext cx="23048" cy="23048"/>
          </a:xfrm>
          <a:prstGeom prst="roundRect">
            <a:avLst>
              <a:gd name="adj" fmla="val 18000"/>
            </a:avLst>
          </a:prstGeom>
          <a:solidFill>
            <a:srgbClr val="683C8A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687" name="lumia-token-particle">
            <a:extLst>
              <a:ext uri="{FF2B5EF4-FFF2-40B4-BE49-F238E27FC236}">
                <a16:creationId xmlns:a16="http://schemas.microsoft.com/office/drawing/2014/main" id="{BAADBA0F-0B91-4E3F-93C6-F3C3172E3B12}"/>
              </a:ext>
            </a:extLst>
          </p:cNvPr>
          <p:cNvSpPr>
            <a:spLocks noGrp="1"/>
          </p:cNvSpPr>
          <p:nvPr/>
        </p:nvSpPr>
        <p:spPr>
          <a:xfrm rot="1881658">
            <a:off x="8157662" y="5452161"/>
            <a:ext cx="15867" cy="15867"/>
          </a:xfrm>
          <a:prstGeom prst="roundRect">
            <a:avLst>
              <a:gd name="adj" fmla="val 24011"/>
            </a:avLst>
          </a:prstGeom>
          <a:solidFill>
            <a:srgbClr val="F79D11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688" name="lumia-token-particle-soft-glow">
            <a:extLst>
              <a:ext uri="{FF2B5EF4-FFF2-40B4-BE49-F238E27FC236}">
                <a16:creationId xmlns:a16="http://schemas.microsoft.com/office/drawing/2014/main" id="{032C600D-E138-4BDE-81A4-9D2AC247FD85}"/>
              </a:ext>
            </a:extLst>
          </p:cNvPr>
          <p:cNvSpPr>
            <a:spLocks noGrp="1"/>
          </p:cNvSpPr>
          <p:nvPr/>
        </p:nvSpPr>
        <p:spPr>
          <a:xfrm rot="439838">
            <a:off x="9335372" y="4919209"/>
            <a:ext cx="216474" cy="216474"/>
          </a:xfrm>
          <a:prstGeom prst="ellipse">
            <a:avLst/>
          </a:prstGeom>
          <a:solidFill>
            <a:srgbClr val="CEB717">
              <a:alpha val="6000"/>
            </a:srgbClr>
          </a:solidFill>
          <a:ln w="0">
            <a:noFill/>
            <a:prstDash val="solid"/>
          </a:ln>
        </p:spPr>
      </p:sp>
      <p:sp>
        <p:nvSpPr>
          <p:cNvPr id="689" name="lumia-token-particle">
            <a:extLst>
              <a:ext uri="{FF2B5EF4-FFF2-40B4-BE49-F238E27FC236}">
                <a16:creationId xmlns:a16="http://schemas.microsoft.com/office/drawing/2014/main" id="{D9CBB038-04C4-4B72-88FC-0ED4E1A3D60F}"/>
              </a:ext>
            </a:extLst>
          </p:cNvPr>
          <p:cNvSpPr>
            <a:spLocks noGrp="1"/>
          </p:cNvSpPr>
          <p:nvPr/>
        </p:nvSpPr>
        <p:spPr>
          <a:xfrm rot="1217611">
            <a:off x="9398510" y="4982347"/>
            <a:ext cx="90198" cy="90198"/>
          </a:xfrm>
          <a:prstGeom prst="ellipse">
            <a:avLst/>
          </a:prstGeom>
          <a:solidFill>
            <a:srgbClr val="CEB717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690" name="lumia-token-particle">
            <a:extLst>
              <a:ext uri="{FF2B5EF4-FFF2-40B4-BE49-F238E27FC236}">
                <a16:creationId xmlns:a16="http://schemas.microsoft.com/office/drawing/2014/main" id="{92CFD3FE-AE7B-4AAE-8C1A-2CB60127B93D}"/>
              </a:ext>
            </a:extLst>
          </p:cNvPr>
          <p:cNvSpPr>
            <a:spLocks noGrp="1"/>
          </p:cNvSpPr>
          <p:nvPr/>
        </p:nvSpPr>
        <p:spPr>
          <a:xfrm rot="273936">
            <a:off x="7264585" y="5258422"/>
            <a:ext cx="14580" cy="14580"/>
          </a:xfrm>
          <a:prstGeom prst="ellipse">
            <a:avLst/>
          </a:prstGeom>
          <a:solidFill>
            <a:srgbClr val="F48919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691" name="lumia-token-particle">
            <a:extLst>
              <a:ext uri="{FF2B5EF4-FFF2-40B4-BE49-F238E27FC236}">
                <a16:creationId xmlns:a16="http://schemas.microsoft.com/office/drawing/2014/main" id="{8C245E65-0A56-4055-8F96-1FB8F6EF4F1C}"/>
              </a:ext>
            </a:extLst>
          </p:cNvPr>
          <p:cNvSpPr>
            <a:spLocks noGrp="1"/>
          </p:cNvSpPr>
          <p:nvPr/>
        </p:nvSpPr>
        <p:spPr>
          <a:xfrm rot="190432">
            <a:off x="10550201" y="4439403"/>
            <a:ext cx="19415" cy="19415"/>
          </a:xfrm>
          <a:prstGeom prst="roundRect">
            <a:avLst>
              <a:gd name="adj" fmla="val 19624"/>
            </a:avLst>
          </a:prstGeom>
          <a:solidFill>
            <a:srgbClr val="90B12F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692" name="lumia-token-particle-soft-glow">
            <a:extLst>
              <a:ext uri="{FF2B5EF4-FFF2-40B4-BE49-F238E27FC236}">
                <a16:creationId xmlns:a16="http://schemas.microsoft.com/office/drawing/2014/main" id="{365B7712-8C23-4CBE-BB3E-4DF67F2BF5D2}"/>
              </a:ext>
            </a:extLst>
          </p:cNvPr>
          <p:cNvSpPr>
            <a:spLocks noGrp="1"/>
          </p:cNvSpPr>
          <p:nvPr/>
        </p:nvSpPr>
        <p:spPr>
          <a:xfrm rot="1880531">
            <a:off x="10914691" y="4760573"/>
            <a:ext cx="239565" cy="239565"/>
          </a:xfrm>
          <a:prstGeom prst="roundRect">
            <a:avLst>
              <a:gd name="adj" fmla="val 18000"/>
            </a:avLst>
          </a:prstGeom>
          <a:solidFill>
            <a:srgbClr val="7FB035">
              <a:alpha val="6000"/>
            </a:srgbClr>
          </a:solidFill>
          <a:ln w="0">
            <a:noFill/>
            <a:prstDash val="solid"/>
          </a:ln>
        </p:spPr>
      </p:sp>
      <p:sp>
        <p:nvSpPr>
          <p:cNvPr id="693" name="lumia-token-particle">
            <a:extLst>
              <a:ext uri="{FF2B5EF4-FFF2-40B4-BE49-F238E27FC236}">
                <a16:creationId xmlns:a16="http://schemas.microsoft.com/office/drawing/2014/main" id="{3592A3CB-98B1-4B0A-8F9B-BE4841665E06}"/>
              </a:ext>
            </a:extLst>
          </p:cNvPr>
          <p:cNvSpPr>
            <a:spLocks noGrp="1"/>
          </p:cNvSpPr>
          <p:nvPr/>
        </p:nvSpPr>
        <p:spPr>
          <a:xfrm rot="1835255">
            <a:off x="10984564" y="4830446"/>
            <a:ext cx="99819" cy="99819"/>
          </a:xfrm>
          <a:prstGeom prst="roundRect">
            <a:avLst>
              <a:gd name="adj" fmla="val 18000"/>
            </a:avLst>
          </a:prstGeom>
          <a:solidFill>
            <a:srgbClr val="7FB035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694" name="lumia-token-particle">
            <a:extLst>
              <a:ext uri="{FF2B5EF4-FFF2-40B4-BE49-F238E27FC236}">
                <a16:creationId xmlns:a16="http://schemas.microsoft.com/office/drawing/2014/main" id="{5AC1A361-A6D0-4AAE-8108-B652F5E5EB0C}"/>
              </a:ext>
            </a:extLst>
          </p:cNvPr>
          <p:cNvSpPr>
            <a:spLocks noGrp="1"/>
          </p:cNvSpPr>
          <p:nvPr/>
        </p:nvSpPr>
        <p:spPr>
          <a:xfrm rot="86189">
            <a:off x="9466432" y="4845280"/>
            <a:ext cx="21385" cy="21385"/>
          </a:xfrm>
          <a:prstGeom prst="ellipse">
            <a:avLst/>
          </a:prstGeom>
          <a:solidFill>
            <a:srgbClr val="CDB717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695" name="lumia-token-particle">
            <a:extLst>
              <a:ext uri="{FF2B5EF4-FFF2-40B4-BE49-F238E27FC236}">
                <a16:creationId xmlns:a16="http://schemas.microsoft.com/office/drawing/2014/main" id="{08C5DA9C-D1D6-4463-AB8D-5F5D8B68C05B}"/>
              </a:ext>
            </a:extLst>
          </p:cNvPr>
          <p:cNvSpPr>
            <a:spLocks noGrp="1"/>
          </p:cNvSpPr>
          <p:nvPr/>
        </p:nvSpPr>
        <p:spPr>
          <a:xfrm rot="2539471">
            <a:off x="8377905" y="5571725"/>
            <a:ext cx="20424" cy="20424"/>
          </a:xfrm>
          <a:prstGeom prst="ellipse">
            <a:avLst/>
          </a:prstGeom>
          <a:solidFill>
            <a:srgbClr val="FAB508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696" name="lumia-token-particle">
            <a:extLst>
              <a:ext uri="{FF2B5EF4-FFF2-40B4-BE49-F238E27FC236}">
                <a16:creationId xmlns:a16="http://schemas.microsoft.com/office/drawing/2014/main" id="{2BDDFB9B-08E2-4E80-800E-75F0CE606283}"/>
              </a:ext>
            </a:extLst>
          </p:cNvPr>
          <p:cNvSpPr>
            <a:spLocks noGrp="1"/>
          </p:cNvSpPr>
          <p:nvPr/>
        </p:nvSpPr>
        <p:spPr>
          <a:xfrm rot="1502347">
            <a:off x="10497815" y="4811233"/>
            <a:ext cx="26194" cy="26194"/>
          </a:xfrm>
          <a:prstGeom prst="ellipse">
            <a:avLst/>
          </a:prstGeom>
          <a:solidFill>
            <a:srgbClr val="9EB329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697" name="lumia-token-particle">
            <a:extLst>
              <a:ext uri="{FF2B5EF4-FFF2-40B4-BE49-F238E27FC236}">
                <a16:creationId xmlns:a16="http://schemas.microsoft.com/office/drawing/2014/main" id="{588AB085-D4C6-4968-8FFD-9309037D5D55}"/>
              </a:ext>
            </a:extLst>
          </p:cNvPr>
          <p:cNvSpPr>
            <a:spLocks noGrp="1"/>
          </p:cNvSpPr>
          <p:nvPr/>
        </p:nvSpPr>
        <p:spPr>
          <a:xfrm rot="894819">
            <a:off x="3036971" y="5665829"/>
            <a:ext cx="12117" cy="12117"/>
          </a:xfrm>
          <a:prstGeom prst="roundRect">
            <a:avLst>
              <a:gd name="adj" fmla="val 31442"/>
            </a:avLst>
          </a:prstGeom>
          <a:solidFill>
            <a:srgbClr val="6B3C88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698" name="lumia-token-particle">
            <a:extLst>
              <a:ext uri="{FF2B5EF4-FFF2-40B4-BE49-F238E27FC236}">
                <a16:creationId xmlns:a16="http://schemas.microsoft.com/office/drawing/2014/main" id="{CDCCDC58-222E-4E62-A6AF-8690101AAA74}"/>
              </a:ext>
            </a:extLst>
          </p:cNvPr>
          <p:cNvSpPr>
            <a:spLocks noGrp="1"/>
          </p:cNvSpPr>
          <p:nvPr/>
        </p:nvSpPr>
        <p:spPr>
          <a:xfrm rot="1122652">
            <a:off x="4236642" y="5716931"/>
            <a:ext cx="14353" cy="14353"/>
          </a:xfrm>
          <a:prstGeom prst="roundRect">
            <a:avLst>
              <a:gd name="adj" fmla="val 26546"/>
            </a:avLst>
          </a:prstGeom>
          <a:solidFill>
            <a:srgbClr val="B2405A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699" name="lumia-token-particle">
            <a:extLst>
              <a:ext uri="{FF2B5EF4-FFF2-40B4-BE49-F238E27FC236}">
                <a16:creationId xmlns:a16="http://schemas.microsoft.com/office/drawing/2014/main" id="{A7B65BDC-5FE6-41BA-8058-E6A1E81F9347}"/>
              </a:ext>
            </a:extLst>
          </p:cNvPr>
          <p:cNvSpPr>
            <a:spLocks noGrp="1"/>
          </p:cNvSpPr>
          <p:nvPr/>
        </p:nvSpPr>
        <p:spPr>
          <a:xfrm rot="1292987">
            <a:off x="7779346" y="5166743"/>
            <a:ext cx="35267" cy="35267"/>
          </a:xfrm>
          <a:prstGeom prst="ellipse">
            <a:avLst/>
          </a:prstGeom>
          <a:solidFill>
            <a:srgbClr val="F69C12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700" name="lumia-token-particle">
            <a:extLst>
              <a:ext uri="{FF2B5EF4-FFF2-40B4-BE49-F238E27FC236}">
                <a16:creationId xmlns:a16="http://schemas.microsoft.com/office/drawing/2014/main" id="{A658705C-B09E-43F1-95C6-C96C6528218F}"/>
              </a:ext>
            </a:extLst>
          </p:cNvPr>
          <p:cNvSpPr>
            <a:spLocks noGrp="1"/>
          </p:cNvSpPr>
          <p:nvPr/>
        </p:nvSpPr>
        <p:spPr>
          <a:xfrm rot="1243195">
            <a:off x="9380210" y="5296587"/>
            <a:ext cx="35187" cy="35187"/>
          </a:xfrm>
          <a:prstGeom prst="roundRect">
            <a:avLst>
              <a:gd name="adj" fmla="val 18000"/>
            </a:avLst>
          </a:prstGeom>
          <a:solidFill>
            <a:srgbClr val="E6BA0D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1" name="lumia-token-particle">
            <a:extLst>
              <a:ext uri="{FF2B5EF4-FFF2-40B4-BE49-F238E27FC236}">
                <a16:creationId xmlns:a16="http://schemas.microsoft.com/office/drawing/2014/main" id="{681EE5BD-9B29-486B-9331-2AD1687D8F8D}"/>
              </a:ext>
            </a:extLst>
          </p:cNvPr>
          <p:cNvSpPr>
            <a:spLocks noGrp="1"/>
          </p:cNvSpPr>
          <p:nvPr/>
        </p:nvSpPr>
        <p:spPr>
          <a:xfrm rot="2170230">
            <a:off x="10299112" y="5342341"/>
            <a:ext cx="13654" cy="13654"/>
          </a:xfrm>
          <a:prstGeom prst="ellipse">
            <a:avLst/>
          </a:prstGeom>
          <a:solidFill>
            <a:srgbClr val="95B22D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02" name="lumia-token-particle">
            <a:extLst>
              <a:ext uri="{FF2B5EF4-FFF2-40B4-BE49-F238E27FC236}">
                <a16:creationId xmlns:a16="http://schemas.microsoft.com/office/drawing/2014/main" id="{480DB895-F05D-4510-8B46-6265947A885B}"/>
              </a:ext>
            </a:extLst>
          </p:cNvPr>
          <p:cNvSpPr>
            <a:spLocks noGrp="1"/>
          </p:cNvSpPr>
          <p:nvPr/>
        </p:nvSpPr>
        <p:spPr>
          <a:xfrm rot="1524340">
            <a:off x="11732224" y="4993988"/>
            <a:ext cx="18103" cy="18103"/>
          </a:xfrm>
          <a:prstGeom prst="ellipse">
            <a:avLst/>
          </a:prstGeom>
          <a:solidFill>
            <a:srgbClr val="5CAC43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703" name="lumia-token-particle">
            <a:extLst>
              <a:ext uri="{FF2B5EF4-FFF2-40B4-BE49-F238E27FC236}">
                <a16:creationId xmlns:a16="http://schemas.microsoft.com/office/drawing/2014/main" id="{67FFEA96-0B79-4D80-832B-A50D2F329AD0}"/>
              </a:ext>
            </a:extLst>
          </p:cNvPr>
          <p:cNvSpPr>
            <a:spLocks noGrp="1"/>
          </p:cNvSpPr>
          <p:nvPr/>
        </p:nvSpPr>
        <p:spPr>
          <a:xfrm rot="779004">
            <a:off x="7441027" y="5322209"/>
            <a:ext cx="35845" cy="35845"/>
          </a:xfrm>
          <a:prstGeom prst="roundRect">
            <a:avLst>
              <a:gd name="adj" fmla="val 18000"/>
            </a:avLst>
          </a:prstGeom>
          <a:solidFill>
            <a:srgbClr val="F58E17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704" name="lumia-token-particle">
            <a:extLst>
              <a:ext uri="{FF2B5EF4-FFF2-40B4-BE49-F238E27FC236}">
                <a16:creationId xmlns:a16="http://schemas.microsoft.com/office/drawing/2014/main" id="{D64B3F70-508B-452D-80F4-73658BFABB53}"/>
              </a:ext>
            </a:extLst>
          </p:cNvPr>
          <p:cNvSpPr>
            <a:spLocks noGrp="1"/>
          </p:cNvSpPr>
          <p:nvPr/>
        </p:nvSpPr>
        <p:spPr>
          <a:xfrm rot="1830997">
            <a:off x="2307787" y="6227936"/>
            <a:ext cx="12528" cy="12528"/>
          </a:xfrm>
          <a:prstGeom prst="roundRect">
            <a:avLst>
              <a:gd name="adj" fmla="val 30412"/>
            </a:avLst>
          </a:prstGeom>
          <a:solidFill>
            <a:srgbClr val="5544A0">
              <a:alpha val="15000"/>
            </a:srgbClr>
          </a:solidFill>
          <a:ln w="0">
            <a:noFill/>
            <a:prstDash val="solid"/>
          </a:ln>
        </p:spPr>
      </p:sp>
      <p:sp>
        <p:nvSpPr>
          <p:cNvPr id="705" name="lumia-token-particle">
            <a:extLst>
              <a:ext uri="{FF2B5EF4-FFF2-40B4-BE49-F238E27FC236}">
                <a16:creationId xmlns:a16="http://schemas.microsoft.com/office/drawing/2014/main" id="{3414B296-8294-4435-A747-BD4B8ED64209}"/>
              </a:ext>
            </a:extLst>
          </p:cNvPr>
          <p:cNvSpPr>
            <a:spLocks noGrp="1"/>
          </p:cNvSpPr>
          <p:nvPr/>
        </p:nvSpPr>
        <p:spPr>
          <a:xfrm rot="30364">
            <a:off x="7063634" y="5276046"/>
            <a:ext cx="23419" cy="23419"/>
          </a:xfrm>
          <a:prstGeom prst="ellipse">
            <a:avLst/>
          </a:prstGeom>
          <a:solidFill>
            <a:srgbClr val="F27C1E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706" name="lumia-token-particle">
            <a:extLst>
              <a:ext uri="{FF2B5EF4-FFF2-40B4-BE49-F238E27FC236}">
                <a16:creationId xmlns:a16="http://schemas.microsoft.com/office/drawing/2014/main" id="{4F6A22E2-D256-402F-B7F5-8D4E243A6150}"/>
              </a:ext>
            </a:extLst>
          </p:cNvPr>
          <p:cNvSpPr>
            <a:spLocks noGrp="1"/>
          </p:cNvSpPr>
          <p:nvPr/>
        </p:nvSpPr>
        <p:spPr>
          <a:xfrm rot="984459">
            <a:off x="9530583" y="4904682"/>
            <a:ext cx="17831" cy="17831"/>
          </a:xfrm>
          <a:prstGeom prst="ellipse">
            <a:avLst/>
          </a:prstGeom>
          <a:solidFill>
            <a:srgbClr val="CFB816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07" name="lumia-token-particle">
            <a:extLst>
              <a:ext uri="{FF2B5EF4-FFF2-40B4-BE49-F238E27FC236}">
                <a16:creationId xmlns:a16="http://schemas.microsoft.com/office/drawing/2014/main" id="{912EE5CB-319E-4BCD-B28F-DC02B1E216D4}"/>
              </a:ext>
            </a:extLst>
          </p:cNvPr>
          <p:cNvSpPr>
            <a:spLocks noGrp="1"/>
          </p:cNvSpPr>
          <p:nvPr/>
        </p:nvSpPr>
        <p:spPr>
          <a:xfrm rot="318554">
            <a:off x="3605422" y="5763012"/>
            <a:ext cx="25387" cy="25387"/>
          </a:xfrm>
          <a:prstGeom prst="roundRect">
            <a:avLst>
              <a:gd name="adj" fmla="val 18000"/>
            </a:avLst>
          </a:prstGeom>
          <a:solidFill>
            <a:srgbClr val="873E76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708" name="lumia-token-particle-soft-glow">
            <a:extLst>
              <a:ext uri="{FF2B5EF4-FFF2-40B4-BE49-F238E27FC236}">
                <a16:creationId xmlns:a16="http://schemas.microsoft.com/office/drawing/2014/main" id="{9D103C3C-0C87-4325-A985-40E165CA5684}"/>
              </a:ext>
            </a:extLst>
          </p:cNvPr>
          <p:cNvSpPr>
            <a:spLocks noGrp="1"/>
          </p:cNvSpPr>
          <p:nvPr/>
        </p:nvSpPr>
        <p:spPr>
          <a:xfrm rot="768043">
            <a:off x="7977976" y="5126834"/>
            <a:ext cx="187992" cy="187992"/>
          </a:xfrm>
          <a:prstGeom prst="ellipse">
            <a:avLst/>
          </a:prstGeom>
          <a:solidFill>
            <a:srgbClr val="F8A50E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09" name="lumia-token-particle">
            <a:extLst>
              <a:ext uri="{FF2B5EF4-FFF2-40B4-BE49-F238E27FC236}">
                <a16:creationId xmlns:a16="http://schemas.microsoft.com/office/drawing/2014/main" id="{6AC8243C-C5DE-478A-91C6-30C6C5A5E513}"/>
              </a:ext>
            </a:extLst>
          </p:cNvPr>
          <p:cNvSpPr>
            <a:spLocks noGrp="1"/>
          </p:cNvSpPr>
          <p:nvPr/>
        </p:nvSpPr>
        <p:spPr>
          <a:xfrm rot="1539016">
            <a:off x="8032807" y="5181665"/>
            <a:ext cx="78330" cy="78330"/>
          </a:xfrm>
          <a:prstGeom prst="ellipse">
            <a:avLst/>
          </a:prstGeom>
          <a:solidFill>
            <a:srgbClr val="F8A50E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710" name="lumia-token-particle">
            <a:extLst>
              <a:ext uri="{FF2B5EF4-FFF2-40B4-BE49-F238E27FC236}">
                <a16:creationId xmlns:a16="http://schemas.microsoft.com/office/drawing/2014/main" id="{479D942E-A30E-41CF-99FB-F37E5EB3E5F6}"/>
              </a:ext>
            </a:extLst>
          </p:cNvPr>
          <p:cNvSpPr>
            <a:spLocks noGrp="1"/>
          </p:cNvSpPr>
          <p:nvPr/>
        </p:nvSpPr>
        <p:spPr>
          <a:xfrm rot="494670">
            <a:off x="10204104" y="5069170"/>
            <a:ext cx="25345" cy="25345"/>
          </a:xfrm>
          <a:prstGeom prst="ellipse">
            <a:avLst/>
          </a:prstGeom>
          <a:solidFill>
            <a:srgbClr val="B6B520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11" name="lumia-token-particle-soft-glow">
            <a:extLst>
              <a:ext uri="{FF2B5EF4-FFF2-40B4-BE49-F238E27FC236}">
                <a16:creationId xmlns:a16="http://schemas.microsoft.com/office/drawing/2014/main" id="{3FF261D0-5EA5-4F0D-BD14-4A8AAEEBE03A}"/>
              </a:ext>
            </a:extLst>
          </p:cNvPr>
          <p:cNvSpPr>
            <a:spLocks noGrp="1"/>
          </p:cNvSpPr>
          <p:nvPr/>
        </p:nvSpPr>
        <p:spPr>
          <a:xfrm rot="1842666">
            <a:off x="11061265" y="4879684"/>
            <a:ext cx="262993" cy="262993"/>
          </a:xfrm>
          <a:prstGeom prst="roundRect">
            <a:avLst>
              <a:gd name="adj" fmla="val 18000"/>
            </a:avLst>
          </a:prstGeom>
          <a:solidFill>
            <a:srgbClr val="7AAF38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12" name="lumia-token-particle">
            <a:extLst>
              <a:ext uri="{FF2B5EF4-FFF2-40B4-BE49-F238E27FC236}">
                <a16:creationId xmlns:a16="http://schemas.microsoft.com/office/drawing/2014/main" id="{728E06EB-4D8D-42A2-8557-B5AE55F23A4C}"/>
              </a:ext>
            </a:extLst>
          </p:cNvPr>
          <p:cNvSpPr>
            <a:spLocks noGrp="1"/>
          </p:cNvSpPr>
          <p:nvPr/>
        </p:nvSpPr>
        <p:spPr>
          <a:xfrm rot="433426">
            <a:off x="11137972" y="4956390"/>
            <a:ext cx="109580" cy="109580"/>
          </a:xfrm>
          <a:prstGeom prst="roundRect">
            <a:avLst>
              <a:gd name="adj" fmla="val 18000"/>
            </a:avLst>
          </a:prstGeom>
          <a:solidFill>
            <a:srgbClr val="7AAF38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713" name="lumia-token-particle">
            <a:extLst>
              <a:ext uri="{FF2B5EF4-FFF2-40B4-BE49-F238E27FC236}">
                <a16:creationId xmlns:a16="http://schemas.microsoft.com/office/drawing/2014/main" id="{E8845066-100F-46E1-A92D-9C321580175E}"/>
              </a:ext>
            </a:extLst>
          </p:cNvPr>
          <p:cNvSpPr>
            <a:spLocks noGrp="1"/>
          </p:cNvSpPr>
          <p:nvPr/>
        </p:nvSpPr>
        <p:spPr>
          <a:xfrm rot="2087647">
            <a:off x="7965049" y="4845705"/>
            <a:ext cx="33209" cy="33209"/>
          </a:xfrm>
          <a:prstGeom prst="ellipse">
            <a:avLst/>
          </a:prstGeom>
          <a:solidFill>
            <a:srgbClr val="F79F11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714" name="lumia-token-particle-soft-glow">
            <a:extLst>
              <a:ext uri="{FF2B5EF4-FFF2-40B4-BE49-F238E27FC236}">
                <a16:creationId xmlns:a16="http://schemas.microsoft.com/office/drawing/2014/main" id="{D233FE8B-AA36-41BB-9A08-F15DA5635EE3}"/>
              </a:ext>
            </a:extLst>
          </p:cNvPr>
          <p:cNvSpPr>
            <a:spLocks noGrp="1"/>
          </p:cNvSpPr>
          <p:nvPr/>
        </p:nvSpPr>
        <p:spPr>
          <a:xfrm rot="732665">
            <a:off x="7927240" y="5156605"/>
            <a:ext cx="120436" cy="120436"/>
          </a:xfrm>
          <a:prstGeom prst="ellipse">
            <a:avLst/>
          </a:prstGeom>
          <a:solidFill>
            <a:srgbClr val="F8A60E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15" name="lumia-token-particle">
            <a:extLst>
              <a:ext uri="{FF2B5EF4-FFF2-40B4-BE49-F238E27FC236}">
                <a16:creationId xmlns:a16="http://schemas.microsoft.com/office/drawing/2014/main" id="{3960B3A8-5154-445D-8B30-E15B986A13E7}"/>
              </a:ext>
            </a:extLst>
          </p:cNvPr>
          <p:cNvSpPr>
            <a:spLocks noGrp="1"/>
          </p:cNvSpPr>
          <p:nvPr/>
        </p:nvSpPr>
        <p:spPr>
          <a:xfrm rot="262202">
            <a:off x="7962367" y="5191732"/>
            <a:ext cx="50182" cy="50182"/>
          </a:xfrm>
          <a:prstGeom prst="ellipse">
            <a:avLst/>
          </a:prstGeom>
          <a:solidFill>
            <a:srgbClr val="F8A60E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716" name="lumia-token-particle">
            <a:extLst>
              <a:ext uri="{FF2B5EF4-FFF2-40B4-BE49-F238E27FC236}">
                <a16:creationId xmlns:a16="http://schemas.microsoft.com/office/drawing/2014/main" id="{AD1332D1-8FB5-4A36-8A3A-B533D3789DB3}"/>
              </a:ext>
            </a:extLst>
          </p:cNvPr>
          <p:cNvSpPr>
            <a:spLocks noGrp="1"/>
          </p:cNvSpPr>
          <p:nvPr/>
        </p:nvSpPr>
        <p:spPr>
          <a:xfrm rot="1990754">
            <a:off x="1912603" y="5962345"/>
            <a:ext cx="19415" cy="19415"/>
          </a:xfrm>
          <a:prstGeom prst="ellipse">
            <a:avLst/>
          </a:prstGeom>
          <a:solidFill>
            <a:srgbClr val="524EAE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717" name="lumia-token-particle">
            <a:extLst>
              <a:ext uri="{FF2B5EF4-FFF2-40B4-BE49-F238E27FC236}">
                <a16:creationId xmlns:a16="http://schemas.microsoft.com/office/drawing/2014/main" id="{5B9323B2-F7DC-45B9-A482-D6F257A3581C}"/>
              </a:ext>
            </a:extLst>
          </p:cNvPr>
          <p:cNvSpPr>
            <a:spLocks noGrp="1"/>
          </p:cNvSpPr>
          <p:nvPr/>
        </p:nvSpPr>
        <p:spPr>
          <a:xfrm rot="743192">
            <a:off x="11631648" y="5042847"/>
            <a:ext cx="41272" cy="41272"/>
          </a:xfrm>
          <a:prstGeom prst="ellipse">
            <a:avLst/>
          </a:prstGeom>
          <a:solidFill>
            <a:srgbClr val="51AB48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718" name="lumia-token-particle">
            <a:extLst>
              <a:ext uri="{FF2B5EF4-FFF2-40B4-BE49-F238E27FC236}">
                <a16:creationId xmlns:a16="http://schemas.microsoft.com/office/drawing/2014/main" id="{186BBAE1-9A1F-4348-8ED4-EFA43C8F5DDA}"/>
              </a:ext>
            </a:extLst>
          </p:cNvPr>
          <p:cNvSpPr>
            <a:spLocks noGrp="1"/>
          </p:cNvSpPr>
          <p:nvPr/>
        </p:nvSpPr>
        <p:spPr>
          <a:xfrm rot="617870">
            <a:off x="2889785" y="5887971"/>
            <a:ext cx="25280" cy="25280"/>
          </a:xfrm>
          <a:prstGeom prst="ellipse">
            <a:avLst/>
          </a:prstGeom>
          <a:solidFill>
            <a:srgbClr val="683C8B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719" name="lumia-token-particle">
            <a:extLst>
              <a:ext uri="{FF2B5EF4-FFF2-40B4-BE49-F238E27FC236}">
                <a16:creationId xmlns:a16="http://schemas.microsoft.com/office/drawing/2014/main" id="{D52532FA-DDD5-4034-AE8B-7657311A2E01}"/>
              </a:ext>
            </a:extLst>
          </p:cNvPr>
          <p:cNvSpPr>
            <a:spLocks noGrp="1"/>
          </p:cNvSpPr>
          <p:nvPr/>
        </p:nvSpPr>
        <p:spPr>
          <a:xfrm rot="2295440">
            <a:off x="5157186" y="5681243"/>
            <a:ext cx="10987" cy="10987"/>
          </a:xfrm>
          <a:prstGeom prst="ellipse">
            <a:avLst/>
          </a:prstGeom>
          <a:solidFill>
            <a:srgbClr val="D64242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720" name="lumia-token-particle-soft-glow">
            <a:extLst>
              <a:ext uri="{FF2B5EF4-FFF2-40B4-BE49-F238E27FC236}">
                <a16:creationId xmlns:a16="http://schemas.microsoft.com/office/drawing/2014/main" id="{197A3EC1-DA5D-4726-90C2-EE690B85BECD}"/>
              </a:ext>
            </a:extLst>
          </p:cNvPr>
          <p:cNvSpPr>
            <a:spLocks noGrp="1"/>
          </p:cNvSpPr>
          <p:nvPr/>
        </p:nvSpPr>
        <p:spPr>
          <a:xfrm rot="1688285">
            <a:off x="6847228" y="5504575"/>
            <a:ext cx="93893" cy="93893"/>
          </a:xfrm>
          <a:prstGeom prst="ellipse">
            <a:avLst/>
          </a:prstGeom>
          <a:solidFill>
            <a:srgbClr val="F17521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21" name="lumia-token-particle">
            <a:extLst>
              <a:ext uri="{FF2B5EF4-FFF2-40B4-BE49-F238E27FC236}">
                <a16:creationId xmlns:a16="http://schemas.microsoft.com/office/drawing/2014/main" id="{42F017E1-79AF-44F3-B6A1-6C5C4D099ACD}"/>
              </a:ext>
            </a:extLst>
          </p:cNvPr>
          <p:cNvSpPr>
            <a:spLocks noGrp="1"/>
          </p:cNvSpPr>
          <p:nvPr/>
        </p:nvSpPr>
        <p:spPr>
          <a:xfrm rot="1603876">
            <a:off x="6874614" y="5531961"/>
            <a:ext cx="39122" cy="39122"/>
          </a:xfrm>
          <a:prstGeom prst="ellipse">
            <a:avLst/>
          </a:prstGeom>
          <a:solidFill>
            <a:srgbClr val="F17521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722" name="lumia-token-particle-soft-glow">
            <a:extLst>
              <a:ext uri="{FF2B5EF4-FFF2-40B4-BE49-F238E27FC236}">
                <a16:creationId xmlns:a16="http://schemas.microsoft.com/office/drawing/2014/main" id="{585289A7-7ADD-4C64-BED3-8FA4093AAC45}"/>
              </a:ext>
            </a:extLst>
          </p:cNvPr>
          <p:cNvSpPr>
            <a:spLocks noGrp="1"/>
          </p:cNvSpPr>
          <p:nvPr/>
        </p:nvSpPr>
        <p:spPr>
          <a:xfrm rot="2585228">
            <a:off x="8836473" y="4898731"/>
            <a:ext cx="148207" cy="148207"/>
          </a:xfrm>
          <a:prstGeom prst="ellipse">
            <a:avLst/>
          </a:prstGeom>
          <a:solidFill>
            <a:srgbClr val="F7BC07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23" name="lumia-token-particle">
            <a:extLst>
              <a:ext uri="{FF2B5EF4-FFF2-40B4-BE49-F238E27FC236}">
                <a16:creationId xmlns:a16="http://schemas.microsoft.com/office/drawing/2014/main" id="{DD46EFA0-BFAC-42D8-9DC1-A5A44E27895D}"/>
              </a:ext>
            </a:extLst>
          </p:cNvPr>
          <p:cNvSpPr>
            <a:spLocks noGrp="1"/>
          </p:cNvSpPr>
          <p:nvPr/>
        </p:nvSpPr>
        <p:spPr>
          <a:xfrm rot="999561">
            <a:off x="8879700" y="4941958"/>
            <a:ext cx="61753" cy="61753"/>
          </a:xfrm>
          <a:prstGeom prst="ellipse">
            <a:avLst/>
          </a:prstGeom>
          <a:solidFill>
            <a:srgbClr val="F7BC07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724" name="lumia-token-particle-soft-glow">
            <a:extLst>
              <a:ext uri="{FF2B5EF4-FFF2-40B4-BE49-F238E27FC236}">
                <a16:creationId xmlns:a16="http://schemas.microsoft.com/office/drawing/2014/main" id="{C48D75BD-A1AE-4BFA-BF43-D52F08C6504E}"/>
              </a:ext>
            </a:extLst>
          </p:cNvPr>
          <p:cNvSpPr>
            <a:spLocks noGrp="1"/>
          </p:cNvSpPr>
          <p:nvPr/>
        </p:nvSpPr>
        <p:spPr>
          <a:xfrm rot="1293550">
            <a:off x="9993906" y="4723494"/>
            <a:ext cx="198070" cy="198070"/>
          </a:xfrm>
          <a:prstGeom prst="roundRect">
            <a:avLst>
              <a:gd name="adj" fmla="val 18000"/>
            </a:avLst>
          </a:prstGeom>
          <a:solidFill>
            <a:srgbClr val="B5B520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25" name="lumia-token-particle">
            <a:extLst>
              <a:ext uri="{FF2B5EF4-FFF2-40B4-BE49-F238E27FC236}">
                <a16:creationId xmlns:a16="http://schemas.microsoft.com/office/drawing/2014/main" id="{3C7D21FD-7C63-48EE-BF0C-E51972700057}"/>
              </a:ext>
            </a:extLst>
          </p:cNvPr>
          <p:cNvSpPr>
            <a:spLocks noGrp="1"/>
          </p:cNvSpPr>
          <p:nvPr/>
        </p:nvSpPr>
        <p:spPr>
          <a:xfrm rot="2075336">
            <a:off x="10051676" y="4781264"/>
            <a:ext cx="82529" cy="82529"/>
          </a:xfrm>
          <a:prstGeom prst="roundRect">
            <a:avLst>
              <a:gd name="adj" fmla="val 18000"/>
            </a:avLst>
          </a:prstGeom>
          <a:solidFill>
            <a:srgbClr val="B5B520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726" name="lumia-token-particle">
            <a:extLst>
              <a:ext uri="{FF2B5EF4-FFF2-40B4-BE49-F238E27FC236}">
                <a16:creationId xmlns:a16="http://schemas.microsoft.com/office/drawing/2014/main" id="{3F9856E7-EAC1-4F68-A2BC-7F536D6284C8}"/>
              </a:ext>
            </a:extLst>
          </p:cNvPr>
          <p:cNvSpPr>
            <a:spLocks noGrp="1"/>
          </p:cNvSpPr>
          <p:nvPr/>
        </p:nvSpPr>
        <p:spPr>
          <a:xfrm rot="784062">
            <a:off x="7197675" y="5283776"/>
            <a:ext cx="8797" cy="8797"/>
          </a:xfrm>
          <a:prstGeom prst="roundRect">
            <a:avLst>
              <a:gd name="adj" fmla="val 43309"/>
            </a:avLst>
          </a:prstGeom>
          <a:solidFill>
            <a:srgbClr val="F3841B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727" name="lumia-token-particle">
            <a:extLst>
              <a:ext uri="{FF2B5EF4-FFF2-40B4-BE49-F238E27FC236}">
                <a16:creationId xmlns:a16="http://schemas.microsoft.com/office/drawing/2014/main" id="{0C9A5579-3DA3-4160-A3BE-9A7E06108F41}"/>
              </a:ext>
            </a:extLst>
          </p:cNvPr>
          <p:cNvSpPr>
            <a:spLocks noGrp="1"/>
          </p:cNvSpPr>
          <p:nvPr/>
        </p:nvSpPr>
        <p:spPr>
          <a:xfrm rot="1334720">
            <a:off x="10609196" y="5013590"/>
            <a:ext cx="56792" cy="56792"/>
          </a:xfrm>
          <a:prstGeom prst="ellipse">
            <a:avLst/>
          </a:prstGeom>
          <a:solidFill>
            <a:srgbClr val="85B033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728" name="lumia-token-particle">
            <a:extLst>
              <a:ext uri="{FF2B5EF4-FFF2-40B4-BE49-F238E27FC236}">
                <a16:creationId xmlns:a16="http://schemas.microsoft.com/office/drawing/2014/main" id="{FBA61D5B-BF64-425B-9097-EF0562DCA958}"/>
              </a:ext>
            </a:extLst>
          </p:cNvPr>
          <p:cNvSpPr>
            <a:spLocks noGrp="1"/>
          </p:cNvSpPr>
          <p:nvPr/>
        </p:nvSpPr>
        <p:spPr>
          <a:xfrm rot="1228273">
            <a:off x="7492880" y="5676261"/>
            <a:ext cx="11888" cy="11888"/>
          </a:xfrm>
          <a:prstGeom prst="ellipse">
            <a:avLst/>
          </a:prstGeom>
          <a:solidFill>
            <a:srgbClr val="F59315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729" name="lumia-token-particle">
            <a:extLst>
              <a:ext uri="{FF2B5EF4-FFF2-40B4-BE49-F238E27FC236}">
                <a16:creationId xmlns:a16="http://schemas.microsoft.com/office/drawing/2014/main" id="{5366FEA0-B255-43B2-956A-A98994360F57}"/>
              </a:ext>
            </a:extLst>
          </p:cNvPr>
          <p:cNvSpPr>
            <a:spLocks noGrp="1"/>
          </p:cNvSpPr>
          <p:nvPr/>
        </p:nvSpPr>
        <p:spPr>
          <a:xfrm rot="1875264">
            <a:off x="4515126" y="5817140"/>
            <a:ext cx="13944" cy="13944"/>
          </a:xfrm>
          <a:prstGeom prst="ellipse">
            <a:avLst/>
          </a:prstGeom>
          <a:solidFill>
            <a:srgbClr val="BD4153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730" name="lumia-token-particle">
            <a:extLst>
              <a:ext uri="{FF2B5EF4-FFF2-40B4-BE49-F238E27FC236}">
                <a16:creationId xmlns:a16="http://schemas.microsoft.com/office/drawing/2014/main" id="{CE1FA329-C1A0-4268-9A86-E71B15E640B4}"/>
              </a:ext>
            </a:extLst>
          </p:cNvPr>
          <p:cNvSpPr>
            <a:spLocks noGrp="1"/>
          </p:cNvSpPr>
          <p:nvPr/>
        </p:nvSpPr>
        <p:spPr>
          <a:xfrm rot="1597219">
            <a:off x="2390014" y="6167548"/>
            <a:ext cx="12576" cy="12576"/>
          </a:xfrm>
          <a:prstGeom prst="roundRect">
            <a:avLst>
              <a:gd name="adj" fmla="val 30295"/>
            </a:avLst>
          </a:prstGeom>
          <a:solidFill>
            <a:srgbClr val="573D97">
              <a:alpha val="15000"/>
            </a:srgbClr>
          </a:solidFill>
          <a:ln w="0">
            <a:noFill/>
            <a:prstDash val="solid"/>
          </a:ln>
        </p:spPr>
      </p:sp>
      <p:sp>
        <p:nvSpPr>
          <p:cNvPr id="731" name="lumia-token-particle">
            <a:extLst>
              <a:ext uri="{FF2B5EF4-FFF2-40B4-BE49-F238E27FC236}">
                <a16:creationId xmlns:a16="http://schemas.microsoft.com/office/drawing/2014/main" id="{6F0A8457-B9B0-403A-A611-2DB4A958B641}"/>
              </a:ext>
            </a:extLst>
          </p:cNvPr>
          <p:cNvSpPr>
            <a:spLocks noGrp="1"/>
          </p:cNvSpPr>
          <p:nvPr/>
        </p:nvSpPr>
        <p:spPr>
          <a:xfrm rot="857814">
            <a:off x="8672914" y="5152266"/>
            <a:ext cx="17650" cy="17650"/>
          </a:xfrm>
          <a:prstGeom prst="roundRect">
            <a:avLst>
              <a:gd name="adj" fmla="val 21586"/>
            </a:avLst>
          </a:prstGeom>
          <a:solidFill>
            <a:srgbClr val="FAB707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732" name="lumia-token-particle">
            <a:extLst>
              <a:ext uri="{FF2B5EF4-FFF2-40B4-BE49-F238E27FC236}">
                <a16:creationId xmlns:a16="http://schemas.microsoft.com/office/drawing/2014/main" id="{E3EAA2CE-63D0-4A06-8B58-25ABAE35D7C1}"/>
              </a:ext>
            </a:extLst>
          </p:cNvPr>
          <p:cNvSpPr>
            <a:spLocks noGrp="1"/>
          </p:cNvSpPr>
          <p:nvPr/>
        </p:nvSpPr>
        <p:spPr>
          <a:xfrm rot="361819">
            <a:off x="4463424" y="5449092"/>
            <a:ext cx="13319" cy="13319"/>
          </a:xfrm>
          <a:prstGeom prst="ellipse">
            <a:avLst/>
          </a:prstGeom>
          <a:solidFill>
            <a:srgbClr val="B74057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733" name="lumia-token-particle">
            <a:extLst>
              <a:ext uri="{FF2B5EF4-FFF2-40B4-BE49-F238E27FC236}">
                <a16:creationId xmlns:a16="http://schemas.microsoft.com/office/drawing/2014/main" id="{84C9A177-74C9-41B3-8647-CBF22D9D13EE}"/>
              </a:ext>
            </a:extLst>
          </p:cNvPr>
          <p:cNvSpPr>
            <a:spLocks noGrp="1"/>
          </p:cNvSpPr>
          <p:nvPr/>
        </p:nvSpPr>
        <p:spPr>
          <a:xfrm rot="496836">
            <a:off x="5297904" y="5442350"/>
            <a:ext cx="12818" cy="12818"/>
          </a:xfrm>
          <a:prstGeom prst="ellipse">
            <a:avLst/>
          </a:prstGeom>
          <a:solidFill>
            <a:srgbClr val="DF423C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734" name="lumia-token-particle">
            <a:extLst>
              <a:ext uri="{FF2B5EF4-FFF2-40B4-BE49-F238E27FC236}">
                <a16:creationId xmlns:a16="http://schemas.microsoft.com/office/drawing/2014/main" id="{DF8C0A74-0894-4BCF-8D52-DE3197A5E38B}"/>
              </a:ext>
            </a:extLst>
          </p:cNvPr>
          <p:cNvSpPr>
            <a:spLocks noGrp="1"/>
          </p:cNvSpPr>
          <p:nvPr/>
        </p:nvSpPr>
        <p:spPr>
          <a:xfrm rot="2085411">
            <a:off x="11307598" y="5077121"/>
            <a:ext cx="41782" cy="41782"/>
          </a:xfrm>
          <a:prstGeom prst="roundRect">
            <a:avLst>
              <a:gd name="adj" fmla="val 18000"/>
            </a:avLst>
          </a:prstGeom>
          <a:solidFill>
            <a:srgbClr val="57AB45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735" name="lumia-token-particle">
            <a:extLst>
              <a:ext uri="{FF2B5EF4-FFF2-40B4-BE49-F238E27FC236}">
                <a16:creationId xmlns:a16="http://schemas.microsoft.com/office/drawing/2014/main" id="{7EC330AB-0D2D-4FC6-8043-6B75098D2217}"/>
              </a:ext>
            </a:extLst>
          </p:cNvPr>
          <p:cNvSpPr>
            <a:spLocks noGrp="1"/>
          </p:cNvSpPr>
          <p:nvPr/>
        </p:nvSpPr>
        <p:spPr>
          <a:xfrm rot="2687779">
            <a:off x="6507398" y="5670980"/>
            <a:ext cx="19502" cy="19502"/>
          </a:xfrm>
          <a:prstGeom prst="ellipse">
            <a:avLst/>
          </a:prstGeom>
          <a:solidFill>
            <a:srgbClr val="EF6926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736" name="lumia-token-particle">
            <a:extLst>
              <a:ext uri="{FF2B5EF4-FFF2-40B4-BE49-F238E27FC236}">
                <a16:creationId xmlns:a16="http://schemas.microsoft.com/office/drawing/2014/main" id="{CB75DAA8-0ADA-43A5-96E9-7A33D03473AB}"/>
              </a:ext>
            </a:extLst>
          </p:cNvPr>
          <p:cNvSpPr>
            <a:spLocks noGrp="1"/>
          </p:cNvSpPr>
          <p:nvPr/>
        </p:nvSpPr>
        <p:spPr>
          <a:xfrm rot="2693364">
            <a:off x="6647718" y="5771121"/>
            <a:ext cx="11430" cy="11430"/>
          </a:xfrm>
          <a:prstGeom prst="roundRect">
            <a:avLst>
              <a:gd name="adj" fmla="val 33333"/>
            </a:avLst>
          </a:prstGeom>
          <a:solidFill>
            <a:srgbClr val="EF6727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737" name="lumia-token-particle">
            <a:extLst>
              <a:ext uri="{FF2B5EF4-FFF2-40B4-BE49-F238E27FC236}">
                <a16:creationId xmlns:a16="http://schemas.microsoft.com/office/drawing/2014/main" id="{3E286AF1-41C7-440F-BF02-FCF3234E80C3}"/>
              </a:ext>
            </a:extLst>
          </p:cNvPr>
          <p:cNvSpPr>
            <a:spLocks noGrp="1"/>
          </p:cNvSpPr>
          <p:nvPr/>
        </p:nvSpPr>
        <p:spPr>
          <a:xfrm rot="615081">
            <a:off x="4039849" y="5806966"/>
            <a:ext cx="10582" cy="10582"/>
          </a:xfrm>
          <a:prstGeom prst="ellipse">
            <a:avLst/>
          </a:prstGeom>
          <a:solidFill>
            <a:srgbClr val="A13F65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738" name="lumia-token-particle">
            <a:extLst>
              <a:ext uri="{FF2B5EF4-FFF2-40B4-BE49-F238E27FC236}">
                <a16:creationId xmlns:a16="http://schemas.microsoft.com/office/drawing/2014/main" id="{6D02332E-48A4-447E-8F7A-C1533B7420FE}"/>
              </a:ext>
            </a:extLst>
          </p:cNvPr>
          <p:cNvSpPr>
            <a:spLocks noGrp="1"/>
          </p:cNvSpPr>
          <p:nvPr/>
        </p:nvSpPr>
        <p:spPr>
          <a:xfrm rot="890879">
            <a:off x="3935791" y="5930893"/>
            <a:ext cx="26403" cy="26403"/>
          </a:xfrm>
          <a:prstGeom prst="roundRect">
            <a:avLst>
              <a:gd name="adj" fmla="val 18000"/>
            </a:avLst>
          </a:prstGeom>
          <a:solidFill>
            <a:srgbClr val="9A3F6A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739" name="lumia-token-particle">
            <a:extLst>
              <a:ext uri="{FF2B5EF4-FFF2-40B4-BE49-F238E27FC236}">
                <a16:creationId xmlns:a16="http://schemas.microsoft.com/office/drawing/2014/main" id="{5A6BD20B-45FA-435E-A7A0-59E272D37DB3}"/>
              </a:ext>
            </a:extLst>
          </p:cNvPr>
          <p:cNvSpPr>
            <a:spLocks noGrp="1"/>
          </p:cNvSpPr>
          <p:nvPr/>
        </p:nvSpPr>
        <p:spPr>
          <a:xfrm rot="1520008">
            <a:off x="9571951" y="5021193"/>
            <a:ext cx="44942" cy="44942"/>
          </a:xfrm>
          <a:prstGeom prst="roundRect">
            <a:avLst>
              <a:gd name="adj" fmla="val 18000"/>
            </a:avLst>
          </a:prstGeom>
          <a:solidFill>
            <a:srgbClr val="BFB61D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740" name="lumia-token-particle">
            <a:extLst>
              <a:ext uri="{FF2B5EF4-FFF2-40B4-BE49-F238E27FC236}">
                <a16:creationId xmlns:a16="http://schemas.microsoft.com/office/drawing/2014/main" id="{8400AB05-BAF2-4731-B329-38BB3981DE1C}"/>
              </a:ext>
            </a:extLst>
          </p:cNvPr>
          <p:cNvSpPr>
            <a:spLocks noGrp="1"/>
          </p:cNvSpPr>
          <p:nvPr/>
        </p:nvSpPr>
        <p:spPr>
          <a:xfrm rot="1847414">
            <a:off x="6920820" y="5669975"/>
            <a:ext cx="12217" cy="12217"/>
          </a:xfrm>
          <a:prstGeom prst="ellipse">
            <a:avLst/>
          </a:prstGeom>
          <a:solidFill>
            <a:srgbClr val="F27920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741" name="lumia-token-particle">
            <a:extLst>
              <a:ext uri="{FF2B5EF4-FFF2-40B4-BE49-F238E27FC236}">
                <a16:creationId xmlns:a16="http://schemas.microsoft.com/office/drawing/2014/main" id="{F3EEB59E-D924-48EB-A560-F637EB351F5A}"/>
              </a:ext>
            </a:extLst>
          </p:cNvPr>
          <p:cNvSpPr>
            <a:spLocks noGrp="1"/>
          </p:cNvSpPr>
          <p:nvPr/>
        </p:nvSpPr>
        <p:spPr>
          <a:xfrm rot="933764">
            <a:off x="10298865" y="4923165"/>
            <a:ext cx="51281" cy="51281"/>
          </a:xfrm>
          <a:prstGeom prst="ellipse">
            <a:avLst/>
          </a:prstGeom>
          <a:solidFill>
            <a:srgbClr val="AAB425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742" name="lumia-token-particle-soft-glow">
            <a:extLst>
              <a:ext uri="{FF2B5EF4-FFF2-40B4-BE49-F238E27FC236}">
                <a16:creationId xmlns:a16="http://schemas.microsoft.com/office/drawing/2014/main" id="{52E3E05F-255C-4079-849F-18B8E72ABD15}"/>
              </a:ext>
            </a:extLst>
          </p:cNvPr>
          <p:cNvSpPr>
            <a:spLocks noGrp="1"/>
          </p:cNvSpPr>
          <p:nvPr/>
        </p:nvSpPr>
        <p:spPr>
          <a:xfrm rot="25409">
            <a:off x="11794513" y="4343898"/>
            <a:ext cx="261906" cy="261906"/>
          </a:xfrm>
          <a:prstGeom prst="roundRect">
            <a:avLst>
              <a:gd name="adj" fmla="val 18000"/>
            </a:avLst>
          </a:prstGeom>
          <a:solidFill>
            <a:srgbClr val="3BA950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43" name="lumia-token-particle">
            <a:extLst>
              <a:ext uri="{FF2B5EF4-FFF2-40B4-BE49-F238E27FC236}">
                <a16:creationId xmlns:a16="http://schemas.microsoft.com/office/drawing/2014/main" id="{000F4753-058A-4165-A8E1-159BCBA0D533}"/>
              </a:ext>
            </a:extLst>
          </p:cNvPr>
          <p:cNvSpPr>
            <a:spLocks noGrp="1"/>
          </p:cNvSpPr>
          <p:nvPr/>
        </p:nvSpPr>
        <p:spPr>
          <a:xfrm rot="1940552">
            <a:off x="11870902" y="4420287"/>
            <a:ext cx="109127" cy="109127"/>
          </a:xfrm>
          <a:prstGeom prst="roundRect">
            <a:avLst>
              <a:gd name="adj" fmla="val 18000"/>
            </a:avLst>
          </a:prstGeom>
          <a:solidFill>
            <a:srgbClr val="3BA950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744" name="lumia-token-particle">
            <a:extLst>
              <a:ext uri="{FF2B5EF4-FFF2-40B4-BE49-F238E27FC236}">
                <a16:creationId xmlns:a16="http://schemas.microsoft.com/office/drawing/2014/main" id="{843C9440-03D7-409E-8444-2E19C245355A}"/>
              </a:ext>
            </a:extLst>
          </p:cNvPr>
          <p:cNvSpPr>
            <a:spLocks noGrp="1"/>
          </p:cNvSpPr>
          <p:nvPr/>
        </p:nvSpPr>
        <p:spPr>
          <a:xfrm rot="2622255">
            <a:off x="10324709" y="4988917"/>
            <a:ext cx="15464" cy="15464"/>
          </a:xfrm>
          <a:prstGeom prst="ellipse">
            <a:avLst/>
          </a:prstGeom>
          <a:solidFill>
            <a:srgbClr val="94B22D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45" name="lumia-token-particle-soft-glow">
            <a:extLst>
              <a:ext uri="{FF2B5EF4-FFF2-40B4-BE49-F238E27FC236}">
                <a16:creationId xmlns:a16="http://schemas.microsoft.com/office/drawing/2014/main" id="{99CD9FA7-29FE-4E12-9A0D-839D5A59B0AC}"/>
              </a:ext>
            </a:extLst>
          </p:cNvPr>
          <p:cNvSpPr>
            <a:spLocks noGrp="1"/>
          </p:cNvSpPr>
          <p:nvPr/>
        </p:nvSpPr>
        <p:spPr>
          <a:xfrm rot="99274">
            <a:off x="9863051" y="5169105"/>
            <a:ext cx="214526" cy="214526"/>
          </a:xfrm>
          <a:prstGeom prst="ellipse">
            <a:avLst/>
          </a:prstGeom>
          <a:solidFill>
            <a:srgbClr val="ADB424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46" name="lumia-token-particle">
            <a:extLst>
              <a:ext uri="{FF2B5EF4-FFF2-40B4-BE49-F238E27FC236}">
                <a16:creationId xmlns:a16="http://schemas.microsoft.com/office/drawing/2014/main" id="{44D249B7-8B32-4301-8612-B2EDD93E0EC5}"/>
              </a:ext>
            </a:extLst>
          </p:cNvPr>
          <p:cNvSpPr>
            <a:spLocks noGrp="1"/>
          </p:cNvSpPr>
          <p:nvPr/>
        </p:nvSpPr>
        <p:spPr>
          <a:xfrm rot="727083">
            <a:off x="9925621" y="5231675"/>
            <a:ext cx="89386" cy="89386"/>
          </a:xfrm>
          <a:prstGeom prst="ellipse">
            <a:avLst/>
          </a:prstGeom>
          <a:solidFill>
            <a:srgbClr val="ADB424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747" name="lumia-token-particle">
            <a:extLst>
              <a:ext uri="{FF2B5EF4-FFF2-40B4-BE49-F238E27FC236}">
                <a16:creationId xmlns:a16="http://schemas.microsoft.com/office/drawing/2014/main" id="{2E34E5A2-A272-446C-AD66-DC0C3CE5C232}"/>
              </a:ext>
            </a:extLst>
          </p:cNvPr>
          <p:cNvSpPr>
            <a:spLocks noGrp="1"/>
          </p:cNvSpPr>
          <p:nvPr/>
        </p:nvSpPr>
        <p:spPr>
          <a:xfrm rot="2229392">
            <a:off x="9359980" y="5452200"/>
            <a:ext cx="30817" cy="30817"/>
          </a:xfrm>
          <a:prstGeom prst="roundRect">
            <a:avLst>
              <a:gd name="adj" fmla="val 18000"/>
            </a:avLst>
          </a:prstGeom>
          <a:solidFill>
            <a:srgbClr val="D2B815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48" name="lumia-token-particle">
            <a:extLst>
              <a:ext uri="{FF2B5EF4-FFF2-40B4-BE49-F238E27FC236}">
                <a16:creationId xmlns:a16="http://schemas.microsoft.com/office/drawing/2014/main" id="{76857D0F-DFB2-48BA-80E8-E883BA2E19BE}"/>
              </a:ext>
            </a:extLst>
          </p:cNvPr>
          <p:cNvSpPr>
            <a:spLocks noGrp="1"/>
          </p:cNvSpPr>
          <p:nvPr/>
        </p:nvSpPr>
        <p:spPr>
          <a:xfrm rot="2041761">
            <a:off x="6418641" y="5302331"/>
            <a:ext cx="17676" cy="17676"/>
          </a:xfrm>
          <a:prstGeom prst="ellipse">
            <a:avLst/>
          </a:prstGeom>
          <a:solidFill>
            <a:srgbClr val="EE6328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749" name="lumia-token-particle">
            <a:extLst>
              <a:ext uri="{FF2B5EF4-FFF2-40B4-BE49-F238E27FC236}">
                <a16:creationId xmlns:a16="http://schemas.microsoft.com/office/drawing/2014/main" id="{CA797934-495F-454F-B60D-E922621B2CE1}"/>
              </a:ext>
            </a:extLst>
          </p:cNvPr>
          <p:cNvSpPr>
            <a:spLocks noGrp="1"/>
          </p:cNvSpPr>
          <p:nvPr/>
        </p:nvSpPr>
        <p:spPr>
          <a:xfrm rot="2694811">
            <a:off x="7646353" y="5590573"/>
            <a:ext cx="25280" cy="25280"/>
          </a:xfrm>
          <a:prstGeom prst="ellipse">
            <a:avLst/>
          </a:prstGeom>
          <a:solidFill>
            <a:srgbClr val="F58F17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750" name="lumia-token-particle">
            <a:extLst>
              <a:ext uri="{FF2B5EF4-FFF2-40B4-BE49-F238E27FC236}">
                <a16:creationId xmlns:a16="http://schemas.microsoft.com/office/drawing/2014/main" id="{EE65D549-83FF-4588-982D-01B14A7D0840}"/>
              </a:ext>
            </a:extLst>
          </p:cNvPr>
          <p:cNvSpPr>
            <a:spLocks noGrp="1"/>
          </p:cNvSpPr>
          <p:nvPr/>
        </p:nvSpPr>
        <p:spPr>
          <a:xfrm rot="1030614">
            <a:off x="10131656" y="5301948"/>
            <a:ext cx="31934" cy="31934"/>
          </a:xfrm>
          <a:prstGeom prst="roundRect">
            <a:avLst>
              <a:gd name="adj" fmla="val 18000"/>
            </a:avLst>
          </a:prstGeom>
          <a:solidFill>
            <a:srgbClr val="B6B520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751" name="lumia-token-particle">
            <a:extLst>
              <a:ext uri="{FF2B5EF4-FFF2-40B4-BE49-F238E27FC236}">
                <a16:creationId xmlns:a16="http://schemas.microsoft.com/office/drawing/2014/main" id="{42BC6304-5D9E-4D44-A3D4-1606E2F14CB0}"/>
              </a:ext>
            </a:extLst>
          </p:cNvPr>
          <p:cNvSpPr>
            <a:spLocks noGrp="1"/>
          </p:cNvSpPr>
          <p:nvPr/>
        </p:nvSpPr>
        <p:spPr>
          <a:xfrm rot="577631">
            <a:off x="8958205" y="5238273"/>
            <a:ext cx="33073" cy="33073"/>
          </a:xfrm>
          <a:prstGeom prst="roundRect">
            <a:avLst>
              <a:gd name="adj" fmla="val 18000"/>
            </a:avLst>
          </a:prstGeom>
          <a:solidFill>
            <a:srgbClr val="E3BA0E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52" name="lumia-token-particle">
            <a:extLst>
              <a:ext uri="{FF2B5EF4-FFF2-40B4-BE49-F238E27FC236}">
                <a16:creationId xmlns:a16="http://schemas.microsoft.com/office/drawing/2014/main" id="{2CA9B3EF-CAE0-447D-89DF-499A7CC0E13A}"/>
              </a:ext>
            </a:extLst>
          </p:cNvPr>
          <p:cNvSpPr>
            <a:spLocks noGrp="1"/>
          </p:cNvSpPr>
          <p:nvPr/>
        </p:nvSpPr>
        <p:spPr>
          <a:xfrm rot="1441578">
            <a:off x="11648309" y="4855615"/>
            <a:ext cx="57944" cy="57944"/>
          </a:xfrm>
          <a:prstGeom prst="roundRect">
            <a:avLst>
              <a:gd name="adj" fmla="val 18000"/>
            </a:avLst>
          </a:prstGeom>
          <a:solidFill>
            <a:srgbClr val="59AC45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753" name="lumia-token-particle">
            <a:extLst>
              <a:ext uri="{FF2B5EF4-FFF2-40B4-BE49-F238E27FC236}">
                <a16:creationId xmlns:a16="http://schemas.microsoft.com/office/drawing/2014/main" id="{F5065E64-A511-4FC3-BC68-A19D9BDFF304}"/>
              </a:ext>
            </a:extLst>
          </p:cNvPr>
          <p:cNvSpPr>
            <a:spLocks noGrp="1"/>
          </p:cNvSpPr>
          <p:nvPr/>
        </p:nvSpPr>
        <p:spPr>
          <a:xfrm rot="504164">
            <a:off x="4441140" y="5284032"/>
            <a:ext cx="13544" cy="13544"/>
          </a:xfrm>
          <a:prstGeom prst="roundRect">
            <a:avLst>
              <a:gd name="adj" fmla="val 28130"/>
            </a:avLst>
          </a:prstGeom>
          <a:solidFill>
            <a:srgbClr val="BC4053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754" name="lumia-token-particle-soft-glow">
            <a:extLst>
              <a:ext uri="{FF2B5EF4-FFF2-40B4-BE49-F238E27FC236}">
                <a16:creationId xmlns:a16="http://schemas.microsoft.com/office/drawing/2014/main" id="{A637BBDF-C1CD-438B-8F7C-AA7185D9C551}"/>
              </a:ext>
            </a:extLst>
          </p:cNvPr>
          <p:cNvSpPr>
            <a:spLocks noGrp="1"/>
          </p:cNvSpPr>
          <p:nvPr/>
        </p:nvSpPr>
        <p:spPr>
          <a:xfrm rot="1405389">
            <a:off x="587512" y="6113464"/>
            <a:ext cx="119385" cy="119385"/>
          </a:xfrm>
          <a:prstGeom prst="ellipse">
            <a:avLst/>
          </a:prstGeom>
          <a:solidFill>
            <a:srgbClr val="486FD8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55" name="lumia-token-particle">
            <a:extLst>
              <a:ext uri="{FF2B5EF4-FFF2-40B4-BE49-F238E27FC236}">
                <a16:creationId xmlns:a16="http://schemas.microsoft.com/office/drawing/2014/main" id="{8DFCD1F1-18D2-4B81-921E-8A1316D0ECCD}"/>
              </a:ext>
            </a:extLst>
          </p:cNvPr>
          <p:cNvSpPr>
            <a:spLocks noGrp="1"/>
          </p:cNvSpPr>
          <p:nvPr/>
        </p:nvSpPr>
        <p:spPr>
          <a:xfrm rot="1437063">
            <a:off x="622333" y="6148285"/>
            <a:ext cx="49744" cy="49744"/>
          </a:xfrm>
          <a:prstGeom prst="ellipse">
            <a:avLst/>
          </a:prstGeom>
          <a:solidFill>
            <a:srgbClr val="486FD8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756" name="lumia-token-particle-soft-glow">
            <a:extLst>
              <a:ext uri="{FF2B5EF4-FFF2-40B4-BE49-F238E27FC236}">
                <a16:creationId xmlns:a16="http://schemas.microsoft.com/office/drawing/2014/main" id="{761C2BB6-B85D-49CF-A400-5B0D1D1AB405}"/>
              </a:ext>
            </a:extLst>
          </p:cNvPr>
          <p:cNvSpPr>
            <a:spLocks noGrp="1"/>
          </p:cNvSpPr>
          <p:nvPr/>
        </p:nvSpPr>
        <p:spPr>
          <a:xfrm rot="2094281">
            <a:off x="9238810" y="5391126"/>
            <a:ext cx="195291" cy="195291"/>
          </a:xfrm>
          <a:prstGeom prst="roundRect">
            <a:avLst>
              <a:gd name="adj" fmla="val 18000"/>
            </a:avLst>
          </a:prstGeom>
          <a:solidFill>
            <a:srgbClr val="E6BA0D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57" name="lumia-token-particle">
            <a:extLst>
              <a:ext uri="{FF2B5EF4-FFF2-40B4-BE49-F238E27FC236}">
                <a16:creationId xmlns:a16="http://schemas.microsoft.com/office/drawing/2014/main" id="{1F5FA375-623B-4312-BE51-9061B71CBE04}"/>
              </a:ext>
            </a:extLst>
          </p:cNvPr>
          <p:cNvSpPr>
            <a:spLocks noGrp="1"/>
          </p:cNvSpPr>
          <p:nvPr/>
        </p:nvSpPr>
        <p:spPr>
          <a:xfrm rot="973539">
            <a:off x="9295769" y="5448086"/>
            <a:ext cx="81371" cy="81371"/>
          </a:xfrm>
          <a:prstGeom prst="roundRect">
            <a:avLst>
              <a:gd name="adj" fmla="val 18000"/>
            </a:avLst>
          </a:prstGeom>
          <a:solidFill>
            <a:srgbClr val="E6BA0D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758" name="lumia-token-particle-soft-glow">
            <a:extLst>
              <a:ext uri="{FF2B5EF4-FFF2-40B4-BE49-F238E27FC236}">
                <a16:creationId xmlns:a16="http://schemas.microsoft.com/office/drawing/2014/main" id="{5FA9B076-3680-40D9-8EC7-3328FC02A487}"/>
              </a:ext>
            </a:extLst>
          </p:cNvPr>
          <p:cNvSpPr>
            <a:spLocks noGrp="1"/>
          </p:cNvSpPr>
          <p:nvPr/>
        </p:nvSpPr>
        <p:spPr>
          <a:xfrm rot="2407991">
            <a:off x="1226885" y="5965238"/>
            <a:ext cx="104975" cy="104975"/>
          </a:xfrm>
          <a:prstGeom prst="ellipse">
            <a:avLst/>
          </a:prstGeom>
          <a:solidFill>
            <a:srgbClr val="4D5EC2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59" name="lumia-token-particle">
            <a:extLst>
              <a:ext uri="{FF2B5EF4-FFF2-40B4-BE49-F238E27FC236}">
                <a16:creationId xmlns:a16="http://schemas.microsoft.com/office/drawing/2014/main" id="{A0581791-AAD1-475E-9862-007B724F5B4D}"/>
              </a:ext>
            </a:extLst>
          </p:cNvPr>
          <p:cNvSpPr>
            <a:spLocks noGrp="1"/>
          </p:cNvSpPr>
          <p:nvPr/>
        </p:nvSpPr>
        <p:spPr>
          <a:xfrm rot="340640">
            <a:off x="1257503" y="5995856"/>
            <a:ext cx="43740" cy="43740"/>
          </a:xfrm>
          <a:prstGeom prst="ellipse">
            <a:avLst/>
          </a:prstGeom>
          <a:solidFill>
            <a:srgbClr val="4D5EC2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760" name="lumia-token-particle">
            <a:extLst>
              <a:ext uri="{FF2B5EF4-FFF2-40B4-BE49-F238E27FC236}">
                <a16:creationId xmlns:a16="http://schemas.microsoft.com/office/drawing/2014/main" id="{FA5C43A8-C5AF-451E-A88D-C2CCDE56E744}"/>
              </a:ext>
            </a:extLst>
          </p:cNvPr>
          <p:cNvSpPr>
            <a:spLocks noGrp="1"/>
          </p:cNvSpPr>
          <p:nvPr/>
        </p:nvSpPr>
        <p:spPr>
          <a:xfrm rot="534277">
            <a:off x="4331682" y="5760668"/>
            <a:ext cx="10830" cy="10830"/>
          </a:xfrm>
          <a:prstGeom prst="ellipse">
            <a:avLst/>
          </a:prstGeom>
          <a:solidFill>
            <a:srgbClr val="B74056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761" name="lumia-token-particle">
            <a:extLst>
              <a:ext uri="{FF2B5EF4-FFF2-40B4-BE49-F238E27FC236}">
                <a16:creationId xmlns:a16="http://schemas.microsoft.com/office/drawing/2014/main" id="{809A4752-4F14-4768-93D3-C1EFAE259428}"/>
              </a:ext>
            </a:extLst>
          </p:cNvPr>
          <p:cNvSpPr>
            <a:spLocks noGrp="1"/>
          </p:cNvSpPr>
          <p:nvPr/>
        </p:nvSpPr>
        <p:spPr>
          <a:xfrm rot="1001525">
            <a:off x="10282935" y="4964046"/>
            <a:ext cx="47339" cy="47339"/>
          </a:xfrm>
          <a:prstGeom prst="roundRect">
            <a:avLst>
              <a:gd name="adj" fmla="val 18000"/>
            </a:avLst>
          </a:prstGeom>
          <a:solidFill>
            <a:srgbClr val="9DB32A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762" name="lumia-token-particle">
            <a:extLst>
              <a:ext uri="{FF2B5EF4-FFF2-40B4-BE49-F238E27FC236}">
                <a16:creationId xmlns:a16="http://schemas.microsoft.com/office/drawing/2014/main" id="{0E4BC1E5-CC99-467F-A11B-2AAFA2266A51}"/>
              </a:ext>
            </a:extLst>
          </p:cNvPr>
          <p:cNvSpPr>
            <a:spLocks noGrp="1"/>
          </p:cNvSpPr>
          <p:nvPr/>
        </p:nvSpPr>
        <p:spPr>
          <a:xfrm rot="2590746">
            <a:off x="11487843" y="4781810"/>
            <a:ext cx="43536" cy="43536"/>
          </a:xfrm>
          <a:prstGeom prst="roundRect">
            <a:avLst>
              <a:gd name="adj" fmla="val 18000"/>
            </a:avLst>
          </a:prstGeom>
          <a:solidFill>
            <a:srgbClr val="68AD3F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763" name="lumia-token-particle">
            <a:extLst>
              <a:ext uri="{FF2B5EF4-FFF2-40B4-BE49-F238E27FC236}">
                <a16:creationId xmlns:a16="http://schemas.microsoft.com/office/drawing/2014/main" id="{AC444525-A79A-4719-B6B4-2ECE64D6D788}"/>
              </a:ext>
            </a:extLst>
          </p:cNvPr>
          <p:cNvSpPr>
            <a:spLocks noGrp="1"/>
          </p:cNvSpPr>
          <p:nvPr/>
        </p:nvSpPr>
        <p:spPr>
          <a:xfrm rot="261721">
            <a:off x="8111981" y="5150667"/>
            <a:ext cx="36469" cy="36469"/>
          </a:xfrm>
          <a:prstGeom prst="roundRect">
            <a:avLst>
              <a:gd name="adj" fmla="val 18000"/>
            </a:avLst>
          </a:prstGeom>
          <a:solidFill>
            <a:srgbClr val="F8A80D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764" name="lumia-token-particle">
            <a:extLst>
              <a:ext uri="{FF2B5EF4-FFF2-40B4-BE49-F238E27FC236}">
                <a16:creationId xmlns:a16="http://schemas.microsoft.com/office/drawing/2014/main" id="{E5F528D6-DE7A-44EF-95FD-BAE58211E3BC}"/>
              </a:ext>
            </a:extLst>
          </p:cNvPr>
          <p:cNvSpPr>
            <a:spLocks noGrp="1"/>
          </p:cNvSpPr>
          <p:nvPr/>
        </p:nvSpPr>
        <p:spPr>
          <a:xfrm rot="1534393">
            <a:off x="7643946" y="5410948"/>
            <a:ext cx="15849" cy="15849"/>
          </a:xfrm>
          <a:prstGeom prst="ellipse">
            <a:avLst/>
          </a:prstGeom>
          <a:solidFill>
            <a:srgbClr val="F59016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765" name="lumia-token-particle-soft-glow">
            <a:extLst>
              <a:ext uri="{FF2B5EF4-FFF2-40B4-BE49-F238E27FC236}">
                <a16:creationId xmlns:a16="http://schemas.microsoft.com/office/drawing/2014/main" id="{9FC83E1D-62EC-4120-8A1B-FF409D39658A}"/>
              </a:ext>
            </a:extLst>
          </p:cNvPr>
          <p:cNvSpPr>
            <a:spLocks noGrp="1"/>
          </p:cNvSpPr>
          <p:nvPr/>
        </p:nvSpPr>
        <p:spPr>
          <a:xfrm rot="1057418">
            <a:off x="11369649" y="4328256"/>
            <a:ext cx="218165" cy="218165"/>
          </a:xfrm>
          <a:prstGeom prst="roundRect">
            <a:avLst>
              <a:gd name="adj" fmla="val 18000"/>
            </a:avLst>
          </a:prstGeom>
          <a:solidFill>
            <a:srgbClr val="53AB47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66" name="lumia-token-particle">
            <a:extLst>
              <a:ext uri="{FF2B5EF4-FFF2-40B4-BE49-F238E27FC236}">
                <a16:creationId xmlns:a16="http://schemas.microsoft.com/office/drawing/2014/main" id="{CFECC767-2BC0-405F-A356-A4CB484C351B}"/>
              </a:ext>
            </a:extLst>
          </p:cNvPr>
          <p:cNvSpPr>
            <a:spLocks noGrp="1"/>
          </p:cNvSpPr>
          <p:nvPr/>
        </p:nvSpPr>
        <p:spPr>
          <a:xfrm rot="1548340">
            <a:off x="11433281" y="4391888"/>
            <a:ext cx="90902" cy="90902"/>
          </a:xfrm>
          <a:prstGeom prst="roundRect">
            <a:avLst>
              <a:gd name="adj" fmla="val 18000"/>
            </a:avLst>
          </a:prstGeom>
          <a:solidFill>
            <a:srgbClr val="53AB47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767" name="lumia-token-particle">
            <a:extLst>
              <a:ext uri="{FF2B5EF4-FFF2-40B4-BE49-F238E27FC236}">
                <a16:creationId xmlns:a16="http://schemas.microsoft.com/office/drawing/2014/main" id="{8AE7D7B7-D8C6-4208-8CD0-C3F46E1F3DC3}"/>
              </a:ext>
            </a:extLst>
          </p:cNvPr>
          <p:cNvSpPr>
            <a:spLocks noGrp="1"/>
          </p:cNvSpPr>
          <p:nvPr/>
        </p:nvSpPr>
        <p:spPr>
          <a:xfrm rot="2304516">
            <a:off x="7416586" y="5459887"/>
            <a:ext cx="30182" cy="30182"/>
          </a:xfrm>
          <a:prstGeom prst="ellipse">
            <a:avLst/>
          </a:prstGeom>
          <a:solidFill>
            <a:srgbClr val="F3851B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768" name="lumia-token-particle-soft-glow">
            <a:extLst>
              <a:ext uri="{FF2B5EF4-FFF2-40B4-BE49-F238E27FC236}">
                <a16:creationId xmlns:a16="http://schemas.microsoft.com/office/drawing/2014/main" id="{F04EC26C-E3BA-4224-A451-D756EBA9425C}"/>
              </a:ext>
            </a:extLst>
          </p:cNvPr>
          <p:cNvSpPr>
            <a:spLocks noGrp="1"/>
          </p:cNvSpPr>
          <p:nvPr/>
        </p:nvSpPr>
        <p:spPr>
          <a:xfrm rot="2674785">
            <a:off x="9912812" y="5049553"/>
            <a:ext cx="144613" cy="144613"/>
          </a:xfrm>
          <a:prstGeom prst="roundRect">
            <a:avLst>
              <a:gd name="adj" fmla="val 18000"/>
            </a:avLst>
          </a:prstGeom>
          <a:solidFill>
            <a:srgbClr val="AAB425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69" name="lumia-token-particle">
            <a:extLst>
              <a:ext uri="{FF2B5EF4-FFF2-40B4-BE49-F238E27FC236}">
                <a16:creationId xmlns:a16="http://schemas.microsoft.com/office/drawing/2014/main" id="{F09E9F8C-6D7A-486A-AD07-AEB16A2C7B8A}"/>
              </a:ext>
            </a:extLst>
          </p:cNvPr>
          <p:cNvSpPr>
            <a:spLocks noGrp="1"/>
          </p:cNvSpPr>
          <p:nvPr/>
        </p:nvSpPr>
        <p:spPr>
          <a:xfrm rot="1398210">
            <a:off x="9954990" y="5091732"/>
            <a:ext cx="60255" cy="60255"/>
          </a:xfrm>
          <a:prstGeom prst="roundRect">
            <a:avLst>
              <a:gd name="adj" fmla="val 18000"/>
            </a:avLst>
          </a:prstGeom>
          <a:solidFill>
            <a:srgbClr val="AAB425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770" name="lumia-token-particle-soft-glow">
            <a:extLst>
              <a:ext uri="{FF2B5EF4-FFF2-40B4-BE49-F238E27FC236}">
                <a16:creationId xmlns:a16="http://schemas.microsoft.com/office/drawing/2014/main" id="{7021E581-BA6C-4DAF-B9B3-406D3EA94B08}"/>
              </a:ext>
            </a:extLst>
          </p:cNvPr>
          <p:cNvSpPr>
            <a:spLocks noGrp="1"/>
          </p:cNvSpPr>
          <p:nvPr/>
        </p:nvSpPr>
        <p:spPr>
          <a:xfrm rot="990108">
            <a:off x="10756294" y="4835382"/>
            <a:ext cx="214316" cy="214316"/>
          </a:xfrm>
          <a:prstGeom prst="roundRect">
            <a:avLst>
              <a:gd name="adj" fmla="val 18000"/>
            </a:avLst>
          </a:prstGeom>
          <a:solidFill>
            <a:srgbClr val="76AF39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71" name="lumia-token-particle">
            <a:extLst>
              <a:ext uri="{FF2B5EF4-FFF2-40B4-BE49-F238E27FC236}">
                <a16:creationId xmlns:a16="http://schemas.microsoft.com/office/drawing/2014/main" id="{70C77B9C-EC5E-40F9-BF73-5236BE978245}"/>
              </a:ext>
            </a:extLst>
          </p:cNvPr>
          <p:cNvSpPr>
            <a:spLocks noGrp="1"/>
          </p:cNvSpPr>
          <p:nvPr/>
        </p:nvSpPr>
        <p:spPr>
          <a:xfrm rot="2003633">
            <a:off x="10818803" y="4897891"/>
            <a:ext cx="89298" cy="89298"/>
          </a:xfrm>
          <a:prstGeom prst="roundRect">
            <a:avLst>
              <a:gd name="adj" fmla="val 18000"/>
            </a:avLst>
          </a:prstGeom>
          <a:solidFill>
            <a:srgbClr val="76AF39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772" name="lumia-token-particle">
            <a:extLst>
              <a:ext uri="{FF2B5EF4-FFF2-40B4-BE49-F238E27FC236}">
                <a16:creationId xmlns:a16="http://schemas.microsoft.com/office/drawing/2014/main" id="{926C5174-444F-42E3-97AC-4DBBD7A3A367}"/>
              </a:ext>
            </a:extLst>
          </p:cNvPr>
          <p:cNvSpPr>
            <a:spLocks noGrp="1"/>
          </p:cNvSpPr>
          <p:nvPr/>
        </p:nvSpPr>
        <p:spPr>
          <a:xfrm rot="484143">
            <a:off x="10685409" y="4818790"/>
            <a:ext cx="23846" cy="23846"/>
          </a:xfrm>
          <a:prstGeom prst="ellipse">
            <a:avLst/>
          </a:prstGeom>
          <a:solidFill>
            <a:srgbClr val="8FB12F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773" name="lumia-token-particle">
            <a:extLst>
              <a:ext uri="{FF2B5EF4-FFF2-40B4-BE49-F238E27FC236}">
                <a16:creationId xmlns:a16="http://schemas.microsoft.com/office/drawing/2014/main" id="{4A18EC64-D01A-4E4A-AB51-EE6F76ED072C}"/>
              </a:ext>
            </a:extLst>
          </p:cNvPr>
          <p:cNvSpPr>
            <a:spLocks noGrp="1"/>
          </p:cNvSpPr>
          <p:nvPr/>
        </p:nvSpPr>
        <p:spPr>
          <a:xfrm rot="658039">
            <a:off x="5495711" y="5507665"/>
            <a:ext cx="6399" cy="6399"/>
          </a:xfrm>
          <a:prstGeom prst="roundRect">
            <a:avLst>
              <a:gd name="adj" fmla="val 50000"/>
            </a:avLst>
          </a:prstGeom>
          <a:solidFill>
            <a:srgbClr val="EA4434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774" name="lumia-token-particle-soft-glow">
            <a:extLst>
              <a:ext uri="{FF2B5EF4-FFF2-40B4-BE49-F238E27FC236}">
                <a16:creationId xmlns:a16="http://schemas.microsoft.com/office/drawing/2014/main" id="{56E11937-67D5-4C7E-B6F0-8C305CDAEEC1}"/>
              </a:ext>
            </a:extLst>
          </p:cNvPr>
          <p:cNvSpPr>
            <a:spLocks noGrp="1"/>
          </p:cNvSpPr>
          <p:nvPr/>
        </p:nvSpPr>
        <p:spPr>
          <a:xfrm rot="2164865">
            <a:off x="3755175" y="5656899"/>
            <a:ext cx="119787" cy="119787"/>
          </a:xfrm>
          <a:prstGeom prst="roundRect">
            <a:avLst>
              <a:gd name="adj" fmla="val 18000"/>
            </a:avLst>
          </a:prstGeom>
          <a:solidFill>
            <a:srgbClr val="923E6F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75" name="lumia-token-particle">
            <a:extLst>
              <a:ext uri="{FF2B5EF4-FFF2-40B4-BE49-F238E27FC236}">
                <a16:creationId xmlns:a16="http://schemas.microsoft.com/office/drawing/2014/main" id="{C81CE0AB-8339-4D1F-A66A-736605CC4F01}"/>
              </a:ext>
            </a:extLst>
          </p:cNvPr>
          <p:cNvSpPr>
            <a:spLocks noGrp="1"/>
          </p:cNvSpPr>
          <p:nvPr/>
        </p:nvSpPr>
        <p:spPr>
          <a:xfrm rot="1247512">
            <a:off x="3790113" y="5691837"/>
            <a:ext cx="49911" cy="49911"/>
          </a:xfrm>
          <a:prstGeom prst="roundRect">
            <a:avLst>
              <a:gd name="adj" fmla="val 18000"/>
            </a:avLst>
          </a:prstGeom>
          <a:solidFill>
            <a:srgbClr val="923E6F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776" name="lumia-token-particle">
            <a:extLst>
              <a:ext uri="{FF2B5EF4-FFF2-40B4-BE49-F238E27FC236}">
                <a16:creationId xmlns:a16="http://schemas.microsoft.com/office/drawing/2014/main" id="{97595C2E-58A4-4138-84F6-020C2ED3AF9A}"/>
              </a:ext>
            </a:extLst>
          </p:cNvPr>
          <p:cNvSpPr>
            <a:spLocks noGrp="1"/>
          </p:cNvSpPr>
          <p:nvPr/>
        </p:nvSpPr>
        <p:spPr>
          <a:xfrm rot="1796861">
            <a:off x="6456890" y="5622548"/>
            <a:ext cx="17994" cy="17994"/>
          </a:xfrm>
          <a:prstGeom prst="ellipse">
            <a:avLst/>
          </a:prstGeom>
          <a:solidFill>
            <a:srgbClr val="F06D24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777" name="lumia-token-particle">
            <a:extLst>
              <a:ext uri="{FF2B5EF4-FFF2-40B4-BE49-F238E27FC236}">
                <a16:creationId xmlns:a16="http://schemas.microsoft.com/office/drawing/2014/main" id="{8B445A56-3B69-4FB7-928A-71E4A4E15621}"/>
              </a:ext>
            </a:extLst>
          </p:cNvPr>
          <p:cNvSpPr>
            <a:spLocks noGrp="1"/>
          </p:cNvSpPr>
          <p:nvPr/>
        </p:nvSpPr>
        <p:spPr>
          <a:xfrm rot="2597380">
            <a:off x="9216617" y="4834538"/>
            <a:ext cx="18149" cy="18149"/>
          </a:xfrm>
          <a:prstGeom prst="ellipse">
            <a:avLst/>
          </a:prstGeom>
          <a:solidFill>
            <a:srgbClr val="D4B814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78" name="lumia-token-particle">
            <a:extLst>
              <a:ext uri="{FF2B5EF4-FFF2-40B4-BE49-F238E27FC236}">
                <a16:creationId xmlns:a16="http://schemas.microsoft.com/office/drawing/2014/main" id="{69BF6B42-8027-41FC-86DE-4C78FF460636}"/>
              </a:ext>
            </a:extLst>
          </p:cNvPr>
          <p:cNvSpPr>
            <a:spLocks noGrp="1"/>
          </p:cNvSpPr>
          <p:nvPr/>
        </p:nvSpPr>
        <p:spPr>
          <a:xfrm rot="1505860">
            <a:off x="4451117" y="5640540"/>
            <a:ext cx="7133" cy="7133"/>
          </a:xfrm>
          <a:prstGeom prst="ellipse">
            <a:avLst/>
          </a:prstGeom>
          <a:solidFill>
            <a:srgbClr val="B2405A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779" name="lumia-token-particle">
            <a:extLst>
              <a:ext uri="{FF2B5EF4-FFF2-40B4-BE49-F238E27FC236}">
                <a16:creationId xmlns:a16="http://schemas.microsoft.com/office/drawing/2014/main" id="{7E88C159-42ED-4CEB-966C-1B3649C165B3}"/>
              </a:ext>
            </a:extLst>
          </p:cNvPr>
          <p:cNvSpPr>
            <a:spLocks noGrp="1"/>
          </p:cNvSpPr>
          <p:nvPr/>
        </p:nvSpPr>
        <p:spPr>
          <a:xfrm rot="1311448">
            <a:off x="2033287" y="5978587"/>
            <a:ext cx="19477" cy="19477"/>
          </a:xfrm>
          <a:prstGeom prst="ellipse">
            <a:avLst/>
          </a:prstGeom>
          <a:solidFill>
            <a:srgbClr val="5449A7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780" name="lumia-token-particle">
            <a:extLst>
              <a:ext uri="{FF2B5EF4-FFF2-40B4-BE49-F238E27FC236}">
                <a16:creationId xmlns:a16="http://schemas.microsoft.com/office/drawing/2014/main" id="{73ED93E6-4161-4303-8938-5D78724FEB4E}"/>
              </a:ext>
            </a:extLst>
          </p:cNvPr>
          <p:cNvSpPr>
            <a:spLocks noGrp="1"/>
          </p:cNvSpPr>
          <p:nvPr/>
        </p:nvSpPr>
        <p:spPr>
          <a:xfrm rot="1489062">
            <a:off x="10176952" y="4952358"/>
            <a:ext cx="40224" cy="40224"/>
          </a:xfrm>
          <a:prstGeom prst="roundRect">
            <a:avLst>
              <a:gd name="adj" fmla="val 18000"/>
            </a:avLst>
          </a:prstGeom>
          <a:solidFill>
            <a:srgbClr val="A1B328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781" name="lumia-token-particle">
            <a:extLst>
              <a:ext uri="{FF2B5EF4-FFF2-40B4-BE49-F238E27FC236}">
                <a16:creationId xmlns:a16="http://schemas.microsoft.com/office/drawing/2014/main" id="{C17846D8-E1CD-4A08-8CB2-A2EE3A592911}"/>
              </a:ext>
            </a:extLst>
          </p:cNvPr>
          <p:cNvSpPr>
            <a:spLocks noGrp="1"/>
          </p:cNvSpPr>
          <p:nvPr/>
        </p:nvSpPr>
        <p:spPr>
          <a:xfrm rot="759809">
            <a:off x="2187902" y="5938538"/>
            <a:ext cx="20375" cy="20375"/>
          </a:xfrm>
          <a:prstGeom prst="ellipse">
            <a:avLst/>
          </a:prstGeom>
          <a:solidFill>
            <a:srgbClr val="5545A2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782" name="lumia-token-particle-soft-glow">
            <a:extLst>
              <a:ext uri="{FF2B5EF4-FFF2-40B4-BE49-F238E27FC236}">
                <a16:creationId xmlns:a16="http://schemas.microsoft.com/office/drawing/2014/main" id="{4BD50ADE-1D6C-4377-B3B3-1461F08675BE}"/>
              </a:ext>
            </a:extLst>
          </p:cNvPr>
          <p:cNvSpPr>
            <a:spLocks noGrp="1"/>
          </p:cNvSpPr>
          <p:nvPr/>
        </p:nvSpPr>
        <p:spPr>
          <a:xfrm rot="2476790">
            <a:off x="2077523" y="5919838"/>
            <a:ext cx="118337" cy="118337"/>
          </a:xfrm>
          <a:prstGeom prst="roundRect">
            <a:avLst>
              <a:gd name="adj" fmla="val 18000"/>
            </a:avLst>
          </a:prstGeom>
          <a:solidFill>
            <a:srgbClr val="5546A3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83" name="lumia-token-particle">
            <a:extLst>
              <a:ext uri="{FF2B5EF4-FFF2-40B4-BE49-F238E27FC236}">
                <a16:creationId xmlns:a16="http://schemas.microsoft.com/office/drawing/2014/main" id="{115B2FB5-3B5B-47CB-BB19-8D1660B6EEAA}"/>
              </a:ext>
            </a:extLst>
          </p:cNvPr>
          <p:cNvSpPr>
            <a:spLocks noGrp="1"/>
          </p:cNvSpPr>
          <p:nvPr/>
        </p:nvSpPr>
        <p:spPr>
          <a:xfrm rot="1488031">
            <a:off x="2112038" y="5954353"/>
            <a:ext cx="49307" cy="49307"/>
          </a:xfrm>
          <a:prstGeom prst="roundRect">
            <a:avLst>
              <a:gd name="adj" fmla="val 18000"/>
            </a:avLst>
          </a:prstGeom>
          <a:solidFill>
            <a:srgbClr val="5546A3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84" name="矩形 783">
            <a:extLst>
              <a:ext uri="{FF2B5EF4-FFF2-40B4-BE49-F238E27FC236}">
                <a16:creationId xmlns:a16="http://schemas.microsoft.com/office/drawing/2014/main" id="{E0232CE0-865E-471E-B4B3-6EBA70D30016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63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63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04</a:t>
            </a:r>
          </a:p>
        </p:txBody>
      </p:sp>
      <p:sp>
        <p:nvSpPr>
          <p:cNvPr id="785" name="矩形 784">
            <a:extLst>
              <a:ext uri="{FF2B5EF4-FFF2-40B4-BE49-F238E27FC236}">
                <a16:creationId xmlns:a16="http://schemas.microsoft.com/office/drawing/2014/main" id="{1D973B51-9359-41F9-A872-EB07A2D14E74}"/>
              </a:ext>
            </a:extLst>
          </p:cNvPr>
          <p:cNvSpPr>
            <a:spLocks noGrp="1"/>
          </p:cNvSpPr>
          <p:nvPr/>
        </p:nvSpPr>
        <p:spPr>
          <a:xfrm>
            <a:off x="723900" y="238125"/>
            <a:ext cx="1828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1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863" b="1" dirty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CONTENT</a:t>
            </a:r>
          </a:p>
        </p:txBody>
      </p:sp>
      <p:sp>
        <p:nvSpPr>
          <p:cNvPr id="786" name="矩形 785">
            <a:extLst>
              <a:ext uri="{FF2B5EF4-FFF2-40B4-BE49-F238E27FC236}">
                <a16:creationId xmlns:a16="http://schemas.microsoft.com/office/drawing/2014/main" id="{7EF37306-E396-4042-A36F-E277A7FD0F3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5715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3450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Slide Title Here</a:t>
            </a:r>
          </a:p>
        </p:txBody>
      </p:sp>
      <p:sp>
        <p:nvSpPr>
          <p:cNvPr id="787" name="lumia-stream-brand-bar-1">
            <a:extLst>
              <a:ext uri="{FF2B5EF4-FFF2-40B4-BE49-F238E27FC236}">
                <a16:creationId xmlns:a16="http://schemas.microsoft.com/office/drawing/2014/main" id="{08075C60-8E7D-4FC0-A1DD-FA090C423DD8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190500" cy="24765"/>
          </a:xfrm>
          <a:prstGeom prst="roundRect">
            <a:avLst>
              <a:gd name="adj" fmla="val 42308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788" name="lumia-stream-brand-bar-2">
            <a:extLst>
              <a:ext uri="{FF2B5EF4-FFF2-40B4-BE49-F238E27FC236}">
                <a16:creationId xmlns:a16="http://schemas.microsoft.com/office/drawing/2014/main" id="{85471F62-74A6-4B30-9D93-2390EA74A97D}"/>
              </a:ext>
            </a:extLst>
          </p:cNvPr>
          <p:cNvSpPr>
            <a:spLocks noGrp="1"/>
          </p:cNvSpPr>
          <p:nvPr/>
        </p:nvSpPr>
        <p:spPr>
          <a:xfrm>
            <a:off x="971550" y="1466850"/>
            <a:ext cx="190500" cy="24765"/>
          </a:xfrm>
          <a:prstGeom prst="roundRect">
            <a:avLst>
              <a:gd name="adj" fmla="val 42308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789" name="lumia-stream-brand-bar-3">
            <a:extLst>
              <a:ext uri="{FF2B5EF4-FFF2-40B4-BE49-F238E27FC236}">
                <a16:creationId xmlns:a16="http://schemas.microsoft.com/office/drawing/2014/main" id="{FA38629D-DC2D-4D52-A50A-5A006A0B62E5}"/>
              </a:ext>
            </a:extLst>
          </p:cNvPr>
          <p:cNvSpPr>
            <a:spLocks noGrp="1"/>
          </p:cNvSpPr>
          <p:nvPr/>
        </p:nvSpPr>
        <p:spPr>
          <a:xfrm>
            <a:off x="1257300" y="1466850"/>
            <a:ext cx="190500" cy="24765"/>
          </a:xfrm>
          <a:prstGeom prst="roundRect">
            <a:avLst>
              <a:gd name="adj" fmla="val 42308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790" name="lumia-stream-brand-bar-4">
            <a:extLst>
              <a:ext uri="{FF2B5EF4-FFF2-40B4-BE49-F238E27FC236}">
                <a16:creationId xmlns:a16="http://schemas.microsoft.com/office/drawing/2014/main" id="{CE6E2613-44A2-4A06-ADF5-4C9B5BE60A42}"/>
              </a:ext>
            </a:extLst>
          </p:cNvPr>
          <p:cNvSpPr>
            <a:spLocks noGrp="1"/>
          </p:cNvSpPr>
          <p:nvPr/>
        </p:nvSpPr>
        <p:spPr>
          <a:xfrm>
            <a:off x="1543050" y="1466850"/>
            <a:ext cx="190500" cy="24765"/>
          </a:xfrm>
          <a:prstGeom prst="roundRect">
            <a:avLst>
              <a:gd name="adj" fmla="val 42308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791" name="lumia-stream-brand-bar-5">
            <a:extLst>
              <a:ext uri="{FF2B5EF4-FFF2-40B4-BE49-F238E27FC236}">
                <a16:creationId xmlns:a16="http://schemas.microsoft.com/office/drawing/2014/main" id="{CB608E5E-5EBE-438D-BDDF-01ED3ABFC3A4}"/>
              </a:ext>
            </a:extLst>
          </p:cNvPr>
          <p:cNvSpPr>
            <a:spLocks noGrp="1"/>
          </p:cNvSpPr>
          <p:nvPr/>
        </p:nvSpPr>
        <p:spPr>
          <a:xfrm>
            <a:off x="1828800" y="1466850"/>
            <a:ext cx="190500" cy="24765"/>
          </a:xfrm>
          <a:prstGeom prst="roundRect">
            <a:avLst>
              <a:gd name="adj" fmla="val 42308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792" name="矩形 791">
            <a:extLst>
              <a:ext uri="{FF2B5EF4-FFF2-40B4-BE49-F238E27FC236}">
                <a16:creationId xmlns:a16="http://schemas.microsoft.com/office/drawing/2014/main" id="{BDC880EE-7572-4944-A663-F86B1BB73E3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857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  <a:defRPr sz="1388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388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Transformer inference turns token context into hidden states, attention updates, and output probabilities. Keep the claim short so the evidence remains dominant.</a:t>
            </a:r>
          </a:p>
        </p:txBody>
      </p:sp>
      <p:sp>
        <p:nvSpPr>
          <p:cNvPr id="793" name="矩形 792">
            <a:extLst>
              <a:ext uri="{FF2B5EF4-FFF2-40B4-BE49-F238E27FC236}">
                <a16:creationId xmlns:a16="http://schemas.microsoft.com/office/drawing/2014/main" id="{F07FEEB8-495D-483A-BB64-6836A1C41192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4953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5000"/>
              </a:lnSpc>
              <a:buNone/>
              <a:defRPr sz="135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Signal first:</a:t>
            </a:r>
            <a:r>
              <a:rPr sz="135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 lead with the research conclusion, then show the measurement.</a:t>
            </a:r>
          </a:p>
          <a:p>
            <a:pPr algn="l">
              <a:lnSpc>
                <a:spcPct val="125000"/>
              </a:lnSpc>
              <a:buNone/>
              <a:defRPr sz="135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Flow aware:</a:t>
            </a:r>
            <a:r>
              <a:rPr sz="135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 connect tokens, kernels, cache, and model quality in one reading path.</a:t>
            </a:r>
          </a:p>
        </p:txBody>
      </p:sp>
      <p:sp>
        <p:nvSpPr>
          <p:cNvPr id="794" name="bullet-dot">
            <a:extLst>
              <a:ext uri="{FF2B5EF4-FFF2-40B4-BE49-F238E27FC236}">
                <a16:creationId xmlns:a16="http://schemas.microsoft.com/office/drawing/2014/main" id="{8EEEBAC6-0C24-4DAD-A2DC-E4104B32C91E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60960" cy="6096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795" name="矩形 794">
            <a:extLst>
              <a:ext uri="{FF2B5EF4-FFF2-40B4-BE49-F238E27FC236}">
                <a16:creationId xmlns:a16="http://schemas.microsoft.com/office/drawing/2014/main" id="{C0A87389-6D4C-4798-8A8A-3171DA9039AD}"/>
              </a:ext>
            </a:extLst>
          </p:cNvPr>
          <p:cNvSpPr>
            <a:spLocks noGrp="1"/>
          </p:cNvSpPr>
          <p:nvPr/>
        </p:nvSpPr>
        <p:spPr>
          <a:xfrm>
            <a:off x="895350" y="4152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75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Token embeddings stream through repeated attention blocks.</a:t>
            </a:r>
          </a:p>
        </p:txBody>
      </p:sp>
      <p:sp>
        <p:nvSpPr>
          <p:cNvPr id="796" name="bullet-dot">
            <a:extLst>
              <a:ext uri="{FF2B5EF4-FFF2-40B4-BE49-F238E27FC236}">
                <a16:creationId xmlns:a16="http://schemas.microsoft.com/office/drawing/2014/main" id="{92AC72ED-2A72-4633-ADC7-12A24E1A3E85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60960" cy="60960"/>
          </a:xfrm>
          <a:prstGeom prst="ellipse">
            <a:avLst/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797" name="矩形 796">
            <a:extLst>
              <a:ext uri="{FF2B5EF4-FFF2-40B4-BE49-F238E27FC236}">
                <a16:creationId xmlns:a16="http://schemas.microsoft.com/office/drawing/2014/main" id="{2D317EE3-75D0-479A-8FC8-7DF0B5DE99E7}"/>
              </a:ext>
            </a:extLst>
          </p:cNvPr>
          <p:cNvSpPr>
            <a:spLocks noGrp="1"/>
          </p:cNvSpPr>
          <p:nvPr/>
        </p:nvSpPr>
        <p:spPr>
          <a:xfrm>
            <a:off x="895350" y="44767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75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KV cache and CUDA kernels shape latency and throughput.</a:t>
            </a:r>
          </a:p>
        </p:txBody>
      </p:sp>
      <p:sp>
        <p:nvSpPr>
          <p:cNvPr id="798" name="bullet-dot">
            <a:extLst>
              <a:ext uri="{FF2B5EF4-FFF2-40B4-BE49-F238E27FC236}">
                <a16:creationId xmlns:a16="http://schemas.microsoft.com/office/drawing/2014/main" id="{9A3211A5-98CF-43FB-9B64-BD88533338DD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60960" cy="60960"/>
          </a:xfrm>
          <a:prstGeom prst="ellipse">
            <a:avLst/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799" name="矩形 798">
            <a:extLst>
              <a:ext uri="{FF2B5EF4-FFF2-40B4-BE49-F238E27FC236}">
                <a16:creationId xmlns:a16="http://schemas.microsoft.com/office/drawing/2014/main" id="{DAC21B2C-E8EB-486F-B64B-4102E16E14BC}"/>
              </a:ext>
            </a:extLst>
          </p:cNvPr>
          <p:cNvSpPr>
            <a:spLocks noGrp="1"/>
          </p:cNvSpPr>
          <p:nvPr/>
        </p:nvSpPr>
        <p:spPr>
          <a:xfrm>
            <a:off x="895350" y="4800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75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Ablations should isolate accuracy, memory, and serving cost.</a:t>
            </a:r>
          </a:p>
        </p:txBody>
      </p:sp>
      <p:sp>
        <p:nvSpPr>
          <p:cNvPr id="800" name="bullet-dot">
            <a:extLst>
              <a:ext uri="{FF2B5EF4-FFF2-40B4-BE49-F238E27FC236}">
                <a16:creationId xmlns:a16="http://schemas.microsoft.com/office/drawing/2014/main" id="{3D60B57C-A05B-4A67-937A-9699A4FE719E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60960" cy="60960"/>
          </a:xfrm>
          <a:prstGeom prst="ellipse">
            <a:avLst/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801" name="矩形 800">
            <a:extLst>
              <a:ext uri="{FF2B5EF4-FFF2-40B4-BE49-F238E27FC236}">
                <a16:creationId xmlns:a16="http://schemas.microsoft.com/office/drawing/2014/main" id="{E77BDE20-A159-483D-AD95-2E340470EC12}"/>
              </a:ext>
            </a:extLst>
          </p:cNvPr>
          <p:cNvSpPr>
            <a:spLocks noGrp="1"/>
          </p:cNvSpPr>
          <p:nvPr/>
        </p:nvSpPr>
        <p:spPr>
          <a:xfrm>
            <a:off x="895350" y="51244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75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Use the visual on the right for the primary result.</a:t>
            </a:r>
          </a:p>
        </p:txBody>
      </p:sp>
      <p:sp>
        <p:nvSpPr>
          <p:cNvPr id="802" name="performance-chart-card">
            <a:extLst>
              <a:ext uri="{FF2B5EF4-FFF2-40B4-BE49-F238E27FC236}">
                <a16:creationId xmlns:a16="http://schemas.microsoft.com/office/drawing/2014/main" id="{E8DDFEC9-458F-4798-8131-22FD28EAC40E}"/>
              </a:ext>
            </a:extLst>
          </p:cNvPr>
          <p:cNvSpPr>
            <a:spLocks noGrp="1"/>
          </p:cNvSpPr>
          <p:nvPr/>
        </p:nvSpPr>
        <p:spPr>
          <a:xfrm>
            <a:off x="6667500" y="1066800"/>
            <a:ext cx="5143500" cy="4229100"/>
          </a:xfrm>
          <a:prstGeom prst="roundRect">
            <a:avLst>
              <a:gd name="adj" fmla="val 2252"/>
            </a:avLst>
          </a:prstGeom>
          <a:solidFill>
            <a:srgbClr val="0A182B">
              <a:alpha val="92000"/>
            </a:srgbClr>
          </a:solidFill>
          <a:ln w="9525">
            <a:solidFill>
              <a:srgbClr val="4285F4">
                <a:alpha val="3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803" name="矩形 802">
            <a:extLst>
              <a:ext uri="{FF2B5EF4-FFF2-40B4-BE49-F238E27FC236}">
                <a16:creationId xmlns:a16="http://schemas.microsoft.com/office/drawing/2014/main" id="{684C66F0-C1F4-4267-BE75-D47CDE98C08A}"/>
              </a:ext>
            </a:extLst>
          </p:cNvPr>
          <p:cNvSpPr>
            <a:spLocks noGrp="1"/>
          </p:cNvSpPr>
          <p:nvPr/>
        </p:nvSpPr>
        <p:spPr>
          <a:xfrm>
            <a:off x="7105650" y="14097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Inference Performance</a:t>
            </a:r>
          </a:p>
        </p:txBody>
      </p:sp>
      <p:graphicFrame>
        <p:nvGraphicFramePr>
          <p:cNvPr id="1610" name="Chart"/>
          <p:cNvGraphicFramePr/>
          <p:nvPr>
            <p:extLst>
              <p:ext uri="{D42A27DB-BD31-4B8C-83A1-F6EECF244321}">
                <p14:modId xmlns:p14="http://schemas.microsoft.com/office/powerpoint/2010/main" val="976712798"/>
              </p:ext>
            </p:extLst>
          </p:nvPr>
        </p:nvGraphicFramePr>
        <p:xfrm>
          <a:off x="7105650" y="1752600"/>
          <a:ext cx="4286250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05" name="矩形 804">
            <a:extLst>
              <a:ext uri="{FF2B5EF4-FFF2-40B4-BE49-F238E27FC236}">
                <a16:creationId xmlns:a16="http://schemas.microsoft.com/office/drawing/2014/main" id="{CD2C6BB0-0838-4EE7-8BA4-445A7059F19D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04</a:t>
            </a:r>
          </a:p>
        </p:txBody>
      </p:sp>
      <p:sp>
        <p:nvSpPr>
          <p:cNvPr id="806" name="矩形 805">
            <a:extLst>
              <a:ext uri="{FF2B5EF4-FFF2-40B4-BE49-F238E27FC236}">
                <a16:creationId xmlns:a16="http://schemas.microsoft.com/office/drawing/2014/main" id="{A16DBF77-B074-4412-8A55-1BA39987A51B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63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593649025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deep-navy-background">
            <a:extLst>
              <a:ext uri="{FF2B5EF4-FFF2-40B4-BE49-F238E27FC236}">
                <a16:creationId xmlns:a16="http://schemas.microsoft.com/office/drawing/2014/main" id="{C1B4FCB3-D0EE-4233-864C-5E8EEDC193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01F"/>
              </a:gs>
              <a:gs pos="72000">
                <a:srgbClr val="081426"/>
              </a:gs>
              <a:gs pos="100000">
                <a:srgbClr val="020812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2" name="lumia-token-stream-curve">
            <a:extLst>
              <a:ext uri="{FF2B5EF4-FFF2-40B4-BE49-F238E27FC236}">
                <a16:creationId xmlns:a16="http://schemas.microsoft.com/office/drawing/2014/main" id="{18A38E49-1D90-46B3-B7D4-A4E5B7F0DA51}"/>
              </a:ext>
            </a:extLst>
          </p:cNvPr>
          <p:cNvSpPr>
            <a:spLocks noGrp="1"/>
          </p:cNvSpPr>
          <p:nvPr/>
        </p:nvSpPr>
        <p:spPr>
          <a:xfrm>
            <a:off x="24558" y="5875577"/>
            <a:ext cx="206023" cy="23632"/>
          </a:xfrm>
          <a:custGeom>
            <a:avLst/>
            <a:gdLst/>
            <a:ahLst/>
            <a:cxnLst/>
            <a:rect l="0" t="0" r="0" b="0"/>
            <a:pathLst>
              <a:path w="206023" h="23632">
                <a:moveTo>
                  <a:pt x="0" y="0"/>
                </a:moveTo>
                <a:lnTo>
                  <a:pt x="206023" y="23632"/>
                </a:lnTo>
              </a:path>
            </a:pathLst>
          </a:custGeom>
          <a:noFill/>
          <a:ln w="3429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3" name="lumia-token-stream-curve">
            <a:extLst>
              <a:ext uri="{FF2B5EF4-FFF2-40B4-BE49-F238E27FC236}">
                <a16:creationId xmlns:a16="http://schemas.microsoft.com/office/drawing/2014/main" id="{244CEC16-87C3-41F0-A81E-0176A1085D01}"/>
              </a:ext>
            </a:extLst>
          </p:cNvPr>
          <p:cNvSpPr>
            <a:spLocks noGrp="1"/>
          </p:cNvSpPr>
          <p:nvPr/>
        </p:nvSpPr>
        <p:spPr>
          <a:xfrm>
            <a:off x="230580" y="5899209"/>
            <a:ext cx="210247" cy="22305"/>
          </a:xfrm>
          <a:custGeom>
            <a:avLst/>
            <a:gdLst/>
            <a:ahLst/>
            <a:cxnLst/>
            <a:rect l="0" t="0" r="0" b="0"/>
            <a:pathLst>
              <a:path w="210247" h="22305">
                <a:moveTo>
                  <a:pt x="0" y="0"/>
                </a:moveTo>
                <a:lnTo>
                  <a:pt x="210247" y="22305"/>
                </a:lnTo>
              </a:path>
            </a:pathLst>
          </a:custGeom>
          <a:noFill/>
          <a:ln w="3429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4" name="lumia-token-stream-curve">
            <a:extLst>
              <a:ext uri="{FF2B5EF4-FFF2-40B4-BE49-F238E27FC236}">
                <a16:creationId xmlns:a16="http://schemas.microsoft.com/office/drawing/2014/main" id="{CD5A0EFA-4019-4F39-B5A1-5BDB60F3D72D}"/>
              </a:ext>
            </a:extLst>
          </p:cNvPr>
          <p:cNvSpPr>
            <a:spLocks noGrp="1"/>
          </p:cNvSpPr>
          <p:nvPr/>
        </p:nvSpPr>
        <p:spPr>
          <a:xfrm>
            <a:off x="440827" y="5921514"/>
            <a:ext cx="214361" cy="19894"/>
          </a:xfrm>
          <a:custGeom>
            <a:avLst/>
            <a:gdLst/>
            <a:ahLst/>
            <a:cxnLst/>
            <a:rect l="0" t="0" r="0" b="0"/>
            <a:pathLst>
              <a:path w="214361" h="19894">
                <a:moveTo>
                  <a:pt x="0" y="0"/>
                </a:moveTo>
                <a:lnTo>
                  <a:pt x="214361" y="19894"/>
                </a:lnTo>
              </a:path>
            </a:pathLst>
          </a:custGeom>
          <a:noFill/>
          <a:ln w="3429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5" name="lumia-token-stream-curve">
            <a:extLst>
              <a:ext uri="{FF2B5EF4-FFF2-40B4-BE49-F238E27FC236}">
                <a16:creationId xmlns:a16="http://schemas.microsoft.com/office/drawing/2014/main" id="{0A1A4320-83C2-47DA-86AC-A4E9A38305D1}"/>
              </a:ext>
            </a:extLst>
          </p:cNvPr>
          <p:cNvSpPr>
            <a:spLocks noGrp="1"/>
          </p:cNvSpPr>
          <p:nvPr/>
        </p:nvSpPr>
        <p:spPr>
          <a:xfrm>
            <a:off x="655188" y="5941408"/>
            <a:ext cx="218364" cy="16448"/>
          </a:xfrm>
          <a:custGeom>
            <a:avLst/>
            <a:gdLst/>
            <a:ahLst/>
            <a:cxnLst/>
            <a:rect l="0" t="0" r="0" b="0"/>
            <a:pathLst>
              <a:path w="218364" h="16448">
                <a:moveTo>
                  <a:pt x="0" y="0"/>
                </a:moveTo>
                <a:lnTo>
                  <a:pt x="218364" y="16448"/>
                </a:lnTo>
              </a:path>
            </a:pathLst>
          </a:custGeom>
          <a:noFill/>
          <a:ln w="3429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6" name="lumia-token-stream-curve">
            <a:extLst>
              <a:ext uri="{FF2B5EF4-FFF2-40B4-BE49-F238E27FC236}">
                <a16:creationId xmlns:a16="http://schemas.microsoft.com/office/drawing/2014/main" id="{CDC347F9-2261-4C99-A237-7903E6FCE36F}"/>
              </a:ext>
            </a:extLst>
          </p:cNvPr>
          <p:cNvSpPr>
            <a:spLocks noGrp="1"/>
          </p:cNvSpPr>
          <p:nvPr/>
        </p:nvSpPr>
        <p:spPr>
          <a:xfrm>
            <a:off x="873552" y="5957856"/>
            <a:ext cx="222256" cy="12114"/>
          </a:xfrm>
          <a:custGeom>
            <a:avLst/>
            <a:gdLst/>
            <a:ahLst/>
            <a:cxnLst/>
            <a:rect l="0" t="0" r="0" b="0"/>
            <a:pathLst>
              <a:path w="222256" h="12114">
                <a:moveTo>
                  <a:pt x="0" y="0"/>
                </a:moveTo>
                <a:lnTo>
                  <a:pt x="222256" y="12114"/>
                </a:lnTo>
              </a:path>
            </a:pathLst>
          </a:custGeom>
          <a:noFill/>
          <a:ln w="3429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7" name="lumia-token-stream-curve">
            <a:extLst>
              <a:ext uri="{FF2B5EF4-FFF2-40B4-BE49-F238E27FC236}">
                <a16:creationId xmlns:a16="http://schemas.microsoft.com/office/drawing/2014/main" id="{462EB742-AFA5-4D3C-8406-0F0F5EDF25BA}"/>
              </a:ext>
            </a:extLst>
          </p:cNvPr>
          <p:cNvSpPr>
            <a:spLocks noGrp="1"/>
          </p:cNvSpPr>
          <p:nvPr/>
        </p:nvSpPr>
        <p:spPr>
          <a:xfrm>
            <a:off x="1095808" y="5969970"/>
            <a:ext cx="226037" cy="9525"/>
          </a:xfrm>
          <a:custGeom>
            <a:avLst/>
            <a:gdLst/>
            <a:ahLst/>
            <a:cxnLst/>
            <a:rect l="0" t="0" r="0" b="0"/>
            <a:pathLst>
              <a:path w="226037" h="9525">
                <a:moveTo>
                  <a:pt x="0" y="0"/>
                </a:moveTo>
                <a:lnTo>
                  <a:pt x="226037" y="7140"/>
                </a:lnTo>
              </a:path>
            </a:pathLst>
          </a:custGeom>
          <a:noFill/>
          <a:ln w="3429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8" name="lumia-token-stream-curve">
            <a:extLst>
              <a:ext uri="{FF2B5EF4-FFF2-40B4-BE49-F238E27FC236}">
                <a16:creationId xmlns:a16="http://schemas.microsoft.com/office/drawing/2014/main" id="{E9B80785-2B65-42B6-8A76-EE84CCCE6B36}"/>
              </a:ext>
            </a:extLst>
          </p:cNvPr>
          <p:cNvSpPr>
            <a:spLocks noGrp="1"/>
          </p:cNvSpPr>
          <p:nvPr/>
        </p:nvSpPr>
        <p:spPr>
          <a:xfrm>
            <a:off x="1321845" y="5977110"/>
            <a:ext cx="229708" cy="9525"/>
          </a:xfrm>
          <a:custGeom>
            <a:avLst/>
            <a:gdLst/>
            <a:ahLst/>
            <a:cxnLst/>
            <a:rect l="0" t="0" r="0" b="0"/>
            <a:pathLst>
              <a:path w="229708" h="9525">
                <a:moveTo>
                  <a:pt x="0" y="0"/>
                </a:moveTo>
                <a:lnTo>
                  <a:pt x="229708" y="1859"/>
                </a:lnTo>
              </a:path>
            </a:pathLst>
          </a:custGeom>
          <a:noFill/>
          <a:ln w="3429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9" name="lumia-token-stream-curve">
            <a:extLst>
              <a:ext uri="{FF2B5EF4-FFF2-40B4-BE49-F238E27FC236}">
                <a16:creationId xmlns:a16="http://schemas.microsoft.com/office/drawing/2014/main" id="{B30ED8B8-53DA-4499-94A4-1BBB4917C4AD}"/>
              </a:ext>
            </a:extLst>
          </p:cNvPr>
          <p:cNvSpPr>
            <a:spLocks noGrp="1"/>
          </p:cNvSpPr>
          <p:nvPr/>
        </p:nvSpPr>
        <p:spPr>
          <a:xfrm>
            <a:off x="1551552" y="5975638"/>
            <a:ext cx="233267" cy="9525"/>
          </a:xfrm>
          <a:custGeom>
            <a:avLst/>
            <a:gdLst/>
            <a:ahLst/>
            <a:cxnLst/>
            <a:rect l="0" t="0" r="0" b="0"/>
            <a:pathLst>
              <a:path w="233267" h="9525">
                <a:moveTo>
                  <a:pt x="0" y="3331"/>
                </a:moveTo>
                <a:lnTo>
                  <a:pt x="233267" y="0"/>
                </a:lnTo>
              </a:path>
            </a:pathLst>
          </a:custGeom>
          <a:noFill/>
          <a:ln w="3429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10" name="lumia-token-stream-curve">
            <a:extLst>
              <a:ext uri="{FF2B5EF4-FFF2-40B4-BE49-F238E27FC236}">
                <a16:creationId xmlns:a16="http://schemas.microsoft.com/office/drawing/2014/main" id="{E24C24E5-5AF5-4D34-A30D-8F379B9570CD}"/>
              </a:ext>
            </a:extLst>
          </p:cNvPr>
          <p:cNvSpPr>
            <a:spLocks noGrp="1"/>
          </p:cNvSpPr>
          <p:nvPr/>
        </p:nvSpPr>
        <p:spPr>
          <a:xfrm>
            <a:off x="1784820" y="5967640"/>
            <a:ext cx="236716" cy="9525"/>
          </a:xfrm>
          <a:custGeom>
            <a:avLst/>
            <a:gdLst/>
            <a:ahLst/>
            <a:cxnLst/>
            <a:rect l="0" t="0" r="0" b="0"/>
            <a:pathLst>
              <a:path w="236716" h="9525">
                <a:moveTo>
                  <a:pt x="0" y="7998"/>
                </a:moveTo>
                <a:lnTo>
                  <a:pt x="236716" y="0"/>
                </a:lnTo>
              </a:path>
            </a:pathLst>
          </a:custGeom>
          <a:noFill/>
          <a:ln w="3429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11" name="lumia-token-stream-curve">
            <a:extLst>
              <a:ext uri="{FF2B5EF4-FFF2-40B4-BE49-F238E27FC236}">
                <a16:creationId xmlns:a16="http://schemas.microsoft.com/office/drawing/2014/main" id="{1221C4E5-287A-4605-83BC-03AB2D297BB0}"/>
              </a:ext>
            </a:extLst>
          </p:cNvPr>
          <p:cNvSpPr>
            <a:spLocks noGrp="1"/>
          </p:cNvSpPr>
          <p:nvPr/>
        </p:nvSpPr>
        <p:spPr>
          <a:xfrm>
            <a:off x="2021536" y="5955918"/>
            <a:ext cx="240054" cy="11722"/>
          </a:xfrm>
          <a:custGeom>
            <a:avLst/>
            <a:gdLst/>
            <a:ahLst/>
            <a:cxnLst/>
            <a:rect l="0" t="0" r="0" b="0"/>
            <a:pathLst>
              <a:path w="240054" h="11722">
                <a:moveTo>
                  <a:pt x="0" y="11722"/>
                </a:moveTo>
                <a:lnTo>
                  <a:pt x="240054" y="0"/>
                </a:lnTo>
              </a:path>
            </a:pathLst>
          </a:custGeom>
          <a:noFill/>
          <a:ln w="3429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12" name="lumia-token-stream-curve">
            <a:extLst>
              <a:ext uri="{FF2B5EF4-FFF2-40B4-BE49-F238E27FC236}">
                <a16:creationId xmlns:a16="http://schemas.microsoft.com/office/drawing/2014/main" id="{4C8CFEE1-C7CC-4A42-BBA7-B379C028CAED}"/>
              </a:ext>
            </a:extLst>
          </p:cNvPr>
          <p:cNvSpPr>
            <a:spLocks noGrp="1"/>
          </p:cNvSpPr>
          <p:nvPr/>
        </p:nvSpPr>
        <p:spPr>
          <a:xfrm>
            <a:off x="2261590" y="5941780"/>
            <a:ext cx="243282" cy="14139"/>
          </a:xfrm>
          <a:custGeom>
            <a:avLst/>
            <a:gdLst/>
            <a:ahLst/>
            <a:cxnLst/>
            <a:rect l="0" t="0" r="0" b="0"/>
            <a:pathLst>
              <a:path w="243282" h="14139">
                <a:moveTo>
                  <a:pt x="0" y="14139"/>
                </a:moveTo>
                <a:lnTo>
                  <a:pt x="243282" y="0"/>
                </a:lnTo>
              </a:path>
            </a:pathLst>
          </a:custGeom>
          <a:noFill/>
          <a:ln w="3429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13" name="lumia-token-stream-curve">
            <a:extLst>
              <a:ext uri="{FF2B5EF4-FFF2-40B4-BE49-F238E27FC236}">
                <a16:creationId xmlns:a16="http://schemas.microsoft.com/office/drawing/2014/main" id="{7F2927D5-18B0-4565-B17B-DFFA8C51557F}"/>
              </a:ext>
            </a:extLst>
          </p:cNvPr>
          <p:cNvSpPr>
            <a:spLocks noGrp="1"/>
          </p:cNvSpPr>
          <p:nvPr/>
        </p:nvSpPr>
        <p:spPr>
          <a:xfrm>
            <a:off x="2504871" y="5926792"/>
            <a:ext cx="246398" cy="14987"/>
          </a:xfrm>
          <a:custGeom>
            <a:avLst/>
            <a:gdLst/>
            <a:ahLst/>
            <a:cxnLst/>
            <a:rect l="0" t="0" r="0" b="0"/>
            <a:pathLst>
              <a:path w="246398" h="14987">
                <a:moveTo>
                  <a:pt x="0" y="14987"/>
                </a:moveTo>
                <a:lnTo>
                  <a:pt x="246398" y="0"/>
                </a:lnTo>
              </a:path>
            </a:pathLst>
          </a:custGeom>
          <a:noFill/>
          <a:ln w="3429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14" name="lumia-token-stream-curve">
            <a:extLst>
              <a:ext uri="{FF2B5EF4-FFF2-40B4-BE49-F238E27FC236}">
                <a16:creationId xmlns:a16="http://schemas.microsoft.com/office/drawing/2014/main" id="{55B1720A-F037-4375-B7EA-198432B99B1F}"/>
              </a:ext>
            </a:extLst>
          </p:cNvPr>
          <p:cNvSpPr>
            <a:spLocks noGrp="1"/>
          </p:cNvSpPr>
          <p:nvPr/>
        </p:nvSpPr>
        <p:spPr>
          <a:xfrm>
            <a:off x="2751269" y="5912639"/>
            <a:ext cx="249404" cy="14153"/>
          </a:xfrm>
          <a:custGeom>
            <a:avLst/>
            <a:gdLst/>
            <a:ahLst/>
            <a:cxnLst/>
            <a:rect l="0" t="0" r="0" b="0"/>
            <a:pathLst>
              <a:path w="249404" h="14153">
                <a:moveTo>
                  <a:pt x="0" y="14153"/>
                </a:moveTo>
                <a:lnTo>
                  <a:pt x="249404" y="0"/>
                </a:lnTo>
              </a:path>
            </a:pathLst>
          </a:custGeom>
          <a:noFill/>
          <a:ln w="3429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15" name="lumia-token-stream-curve">
            <a:extLst>
              <a:ext uri="{FF2B5EF4-FFF2-40B4-BE49-F238E27FC236}">
                <a16:creationId xmlns:a16="http://schemas.microsoft.com/office/drawing/2014/main" id="{C0C9F93D-54FB-4B87-AB1B-574FE0F94098}"/>
              </a:ext>
            </a:extLst>
          </p:cNvPr>
          <p:cNvSpPr>
            <a:spLocks noGrp="1"/>
          </p:cNvSpPr>
          <p:nvPr/>
        </p:nvSpPr>
        <p:spPr>
          <a:xfrm>
            <a:off x="3000673" y="5900946"/>
            <a:ext cx="252299" cy="11693"/>
          </a:xfrm>
          <a:custGeom>
            <a:avLst/>
            <a:gdLst/>
            <a:ahLst/>
            <a:cxnLst/>
            <a:rect l="0" t="0" r="0" b="0"/>
            <a:pathLst>
              <a:path w="252299" h="11693">
                <a:moveTo>
                  <a:pt x="0" y="11693"/>
                </a:moveTo>
                <a:lnTo>
                  <a:pt x="252299" y="0"/>
                </a:lnTo>
              </a:path>
            </a:pathLst>
          </a:custGeom>
          <a:noFill/>
          <a:ln w="3429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16" name="lumia-token-stream-curve">
            <a:extLst>
              <a:ext uri="{FF2B5EF4-FFF2-40B4-BE49-F238E27FC236}">
                <a16:creationId xmlns:a16="http://schemas.microsoft.com/office/drawing/2014/main" id="{F6A9D183-5EEB-4B7D-A6E4-5B5E3A9A1C56}"/>
              </a:ext>
            </a:extLst>
          </p:cNvPr>
          <p:cNvSpPr>
            <a:spLocks noGrp="1"/>
          </p:cNvSpPr>
          <p:nvPr/>
        </p:nvSpPr>
        <p:spPr>
          <a:xfrm>
            <a:off x="3252972" y="5893096"/>
            <a:ext cx="255083" cy="9525"/>
          </a:xfrm>
          <a:custGeom>
            <a:avLst/>
            <a:gdLst/>
            <a:ahLst/>
            <a:cxnLst/>
            <a:rect l="0" t="0" r="0" b="0"/>
            <a:pathLst>
              <a:path w="255083" h="9525">
                <a:moveTo>
                  <a:pt x="0" y="7850"/>
                </a:moveTo>
                <a:lnTo>
                  <a:pt x="255083" y="0"/>
                </a:lnTo>
              </a:path>
            </a:pathLst>
          </a:custGeom>
          <a:noFill/>
          <a:ln w="3429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17" name="lumia-token-stream-curve">
            <a:extLst>
              <a:ext uri="{FF2B5EF4-FFF2-40B4-BE49-F238E27FC236}">
                <a16:creationId xmlns:a16="http://schemas.microsoft.com/office/drawing/2014/main" id="{2A243F2F-5EFB-4089-8AE1-7E1FAA6EFBAD}"/>
              </a:ext>
            </a:extLst>
          </p:cNvPr>
          <p:cNvSpPr>
            <a:spLocks noGrp="1"/>
          </p:cNvSpPr>
          <p:nvPr/>
        </p:nvSpPr>
        <p:spPr>
          <a:xfrm>
            <a:off x="3508054" y="5890053"/>
            <a:ext cx="257756" cy="9525"/>
          </a:xfrm>
          <a:custGeom>
            <a:avLst/>
            <a:gdLst/>
            <a:ahLst/>
            <a:cxnLst/>
            <a:rect l="0" t="0" r="0" b="0"/>
            <a:pathLst>
              <a:path w="257756" h="9525">
                <a:moveTo>
                  <a:pt x="0" y="3043"/>
                </a:moveTo>
                <a:lnTo>
                  <a:pt x="257756" y="0"/>
                </a:lnTo>
              </a:path>
            </a:pathLst>
          </a:custGeom>
          <a:noFill/>
          <a:ln w="3429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18" name="lumia-token-stream-curve">
            <a:extLst>
              <a:ext uri="{FF2B5EF4-FFF2-40B4-BE49-F238E27FC236}">
                <a16:creationId xmlns:a16="http://schemas.microsoft.com/office/drawing/2014/main" id="{2ECC0E27-79B5-4CEF-859B-7F0DA92A54E0}"/>
              </a:ext>
            </a:extLst>
          </p:cNvPr>
          <p:cNvSpPr>
            <a:spLocks noGrp="1"/>
          </p:cNvSpPr>
          <p:nvPr/>
        </p:nvSpPr>
        <p:spPr>
          <a:xfrm>
            <a:off x="3765810" y="5890053"/>
            <a:ext cx="260318" cy="9525"/>
          </a:xfrm>
          <a:custGeom>
            <a:avLst/>
            <a:gdLst/>
            <a:ahLst/>
            <a:cxnLst/>
            <a:rect l="0" t="0" r="0" b="0"/>
            <a:pathLst>
              <a:path w="260318" h="9525">
                <a:moveTo>
                  <a:pt x="0" y="0"/>
                </a:moveTo>
                <a:lnTo>
                  <a:pt x="260318" y="2170"/>
                </a:lnTo>
              </a:path>
            </a:pathLst>
          </a:custGeom>
          <a:noFill/>
          <a:ln w="3429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19" name="lumia-token-stream-curve">
            <a:extLst>
              <a:ext uri="{FF2B5EF4-FFF2-40B4-BE49-F238E27FC236}">
                <a16:creationId xmlns:a16="http://schemas.microsoft.com/office/drawing/2014/main" id="{469BFC7F-5134-448E-B219-0DC0CFE6EAD5}"/>
              </a:ext>
            </a:extLst>
          </p:cNvPr>
          <p:cNvSpPr>
            <a:spLocks noGrp="1"/>
          </p:cNvSpPr>
          <p:nvPr/>
        </p:nvSpPr>
        <p:spPr>
          <a:xfrm>
            <a:off x="4026129" y="5892223"/>
            <a:ext cx="262770" cy="9525"/>
          </a:xfrm>
          <a:custGeom>
            <a:avLst/>
            <a:gdLst/>
            <a:ahLst/>
            <a:cxnLst/>
            <a:rect l="0" t="0" r="0" b="0"/>
            <a:pathLst>
              <a:path w="262770" h="9525">
                <a:moveTo>
                  <a:pt x="0" y="0"/>
                </a:moveTo>
                <a:lnTo>
                  <a:pt x="262770" y="7139"/>
                </a:lnTo>
              </a:path>
            </a:pathLst>
          </a:custGeom>
          <a:noFill/>
          <a:ln w="3440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20" name="lumia-token-stream-curve">
            <a:extLst>
              <a:ext uri="{FF2B5EF4-FFF2-40B4-BE49-F238E27FC236}">
                <a16:creationId xmlns:a16="http://schemas.microsoft.com/office/drawing/2014/main" id="{A2F9E12A-25B0-4F48-ABB0-139E0814BE6F}"/>
              </a:ext>
            </a:extLst>
          </p:cNvPr>
          <p:cNvSpPr>
            <a:spLocks noGrp="1"/>
          </p:cNvSpPr>
          <p:nvPr/>
        </p:nvSpPr>
        <p:spPr>
          <a:xfrm>
            <a:off x="4288899" y="5899361"/>
            <a:ext cx="265111" cy="11198"/>
          </a:xfrm>
          <a:custGeom>
            <a:avLst/>
            <a:gdLst/>
            <a:ahLst/>
            <a:cxnLst/>
            <a:rect l="0" t="0" r="0" b="0"/>
            <a:pathLst>
              <a:path w="265111" h="11198">
                <a:moveTo>
                  <a:pt x="0" y="0"/>
                </a:moveTo>
                <a:lnTo>
                  <a:pt x="265111" y="11198"/>
                </a:lnTo>
              </a:path>
            </a:pathLst>
          </a:custGeom>
          <a:noFill/>
          <a:ln w="3464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21" name="lumia-token-stream-curve">
            <a:extLst>
              <a:ext uri="{FF2B5EF4-FFF2-40B4-BE49-F238E27FC236}">
                <a16:creationId xmlns:a16="http://schemas.microsoft.com/office/drawing/2014/main" id="{4373D164-B26D-450B-8716-C51738947197}"/>
              </a:ext>
            </a:extLst>
          </p:cNvPr>
          <p:cNvSpPr>
            <a:spLocks noGrp="1"/>
          </p:cNvSpPr>
          <p:nvPr/>
        </p:nvSpPr>
        <p:spPr>
          <a:xfrm>
            <a:off x="4554010" y="5910559"/>
            <a:ext cx="267341" cy="13744"/>
          </a:xfrm>
          <a:custGeom>
            <a:avLst/>
            <a:gdLst/>
            <a:ahLst/>
            <a:cxnLst/>
            <a:rect l="0" t="0" r="0" b="0"/>
            <a:pathLst>
              <a:path w="267341" h="13744">
                <a:moveTo>
                  <a:pt x="0" y="0"/>
                </a:moveTo>
                <a:lnTo>
                  <a:pt x="267341" y="13744"/>
                </a:lnTo>
              </a:path>
            </a:pathLst>
          </a:custGeom>
          <a:noFill/>
          <a:ln w="3500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22" name="lumia-token-stream-curve">
            <a:extLst>
              <a:ext uri="{FF2B5EF4-FFF2-40B4-BE49-F238E27FC236}">
                <a16:creationId xmlns:a16="http://schemas.microsoft.com/office/drawing/2014/main" id="{509CCB8A-B715-4051-9F44-DFF06F45C963}"/>
              </a:ext>
            </a:extLst>
          </p:cNvPr>
          <p:cNvSpPr>
            <a:spLocks noGrp="1"/>
          </p:cNvSpPr>
          <p:nvPr/>
        </p:nvSpPr>
        <p:spPr>
          <a:xfrm>
            <a:off x="4821351" y="5924304"/>
            <a:ext cx="269460" cy="14316"/>
          </a:xfrm>
          <a:custGeom>
            <a:avLst/>
            <a:gdLst/>
            <a:ahLst/>
            <a:cxnLst/>
            <a:rect l="0" t="0" r="0" b="0"/>
            <a:pathLst>
              <a:path w="269460" h="14316">
                <a:moveTo>
                  <a:pt x="0" y="0"/>
                </a:moveTo>
                <a:lnTo>
                  <a:pt x="269460" y="14316"/>
                </a:lnTo>
              </a:path>
            </a:pathLst>
          </a:custGeom>
          <a:noFill/>
          <a:ln w="3547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23" name="lumia-token-stream-curve">
            <a:extLst>
              <a:ext uri="{FF2B5EF4-FFF2-40B4-BE49-F238E27FC236}">
                <a16:creationId xmlns:a16="http://schemas.microsoft.com/office/drawing/2014/main" id="{B82E949E-B70C-47DC-9D06-1EB3E0F3ADD7}"/>
              </a:ext>
            </a:extLst>
          </p:cNvPr>
          <p:cNvSpPr>
            <a:spLocks noGrp="1"/>
          </p:cNvSpPr>
          <p:nvPr/>
        </p:nvSpPr>
        <p:spPr>
          <a:xfrm>
            <a:off x="5090811" y="5938620"/>
            <a:ext cx="271469" cy="12662"/>
          </a:xfrm>
          <a:custGeom>
            <a:avLst/>
            <a:gdLst/>
            <a:ahLst/>
            <a:cxnLst/>
            <a:rect l="0" t="0" r="0" b="0"/>
            <a:pathLst>
              <a:path w="271469" h="12662">
                <a:moveTo>
                  <a:pt x="0" y="0"/>
                </a:moveTo>
                <a:lnTo>
                  <a:pt x="271469" y="12662"/>
                </a:lnTo>
              </a:path>
            </a:pathLst>
          </a:custGeom>
          <a:noFill/>
          <a:ln w="3604">
            <a:solidFill>
              <a:srgbClr val="D74242">
                <a:alpha val="3000"/>
              </a:srgbClr>
            </a:solidFill>
            <a:prstDash val="solid"/>
          </a:ln>
        </p:spPr>
      </p:sp>
      <p:sp>
        <p:nvSpPr>
          <p:cNvPr id="24" name="lumia-token-stream-curve">
            <a:extLst>
              <a:ext uri="{FF2B5EF4-FFF2-40B4-BE49-F238E27FC236}">
                <a16:creationId xmlns:a16="http://schemas.microsoft.com/office/drawing/2014/main" id="{7678106D-7E92-4FD6-A107-F9715C9090AC}"/>
              </a:ext>
            </a:extLst>
          </p:cNvPr>
          <p:cNvSpPr>
            <a:spLocks noGrp="1"/>
          </p:cNvSpPr>
          <p:nvPr/>
        </p:nvSpPr>
        <p:spPr>
          <a:xfrm>
            <a:off x="5362280" y="5951282"/>
            <a:ext cx="273367" cy="9525"/>
          </a:xfrm>
          <a:custGeom>
            <a:avLst/>
            <a:gdLst/>
            <a:ahLst/>
            <a:cxnLst/>
            <a:rect l="0" t="0" r="0" b="0"/>
            <a:pathLst>
              <a:path w="273367" h="9525">
                <a:moveTo>
                  <a:pt x="0" y="0"/>
                </a:moveTo>
                <a:lnTo>
                  <a:pt x="273367" y="8787"/>
                </a:lnTo>
              </a:path>
            </a:pathLst>
          </a:custGeom>
          <a:noFill/>
          <a:ln w="3671">
            <a:solidFill>
              <a:srgbClr val="E44339">
                <a:alpha val="3000"/>
              </a:srgbClr>
            </a:solidFill>
            <a:prstDash val="solid"/>
          </a:ln>
        </p:spPr>
      </p:sp>
      <p:sp>
        <p:nvSpPr>
          <p:cNvPr id="25" name="lumia-token-stream-curve">
            <a:extLst>
              <a:ext uri="{FF2B5EF4-FFF2-40B4-BE49-F238E27FC236}">
                <a16:creationId xmlns:a16="http://schemas.microsoft.com/office/drawing/2014/main" id="{0FDDBE38-F9CD-4559-857F-F6DFF5445952}"/>
              </a:ext>
            </a:extLst>
          </p:cNvPr>
          <p:cNvSpPr>
            <a:spLocks noGrp="1"/>
          </p:cNvSpPr>
          <p:nvPr/>
        </p:nvSpPr>
        <p:spPr>
          <a:xfrm>
            <a:off x="5635647" y="5960069"/>
            <a:ext cx="275153" cy="9525"/>
          </a:xfrm>
          <a:custGeom>
            <a:avLst/>
            <a:gdLst/>
            <a:ahLst/>
            <a:cxnLst/>
            <a:rect l="0" t="0" r="0" b="0"/>
            <a:pathLst>
              <a:path w="275153" h="9525">
                <a:moveTo>
                  <a:pt x="0" y="0"/>
                </a:moveTo>
                <a:lnTo>
                  <a:pt x="275153" y="2966"/>
                </a:lnTo>
              </a:path>
            </a:pathLst>
          </a:custGeom>
          <a:noFill/>
          <a:ln w="3746">
            <a:solidFill>
              <a:srgbClr val="EB4833">
                <a:alpha val="3000"/>
              </a:srgbClr>
            </a:solidFill>
            <a:prstDash val="solid"/>
          </a:ln>
        </p:spPr>
      </p:sp>
      <p:sp>
        <p:nvSpPr>
          <p:cNvPr id="26" name="lumia-token-stream-curve">
            <a:extLst>
              <a:ext uri="{FF2B5EF4-FFF2-40B4-BE49-F238E27FC236}">
                <a16:creationId xmlns:a16="http://schemas.microsoft.com/office/drawing/2014/main" id="{B6F24E0B-3838-455D-A4DB-55BF38028BB1}"/>
              </a:ext>
            </a:extLst>
          </p:cNvPr>
          <p:cNvSpPr>
            <a:spLocks noGrp="1"/>
          </p:cNvSpPr>
          <p:nvPr/>
        </p:nvSpPr>
        <p:spPr>
          <a:xfrm>
            <a:off x="5910800" y="5958765"/>
            <a:ext cx="276830" cy="9525"/>
          </a:xfrm>
          <a:custGeom>
            <a:avLst/>
            <a:gdLst/>
            <a:ahLst/>
            <a:cxnLst/>
            <a:rect l="0" t="0" r="0" b="0"/>
            <a:pathLst>
              <a:path w="276830" h="9525">
                <a:moveTo>
                  <a:pt x="0" y="4270"/>
                </a:moveTo>
                <a:lnTo>
                  <a:pt x="276830" y="0"/>
                </a:lnTo>
              </a:path>
            </a:pathLst>
          </a:custGeom>
          <a:noFill/>
          <a:ln w="3828">
            <a:solidFill>
              <a:srgbClr val="EC532F">
                <a:alpha val="3000"/>
              </a:srgbClr>
            </a:solidFill>
            <a:prstDash val="solid"/>
          </a:ln>
        </p:spPr>
      </p:sp>
      <p:sp>
        <p:nvSpPr>
          <p:cNvPr id="27" name="lumia-token-stream-curve">
            <a:extLst>
              <a:ext uri="{FF2B5EF4-FFF2-40B4-BE49-F238E27FC236}">
                <a16:creationId xmlns:a16="http://schemas.microsoft.com/office/drawing/2014/main" id="{33FFECD6-E77A-489D-97EC-B2EC1EB6D98E}"/>
              </a:ext>
            </a:extLst>
          </p:cNvPr>
          <p:cNvSpPr>
            <a:spLocks noGrp="1"/>
          </p:cNvSpPr>
          <p:nvPr/>
        </p:nvSpPr>
        <p:spPr>
          <a:xfrm>
            <a:off x="6187630" y="5946569"/>
            <a:ext cx="278395" cy="12196"/>
          </a:xfrm>
          <a:custGeom>
            <a:avLst/>
            <a:gdLst/>
            <a:ahLst/>
            <a:cxnLst/>
            <a:rect l="0" t="0" r="0" b="0"/>
            <a:pathLst>
              <a:path w="278395" h="12196">
                <a:moveTo>
                  <a:pt x="0" y="12196"/>
                </a:moveTo>
                <a:lnTo>
                  <a:pt x="278395" y="0"/>
                </a:lnTo>
              </a:path>
            </a:pathLst>
          </a:custGeom>
          <a:noFill/>
          <a:ln w="3916">
            <a:solidFill>
              <a:srgbClr val="EE5E2A">
                <a:alpha val="3000"/>
              </a:srgbClr>
            </a:solidFill>
            <a:prstDash val="solid"/>
          </a:ln>
        </p:spPr>
      </p:sp>
      <p:sp>
        <p:nvSpPr>
          <p:cNvPr id="28" name="lumia-token-stream-curve">
            <a:extLst>
              <a:ext uri="{FF2B5EF4-FFF2-40B4-BE49-F238E27FC236}">
                <a16:creationId xmlns:a16="http://schemas.microsoft.com/office/drawing/2014/main" id="{D03EDB50-6B30-4733-B7C9-D3E177E471A9}"/>
              </a:ext>
            </a:extLst>
          </p:cNvPr>
          <p:cNvSpPr>
            <a:spLocks noGrp="1"/>
          </p:cNvSpPr>
          <p:nvPr/>
        </p:nvSpPr>
        <p:spPr>
          <a:xfrm>
            <a:off x="6466025" y="5926601"/>
            <a:ext cx="279849" cy="19968"/>
          </a:xfrm>
          <a:custGeom>
            <a:avLst/>
            <a:gdLst/>
            <a:ahLst/>
            <a:cxnLst/>
            <a:rect l="0" t="0" r="0" b="0"/>
            <a:pathLst>
              <a:path w="279849" h="19968">
                <a:moveTo>
                  <a:pt x="0" y="19968"/>
                </a:moveTo>
                <a:lnTo>
                  <a:pt x="279849" y="0"/>
                </a:lnTo>
              </a:path>
            </a:pathLst>
          </a:custGeom>
          <a:noFill/>
          <a:ln w="4010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29" name="lumia-token-stream-curve">
            <a:extLst>
              <a:ext uri="{FF2B5EF4-FFF2-40B4-BE49-F238E27FC236}">
                <a16:creationId xmlns:a16="http://schemas.microsoft.com/office/drawing/2014/main" id="{92FB5E06-7281-4B8B-A74F-EC94B8A738F4}"/>
              </a:ext>
            </a:extLst>
          </p:cNvPr>
          <p:cNvSpPr>
            <a:spLocks noGrp="1"/>
          </p:cNvSpPr>
          <p:nvPr/>
        </p:nvSpPr>
        <p:spPr>
          <a:xfrm>
            <a:off x="6745874" y="5899865"/>
            <a:ext cx="281193" cy="26736"/>
          </a:xfrm>
          <a:custGeom>
            <a:avLst/>
            <a:gdLst/>
            <a:ahLst/>
            <a:cxnLst/>
            <a:rect l="0" t="0" r="0" b="0"/>
            <a:pathLst>
              <a:path w="281193" h="26736">
                <a:moveTo>
                  <a:pt x="0" y="26736"/>
                </a:moveTo>
                <a:lnTo>
                  <a:pt x="281193" y="0"/>
                </a:lnTo>
              </a:path>
            </a:pathLst>
          </a:custGeom>
          <a:noFill/>
          <a:ln w="4108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30" name="lumia-token-stream-curve">
            <a:extLst>
              <a:ext uri="{FF2B5EF4-FFF2-40B4-BE49-F238E27FC236}">
                <a16:creationId xmlns:a16="http://schemas.microsoft.com/office/drawing/2014/main" id="{2C0AE11B-3E58-46A0-B571-8DACA3F6F822}"/>
              </a:ext>
            </a:extLst>
          </p:cNvPr>
          <p:cNvSpPr>
            <a:spLocks noGrp="1"/>
          </p:cNvSpPr>
          <p:nvPr/>
        </p:nvSpPr>
        <p:spPr>
          <a:xfrm>
            <a:off x="7027067" y="5868111"/>
            <a:ext cx="282426" cy="31754"/>
          </a:xfrm>
          <a:custGeom>
            <a:avLst/>
            <a:gdLst/>
            <a:ahLst/>
            <a:cxnLst/>
            <a:rect l="0" t="0" r="0" b="0"/>
            <a:pathLst>
              <a:path w="282426" h="31754">
                <a:moveTo>
                  <a:pt x="0" y="31754"/>
                </a:moveTo>
                <a:lnTo>
                  <a:pt x="282426" y="0"/>
                </a:lnTo>
              </a:path>
            </a:pathLst>
          </a:custGeom>
          <a:noFill/>
          <a:ln w="4209">
            <a:solidFill>
              <a:srgbClr val="F27E1E">
                <a:alpha val="4000"/>
              </a:srgbClr>
            </a:solidFill>
            <a:prstDash val="solid"/>
          </a:ln>
        </p:spPr>
      </p:sp>
      <p:sp>
        <p:nvSpPr>
          <p:cNvPr id="31" name="lumia-token-stream-curve">
            <a:extLst>
              <a:ext uri="{FF2B5EF4-FFF2-40B4-BE49-F238E27FC236}">
                <a16:creationId xmlns:a16="http://schemas.microsoft.com/office/drawing/2014/main" id="{567392B7-3F17-4198-B767-A223BBF32C48}"/>
              </a:ext>
            </a:extLst>
          </p:cNvPr>
          <p:cNvSpPr>
            <a:spLocks noGrp="1"/>
          </p:cNvSpPr>
          <p:nvPr/>
        </p:nvSpPr>
        <p:spPr>
          <a:xfrm>
            <a:off x="7309493" y="5833630"/>
            <a:ext cx="283548" cy="34481"/>
          </a:xfrm>
          <a:custGeom>
            <a:avLst/>
            <a:gdLst/>
            <a:ahLst/>
            <a:cxnLst/>
            <a:rect l="0" t="0" r="0" b="0"/>
            <a:pathLst>
              <a:path w="283548" h="34481">
                <a:moveTo>
                  <a:pt x="0" y="34481"/>
                </a:moveTo>
                <a:lnTo>
                  <a:pt x="283548" y="0"/>
                </a:lnTo>
              </a:path>
            </a:pathLst>
          </a:custGeom>
          <a:noFill/>
          <a:ln w="4313">
            <a:solidFill>
              <a:srgbClr val="F48919">
                <a:alpha val="4000"/>
              </a:srgbClr>
            </a:solidFill>
            <a:prstDash val="solid"/>
          </a:ln>
        </p:spPr>
      </p:sp>
      <p:sp>
        <p:nvSpPr>
          <p:cNvPr id="32" name="lumia-token-stream-curve">
            <a:extLst>
              <a:ext uri="{FF2B5EF4-FFF2-40B4-BE49-F238E27FC236}">
                <a16:creationId xmlns:a16="http://schemas.microsoft.com/office/drawing/2014/main" id="{39BA60DC-3AFD-428F-8E3C-71A7877BC014}"/>
              </a:ext>
            </a:extLst>
          </p:cNvPr>
          <p:cNvSpPr>
            <a:spLocks noGrp="1"/>
          </p:cNvSpPr>
          <p:nvPr/>
        </p:nvSpPr>
        <p:spPr>
          <a:xfrm>
            <a:off x="7593041" y="5798967"/>
            <a:ext cx="284559" cy="34664"/>
          </a:xfrm>
          <a:custGeom>
            <a:avLst/>
            <a:gdLst/>
            <a:ahLst/>
            <a:cxnLst/>
            <a:rect l="0" t="0" r="0" b="0"/>
            <a:pathLst>
              <a:path w="284559" h="34664">
                <a:moveTo>
                  <a:pt x="0" y="34664"/>
                </a:moveTo>
                <a:lnTo>
                  <a:pt x="284559" y="0"/>
                </a:lnTo>
              </a:path>
            </a:pathLst>
          </a:custGeom>
          <a:noFill/>
          <a:ln w="4418">
            <a:solidFill>
              <a:srgbClr val="F59415">
                <a:alpha val="4000"/>
              </a:srgbClr>
            </a:solidFill>
            <a:prstDash val="solid"/>
          </a:ln>
        </p:spPr>
      </p:sp>
      <p:sp>
        <p:nvSpPr>
          <p:cNvPr id="33" name="lumia-token-stream-curve">
            <a:extLst>
              <a:ext uri="{FF2B5EF4-FFF2-40B4-BE49-F238E27FC236}">
                <a16:creationId xmlns:a16="http://schemas.microsoft.com/office/drawing/2014/main" id="{21FD3B7E-E6B4-4014-9625-6C47E46B87D2}"/>
              </a:ext>
            </a:extLst>
          </p:cNvPr>
          <p:cNvSpPr>
            <a:spLocks noGrp="1"/>
          </p:cNvSpPr>
          <p:nvPr/>
        </p:nvSpPr>
        <p:spPr>
          <a:xfrm>
            <a:off x="7877600" y="5766586"/>
            <a:ext cx="285460" cy="32381"/>
          </a:xfrm>
          <a:custGeom>
            <a:avLst/>
            <a:gdLst/>
            <a:ahLst/>
            <a:cxnLst/>
            <a:rect l="0" t="0" r="0" b="0"/>
            <a:pathLst>
              <a:path w="285460" h="32381">
                <a:moveTo>
                  <a:pt x="0" y="32381"/>
                </a:moveTo>
                <a:lnTo>
                  <a:pt x="285460" y="0"/>
                </a:lnTo>
              </a:path>
            </a:pathLst>
          </a:custGeom>
          <a:noFill/>
          <a:ln w="4524">
            <a:solidFill>
              <a:srgbClr val="F79E11">
                <a:alpha val="4000"/>
              </a:srgbClr>
            </a:solidFill>
            <a:prstDash val="solid"/>
          </a:ln>
        </p:spPr>
      </p:sp>
      <p:sp>
        <p:nvSpPr>
          <p:cNvPr id="34" name="lumia-token-stream-curve">
            <a:extLst>
              <a:ext uri="{FF2B5EF4-FFF2-40B4-BE49-F238E27FC236}">
                <a16:creationId xmlns:a16="http://schemas.microsoft.com/office/drawing/2014/main" id="{FC0D8107-1EFF-4C1E-9BA5-909C0A71FC9A}"/>
              </a:ext>
            </a:extLst>
          </p:cNvPr>
          <p:cNvSpPr>
            <a:spLocks noGrp="1"/>
          </p:cNvSpPr>
          <p:nvPr/>
        </p:nvSpPr>
        <p:spPr>
          <a:xfrm>
            <a:off x="8163060" y="5738545"/>
            <a:ext cx="286249" cy="28041"/>
          </a:xfrm>
          <a:custGeom>
            <a:avLst/>
            <a:gdLst/>
            <a:ahLst/>
            <a:cxnLst/>
            <a:rect l="0" t="0" r="0" b="0"/>
            <a:pathLst>
              <a:path w="286249" h="28041">
                <a:moveTo>
                  <a:pt x="0" y="28041"/>
                </a:moveTo>
                <a:lnTo>
                  <a:pt x="286249" y="0"/>
                </a:lnTo>
              </a:path>
            </a:pathLst>
          </a:custGeom>
          <a:noFill/>
          <a:ln w="4628">
            <a:solidFill>
              <a:srgbClr val="F8A90C">
                <a:alpha val="4000"/>
              </a:srgbClr>
            </a:solidFill>
            <a:prstDash val="solid"/>
          </a:ln>
        </p:spPr>
      </p:sp>
      <p:sp>
        <p:nvSpPr>
          <p:cNvPr id="35" name="lumia-token-stream-curve">
            <a:extLst>
              <a:ext uri="{FF2B5EF4-FFF2-40B4-BE49-F238E27FC236}">
                <a16:creationId xmlns:a16="http://schemas.microsoft.com/office/drawing/2014/main" id="{11FE5EF7-64E7-4BA3-BA72-3532AC5BB738}"/>
              </a:ext>
            </a:extLst>
          </p:cNvPr>
          <p:cNvSpPr>
            <a:spLocks noGrp="1"/>
          </p:cNvSpPr>
          <p:nvPr/>
        </p:nvSpPr>
        <p:spPr>
          <a:xfrm>
            <a:off x="8449309" y="5716207"/>
            <a:ext cx="286928" cy="22338"/>
          </a:xfrm>
          <a:custGeom>
            <a:avLst/>
            <a:gdLst/>
            <a:ahLst/>
            <a:cxnLst/>
            <a:rect l="0" t="0" r="0" b="0"/>
            <a:pathLst>
              <a:path w="286928" h="22338">
                <a:moveTo>
                  <a:pt x="0" y="22338"/>
                </a:moveTo>
                <a:lnTo>
                  <a:pt x="286928" y="0"/>
                </a:lnTo>
              </a:path>
            </a:pathLst>
          </a:custGeom>
          <a:noFill/>
          <a:ln w="4732">
            <a:solidFill>
              <a:srgbClr val="FAB408">
                <a:alpha val="4000"/>
              </a:srgbClr>
            </a:solidFill>
            <a:prstDash val="solid"/>
          </a:ln>
        </p:spPr>
      </p:sp>
      <p:sp>
        <p:nvSpPr>
          <p:cNvPr id="36" name="lumia-token-stream-curve">
            <a:extLst>
              <a:ext uri="{FF2B5EF4-FFF2-40B4-BE49-F238E27FC236}">
                <a16:creationId xmlns:a16="http://schemas.microsoft.com/office/drawing/2014/main" id="{7B478E9C-4FB4-4C25-A6F0-1DAE4BF44E01}"/>
              </a:ext>
            </a:extLst>
          </p:cNvPr>
          <p:cNvSpPr>
            <a:spLocks noGrp="1"/>
          </p:cNvSpPr>
          <p:nvPr/>
        </p:nvSpPr>
        <p:spPr>
          <a:xfrm>
            <a:off x="8736238" y="5700047"/>
            <a:ext cx="287496" cy="16160"/>
          </a:xfrm>
          <a:custGeom>
            <a:avLst/>
            <a:gdLst/>
            <a:ahLst/>
            <a:cxnLst/>
            <a:rect l="0" t="0" r="0" b="0"/>
            <a:pathLst>
              <a:path w="287496" h="16160">
                <a:moveTo>
                  <a:pt x="0" y="16160"/>
                </a:moveTo>
                <a:lnTo>
                  <a:pt x="287496" y="0"/>
                </a:lnTo>
              </a:path>
            </a:pathLst>
          </a:custGeom>
          <a:noFill/>
          <a:ln w="4832">
            <a:solidFill>
              <a:srgbClr val="F7BC07">
                <a:alpha val="4000"/>
              </a:srgbClr>
            </a:solidFill>
            <a:prstDash val="solid"/>
          </a:ln>
        </p:spPr>
      </p:sp>
      <p:sp>
        <p:nvSpPr>
          <p:cNvPr id="37" name="lumia-token-stream-curve">
            <a:extLst>
              <a:ext uri="{FF2B5EF4-FFF2-40B4-BE49-F238E27FC236}">
                <a16:creationId xmlns:a16="http://schemas.microsoft.com/office/drawing/2014/main" id="{46917005-219A-4A4D-8350-FF962BB34584}"/>
              </a:ext>
            </a:extLst>
          </p:cNvPr>
          <p:cNvSpPr>
            <a:spLocks noGrp="1"/>
          </p:cNvSpPr>
          <p:nvPr/>
        </p:nvSpPr>
        <p:spPr>
          <a:xfrm>
            <a:off x="9023734" y="5689569"/>
            <a:ext cx="287954" cy="10478"/>
          </a:xfrm>
          <a:custGeom>
            <a:avLst/>
            <a:gdLst/>
            <a:ahLst/>
            <a:cxnLst/>
            <a:rect l="0" t="0" r="0" b="0"/>
            <a:pathLst>
              <a:path w="287954" h="10478">
                <a:moveTo>
                  <a:pt x="0" y="10478"/>
                </a:moveTo>
                <a:lnTo>
                  <a:pt x="287954" y="0"/>
                </a:lnTo>
              </a:path>
            </a:pathLst>
          </a:custGeom>
          <a:noFill/>
          <a:ln w="4929">
            <a:solidFill>
              <a:srgbClr val="E5BA0E">
                <a:alpha val="4000"/>
              </a:srgbClr>
            </a:solidFill>
            <a:prstDash val="solid"/>
          </a:ln>
        </p:spPr>
      </p:sp>
      <p:sp>
        <p:nvSpPr>
          <p:cNvPr id="38" name="lumia-token-stream-curve">
            <a:extLst>
              <a:ext uri="{FF2B5EF4-FFF2-40B4-BE49-F238E27FC236}">
                <a16:creationId xmlns:a16="http://schemas.microsoft.com/office/drawing/2014/main" id="{99DBA252-E3D2-4E60-A256-60FDC75D4801}"/>
              </a:ext>
            </a:extLst>
          </p:cNvPr>
          <p:cNvSpPr>
            <a:spLocks noGrp="1"/>
          </p:cNvSpPr>
          <p:nvPr/>
        </p:nvSpPr>
        <p:spPr>
          <a:xfrm>
            <a:off x="9311688" y="5683360"/>
            <a:ext cx="288300" cy="9525"/>
          </a:xfrm>
          <a:custGeom>
            <a:avLst/>
            <a:gdLst/>
            <a:ahLst/>
            <a:cxnLst/>
            <a:rect l="0" t="0" r="0" b="0"/>
            <a:pathLst>
              <a:path w="288300" h="9525">
                <a:moveTo>
                  <a:pt x="0" y="6209"/>
                </a:moveTo>
                <a:lnTo>
                  <a:pt x="288300" y="0"/>
                </a:lnTo>
              </a:path>
            </a:pathLst>
          </a:custGeom>
          <a:noFill/>
          <a:ln w="5022">
            <a:solidFill>
              <a:srgbClr val="D3B815">
                <a:alpha val="4000"/>
              </a:srgbClr>
            </a:solidFill>
            <a:prstDash val="solid"/>
          </a:ln>
        </p:spPr>
      </p:sp>
      <p:sp>
        <p:nvSpPr>
          <p:cNvPr id="39" name="lumia-token-stream-curve">
            <a:extLst>
              <a:ext uri="{FF2B5EF4-FFF2-40B4-BE49-F238E27FC236}">
                <a16:creationId xmlns:a16="http://schemas.microsoft.com/office/drawing/2014/main" id="{AE5D4B8B-C333-43A0-A51F-E53B78C1B7D1}"/>
              </a:ext>
            </a:extLst>
          </p:cNvPr>
          <p:cNvSpPr>
            <a:spLocks noGrp="1"/>
          </p:cNvSpPr>
          <p:nvPr/>
        </p:nvSpPr>
        <p:spPr>
          <a:xfrm>
            <a:off x="9599988" y="5679266"/>
            <a:ext cx="288536" cy="9525"/>
          </a:xfrm>
          <a:custGeom>
            <a:avLst/>
            <a:gdLst/>
            <a:ahLst/>
            <a:cxnLst/>
            <a:rect l="0" t="0" r="0" b="0"/>
            <a:pathLst>
              <a:path w="288536" h="9525">
                <a:moveTo>
                  <a:pt x="0" y="4093"/>
                </a:moveTo>
                <a:lnTo>
                  <a:pt x="288536" y="0"/>
                </a:lnTo>
              </a:path>
            </a:pathLst>
          </a:custGeom>
          <a:noFill/>
          <a:ln w="5109">
            <a:solidFill>
              <a:srgbClr val="C2B61C">
                <a:alpha val="4000"/>
              </a:srgbClr>
            </a:solidFill>
            <a:prstDash val="solid"/>
          </a:ln>
        </p:spPr>
      </p:sp>
      <p:sp>
        <p:nvSpPr>
          <p:cNvPr id="40" name="lumia-token-stream-curve">
            <a:extLst>
              <a:ext uri="{FF2B5EF4-FFF2-40B4-BE49-F238E27FC236}">
                <a16:creationId xmlns:a16="http://schemas.microsoft.com/office/drawing/2014/main" id="{39AEB318-A40A-4674-B02D-347A698E5DD5}"/>
              </a:ext>
            </a:extLst>
          </p:cNvPr>
          <p:cNvSpPr>
            <a:spLocks noGrp="1"/>
          </p:cNvSpPr>
          <p:nvPr/>
        </p:nvSpPr>
        <p:spPr>
          <a:xfrm>
            <a:off x="9888524" y="5674676"/>
            <a:ext cx="288661" cy="9525"/>
          </a:xfrm>
          <a:custGeom>
            <a:avLst/>
            <a:gdLst/>
            <a:ahLst/>
            <a:cxnLst/>
            <a:rect l="0" t="0" r="0" b="0"/>
            <a:pathLst>
              <a:path w="288661" h="9525">
                <a:moveTo>
                  <a:pt x="0" y="4590"/>
                </a:moveTo>
                <a:lnTo>
                  <a:pt x="288661" y="0"/>
                </a:lnTo>
              </a:path>
            </a:pathLst>
          </a:custGeom>
          <a:noFill/>
          <a:ln w="5189">
            <a:solidFill>
              <a:srgbClr val="B0B422">
                <a:alpha val="5000"/>
              </a:srgbClr>
            </a:solidFill>
            <a:prstDash val="solid"/>
          </a:ln>
        </p:spPr>
      </p:sp>
      <p:sp>
        <p:nvSpPr>
          <p:cNvPr id="41" name="lumia-token-stream-curve">
            <a:extLst>
              <a:ext uri="{FF2B5EF4-FFF2-40B4-BE49-F238E27FC236}">
                <a16:creationId xmlns:a16="http://schemas.microsoft.com/office/drawing/2014/main" id="{A4D8D086-0D72-4CB2-BA5B-E57687B8C27D}"/>
              </a:ext>
            </a:extLst>
          </p:cNvPr>
          <p:cNvSpPr>
            <a:spLocks noGrp="1"/>
          </p:cNvSpPr>
          <p:nvPr/>
        </p:nvSpPr>
        <p:spPr>
          <a:xfrm>
            <a:off x="10177185" y="5666864"/>
            <a:ext cx="288675" cy="9525"/>
          </a:xfrm>
          <a:custGeom>
            <a:avLst/>
            <a:gdLst/>
            <a:ahLst/>
            <a:cxnLst/>
            <a:rect l="0" t="0" r="0" b="0"/>
            <a:pathLst>
              <a:path w="288675" h="9525">
                <a:moveTo>
                  <a:pt x="0" y="7812"/>
                </a:moveTo>
                <a:lnTo>
                  <a:pt x="288675" y="0"/>
                </a:lnTo>
              </a:path>
            </a:pathLst>
          </a:custGeom>
          <a:noFill/>
          <a:ln w="5262">
            <a:solidFill>
              <a:srgbClr val="9EB329">
                <a:alpha val="5000"/>
              </a:srgbClr>
            </a:solidFill>
            <a:prstDash val="solid"/>
          </a:ln>
        </p:spPr>
      </p:sp>
      <p:sp>
        <p:nvSpPr>
          <p:cNvPr id="42" name="lumia-token-stream-curve">
            <a:extLst>
              <a:ext uri="{FF2B5EF4-FFF2-40B4-BE49-F238E27FC236}">
                <a16:creationId xmlns:a16="http://schemas.microsoft.com/office/drawing/2014/main" id="{502117A7-3296-440C-833F-14792A433DA7}"/>
              </a:ext>
            </a:extLst>
          </p:cNvPr>
          <p:cNvSpPr>
            <a:spLocks noGrp="1"/>
          </p:cNvSpPr>
          <p:nvPr/>
        </p:nvSpPr>
        <p:spPr>
          <a:xfrm>
            <a:off x="10465860" y="5653353"/>
            <a:ext cx="288578" cy="13511"/>
          </a:xfrm>
          <a:custGeom>
            <a:avLst/>
            <a:gdLst/>
            <a:ahLst/>
            <a:cxnLst/>
            <a:rect l="0" t="0" r="0" b="0"/>
            <a:pathLst>
              <a:path w="288578" h="13511">
                <a:moveTo>
                  <a:pt x="0" y="13511"/>
                </a:moveTo>
                <a:lnTo>
                  <a:pt x="288578" y="0"/>
                </a:lnTo>
              </a:path>
            </a:pathLst>
          </a:custGeom>
          <a:noFill/>
          <a:ln w="5327">
            <a:solidFill>
              <a:srgbClr val="8CB130">
                <a:alpha val="5000"/>
              </a:srgbClr>
            </a:solidFill>
            <a:prstDash val="solid"/>
          </a:ln>
        </p:spPr>
      </p:sp>
      <p:sp>
        <p:nvSpPr>
          <p:cNvPr id="43" name="lumia-token-stream-curve">
            <a:extLst>
              <a:ext uri="{FF2B5EF4-FFF2-40B4-BE49-F238E27FC236}">
                <a16:creationId xmlns:a16="http://schemas.microsoft.com/office/drawing/2014/main" id="{D4FD7A44-69A7-4C41-A81A-6746922EAD03}"/>
              </a:ext>
            </a:extLst>
          </p:cNvPr>
          <p:cNvSpPr>
            <a:spLocks noGrp="1"/>
          </p:cNvSpPr>
          <p:nvPr/>
        </p:nvSpPr>
        <p:spPr>
          <a:xfrm>
            <a:off x="10754438" y="5632244"/>
            <a:ext cx="288371" cy="21110"/>
          </a:xfrm>
          <a:custGeom>
            <a:avLst/>
            <a:gdLst/>
            <a:ahLst/>
            <a:cxnLst/>
            <a:rect l="0" t="0" r="0" b="0"/>
            <a:pathLst>
              <a:path w="288371" h="21110">
                <a:moveTo>
                  <a:pt x="0" y="21110"/>
                </a:moveTo>
                <a:lnTo>
                  <a:pt x="288371" y="0"/>
                </a:lnTo>
              </a:path>
            </a:pathLst>
          </a:custGeom>
          <a:noFill/>
          <a:ln w="5381">
            <a:solidFill>
              <a:srgbClr val="7BAF37">
                <a:alpha val="5000"/>
              </a:srgbClr>
            </a:solidFill>
            <a:prstDash val="solid"/>
          </a:ln>
        </p:spPr>
      </p:sp>
      <p:sp>
        <p:nvSpPr>
          <p:cNvPr id="44" name="lumia-token-stream-curve">
            <a:extLst>
              <a:ext uri="{FF2B5EF4-FFF2-40B4-BE49-F238E27FC236}">
                <a16:creationId xmlns:a16="http://schemas.microsoft.com/office/drawing/2014/main" id="{942E1E0D-E9D1-4FF5-AEB9-3F2A20EF27FF}"/>
              </a:ext>
            </a:extLst>
          </p:cNvPr>
          <p:cNvSpPr>
            <a:spLocks noGrp="1"/>
          </p:cNvSpPr>
          <p:nvPr/>
        </p:nvSpPr>
        <p:spPr>
          <a:xfrm>
            <a:off x="11042809" y="5602462"/>
            <a:ext cx="288052" cy="29781"/>
          </a:xfrm>
          <a:custGeom>
            <a:avLst/>
            <a:gdLst/>
            <a:ahLst/>
            <a:cxnLst/>
            <a:rect l="0" t="0" r="0" b="0"/>
            <a:pathLst>
              <a:path w="288052" h="29781">
                <a:moveTo>
                  <a:pt x="0" y="29781"/>
                </a:moveTo>
                <a:lnTo>
                  <a:pt x="288052" y="0"/>
                </a:lnTo>
              </a:path>
            </a:pathLst>
          </a:custGeom>
          <a:noFill/>
          <a:ln w="5426">
            <a:solidFill>
              <a:srgbClr val="69AD3E">
                <a:alpha val="5000"/>
              </a:srgbClr>
            </a:solidFill>
            <a:prstDash val="solid"/>
          </a:ln>
        </p:spPr>
      </p:sp>
      <p:sp>
        <p:nvSpPr>
          <p:cNvPr id="45" name="lumia-token-stream-curve">
            <a:extLst>
              <a:ext uri="{FF2B5EF4-FFF2-40B4-BE49-F238E27FC236}">
                <a16:creationId xmlns:a16="http://schemas.microsoft.com/office/drawing/2014/main" id="{B8BFE382-2436-4C3A-BBA4-0242C437FA45}"/>
              </a:ext>
            </a:extLst>
          </p:cNvPr>
          <p:cNvSpPr>
            <a:spLocks noGrp="1"/>
          </p:cNvSpPr>
          <p:nvPr/>
        </p:nvSpPr>
        <p:spPr>
          <a:xfrm>
            <a:off x="11330861" y="5563898"/>
            <a:ext cx="287623" cy="38564"/>
          </a:xfrm>
          <a:custGeom>
            <a:avLst/>
            <a:gdLst/>
            <a:ahLst/>
            <a:cxnLst/>
            <a:rect l="0" t="0" r="0" b="0"/>
            <a:pathLst>
              <a:path w="287623" h="38564">
                <a:moveTo>
                  <a:pt x="0" y="38564"/>
                </a:moveTo>
                <a:lnTo>
                  <a:pt x="287623" y="0"/>
                </a:lnTo>
              </a:path>
            </a:pathLst>
          </a:custGeom>
          <a:noFill/>
          <a:ln w="5459">
            <a:solidFill>
              <a:srgbClr val="57AC45">
                <a:alpha val="5000"/>
              </a:srgbClr>
            </a:solidFill>
            <a:prstDash val="solid"/>
          </a:ln>
        </p:spPr>
      </p:sp>
      <p:sp>
        <p:nvSpPr>
          <p:cNvPr id="46" name="lumia-token-stream-curve">
            <a:extLst>
              <a:ext uri="{FF2B5EF4-FFF2-40B4-BE49-F238E27FC236}">
                <a16:creationId xmlns:a16="http://schemas.microsoft.com/office/drawing/2014/main" id="{EAC0C465-6EDF-49FD-BE05-2F2CE4C5E34A}"/>
              </a:ext>
            </a:extLst>
          </p:cNvPr>
          <p:cNvSpPr>
            <a:spLocks noGrp="1"/>
          </p:cNvSpPr>
          <p:nvPr/>
        </p:nvSpPr>
        <p:spPr>
          <a:xfrm>
            <a:off x="11618484" y="5517404"/>
            <a:ext cx="287083" cy="46494"/>
          </a:xfrm>
          <a:custGeom>
            <a:avLst/>
            <a:gdLst/>
            <a:ahLst/>
            <a:cxnLst/>
            <a:rect l="0" t="0" r="0" b="0"/>
            <a:pathLst>
              <a:path w="287083" h="46494">
                <a:moveTo>
                  <a:pt x="0" y="46494"/>
                </a:moveTo>
                <a:lnTo>
                  <a:pt x="287083" y="0"/>
                </a:lnTo>
              </a:path>
            </a:pathLst>
          </a:custGeom>
          <a:noFill/>
          <a:ln w="5479">
            <a:solidFill>
              <a:srgbClr val="46AA4C">
                <a:alpha val="5000"/>
              </a:srgbClr>
            </a:solidFill>
            <a:prstDash val="solid"/>
          </a:ln>
        </p:spPr>
      </p:sp>
      <p:sp>
        <p:nvSpPr>
          <p:cNvPr id="47" name="lumia-token-stream-curve">
            <a:extLst>
              <a:ext uri="{FF2B5EF4-FFF2-40B4-BE49-F238E27FC236}">
                <a16:creationId xmlns:a16="http://schemas.microsoft.com/office/drawing/2014/main" id="{E81043BA-6BB7-491F-87DD-D37A1852E05F}"/>
              </a:ext>
            </a:extLst>
          </p:cNvPr>
          <p:cNvSpPr>
            <a:spLocks noGrp="1"/>
          </p:cNvSpPr>
          <p:nvPr/>
        </p:nvSpPr>
        <p:spPr>
          <a:xfrm>
            <a:off x="11905567" y="5464671"/>
            <a:ext cx="286433" cy="52733"/>
          </a:xfrm>
          <a:custGeom>
            <a:avLst/>
            <a:gdLst/>
            <a:ahLst/>
            <a:cxnLst/>
            <a:rect l="0" t="0" r="0" b="0"/>
            <a:pathLst>
              <a:path w="286433" h="52733">
                <a:moveTo>
                  <a:pt x="0" y="52733"/>
                </a:moveTo>
                <a:lnTo>
                  <a:pt x="286433" y="0"/>
                </a:lnTo>
              </a:path>
            </a:pathLst>
          </a:custGeom>
          <a:noFill/>
          <a:ln w="5486">
            <a:solidFill>
              <a:srgbClr val="34A853">
                <a:alpha val="5000"/>
              </a:srgbClr>
            </a:solidFill>
            <a:prstDash val="solid"/>
          </a:ln>
        </p:spPr>
      </p:sp>
      <p:sp>
        <p:nvSpPr>
          <p:cNvPr id="48" name="lumia-token-stream-curve">
            <a:extLst>
              <a:ext uri="{FF2B5EF4-FFF2-40B4-BE49-F238E27FC236}">
                <a16:creationId xmlns:a16="http://schemas.microsoft.com/office/drawing/2014/main" id="{2C430CB1-209D-435F-AFF0-F1EFC1D72608}"/>
              </a:ext>
            </a:extLst>
          </p:cNvPr>
          <p:cNvSpPr>
            <a:spLocks noGrp="1"/>
          </p:cNvSpPr>
          <p:nvPr/>
        </p:nvSpPr>
        <p:spPr>
          <a:xfrm>
            <a:off x="79820" y="6088940"/>
            <a:ext cx="203516" cy="17355"/>
          </a:xfrm>
          <a:custGeom>
            <a:avLst/>
            <a:gdLst/>
            <a:ahLst/>
            <a:cxnLst/>
            <a:rect l="0" t="0" r="0" b="0"/>
            <a:pathLst>
              <a:path w="203516" h="17355">
                <a:moveTo>
                  <a:pt x="0" y="0"/>
                </a:moveTo>
                <a:lnTo>
                  <a:pt x="203516" y="17355"/>
                </a:lnTo>
              </a:path>
            </a:pathLst>
          </a:custGeom>
          <a:noFill/>
          <a:ln w="3796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49" name="lumia-token-stream-curve">
            <a:extLst>
              <a:ext uri="{FF2B5EF4-FFF2-40B4-BE49-F238E27FC236}">
                <a16:creationId xmlns:a16="http://schemas.microsoft.com/office/drawing/2014/main" id="{A657ACDE-729D-401D-8B6B-BE902CB386D9}"/>
              </a:ext>
            </a:extLst>
          </p:cNvPr>
          <p:cNvSpPr>
            <a:spLocks noGrp="1"/>
          </p:cNvSpPr>
          <p:nvPr/>
        </p:nvSpPr>
        <p:spPr>
          <a:xfrm>
            <a:off x="283336" y="6106295"/>
            <a:ext cx="207773" cy="12565"/>
          </a:xfrm>
          <a:custGeom>
            <a:avLst/>
            <a:gdLst/>
            <a:ahLst/>
            <a:cxnLst/>
            <a:rect l="0" t="0" r="0" b="0"/>
            <a:pathLst>
              <a:path w="207773" h="12565">
                <a:moveTo>
                  <a:pt x="0" y="0"/>
                </a:moveTo>
                <a:lnTo>
                  <a:pt x="207773" y="12565"/>
                </a:lnTo>
              </a:path>
            </a:pathLst>
          </a:custGeom>
          <a:noFill/>
          <a:ln w="3796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50" name="lumia-token-stream-curve">
            <a:extLst>
              <a:ext uri="{FF2B5EF4-FFF2-40B4-BE49-F238E27FC236}">
                <a16:creationId xmlns:a16="http://schemas.microsoft.com/office/drawing/2014/main" id="{49ED3299-E092-40F1-9CE7-D76C1E5B3357}"/>
              </a:ext>
            </a:extLst>
          </p:cNvPr>
          <p:cNvSpPr>
            <a:spLocks noGrp="1"/>
          </p:cNvSpPr>
          <p:nvPr/>
        </p:nvSpPr>
        <p:spPr>
          <a:xfrm>
            <a:off x="491109" y="6118860"/>
            <a:ext cx="211922" cy="9525"/>
          </a:xfrm>
          <a:custGeom>
            <a:avLst/>
            <a:gdLst/>
            <a:ahLst/>
            <a:cxnLst/>
            <a:rect l="0" t="0" r="0" b="0"/>
            <a:pathLst>
              <a:path w="211922" h="9525">
                <a:moveTo>
                  <a:pt x="0" y="0"/>
                </a:moveTo>
                <a:lnTo>
                  <a:pt x="211922" y="7405"/>
                </a:lnTo>
              </a:path>
            </a:pathLst>
          </a:custGeom>
          <a:noFill/>
          <a:ln w="3796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51" name="lumia-token-stream-curve">
            <a:extLst>
              <a:ext uri="{FF2B5EF4-FFF2-40B4-BE49-F238E27FC236}">
                <a16:creationId xmlns:a16="http://schemas.microsoft.com/office/drawing/2014/main" id="{969F3350-1EE1-441A-BDDD-E5A58E5E0B57}"/>
              </a:ext>
            </a:extLst>
          </p:cNvPr>
          <p:cNvSpPr>
            <a:spLocks noGrp="1"/>
          </p:cNvSpPr>
          <p:nvPr/>
        </p:nvSpPr>
        <p:spPr>
          <a:xfrm>
            <a:off x="703031" y="6126265"/>
            <a:ext cx="215961" cy="9525"/>
          </a:xfrm>
          <a:custGeom>
            <a:avLst/>
            <a:gdLst/>
            <a:ahLst/>
            <a:cxnLst/>
            <a:rect l="0" t="0" r="0" b="0"/>
            <a:pathLst>
              <a:path w="215961" h="9525">
                <a:moveTo>
                  <a:pt x="0" y="0"/>
                </a:moveTo>
                <a:lnTo>
                  <a:pt x="215961" y="2194"/>
                </a:lnTo>
              </a:path>
            </a:pathLst>
          </a:custGeom>
          <a:noFill/>
          <a:ln w="3796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52" name="lumia-token-stream-curve">
            <a:extLst>
              <a:ext uri="{FF2B5EF4-FFF2-40B4-BE49-F238E27FC236}">
                <a16:creationId xmlns:a16="http://schemas.microsoft.com/office/drawing/2014/main" id="{B59E1ECA-FC81-4451-AA21-58A816CE9F3E}"/>
              </a:ext>
            </a:extLst>
          </p:cNvPr>
          <p:cNvSpPr>
            <a:spLocks noGrp="1"/>
          </p:cNvSpPr>
          <p:nvPr/>
        </p:nvSpPr>
        <p:spPr>
          <a:xfrm>
            <a:off x="918992" y="6125755"/>
            <a:ext cx="219891" cy="9525"/>
          </a:xfrm>
          <a:custGeom>
            <a:avLst/>
            <a:gdLst/>
            <a:ahLst/>
            <a:cxnLst/>
            <a:rect l="0" t="0" r="0" b="0"/>
            <a:pathLst>
              <a:path w="219891" h="9525">
                <a:moveTo>
                  <a:pt x="0" y="2704"/>
                </a:moveTo>
                <a:lnTo>
                  <a:pt x="219891" y="0"/>
                </a:lnTo>
              </a:path>
            </a:pathLst>
          </a:custGeom>
          <a:noFill/>
          <a:ln w="3796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53" name="lumia-token-stream-curve">
            <a:extLst>
              <a:ext uri="{FF2B5EF4-FFF2-40B4-BE49-F238E27FC236}">
                <a16:creationId xmlns:a16="http://schemas.microsoft.com/office/drawing/2014/main" id="{9A73BD9A-8297-429A-886E-029E0BD641FD}"/>
              </a:ext>
            </a:extLst>
          </p:cNvPr>
          <p:cNvSpPr>
            <a:spLocks noGrp="1"/>
          </p:cNvSpPr>
          <p:nvPr/>
        </p:nvSpPr>
        <p:spPr>
          <a:xfrm>
            <a:off x="1138883" y="6118846"/>
            <a:ext cx="223712" cy="9525"/>
          </a:xfrm>
          <a:custGeom>
            <a:avLst/>
            <a:gdLst/>
            <a:ahLst/>
            <a:cxnLst/>
            <a:rect l="0" t="0" r="0" b="0"/>
            <a:pathLst>
              <a:path w="223712" h="9525">
                <a:moveTo>
                  <a:pt x="0" y="6909"/>
                </a:moveTo>
                <a:lnTo>
                  <a:pt x="223712" y="0"/>
                </a:lnTo>
              </a:path>
            </a:pathLst>
          </a:custGeom>
          <a:noFill/>
          <a:ln w="3796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54" name="lumia-token-stream-curve">
            <a:extLst>
              <a:ext uri="{FF2B5EF4-FFF2-40B4-BE49-F238E27FC236}">
                <a16:creationId xmlns:a16="http://schemas.microsoft.com/office/drawing/2014/main" id="{F634533A-22FA-4E0E-ACBC-725B408CB800}"/>
              </a:ext>
            </a:extLst>
          </p:cNvPr>
          <p:cNvSpPr>
            <a:spLocks noGrp="1"/>
          </p:cNvSpPr>
          <p:nvPr/>
        </p:nvSpPr>
        <p:spPr>
          <a:xfrm>
            <a:off x="1362596" y="6108786"/>
            <a:ext cx="227424" cy="10060"/>
          </a:xfrm>
          <a:custGeom>
            <a:avLst/>
            <a:gdLst/>
            <a:ahLst/>
            <a:cxnLst/>
            <a:rect l="0" t="0" r="0" b="0"/>
            <a:pathLst>
              <a:path w="227424" h="10060">
                <a:moveTo>
                  <a:pt x="0" y="10060"/>
                </a:moveTo>
                <a:lnTo>
                  <a:pt x="227424" y="0"/>
                </a:lnTo>
              </a:path>
            </a:pathLst>
          </a:custGeom>
          <a:noFill/>
          <a:ln w="3796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55" name="lumia-token-stream-curve">
            <a:extLst>
              <a:ext uri="{FF2B5EF4-FFF2-40B4-BE49-F238E27FC236}">
                <a16:creationId xmlns:a16="http://schemas.microsoft.com/office/drawing/2014/main" id="{42DB0315-AD5E-4025-A955-7137868D947E}"/>
              </a:ext>
            </a:extLst>
          </p:cNvPr>
          <p:cNvSpPr>
            <a:spLocks noGrp="1"/>
          </p:cNvSpPr>
          <p:nvPr/>
        </p:nvSpPr>
        <p:spPr>
          <a:xfrm>
            <a:off x="1590020" y="6096927"/>
            <a:ext cx="231027" cy="11859"/>
          </a:xfrm>
          <a:custGeom>
            <a:avLst/>
            <a:gdLst/>
            <a:ahLst/>
            <a:cxnLst/>
            <a:rect l="0" t="0" r="0" b="0"/>
            <a:pathLst>
              <a:path w="231027" h="11859">
                <a:moveTo>
                  <a:pt x="0" y="11859"/>
                </a:moveTo>
                <a:lnTo>
                  <a:pt x="231027" y="0"/>
                </a:lnTo>
              </a:path>
            </a:pathLst>
          </a:custGeom>
          <a:noFill/>
          <a:ln w="3796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56" name="lumia-token-stream-curve">
            <a:extLst>
              <a:ext uri="{FF2B5EF4-FFF2-40B4-BE49-F238E27FC236}">
                <a16:creationId xmlns:a16="http://schemas.microsoft.com/office/drawing/2014/main" id="{7BE9E8BC-8F28-4CCA-A36F-217B891C1B22}"/>
              </a:ext>
            </a:extLst>
          </p:cNvPr>
          <p:cNvSpPr>
            <a:spLocks noGrp="1"/>
          </p:cNvSpPr>
          <p:nvPr/>
        </p:nvSpPr>
        <p:spPr>
          <a:xfrm>
            <a:off x="1821048" y="6084823"/>
            <a:ext cx="234521" cy="12104"/>
          </a:xfrm>
          <a:custGeom>
            <a:avLst/>
            <a:gdLst/>
            <a:ahLst/>
            <a:cxnLst/>
            <a:rect l="0" t="0" r="0" b="0"/>
            <a:pathLst>
              <a:path w="234521" h="12104">
                <a:moveTo>
                  <a:pt x="0" y="12104"/>
                </a:moveTo>
                <a:lnTo>
                  <a:pt x="234521" y="0"/>
                </a:lnTo>
              </a:path>
            </a:pathLst>
          </a:custGeom>
          <a:noFill/>
          <a:ln w="3796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57" name="lumia-token-stream-curve">
            <a:extLst>
              <a:ext uri="{FF2B5EF4-FFF2-40B4-BE49-F238E27FC236}">
                <a16:creationId xmlns:a16="http://schemas.microsoft.com/office/drawing/2014/main" id="{B7053105-DFC6-4970-A9D4-D4D54F8E90BA}"/>
              </a:ext>
            </a:extLst>
          </p:cNvPr>
          <p:cNvSpPr>
            <a:spLocks noGrp="1"/>
          </p:cNvSpPr>
          <p:nvPr/>
        </p:nvSpPr>
        <p:spPr>
          <a:xfrm>
            <a:off x="2055569" y="6074094"/>
            <a:ext cx="237906" cy="10730"/>
          </a:xfrm>
          <a:custGeom>
            <a:avLst/>
            <a:gdLst/>
            <a:ahLst/>
            <a:cxnLst/>
            <a:rect l="0" t="0" r="0" b="0"/>
            <a:pathLst>
              <a:path w="237906" h="10730">
                <a:moveTo>
                  <a:pt x="0" y="10730"/>
                </a:moveTo>
                <a:lnTo>
                  <a:pt x="237906" y="0"/>
                </a:lnTo>
              </a:path>
            </a:pathLst>
          </a:custGeom>
          <a:noFill/>
          <a:ln w="3796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58" name="lumia-token-stream-curve">
            <a:extLst>
              <a:ext uri="{FF2B5EF4-FFF2-40B4-BE49-F238E27FC236}">
                <a16:creationId xmlns:a16="http://schemas.microsoft.com/office/drawing/2014/main" id="{FA23E76A-8E0F-4BD3-B242-0DA174E698A6}"/>
              </a:ext>
            </a:extLst>
          </p:cNvPr>
          <p:cNvSpPr>
            <a:spLocks noGrp="1"/>
          </p:cNvSpPr>
          <p:nvPr/>
        </p:nvSpPr>
        <p:spPr>
          <a:xfrm>
            <a:off x="2293475" y="6066267"/>
            <a:ext cx="241182" cy="9525"/>
          </a:xfrm>
          <a:custGeom>
            <a:avLst/>
            <a:gdLst/>
            <a:ahLst/>
            <a:cxnLst/>
            <a:rect l="0" t="0" r="0" b="0"/>
            <a:pathLst>
              <a:path w="241182" h="9525">
                <a:moveTo>
                  <a:pt x="0" y="7827"/>
                </a:moveTo>
                <a:lnTo>
                  <a:pt x="241182" y="0"/>
                </a:lnTo>
              </a:path>
            </a:pathLst>
          </a:custGeom>
          <a:noFill/>
          <a:ln w="3796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59" name="lumia-token-stream-curve">
            <a:extLst>
              <a:ext uri="{FF2B5EF4-FFF2-40B4-BE49-F238E27FC236}">
                <a16:creationId xmlns:a16="http://schemas.microsoft.com/office/drawing/2014/main" id="{21485375-5EF0-4C6C-9C4F-FCFCEDF0FBDD}"/>
              </a:ext>
            </a:extLst>
          </p:cNvPr>
          <p:cNvSpPr>
            <a:spLocks noGrp="1"/>
          </p:cNvSpPr>
          <p:nvPr/>
        </p:nvSpPr>
        <p:spPr>
          <a:xfrm>
            <a:off x="2534657" y="6062612"/>
            <a:ext cx="244348" cy="9525"/>
          </a:xfrm>
          <a:custGeom>
            <a:avLst/>
            <a:gdLst/>
            <a:ahLst/>
            <a:cxnLst/>
            <a:rect l="0" t="0" r="0" b="0"/>
            <a:pathLst>
              <a:path w="244348" h="9525">
                <a:moveTo>
                  <a:pt x="0" y="3655"/>
                </a:moveTo>
                <a:lnTo>
                  <a:pt x="244348" y="0"/>
                </a:lnTo>
              </a:path>
            </a:pathLst>
          </a:custGeom>
          <a:noFill/>
          <a:ln w="3796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60" name="lumia-token-stream-curve">
            <a:extLst>
              <a:ext uri="{FF2B5EF4-FFF2-40B4-BE49-F238E27FC236}">
                <a16:creationId xmlns:a16="http://schemas.microsoft.com/office/drawing/2014/main" id="{4225EABD-AA43-4912-9FC6-F5CC7780AC8A}"/>
              </a:ext>
            </a:extLst>
          </p:cNvPr>
          <p:cNvSpPr>
            <a:spLocks noGrp="1"/>
          </p:cNvSpPr>
          <p:nvPr/>
        </p:nvSpPr>
        <p:spPr>
          <a:xfrm>
            <a:off x="2779005" y="6062612"/>
            <a:ext cx="247406" cy="9525"/>
          </a:xfrm>
          <a:custGeom>
            <a:avLst/>
            <a:gdLst/>
            <a:ahLst/>
            <a:cxnLst/>
            <a:rect l="0" t="0" r="0" b="0"/>
            <a:pathLst>
              <a:path w="247406" h="9525">
                <a:moveTo>
                  <a:pt x="0" y="0"/>
                </a:moveTo>
                <a:lnTo>
                  <a:pt x="247406" y="1370"/>
                </a:lnTo>
              </a:path>
            </a:pathLst>
          </a:custGeom>
          <a:noFill/>
          <a:ln w="3796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61" name="lumia-token-stream-curve">
            <a:extLst>
              <a:ext uri="{FF2B5EF4-FFF2-40B4-BE49-F238E27FC236}">
                <a16:creationId xmlns:a16="http://schemas.microsoft.com/office/drawing/2014/main" id="{3BB616C0-71C1-4931-96EC-C7F769375D56}"/>
              </a:ext>
            </a:extLst>
          </p:cNvPr>
          <p:cNvSpPr>
            <a:spLocks noGrp="1"/>
          </p:cNvSpPr>
          <p:nvPr/>
        </p:nvSpPr>
        <p:spPr>
          <a:xfrm>
            <a:off x="3026410" y="6063982"/>
            <a:ext cx="250354" cy="9525"/>
          </a:xfrm>
          <a:custGeom>
            <a:avLst/>
            <a:gdLst/>
            <a:ahLst/>
            <a:cxnLst/>
            <a:rect l="0" t="0" r="0" b="0"/>
            <a:pathLst>
              <a:path w="250354" h="9525">
                <a:moveTo>
                  <a:pt x="0" y="0"/>
                </a:moveTo>
                <a:lnTo>
                  <a:pt x="250354" y="6702"/>
                </a:lnTo>
              </a:path>
            </a:pathLst>
          </a:custGeom>
          <a:noFill/>
          <a:ln w="3796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62" name="lumia-token-stream-curve">
            <a:extLst>
              <a:ext uri="{FF2B5EF4-FFF2-40B4-BE49-F238E27FC236}">
                <a16:creationId xmlns:a16="http://schemas.microsoft.com/office/drawing/2014/main" id="{7DFC0E57-7FF6-4362-A610-A2CE5AC52B36}"/>
              </a:ext>
            </a:extLst>
          </p:cNvPr>
          <p:cNvSpPr>
            <a:spLocks noGrp="1"/>
          </p:cNvSpPr>
          <p:nvPr/>
        </p:nvSpPr>
        <p:spPr>
          <a:xfrm>
            <a:off x="3276765" y="6070685"/>
            <a:ext cx="253193" cy="11714"/>
          </a:xfrm>
          <a:custGeom>
            <a:avLst/>
            <a:gdLst/>
            <a:ahLst/>
            <a:cxnLst/>
            <a:rect l="0" t="0" r="0" b="0"/>
            <a:pathLst>
              <a:path w="253193" h="11714">
                <a:moveTo>
                  <a:pt x="0" y="0"/>
                </a:moveTo>
                <a:lnTo>
                  <a:pt x="253193" y="11714"/>
                </a:lnTo>
              </a:path>
            </a:pathLst>
          </a:custGeom>
          <a:noFill/>
          <a:ln w="3796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63" name="lumia-token-stream-curve">
            <a:extLst>
              <a:ext uri="{FF2B5EF4-FFF2-40B4-BE49-F238E27FC236}">
                <a16:creationId xmlns:a16="http://schemas.microsoft.com/office/drawing/2014/main" id="{34CF08CF-2712-48E8-8932-B7F7044906E1}"/>
              </a:ext>
            </a:extLst>
          </p:cNvPr>
          <p:cNvSpPr>
            <a:spLocks noGrp="1"/>
          </p:cNvSpPr>
          <p:nvPr/>
        </p:nvSpPr>
        <p:spPr>
          <a:xfrm>
            <a:off x="3529958" y="6082399"/>
            <a:ext cx="255924" cy="15763"/>
          </a:xfrm>
          <a:custGeom>
            <a:avLst/>
            <a:gdLst/>
            <a:ahLst/>
            <a:cxnLst/>
            <a:rect l="0" t="0" r="0" b="0"/>
            <a:pathLst>
              <a:path w="255924" h="15763">
                <a:moveTo>
                  <a:pt x="0" y="0"/>
                </a:moveTo>
                <a:lnTo>
                  <a:pt x="255924" y="15763"/>
                </a:lnTo>
              </a:path>
            </a:pathLst>
          </a:custGeom>
          <a:noFill/>
          <a:ln w="3796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64" name="lumia-token-stream-curve">
            <a:extLst>
              <a:ext uri="{FF2B5EF4-FFF2-40B4-BE49-F238E27FC236}">
                <a16:creationId xmlns:a16="http://schemas.microsoft.com/office/drawing/2014/main" id="{555C25FA-7FCD-40BE-849A-51CB6A9C1823}"/>
              </a:ext>
            </a:extLst>
          </p:cNvPr>
          <p:cNvSpPr>
            <a:spLocks noGrp="1"/>
          </p:cNvSpPr>
          <p:nvPr/>
        </p:nvSpPr>
        <p:spPr>
          <a:xfrm>
            <a:off x="3785881" y="6098162"/>
            <a:ext cx="258545" cy="18261"/>
          </a:xfrm>
          <a:custGeom>
            <a:avLst/>
            <a:gdLst/>
            <a:ahLst/>
            <a:cxnLst/>
            <a:rect l="0" t="0" r="0" b="0"/>
            <a:pathLst>
              <a:path w="258545" h="18261">
                <a:moveTo>
                  <a:pt x="0" y="0"/>
                </a:moveTo>
                <a:lnTo>
                  <a:pt x="258545" y="18261"/>
                </a:lnTo>
              </a:path>
            </a:pathLst>
          </a:custGeom>
          <a:noFill/>
          <a:ln w="3797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65" name="lumia-token-stream-curve">
            <a:extLst>
              <a:ext uri="{FF2B5EF4-FFF2-40B4-BE49-F238E27FC236}">
                <a16:creationId xmlns:a16="http://schemas.microsoft.com/office/drawing/2014/main" id="{3FC528F1-3972-4E00-90B8-3EB0EC12E5AF}"/>
              </a:ext>
            </a:extLst>
          </p:cNvPr>
          <p:cNvSpPr>
            <a:spLocks noGrp="1"/>
          </p:cNvSpPr>
          <p:nvPr/>
        </p:nvSpPr>
        <p:spPr>
          <a:xfrm>
            <a:off x="4044426" y="6116423"/>
            <a:ext cx="261057" cy="18753"/>
          </a:xfrm>
          <a:custGeom>
            <a:avLst/>
            <a:gdLst/>
            <a:ahLst/>
            <a:cxnLst/>
            <a:rect l="0" t="0" r="0" b="0"/>
            <a:pathLst>
              <a:path w="261057" h="18753">
                <a:moveTo>
                  <a:pt x="0" y="0"/>
                </a:moveTo>
                <a:lnTo>
                  <a:pt x="261057" y="18753"/>
                </a:lnTo>
              </a:path>
            </a:pathLst>
          </a:custGeom>
          <a:noFill/>
          <a:ln w="3809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66" name="lumia-token-stream-curve">
            <a:extLst>
              <a:ext uri="{FF2B5EF4-FFF2-40B4-BE49-F238E27FC236}">
                <a16:creationId xmlns:a16="http://schemas.microsoft.com/office/drawing/2014/main" id="{C67829B6-F5A9-482B-AE7D-C69377437D7F}"/>
              </a:ext>
            </a:extLst>
          </p:cNvPr>
          <p:cNvSpPr>
            <a:spLocks noGrp="1"/>
          </p:cNvSpPr>
          <p:nvPr/>
        </p:nvSpPr>
        <p:spPr>
          <a:xfrm>
            <a:off x="4305483" y="6135176"/>
            <a:ext cx="263459" cy="16979"/>
          </a:xfrm>
          <a:custGeom>
            <a:avLst/>
            <a:gdLst/>
            <a:ahLst/>
            <a:cxnLst/>
            <a:rect l="0" t="0" r="0" b="0"/>
            <a:pathLst>
              <a:path w="263459" h="16979">
                <a:moveTo>
                  <a:pt x="0" y="0"/>
                </a:moveTo>
                <a:lnTo>
                  <a:pt x="263459" y="16979"/>
                </a:lnTo>
              </a:path>
            </a:pathLst>
          </a:custGeom>
          <a:noFill/>
          <a:ln w="3835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67" name="lumia-token-stream-curve">
            <a:extLst>
              <a:ext uri="{FF2B5EF4-FFF2-40B4-BE49-F238E27FC236}">
                <a16:creationId xmlns:a16="http://schemas.microsoft.com/office/drawing/2014/main" id="{B86FC7F6-8B32-465E-BDC6-F637CB4DF7D4}"/>
              </a:ext>
            </a:extLst>
          </p:cNvPr>
          <p:cNvSpPr>
            <a:spLocks noGrp="1"/>
          </p:cNvSpPr>
          <p:nvPr/>
        </p:nvSpPr>
        <p:spPr>
          <a:xfrm>
            <a:off x="4568942" y="6152155"/>
            <a:ext cx="265753" cy="12928"/>
          </a:xfrm>
          <a:custGeom>
            <a:avLst/>
            <a:gdLst/>
            <a:ahLst/>
            <a:cxnLst/>
            <a:rect l="0" t="0" r="0" b="0"/>
            <a:pathLst>
              <a:path w="265753" h="12928">
                <a:moveTo>
                  <a:pt x="0" y="0"/>
                </a:moveTo>
                <a:lnTo>
                  <a:pt x="265753" y="12928"/>
                </a:lnTo>
              </a:path>
            </a:pathLst>
          </a:custGeom>
          <a:noFill/>
          <a:ln w="3875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68" name="lumia-token-stream-curve">
            <a:extLst>
              <a:ext uri="{FF2B5EF4-FFF2-40B4-BE49-F238E27FC236}">
                <a16:creationId xmlns:a16="http://schemas.microsoft.com/office/drawing/2014/main" id="{2243A3E0-7353-4F56-8C9C-FF58D148DA2D}"/>
              </a:ext>
            </a:extLst>
          </p:cNvPr>
          <p:cNvSpPr>
            <a:spLocks noGrp="1"/>
          </p:cNvSpPr>
          <p:nvPr/>
        </p:nvSpPr>
        <p:spPr>
          <a:xfrm>
            <a:off x="4834695" y="6165083"/>
            <a:ext cx="267938" cy="9525"/>
          </a:xfrm>
          <a:custGeom>
            <a:avLst/>
            <a:gdLst/>
            <a:ahLst/>
            <a:cxnLst/>
            <a:rect l="0" t="0" r="0" b="0"/>
            <a:pathLst>
              <a:path w="267938" h="9525">
                <a:moveTo>
                  <a:pt x="0" y="0"/>
                </a:moveTo>
                <a:lnTo>
                  <a:pt x="267938" y="6851"/>
                </a:lnTo>
              </a:path>
            </a:pathLst>
          </a:custGeom>
          <a:noFill/>
          <a:ln w="3927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69" name="lumia-token-stream-curve">
            <a:extLst>
              <a:ext uri="{FF2B5EF4-FFF2-40B4-BE49-F238E27FC236}">
                <a16:creationId xmlns:a16="http://schemas.microsoft.com/office/drawing/2014/main" id="{F0E94662-23F2-4B54-B70D-EE2DFA232209}"/>
              </a:ext>
            </a:extLst>
          </p:cNvPr>
          <p:cNvSpPr>
            <a:spLocks noGrp="1"/>
          </p:cNvSpPr>
          <p:nvPr/>
        </p:nvSpPr>
        <p:spPr>
          <a:xfrm>
            <a:off x="5102633" y="6171191"/>
            <a:ext cx="270014" cy="9525"/>
          </a:xfrm>
          <a:custGeom>
            <a:avLst/>
            <a:gdLst/>
            <a:ahLst/>
            <a:cxnLst/>
            <a:rect l="0" t="0" r="0" b="0"/>
            <a:pathLst>
              <a:path w="270014" h="9525">
                <a:moveTo>
                  <a:pt x="0" y="743"/>
                </a:moveTo>
                <a:lnTo>
                  <a:pt x="270014" y="0"/>
                </a:lnTo>
              </a:path>
            </a:pathLst>
          </a:custGeom>
          <a:noFill/>
          <a:ln w="3990">
            <a:solidFill>
              <a:srgbClr val="D74242">
                <a:alpha val="3000"/>
              </a:srgbClr>
            </a:solidFill>
            <a:prstDash val="solid"/>
          </a:ln>
        </p:spPr>
      </p:sp>
      <p:sp>
        <p:nvSpPr>
          <p:cNvPr id="70" name="lumia-token-stream-curve">
            <a:extLst>
              <a:ext uri="{FF2B5EF4-FFF2-40B4-BE49-F238E27FC236}">
                <a16:creationId xmlns:a16="http://schemas.microsoft.com/office/drawing/2014/main" id="{E0E1A622-66B7-470F-9447-FC835E5DE981}"/>
              </a:ext>
            </a:extLst>
          </p:cNvPr>
          <p:cNvSpPr>
            <a:spLocks noGrp="1"/>
          </p:cNvSpPr>
          <p:nvPr/>
        </p:nvSpPr>
        <p:spPr>
          <a:xfrm>
            <a:off x="5372647" y="6162053"/>
            <a:ext cx="271980" cy="9525"/>
          </a:xfrm>
          <a:custGeom>
            <a:avLst/>
            <a:gdLst/>
            <a:ahLst/>
            <a:cxnLst/>
            <a:rect l="0" t="0" r="0" b="0"/>
            <a:pathLst>
              <a:path w="271980" h="9525">
                <a:moveTo>
                  <a:pt x="0" y="9137"/>
                </a:moveTo>
                <a:lnTo>
                  <a:pt x="271980" y="0"/>
                </a:lnTo>
              </a:path>
            </a:pathLst>
          </a:custGeom>
          <a:noFill/>
          <a:ln w="4064">
            <a:solidFill>
              <a:srgbClr val="E44339">
                <a:alpha val="3000"/>
              </a:srgbClr>
            </a:solidFill>
            <a:prstDash val="solid"/>
          </a:ln>
        </p:spPr>
      </p:sp>
      <p:sp>
        <p:nvSpPr>
          <p:cNvPr id="71" name="lumia-token-stream-curve">
            <a:extLst>
              <a:ext uri="{FF2B5EF4-FFF2-40B4-BE49-F238E27FC236}">
                <a16:creationId xmlns:a16="http://schemas.microsoft.com/office/drawing/2014/main" id="{218FC71E-CB49-4CAA-80A5-68B0CA389CC1}"/>
              </a:ext>
            </a:extLst>
          </p:cNvPr>
          <p:cNvSpPr>
            <a:spLocks noGrp="1"/>
          </p:cNvSpPr>
          <p:nvPr/>
        </p:nvSpPr>
        <p:spPr>
          <a:xfrm>
            <a:off x="5644627" y="6144572"/>
            <a:ext cx="273837" cy="17481"/>
          </a:xfrm>
          <a:custGeom>
            <a:avLst/>
            <a:gdLst/>
            <a:ahLst/>
            <a:cxnLst/>
            <a:rect l="0" t="0" r="0" b="0"/>
            <a:pathLst>
              <a:path w="273837" h="17481">
                <a:moveTo>
                  <a:pt x="0" y="17481"/>
                </a:moveTo>
                <a:lnTo>
                  <a:pt x="273837" y="0"/>
                </a:lnTo>
              </a:path>
            </a:pathLst>
          </a:custGeom>
          <a:noFill/>
          <a:ln w="4147">
            <a:solidFill>
              <a:srgbClr val="EB4833">
                <a:alpha val="3000"/>
              </a:srgbClr>
            </a:solidFill>
            <a:prstDash val="solid"/>
          </a:ln>
        </p:spPr>
      </p:sp>
      <p:sp>
        <p:nvSpPr>
          <p:cNvPr id="72" name="lumia-token-stream-curve">
            <a:extLst>
              <a:ext uri="{FF2B5EF4-FFF2-40B4-BE49-F238E27FC236}">
                <a16:creationId xmlns:a16="http://schemas.microsoft.com/office/drawing/2014/main" id="{6F5844CE-EF26-4354-A721-9826894EF3A2}"/>
              </a:ext>
            </a:extLst>
          </p:cNvPr>
          <p:cNvSpPr>
            <a:spLocks noGrp="1"/>
          </p:cNvSpPr>
          <p:nvPr/>
        </p:nvSpPr>
        <p:spPr>
          <a:xfrm>
            <a:off x="5918465" y="6119681"/>
            <a:ext cx="275586" cy="24891"/>
          </a:xfrm>
          <a:custGeom>
            <a:avLst/>
            <a:gdLst/>
            <a:ahLst/>
            <a:cxnLst/>
            <a:rect l="0" t="0" r="0" b="0"/>
            <a:pathLst>
              <a:path w="275586" h="24891">
                <a:moveTo>
                  <a:pt x="0" y="24891"/>
                </a:moveTo>
                <a:lnTo>
                  <a:pt x="275586" y="0"/>
                </a:lnTo>
              </a:path>
            </a:pathLst>
          </a:custGeom>
          <a:noFill/>
          <a:ln w="4238">
            <a:solidFill>
              <a:srgbClr val="EC532F">
                <a:alpha val="3000"/>
              </a:srgbClr>
            </a:solidFill>
            <a:prstDash val="solid"/>
          </a:ln>
        </p:spPr>
      </p:sp>
      <p:sp>
        <p:nvSpPr>
          <p:cNvPr id="73" name="lumia-token-stream-curve">
            <a:extLst>
              <a:ext uri="{FF2B5EF4-FFF2-40B4-BE49-F238E27FC236}">
                <a16:creationId xmlns:a16="http://schemas.microsoft.com/office/drawing/2014/main" id="{26372D30-1F7F-4B51-8DE0-F82401ABA2F4}"/>
              </a:ext>
            </a:extLst>
          </p:cNvPr>
          <p:cNvSpPr>
            <a:spLocks noGrp="1"/>
          </p:cNvSpPr>
          <p:nvPr/>
        </p:nvSpPr>
        <p:spPr>
          <a:xfrm>
            <a:off x="6194050" y="6089117"/>
            <a:ext cx="277225" cy="30564"/>
          </a:xfrm>
          <a:custGeom>
            <a:avLst/>
            <a:gdLst/>
            <a:ahLst/>
            <a:cxnLst/>
            <a:rect l="0" t="0" r="0" b="0"/>
            <a:pathLst>
              <a:path w="277225" h="30564">
                <a:moveTo>
                  <a:pt x="0" y="30564"/>
                </a:moveTo>
                <a:lnTo>
                  <a:pt x="277225" y="0"/>
                </a:lnTo>
              </a:path>
            </a:pathLst>
          </a:custGeom>
          <a:noFill/>
          <a:ln w="4336">
            <a:solidFill>
              <a:srgbClr val="EE5E2A">
                <a:alpha val="3000"/>
              </a:srgbClr>
            </a:solidFill>
            <a:prstDash val="solid"/>
          </a:ln>
        </p:spPr>
      </p:sp>
      <p:sp>
        <p:nvSpPr>
          <p:cNvPr id="74" name="lumia-token-stream-curve">
            <a:extLst>
              <a:ext uri="{FF2B5EF4-FFF2-40B4-BE49-F238E27FC236}">
                <a16:creationId xmlns:a16="http://schemas.microsoft.com/office/drawing/2014/main" id="{83924EEC-EB70-4493-9BE5-AF64AA8040B7}"/>
              </a:ext>
            </a:extLst>
          </p:cNvPr>
          <p:cNvSpPr>
            <a:spLocks noGrp="1"/>
          </p:cNvSpPr>
          <p:nvPr/>
        </p:nvSpPr>
        <p:spPr>
          <a:xfrm>
            <a:off x="6471275" y="6055236"/>
            <a:ext cx="278755" cy="33881"/>
          </a:xfrm>
          <a:custGeom>
            <a:avLst/>
            <a:gdLst/>
            <a:ahLst/>
            <a:cxnLst/>
            <a:rect l="0" t="0" r="0" b="0"/>
            <a:pathLst>
              <a:path w="278755" h="33881">
                <a:moveTo>
                  <a:pt x="0" y="33881"/>
                </a:moveTo>
                <a:lnTo>
                  <a:pt x="278755" y="0"/>
                </a:lnTo>
              </a:path>
            </a:pathLst>
          </a:custGeom>
          <a:noFill/>
          <a:ln w="4440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75" name="lumia-token-stream-curve">
            <a:extLst>
              <a:ext uri="{FF2B5EF4-FFF2-40B4-BE49-F238E27FC236}">
                <a16:creationId xmlns:a16="http://schemas.microsoft.com/office/drawing/2014/main" id="{BA3E0DF2-FFE7-4C2E-9684-9E230ED09A59}"/>
              </a:ext>
            </a:extLst>
          </p:cNvPr>
          <p:cNvSpPr>
            <a:spLocks noGrp="1"/>
          </p:cNvSpPr>
          <p:nvPr/>
        </p:nvSpPr>
        <p:spPr>
          <a:xfrm>
            <a:off x="6750030" y="6020730"/>
            <a:ext cx="280176" cy="34505"/>
          </a:xfrm>
          <a:custGeom>
            <a:avLst/>
            <a:gdLst/>
            <a:ahLst/>
            <a:cxnLst/>
            <a:rect l="0" t="0" r="0" b="0"/>
            <a:pathLst>
              <a:path w="280176" h="34505">
                <a:moveTo>
                  <a:pt x="0" y="34505"/>
                </a:moveTo>
                <a:lnTo>
                  <a:pt x="280176" y="0"/>
                </a:lnTo>
              </a:path>
            </a:pathLst>
          </a:custGeom>
          <a:noFill/>
          <a:ln w="4548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76" name="lumia-token-stream-curve">
            <a:extLst>
              <a:ext uri="{FF2B5EF4-FFF2-40B4-BE49-F238E27FC236}">
                <a16:creationId xmlns:a16="http://schemas.microsoft.com/office/drawing/2014/main" id="{EB2233A4-AB8F-49D5-BF1C-B24493CAC6A9}"/>
              </a:ext>
            </a:extLst>
          </p:cNvPr>
          <p:cNvSpPr>
            <a:spLocks noGrp="1"/>
          </p:cNvSpPr>
          <p:nvPr/>
        </p:nvSpPr>
        <p:spPr>
          <a:xfrm>
            <a:off x="7030206" y="5988298"/>
            <a:ext cx="281488" cy="32432"/>
          </a:xfrm>
          <a:custGeom>
            <a:avLst/>
            <a:gdLst/>
            <a:ahLst/>
            <a:cxnLst/>
            <a:rect l="0" t="0" r="0" b="0"/>
            <a:pathLst>
              <a:path w="281488" h="32432">
                <a:moveTo>
                  <a:pt x="0" y="32432"/>
                </a:moveTo>
                <a:lnTo>
                  <a:pt x="281488" y="0"/>
                </a:lnTo>
              </a:path>
            </a:pathLst>
          </a:custGeom>
          <a:noFill/>
          <a:ln w="4660">
            <a:solidFill>
              <a:srgbClr val="F27E1E">
                <a:alpha val="4000"/>
              </a:srgbClr>
            </a:solidFill>
            <a:prstDash val="solid"/>
          </a:ln>
        </p:spPr>
      </p:sp>
      <p:sp>
        <p:nvSpPr>
          <p:cNvPr id="77" name="lumia-token-stream-curve">
            <a:extLst>
              <a:ext uri="{FF2B5EF4-FFF2-40B4-BE49-F238E27FC236}">
                <a16:creationId xmlns:a16="http://schemas.microsoft.com/office/drawing/2014/main" id="{644E3E96-663C-4669-986E-9B186106DA33}"/>
              </a:ext>
            </a:extLst>
          </p:cNvPr>
          <p:cNvSpPr>
            <a:spLocks noGrp="1"/>
          </p:cNvSpPr>
          <p:nvPr/>
        </p:nvSpPr>
        <p:spPr>
          <a:xfrm>
            <a:off x="7311695" y="5960290"/>
            <a:ext cx="282691" cy="28008"/>
          </a:xfrm>
          <a:custGeom>
            <a:avLst/>
            <a:gdLst/>
            <a:ahLst/>
            <a:cxnLst/>
            <a:rect l="0" t="0" r="0" b="0"/>
            <a:pathLst>
              <a:path w="282691" h="28008">
                <a:moveTo>
                  <a:pt x="0" y="28008"/>
                </a:moveTo>
                <a:lnTo>
                  <a:pt x="282691" y="0"/>
                </a:lnTo>
              </a:path>
            </a:pathLst>
          </a:custGeom>
          <a:noFill/>
          <a:ln w="4775">
            <a:solidFill>
              <a:srgbClr val="F48919">
                <a:alpha val="4000"/>
              </a:srgbClr>
            </a:solidFill>
            <a:prstDash val="solid"/>
          </a:ln>
        </p:spPr>
      </p:sp>
      <p:sp>
        <p:nvSpPr>
          <p:cNvPr id="78" name="lumia-token-stream-curve">
            <a:extLst>
              <a:ext uri="{FF2B5EF4-FFF2-40B4-BE49-F238E27FC236}">
                <a16:creationId xmlns:a16="http://schemas.microsoft.com/office/drawing/2014/main" id="{968BA49F-C4E4-4269-A6F7-CF42EC585BEC}"/>
              </a:ext>
            </a:extLst>
          </p:cNvPr>
          <p:cNvSpPr>
            <a:spLocks noGrp="1"/>
          </p:cNvSpPr>
          <p:nvPr/>
        </p:nvSpPr>
        <p:spPr>
          <a:xfrm>
            <a:off x="7594385" y="5938389"/>
            <a:ext cx="283785" cy="21901"/>
          </a:xfrm>
          <a:custGeom>
            <a:avLst/>
            <a:gdLst/>
            <a:ahLst/>
            <a:cxnLst/>
            <a:rect l="0" t="0" r="0" b="0"/>
            <a:pathLst>
              <a:path w="283785" h="21901">
                <a:moveTo>
                  <a:pt x="0" y="21901"/>
                </a:moveTo>
                <a:lnTo>
                  <a:pt x="283785" y="0"/>
                </a:lnTo>
              </a:path>
            </a:pathLst>
          </a:custGeom>
          <a:noFill/>
          <a:ln w="4892">
            <a:solidFill>
              <a:srgbClr val="F59415">
                <a:alpha val="4000"/>
              </a:srgbClr>
            </a:solidFill>
            <a:prstDash val="solid"/>
          </a:ln>
        </p:spPr>
      </p:sp>
      <p:sp>
        <p:nvSpPr>
          <p:cNvPr id="79" name="lumia-token-stream-curve">
            <a:extLst>
              <a:ext uri="{FF2B5EF4-FFF2-40B4-BE49-F238E27FC236}">
                <a16:creationId xmlns:a16="http://schemas.microsoft.com/office/drawing/2014/main" id="{0B8DDC62-9B92-4132-8F82-0E80A9A5DE4C}"/>
              </a:ext>
            </a:extLst>
          </p:cNvPr>
          <p:cNvSpPr>
            <a:spLocks noGrp="1"/>
          </p:cNvSpPr>
          <p:nvPr/>
        </p:nvSpPr>
        <p:spPr>
          <a:xfrm>
            <a:off x="7878170" y="5923372"/>
            <a:ext cx="284769" cy="15017"/>
          </a:xfrm>
          <a:custGeom>
            <a:avLst/>
            <a:gdLst/>
            <a:ahLst/>
            <a:cxnLst/>
            <a:rect l="0" t="0" r="0" b="0"/>
            <a:pathLst>
              <a:path w="284769" h="15017">
                <a:moveTo>
                  <a:pt x="0" y="15017"/>
                </a:moveTo>
                <a:lnTo>
                  <a:pt x="284769" y="0"/>
                </a:lnTo>
              </a:path>
            </a:pathLst>
          </a:custGeom>
          <a:noFill/>
          <a:ln w="5008">
            <a:solidFill>
              <a:srgbClr val="F79E11">
                <a:alpha val="4000"/>
              </a:srgbClr>
            </a:solidFill>
            <a:prstDash val="solid"/>
          </a:ln>
        </p:spPr>
      </p:sp>
      <p:sp>
        <p:nvSpPr>
          <p:cNvPr id="80" name="lumia-token-stream-curve">
            <a:extLst>
              <a:ext uri="{FF2B5EF4-FFF2-40B4-BE49-F238E27FC236}">
                <a16:creationId xmlns:a16="http://schemas.microsoft.com/office/drawing/2014/main" id="{A27C63CC-82FF-4E99-B981-52A8B945D726}"/>
              </a:ext>
            </a:extLst>
          </p:cNvPr>
          <p:cNvSpPr>
            <a:spLocks noGrp="1"/>
          </p:cNvSpPr>
          <p:nvPr/>
        </p:nvSpPr>
        <p:spPr>
          <a:xfrm>
            <a:off x="8162939" y="5914981"/>
            <a:ext cx="285645" cy="9525"/>
          </a:xfrm>
          <a:custGeom>
            <a:avLst/>
            <a:gdLst/>
            <a:ahLst/>
            <a:cxnLst/>
            <a:rect l="0" t="0" r="0" b="0"/>
            <a:pathLst>
              <a:path w="285645" h="9525">
                <a:moveTo>
                  <a:pt x="0" y="8391"/>
                </a:moveTo>
                <a:lnTo>
                  <a:pt x="285645" y="0"/>
                </a:lnTo>
              </a:path>
            </a:pathLst>
          </a:custGeom>
          <a:noFill/>
          <a:ln w="5124">
            <a:solidFill>
              <a:srgbClr val="F8A90C">
                <a:alpha val="4000"/>
              </a:srgbClr>
            </a:solidFill>
            <a:prstDash val="solid"/>
          </a:ln>
        </p:spPr>
      </p:sp>
      <p:sp>
        <p:nvSpPr>
          <p:cNvPr id="81" name="lumia-token-stream-curve">
            <a:extLst>
              <a:ext uri="{FF2B5EF4-FFF2-40B4-BE49-F238E27FC236}">
                <a16:creationId xmlns:a16="http://schemas.microsoft.com/office/drawing/2014/main" id="{D7957F14-B5AA-46A0-B2E5-39DFADD446A5}"/>
              </a:ext>
            </a:extLst>
          </p:cNvPr>
          <p:cNvSpPr>
            <a:spLocks noGrp="1"/>
          </p:cNvSpPr>
          <p:nvPr/>
        </p:nvSpPr>
        <p:spPr>
          <a:xfrm>
            <a:off x="8448584" y="5911932"/>
            <a:ext cx="286411" cy="9525"/>
          </a:xfrm>
          <a:custGeom>
            <a:avLst/>
            <a:gdLst/>
            <a:ahLst/>
            <a:cxnLst/>
            <a:rect l="0" t="0" r="0" b="0"/>
            <a:pathLst>
              <a:path w="286411" h="9525">
                <a:moveTo>
                  <a:pt x="0" y="3049"/>
                </a:moveTo>
                <a:lnTo>
                  <a:pt x="286411" y="0"/>
                </a:lnTo>
              </a:path>
            </a:pathLst>
          </a:custGeom>
          <a:noFill/>
          <a:ln w="5239">
            <a:solidFill>
              <a:srgbClr val="FAB408">
                <a:alpha val="4000"/>
              </a:srgbClr>
            </a:solidFill>
            <a:prstDash val="solid"/>
          </a:ln>
        </p:spPr>
      </p:sp>
      <p:sp>
        <p:nvSpPr>
          <p:cNvPr id="82" name="lumia-token-stream-curve">
            <a:extLst>
              <a:ext uri="{FF2B5EF4-FFF2-40B4-BE49-F238E27FC236}">
                <a16:creationId xmlns:a16="http://schemas.microsoft.com/office/drawing/2014/main" id="{A0A7F50F-2691-400C-B9FB-CE48CF3D5F2E}"/>
              </a:ext>
            </a:extLst>
          </p:cNvPr>
          <p:cNvSpPr>
            <a:spLocks noGrp="1"/>
          </p:cNvSpPr>
          <p:nvPr/>
        </p:nvSpPr>
        <p:spPr>
          <a:xfrm>
            <a:off x="8734995" y="5911932"/>
            <a:ext cx="287069" cy="9525"/>
          </a:xfrm>
          <a:custGeom>
            <a:avLst/>
            <a:gdLst/>
            <a:ahLst/>
            <a:cxnLst/>
            <a:rect l="0" t="0" r="0" b="0"/>
            <a:pathLst>
              <a:path w="287069" h="9525">
                <a:moveTo>
                  <a:pt x="0" y="0"/>
                </a:moveTo>
                <a:lnTo>
                  <a:pt x="287069" y="131"/>
                </a:lnTo>
              </a:path>
            </a:pathLst>
          </a:custGeom>
          <a:noFill/>
          <a:ln w="5350">
            <a:solidFill>
              <a:srgbClr val="F7BC07">
                <a:alpha val="4000"/>
              </a:srgbClr>
            </a:solidFill>
            <a:prstDash val="solid"/>
          </a:ln>
        </p:spPr>
      </p:sp>
      <p:sp>
        <p:nvSpPr>
          <p:cNvPr id="83" name="lumia-token-stream-curve">
            <a:extLst>
              <a:ext uri="{FF2B5EF4-FFF2-40B4-BE49-F238E27FC236}">
                <a16:creationId xmlns:a16="http://schemas.microsoft.com/office/drawing/2014/main" id="{9B78B257-F22B-4970-8092-710593717727}"/>
              </a:ext>
            </a:extLst>
          </p:cNvPr>
          <p:cNvSpPr>
            <a:spLocks noGrp="1"/>
          </p:cNvSpPr>
          <p:nvPr/>
        </p:nvSpPr>
        <p:spPr>
          <a:xfrm>
            <a:off x="9022064" y="5912063"/>
            <a:ext cx="287617" cy="9525"/>
          </a:xfrm>
          <a:custGeom>
            <a:avLst/>
            <a:gdLst/>
            <a:ahLst/>
            <a:cxnLst/>
            <a:rect l="0" t="0" r="0" b="0"/>
            <a:pathLst>
              <a:path w="287617" h="9525">
                <a:moveTo>
                  <a:pt x="0" y="0"/>
                </a:moveTo>
                <a:lnTo>
                  <a:pt x="287617" y="543"/>
                </a:lnTo>
              </a:path>
            </a:pathLst>
          </a:custGeom>
          <a:noFill/>
          <a:ln w="5458">
            <a:solidFill>
              <a:srgbClr val="E5BA0E">
                <a:alpha val="4000"/>
              </a:srgbClr>
            </a:solidFill>
            <a:prstDash val="solid"/>
          </a:ln>
        </p:spPr>
      </p:sp>
      <p:sp>
        <p:nvSpPr>
          <p:cNvPr id="84" name="lumia-token-stream-curve">
            <a:extLst>
              <a:ext uri="{FF2B5EF4-FFF2-40B4-BE49-F238E27FC236}">
                <a16:creationId xmlns:a16="http://schemas.microsoft.com/office/drawing/2014/main" id="{5D5F1D92-5E7F-4378-B38B-8AEB9E66CA5A}"/>
              </a:ext>
            </a:extLst>
          </p:cNvPr>
          <p:cNvSpPr>
            <a:spLocks noGrp="1"/>
          </p:cNvSpPr>
          <p:nvPr/>
        </p:nvSpPr>
        <p:spPr>
          <a:xfrm>
            <a:off x="9309680" y="5910544"/>
            <a:ext cx="288056" cy="9525"/>
          </a:xfrm>
          <a:custGeom>
            <a:avLst/>
            <a:gdLst/>
            <a:ahLst/>
            <a:cxnLst/>
            <a:rect l="0" t="0" r="0" b="0"/>
            <a:pathLst>
              <a:path w="288056" h="9525">
                <a:moveTo>
                  <a:pt x="0" y="2062"/>
                </a:moveTo>
                <a:lnTo>
                  <a:pt x="288056" y="0"/>
                </a:lnTo>
              </a:path>
            </a:pathLst>
          </a:custGeom>
          <a:noFill/>
          <a:ln w="5560">
            <a:solidFill>
              <a:srgbClr val="D3B815">
                <a:alpha val="4000"/>
              </a:srgbClr>
            </a:solidFill>
            <a:prstDash val="solid"/>
          </a:ln>
        </p:spPr>
      </p:sp>
      <p:sp>
        <p:nvSpPr>
          <p:cNvPr id="85" name="lumia-token-stream-curve">
            <a:extLst>
              <a:ext uri="{FF2B5EF4-FFF2-40B4-BE49-F238E27FC236}">
                <a16:creationId xmlns:a16="http://schemas.microsoft.com/office/drawing/2014/main" id="{AC5B2A1E-5B68-4A52-9105-EA4536FA7F5E}"/>
              </a:ext>
            </a:extLst>
          </p:cNvPr>
          <p:cNvSpPr>
            <a:spLocks noGrp="1"/>
          </p:cNvSpPr>
          <p:nvPr/>
        </p:nvSpPr>
        <p:spPr>
          <a:xfrm>
            <a:off x="9597736" y="5903011"/>
            <a:ext cx="288386" cy="9525"/>
          </a:xfrm>
          <a:custGeom>
            <a:avLst/>
            <a:gdLst/>
            <a:ahLst/>
            <a:cxnLst/>
            <a:rect l="0" t="0" r="0" b="0"/>
            <a:pathLst>
              <a:path w="288386" h="9525">
                <a:moveTo>
                  <a:pt x="0" y="7533"/>
                </a:moveTo>
                <a:lnTo>
                  <a:pt x="288386" y="0"/>
                </a:lnTo>
              </a:path>
            </a:pathLst>
          </a:custGeom>
          <a:noFill/>
          <a:ln w="5656">
            <a:solidFill>
              <a:srgbClr val="C2B61C">
                <a:alpha val="4000"/>
              </a:srgbClr>
            </a:solidFill>
            <a:prstDash val="solid"/>
          </a:ln>
        </p:spPr>
      </p:sp>
      <p:sp>
        <p:nvSpPr>
          <p:cNvPr id="86" name="lumia-token-stream-curve">
            <a:extLst>
              <a:ext uri="{FF2B5EF4-FFF2-40B4-BE49-F238E27FC236}">
                <a16:creationId xmlns:a16="http://schemas.microsoft.com/office/drawing/2014/main" id="{302C9EEE-045E-4D21-A5A9-0368774753A0}"/>
              </a:ext>
            </a:extLst>
          </p:cNvPr>
          <p:cNvSpPr>
            <a:spLocks noGrp="1"/>
          </p:cNvSpPr>
          <p:nvPr/>
        </p:nvSpPr>
        <p:spPr>
          <a:xfrm>
            <a:off x="9886122" y="5887676"/>
            <a:ext cx="288607" cy="15336"/>
          </a:xfrm>
          <a:custGeom>
            <a:avLst/>
            <a:gdLst/>
            <a:ahLst/>
            <a:cxnLst/>
            <a:rect l="0" t="0" r="0" b="0"/>
            <a:pathLst>
              <a:path w="288607" h="15336">
                <a:moveTo>
                  <a:pt x="0" y="15336"/>
                </a:moveTo>
                <a:lnTo>
                  <a:pt x="288607" y="0"/>
                </a:lnTo>
              </a:path>
            </a:pathLst>
          </a:custGeom>
          <a:noFill/>
          <a:ln w="5745">
            <a:solidFill>
              <a:srgbClr val="B0B422">
                <a:alpha val="5000"/>
              </a:srgbClr>
            </a:solidFill>
            <a:prstDash val="solid"/>
          </a:ln>
        </p:spPr>
      </p:sp>
      <p:sp>
        <p:nvSpPr>
          <p:cNvPr id="87" name="lumia-token-stream-curve">
            <a:extLst>
              <a:ext uri="{FF2B5EF4-FFF2-40B4-BE49-F238E27FC236}">
                <a16:creationId xmlns:a16="http://schemas.microsoft.com/office/drawing/2014/main" id="{FFFB11E1-D208-4532-A986-55F791DF5A9A}"/>
              </a:ext>
            </a:extLst>
          </p:cNvPr>
          <p:cNvSpPr>
            <a:spLocks noGrp="1"/>
          </p:cNvSpPr>
          <p:nvPr/>
        </p:nvSpPr>
        <p:spPr>
          <a:xfrm>
            <a:off x="10174729" y="5863053"/>
            <a:ext cx="288719" cy="24622"/>
          </a:xfrm>
          <a:custGeom>
            <a:avLst/>
            <a:gdLst/>
            <a:ahLst/>
            <a:cxnLst/>
            <a:rect l="0" t="0" r="0" b="0"/>
            <a:pathLst>
              <a:path w="288719" h="24622">
                <a:moveTo>
                  <a:pt x="0" y="24622"/>
                </a:moveTo>
                <a:lnTo>
                  <a:pt x="288719" y="0"/>
                </a:lnTo>
              </a:path>
            </a:pathLst>
          </a:custGeom>
          <a:noFill/>
          <a:ln w="5826">
            <a:solidFill>
              <a:srgbClr val="9EB329">
                <a:alpha val="5000"/>
              </a:srgbClr>
            </a:solidFill>
            <a:prstDash val="solid"/>
          </a:ln>
        </p:spPr>
      </p:sp>
      <p:sp>
        <p:nvSpPr>
          <p:cNvPr id="88" name="lumia-token-stream-curve">
            <a:extLst>
              <a:ext uri="{FF2B5EF4-FFF2-40B4-BE49-F238E27FC236}">
                <a16:creationId xmlns:a16="http://schemas.microsoft.com/office/drawing/2014/main" id="{F6C8C778-35EE-4315-9A41-A8809898BC7D}"/>
              </a:ext>
            </a:extLst>
          </p:cNvPr>
          <p:cNvSpPr>
            <a:spLocks noGrp="1"/>
          </p:cNvSpPr>
          <p:nvPr/>
        </p:nvSpPr>
        <p:spPr>
          <a:xfrm>
            <a:off x="10463448" y="5828709"/>
            <a:ext cx="288722" cy="34344"/>
          </a:xfrm>
          <a:custGeom>
            <a:avLst/>
            <a:gdLst/>
            <a:ahLst/>
            <a:cxnLst/>
            <a:rect l="0" t="0" r="0" b="0"/>
            <a:pathLst>
              <a:path w="288722" h="34344">
                <a:moveTo>
                  <a:pt x="0" y="34344"/>
                </a:moveTo>
                <a:lnTo>
                  <a:pt x="288722" y="0"/>
                </a:lnTo>
              </a:path>
            </a:pathLst>
          </a:custGeom>
          <a:noFill/>
          <a:ln w="5897">
            <a:solidFill>
              <a:srgbClr val="8CB130">
                <a:alpha val="5000"/>
              </a:srgbClr>
            </a:solidFill>
            <a:prstDash val="solid"/>
          </a:ln>
        </p:spPr>
      </p:sp>
      <p:sp>
        <p:nvSpPr>
          <p:cNvPr id="89" name="lumia-token-stream-curve">
            <a:extLst>
              <a:ext uri="{FF2B5EF4-FFF2-40B4-BE49-F238E27FC236}">
                <a16:creationId xmlns:a16="http://schemas.microsoft.com/office/drawing/2014/main" id="{3B9192A5-6843-4C32-8ABF-3431D763D013}"/>
              </a:ext>
            </a:extLst>
          </p:cNvPr>
          <p:cNvSpPr>
            <a:spLocks noGrp="1"/>
          </p:cNvSpPr>
          <p:nvPr/>
        </p:nvSpPr>
        <p:spPr>
          <a:xfrm>
            <a:off x="10752169" y="5785312"/>
            <a:ext cx="288615" cy="43397"/>
          </a:xfrm>
          <a:custGeom>
            <a:avLst/>
            <a:gdLst/>
            <a:ahLst/>
            <a:cxnLst/>
            <a:rect l="0" t="0" r="0" b="0"/>
            <a:pathLst>
              <a:path w="288615" h="43397">
                <a:moveTo>
                  <a:pt x="0" y="43397"/>
                </a:moveTo>
                <a:lnTo>
                  <a:pt x="288615" y="0"/>
                </a:lnTo>
              </a:path>
            </a:pathLst>
          </a:custGeom>
          <a:noFill/>
          <a:ln w="5958">
            <a:solidFill>
              <a:srgbClr val="7BAF37">
                <a:alpha val="5000"/>
              </a:srgbClr>
            </a:solidFill>
            <a:prstDash val="solid"/>
          </a:ln>
        </p:spPr>
      </p:sp>
      <p:sp>
        <p:nvSpPr>
          <p:cNvPr id="90" name="lumia-token-stream-curve">
            <a:extLst>
              <a:ext uri="{FF2B5EF4-FFF2-40B4-BE49-F238E27FC236}">
                <a16:creationId xmlns:a16="http://schemas.microsoft.com/office/drawing/2014/main" id="{78682D70-4FF1-4EE2-85B3-BAC4443AAAA1}"/>
              </a:ext>
            </a:extLst>
          </p:cNvPr>
          <p:cNvSpPr>
            <a:spLocks noGrp="1"/>
          </p:cNvSpPr>
          <p:nvPr/>
        </p:nvSpPr>
        <p:spPr>
          <a:xfrm>
            <a:off x="11040785" y="5734546"/>
            <a:ext cx="288400" cy="50767"/>
          </a:xfrm>
          <a:custGeom>
            <a:avLst/>
            <a:gdLst/>
            <a:ahLst/>
            <a:cxnLst/>
            <a:rect l="0" t="0" r="0" b="0"/>
            <a:pathLst>
              <a:path w="288400" h="50767">
                <a:moveTo>
                  <a:pt x="0" y="50767"/>
                </a:moveTo>
                <a:lnTo>
                  <a:pt x="288400" y="0"/>
                </a:lnTo>
              </a:path>
            </a:pathLst>
          </a:custGeom>
          <a:noFill/>
          <a:ln w="6007">
            <a:solidFill>
              <a:srgbClr val="69AD3E">
                <a:alpha val="5000"/>
              </a:srgbClr>
            </a:solidFill>
            <a:prstDash val="solid"/>
          </a:ln>
        </p:spPr>
      </p:sp>
      <p:sp>
        <p:nvSpPr>
          <p:cNvPr id="91" name="lumia-token-stream-curve">
            <a:extLst>
              <a:ext uri="{FF2B5EF4-FFF2-40B4-BE49-F238E27FC236}">
                <a16:creationId xmlns:a16="http://schemas.microsoft.com/office/drawing/2014/main" id="{596BF6A7-1086-448A-B4D4-1F876B4388CC}"/>
              </a:ext>
            </a:extLst>
          </p:cNvPr>
          <p:cNvSpPr>
            <a:spLocks noGrp="1"/>
          </p:cNvSpPr>
          <p:nvPr/>
        </p:nvSpPr>
        <p:spPr>
          <a:xfrm>
            <a:off x="11329184" y="5678872"/>
            <a:ext cx="288075" cy="55673"/>
          </a:xfrm>
          <a:custGeom>
            <a:avLst/>
            <a:gdLst/>
            <a:ahLst/>
            <a:cxnLst/>
            <a:rect l="0" t="0" r="0" b="0"/>
            <a:pathLst>
              <a:path w="288075" h="55673">
                <a:moveTo>
                  <a:pt x="0" y="55673"/>
                </a:moveTo>
                <a:lnTo>
                  <a:pt x="288075" y="0"/>
                </a:lnTo>
              </a:path>
            </a:pathLst>
          </a:custGeom>
          <a:noFill/>
          <a:ln w="6044">
            <a:solidFill>
              <a:srgbClr val="57AC45">
                <a:alpha val="5000"/>
              </a:srgbClr>
            </a:solidFill>
            <a:prstDash val="solid"/>
          </a:ln>
        </p:spPr>
      </p:sp>
      <p:sp>
        <p:nvSpPr>
          <p:cNvPr id="92" name="lumia-token-stream-curve">
            <a:extLst>
              <a:ext uri="{FF2B5EF4-FFF2-40B4-BE49-F238E27FC236}">
                <a16:creationId xmlns:a16="http://schemas.microsoft.com/office/drawing/2014/main" id="{1A269A18-5151-4F8A-B4A8-D8F5A0812E0F}"/>
              </a:ext>
            </a:extLst>
          </p:cNvPr>
          <p:cNvSpPr>
            <a:spLocks noGrp="1"/>
          </p:cNvSpPr>
          <p:nvPr/>
        </p:nvSpPr>
        <p:spPr>
          <a:xfrm>
            <a:off x="11617260" y="5621201"/>
            <a:ext cx="287642" cy="57671"/>
          </a:xfrm>
          <a:custGeom>
            <a:avLst/>
            <a:gdLst/>
            <a:ahLst/>
            <a:cxnLst/>
            <a:rect l="0" t="0" r="0" b="0"/>
            <a:pathLst>
              <a:path w="287642" h="57671">
                <a:moveTo>
                  <a:pt x="0" y="57671"/>
                </a:moveTo>
                <a:lnTo>
                  <a:pt x="287642" y="0"/>
                </a:lnTo>
              </a:path>
            </a:pathLst>
          </a:custGeom>
          <a:noFill/>
          <a:ln w="6066">
            <a:solidFill>
              <a:srgbClr val="46AA4C">
                <a:alpha val="5000"/>
              </a:srgbClr>
            </a:solidFill>
            <a:prstDash val="solid"/>
          </a:ln>
        </p:spPr>
      </p:sp>
      <p:sp>
        <p:nvSpPr>
          <p:cNvPr id="93" name="lumia-token-stream-curve">
            <a:extLst>
              <a:ext uri="{FF2B5EF4-FFF2-40B4-BE49-F238E27FC236}">
                <a16:creationId xmlns:a16="http://schemas.microsoft.com/office/drawing/2014/main" id="{A27D4744-16F8-4B42-ADAE-547F14C03629}"/>
              </a:ext>
            </a:extLst>
          </p:cNvPr>
          <p:cNvSpPr>
            <a:spLocks noGrp="1"/>
          </p:cNvSpPr>
          <p:nvPr/>
        </p:nvSpPr>
        <p:spPr>
          <a:xfrm>
            <a:off x="11904901" y="5564495"/>
            <a:ext cx="287099" cy="56706"/>
          </a:xfrm>
          <a:custGeom>
            <a:avLst/>
            <a:gdLst/>
            <a:ahLst/>
            <a:cxnLst/>
            <a:rect l="0" t="0" r="0" b="0"/>
            <a:pathLst>
              <a:path w="287099" h="56706">
                <a:moveTo>
                  <a:pt x="0" y="56706"/>
                </a:moveTo>
                <a:lnTo>
                  <a:pt x="287099" y="0"/>
                </a:lnTo>
              </a:path>
            </a:pathLst>
          </a:custGeom>
          <a:noFill/>
          <a:ln w="6074">
            <a:solidFill>
              <a:srgbClr val="34A853">
                <a:alpha val="5000"/>
              </a:srgbClr>
            </a:solidFill>
            <a:prstDash val="solid"/>
          </a:ln>
        </p:spPr>
      </p:sp>
      <p:sp>
        <p:nvSpPr>
          <p:cNvPr id="94" name="lumia-token-stream-curve">
            <a:extLst>
              <a:ext uri="{FF2B5EF4-FFF2-40B4-BE49-F238E27FC236}">
                <a16:creationId xmlns:a16="http://schemas.microsoft.com/office/drawing/2014/main" id="{2A7B7638-602E-457E-B7CD-4141E359A883}"/>
              </a:ext>
            </a:extLst>
          </p:cNvPr>
          <p:cNvSpPr>
            <a:spLocks noGrp="1"/>
          </p:cNvSpPr>
          <p:nvPr/>
        </p:nvSpPr>
        <p:spPr>
          <a:xfrm>
            <a:off x="2853" y="6093832"/>
            <a:ext cx="207007" cy="10749"/>
          </a:xfrm>
          <a:custGeom>
            <a:avLst/>
            <a:gdLst/>
            <a:ahLst/>
            <a:cxnLst/>
            <a:rect l="0" t="0" r="0" b="0"/>
            <a:pathLst>
              <a:path w="207007" h="10749">
                <a:moveTo>
                  <a:pt x="0" y="0"/>
                </a:moveTo>
                <a:lnTo>
                  <a:pt x="207007" y="10749"/>
                </a:lnTo>
              </a:path>
            </a:pathLst>
          </a:custGeom>
          <a:noFill/>
          <a:ln w="4164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95" name="lumia-token-stream-curve">
            <a:extLst>
              <a:ext uri="{FF2B5EF4-FFF2-40B4-BE49-F238E27FC236}">
                <a16:creationId xmlns:a16="http://schemas.microsoft.com/office/drawing/2014/main" id="{328ABE1E-9B25-4655-8CEC-A43A2A7AC0B8}"/>
              </a:ext>
            </a:extLst>
          </p:cNvPr>
          <p:cNvSpPr>
            <a:spLocks noGrp="1"/>
          </p:cNvSpPr>
          <p:nvPr/>
        </p:nvSpPr>
        <p:spPr>
          <a:xfrm>
            <a:off x="209860" y="6104580"/>
            <a:ext cx="211219" cy="9525"/>
          </a:xfrm>
          <a:custGeom>
            <a:avLst/>
            <a:gdLst/>
            <a:ahLst/>
            <a:cxnLst/>
            <a:rect l="0" t="0" r="0" b="0"/>
            <a:pathLst>
              <a:path w="211219" h="9525">
                <a:moveTo>
                  <a:pt x="0" y="0"/>
                </a:moveTo>
                <a:lnTo>
                  <a:pt x="211219" y="5462"/>
                </a:lnTo>
              </a:path>
            </a:pathLst>
          </a:custGeom>
          <a:noFill/>
          <a:ln w="4164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96" name="lumia-token-stream-curve">
            <a:extLst>
              <a:ext uri="{FF2B5EF4-FFF2-40B4-BE49-F238E27FC236}">
                <a16:creationId xmlns:a16="http://schemas.microsoft.com/office/drawing/2014/main" id="{DE940390-AA73-4826-ADFC-2B375B4CCB30}"/>
              </a:ext>
            </a:extLst>
          </p:cNvPr>
          <p:cNvSpPr>
            <a:spLocks noGrp="1"/>
          </p:cNvSpPr>
          <p:nvPr/>
        </p:nvSpPr>
        <p:spPr>
          <a:xfrm>
            <a:off x="421079" y="6110042"/>
            <a:ext cx="215319" cy="9525"/>
          </a:xfrm>
          <a:custGeom>
            <a:avLst/>
            <a:gdLst/>
            <a:ahLst/>
            <a:cxnLst/>
            <a:rect l="0" t="0" r="0" b="0"/>
            <a:pathLst>
              <a:path w="215319" h="9525">
                <a:moveTo>
                  <a:pt x="0" y="0"/>
                </a:moveTo>
                <a:lnTo>
                  <a:pt x="215319" y="958"/>
                </a:lnTo>
              </a:path>
            </a:pathLst>
          </a:custGeom>
          <a:noFill/>
          <a:ln w="4164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97" name="lumia-token-stream-curve">
            <a:extLst>
              <a:ext uri="{FF2B5EF4-FFF2-40B4-BE49-F238E27FC236}">
                <a16:creationId xmlns:a16="http://schemas.microsoft.com/office/drawing/2014/main" id="{5257EBEA-6995-4648-BAEE-278375904B31}"/>
              </a:ext>
            </a:extLst>
          </p:cNvPr>
          <p:cNvSpPr>
            <a:spLocks noGrp="1"/>
          </p:cNvSpPr>
          <p:nvPr/>
        </p:nvSpPr>
        <p:spPr>
          <a:xfrm>
            <a:off x="636398" y="6108575"/>
            <a:ext cx="219307" cy="9525"/>
          </a:xfrm>
          <a:custGeom>
            <a:avLst/>
            <a:gdLst/>
            <a:ahLst/>
            <a:cxnLst/>
            <a:rect l="0" t="0" r="0" b="0"/>
            <a:pathLst>
              <a:path w="219307" h="9525">
                <a:moveTo>
                  <a:pt x="0" y="2426"/>
                </a:moveTo>
                <a:lnTo>
                  <a:pt x="219307" y="0"/>
                </a:lnTo>
              </a:path>
            </a:pathLst>
          </a:custGeom>
          <a:noFill/>
          <a:ln w="4164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98" name="lumia-token-stream-curve">
            <a:extLst>
              <a:ext uri="{FF2B5EF4-FFF2-40B4-BE49-F238E27FC236}">
                <a16:creationId xmlns:a16="http://schemas.microsoft.com/office/drawing/2014/main" id="{F3F67072-E1E8-48AD-BA13-463F7CEBF05A}"/>
              </a:ext>
            </a:extLst>
          </p:cNvPr>
          <p:cNvSpPr>
            <a:spLocks noGrp="1"/>
          </p:cNvSpPr>
          <p:nvPr/>
        </p:nvSpPr>
        <p:spPr>
          <a:xfrm>
            <a:off x="855705" y="6104165"/>
            <a:ext cx="223184" cy="9525"/>
          </a:xfrm>
          <a:custGeom>
            <a:avLst/>
            <a:gdLst/>
            <a:ahLst/>
            <a:cxnLst/>
            <a:rect l="0" t="0" r="0" b="0"/>
            <a:pathLst>
              <a:path w="223184" h="9525">
                <a:moveTo>
                  <a:pt x="0" y="4410"/>
                </a:moveTo>
                <a:lnTo>
                  <a:pt x="223184" y="0"/>
                </a:lnTo>
              </a:path>
            </a:pathLst>
          </a:custGeom>
          <a:noFill/>
          <a:ln w="4164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99" name="lumia-token-stream-curve">
            <a:extLst>
              <a:ext uri="{FF2B5EF4-FFF2-40B4-BE49-F238E27FC236}">
                <a16:creationId xmlns:a16="http://schemas.microsoft.com/office/drawing/2014/main" id="{711B93DA-367E-41EC-83B9-5165D73BE880}"/>
              </a:ext>
            </a:extLst>
          </p:cNvPr>
          <p:cNvSpPr>
            <a:spLocks noGrp="1"/>
          </p:cNvSpPr>
          <p:nvPr/>
        </p:nvSpPr>
        <p:spPr>
          <a:xfrm>
            <a:off x="1078890" y="6099353"/>
            <a:ext cx="226950" cy="9525"/>
          </a:xfrm>
          <a:custGeom>
            <a:avLst/>
            <a:gdLst/>
            <a:ahLst/>
            <a:cxnLst/>
            <a:rect l="0" t="0" r="0" b="0"/>
            <a:pathLst>
              <a:path w="226950" h="9525">
                <a:moveTo>
                  <a:pt x="0" y="4812"/>
                </a:moveTo>
                <a:lnTo>
                  <a:pt x="226950" y="0"/>
                </a:lnTo>
              </a:path>
            </a:pathLst>
          </a:custGeom>
          <a:noFill/>
          <a:ln w="4164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100" name="lumia-token-stream-curve">
            <a:extLst>
              <a:ext uri="{FF2B5EF4-FFF2-40B4-BE49-F238E27FC236}">
                <a16:creationId xmlns:a16="http://schemas.microsoft.com/office/drawing/2014/main" id="{726FC444-0ED0-4411-9522-BC36FE0F59C1}"/>
              </a:ext>
            </a:extLst>
          </p:cNvPr>
          <p:cNvSpPr>
            <a:spLocks noGrp="1"/>
          </p:cNvSpPr>
          <p:nvPr/>
        </p:nvSpPr>
        <p:spPr>
          <a:xfrm>
            <a:off x="1305840" y="6095775"/>
            <a:ext cx="230604" cy="9525"/>
          </a:xfrm>
          <a:custGeom>
            <a:avLst/>
            <a:gdLst/>
            <a:ahLst/>
            <a:cxnLst/>
            <a:rect l="0" t="0" r="0" b="0"/>
            <a:pathLst>
              <a:path w="230604" h="9525">
                <a:moveTo>
                  <a:pt x="0" y="3578"/>
                </a:moveTo>
                <a:lnTo>
                  <a:pt x="230604" y="0"/>
                </a:lnTo>
              </a:path>
            </a:pathLst>
          </a:custGeom>
          <a:noFill/>
          <a:ln w="4164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101" name="lumia-token-stream-curve">
            <a:extLst>
              <a:ext uri="{FF2B5EF4-FFF2-40B4-BE49-F238E27FC236}">
                <a16:creationId xmlns:a16="http://schemas.microsoft.com/office/drawing/2014/main" id="{FBBB66A6-EAEE-4452-97F7-EF055DD0EF61}"/>
              </a:ext>
            </a:extLst>
          </p:cNvPr>
          <p:cNvSpPr>
            <a:spLocks noGrp="1"/>
          </p:cNvSpPr>
          <p:nvPr/>
        </p:nvSpPr>
        <p:spPr>
          <a:xfrm>
            <a:off x="1536444" y="6094967"/>
            <a:ext cx="234147" cy="9525"/>
          </a:xfrm>
          <a:custGeom>
            <a:avLst/>
            <a:gdLst/>
            <a:ahLst/>
            <a:cxnLst/>
            <a:rect l="0" t="0" r="0" b="0"/>
            <a:pathLst>
              <a:path w="234147" h="9525">
                <a:moveTo>
                  <a:pt x="0" y="807"/>
                </a:moveTo>
                <a:lnTo>
                  <a:pt x="234147" y="0"/>
                </a:lnTo>
              </a:path>
            </a:pathLst>
          </a:custGeom>
          <a:noFill/>
          <a:ln w="4164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102" name="lumia-token-stream-curve">
            <a:extLst>
              <a:ext uri="{FF2B5EF4-FFF2-40B4-BE49-F238E27FC236}">
                <a16:creationId xmlns:a16="http://schemas.microsoft.com/office/drawing/2014/main" id="{AC00F03A-505D-4E92-A299-4CA6D95FFE58}"/>
              </a:ext>
            </a:extLst>
          </p:cNvPr>
          <p:cNvSpPr>
            <a:spLocks noGrp="1"/>
          </p:cNvSpPr>
          <p:nvPr/>
        </p:nvSpPr>
        <p:spPr>
          <a:xfrm>
            <a:off x="1770591" y="6094967"/>
            <a:ext cx="237578" cy="9525"/>
          </a:xfrm>
          <a:custGeom>
            <a:avLst/>
            <a:gdLst/>
            <a:ahLst/>
            <a:cxnLst/>
            <a:rect l="0" t="0" r="0" b="0"/>
            <a:pathLst>
              <a:path w="237578" h="9525">
                <a:moveTo>
                  <a:pt x="0" y="0"/>
                </a:moveTo>
                <a:lnTo>
                  <a:pt x="237578" y="3240"/>
                </a:lnTo>
              </a:path>
            </a:pathLst>
          </a:custGeom>
          <a:noFill/>
          <a:ln w="4164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103" name="lumia-token-stream-curve">
            <a:extLst>
              <a:ext uri="{FF2B5EF4-FFF2-40B4-BE49-F238E27FC236}">
                <a16:creationId xmlns:a16="http://schemas.microsoft.com/office/drawing/2014/main" id="{3626582A-7AB8-47B8-A6C2-597B1122FD86}"/>
              </a:ext>
            </a:extLst>
          </p:cNvPr>
          <p:cNvSpPr>
            <a:spLocks noGrp="1"/>
          </p:cNvSpPr>
          <p:nvPr/>
        </p:nvSpPr>
        <p:spPr>
          <a:xfrm>
            <a:off x="2008169" y="6098207"/>
            <a:ext cx="240898" cy="9525"/>
          </a:xfrm>
          <a:custGeom>
            <a:avLst/>
            <a:gdLst/>
            <a:ahLst/>
            <a:cxnLst/>
            <a:rect l="0" t="0" r="0" b="0"/>
            <a:pathLst>
              <a:path w="240898" h="9525">
                <a:moveTo>
                  <a:pt x="0" y="0"/>
                </a:moveTo>
                <a:lnTo>
                  <a:pt x="240898" y="8147"/>
                </a:lnTo>
              </a:path>
            </a:pathLst>
          </a:custGeom>
          <a:noFill/>
          <a:ln w="4164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104" name="lumia-token-stream-curve">
            <a:extLst>
              <a:ext uri="{FF2B5EF4-FFF2-40B4-BE49-F238E27FC236}">
                <a16:creationId xmlns:a16="http://schemas.microsoft.com/office/drawing/2014/main" id="{08150BFD-09A4-460F-B654-63E74A5BC5D7}"/>
              </a:ext>
            </a:extLst>
          </p:cNvPr>
          <p:cNvSpPr>
            <a:spLocks noGrp="1"/>
          </p:cNvSpPr>
          <p:nvPr/>
        </p:nvSpPr>
        <p:spPr>
          <a:xfrm>
            <a:off x="2249067" y="6106354"/>
            <a:ext cx="244106" cy="13368"/>
          </a:xfrm>
          <a:custGeom>
            <a:avLst/>
            <a:gdLst/>
            <a:ahLst/>
            <a:cxnLst/>
            <a:rect l="0" t="0" r="0" b="0"/>
            <a:pathLst>
              <a:path w="244106" h="13368">
                <a:moveTo>
                  <a:pt x="0" y="0"/>
                </a:moveTo>
                <a:lnTo>
                  <a:pt x="244106" y="13368"/>
                </a:lnTo>
              </a:path>
            </a:pathLst>
          </a:custGeom>
          <a:noFill/>
          <a:ln w="4164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105" name="lumia-token-stream-curve">
            <a:extLst>
              <a:ext uri="{FF2B5EF4-FFF2-40B4-BE49-F238E27FC236}">
                <a16:creationId xmlns:a16="http://schemas.microsoft.com/office/drawing/2014/main" id="{2B7CD71F-01A0-4951-8F96-ED3F3E1187ED}"/>
              </a:ext>
            </a:extLst>
          </p:cNvPr>
          <p:cNvSpPr>
            <a:spLocks noGrp="1"/>
          </p:cNvSpPr>
          <p:nvPr/>
        </p:nvSpPr>
        <p:spPr>
          <a:xfrm>
            <a:off x="2493173" y="6119722"/>
            <a:ext cx="247203" cy="18273"/>
          </a:xfrm>
          <a:custGeom>
            <a:avLst/>
            <a:gdLst/>
            <a:ahLst/>
            <a:cxnLst/>
            <a:rect l="0" t="0" r="0" b="0"/>
            <a:pathLst>
              <a:path w="247203" h="18273">
                <a:moveTo>
                  <a:pt x="0" y="0"/>
                </a:moveTo>
                <a:lnTo>
                  <a:pt x="247203" y="18273"/>
                </a:lnTo>
              </a:path>
            </a:pathLst>
          </a:custGeom>
          <a:noFill/>
          <a:ln w="4164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106" name="lumia-token-stream-curve">
            <a:extLst>
              <a:ext uri="{FF2B5EF4-FFF2-40B4-BE49-F238E27FC236}">
                <a16:creationId xmlns:a16="http://schemas.microsoft.com/office/drawing/2014/main" id="{16986361-D266-4373-8750-87A49B8F6175}"/>
              </a:ext>
            </a:extLst>
          </p:cNvPr>
          <p:cNvSpPr>
            <a:spLocks noGrp="1"/>
          </p:cNvSpPr>
          <p:nvPr/>
        </p:nvSpPr>
        <p:spPr>
          <a:xfrm>
            <a:off x="2740376" y="6137995"/>
            <a:ext cx="250188" cy="22210"/>
          </a:xfrm>
          <a:custGeom>
            <a:avLst/>
            <a:gdLst/>
            <a:ahLst/>
            <a:cxnLst/>
            <a:rect l="0" t="0" r="0" b="0"/>
            <a:pathLst>
              <a:path w="250188" h="22210">
                <a:moveTo>
                  <a:pt x="0" y="0"/>
                </a:moveTo>
                <a:lnTo>
                  <a:pt x="250188" y="22210"/>
                </a:lnTo>
              </a:path>
            </a:pathLst>
          </a:custGeom>
          <a:noFill/>
          <a:ln w="4164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107" name="lumia-token-stream-curve">
            <a:extLst>
              <a:ext uri="{FF2B5EF4-FFF2-40B4-BE49-F238E27FC236}">
                <a16:creationId xmlns:a16="http://schemas.microsoft.com/office/drawing/2014/main" id="{C4DE2ED5-5B8A-4F65-9966-4445485D3986}"/>
              </a:ext>
            </a:extLst>
          </p:cNvPr>
          <p:cNvSpPr>
            <a:spLocks noGrp="1"/>
          </p:cNvSpPr>
          <p:nvPr/>
        </p:nvSpPr>
        <p:spPr>
          <a:xfrm>
            <a:off x="2990565" y="6160205"/>
            <a:ext cx="253062" cy="24575"/>
          </a:xfrm>
          <a:custGeom>
            <a:avLst/>
            <a:gdLst/>
            <a:ahLst/>
            <a:cxnLst/>
            <a:rect l="0" t="0" r="0" b="0"/>
            <a:pathLst>
              <a:path w="253062" h="24575">
                <a:moveTo>
                  <a:pt x="0" y="0"/>
                </a:moveTo>
                <a:lnTo>
                  <a:pt x="253062" y="24575"/>
                </a:lnTo>
              </a:path>
            </a:pathLst>
          </a:custGeom>
          <a:noFill/>
          <a:ln w="4164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108" name="lumia-token-stream-curve">
            <a:extLst>
              <a:ext uri="{FF2B5EF4-FFF2-40B4-BE49-F238E27FC236}">
                <a16:creationId xmlns:a16="http://schemas.microsoft.com/office/drawing/2014/main" id="{3111C002-889A-4AFB-B3FC-CD678D56BA0A}"/>
              </a:ext>
            </a:extLst>
          </p:cNvPr>
          <p:cNvSpPr>
            <a:spLocks noGrp="1"/>
          </p:cNvSpPr>
          <p:nvPr/>
        </p:nvSpPr>
        <p:spPr>
          <a:xfrm>
            <a:off x="3243627" y="6184780"/>
            <a:ext cx="255825" cy="24888"/>
          </a:xfrm>
          <a:custGeom>
            <a:avLst/>
            <a:gdLst/>
            <a:ahLst/>
            <a:cxnLst/>
            <a:rect l="0" t="0" r="0" b="0"/>
            <a:pathLst>
              <a:path w="255825" h="24888">
                <a:moveTo>
                  <a:pt x="0" y="0"/>
                </a:moveTo>
                <a:lnTo>
                  <a:pt x="255825" y="24888"/>
                </a:lnTo>
              </a:path>
            </a:pathLst>
          </a:custGeom>
          <a:noFill/>
          <a:ln w="4164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109" name="lumia-token-stream-curve">
            <a:extLst>
              <a:ext uri="{FF2B5EF4-FFF2-40B4-BE49-F238E27FC236}">
                <a16:creationId xmlns:a16="http://schemas.microsoft.com/office/drawing/2014/main" id="{C3E7A89D-296E-4510-B770-EF8E78F09B6E}"/>
              </a:ext>
            </a:extLst>
          </p:cNvPr>
          <p:cNvSpPr>
            <a:spLocks noGrp="1"/>
          </p:cNvSpPr>
          <p:nvPr/>
        </p:nvSpPr>
        <p:spPr>
          <a:xfrm>
            <a:off x="3499452" y="6209669"/>
            <a:ext cx="258476" cy="22861"/>
          </a:xfrm>
          <a:custGeom>
            <a:avLst/>
            <a:gdLst/>
            <a:ahLst/>
            <a:cxnLst/>
            <a:rect l="0" t="0" r="0" b="0"/>
            <a:pathLst>
              <a:path w="258476" h="22861">
                <a:moveTo>
                  <a:pt x="0" y="0"/>
                </a:moveTo>
                <a:lnTo>
                  <a:pt x="258476" y="22861"/>
                </a:lnTo>
              </a:path>
            </a:pathLst>
          </a:custGeom>
          <a:noFill/>
          <a:ln w="4164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110" name="lumia-token-stream-curve">
            <a:extLst>
              <a:ext uri="{FF2B5EF4-FFF2-40B4-BE49-F238E27FC236}">
                <a16:creationId xmlns:a16="http://schemas.microsoft.com/office/drawing/2014/main" id="{6556ACE9-98D8-4349-8716-BA20BE97F094}"/>
              </a:ext>
            </a:extLst>
          </p:cNvPr>
          <p:cNvSpPr>
            <a:spLocks noGrp="1"/>
          </p:cNvSpPr>
          <p:nvPr/>
        </p:nvSpPr>
        <p:spPr>
          <a:xfrm>
            <a:off x="3757927" y="6232530"/>
            <a:ext cx="261015" cy="18450"/>
          </a:xfrm>
          <a:custGeom>
            <a:avLst/>
            <a:gdLst/>
            <a:ahLst/>
            <a:cxnLst/>
            <a:rect l="0" t="0" r="0" b="0"/>
            <a:pathLst>
              <a:path w="261015" h="18450">
                <a:moveTo>
                  <a:pt x="0" y="0"/>
                </a:moveTo>
                <a:lnTo>
                  <a:pt x="261015" y="18450"/>
                </a:lnTo>
              </a:path>
            </a:pathLst>
          </a:custGeom>
          <a:noFill/>
          <a:ln w="4164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111" name="lumia-token-stream-curve">
            <a:extLst>
              <a:ext uri="{FF2B5EF4-FFF2-40B4-BE49-F238E27FC236}">
                <a16:creationId xmlns:a16="http://schemas.microsoft.com/office/drawing/2014/main" id="{4E2294AD-825B-47E9-A8A5-7617CC18D7B3}"/>
              </a:ext>
            </a:extLst>
          </p:cNvPr>
          <p:cNvSpPr>
            <a:spLocks noGrp="1"/>
          </p:cNvSpPr>
          <p:nvPr/>
        </p:nvSpPr>
        <p:spPr>
          <a:xfrm>
            <a:off x="4018943" y="6250980"/>
            <a:ext cx="263443" cy="11882"/>
          </a:xfrm>
          <a:custGeom>
            <a:avLst/>
            <a:gdLst/>
            <a:ahLst/>
            <a:cxnLst/>
            <a:rect l="0" t="0" r="0" b="0"/>
            <a:pathLst>
              <a:path w="263443" h="11882">
                <a:moveTo>
                  <a:pt x="0" y="0"/>
                </a:moveTo>
                <a:lnTo>
                  <a:pt x="263443" y="11882"/>
                </a:lnTo>
              </a:path>
            </a:pathLst>
          </a:custGeom>
          <a:noFill/>
          <a:ln w="4177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112" name="lumia-token-stream-curve">
            <a:extLst>
              <a:ext uri="{FF2B5EF4-FFF2-40B4-BE49-F238E27FC236}">
                <a16:creationId xmlns:a16="http://schemas.microsoft.com/office/drawing/2014/main" id="{315B3D9E-8346-4099-9FF0-1FC650750BC5}"/>
              </a:ext>
            </a:extLst>
          </p:cNvPr>
          <p:cNvSpPr>
            <a:spLocks noGrp="1"/>
          </p:cNvSpPr>
          <p:nvPr/>
        </p:nvSpPr>
        <p:spPr>
          <a:xfrm>
            <a:off x="4282386" y="6262862"/>
            <a:ext cx="265760" cy="9525"/>
          </a:xfrm>
          <a:custGeom>
            <a:avLst/>
            <a:gdLst/>
            <a:ahLst/>
            <a:cxnLst/>
            <a:rect l="0" t="0" r="0" b="0"/>
            <a:pathLst>
              <a:path w="265760" h="9525">
                <a:moveTo>
                  <a:pt x="0" y="0"/>
                </a:moveTo>
                <a:lnTo>
                  <a:pt x="265760" y="3651"/>
                </a:lnTo>
              </a:path>
            </a:pathLst>
          </a:custGeom>
          <a:noFill/>
          <a:ln w="4206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113" name="lumia-token-stream-curve">
            <a:extLst>
              <a:ext uri="{FF2B5EF4-FFF2-40B4-BE49-F238E27FC236}">
                <a16:creationId xmlns:a16="http://schemas.microsoft.com/office/drawing/2014/main" id="{7555FFD8-B49C-4642-A59B-09DD09D91783}"/>
              </a:ext>
            </a:extLst>
          </p:cNvPr>
          <p:cNvSpPr>
            <a:spLocks noGrp="1"/>
          </p:cNvSpPr>
          <p:nvPr/>
        </p:nvSpPr>
        <p:spPr>
          <a:xfrm>
            <a:off x="4548145" y="6260990"/>
            <a:ext cx="267965" cy="9525"/>
          </a:xfrm>
          <a:custGeom>
            <a:avLst/>
            <a:gdLst/>
            <a:ahLst/>
            <a:cxnLst/>
            <a:rect l="0" t="0" r="0" b="0"/>
            <a:pathLst>
              <a:path w="267965" h="9525">
                <a:moveTo>
                  <a:pt x="0" y="5523"/>
                </a:moveTo>
                <a:lnTo>
                  <a:pt x="267965" y="0"/>
                </a:lnTo>
              </a:path>
            </a:pathLst>
          </a:custGeom>
          <a:noFill/>
          <a:ln w="4249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114" name="lumia-token-stream-curve">
            <a:extLst>
              <a:ext uri="{FF2B5EF4-FFF2-40B4-BE49-F238E27FC236}">
                <a16:creationId xmlns:a16="http://schemas.microsoft.com/office/drawing/2014/main" id="{AB04FD69-0FFA-44B2-A093-C286B37A898F}"/>
              </a:ext>
            </a:extLst>
          </p:cNvPr>
          <p:cNvSpPr>
            <a:spLocks noGrp="1"/>
          </p:cNvSpPr>
          <p:nvPr/>
        </p:nvSpPr>
        <p:spPr>
          <a:xfrm>
            <a:off x="4816110" y="6246226"/>
            <a:ext cx="270058" cy="14764"/>
          </a:xfrm>
          <a:custGeom>
            <a:avLst/>
            <a:gdLst/>
            <a:ahLst/>
            <a:cxnLst/>
            <a:rect l="0" t="0" r="0" b="0"/>
            <a:pathLst>
              <a:path w="270058" h="14764">
                <a:moveTo>
                  <a:pt x="0" y="14764"/>
                </a:moveTo>
                <a:lnTo>
                  <a:pt x="270058" y="0"/>
                </a:lnTo>
              </a:path>
            </a:pathLst>
          </a:custGeom>
          <a:noFill/>
          <a:ln w="4307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115" name="lumia-token-stream-curve">
            <a:extLst>
              <a:ext uri="{FF2B5EF4-FFF2-40B4-BE49-F238E27FC236}">
                <a16:creationId xmlns:a16="http://schemas.microsoft.com/office/drawing/2014/main" id="{5FB0DFC4-778F-4A1F-8292-FD4984A72FD7}"/>
              </a:ext>
            </a:extLst>
          </p:cNvPr>
          <p:cNvSpPr>
            <a:spLocks noGrp="1"/>
          </p:cNvSpPr>
          <p:nvPr/>
        </p:nvSpPr>
        <p:spPr>
          <a:xfrm>
            <a:off x="5086168" y="6223085"/>
            <a:ext cx="272040" cy="23141"/>
          </a:xfrm>
          <a:custGeom>
            <a:avLst/>
            <a:gdLst/>
            <a:ahLst/>
            <a:cxnLst/>
            <a:rect l="0" t="0" r="0" b="0"/>
            <a:pathLst>
              <a:path w="272040" h="23141">
                <a:moveTo>
                  <a:pt x="0" y="23141"/>
                </a:moveTo>
                <a:lnTo>
                  <a:pt x="272040" y="0"/>
                </a:lnTo>
              </a:path>
            </a:pathLst>
          </a:custGeom>
          <a:noFill/>
          <a:ln w="4376">
            <a:solidFill>
              <a:srgbClr val="D74242">
                <a:alpha val="3000"/>
              </a:srgbClr>
            </a:solidFill>
            <a:prstDash val="solid"/>
          </a:ln>
        </p:spPr>
      </p:sp>
      <p:sp>
        <p:nvSpPr>
          <p:cNvPr id="116" name="lumia-token-stream-curve">
            <a:extLst>
              <a:ext uri="{FF2B5EF4-FFF2-40B4-BE49-F238E27FC236}">
                <a16:creationId xmlns:a16="http://schemas.microsoft.com/office/drawing/2014/main" id="{F59B089C-A153-4E6E-B50B-D8AB59B5CE9D}"/>
              </a:ext>
            </a:extLst>
          </p:cNvPr>
          <p:cNvSpPr>
            <a:spLocks noGrp="1"/>
          </p:cNvSpPr>
          <p:nvPr/>
        </p:nvSpPr>
        <p:spPr>
          <a:xfrm>
            <a:off x="5358209" y="6193308"/>
            <a:ext cx="273911" cy="29777"/>
          </a:xfrm>
          <a:custGeom>
            <a:avLst/>
            <a:gdLst/>
            <a:ahLst/>
            <a:cxnLst/>
            <a:rect l="0" t="0" r="0" b="0"/>
            <a:pathLst>
              <a:path w="273911" h="29777">
                <a:moveTo>
                  <a:pt x="0" y="29777"/>
                </a:moveTo>
                <a:lnTo>
                  <a:pt x="273911" y="0"/>
                </a:lnTo>
              </a:path>
            </a:pathLst>
          </a:custGeom>
          <a:noFill/>
          <a:ln w="4457">
            <a:solidFill>
              <a:srgbClr val="E44339">
                <a:alpha val="3000"/>
              </a:srgbClr>
            </a:solidFill>
            <a:prstDash val="solid"/>
          </a:ln>
        </p:spPr>
      </p:sp>
      <p:sp>
        <p:nvSpPr>
          <p:cNvPr id="117" name="lumia-token-stream-curve">
            <a:extLst>
              <a:ext uri="{FF2B5EF4-FFF2-40B4-BE49-F238E27FC236}">
                <a16:creationId xmlns:a16="http://schemas.microsoft.com/office/drawing/2014/main" id="{5106FFFC-4CA0-426F-BC43-8AF18C7E6D71}"/>
              </a:ext>
            </a:extLst>
          </p:cNvPr>
          <p:cNvSpPr>
            <a:spLocks noGrp="1"/>
          </p:cNvSpPr>
          <p:nvPr/>
        </p:nvSpPr>
        <p:spPr>
          <a:xfrm>
            <a:off x="5632120" y="6159334"/>
            <a:ext cx="275670" cy="33974"/>
          </a:xfrm>
          <a:custGeom>
            <a:avLst/>
            <a:gdLst/>
            <a:ahLst/>
            <a:cxnLst/>
            <a:rect l="0" t="0" r="0" b="0"/>
            <a:pathLst>
              <a:path w="275670" h="33974">
                <a:moveTo>
                  <a:pt x="0" y="33974"/>
                </a:moveTo>
                <a:lnTo>
                  <a:pt x="275670" y="0"/>
                </a:lnTo>
              </a:path>
            </a:pathLst>
          </a:custGeom>
          <a:noFill/>
          <a:ln w="4548">
            <a:solidFill>
              <a:srgbClr val="EB4833">
                <a:alpha val="3000"/>
              </a:srgbClr>
            </a:solidFill>
            <a:prstDash val="solid"/>
          </a:ln>
        </p:spPr>
      </p:sp>
      <p:sp>
        <p:nvSpPr>
          <p:cNvPr id="118" name="lumia-token-stream-curve">
            <a:extLst>
              <a:ext uri="{FF2B5EF4-FFF2-40B4-BE49-F238E27FC236}">
                <a16:creationId xmlns:a16="http://schemas.microsoft.com/office/drawing/2014/main" id="{F4D250B8-0534-4447-BE5F-646309C4E970}"/>
              </a:ext>
            </a:extLst>
          </p:cNvPr>
          <p:cNvSpPr>
            <a:spLocks noGrp="1"/>
          </p:cNvSpPr>
          <p:nvPr/>
        </p:nvSpPr>
        <p:spPr>
          <a:xfrm>
            <a:off x="5907790" y="6124031"/>
            <a:ext cx="277318" cy="35303"/>
          </a:xfrm>
          <a:custGeom>
            <a:avLst/>
            <a:gdLst/>
            <a:ahLst/>
            <a:cxnLst/>
            <a:rect l="0" t="0" r="0" b="0"/>
            <a:pathLst>
              <a:path w="277318" h="35303">
                <a:moveTo>
                  <a:pt x="0" y="35303"/>
                </a:moveTo>
                <a:lnTo>
                  <a:pt x="277318" y="0"/>
                </a:lnTo>
              </a:path>
            </a:pathLst>
          </a:custGeom>
          <a:noFill/>
          <a:ln w="4648">
            <a:solidFill>
              <a:srgbClr val="EC532F">
                <a:alpha val="3000"/>
              </a:srgbClr>
            </a:solidFill>
            <a:prstDash val="solid"/>
          </a:ln>
        </p:spPr>
      </p:sp>
      <p:sp>
        <p:nvSpPr>
          <p:cNvPr id="119" name="lumia-token-stream-curve">
            <a:extLst>
              <a:ext uri="{FF2B5EF4-FFF2-40B4-BE49-F238E27FC236}">
                <a16:creationId xmlns:a16="http://schemas.microsoft.com/office/drawing/2014/main" id="{AD0275D6-644C-40F1-B877-AB8F16E35A62}"/>
              </a:ext>
            </a:extLst>
          </p:cNvPr>
          <p:cNvSpPr>
            <a:spLocks noGrp="1"/>
          </p:cNvSpPr>
          <p:nvPr/>
        </p:nvSpPr>
        <p:spPr>
          <a:xfrm>
            <a:off x="6185108" y="6090350"/>
            <a:ext cx="278854" cy="33681"/>
          </a:xfrm>
          <a:custGeom>
            <a:avLst/>
            <a:gdLst/>
            <a:ahLst/>
            <a:cxnLst/>
            <a:rect l="0" t="0" r="0" b="0"/>
            <a:pathLst>
              <a:path w="278854" h="33681">
                <a:moveTo>
                  <a:pt x="0" y="33681"/>
                </a:moveTo>
                <a:lnTo>
                  <a:pt x="278854" y="0"/>
                </a:lnTo>
              </a:path>
            </a:pathLst>
          </a:custGeom>
          <a:noFill/>
          <a:ln w="4755">
            <a:solidFill>
              <a:srgbClr val="EE5E2A">
                <a:alpha val="3000"/>
              </a:srgbClr>
            </a:solidFill>
            <a:prstDash val="solid"/>
          </a:ln>
        </p:spPr>
      </p:sp>
      <p:sp>
        <p:nvSpPr>
          <p:cNvPr id="120" name="lumia-token-stream-curve">
            <a:extLst>
              <a:ext uri="{FF2B5EF4-FFF2-40B4-BE49-F238E27FC236}">
                <a16:creationId xmlns:a16="http://schemas.microsoft.com/office/drawing/2014/main" id="{4A2B3F3B-5EA0-4FA3-9BF6-2AA3FC33565C}"/>
              </a:ext>
            </a:extLst>
          </p:cNvPr>
          <p:cNvSpPr>
            <a:spLocks noGrp="1"/>
          </p:cNvSpPr>
          <p:nvPr/>
        </p:nvSpPr>
        <p:spPr>
          <a:xfrm>
            <a:off x="6463963" y="6060951"/>
            <a:ext cx="280279" cy="29399"/>
          </a:xfrm>
          <a:custGeom>
            <a:avLst/>
            <a:gdLst/>
            <a:ahLst/>
            <a:cxnLst/>
            <a:rect l="0" t="0" r="0" b="0"/>
            <a:pathLst>
              <a:path w="280279" h="29399">
                <a:moveTo>
                  <a:pt x="0" y="29399"/>
                </a:moveTo>
                <a:lnTo>
                  <a:pt x="280279" y="0"/>
                </a:lnTo>
              </a:path>
            </a:pathLst>
          </a:custGeom>
          <a:noFill/>
          <a:ln w="4869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121" name="lumia-token-stream-curve">
            <a:extLst>
              <a:ext uri="{FF2B5EF4-FFF2-40B4-BE49-F238E27FC236}">
                <a16:creationId xmlns:a16="http://schemas.microsoft.com/office/drawing/2014/main" id="{ABE6447D-846F-4199-A27A-F15AD164E7E7}"/>
              </a:ext>
            </a:extLst>
          </p:cNvPr>
          <p:cNvSpPr>
            <a:spLocks noGrp="1"/>
          </p:cNvSpPr>
          <p:nvPr/>
        </p:nvSpPr>
        <p:spPr>
          <a:xfrm>
            <a:off x="6744242" y="6037852"/>
            <a:ext cx="281592" cy="23099"/>
          </a:xfrm>
          <a:custGeom>
            <a:avLst/>
            <a:gdLst/>
            <a:ahLst/>
            <a:cxnLst/>
            <a:rect l="0" t="0" r="0" b="0"/>
            <a:pathLst>
              <a:path w="281592" h="23099">
                <a:moveTo>
                  <a:pt x="0" y="23099"/>
                </a:moveTo>
                <a:lnTo>
                  <a:pt x="281592" y="0"/>
                </a:lnTo>
              </a:path>
            </a:pathLst>
          </a:custGeom>
          <a:noFill/>
          <a:ln w="4988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122" name="lumia-token-stream-curve">
            <a:extLst>
              <a:ext uri="{FF2B5EF4-FFF2-40B4-BE49-F238E27FC236}">
                <a16:creationId xmlns:a16="http://schemas.microsoft.com/office/drawing/2014/main" id="{CF3FBBD0-169A-47CC-9E92-01AE9F82BEA1}"/>
              </a:ext>
            </a:extLst>
          </p:cNvPr>
          <p:cNvSpPr>
            <a:spLocks noGrp="1"/>
          </p:cNvSpPr>
          <p:nvPr/>
        </p:nvSpPr>
        <p:spPr>
          <a:xfrm>
            <a:off x="7025834" y="6022143"/>
            <a:ext cx="282794" cy="15709"/>
          </a:xfrm>
          <a:custGeom>
            <a:avLst/>
            <a:gdLst/>
            <a:ahLst/>
            <a:cxnLst/>
            <a:rect l="0" t="0" r="0" b="0"/>
            <a:pathLst>
              <a:path w="282794" h="15709">
                <a:moveTo>
                  <a:pt x="0" y="15709"/>
                </a:moveTo>
                <a:lnTo>
                  <a:pt x="282794" y="0"/>
                </a:lnTo>
              </a:path>
            </a:pathLst>
          </a:custGeom>
          <a:noFill/>
          <a:ln w="5111">
            <a:solidFill>
              <a:srgbClr val="F27E1E">
                <a:alpha val="4000"/>
              </a:srgbClr>
            </a:solidFill>
            <a:prstDash val="solid"/>
          </a:ln>
        </p:spPr>
      </p:sp>
      <p:sp>
        <p:nvSpPr>
          <p:cNvPr id="123" name="lumia-token-stream-curve">
            <a:extLst>
              <a:ext uri="{FF2B5EF4-FFF2-40B4-BE49-F238E27FC236}">
                <a16:creationId xmlns:a16="http://schemas.microsoft.com/office/drawing/2014/main" id="{E6D38776-10AC-4FCE-ABAD-DF4FCC553E8D}"/>
              </a:ext>
            </a:extLst>
          </p:cNvPr>
          <p:cNvSpPr>
            <a:spLocks noGrp="1"/>
          </p:cNvSpPr>
          <p:nvPr/>
        </p:nvSpPr>
        <p:spPr>
          <a:xfrm>
            <a:off x="7308628" y="6013820"/>
            <a:ext cx="283885" cy="9525"/>
          </a:xfrm>
          <a:custGeom>
            <a:avLst/>
            <a:gdLst/>
            <a:ahLst/>
            <a:cxnLst/>
            <a:rect l="0" t="0" r="0" b="0"/>
            <a:pathLst>
              <a:path w="283885" h="9525">
                <a:moveTo>
                  <a:pt x="0" y="8323"/>
                </a:moveTo>
                <a:lnTo>
                  <a:pt x="283885" y="0"/>
                </a:lnTo>
              </a:path>
            </a:pathLst>
          </a:custGeom>
          <a:noFill/>
          <a:ln w="5237">
            <a:solidFill>
              <a:srgbClr val="F48919">
                <a:alpha val="4000"/>
              </a:srgbClr>
            </a:solidFill>
            <a:prstDash val="solid"/>
          </a:ln>
        </p:spPr>
      </p:sp>
      <p:sp>
        <p:nvSpPr>
          <p:cNvPr id="124" name="lumia-token-stream-curve">
            <a:extLst>
              <a:ext uri="{FF2B5EF4-FFF2-40B4-BE49-F238E27FC236}">
                <a16:creationId xmlns:a16="http://schemas.microsoft.com/office/drawing/2014/main" id="{1B16C3C7-E36A-4DA0-A7DA-1A18272B9DD8}"/>
              </a:ext>
            </a:extLst>
          </p:cNvPr>
          <p:cNvSpPr>
            <a:spLocks noGrp="1"/>
          </p:cNvSpPr>
          <p:nvPr/>
        </p:nvSpPr>
        <p:spPr>
          <a:xfrm>
            <a:off x="7592513" y="6011751"/>
            <a:ext cx="284864" cy="9525"/>
          </a:xfrm>
          <a:custGeom>
            <a:avLst/>
            <a:gdLst/>
            <a:ahLst/>
            <a:cxnLst/>
            <a:rect l="0" t="0" r="0" b="0"/>
            <a:pathLst>
              <a:path w="284864" h="9525">
                <a:moveTo>
                  <a:pt x="0" y="2069"/>
                </a:moveTo>
                <a:lnTo>
                  <a:pt x="284864" y="0"/>
                </a:lnTo>
              </a:path>
            </a:pathLst>
          </a:custGeom>
          <a:noFill/>
          <a:ln w="5365">
            <a:solidFill>
              <a:srgbClr val="F59415">
                <a:alpha val="4000"/>
              </a:srgbClr>
            </a:solidFill>
            <a:prstDash val="solid"/>
          </a:ln>
        </p:spPr>
      </p:sp>
      <p:sp>
        <p:nvSpPr>
          <p:cNvPr id="125" name="lumia-token-stream-curve">
            <a:extLst>
              <a:ext uri="{FF2B5EF4-FFF2-40B4-BE49-F238E27FC236}">
                <a16:creationId xmlns:a16="http://schemas.microsoft.com/office/drawing/2014/main" id="{9D32723A-CB21-4105-8811-51882ACEEB01}"/>
              </a:ext>
            </a:extLst>
          </p:cNvPr>
          <p:cNvSpPr>
            <a:spLocks noGrp="1"/>
          </p:cNvSpPr>
          <p:nvPr/>
        </p:nvSpPr>
        <p:spPr>
          <a:xfrm>
            <a:off x="7877376" y="6011751"/>
            <a:ext cx="285731" cy="9525"/>
          </a:xfrm>
          <a:custGeom>
            <a:avLst/>
            <a:gdLst/>
            <a:ahLst/>
            <a:cxnLst/>
            <a:rect l="0" t="0" r="0" b="0"/>
            <a:pathLst>
              <a:path w="285731" h="9525">
                <a:moveTo>
                  <a:pt x="0" y="0"/>
                </a:moveTo>
                <a:lnTo>
                  <a:pt x="285731" y="2046"/>
                </a:lnTo>
              </a:path>
            </a:pathLst>
          </a:custGeom>
          <a:noFill/>
          <a:ln w="5493">
            <a:solidFill>
              <a:srgbClr val="F79E11">
                <a:alpha val="4000"/>
              </a:srgbClr>
            </a:solidFill>
            <a:prstDash val="solid"/>
          </a:ln>
        </p:spPr>
      </p:sp>
      <p:sp>
        <p:nvSpPr>
          <p:cNvPr id="126" name="lumia-token-stream-curve">
            <a:extLst>
              <a:ext uri="{FF2B5EF4-FFF2-40B4-BE49-F238E27FC236}">
                <a16:creationId xmlns:a16="http://schemas.microsoft.com/office/drawing/2014/main" id="{D2FCE90E-E292-427F-8863-2A1DD00ECF4B}"/>
              </a:ext>
            </a:extLst>
          </p:cNvPr>
          <p:cNvSpPr>
            <a:spLocks noGrp="1"/>
          </p:cNvSpPr>
          <p:nvPr/>
        </p:nvSpPr>
        <p:spPr>
          <a:xfrm>
            <a:off x="8163107" y="6013797"/>
            <a:ext cx="286487" cy="9525"/>
          </a:xfrm>
          <a:custGeom>
            <a:avLst/>
            <a:gdLst/>
            <a:ahLst/>
            <a:cxnLst/>
            <a:rect l="0" t="0" r="0" b="0"/>
            <a:pathLst>
              <a:path w="286487" h="9525">
                <a:moveTo>
                  <a:pt x="0" y="0"/>
                </a:moveTo>
                <a:lnTo>
                  <a:pt x="286487" y="3278"/>
                </a:lnTo>
              </a:path>
            </a:pathLst>
          </a:custGeom>
          <a:noFill/>
          <a:ln w="5620">
            <a:solidFill>
              <a:srgbClr val="F8A90C">
                <a:alpha val="4000"/>
              </a:srgbClr>
            </a:solidFill>
            <a:prstDash val="solid"/>
          </a:ln>
        </p:spPr>
      </p:sp>
      <p:sp>
        <p:nvSpPr>
          <p:cNvPr id="127" name="lumia-token-stream-curve">
            <a:extLst>
              <a:ext uri="{FF2B5EF4-FFF2-40B4-BE49-F238E27FC236}">
                <a16:creationId xmlns:a16="http://schemas.microsoft.com/office/drawing/2014/main" id="{BD6CFB8E-09C7-414D-BE35-5752DF548C1B}"/>
              </a:ext>
            </a:extLst>
          </p:cNvPr>
          <p:cNvSpPr>
            <a:spLocks noGrp="1"/>
          </p:cNvSpPr>
          <p:nvPr/>
        </p:nvSpPr>
        <p:spPr>
          <a:xfrm>
            <a:off x="8449594" y="6017075"/>
            <a:ext cx="287131" cy="9525"/>
          </a:xfrm>
          <a:custGeom>
            <a:avLst/>
            <a:gdLst/>
            <a:ahLst/>
            <a:cxnLst/>
            <a:rect l="0" t="0" r="0" b="0"/>
            <a:pathLst>
              <a:path w="287131" h="9525">
                <a:moveTo>
                  <a:pt x="0" y="0"/>
                </a:moveTo>
                <a:lnTo>
                  <a:pt x="287131" y="1251"/>
                </a:lnTo>
              </a:path>
            </a:pathLst>
          </a:custGeom>
          <a:noFill/>
          <a:ln w="5746">
            <a:solidFill>
              <a:srgbClr val="FAB408">
                <a:alpha val="4000"/>
              </a:srgbClr>
            </a:solidFill>
            <a:prstDash val="solid"/>
          </a:ln>
        </p:spPr>
      </p:sp>
      <p:sp>
        <p:nvSpPr>
          <p:cNvPr id="128" name="lumia-token-stream-curve">
            <a:extLst>
              <a:ext uri="{FF2B5EF4-FFF2-40B4-BE49-F238E27FC236}">
                <a16:creationId xmlns:a16="http://schemas.microsoft.com/office/drawing/2014/main" id="{B4D7E842-B51B-468C-A1C5-E56FA65763CA}"/>
              </a:ext>
            </a:extLst>
          </p:cNvPr>
          <p:cNvSpPr>
            <a:spLocks noGrp="1"/>
          </p:cNvSpPr>
          <p:nvPr/>
        </p:nvSpPr>
        <p:spPr>
          <a:xfrm>
            <a:off x="8736726" y="6014340"/>
            <a:ext cx="287664" cy="9525"/>
          </a:xfrm>
          <a:custGeom>
            <a:avLst/>
            <a:gdLst/>
            <a:ahLst/>
            <a:cxnLst/>
            <a:rect l="0" t="0" r="0" b="0"/>
            <a:pathLst>
              <a:path w="287664" h="9525">
                <a:moveTo>
                  <a:pt x="0" y="3986"/>
                </a:moveTo>
                <a:lnTo>
                  <a:pt x="287664" y="0"/>
                </a:lnTo>
              </a:path>
            </a:pathLst>
          </a:custGeom>
          <a:noFill/>
          <a:ln w="5868">
            <a:solidFill>
              <a:srgbClr val="F7BC07">
                <a:alpha val="4000"/>
              </a:srgbClr>
            </a:solidFill>
            <a:prstDash val="solid"/>
          </a:ln>
        </p:spPr>
      </p:sp>
      <p:sp>
        <p:nvSpPr>
          <p:cNvPr id="129" name="lumia-token-stream-curve">
            <a:extLst>
              <a:ext uri="{FF2B5EF4-FFF2-40B4-BE49-F238E27FC236}">
                <a16:creationId xmlns:a16="http://schemas.microsoft.com/office/drawing/2014/main" id="{371732CE-9095-40E7-B0C5-111CEFFDC4B4}"/>
              </a:ext>
            </a:extLst>
          </p:cNvPr>
          <p:cNvSpPr>
            <a:spLocks noGrp="1"/>
          </p:cNvSpPr>
          <p:nvPr/>
        </p:nvSpPr>
        <p:spPr>
          <a:xfrm>
            <a:off x="9024390" y="6002391"/>
            <a:ext cx="288086" cy="11950"/>
          </a:xfrm>
          <a:custGeom>
            <a:avLst/>
            <a:gdLst/>
            <a:ahLst/>
            <a:cxnLst/>
            <a:rect l="0" t="0" r="0" b="0"/>
            <a:pathLst>
              <a:path w="288086" h="11950">
                <a:moveTo>
                  <a:pt x="0" y="11950"/>
                </a:moveTo>
                <a:lnTo>
                  <a:pt x="288086" y="0"/>
                </a:lnTo>
              </a:path>
            </a:pathLst>
          </a:custGeom>
          <a:noFill/>
          <a:ln w="5986">
            <a:solidFill>
              <a:srgbClr val="E5BA0E">
                <a:alpha val="4000"/>
              </a:srgbClr>
            </a:solidFill>
            <a:prstDash val="solid"/>
          </a:ln>
        </p:spPr>
      </p:sp>
      <p:sp>
        <p:nvSpPr>
          <p:cNvPr id="130" name="lumia-token-stream-curve">
            <a:extLst>
              <a:ext uri="{FF2B5EF4-FFF2-40B4-BE49-F238E27FC236}">
                <a16:creationId xmlns:a16="http://schemas.microsoft.com/office/drawing/2014/main" id="{18EB9133-6287-4C88-BC8A-94641A7F4DA0}"/>
              </a:ext>
            </a:extLst>
          </p:cNvPr>
          <p:cNvSpPr>
            <a:spLocks noGrp="1"/>
          </p:cNvSpPr>
          <p:nvPr/>
        </p:nvSpPr>
        <p:spPr>
          <a:xfrm>
            <a:off x="9312476" y="5980601"/>
            <a:ext cx="288396" cy="21790"/>
          </a:xfrm>
          <a:custGeom>
            <a:avLst/>
            <a:gdLst/>
            <a:ahLst/>
            <a:cxnLst/>
            <a:rect l="0" t="0" r="0" b="0"/>
            <a:pathLst>
              <a:path w="288396" h="21790">
                <a:moveTo>
                  <a:pt x="0" y="21790"/>
                </a:moveTo>
                <a:lnTo>
                  <a:pt x="288396" y="0"/>
                </a:lnTo>
              </a:path>
            </a:pathLst>
          </a:custGeom>
          <a:noFill/>
          <a:ln w="6098">
            <a:solidFill>
              <a:srgbClr val="D3B815">
                <a:alpha val="4000"/>
              </a:srgbClr>
            </a:solidFill>
            <a:prstDash val="solid"/>
          </a:ln>
        </p:spPr>
      </p:sp>
      <p:sp>
        <p:nvSpPr>
          <p:cNvPr id="131" name="lumia-token-stream-curve">
            <a:extLst>
              <a:ext uri="{FF2B5EF4-FFF2-40B4-BE49-F238E27FC236}">
                <a16:creationId xmlns:a16="http://schemas.microsoft.com/office/drawing/2014/main" id="{F9CD1CAD-2CF7-4692-AA61-A9C099604C8A}"/>
              </a:ext>
            </a:extLst>
          </p:cNvPr>
          <p:cNvSpPr>
            <a:spLocks noGrp="1"/>
          </p:cNvSpPr>
          <p:nvPr/>
        </p:nvSpPr>
        <p:spPr>
          <a:xfrm>
            <a:off x="9600873" y="5948205"/>
            <a:ext cx="288595" cy="32396"/>
          </a:xfrm>
          <a:custGeom>
            <a:avLst/>
            <a:gdLst/>
            <a:ahLst/>
            <a:cxnLst/>
            <a:rect l="0" t="0" r="0" b="0"/>
            <a:pathLst>
              <a:path w="288595" h="32396">
                <a:moveTo>
                  <a:pt x="0" y="32396"/>
                </a:moveTo>
                <a:lnTo>
                  <a:pt x="288595" y="0"/>
                </a:lnTo>
              </a:path>
            </a:pathLst>
          </a:custGeom>
          <a:noFill/>
          <a:ln w="6204">
            <a:solidFill>
              <a:srgbClr val="C2B61C">
                <a:alpha val="4000"/>
              </a:srgbClr>
            </a:solidFill>
            <a:prstDash val="solid"/>
          </a:ln>
        </p:spPr>
      </p:sp>
      <p:sp>
        <p:nvSpPr>
          <p:cNvPr id="132" name="lumia-token-stream-curve">
            <a:extLst>
              <a:ext uri="{FF2B5EF4-FFF2-40B4-BE49-F238E27FC236}">
                <a16:creationId xmlns:a16="http://schemas.microsoft.com/office/drawing/2014/main" id="{53024A09-0336-4EC2-921D-366C0C24CD00}"/>
              </a:ext>
            </a:extLst>
          </p:cNvPr>
          <p:cNvSpPr>
            <a:spLocks noGrp="1"/>
          </p:cNvSpPr>
          <p:nvPr/>
        </p:nvSpPr>
        <p:spPr>
          <a:xfrm>
            <a:off x="9889467" y="5905657"/>
            <a:ext cx="288682" cy="42548"/>
          </a:xfrm>
          <a:custGeom>
            <a:avLst/>
            <a:gdLst/>
            <a:ahLst/>
            <a:cxnLst/>
            <a:rect l="0" t="0" r="0" b="0"/>
            <a:pathLst>
              <a:path w="288682" h="42548">
                <a:moveTo>
                  <a:pt x="0" y="42548"/>
                </a:moveTo>
                <a:lnTo>
                  <a:pt x="288682" y="0"/>
                </a:lnTo>
              </a:path>
            </a:pathLst>
          </a:custGeom>
          <a:noFill/>
          <a:ln w="6301">
            <a:solidFill>
              <a:srgbClr val="B0B422">
                <a:alpha val="5000"/>
              </a:srgbClr>
            </a:solidFill>
            <a:prstDash val="solid"/>
          </a:ln>
        </p:spPr>
      </p:sp>
      <p:sp>
        <p:nvSpPr>
          <p:cNvPr id="133" name="lumia-token-stream-curve">
            <a:extLst>
              <a:ext uri="{FF2B5EF4-FFF2-40B4-BE49-F238E27FC236}">
                <a16:creationId xmlns:a16="http://schemas.microsoft.com/office/drawing/2014/main" id="{A2C5B208-FD09-465E-8844-A6A1443D741D}"/>
              </a:ext>
            </a:extLst>
          </p:cNvPr>
          <p:cNvSpPr>
            <a:spLocks noGrp="1"/>
          </p:cNvSpPr>
          <p:nvPr/>
        </p:nvSpPr>
        <p:spPr>
          <a:xfrm>
            <a:off x="10178149" y="5854572"/>
            <a:ext cx="288658" cy="51084"/>
          </a:xfrm>
          <a:custGeom>
            <a:avLst/>
            <a:gdLst/>
            <a:ahLst/>
            <a:cxnLst/>
            <a:rect l="0" t="0" r="0" b="0"/>
            <a:pathLst>
              <a:path w="288658" h="51084">
                <a:moveTo>
                  <a:pt x="0" y="51084"/>
                </a:moveTo>
                <a:lnTo>
                  <a:pt x="288658" y="0"/>
                </a:lnTo>
              </a:path>
            </a:pathLst>
          </a:custGeom>
          <a:noFill/>
          <a:ln w="6390">
            <a:solidFill>
              <a:srgbClr val="9EB329">
                <a:alpha val="5000"/>
              </a:srgbClr>
            </a:solidFill>
            <a:prstDash val="solid"/>
          </a:ln>
        </p:spPr>
      </p:sp>
      <p:sp>
        <p:nvSpPr>
          <p:cNvPr id="134" name="lumia-token-stream-curve">
            <a:extLst>
              <a:ext uri="{FF2B5EF4-FFF2-40B4-BE49-F238E27FC236}">
                <a16:creationId xmlns:a16="http://schemas.microsoft.com/office/drawing/2014/main" id="{67C6D196-5025-43DB-AA34-DEC6477E682D}"/>
              </a:ext>
            </a:extLst>
          </p:cNvPr>
          <p:cNvSpPr>
            <a:spLocks noGrp="1"/>
          </p:cNvSpPr>
          <p:nvPr/>
        </p:nvSpPr>
        <p:spPr>
          <a:xfrm>
            <a:off x="10466807" y="5797514"/>
            <a:ext cx="288522" cy="57058"/>
          </a:xfrm>
          <a:custGeom>
            <a:avLst/>
            <a:gdLst/>
            <a:ahLst/>
            <a:cxnLst/>
            <a:rect l="0" t="0" r="0" b="0"/>
            <a:pathLst>
              <a:path w="288522" h="57058">
                <a:moveTo>
                  <a:pt x="0" y="57058"/>
                </a:moveTo>
                <a:lnTo>
                  <a:pt x="288522" y="0"/>
                </a:lnTo>
              </a:path>
            </a:pathLst>
          </a:custGeom>
          <a:noFill/>
          <a:ln w="6468">
            <a:solidFill>
              <a:srgbClr val="8CB130">
                <a:alpha val="5000"/>
              </a:srgbClr>
            </a:solidFill>
            <a:prstDash val="solid"/>
          </a:ln>
        </p:spPr>
      </p:sp>
      <p:sp>
        <p:nvSpPr>
          <p:cNvPr id="135" name="lumia-token-stream-curve">
            <a:extLst>
              <a:ext uri="{FF2B5EF4-FFF2-40B4-BE49-F238E27FC236}">
                <a16:creationId xmlns:a16="http://schemas.microsoft.com/office/drawing/2014/main" id="{3CC4305B-B81D-4476-9C6B-54072B7B13F2}"/>
              </a:ext>
            </a:extLst>
          </p:cNvPr>
          <p:cNvSpPr>
            <a:spLocks noGrp="1"/>
          </p:cNvSpPr>
          <p:nvPr/>
        </p:nvSpPr>
        <p:spPr>
          <a:xfrm>
            <a:off x="10755329" y="5737645"/>
            <a:ext cx="288275" cy="59869"/>
          </a:xfrm>
          <a:custGeom>
            <a:avLst/>
            <a:gdLst/>
            <a:ahLst/>
            <a:cxnLst/>
            <a:rect l="0" t="0" r="0" b="0"/>
            <a:pathLst>
              <a:path w="288275" h="59869">
                <a:moveTo>
                  <a:pt x="0" y="59869"/>
                </a:moveTo>
                <a:lnTo>
                  <a:pt x="288275" y="0"/>
                </a:lnTo>
              </a:path>
            </a:pathLst>
          </a:custGeom>
          <a:noFill/>
          <a:ln w="6535">
            <a:solidFill>
              <a:srgbClr val="7BAF37">
                <a:alpha val="5000"/>
              </a:srgbClr>
            </a:solidFill>
            <a:prstDash val="solid"/>
          </a:ln>
        </p:spPr>
      </p:sp>
      <p:sp>
        <p:nvSpPr>
          <p:cNvPr id="136" name="lumia-token-stream-curve">
            <a:extLst>
              <a:ext uri="{FF2B5EF4-FFF2-40B4-BE49-F238E27FC236}">
                <a16:creationId xmlns:a16="http://schemas.microsoft.com/office/drawing/2014/main" id="{939BC13E-50B1-4D65-90EA-17431073357E}"/>
              </a:ext>
            </a:extLst>
          </p:cNvPr>
          <p:cNvSpPr>
            <a:spLocks noGrp="1"/>
          </p:cNvSpPr>
          <p:nvPr/>
        </p:nvSpPr>
        <p:spPr>
          <a:xfrm>
            <a:off x="11043603" y="5678305"/>
            <a:ext cx="287916" cy="59340"/>
          </a:xfrm>
          <a:custGeom>
            <a:avLst/>
            <a:gdLst/>
            <a:ahLst/>
            <a:cxnLst/>
            <a:rect l="0" t="0" r="0" b="0"/>
            <a:pathLst>
              <a:path w="287916" h="59340">
                <a:moveTo>
                  <a:pt x="0" y="59340"/>
                </a:moveTo>
                <a:lnTo>
                  <a:pt x="287916" y="0"/>
                </a:lnTo>
              </a:path>
            </a:pathLst>
          </a:custGeom>
          <a:noFill/>
          <a:ln w="6589">
            <a:solidFill>
              <a:srgbClr val="69AD3E">
                <a:alpha val="5000"/>
              </a:srgbClr>
            </a:solidFill>
            <a:prstDash val="solid"/>
          </a:ln>
        </p:spPr>
      </p:sp>
      <p:sp>
        <p:nvSpPr>
          <p:cNvPr id="137" name="lumia-token-stream-curve">
            <a:extLst>
              <a:ext uri="{FF2B5EF4-FFF2-40B4-BE49-F238E27FC236}">
                <a16:creationId xmlns:a16="http://schemas.microsoft.com/office/drawing/2014/main" id="{3122CE8B-EFEA-4508-8733-4F7BE88673FA}"/>
              </a:ext>
            </a:extLst>
          </p:cNvPr>
          <p:cNvSpPr>
            <a:spLocks noGrp="1"/>
          </p:cNvSpPr>
          <p:nvPr/>
        </p:nvSpPr>
        <p:spPr>
          <a:xfrm>
            <a:off x="11331519" y="5622562"/>
            <a:ext cx="287446" cy="55743"/>
          </a:xfrm>
          <a:custGeom>
            <a:avLst/>
            <a:gdLst/>
            <a:ahLst/>
            <a:cxnLst/>
            <a:rect l="0" t="0" r="0" b="0"/>
            <a:pathLst>
              <a:path w="287446" h="55743">
                <a:moveTo>
                  <a:pt x="0" y="55743"/>
                </a:moveTo>
                <a:lnTo>
                  <a:pt x="287446" y="0"/>
                </a:lnTo>
              </a:path>
            </a:pathLst>
          </a:custGeom>
          <a:noFill/>
          <a:ln w="6629">
            <a:solidFill>
              <a:srgbClr val="57AC45">
                <a:alpha val="5000"/>
              </a:srgbClr>
            </a:solidFill>
            <a:prstDash val="solid"/>
          </a:ln>
        </p:spPr>
      </p:sp>
      <p:sp>
        <p:nvSpPr>
          <p:cNvPr id="138" name="lumia-token-stream-curve">
            <a:extLst>
              <a:ext uri="{FF2B5EF4-FFF2-40B4-BE49-F238E27FC236}">
                <a16:creationId xmlns:a16="http://schemas.microsoft.com/office/drawing/2014/main" id="{9E1C312D-F1A9-419F-AA08-7EB251E4CB16}"/>
              </a:ext>
            </a:extLst>
          </p:cNvPr>
          <p:cNvSpPr>
            <a:spLocks noGrp="1"/>
          </p:cNvSpPr>
          <p:nvPr/>
        </p:nvSpPr>
        <p:spPr>
          <a:xfrm>
            <a:off x="11618965" y="5572807"/>
            <a:ext cx="286864" cy="49755"/>
          </a:xfrm>
          <a:custGeom>
            <a:avLst/>
            <a:gdLst/>
            <a:ahLst/>
            <a:cxnLst/>
            <a:rect l="0" t="0" r="0" b="0"/>
            <a:pathLst>
              <a:path w="286864" h="49755">
                <a:moveTo>
                  <a:pt x="0" y="49755"/>
                </a:moveTo>
                <a:lnTo>
                  <a:pt x="286864" y="0"/>
                </a:lnTo>
              </a:path>
            </a:pathLst>
          </a:custGeom>
          <a:noFill/>
          <a:ln w="6653">
            <a:solidFill>
              <a:srgbClr val="46AA4C">
                <a:alpha val="5000"/>
              </a:srgbClr>
            </a:solidFill>
            <a:prstDash val="solid"/>
          </a:ln>
        </p:spPr>
      </p:sp>
      <p:sp>
        <p:nvSpPr>
          <p:cNvPr id="139" name="lumia-token-stream-curve">
            <a:extLst>
              <a:ext uri="{FF2B5EF4-FFF2-40B4-BE49-F238E27FC236}">
                <a16:creationId xmlns:a16="http://schemas.microsoft.com/office/drawing/2014/main" id="{D439C3FC-0F73-4476-B134-F79503E162EF}"/>
              </a:ext>
            </a:extLst>
          </p:cNvPr>
          <p:cNvSpPr>
            <a:spLocks noGrp="1"/>
          </p:cNvSpPr>
          <p:nvPr/>
        </p:nvSpPr>
        <p:spPr>
          <a:xfrm>
            <a:off x="11905829" y="5530450"/>
            <a:ext cx="286171" cy="42358"/>
          </a:xfrm>
          <a:custGeom>
            <a:avLst/>
            <a:gdLst/>
            <a:ahLst/>
            <a:cxnLst/>
            <a:rect l="0" t="0" r="0" b="0"/>
            <a:pathLst>
              <a:path w="286171" h="42358">
                <a:moveTo>
                  <a:pt x="0" y="42358"/>
                </a:moveTo>
                <a:lnTo>
                  <a:pt x="286171" y="0"/>
                </a:lnTo>
              </a:path>
            </a:pathLst>
          </a:custGeom>
          <a:noFill/>
          <a:ln w="6662">
            <a:solidFill>
              <a:srgbClr val="34A853">
                <a:alpha val="5000"/>
              </a:srgbClr>
            </a:solidFill>
            <a:prstDash val="solid"/>
          </a:ln>
        </p:spPr>
      </p:sp>
      <p:sp>
        <p:nvSpPr>
          <p:cNvPr id="140" name="lumia-token-stream-curve">
            <a:extLst>
              <a:ext uri="{FF2B5EF4-FFF2-40B4-BE49-F238E27FC236}">
                <a16:creationId xmlns:a16="http://schemas.microsoft.com/office/drawing/2014/main" id="{814624B5-81D5-4566-B332-E70952F97C9C}"/>
              </a:ext>
            </a:extLst>
          </p:cNvPr>
          <p:cNvSpPr>
            <a:spLocks noGrp="1"/>
          </p:cNvSpPr>
          <p:nvPr/>
        </p:nvSpPr>
        <p:spPr>
          <a:xfrm>
            <a:off x="102986" y="5997469"/>
            <a:ext cx="202465" cy="9525"/>
          </a:xfrm>
          <a:custGeom>
            <a:avLst/>
            <a:gdLst/>
            <a:ahLst/>
            <a:cxnLst/>
            <a:rect l="0" t="0" r="0" b="0"/>
            <a:pathLst>
              <a:path w="202465" h="9525">
                <a:moveTo>
                  <a:pt x="0" y="6164"/>
                </a:moveTo>
                <a:lnTo>
                  <a:pt x="202465" y="0"/>
                </a:lnTo>
              </a:path>
            </a:pathLst>
          </a:custGeom>
          <a:noFill/>
          <a:ln w="4531">
            <a:solidFill>
              <a:srgbClr val="4285F4">
                <a:alpha val="2000"/>
              </a:srgbClr>
            </a:solidFill>
            <a:prstDash val="solid"/>
          </a:ln>
        </p:spPr>
      </p:sp>
      <p:sp>
        <p:nvSpPr>
          <p:cNvPr id="141" name="lumia-token-stream-curve">
            <a:extLst>
              <a:ext uri="{FF2B5EF4-FFF2-40B4-BE49-F238E27FC236}">
                <a16:creationId xmlns:a16="http://schemas.microsoft.com/office/drawing/2014/main" id="{21FE4830-47F1-423F-87C0-73029D49FB71}"/>
              </a:ext>
            </a:extLst>
          </p:cNvPr>
          <p:cNvSpPr>
            <a:spLocks noGrp="1"/>
          </p:cNvSpPr>
          <p:nvPr/>
        </p:nvSpPr>
        <p:spPr>
          <a:xfrm>
            <a:off x="305451" y="5991349"/>
            <a:ext cx="206736" cy="9525"/>
          </a:xfrm>
          <a:custGeom>
            <a:avLst/>
            <a:gdLst/>
            <a:ahLst/>
            <a:cxnLst/>
            <a:rect l="0" t="0" r="0" b="0"/>
            <a:pathLst>
              <a:path w="206736" h="9525">
                <a:moveTo>
                  <a:pt x="0" y="6120"/>
                </a:moveTo>
                <a:lnTo>
                  <a:pt x="206736" y="0"/>
                </a:lnTo>
              </a:path>
            </a:pathLst>
          </a:custGeom>
          <a:noFill/>
          <a:ln w="4531">
            <a:solidFill>
              <a:srgbClr val="447EEC">
                <a:alpha val="2000"/>
              </a:srgbClr>
            </a:solidFill>
            <a:prstDash val="solid"/>
          </a:ln>
        </p:spPr>
      </p:sp>
      <p:sp>
        <p:nvSpPr>
          <p:cNvPr id="142" name="lumia-token-stream-curve">
            <a:extLst>
              <a:ext uri="{FF2B5EF4-FFF2-40B4-BE49-F238E27FC236}">
                <a16:creationId xmlns:a16="http://schemas.microsoft.com/office/drawing/2014/main" id="{DAB900FF-F8C1-4367-A7E3-F1E7E867A2B8}"/>
              </a:ext>
            </a:extLst>
          </p:cNvPr>
          <p:cNvSpPr>
            <a:spLocks noGrp="1"/>
          </p:cNvSpPr>
          <p:nvPr/>
        </p:nvSpPr>
        <p:spPr>
          <a:xfrm>
            <a:off x="512187" y="5986649"/>
            <a:ext cx="210899" cy="9525"/>
          </a:xfrm>
          <a:custGeom>
            <a:avLst/>
            <a:gdLst/>
            <a:ahLst/>
            <a:cxnLst/>
            <a:rect l="0" t="0" r="0" b="0"/>
            <a:pathLst>
              <a:path w="210899" h="9525">
                <a:moveTo>
                  <a:pt x="0" y="4700"/>
                </a:moveTo>
                <a:lnTo>
                  <a:pt x="210899" y="0"/>
                </a:lnTo>
              </a:path>
            </a:pathLst>
          </a:custGeom>
          <a:noFill/>
          <a:ln w="4531">
            <a:solidFill>
              <a:srgbClr val="4678E3">
                <a:alpha val="2000"/>
              </a:srgbClr>
            </a:solidFill>
            <a:prstDash val="solid"/>
          </a:ln>
        </p:spPr>
      </p:sp>
      <p:sp>
        <p:nvSpPr>
          <p:cNvPr id="143" name="lumia-token-stream-curve">
            <a:extLst>
              <a:ext uri="{FF2B5EF4-FFF2-40B4-BE49-F238E27FC236}">
                <a16:creationId xmlns:a16="http://schemas.microsoft.com/office/drawing/2014/main" id="{9EA39EFA-8EC1-4C68-92BC-ADC28F27E705}"/>
              </a:ext>
            </a:extLst>
          </p:cNvPr>
          <p:cNvSpPr>
            <a:spLocks noGrp="1"/>
          </p:cNvSpPr>
          <p:nvPr/>
        </p:nvSpPr>
        <p:spPr>
          <a:xfrm>
            <a:off x="723087" y="5984707"/>
            <a:ext cx="214954" cy="9525"/>
          </a:xfrm>
          <a:custGeom>
            <a:avLst/>
            <a:gdLst/>
            <a:ahLst/>
            <a:cxnLst/>
            <a:rect l="0" t="0" r="0" b="0"/>
            <a:pathLst>
              <a:path w="214954" h="9525">
                <a:moveTo>
                  <a:pt x="0" y="1942"/>
                </a:moveTo>
                <a:lnTo>
                  <a:pt x="214954" y="0"/>
                </a:lnTo>
              </a:path>
            </a:pathLst>
          </a:custGeom>
          <a:noFill/>
          <a:ln w="4531">
            <a:solidFill>
              <a:srgbClr val="4871DB">
                <a:alpha val="2000"/>
              </a:srgbClr>
            </a:solidFill>
            <a:prstDash val="solid"/>
          </a:ln>
        </p:spPr>
      </p:sp>
      <p:sp>
        <p:nvSpPr>
          <p:cNvPr id="144" name="lumia-token-stream-curve">
            <a:extLst>
              <a:ext uri="{FF2B5EF4-FFF2-40B4-BE49-F238E27FC236}">
                <a16:creationId xmlns:a16="http://schemas.microsoft.com/office/drawing/2014/main" id="{05099696-5531-43C1-BD33-EA81A1A429AF}"/>
              </a:ext>
            </a:extLst>
          </p:cNvPr>
          <p:cNvSpPr>
            <a:spLocks noGrp="1"/>
          </p:cNvSpPr>
          <p:nvPr/>
        </p:nvSpPr>
        <p:spPr>
          <a:xfrm>
            <a:off x="938041" y="5984707"/>
            <a:ext cx="218900" cy="9525"/>
          </a:xfrm>
          <a:custGeom>
            <a:avLst/>
            <a:gdLst/>
            <a:ahLst/>
            <a:cxnLst/>
            <a:rect l="0" t="0" r="0" b="0"/>
            <a:pathLst>
              <a:path w="218900" h="9525">
                <a:moveTo>
                  <a:pt x="0" y="0"/>
                </a:moveTo>
                <a:lnTo>
                  <a:pt x="218900" y="1994"/>
                </a:lnTo>
              </a:path>
            </a:pathLst>
          </a:custGeom>
          <a:noFill/>
          <a:ln w="4531">
            <a:solidFill>
              <a:srgbClr val="4A6BD2">
                <a:alpha val="2000"/>
              </a:srgbClr>
            </a:solidFill>
            <a:prstDash val="solid"/>
          </a:ln>
        </p:spPr>
      </p:sp>
      <p:sp>
        <p:nvSpPr>
          <p:cNvPr id="145" name="lumia-token-stream-curve">
            <a:extLst>
              <a:ext uri="{FF2B5EF4-FFF2-40B4-BE49-F238E27FC236}">
                <a16:creationId xmlns:a16="http://schemas.microsoft.com/office/drawing/2014/main" id="{173B481C-9964-4083-A51C-442319947706}"/>
              </a:ext>
            </a:extLst>
          </p:cNvPr>
          <p:cNvSpPr>
            <a:spLocks noGrp="1"/>
          </p:cNvSpPr>
          <p:nvPr/>
        </p:nvSpPr>
        <p:spPr>
          <a:xfrm>
            <a:off x="1156941" y="5986701"/>
            <a:ext cx="222738" cy="9525"/>
          </a:xfrm>
          <a:custGeom>
            <a:avLst/>
            <a:gdLst/>
            <a:ahLst/>
            <a:cxnLst/>
            <a:rect l="0" t="0" r="0" b="0"/>
            <a:pathLst>
              <a:path w="222738" h="9525">
                <a:moveTo>
                  <a:pt x="0" y="0"/>
                </a:moveTo>
                <a:lnTo>
                  <a:pt x="222738" y="6819"/>
                </a:lnTo>
              </a:path>
            </a:pathLst>
          </a:custGeom>
          <a:noFill/>
          <a:ln w="4531">
            <a:solidFill>
              <a:srgbClr val="4C64CA">
                <a:alpha val="2000"/>
              </a:srgbClr>
            </a:solidFill>
            <a:prstDash val="solid"/>
          </a:ln>
        </p:spPr>
      </p:sp>
      <p:sp>
        <p:nvSpPr>
          <p:cNvPr id="146" name="lumia-token-stream-curve">
            <a:extLst>
              <a:ext uri="{FF2B5EF4-FFF2-40B4-BE49-F238E27FC236}">
                <a16:creationId xmlns:a16="http://schemas.microsoft.com/office/drawing/2014/main" id="{FF46FEF2-EBA5-4BC6-B690-5216F7255F9D}"/>
              </a:ext>
            </a:extLst>
          </p:cNvPr>
          <p:cNvSpPr>
            <a:spLocks noGrp="1"/>
          </p:cNvSpPr>
          <p:nvPr/>
        </p:nvSpPr>
        <p:spPr>
          <a:xfrm>
            <a:off x="1379678" y="5993520"/>
            <a:ext cx="226467" cy="12124"/>
          </a:xfrm>
          <a:custGeom>
            <a:avLst/>
            <a:gdLst/>
            <a:ahLst/>
            <a:cxnLst/>
            <a:rect l="0" t="0" r="0" b="0"/>
            <a:pathLst>
              <a:path w="226467" h="12124">
                <a:moveTo>
                  <a:pt x="0" y="0"/>
                </a:moveTo>
                <a:lnTo>
                  <a:pt x="226467" y="12124"/>
                </a:lnTo>
              </a:path>
            </a:pathLst>
          </a:custGeom>
          <a:noFill/>
          <a:ln w="4531">
            <a:solidFill>
              <a:srgbClr val="4E5EC1">
                <a:alpha val="2000"/>
              </a:srgbClr>
            </a:solidFill>
            <a:prstDash val="solid"/>
          </a:ln>
        </p:spPr>
      </p:sp>
      <p:sp>
        <p:nvSpPr>
          <p:cNvPr id="147" name="lumia-token-stream-curve">
            <a:extLst>
              <a:ext uri="{FF2B5EF4-FFF2-40B4-BE49-F238E27FC236}">
                <a16:creationId xmlns:a16="http://schemas.microsoft.com/office/drawing/2014/main" id="{B9AE028F-0D8F-4076-9910-69B23F01500E}"/>
              </a:ext>
            </a:extLst>
          </p:cNvPr>
          <p:cNvSpPr>
            <a:spLocks noGrp="1"/>
          </p:cNvSpPr>
          <p:nvPr/>
        </p:nvSpPr>
        <p:spPr>
          <a:xfrm>
            <a:off x="1606146" y="6005644"/>
            <a:ext cx="230088" cy="17408"/>
          </a:xfrm>
          <a:custGeom>
            <a:avLst/>
            <a:gdLst/>
            <a:ahLst/>
            <a:cxnLst/>
            <a:rect l="0" t="0" r="0" b="0"/>
            <a:pathLst>
              <a:path w="230088" h="17408">
                <a:moveTo>
                  <a:pt x="0" y="0"/>
                </a:moveTo>
                <a:lnTo>
                  <a:pt x="230088" y="17408"/>
                </a:lnTo>
              </a:path>
            </a:pathLst>
          </a:custGeom>
          <a:noFill/>
          <a:ln w="4531">
            <a:solidFill>
              <a:srgbClr val="5057B9">
                <a:alpha val="2000"/>
              </a:srgbClr>
            </a:solidFill>
            <a:prstDash val="solid"/>
          </a:ln>
        </p:spPr>
      </p:sp>
      <p:sp>
        <p:nvSpPr>
          <p:cNvPr id="148" name="lumia-token-stream-curve">
            <a:extLst>
              <a:ext uri="{FF2B5EF4-FFF2-40B4-BE49-F238E27FC236}">
                <a16:creationId xmlns:a16="http://schemas.microsoft.com/office/drawing/2014/main" id="{2E9C0064-64E1-44B5-A596-1AD8A05F7E24}"/>
              </a:ext>
            </a:extLst>
          </p:cNvPr>
          <p:cNvSpPr>
            <a:spLocks noGrp="1"/>
          </p:cNvSpPr>
          <p:nvPr/>
        </p:nvSpPr>
        <p:spPr>
          <a:xfrm>
            <a:off x="1836234" y="6023052"/>
            <a:ext cx="233601" cy="22113"/>
          </a:xfrm>
          <a:custGeom>
            <a:avLst/>
            <a:gdLst/>
            <a:ahLst/>
            <a:cxnLst/>
            <a:rect l="0" t="0" r="0" b="0"/>
            <a:pathLst>
              <a:path w="233601" h="22113">
                <a:moveTo>
                  <a:pt x="0" y="0"/>
                </a:moveTo>
                <a:lnTo>
                  <a:pt x="233601" y="22113"/>
                </a:lnTo>
              </a:path>
            </a:pathLst>
          </a:custGeom>
          <a:noFill/>
          <a:ln w="4531">
            <a:solidFill>
              <a:srgbClr val="5250B0">
                <a:alpha val="2000"/>
              </a:srgbClr>
            </a:solidFill>
            <a:prstDash val="solid"/>
          </a:ln>
        </p:spPr>
      </p:sp>
      <p:sp>
        <p:nvSpPr>
          <p:cNvPr id="149" name="lumia-token-stream-curve">
            <a:extLst>
              <a:ext uri="{FF2B5EF4-FFF2-40B4-BE49-F238E27FC236}">
                <a16:creationId xmlns:a16="http://schemas.microsoft.com/office/drawing/2014/main" id="{A0B3240A-2D7B-48D2-840E-22C92890E4CD}"/>
              </a:ext>
            </a:extLst>
          </p:cNvPr>
          <p:cNvSpPr>
            <a:spLocks noGrp="1"/>
          </p:cNvSpPr>
          <p:nvPr/>
        </p:nvSpPr>
        <p:spPr>
          <a:xfrm>
            <a:off x="2069836" y="6045166"/>
            <a:ext cx="237005" cy="25679"/>
          </a:xfrm>
          <a:custGeom>
            <a:avLst/>
            <a:gdLst/>
            <a:ahLst/>
            <a:cxnLst/>
            <a:rect l="0" t="0" r="0" b="0"/>
            <a:pathLst>
              <a:path w="237005" h="25679">
                <a:moveTo>
                  <a:pt x="0" y="0"/>
                </a:moveTo>
                <a:lnTo>
                  <a:pt x="237005" y="25679"/>
                </a:lnTo>
              </a:path>
            </a:pathLst>
          </a:custGeom>
          <a:noFill/>
          <a:ln w="4531">
            <a:solidFill>
              <a:srgbClr val="544AA8">
                <a:alpha val="2000"/>
              </a:srgbClr>
            </a:solidFill>
            <a:prstDash val="solid"/>
          </a:ln>
        </p:spPr>
      </p:sp>
      <p:sp>
        <p:nvSpPr>
          <p:cNvPr id="150" name="lumia-token-stream-curve">
            <a:extLst>
              <a:ext uri="{FF2B5EF4-FFF2-40B4-BE49-F238E27FC236}">
                <a16:creationId xmlns:a16="http://schemas.microsoft.com/office/drawing/2014/main" id="{D198C2FF-415F-42C5-BC19-534DC14BC2E7}"/>
              </a:ext>
            </a:extLst>
          </p:cNvPr>
          <p:cNvSpPr>
            <a:spLocks noGrp="1"/>
          </p:cNvSpPr>
          <p:nvPr/>
        </p:nvSpPr>
        <p:spPr>
          <a:xfrm>
            <a:off x="2306841" y="6070844"/>
            <a:ext cx="240301" cy="27597"/>
          </a:xfrm>
          <a:custGeom>
            <a:avLst/>
            <a:gdLst/>
            <a:ahLst/>
            <a:cxnLst/>
            <a:rect l="0" t="0" r="0" b="0"/>
            <a:pathLst>
              <a:path w="240301" h="27597">
                <a:moveTo>
                  <a:pt x="0" y="0"/>
                </a:moveTo>
                <a:lnTo>
                  <a:pt x="240301" y="27597"/>
                </a:lnTo>
              </a:path>
            </a:pathLst>
          </a:custGeom>
          <a:noFill/>
          <a:ln w="4531">
            <a:solidFill>
              <a:srgbClr val="5643A0">
                <a:alpha val="2000"/>
              </a:srgbClr>
            </a:solidFill>
            <a:prstDash val="solid"/>
          </a:ln>
        </p:spPr>
      </p:sp>
      <p:sp>
        <p:nvSpPr>
          <p:cNvPr id="151" name="lumia-token-stream-curve">
            <a:extLst>
              <a:ext uri="{FF2B5EF4-FFF2-40B4-BE49-F238E27FC236}">
                <a16:creationId xmlns:a16="http://schemas.microsoft.com/office/drawing/2014/main" id="{0FF7C08E-A575-41D7-A404-B2F4C84475D5}"/>
              </a:ext>
            </a:extLst>
          </p:cNvPr>
          <p:cNvSpPr>
            <a:spLocks noGrp="1"/>
          </p:cNvSpPr>
          <p:nvPr/>
        </p:nvSpPr>
        <p:spPr>
          <a:xfrm>
            <a:off x="2547142" y="6098441"/>
            <a:ext cx="243489" cy="27480"/>
          </a:xfrm>
          <a:custGeom>
            <a:avLst/>
            <a:gdLst/>
            <a:ahLst/>
            <a:cxnLst/>
            <a:rect l="0" t="0" r="0" b="0"/>
            <a:pathLst>
              <a:path w="243489" h="27480">
                <a:moveTo>
                  <a:pt x="0" y="0"/>
                </a:moveTo>
                <a:lnTo>
                  <a:pt x="243489" y="27480"/>
                </a:lnTo>
              </a:path>
            </a:pathLst>
          </a:custGeom>
          <a:noFill/>
          <a:ln w="4531">
            <a:solidFill>
              <a:srgbClr val="583D97">
                <a:alpha val="2000"/>
              </a:srgbClr>
            </a:solidFill>
            <a:prstDash val="solid"/>
          </a:ln>
        </p:spPr>
      </p:sp>
      <p:sp>
        <p:nvSpPr>
          <p:cNvPr id="152" name="lumia-token-stream-curve">
            <a:extLst>
              <a:ext uri="{FF2B5EF4-FFF2-40B4-BE49-F238E27FC236}">
                <a16:creationId xmlns:a16="http://schemas.microsoft.com/office/drawing/2014/main" id="{9286E8BD-7D10-4123-A7D2-7F53ECF79B79}"/>
              </a:ext>
            </a:extLst>
          </p:cNvPr>
          <p:cNvSpPr>
            <a:spLocks noGrp="1"/>
          </p:cNvSpPr>
          <p:nvPr/>
        </p:nvSpPr>
        <p:spPr>
          <a:xfrm>
            <a:off x="2790631" y="6125921"/>
            <a:ext cx="246568" cy="25111"/>
          </a:xfrm>
          <a:custGeom>
            <a:avLst/>
            <a:gdLst/>
            <a:ahLst/>
            <a:cxnLst/>
            <a:rect l="0" t="0" r="0" b="0"/>
            <a:pathLst>
              <a:path w="246568" h="25111">
                <a:moveTo>
                  <a:pt x="0" y="0"/>
                </a:moveTo>
                <a:lnTo>
                  <a:pt x="246568" y="25111"/>
                </a:lnTo>
              </a:path>
            </a:pathLst>
          </a:custGeom>
          <a:noFill/>
          <a:ln w="4531">
            <a:solidFill>
              <a:srgbClr val="623C8F">
                <a:alpha val="2000"/>
              </a:srgbClr>
            </a:solidFill>
            <a:prstDash val="solid"/>
          </a:ln>
        </p:spPr>
      </p:sp>
      <p:sp>
        <p:nvSpPr>
          <p:cNvPr id="153" name="lumia-token-stream-curve">
            <a:extLst>
              <a:ext uri="{FF2B5EF4-FFF2-40B4-BE49-F238E27FC236}">
                <a16:creationId xmlns:a16="http://schemas.microsoft.com/office/drawing/2014/main" id="{E27572E6-614C-4902-99D9-177FD5630C87}"/>
              </a:ext>
            </a:extLst>
          </p:cNvPr>
          <p:cNvSpPr>
            <a:spLocks noGrp="1"/>
          </p:cNvSpPr>
          <p:nvPr/>
        </p:nvSpPr>
        <p:spPr>
          <a:xfrm>
            <a:off x="3037200" y="6151031"/>
            <a:ext cx="249539" cy="20491"/>
          </a:xfrm>
          <a:custGeom>
            <a:avLst/>
            <a:gdLst/>
            <a:ahLst/>
            <a:cxnLst/>
            <a:rect l="0" t="0" r="0" b="0"/>
            <a:pathLst>
              <a:path w="249539" h="20491">
                <a:moveTo>
                  <a:pt x="0" y="0"/>
                </a:moveTo>
                <a:lnTo>
                  <a:pt x="249539" y="20491"/>
                </a:lnTo>
              </a:path>
            </a:pathLst>
          </a:custGeom>
          <a:noFill/>
          <a:ln w="4531">
            <a:solidFill>
              <a:srgbClr val="6F3C86">
                <a:alpha val="2000"/>
              </a:srgbClr>
            </a:solidFill>
            <a:prstDash val="solid"/>
          </a:ln>
        </p:spPr>
      </p:sp>
      <p:sp>
        <p:nvSpPr>
          <p:cNvPr id="154" name="lumia-token-stream-curve">
            <a:extLst>
              <a:ext uri="{FF2B5EF4-FFF2-40B4-BE49-F238E27FC236}">
                <a16:creationId xmlns:a16="http://schemas.microsoft.com/office/drawing/2014/main" id="{AC35E981-F473-4695-84CA-DC6FD1E2112D}"/>
              </a:ext>
            </a:extLst>
          </p:cNvPr>
          <p:cNvSpPr>
            <a:spLocks noGrp="1"/>
          </p:cNvSpPr>
          <p:nvPr/>
        </p:nvSpPr>
        <p:spPr>
          <a:xfrm>
            <a:off x="3286739" y="6171523"/>
            <a:ext cx="252401" cy="13862"/>
          </a:xfrm>
          <a:custGeom>
            <a:avLst/>
            <a:gdLst/>
            <a:ahLst/>
            <a:cxnLst/>
            <a:rect l="0" t="0" r="0" b="0"/>
            <a:pathLst>
              <a:path w="252401" h="13862">
                <a:moveTo>
                  <a:pt x="0" y="0"/>
                </a:moveTo>
                <a:lnTo>
                  <a:pt x="252401" y="13862"/>
                </a:lnTo>
              </a:path>
            </a:pathLst>
          </a:custGeom>
          <a:noFill/>
          <a:ln w="4531">
            <a:solidFill>
              <a:srgbClr val="7C3D7E">
                <a:alpha val="2000"/>
              </a:srgbClr>
            </a:solidFill>
            <a:prstDash val="solid"/>
          </a:ln>
        </p:spPr>
      </p:sp>
      <p:sp>
        <p:nvSpPr>
          <p:cNvPr id="155" name="lumia-token-stream-curve">
            <a:extLst>
              <a:ext uri="{FF2B5EF4-FFF2-40B4-BE49-F238E27FC236}">
                <a16:creationId xmlns:a16="http://schemas.microsoft.com/office/drawing/2014/main" id="{A0CC42C6-EFDF-4664-8B5B-3975E6ED0C8D}"/>
              </a:ext>
            </a:extLst>
          </p:cNvPr>
          <p:cNvSpPr>
            <a:spLocks noGrp="1"/>
          </p:cNvSpPr>
          <p:nvPr/>
        </p:nvSpPr>
        <p:spPr>
          <a:xfrm>
            <a:off x="3539140" y="6185385"/>
            <a:ext cx="255155" cy="9525"/>
          </a:xfrm>
          <a:custGeom>
            <a:avLst/>
            <a:gdLst/>
            <a:ahLst/>
            <a:cxnLst/>
            <a:rect l="0" t="0" r="0" b="0"/>
            <a:pathLst>
              <a:path w="255155" h="9525">
                <a:moveTo>
                  <a:pt x="0" y="0"/>
                </a:moveTo>
                <a:lnTo>
                  <a:pt x="255155" y="5704"/>
                </a:lnTo>
              </a:path>
            </a:pathLst>
          </a:custGeom>
          <a:noFill/>
          <a:ln w="4531">
            <a:solidFill>
              <a:srgbClr val="893E75">
                <a:alpha val="2000"/>
              </a:srgbClr>
            </a:solidFill>
            <a:prstDash val="solid"/>
          </a:ln>
        </p:spPr>
      </p:sp>
      <p:sp>
        <p:nvSpPr>
          <p:cNvPr id="156" name="lumia-token-stream-curve">
            <a:extLst>
              <a:ext uri="{FF2B5EF4-FFF2-40B4-BE49-F238E27FC236}">
                <a16:creationId xmlns:a16="http://schemas.microsoft.com/office/drawing/2014/main" id="{E68A7FA7-5532-4FB6-A588-811ED7C3473F}"/>
              </a:ext>
            </a:extLst>
          </p:cNvPr>
          <p:cNvSpPr>
            <a:spLocks noGrp="1"/>
          </p:cNvSpPr>
          <p:nvPr/>
        </p:nvSpPr>
        <p:spPr>
          <a:xfrm>
            <a:off x="3794295" y="6187789"/>
            <a:ext cx="257801" cy="9525"/>
          </a:xfrm>
          <a:custGeom>
            <a:avLst/>
            <a:gdLst/>
            <a:ahLst/>
            <a:cxnLst/>
            <a:rect l="0" t="0" r="0" b="0"/>
            <a:pathLst>
              <a:path w="257801" h="9525">
                <a:moveTo>
                  <a:pt x="0" y="3300"/>
                </a:moveTo>
                <a:lnTo>
                  <a:pt x="257801" y="0"/>
                </a:lnTo>
              </a:path>
            </a:pathLst>
          </a:custGeom>
          <a:noFill/>
          <a:ln w="4532">
            <a:solidFill>
              <a:srgbClr val="963E6C">
                <a:alpha val="2000"/>
              </a:srgbClr>
            </a:solidFill>
            <a:prstDash val="solid"/>
          </a:ln>
        </p:spPr>
      </p:sp>
      <p:sp>
        <p:nvSpPr>
          <p:cNvPr id="157" name="lumia-token-stream-curve">
            <a:extLst>
              <a:ext uri="{FF2B5EF4-FFF2-40B4-BE49-F238E27FC236}">
                <a16:creationId xmlns:a16="http://schemas.microsoft.com/office/drawing/2014/main" id="{14F97370-78EA-4AFC-ABE7-4D2EE998C3C1}"/>
              </a:ext>
            </a:extLst>
          </p:cNvPr>
          <p:cNvSpPr>
            <a:spLocks noGrp="1"/>
          </p:cNvSpPr>
          <p:nvPr/>
        </p:nvSpPr>
        <p:spPr>
          <a:xfrm>
            <a:off x="4052096" y="6175467"/>
            <a:ext cx="260338" cy="12322"/>
          </a:xfrm>
          <a:custGeom>
            <a:avLst/>
            <a:gdLst/>
            <a:ahLst/>
            <a:cxnLst/>
            <a:rect l="0" t="0" r="0" b="0"/>
            <a:pathLst>
              <a:path w="260338" h="12322">
                <a:moveTo>
                  <a:pt x="0" y="12322"/>
                </a:moveTo>
                <a:lnTo>
                  <a:pt x="260338" y="0"/>
                </a:lnTo>
              </a:path>
            </a:pathLst>
          </a:custGeom>
          <a:noFill/>
          <a:ln w="4546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158" name="lumia-token-stream-curve">
            <a:extLst>
              <a:ext uri="{FF2B5EF4-FFF2-40B4-BE49-F238E27FC236}">
                <a16:creationId xmlns:a16="http://schemas.microsoft.com/office/drawing/2014/main" id="{85653FFA-AD35-4A0F-930E-E86849DD66A4}"/>
              </a:ext>
            </a:extLst>
          </p:cNvPr>
          <p:cNvSpPr>
            <a:spLocks noGrp="1"/>
          </p:cNvSpPr>
          <p:nvPr/>
        </p:nvSpPr>
        <p:spPr>
          <a:xfrm>
            <a:off x="4312435" y="6154992"/>
            <a:ext cx="262767" cy="20475"/>
          </a:xfrm>
          <a:custGeom>
            <a:avLst/>
            <a:gdLst/>
            <a:ahLst/>
            <a:cxnLst/>
            <a:rect l="0" t="0" r="0" b="0"/>
            <a:pathLst>
              <a:path w="262767" h="20475">
                <a:moveTo>
                  <a:pt x="0" y="20475"/>
                </a:moveTo>
                <a:lnTo>
                  <a:pt x="262767" y="0"/>
                </a:lnTo>
              </a:path>
            </a:pathLst>
          </a:custGeom>
          <a:noFill/>
          <a:ln w="4577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159" name="lumia-token-stream-curve">
            <a:extLst>
              <a:ext uri="{FF2B5EF4-FFF2-40B4-BE49-F238E27FC236}">
                <a16:creationId xmlns:a16="http://schemas.microsoft.com/office/drawing/2014/main" id="{707DB4D2-C16D-4A93-B273-989EE4DA4C6D}"/>
              </a:ext>
            </a:extLst>
          </p:cNvPr>
          <p:cNvSpPr>
            <a:spLocks noGrp="1"/>
          </p:cNvSpPr>
          <p:nvPr/>
        </p:nvSpPr>
        <p:spPr>
          <a:xfrm>
            <a:off x="4575202" y="6128074"/>
            <a:ext cx="265088" cy="26918"/>
          </a:xfrm>
          <a:custGeom>
            <a:avLst/>
            <a:gdLst/>
            <a:ahLst/>
            <a:cxnLst/>
            <a:rect l="0" t="0" r="0" b="0"/>
            <a:pathLst>
              <a:path w="265088" h="26918">
                <a:moveTo>
                  <a:pt x="0" y="26918"/>
                </a:moveTo>
                <a:lnTo>
                  <a:pt x="265088" y="0"/>
                </a:lnTo>
              </a:path>
            </a:pathLst>
          </a:custGeom>
          <a:noFill/>
          <a:ln w="4624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160" name="lumia-token-stream-curve">
            <a:extLst>
              <a:ext uri="{FF2B5EF4-FFF2-40B4-BE49-F238E27FC236}">
                <a16:creationId xmlns:a16="http://schemas.microsoft.com/office/drawing/2014/main" id="{DE97FDBA-05E5-49BB-B6DE-1CAAFF15F71E}"/>
              </a:ext>
            </a:extLst>
          </p:cNvPr>
          <p:cNvSpPr>
            <a:spLocks noGrp="1"/>
          </p:cNvSpPr>
          <p:nvPr/>
        </p:nvSpPr>
        <p:spPr>
          <a:xfrm>
            <a:off x="4840289" y="6097114"/>
            <a:ext cx="267300" cy="30960"/>
          </a:xfrm>
          <a:custGeom>
            <a:avLst/>
            <a:gdLst/>
            <a:ahLst/>
            <a:cxnLst/>
            <a:rect l="0" t="0" r="0" b="0"/>
            <a:pathLst>
              <a:path w="267300" h="30960">
                <a:moveTo>
                  <a:pt x="0" y="30960"/>
                </a:moveTo>
                <a:lnTo>
                  <a:pt x="267300" y="0"/>
                </a:lnTo>
              </a:path>
            </a:pathLst>
          </a:custGeom>
          <a:noFill/>
          <a:ln w="4687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161" name="lumia-token-stream-curve">
            <a:extLst>
              <a:ext uri="{FF2B5EF4-FFF2-40B4-BE49-F238E27FC236}">
                <a16:creationId xmlns:a16="http://schemas.microsoft.com/office/drawing/2014/main" id="{D69445E0-E028-4199-91E1-4B007E7A028F}"/>
              </a:ext>
            </a:extLst>
          </p:cNvPr>
          <p:cNvSpPr>
            <a:spLocks noGrp="1"/>
          </p:cNvSpPr>
          <p:nvPr/>
        </p:nvSpPr>
        <p:spPr>
          <a:xfrm>
            <a:off x="5107589" y="6064959"/>
            <a:ext cx="269403" cy="32155"/>
          </a:xfrm>
          <a:custGeom>
            <a:avLst/>
            <a:gdLst/>
            <a:ahLst/>
            <a:cxnLst/>
            <a:rect l="0" t="0" r="0" b="0"/>
            <a:pathLst>
              <a:path w="269403" h="32155">
                <a:moveTo>
                  <a:pt x="0" y="32155"/>
                </a:moveTo>
                <a:lnTo>
                  <a:pt x="269403" y="0"/>
                </a:lnTo>
              </a:path>
            </a:pathLst>
          </a:custGeom>
          <a:noFill/>
          <a:ln w="4762">
            <a:solidFill>
              <a:srgbClr val="D74242">
                <a:alpha val="3000"/>
              </a:srgbClr>
            </a:solidFill>
            <a:prstDash val="solid"/>
          </a:ln>
        </p:spPr>
      </p:sp>
      <p:sp>
        <p:nvSpPr>
          <p:cNvPr id="162" name="lumia-token-stream-curve">
            <a:extLst>
              <a:ext uri="{FF2B5EF4-FFF2-40B4-BE49-F238E27FC236}">
                <a16:creationId xmlns:a16="http://schemas.microsoft.com/office/drawing/2014/main" id="{BE5A1582-33ED-44A8-9181-15FE93160BD1}"/>
              </a:ext>
            </a:extLst>
          </p:cNvPr>
          <p:cNvSpPr>
            <a:spLocks noGrp="1"/>
          </p:cNvSpPr>
          <p:nvPr/>
        </p:nvSpPr>
        <p:spPr>
          <a:xfrm>
            <a:off x="5376993" y="6034580"/>
            <a:ext cx="271399" cy="30379"/>
          </a:xfrm>
          <a:custGeom>
            <a:avLst/>
            <a:gdLst/>
            <a:ahLst/>
            <a:cxnLst/>
            <a:rect l="0" t="0" r="0" b="0"/>
            <a:pathLst>
              <a:path w="271399" h="30379">
                <a:moveTo>
                  <a:pt x="0" y="30379"/>
                </a:moveTo>
                <a:lnTo>
                  <a:pt x="271399" y="0"/>
                </a:lnTo>
              </a:path>
            </a:pathLst>
          </a:custGeom>
          <a:noFill/>
          <a:ln w="4851">
            <a:solidFill>
              <a:srgbClr val="E44339">
                <a:alpha val="3000"/>
              </a:srgbClr>
            </a:solidFill>
            <a:prstDash val="solid"/>
          </a:ln>
        </p:spPr>
      </p:sp>
      <p:sp>
        <p:nvSpPr>
          <p:cNvPr id="163" name="lumia-token-stream-curve">
            <a:extLst>
              <a:ext uri="{FF2B5EF4-FFF2-40B4-BE49-F238E27FC236}">
                <a16:creationId xmlns:a16="http://schemas.microsoft.com/office/drawing/2014/main" id="{F19D0994-10FB-4498-9332-A27A1C1B72E5}"/>
              </a:ext>
            </a:extLst>
          </p:cNvPr>
          <p:cNvSpPr>
            <a:spLocks noGrp="1"/>
          </p:cNvSpPr>
          <p:nvPr/>
        </p:nvSpPr>
        <p:spPr>
          <a:xfrm>
            <a:off x="5648392" y="6008714"/>
            <a:ext cx="273286" cy="25866"/>
          </a:xfrm>
          <a:custGeom>
            <a:avLst/>
            <a:gdLst/>
            <a:ahLst/>
            <a:cxnLst/>
            <a:rect l="0" t="0" r="0" b="0"/>
            <a:pathLst>
              <a:path w="273286" h="25866">
                <a:moveTo>
                  <a:pt x="0" y="25866"/>
                </a:moveTo>
                <a:lnTo>
                  <a:pt x="273286" y="0"/>
                </a:lnTo>
              </a:path>
            </a:pathLst>
          </a:custGeom>
          <a:noFill/>
          <a:ln w="4949">
            <a:solidFill>
              <a:srgbClr val="EB4833">
                <a:alpha val="3000"/>
              </a:srgbClr>
            </a:solidFill>
            <a:prstDash val="solid"/>
          </a:ln>
        </p:spPr>
      </p:sp>
      <p:sp>
        <p:nvSpPr>
          <p:cNvPr id="164" name="lumia-token-stream-curve">
            <a:extLst>
              <a:ext uri="{FF2B5EF4-FFF2-40B4-BE49-F238E27FC236}">
                <a16:creationId xmlns:a16="http://schemas.microsoft.com/office/drawing/2014/main" id="{9C4AE963-74E5-49C1-956C-DDF16E418355}"/>
              </a:ext>
            </a:extLst>
          </p:cNvPr>
          <p:cNvSpPr>
            <a:spLocks noGrp="1"/>
          </p:cNvSpPr>
          <p:nvPr/>
        </p:nvSpPr>
        <p:spPr>
          <a:xfrm>
            <a:off x="5921677" y="5989514"/>
            <a:ext cx="275064" cy="19200"/>
          </a:xfrm>
          <a:custGeom>
            <a:avLst/>
            <a:gdLst/>
            <a:ahLst/>
            <a:cxnLst/>
            <a:rect l="0" t="0" r="0" b="0"/>
            <a:pathLst>
              <a:path w="275064" h="19200">
                <a:moveTo>
                  <a:pt x="0" y="19200"/>
                </a:moveTo>
                <a:lnTo>
                  <a:pt x="275064" y="0"/>
                </a:lnTo>
              </a:path>
            </a:pathLst>
          </a:custGeom>
          <a:noFill/>
          <a:ln w="5058">
            <a:solidFill>
              <a:srgbClr val="EC532F">
                <a:alpha val="3000"/>
              </a:srgbClr>
            </a:solidFill>
            <a:prstDash val="solid"/>
          </a:ln>
        </p:spPr>
      </p:sp>
      <p:sp>
        <p:nvSpPr>
          <p:cNvPr id="165" name="lumia-token-stream-curve">
            <a:extLst>
              <a:ext uri="{FF2B5EF4-FFF2-40B4-BE49-F238E27FC236}">
                <a16:creationId xmlns:a16="http://schemas.microsoft.com/office/drawing/2014/main" id="{44CEA218-CC52-4F5D-94AE-086D3243D6EB}"/>
              </a:ext>
            </a:extLst>
          </p:cNvPr>
          <p:cNvSpPr>
            <a:spLocks noGrp="1"/>
          </p:cNvSpPr>
          <p:nvPr/>
        </p:nvSpPr>
        <p:spPr>
          <a:xfrm>
            <a:off x="6196742" y="5978250"/>
            <a:ext cx="276735" cy="11264"/>
          </a:xfrm>
          <a:custGeom>
            <a:avLst/>
            <a:gdLst/>
            <a:ahLst/>
            <a:cxnLst/>
            <a:rect l="0" t="0" r="0" b="0"/>
            <a:pathLst>
              <a:path w="276735" h="11264">
                <a:moveTo>
                  <a:pt x="0" y="11264"/>
                </a:moveTo>
                <a:lnTo>
                  <a:pt x="276735" y="0"/>
                </a:lnTo>
              </a:path>
            </a:pathLst>
          </a:custGeom>
          <a:noFill/>
          <a:ln w="5175">
            <a:solidFill>
              <a:srgbClr val="EE5E2A">
                <a:alpha val="3000"/>
              </a:srgbClr>
            </a:solidFill>
            <a:prstDash val="solid"/>
          </a:ln>
        </p:spPr>
      </p:sp>
      <p:sp>
        <p:nvSpPr>
          <p:cNvPr id="166" name="lumia-token-stream-curve">
            <a:extLst>
              <a:ext uri="{FF2B5EF4-FFF2-40B4-BE49-F238E27FC236}">
                <a16:creationId xmlns:a16="http://schemas.microsoft.com/office/drawing/2014/main" id="{B3CA2C57-D6D3-4108-8B64-8546ADA0B4DF}"/>
              </a:ext>
            </a:extLst>
          </p:cNvPr>
          <p:cNvSpPr>
            <a:spLocks noGrp="1"/>
          </p:cNvSpPr>
          <p:nvPr/>
        </p:nvSpPr>
        <p:spPr>
          <a:xfrm>
            <a:off x="6473476" y="5975113"/>
            <a:ext cx="278296" cy="9525"/>
          </a:xfrm>
          <a:custGeom>
            <a:avLst/>
            <a:gdLst/>
            <a:ahLst/>
            <a:cxnLst/>
            <a:rect l="0" t="0" r="0" b="0"/>
            <a:pathLst>
              <a:path w="278296" h="9525">
                <a:moveTo>
                  <a:pt x="0" y="3137"/>
                </a:moveTo>
                <a:lnTo>
                  <a:pt x="278296" y="0"/>
                </a:lnTo>
              </a:path>
            </a:pathLst>
          </a:custGeom>
          <a:noFill/>
          <a:ln w="5299">
            <a:solidFill>
              <a:srgbClr val="EF6926">
                <a:alpha val="3000"/>
              </a:srgbClr>
            </a:solidFill>
            <a:prstDash val="solid"/>
          </a:ln>
        </p:spPr>
      </p:sp>
      <p:sp>
        <p:nvSpPr>
          <p:cNvPr id="167" name="lumia-token-stream-curve">
            <a:extLst>
              <a:ext uri="{FF2B5EF4-FFF2-40B4-BE49-F238E27FC236}">
                <a16:creationId xmlns:a16="http://schemas.microsoft.com/office/drawing/2014/main" id="{FEA8BFBD-1B89-4CE0-BD03-B5FF4D5353CA}"/>
              </a:ext>
            </a:extLst>
          </p:cNvPr>
          <p:cNvSpPr>
            <a:spLocks noGrp="1"/>
          </p:cNvSpPr>
          <p:nvPr/>
        </p:nvSpPr>
        <p:spPr>
          <a:xfrm>
            <a:off x="6751773" y="5975113"/>
            <a:ext cx="279750" cy="9525"/>
          </a:xfrm>
          <a:custGeom>
            <a:avLst/>
            <a:gdLst/>
            <a:ahLst/>
            <a:cxnLst/>
            <a:rect l="0" t="0" r="0" b="0"/>
            <a:pathLst>
              <a:path w="279750" h="9525">
                <a:moveTo>
                  <a:pt x="0" y="0"/>
                </a:moveTo>
                <a:lnTo>
                  <a:pt x="279750" y="4028"/>
                </a:lnTo>
              </a:path>
            </a:pathLst>
          </a:custGeom>
          <a:noFill/>
          <a:ln w="5428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168" name="lumia-token-stream-curve">
            <a:extLst>
              <a:ext uri="{FF2B5EF4-FFF2-40B4-BE49-F238E27FC236}">
                <a16:creationId xmlns:a16="http://schemas.microsoft.com/office/drawing/2014/main" id="{F271E0C7-0633-4CCF-97B3-25699532AF61}"/>
              </a:ext>
            </a:extLst>
          </p:cNvPr>
          <p:cNvSpPr>
            <a:spLocks noGrp="1"/>
          </p:cNvSpPr>
          <p:nvPr/>
        </p:nvSpPr>
        <p:spPr>
          <a:xfrm>
            <a:off x="7031523" y="5979141"/>
            <a:ext cx="281095" cy="9525"/>
          </a:xfrm>
          <a:custGeom>
            <a:avLst/>
            <a:gdLst/>
            <a:ahLst/>
            <a:cxnLst/>
            <a:rect l="0" t="0" r="0" b="0"/>
            <a:pathLst>
              <a:path w="281095" h="9525">
                <a:moveTo>
                  <a:pt x="0" y="0"/>
                </a:moveTo>
                <a:lnTo>
                  <a:pt x="281095" y="9160"/>
                </a:lnTo>
              </a:path>
            </a:pathLst>
          </a:custGeom>
          <a:noFill/>
          <a:ln w="5562">
            <a:solidFill>
              <a:srgbClr val="F27E1E">
                <a:alpha val="4000"/>
              </a:srgbClr>
            </a:solidFill>
            <a:prstDash val="solid"/>
          </a:ln>
        </p:spPr>
      </p:sp>
      <p:sp>
        <p:nvSpPr>
          <p:cNvPr id="169" name="lumia-token-stream-curve">
            <a:extLst>
              <a:ext uri="{FF2B5EF4-FFF2-40B4-BE49-F238E27FC236}">
                <a16:creationId xmlns:a16="http://schemas.microsoft.com/office/drawing/2014/main" id="{17373441-B64C-40F7-92BF-97E60694F0D7}"/>
              </a:ext>
            </a:extLst>
          </p:cNvPr>
          <p:cNvSpPr>
            <a:spLocks noGrp="1"/>
          </p:cNvSpPr>
          <p:nvPr/>
        </p:nvSpPr>
        <p:spPr>
          <a:xfrm>
            <a:off x="7312617" y="5988302"/>
            <a:ext cx="282332" cy="11410"/>
          </a:xfrm>
          <a:custGeom>
            <a:avLst/>
            <a:gdLst/>
            <a:ahLst/>
            <a:cxnLst/>
            <a:rect l="0" t="0" r="0" b="0"/>
            <a:pathLst>
              <a:path w="282332" h="11410">
                <a:moveTo>
                  <a:pt x="0" y="0"/>
                </a:moveTo>
                <a:lnTo>
                  <a:pt x="282332" y="11410"/>
                </a:lnTo>
              </a:path>
            </a:pathLst>
          </a:custGeom>
          <a:noFill/>
          <a:ln w="5699">
            <a:solidFill>
              <a:srgbClr val="F48919">
                <a:alpha val="4000"/>
              </a:srgbClr>
            </a:solidFill>
            <a:prstDash val="solid"/>
          </a:ln>
        </p:spPr>
      </p:sp>
      <p:sp>
        <p:nvSpPr>
          <p:cNvPr id="170" name="lumia-token-stream-curve">
            <a:extLst>
              <a:ext uri="{FF2B5EF4-FFF2-40B4-BE49-F238E27FC236}">
                <a16:creationId xmlns:a16="http://schemas.microsoft.com/office/drawing/2014/main" id="{914C9D39-3BBD-4487-8420-F376A84C0890}"/>
              </a:ext>
            </a:extLst>
          </p:cNvPr>
          <p:cNvSpPr>
            <a:spLocks noGrp="1"/>
          </p:cNvSpPr>
          <p:nvPr/>
        </p:nvSpPr>
        <p:spPr>
          <a:xfrm>
            <a:off x="7594949" y="5999711"/>
            <a:ext cx="283460" cy="10274"/>
          </a:xfrm>
          <a:custGeom>
            <a:avLst/>
            <a:gdLst/>
            <a:ahLst/>
            <a:cxnLst/>
            <a:rect l="0" t="0" r="0" b="0"/>
            <a:pathLst>
              <a:path w="283460" h="10274">
                <a:moveTo>
                  <a:pt x="0" y="0"/>
                </a:moveTo>
                <a:lnTo>
                  <a:pt x="283460" y="10274"/>
                </a:lnTo>
              </a:path>
            </a:pathLst>
          </a:custGeom>
          <a:noFill/>
          <a:ln w="5838">
            <a:solidFill>
              <a:srgbClr val="F59415">
                <a:alpha val="4000"/>
              </a:srgbClr>
            </a:solidFill>
            <a:prstDash val="solid"/>
          </a:ln>
        </p:spPr>
      </p:sp>
      <p:sp>
        <p:nvSpPr>
          <p:cNvPr id="171" name="lumia-token-stream-curve">
            <a:extLst>
              <a:ext uri="{FF2B5EF4-FFF2-40B4-BE49-F238E27FC236}">
                <a16:creationId xmlns:a16="http://schemas.microsoft.com/office/drawing/2014/main" id="{B067615A-8A82-4835-85CC-21B421B8BE36}"/>
              </a:ext>
            </a:extLst>
          </p:cNvPr>
          <p:cNvSpPr>
            <a:spLocks noGrp="1"/>
          </p:cNvSpPr>
          <p:nvPr/>
        </p:nvSpPr>
        <p:spPr>
          <a:xfrm>
            <a:off x="7878409" y="6009985"/>
            <a:ext cx="284480" cy="9525"/>
          </a:xfrm>
          <a:custGeom>
            <a:avLst/>
            <a:gdLst/>
            <a:ahLst/>
            <a:cxnLst/>
            <a:rect l="0" t="0" r="0" b="0"/>
            <a:pathLst>
              <a:path w="284480" h="9525">
                <a:moveTo>
                  <a:pt x="0" y="0"/>
                </a:moveTo>
                <a:lnTo>
                  <a:pt x="284480" y="5675"/>
                </a:lnTo>
              </a:path>
            </a:pathLst>
          </a:custGeom>
          <a:noFill/>
          <a:ln w="5978">
            <a:solidFill>
              <a:srgbClr val="F79E11">
                <a:alpha val="4000"/>
              </a:srgbClr>
            </a:solidFill>
            <a:prstDash val="solid"/>
          </a:ln>
        </p:spPr>
      </p:sp>
      <p:sp>
        <p:nvSpPr>
          <p:cNvPr id="172" name="lumia-token-stream-curve">
            <a:extLst>
              <a:ext uri="{FF2B5EF4-FFF2-40B4-BE49-F238E27FC236}">
                <a16:creationId xmlns:a16="http://schemas.microsoft.com/office/drawing/2014/main" id="{47077E18-F6E8-4E65-B598-0199AD9CF154}"/>
              </a:ext>
            </a:extLst>
          </p:cNvPr>
          <p:cNvSpPr>
            <a:spLocks noGrp="1"/>
          </p:cNvSpPr>
          <p:nvPr/>
        </p:nvSpPr>
        <p:spPr>
          <a:xfrm>
            <a:off x="8162889" y="6013647"/>
            <a:ext cx="285391" cy="9525"/>
          </a:xfrm>
          <a:custGeom>
            <a:avLst/>
            <a:gdLst/>
            <a:ahLst/>
            <a:cxnLst/>
            <a:rect l="0" t="0" r="0" b="0"/>
            <a:pathLst>
              <a:path w="285391" h="9525">
                <a:moveTo>
                  <a:pt x="0" y="2013"/>
                </a:moveTo>
                <a:lnTo>
                  <a:pt x="285391" y="0"/>
                </a:lnTo>
              </a:path>
            </a:pathLst>
          </a:custGeom>
          <a:noFill/>
          <a:ln w="6116">
            <a:solidFill>
              <a:srgbClr val="F8A90C">
                <a:alpha val="4000"/>
              </a:srgbClr>
            </a:solidFill>
            <a:prstDash val="solid"/>
          </a:ln>
        </p:spPr>
      </p:sp>
      <p:sp>
        <p:nvSpPr>
          <p:cNvPr id="173" name="lumia-token-stream-curve">
            <a:extLst>
              <a:ext uri="{FF2B5EF4-FFF2-40B4-BE49-F238E27FC236}">
                <a16:creationId xmlns:a16="http://schemas.microsoft.com/office/drawing/2014/main" id="{946DAA4F-21AD-475A-A22C-642DCC5C8D63}"/>
              </a:ext>
            </a:extLst>
          </p:cNvPr>
          <p:cNvSpPr>
            <a:spLocks noGrp="1"/>
          </p:cNvSpPr>
          <p:nvPr/>
        </p:nvSpPr>
        <p:spPr>
          <a:xfrm>
            <a:off x="8448280" y="6001647"/>
            <a:ext cx="286194" cy="12000"/>
          </a:xfrm>
          <a:custGeom>
            <a:avLst/>
            <a:gdLst/>
            <a:ahLst/>
            <a:cxnLst/>
            <a:rect l="0" t="0" r="0" b="0"/>
            <a:pathLst>
              <a:path w="286194" h="12000">
                <a:moveTo>
                  <a:pt x="0" y="12000"/>
                </a:moveTo>
                <a:lnTo>
                  <a:pt x="286194" y="0"/>
                </a:lnTo>
              </a:path>
            </a:pathLst>
          </a:custGeom>
          <a:noFill/>
          <a:ln w="6253">
            <a:solidFill>
              <a:srgbClr val="FAB408">
                <a:alpha val="4000"/>
              </a:srgbClr>
            </a:solidFill>
            <a:prstDash val="solid"/>
          </a:ln>
        </p:spPr>
      </p:sp>
      <p:sp>
        <p:nvSpPr>
          <p:cNvPr id="174" name="lumia-token-stream-curve">
            <a:extLst>
              <a:ext uri="{FF2B5EF4-FFF2-40B4-BE49-F238E27FC236}">
                <a16:creationId xmlns:a16="http://schemas.microsoft.com/office/drawing/2014/main" id="{20549791-1ED4-4B20-9FB5-613C60788285}"/>
              </a:ext>
            </a:extLst>
          </p:cNvPr>
          <p:cNvSpPr>
            <a:spLocks noGrp="1"/>
          </p:cNvSpPr>
          <p:nvPr/>
        </p:nvSpPr>
        <p:spPr>
          <a:xfrm>
            <a:off x="8734474" y="5978469"/>
            <a:ext cx="286889" cy="23179"/>
          </a:xfrm>
          <a:custGeom>
            <a:avLst/>
            <a:gdLst/>
            <a:ahLst/>
            <a:cxnLst/>
            <a:rect l="0" t="0" r="0" b="0"/>
            <a:pathLst>
              <a:path w="286889" h="23179">
                <a:moveTo>
                  <a:pt x="0" y="23179"/>
                </a:moveTo>
                <a:lnTo>
                  <a:pt x="286889" y="0"/>
                </a:lnTo>
              </a:path>
            </a:pathLst>
          </a:custGeom>
          <a:noFill/>
          <a:ln w="6386">
            <a:solidFill>
              <a:srgbClr val="F7BC07">
                <a:alpha val="4000"/>
              </a:srgbClr>
            </a:solidFill>
            <a:prstDash val="solid"/>
          </a:ln>
        </p:spPr>
      </p:sp>
      <p:sp>
        <p:nvSpPr>
          <p:cNvPr id="175" name="lumia-token-stream-curve">
            <a:extLst>
              <a:ext uri="{FF2B5EF4-FFF2-40B4-BE49-F238E27FC236}">
                <a16:creationId xmlns:a16="http://schemas.microsoft.com/office/drawing/2014/main" id="{4EF197BB-DE6F-4470-A674-32B89D06AA99}"/>
              </a:ext>
            </a:extLst>
          </p:cNvPr>
          <p:cNvSpPr>
            <a:spLocks noGrp="1"/>
          </p:cNvSpPr>
          <p:nvPr/>
        </p:nvSpPr>
        <p:spPr>
          <a:xfrm>
            <a:off x="9021363" y="5944204"/>
            <a:ext cx="287476" cy="34265"/>
          </a:xfrm>
          <a:custGeom>
            <a:avLst/>
            <a:gdLst/>
            <a:ahLst/>
            <a:cxnLst/>
            <a:rect l="0" t="0" r="0" b="0"/>
            <a:pathLst>
              <a:path w="287476" h="34265">
                <a:moveTo>
                  <a:pt x="0" y="34265"/>
                </a:moveTo>
                <a:lnTo>
                  <a:pt x="287476" y="0"/>
                </a:lnTo>
              </a:path>
            </a:pathLst>
          </a:custGeom>
          <a:noFill/>
          <a:ln w="6514">
            <a:solidFill>
              <a:srgbClr val="E5BA0E">
                <a:alpha val="4000"/>
              </a:srgbClr>
            </a:solidFill>
            <a:prstDash val="solid"/>
          </a:ln>
        </p:spPr>
      </p:sp>
      <p:sp>
        <p:nvSpPr>
          <p:cNvPr id="176" name="lumia-token-stream-curve">
            <a:extLst>
              <a:ext uri="{FF2B5EF4-FFF2-40B4-BE49-F238E27FC236}">
                <a16:creationId xmlns:a16="http://schemas.microsoft.com/office/drawing/2014/main" id="{F9F2FDE4-A271-4297-AD49-587E8F9702BB}"/>
              </a:ext>
            </a:extLst>
          </p:cNvPr>
          <p:cNvSpPr>
            <a:spLocks noGrp="1"/>
          </p:cNvSpPr>
          <p:nvPr/>
        </p:nvSpPr>
        <p:spPr>
          <a:xfrm>
            <a:off x="9308839" y="5900236"/>
            <a:ext cx="287953" cy="43968"/>
          </a:xfrm>
          <a:custGeom>
            <a:avLst/>
            <a:gdLst/>
            <a:ahLst/>
            <a:cxnLst/>
            <a:rect l="0" t="0" r="0" b="0"/>
            <a:pathLst>
              <a:path w="287953" h="43968">
                <a:moveTo>
                  <a:pt x="0" y="43968"/>
                </a:moveTo>
                <a:lnTo>
                  <a:pt x="287953" y="0"/>
                </a:lnTo>
              </a:path>
            </a:pathLst>
          </a:custGeom>
          <a:noFill/>
          <a:ln w="6636">
            <a:solidFill>
              <a:srgbClr val="D3B815">
                <a:alpha val="4000"/>
              </a:srgbClr>
            </a:solidFill>
            <a:prstDash val="solid"/>
          </a:ln>
        </p:spPr>
      </p:sp>
      <p:sp>
        <p:nvSpPr>
          <p:cNvPr id="177" name="lumia-token-stream-curve">
            <a:extLst>
              <a:ext uri="{FF2B5EF4-FFF2-40B4-BE49-F238E27FC236}">
                <a16:creationId xmlns:a16="http://schemas.microsoft.com/office/drawing/2014/main" id="{15B41DC0-D1E0-4658-A594-76821F7E58BB}"/>
              </a:ext>
            </a:extLst>
          </p:cNvPr>
          <p:cNvSpPr>
            <a:spLocks noGrp="1"/>
          </p:cNvSpPr>
          <p:nvPr/>
        </p:nvSpPr>
        <p:spPr>
          <a:xfrm>
            <a:off x="9596792" y="5849066"/>
            <a:ext cx="288323" cy="51170"/>
          </a:xfrm>
          <a:custGeom>
            <a:avLst/>
            <a:gdLst/>
            <a:ahLst/>
            <a:cxnLst/>
            <a:rect l="0" t="0" r="0" b="0"/>
            <a:pathLst>
              <a:path w="288323" h="51170">
                <a:moveTo>
                  <a:pt x="0" y="51170"/>
                </a:moveTo>
                <a:lnTo>
                  <a:pt x="288323" y="0"/>
                </a:lnTo>
              </a:path>
            </a:pathLst>
          </a:custGeom>
          <a:noFill/>
          <a:ln w="6751">
            <a:solidFill>
              <a:srgbClr val="C2B61C">
                <a:alpha val="4000"/>
              </a:srgbClr>
            </a:solidFill>
            <a:prstDash val="solid"/>
          </a:ln>
        </p:spPr>
      </p:sp>
      <p:sp>
        <p:nvSpPr>
          <p:cNvPr id="178" name="lumia-token-stream-curve">
            <a:extLst>
              <a:ext uri="{FF2B5EF4-FFF2-40B4-BE49-F238E27FC236}">
                <a16:creationId xmlns:a16="http://schemas.microsoft.com/office/drawing/2014/main" id="{118A1136-EF6C-450B-917D-E1EE0478A6A9}"/>
              </a:ext>
            </a:extLst>
          </p:cNvPr>
          <p:cNvSpPr>
            <a:spLocks noGrp="1"/>
          </p:cNvSpPr>
          <p:nvPr/>
        </p:nvSpPr>
        <p:spPr>
          <a:xfrm>
            <a:off x="9885115" y="5793989"/>
            <a:ext cx="288584" cy="55077"/>
          </a:xfrm>
          <a:custGeom>
            <a:avLst/>
            <a:gdLst/>
            <a:ahLst/>
            <a:cxnLst/>
            <a:rect l="0" t="0" r="0" b="0"/>
            <a:pathLst>
              <a:path w="288584" h="55077">
                <a:moveTo>
                  <a:pt x="0" y="55077"/>
                </a:moveTo>
                <a:lnTo>
                  <a:pt x="288584" y="0"/>
                </a:lnTo>
              </a:path>
            </a:pathLst>
          </a:custGeom>
          <a:noFill/>
          <a:ln w="6857">
            <a:solidFill>
              <a:srgbClr val="B0B422">
                <a:alpha val="5000"/>
              </a:srgbClr>
            </a:solidFill>
            <a:prstDash val="solid"/>
          </a:ln>
        </p:spPr>
      </p:sp>
      <p:sp>
        <p:nvSpPr>
          <p:cNvPr id="179" name="lumia-token-stream-curve">
            <a:extLst>
              <a:ext uri="{FF2B5EF4-FFF2-40B4-BE49-F238E27FC236}">
                <a16:creationId xmlns:a16="http://schemas.microsoft.com/office/drawing/2014/main" id="{17014D80-857A-4B67-AC34-1361C60865F2}"/>
              </a:ext>
            </a:extLst>
          </p:cNvPr>
          <p:cNvSpPr>
            <a:spLocks noGrp="1"/>
          </p:cNvSpPr>
          <p:nvPr/>
        </p:nvSpPr>
        <p:spPr>
          <a:xfrm>
            <a:off x="10173700" y="5738655"/>
            <a:ext cx="288737" cy="55334"/>
          </a:xfrm>
          <a:custGeom>
            <a:avLst/>
            <a:gdLst/>
            <a:ahLst/>
            <a:cxnLst/>
            <a:rect l="0" t="0" r="0" b="0"/>
            <a:pathLst>
              <a:path w="288737" h="55334">
                <a:moveTo>
                  <a:pt x="0" y="55334"/>
                </a:moveTo>
                <a:lnTo>
                  <a:pt x="288737" y="0"/>
                </a:lnTo>
              </a:path>
            </a:pathLst>
          </a:custGeom>
          <a:noFill/>
          <a:ln w="6954">
            <a:solidFill>
              <a:srgbClr val="9EB329">
                <a:alpha val="5000"/>
              </a:srgbClr>
            </a:solidFill>
            <a:prstDash val="solid"/>
          </a:ln>
        </p:spPr>
      </p:sp>
      <p:sp>
        <p:nvSpPr>
          <p:cNvPr id="180" name="lumia-token-stream-curve">
            <a:extLst>
              <a:ext uri="{FF2B5EF4-FFF2-40B4-BE49-F238E27FC236}">
                <a16:creationId xmlns:a16="http://schemas.microsoft.com/office/drawing/2014/main" id="{C4C9E9B2-870E-4D38-86E0-110B8B703744}"/>
              </a:ext>
            </a:extLst>
          </p:cNvPr>
          <p:cNvSpPr>
            <a:spLocks noGrp="1"/>
          </p:cNvSpPr>
          <p:nvPr/>
        </p:nvSpPr>
        <p:spPr>
          <a:xfrm>
            <a:off x="10462437" y="5686578"/>
            <a:ext cx="288782" cy="52077"/>
          </a:xfrm>
          <a:custGeom>
            <a:avLst/>
            <a:gdLst/>
            <a:ahLst/>
            <a:cxnLst/>
            <a:rect l="0" t="0" r="0" b="0"/>
            <a:pathLst>
              <a:path w="288782" h="52077">
                <a:moveTo>
                  <a:pt x="0" y="52077"/>
                </a:moveTo>
                <a:lnTo>
                  <a:pt x="288782" y="0"/>
                </a:lnTo>
              </a:path>
            </a:pathLst>
          </a:custGeom>
          <a:noFill/>
          <a:ln w="7039">
            <a:solidFill>
              <a:srgbClr val="8CB130">
                <a:alpha val="5000"/>
              </a:srgbClr>
            </a:solidFill>
            <a:prstDash val="solid"/>
          </a:ln>
        </p:spPr>
      </p:sp>
      <p:sp>
        <p:nvSpPr>
          <p:cNvPr id="181" name="lumia-token-stream-curve">
            <a:extLst>
              <a:ext uri="{FF2B5EF4-FFF2-40B4-BE49-F238E27FC236}">
                <a16:creationId xmlns:a16="http://schemas.microsoft.com/office/drawing/2014/main" id="{70103AA1-157E-4F70-9C09-95EFFFFE7077}"/>
              </a:ext>
            </a:extLst>
          </p:cNvPr>
          <p:cNvSpPr>
            <a:spLocks noGrp="1"/>
          </p:cNvSpPr>
          <p:nvPr/>
        </p:nvSpPr>
        <p:spPr>
          <a:xfrm>
            <a:off x="10751218" y="5640664"/>
            <a:ext cx="288718" cy="45914"/>
          </a:xfrm>
          <a:custGeom>
            <a:avLst/>
            <a:gdLst/>
            <a:ahLst/>
            <a:cxnLst/>
            <a:rect l="0" t="0" r="0" b="0"/>
            <a:pathLst>
              <a:path w="288718" h="45914">
                <a:moveTo>
                  <a:pt x="0" y="45914"/>
                </a:moveTo>
                <a:lnTo>
                  <a:pt x="288718" y="0"/>
                </a:lnTo>
              </a:path>
            </a:pathLst>
          </a:custGeom>
          <a:noFill/>
          <a:ln w="7111">
            <a:solidFill>
              <a:srgbClr val="7BAF37">
                <a:alpha val="5000"/>
              </a:srgbClr>
            </a:solidFill>
            <a:prstDash val="solid"/>
          </a:ln>
        </p:spPr>
      </p:sp>
      <p:sp>
        <p:nvSpPr>
          <p:cNvPr id="182" name="lumia-token-stream-curve">
            <a:extLst>
              <a:ext uri="{FF2B5EF4-FFF2-40B4-BE49-F238E27FC236}">
                <a16:creationId xmlns:a16="http://schemas.microsoft.com/office/drawing/2014/main" id="{53B243A6-384C-4C87-84A2-E7417A09BDCC}"/>
              </a:ext>
            </a:extLst>
          </p:cNvPr>
          <p:cNvSpPr>
            <a:spLocks noGrp="1"/>
          </p:cNvSpPr>
          <p:nvPr/>
        </p:nvSpPr>
        <p:spPr>
          <a:xfrm>
            <a:off x="11039936" y="5602818"/>
            <a:ext cx="288545" cy="37846"/>
          </a:xfrm>
          <a:custGeom>
            <a:avLst/>
            <a:gdLst/>
            <a:ahLst/>
            <a:cxnLst/>
            <a:rect l="0" t="0" r="0" b="0"/>
            <a:pathLst>
              <a:path w="288545" h="37846">
                <a:moveTo>
                  <a:pt x="0" y="37846"/>
                </a:moveTo>
                <a:lnTo>
                  <a:pt x="288545" y="0"/>
                </a:lnTo>
              </a:path>
            </a:pathLst>
          </a:custGeom>
          <a:noFill/>
          <a:ln w="7170">
            <a:solidFill>
              <a:srgbClr val="69AD3E">
                <a:alpha val="5000"/>
              </a:srgbClr>
            </a:solidFill>
            <a:prstDash val="solid"/>
          </a:ln>
        </p:spPr>
      </p:sp>
      <p:sp>
        <p:nvSpPr>
          <p:cNvPr id="183" name="lumia-token-stream-curve">
            <a:extLst>
              <a:ext uri="{FF2B5EF4-FFF2-40B4-BE49-F238E27FC236}">
                <a16:creationId xmlns:a16="http://schemas.microsoft.com/office/drawing/2014/main" id="{6CB26AA3-CE03-4B8A-B30A-D4F215405778}"/>
              </a:ext>
            </a:extLst>
          </p:cNvPr>
          <p:cNvSpPr>
            <a:spLocks noGrp="1"/>
          </p:cNvSpPr>
          <p:nvPr/>
        </p:nvSpPr>
        <p:spPr>
          <a:xfrm>
            <a:off x="11328482" y="5573692"/>
            <a:ext cx="288265" cy="29127"/>
          </a:xfrm>
          <a:custGeom>
            <a:avLst/>
            <a:gdLst/>
            <a:ahLst/>
            <a:cxnLst/>
            <a:rect l="0" t="0" r="0" b="0"/>
            <a:pathLst>
              <a:path w="288265" h="29127">
                <a:moveTo>
                  <a:pt x="0" y="29127"/>
                </a:moveTo>
                <a:lnTo>
                  <a:pt x="288265" y="0"/>
                </a:lnTo>
              </a:path>
            </a:pathLst>
          </a:custGeom>
          <a:noFill/>
          <a:ln w="7213">
            <a:solidFill>
              <a:srgbClr val="57AC45">
                <a:alpha val="5000"/>
              </a:srgbClr>
            </a:solidFill>
            <a:prstDash val="solid"/>
          </a:ln>
        </p:spPr>
      </p:sp>
      <p:sp>
        <p:nvSpPr>
          <p:cNvPr id="184" name="lumia-token-stream-curve">
            <a:extLst>
              <a:ext uri="{FF2B5EF4-FFF2-40B4-BE49-F238E27FC236}">
                <a16:creationId xmlns:a16="http://schemas.microsoft.com/office/drawing/2014/main" id="{30A80E08-ADD1-4340-8A0E-41970BB38A01}"/>
              </a:ext>
            </a:extLst>
          </p:cNvPr>
          <p:cNvSpPr>
            <a:spLocks noGrp="1"/>
          </p:cNvSpPr>
          <p:nvPr/>
        </p:nvSpPr>
        <p:spPr>
          <a:xfrm>
            <a:off x="11616746" y="5552599"/>
            <a:ext cx="287876" cy="21093"/>
          </a:xfrm>
          <a:custGeom>
            <a:avLst/>
            <a:gdLst/>
            <a:ahLst/>
            <a:cxnLst/>
            <a:rect l="0" t="0" r="0" b="0"/>
            <a:pathLst>
              <a:path w="287876" h="21093">
                <a:moveTo>
                  <a:pt x="0" y="21093"/>
                </a:moveTo>
                <a:lnTo>
                  <a:pt x="287876" y="0"/>
                </a:lnTo>
              </a:path>
            </a:pathLst>
          </a:custGeom>
          <a:noFill/>
          <a:ln w="7241">
            <a:solidFill>
              <a:srgbClr val="46AA4C">
                <a:alpha val="5000"/>
              </a:srgbClr>
            </a:solidFill>
            <a:prstDash val="solid"/>
          </a:ln>
        </p:spPr>
      </p:sp>
      <p:sp>
        <p:nvSpPr>
          <p:cNvPr id="185" name="lumia-token-stream-curve">
            <a:extLst>
              <a:ext uri="{FF2B5EF4-FFF2-40B4-BE49-F238E27FC236}">
                <a16:creationId xmlns:a16="http://schemas.microsoft.com/office/drawing/2014/main" id="{74520F4F-4B39-4299-8CBE-87006EB97E9F}"/>
              </a:ext>
            </a:extLst>
          </p:cNvPr>
          <p:cNvSpPr>
            <a:spLocks noGrp="1"/>
          </p:cNvSpPr>
          <p:nvPr/>
        </p:nvSpPr>
        <p:spPr>
          <a:xfrm>
            <a:off x="11904622" y="5537618"/>
            <a:ext cx="287378" cy="14981"/>
          </a:xfrm>
          <a:custGeom>
            <a:avLst/>
            <a:gdLst/>
            <a:ahLst/>
            <a:cxnLst/>
            <a:rect l="0" t="0" r="0" b="0"/>
            <a:pathLst>
              <a:path w="287378" h="14981">
                <a:moveTo>
                  <a:pt x="0" y="14981"/>
                </a:moveTo>
                <a:lnTo>
                  <a:pt x="287378" y="0"/>
                </a:lnTo>
              </a:path>
            </a:pathLst>
          </a:custGeom>
          <a:noFill/>
          <a:ln w="7250">
            <a:solidFill>
              <a:srgbClr val="34A853">
                <a:alpha val="5000"/>
              </a:srgbClr>
            </a:solidFill>
            <a:prstDash val="solid"/>
          </a:ln>
        </p:spPr>
      </p:sp>
      <p:sp>
        <p:nvSpPr>
          <p:cNvPr id="186" name="lumia-token-stream-curve">
            <a:extLst>
              <a:ext uri="{FF2B5EF4-FFF2-40B4-BE49-F238E27FC236}">
                <a16:creationId xmlns:a16="http://schemas.microsoft.com/office/drawing/2014/main" id="{064A8511-BEB4-4F3E-9F50-43E1A88EC045}"/>
              </a:ext>
            </a:extLst>
          </p:cNvPr>
          <p:cNvSpPr>
            <a:spLocks noGrp="1"/>
          </p:cNvSpPr>
          <p:nvPr/>
        </p:nvSpPr>
        <p:spPr>
          <a:xfrm>
            <a:off x="0" y="5918050"/>
            <a:ext cx="162099" cy="9525"/>
          </a:xfrm>
          <a:custGeom>
            <a:avLst/>
            <a:gdLst/>
            <a:ahLst/>
            <a:cxnLst/>
            <a:rect l="0" t="0" r="0" b="0"/>
            <a:pathLst>
              <a:path w="162099" h="9525">
                <a:moveTo>
                  <a:pt x="0" y="6243"/>
                </a:moveTo>
                <a:lnTo>
                  <a:pt x="162099" y="0"/>
                </a:lnTo>
              </a:path>
            </a:pathLst>
          </a:custGeom>
          <a:noFill/>
          <a:ln w="4899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187" name="lumia-token-stream-curve">
            <a:extLst>
              <a:ext uri="{FF2B5EF4-FFF2-40B4-BE49-F238E27FC236}">
                <a16:creationId xmlns:a16="http://schemas.microsoft.com/office/drawing/2014/main" id="{C8830D76-8924-41CE-B818-786FA385F1EB}"/>
              </a:ext>
            </a:extLst>
          </p:cNvPr>
          <p:cNvSpPr>
            <a:spLocks noGrp="1"/>
          </p:cNvSpPr>
          <p:nvPr/>
        </p:nvSpPr>
        <p:spPr>
          <a:xfrm>
            <a:off x="162099" y="5916448"/>
            <a:ext cx="213458" cy="9525"/>
          </a:xfrm>
          <a:custGeom>
            <a:avLst/>
            <a:gdLst/>
            <a:ahLst/>
            <a:cxnLst/>
            <a:rect l="0" t="0" r="0" b="0"/>
            <a:pathLst>
              <a:path w="213458" h="9525">
                <a:moveTo>
                  <a:pt x="0" y="1602"/>
                </a:moveTo>
                <a:lnTo>
                  <a:pt x="213458" y="0"/>
                </a:lnTo>
              </a:path>
            </a:pathLst>
          </a:custGeom>
          <a:noFill/>
          <a:ln w="4899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188" name="lumia-token-stream-curve">
            <a:extLst>
              <a:ext uri="{FF2B5EF4-FFF2-40B4-BE49-F238E27FC236}">
                <a16:creationId xmlns:a16="http://schemas.microsoft.com/office/drawing/2014/main" id="{370A4CA1-B753-40EF-B50B-F817532025A7}"/>
              </a:ext>
            </a:extLst>
          </p:cNvPr>
          <p:cNvSpPr>
            <a:spLocks noGrp="1"/>
          </p:cNvSpPr>
          <p:nvPr/>
        </p:nvSpPr>
        <p:spPr>
          <a:xfrm>
            <a:off x="375558" y="5916448"/>
            <a:ext cx="217527" cy="9525"/>
          </a:xfrm>
          <a:custGeom>
            <a:avLst/>
            <a:gdLst/>
            <a:ahLst/>
            <a:cxnLst/>
            <a:rect l="0" t="0" r="0" b="0"/>
            <a:pathLst>
              <a:path w="217527" h="9525">
                <a:moveTo>
                  <a:pt x="0" y="0"/>
                </a:moveTo>
                <a:lnTo>
                  <a:pt x="217527" y="3932"/>
                </a:lnTo>
              </a:path>
            </a:pathLst>
          </a:custGeom>
          <a:noFill/>
          <a:ln w="4899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189" name="lumia-token-stream-curve">
            <a:extLst>
              <a:ext uri="{FF2B5EF4-FFF2-40B4-BE49-F238E27FC236}">
                <a16:creationId xmlns:a16="http://schemas.microsoft.com/office/drawing/2014/main" id="{D079FC72-842C-4230-9537-DC6DE4B50027}"/>
              </a:ext>
            </a:extLst>
          </p:cNvPr>
          <p:cNvSpPr>
            <a:spLocks noGrp="1"/>
          </p:cNvSpPr>
          <p:nvPr/>
        </p:nvSpPr>
        <p:spPr>
          <a:xfrm>
            <a:off x="593085" y="5920380"/>
            <a:ext cx="221483" cy="9955"/>
          </a:xfrm>
          <a:custGeom>
            <a:avLst/>
            <a:gdLst/>
            <a:ahLst/>
            <a:cxnLst/>
            <a:rect l="0" t="0" r="0" b="0"/>
            <a:pathLst>
              <a:path w="221483" h="9955">
                <a:moveTo>
                  <a:pt x="0" y="0"/>
                </a:moveTo>
                <a:lnTo>
                  <a:pt x="221483" y="9955"/>
                </a:lnTo>
              </a:path>
            </a:pathLst>
          </a:custGeom>
          <a:noFill/>
          <a:ln w="4899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190" name="lumia-token-stream-curve">
            <a:extLst>
              <a:ext uri="{FF2B5EF4-FFF2-40B4-BE49-F238E27FC236}">
                <a16:creationId xmlns:a16="http://schemas.microsoft.com/office/drawing/2014/main" id="{E86FF949-8AB6-4DE7-A6E2-E668B9DB7805}"/>
              </a:ext>
            </a:extLst>
          </p:cNvPr>
          <p:cNvSpPr>
            <a:spLocks noGrp="1"/>
          </p:cNvSpPr>
          <p:nvPr/>
        </p:nvSpPr>
        <p:spPr>
          <a:xfrm>
            <a:off x="814567" y="5930335"/>
            <a:ext cx="225325" cy="15968"/>
          </a:xfrm>
          <a:custGeom>
            <a:avLst/>
            <a:gdLst/>
            <a:ahLst/>
            <a:cxnLst/>
            <a:rect l="0" t="0" r="0" b="0"/>
            <a:pathLst>
              <a:path w="225325" h="15968">
                <a:moveTo>
                  <a:pt x="0" y="0"/>
                </a:moveTo>
                <a:lnTo>
                  <a:pt x="225325" y="15968"/>
                </a:lnTo>
              </a:path>
            </a:pathLst>
          </a:custGeom>
          <a:noFill/>
          <a:ln w="4899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191" name="lumia-token-stream-curve">
            <a:extLst>
              <a:ext uri="{FF2B5EF4-FFF2-40B4-BE49-F238E27FC236}">
                <a16:creationId xmlns:a16="http://schemas.microsoft.com/office/drawing/2014/main" id="{D12775C0-8E6A-4155-9C02-1BC9C73C2AA5}"/>
              </a:ext>
            </a:extLst>
          </p:cNvPr>
          <p:cNvSpPr>
            <a:spLocks noGrp="1"/>
          </p:cNvSpPr>
          <p:nvPr/>
        </p:nvSpPr>
        <p:spPr>
          <a:xfrm>
            <a:off x="1039892" y="5946303"/>
            <a:ext cx="229055" cy="21407"/>
          </a:xfrm>
          <a:custGeom>
            <a:avLst/>
            <a:gdLst/>
            <a:ahLst/>
            <a:cxnLst/>
            <a:rect l="0" t="0" r="0" b="0"/>
            <a:pathLst>
              <a:path w="229055" h="21407">
                <a:moveTo>
                  <a:pt x="0" y="0"/>
                </a:moveTo>
                <a:lnTo>
                  <a:pt x="229055" y="21407"/>
                </a:lnTo>
              </a:path>
            </a:pathLst>
          </a:custGeom>
          <a:noFill/>
          <a:ln w="4899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192" name="lumia-token-stream-curve">
            <a:extLst>
              <a:ext uri="{FF2B5EF4-FFF2-40B4-BE49-F238E27FC236}">
                <a16:creationId xmlns:a16="http://schemas.microsoft.com/office/drawing/2014/main" id="{D2C929FC-F153-436D-9253-0E8D545EFB23}"/>
              </a:ext>
            </a:extLst>
          </p:cNvPr>
          <p:cNvSpPr>
            <a:spLocks noGrp="1"/>
          </p:cNvSpPr>
          <p:nvPr/>
        </p:nvSpPr>
        <p:spPr>
          <a:xfrm>
            <a:off x="1268947" y="5967710"/>
            <a:ext cx="232671" cy="25698"/>
          </a:xfrm>
          <a:custGeom>
            <a:avLst/>
            <a:gdLst/>
            <a:ahLst/>
            <a:cxnLst/>
            <a:rect l="0" t="0" r="0" b="0"/>
            <a:pathLst>
              <a:path w="232671" h="25698">
                <a:moveTo>
                  <a:pt x="0" y="0"/>
                </a:moveTo>
                <a:lnTo>
                  <a:pt x="232671" y="25698"/>
                </a:lnTo>
              </a:path>
            </a:pathLst>
          </a:custGeom>
          <a:noFill/>
          <a:ln w="4899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193" name="lumia-token-stream-curve">
            <a:extLst>
              <a:ext uri="{FF2B5EF4-FFF2-40B4-BE49-F238E27FC236}">
                <a16:creationId xmlns:a16="http://schemas.microsoft.com/office/drawing/2014/main" id="{26E3768A-0AD2-4E13-ACC5-526291967ECC}"/>
              </a:ext>
            </a:extLst>
          </p:cNvPr>
          <p:cNvSpPr>
            <a:spLocks noGrp="1"/>
          </p:cNvSpPr>
          <p:nvPr/>
        </p:nvSpPr>
        <p:spPr>
          <a:xfrm>
            <a:off x="1501618" y="5993408"/>
            <a:ext cx="236175" cy="28313"/>
          </a:xfrm>
          <a:custGeom>
            <a:avLst/>
            <a:gdLst/>
            <a:ahLst/>
            <a:cxnLst/>
            <a:rect l="0" t="0" r="0" b="0"/>
            <a:pathLst>
              <a:path w="236175" h="28313">
                <a:moveTo>
                  <a:pt x="0" y="0"/>
                </a:moveTo>
                <a:lnTo>
                  <a:pt x="236175" y="28313"/>
                </a:lnTo>
              </a:path>
            </a:pathLst>
          </a:custGeom>
          <a:noFill/>
          <a:ln w="4899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194" name="lumia-token-stream-curve">
            <a:extLst>
              <a:ext uri="{FF2B5EF4-FFF2-40B4-BE49-F238E27FC236}">
                <a16:creationId xmlns:a16="http://schemas.microsoft.com/office/drawing/2014/main" id="{04624B95-4383-4530-9B0A-5DCF7210099B}"/>
              </a:ext>
            </a:extLst>
          </p:cNvPr>
          <p:cNvSpPr>
            <a:spLocks noGrp="1"/>
          </p:cNvSpPr>
          <p:nvPr/>
        </p:nvSpPr>
        <p:spPr>
          <a:xfrm>
            <a:off x="1737793" y="6021722"/>
            <a:ext cx="239565" cy="28833"/>
          </a:xfrm>
          <a:custGeom>
            <a:avLst/>
            <a:gdLst/>
            <a:ahLst/>
            <a:cxnLst/>
            <a:rect l="0" t="0" r="0" b="0"/>
            <a:pathLst>
              <a:path w="239565" h="28833">
                <a:moveTo>
                  <a:pt x="0" y="0"/>
                </a:moveTo>
                <a:lnTo>
                  <a:pt x="239565" y="28833"/>
                </a:lnTo>
              </a:path>
            </a:pathLst>
          </a:custGeom>
          <a:noFill/>
          <a:ln w="4899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195" name="lumia-token-stream-curve">
            <a:extLst>
              <a:ext uri="{FF2B5EF4-FFF2-40B4-BE49-F238E27FC236}">
                <a16:creationId xmlns:a16="http://schemas.microsoft.com/office/drawing/2014/main" id="{AA0FEA14-ED65-4FB8-8D05-6161E1146110}"/>
              </a:ext>
            </a:extLst>
          </p:cNvPr>
          <p:cNvSpPr>
            <a:spLocks noGrp="1"/>
          </p:cNvSpPr>
          <p:nvPr/>
        </p:nvSpPr>
        <p:spPr>
          <a:xfrm>
            <a:off x="1977358" y="6050555"/>
            <a:ext cx="242843" cy="27009"/>
          </a:xfrm>
          <a:custGeom>
            <a:avLst/>
            <a:gdLst/>
            <a:ahLst/>
            <a:cxnLst/>
            <a:rect l="0" t="0" r="0" b="0"/>
            <a:pathLst>
              <a:path w="242843" h="27009">
                <a:moveTo>
                  <a:pt x="0" y="0"/>
                </a:moveTo>
                <a:lnTo>
                  <a:pt x="242843" y="27009"/>
                </a:lnTo>
              </a:path>
            </a:pathLst>
          </a:custGeom>
          <a:noFill/>
          <a:ln w="4899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196" name="lumia-token-stream-curve">
            <a:extLst>
              <a:ext uri="{FF2B5EF4-FFF2-40B4-BE49-F238E27FC236}">
                <a16:creationId xmlns:a16="http://schemas.microsoft.com/office/drawing/2014/main" id="{12DB662B-9441-4AAB-A795-01FC83AE6113}"/>
              </a:ext>
            </a:extLst>
          </p:cNvPr>
          <p:cNvSpPr>
            <a:spLocks noGrp="1"/>
          </p:cNvSpPr>
          <p:nvPr/>
        </p:nvSpPr>
        <p:spPr>
          <a:xfrm>
            <a:off x="2220201" y="6077564"/>
            <a:ext cx="246007" cy="22808"/>
          </a:xfrm>
          <a:custGeom>
            <a:avLst/>
            <a:gdLst/>
            <a:ahLst/>
            <a:cxnLst/>
            <a:rect l="0" t="0" r="0" b="0"/>
            <a:pathLst>
              <a:path w="246007" h="22808">
                <a:moveTo>
                  <a:pt x="0" y="0"/>
                </a:moveTo>
                <a:lnTo>
                  <a:pt x="246007" y="22808"/>
                </a:lnTo>
              </a:path>
            </a:pathLst>
          </a:custGeom>
          <a:noFill/>
          <a:ln w="4899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197" name="lumia-token-stream-curve">
            <a:extLst>
              <a:ext uri="{FF2B5EF4-FFF2-40B4-BE49-F238E27FC236}">
                <a16:creationId xmlns:a16="http://schemas.microsoft.com/office/drawing/2014/main" id="{06C25F75-804E-442B-8C2D-1D1B1D832EFB}"/>
              </a:ext>
            </a:extLst>
          </p:cNvPr>
          <p:cNvSpPr>
            <a:spLocks noGrp="1"/>
          </p:cNvSpPr>
          <p:nvPr/>
        </p:nvSpPr>
        <p:spPr>
          <a:xfrm>
            <a:off x="2466208" y="6100372"/>
            <a:ext cx="249059" cy="16441"/>
          </a:xfrm>
          <a:custGeom>
            <a:avLst/>
            <a:gdLst/>
            <a:ahLst/>
            <a:cxnLst/>
            <a:rect l="0" t="0" r="0" b="0"/>
            <a:pathLst>
              <a:path w="249059" h="16441">
                <a:moveTo>
                  <a:pt x="0" y="0"/>
                </a:moveTo>
                <a:lnTo>
                  <a:pt x="249059" y="16441"/>
                </a:lnTo>
              </a:path>
            </a:pathLst>
          </a:custGeom>
          <a:noFill/>
          <a:ln w="4899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198" name="lumia-token-stream-curve">
            <a:extLst>
              <a:ext uri="{FF2B5EF4-FFF2-40B4-BE49-F238E27FC236}">
                <a16:creationId xmlns:a16="http://schemas.microsoft.com/office/drawing/2014/main" id="{EC0E513D-A735-44BD-9B14-869F1EA6536B}"/>
              </a:ext>
            </a:extLst>
          </p:cNvPr>
          <p:cNvSpPr>
            <a:spLocks noGrp="1"/>
          </p:cNvSpPr>
          <p:nvPr/>
        </p:nvSpPr>
        <p:spPr>
          <a:xfrm>
            <a:off x="2715267" y="6116813"/>
            <a:ext cx="251997" cy="9525"/>
          </a:xfrm>
          <a:custGeom>
            <a:avLst/>
            <a:gdLst/>
            <a:ahLst/>
            <a:cxnLst/>
            <a:rect l="0" t="0" r="0" b="0"/>
            <a:pathLst>
              <a:path w="251997" h="9525">
                <a:moveTo>
                  <a:pt x="0" y="0"/>
                </a:moveTo>
                <a:lnTo>
                  <a:pt x="251997" y="8370"/>
                </a:lnTo>
              </a:path>
            </a:pathLst>
          </a:custGeom>
          <a:noFill/>
          <a:ln w="4899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199" name="lumia-token-stream-curve">
            <a:extLst>
              <a:ext uri="{FF2B5EF4-FFF2-40B4-BE49-F238E27FC236}">
                <a16:creationId xmlns:a16="http://schemas.microsoft.com/office/drawing/2014/main" id="{7051135A-F1B6-406C-8B22-440CEF15D82B}"/>
              </a:ext>
            </a:extLst>
          </p:cNvPr>
          <p:cNvSpPr>
            <a:spLocks noGrp="1"/>
          </p:cNvSpPr>
          <p:nvPr/>
        </p:nvSpPr>
        <p:spPr>
          <a:xfrm>
            <a:off x="2967264" y="6124461"/>
            <a:ext cx="254823" cy="9525"/>
          </a:xfrm>
          <a:custGeom>
            <a:avLst/>
            <a:gdLst/>
            <a:ahLst/>
            <a:cxnLst/>
            <a:rect l="0" t="0" r="0" b="0"/>
            <a:pathLst>
              <a:path w="254823" h="9525">
                <a:moveTo>
                  <a:pt x="0" y="723"/>
                </a:moveTo>
                <a:lnTo>
                  <a:pt x="254823" y="0"/>
                </a:lnTo>
              </a:path>
            </a:pathLst>
          </a:custGeom>
          <a:noFill/>
          <a:ln w="4899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200" name="lumia-token-stream-curve">
            <a:extLst>
              <a:ext uri="{FF2B5EF4-FFF2-40B4-BE49-F238E27FC236}">
                <a16:creationId xmlns:a16="http://schemas.microsoft.com/office/drawing/2014/main" id="{A94BA783-8C15-4F3E-80ED-731F2537FC94}"/>
              </a:ext>
            </a:extLst>
          </p:cNvPr>
          <p:cNvSpPr>
            <a:spLocks noGrp="1"/>
          </p:cNvSpPr>
          <p:nvPr/>
        </p:nvSpPr>
        <p:spPr>
          <a:xfrm>
            <a:off x="3222087" y="6114471"/>
            <a:ext cx="257535" cy="9990"/>
          </a:xfrm>
          <a:custGeom>
            <a:avLst/>
            <a:gdLst/>
            <a:ahLst/>
            <a:cxnLst/>
            <a:rect l="0" t="0" r="0" b="0"/>
            <a:pathLst>
              <a:path w="257535" h="9990">
                <a:moveTo>
                  <a:pt x="0" y="9990"/>
                </a:moveTo>
                <a:lnTo>
                  <a:pt x="257535" y="0"/>
                </a:lnTo>
              </a:path>
            </a:pathLst>
          </a:custGeom>
          <a:noFill/>
          <a:ln w="4899">
            <a:solidFill>
              <a:srgbClr val="7C3D7E">
                <a:alpha val="3000"/>
              </a:srgbClr>
            </a:solidFill>
            <a:prstDash val="solid"/>
          </a:ln>
        </p:spPr>
      </p:sp>
      <p:sp>
        <p:nvSpPr>
          <p:cNvPr id="201" name="lumia-token-stream-curve">
            <a:extLst>
              <a:ext uri="{FF2B5EF4-FFF2-40B4-BE49-F238E27FC236}">
                <a16:creationId xmlns:a16="http://schemas.microsoft.com/office/drawing/2014/main" id="{F172142D-1669-4779-83D9-15B79F5960D1}"/>
              </a:ext>
            </a:extLst>
          </p:cNvPr>
          <p:cNvSpPr>
            <a:spLocks noGrp="1"/>
          </p:cNvSpPr>
          <p:nvPr/>
        </p:nvSpPr>
        <p:spPr>
          <a:xfrm>
            <a:off x="3479622" y="6095968"/>
            <a:ext cx="260135" cy="18503"/>
          </a:xfrm>
          <a:custGeom>
            <a:avLst/>
            <a:gdLst/>
            <a:ahLst/>
            <a:cxnLst/>
            <a:rect l="0" t="0" r="0" b="0"/>
            <a:pathLst>
              <a:path w="260135" h="18503">
                <a:moveTo>
                  <a:pt x="0" y="18503"/>
                </a:moveTo>
                <a:lnTo>
                  <a:pt x="260135" y="0"/>
                </a:lnTo>
              </a:path>
            </a:pathLst>
          </a:custGeom>
          <a:noFill/>
          <a:ln w="4899">
            <a:solidFill>
              <a:srgbClr val="893E75">
                <a:alpha val="3000"/>
              </a:srgbClr>
            </a:solidFill>
            <a:prstDash val="solid"/>
          </a:ln>
        </p:spPr>
      </p:sp>
      <p:sp>
        <p:nvSpPr>
          <p:cNvPr id="202" name="lumia-token-stream-curve">
            <a:extLst>
              <a:ext uri="{FF2B5EF4-FFF2-40B4-BE49-F238E27FC236}">
                <a16:creationId xmlns:a16="http://schemas.microsoft.com/office/drawing/2014/main" id="{C2D6431B-7AD2-4401-B473-FC4C299037AF}"/>
              </a:ext>
            </a:extLst>
          </p:cNvPr>
          <p:cNvSpPr>
            <a:spLocks noGrp="1"/>
          </p:cNvSpPr>
          <p:nvPr/>
        </p:nvSpPr>
        <p:spPr>
          <a:xfrm>
            <a:off x="3739756" y="6070610"/>
            <a:ext cx="262621" cy="25358"/>
          </a:xfrm>
          <a:custGeom>
            <a:avLst/>
            <a:gdLst/>
            <a:ahLst/>
            <a:cxnLst/>
            <a:rect l="0" t="0" r="0" b="0"/>
            <a:pathLst>
              <a:path w="262621" h="25358">
                <a:moveTo>
                  <a:pt x="0" y="25358"/>
                </a:moveTo>
                <a:lnTo>
                  <a:pt x="262621" y="0"/>
                </a:lnTo>
              </a:path>
            </a:pathLst>
          </a:custGeom>
          <a:noFill/>
          <a:ln w="4899">
            <a:solidFill>
              <a:srgbClr val="963E6C">
                <a:alpha val="3000"/>
              </a:srgbClr>
            </a:solidFill>
            <a:prstDash val="solid"/>
          </a:ln>
        </p:spPr>
      </p:sp>
      <p:sp>
        <p:nvSpPr>
          <p:cNvPr id="203" name="lumia-token-stream-curve">
            <a:extLst>
              <a:ext uri="{FF2B5EF4-FFF2-40B4-BE49-F238E27FC236}">
                <a16:creationId xmlns:a16="http://schemas.microsoft.com/office/drawing/2014/main" id="{16FB17CE-CC54-446E-9A07-C7808C485FB2}"/>
              </a:ext>
            </a:extLst>
          </p:cNvPr>
          <p:cNvSpPr>
            <a:spLocks noGrp="1"/>
          </p:cNvSpPr>
          <p:nvPr/>
        </p:nvSpPr>
        <p:spPr>
          <a:xfrm>
            <a:off x="4002377" y="6040825"/>
            <a:ext cx="264994" cy="29785"/>
          </a:xfrm>
          <a:custGeom>
            <a:avLst/>
            <a:gdLst/>
            <a:ahLst/>
            <a:cxnLst/>
            <a:rect l="0" t="0" r="0" b="0"/>
            <a:pathLst>
              <a:path w="264994" h="29785">
                <a:moveTo>
                  <a:pt x="0" y="29785"/>
                </a:moveTo>
                <a:lnTo>
                  <a:pt x="264994" y="0"/>
                </a:lnTo>
              </a:path>
            </a:pathLst>
          </a:custGeom>
          <a:noFill/>
          <a:ln w="4914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204" name="lumia-token-stream-curve">
            <a:extLst>
              <a:ext uri="{FF2B5EF4-FFF2-40B4-BE49-F238E27FC236}">
                <a16:creationId xmlns:a16="http://schemas.microsoft.com/office/drawing/2014/main" id="{EC577413-EDD1-404C-9887-FD0B28780024}"/>
              </a:ext>
            </a:extLst>
          </p:cNvPr>
          <p:cNvSpPr>
            <a:spLocks noGrp="1"/>
          </p:cNvSpPr>
          <p:nvPr/>
        </p:nvSpPr>
        <p:spPr>
          <a:xfrm>
            <a:off x="4267372" y="6009572"/>
            <a:ext cx="267255" cy="31253"/>
          </a:xfrm>
          <a:custGeom>
            <a:avLst/>
            <a:gdLst/>
            <a:ahLst/>
            <a:cxnLst/>
            <a:rect l="0" t="0" r="0" b="0"/>
            <a:pathLst>
              <a:path w="267255" h="31253">
                <a:moveTo>
                  <a:pt x="0" y="31253"/>
                </a:moveTo>
                <a:lnTo>
                  <a:pt x="267255" y="0"/>
                </a:lnTo>
              </a:path>
            </a:pathLst>
          </a:custGeom>
          <a:noFill/>
          <a:ln w="4948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205" name="lumia-token-stream-curve">
            <a:extLst>
              <a:ext uri="{FF2B5EF4-FFF2-40B4-BE49-F238E27FC236}">
                <a16:creationId xmlns:a16="http://schemas.microsoft.com/office/drawing/2014/main" id="{6449C038-55FD-442B-9D55-9451E2F039F0}"/>
              </a:ext>
            </a:extLst>
          </p:cNvPr>
          <p:cNvSpPr>
            <a:spLocks noGrp="1"/>
          </p:cNvSpPr>
          <p:nvPr/>
        </p:nvSpPr>
        <p:spPr>
          <a:xfrm>
            <a:off x="4534627" y="5980015"/>
            <a:ext cx="269402" cy="29557"/>
          </a:xfrm>
          <a:custGeom>
            <a:avLst/>
            <a:gdLst/>
            <a:ahLst/>
            <a:cxnLst/>
            <a:rect l="0" t="0" r="0" b="0"/>
            <a:pathLst>
              <a:path w="269402" h="29557">
                <a:moveTo>
                  <a:pt x="0" y="29557"/>
                </a:moveTo>
                <a:lnTo>
                  <a:pt x="269402" y="0"/>
                </a:lnTo>
              </a:path>
            </a:pathLst>
          </a:custGeom>
          <a:noFill/>
          <a:ln w="4999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206" name="lumia-token-stream-curve">
            <a:extLst>
              <a:ext uri="{FF2B5EF4-FFF2-40B4-BE49-F238E27FC236}">
                <a16:creationId xmlns:a16="http://schemas.microsoft.com/office/drawing/2014/main" id="{D41F8E6C-9348-48B4-B807-3A7BF6D8BF2E}"/>
              </a:ext>
            </a:extLst>
          </p:cNvPr>
          <p:cNvSpPr>
            <a:spLocks noGrp="1"/>
          </p:cNvSpPr>
          <p:nvPr/>
        </p:nvSpPr>
        <p:spPr>
          <a:xfrm>
            <a:off x="4804029" y="5955150"/>
            <a:ext cx="271437" cy="24865"/>
          </a:xfrm>
          <a:custGeom>
            <a:avLst/>
            <a:gdLst/>
            <a:ahLst/>
            <a:cxnLst/>
            <a:rect l="0" t="0" r="0" b="0"/>
            <a:pathLst>
              <a:path w="271437" h="24865">
                <a:moveTo>
                  <a:pt x="0" y="24865"/>
                </a:moveTo>
                <a:lnTo>
                  <a:pt x="271437" y="0"/>
                </a:lnTo>
              </a:path>
            </a:pathLst>
          </a:custGeom>
          <a:noFill/>
          <a:ln w="5067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207" name="lumia-token-stream-curve">
            <a:extLst>
              <a:ext uri="{FF2B5EF4-FFF2-40B4-BE49-F238E27FC236}">
                <a16:creationId xmlns:a16="http://schemas.microsoft.com/office/drawing/2014/main" id="{154BC203-CA74-4B82-B80F-0185650C1F31}"/>
              </a:ext>
            </a:extLst>
          </p:cNvPr>
          <p:cNvSpPr>
            <a:spLocks noGrp="1"/>
          </p:cNvSpPr>
          <p:nvPr/>
        </p:nvSpPr>
        <p:spPr>
          <a:xfrm>
            <a:off x="5075466" y="5937426"/>
            <a:ext cx="273358" cy="17724"/>
          </a:xfrm>
          <a:custGeom>
            <a:avLst/>
            <a:gdLst/>
            <a:ahLst/>
            <a:cxnLst/>
            <a:rect l="0" t="0" r="0" b="0"/>
            <a:pathLst>
              <a:path w="273358" h="17724">
                <a:moveTo>
                  <a:pt x="0" y="17724"/>
                </a:moveTo>
                <a:lnTo>
                  <a:pt x="273358" y="0"/>
                </a:lnTo>
              </a:path>
            </a:pathLst>
          </a:custGeom>
          <a:noFill/>
          <a:ln w="5149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208" name="lumia-token-stream-curve">
            <a:extLst>
              <a:ext uri="{FF2B5EF4-FFF2-40B4-BE49-F238E27FC236}">
                <a16:creationId xmlns:a16="http://schemas.microsoft.com/office/drawing/2014/main" id="{5215BC9E-EA5B-4A68-B358-5F8AD62461C0}"/>
              </a:ext>
            </a:extLst>
          </p:cNvPr>
          <p:cNvSpPr>
            <a:spLocks noGrp="1"/>
          </p:cNvSpPr>
          <p:nvPr/>
        </p:nvSpPr>
        <p:spPr>
          <a:xfrm>
            <a:off x="5348824" y="5928411"/>
            <a:ext cx="275166" cy="9525"/>
          </a:xfrm>
          <a:custGeom>
            <a:avLst/>
            <a:gdLst/>
            <a:ahLst/>
            <a:cxnLst/>
            <a:rect l="0" t="0" r="0" b="0"/>
            <a:pathLst>
              <a:path w="275166" h="9525">
                <a:moveTo>
                  <a:pt x="0" y="9014"/>
                </a:moveTo>
                <a:lnTo>
                  <a:pt x="275166" y="0"/>
                </a:lnTo>
              </a:path>
            </a:pathLst>
          </a:custGeom>
          <a:noFill/>
          <a:ln w="5244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209" name="lumia-token-stream-curve">
            <a:extLst>
              <a:ext uri="{FF2B5EF4-FFF2-40B4-BE49-F238E27FC236}">
                <a16:creationId xmlns:a16="http://schemas.microsoft.com/office/drawing/2014/main" id="{CCC00539-0BCB-429B-9A10-1D6D50181D94}"/>
              </a:ext>
            </a:extLst>
          </p:cNvPr>
          <p:cNvSpPr>
            <a:spLocks noGrp="1"/>
          </p:cNvSpPr>
          <p:nvPr/>
        </p:nvSpPr>
        <p:spPr>
          <a:xfrm>
            <a:off x="5623990" y="5928411"/>
            <a:ext cx="276862" cy="9525"/>
          </a:xfrm>
          <a:custGeom>
            <a:avLst/>
            <a:gdLst/>
            <a:ahLst/>
            <a:cxnLst/>
            <a:rect l="0" t="0" r="0" b="0"/>
            <a:pathLst>
              <a:path w="276862" h="9525">
                <a:moveTo>
                  <a:pt x="0" y="0"/>
                </a:moveTo>
                <a:lnTo>
                  <a:pt x="276862" y="144"/>
                </a:lnTo>
              </a:path>
            </a:pathLst>
          </a:custGeom>
          <a:noFill/>
          <a:ln w="5351">
            <a:solidFill>
              <a:srgbClr val="EB4833">
                <a:alpha val="4000"/>
              </a:srgbClr>
            </a:solidFill>
            <a:prstDash val="solid"/>
          </a:ln>
        </p:spPr>
      </p:sp>
      <p:sp>
        <p:nvSpPr>
          <p:cNvPr id="210" name="lumia-token-stream-curve">
            <a:extLst>
              <a:ext uri="{FF2B5EF4-FFF2-40B4-BE49-F238E27FC236}">
                <a16:creationId xmlns:a16="http://schemas.microsoft.com/office/drawing/2014/main" id="{214A7ADB-2EDA-483F-888A-D202152DF2ED}"/>
              </a:ext>
            </a:extLst>
          </p:cNvPr>
          <p:cNvSpPr>
            <a:spLocks noGrp="1"/>
          </p:cNvSpPr>
          <p:nvPr/>
        </p:nvSpPr>
        <p:spPr>
          <a:xfrm>
            <a:off x="5900852" y="5928556"/>
            <a:ext cx="278444" cy="9525"/>
          </a:xfrm>
          <a:custGeom>
            <a:avLst/>
            <a:gdLst/>
            <a:ahLst/>
            <a:cxnLst/>
            <a:rect l="0" t="0" r="0" b="0"/>
            <a:pathLst>
              <a:path w="278444" h="9525">
                <a:moveTo>
                  <a:pt x="0" y="0"/>
                </a:moveTo>
                <a:lnTo>
                  <a:pt x="278444" y="8522"/>
                </a:lnTo>
              </a:path>
            </a:pathLst>
          </a:custGeom>
          <a:noFill/>
          <a:ln w="5468">
            <a:solidFill>
              <a:srgbClr val="EC532F">
                <a:alpha val="4000"/>
              </a:srgbClr>
            </a:solidFill>
            <a:prstDash val="solid"/>
          </a:ln>
        </p:spPr>
      </p:sp>
      <p:sp>
        <p:nvSpPr>
          <p:cNvPr id="211" name="lumia-token-stream-curve">
            <a:extLst>
              <a:ext uri="{FF2B5EF4-FFF2-40B4-BE49-F238E27FC236}">
                <a16:creationId xmlns:a16="http://schemas.microsoft.com/office/drawing/2014/main" id="{146183F0-25F9-40FB-AD59-754DDB07FADE}"/>
              </a:ext>
            </a:extLst>
          </p:cNvPr>
          <p:cNvSpPr>
            <a:spLocks noGrp="1"/>
          </p:cNvSpPr>
          <p:nvPr/>
        </p:nvSpPr>
        <p:spPr>
          <a:xfrm>
            <a:off x="6179296" y="5937077"/>
            <a:ext cx="279913" cy="14934"/>
          </a:xfrm>
          <a:custGeom>
            <a:avLst/>
            <a:gdLst/>
            <a:ahLst/>
            <a:cxnLst/>
            <a:rect l="0" t="0" r="0" b="0"/>
            <a:pathLst>
              <a:path w="279913" h="14934">
                <a:moveTo>
                  <a:pt x="0" y="0"/>
                </a:moveTo>
                <a:lnTo>
                  <a:pt x="279913" y="14934"/>
                </a:lnTo>
              </a:path>
            </a:pathLst>
          </a:custGeom>
          <a:noFill/>
          <a:ln w="5594">
            <a:solidFill>
              <a:srgbClr val="EE5E2A">
                <a:alpha val="4000"/>
              </a:srgbClr>
            </a:solidFill>
            <a:prstDash val="solid"/>
          </a:ln>
        </p:spPr>
      </p:sp>
      <p:sp>
        <p:nvSpPr>
          <p:cNvPr id="212" name="lumia-token-stream-curve">
            <a:extLst>
              <a:ext uri="{FF2B5EF4-FFF2-40B4-BE49-F238E27FC236}">
                <a16:creationId xmlns:a16="http://schemas.microsoft.com/office/drawing/2014/main" id="{93A10C3D-9B8A-4582-8BDA-ED21726696FE}"/>
              </a:ext>
            </a:extLst>
          </p:cNvPr>
          <p:cNvSpPr>
            <a:spLocks noGrp="1"/>
          </p:cNvSpPr>
          <p:nvPr/>
        </p:nvSpPr>
        <p:spPr>
          <a:xfrm>
            <a:off x="6459209" y="5952011"/>
            <a:ext cx="281270" cy="18402"/>
          </a:xfrm>
          <a:custGeom>
            <a:avLst/>
            <a:gdLst/>
            <a:ahLst/>
            <a:cxnLst/>
            <a:rect l="0" t="0" r="0" b="0"/>
            <a:pathLst>
              <a:path w="281270" h="18402">
                <a:moveTo>
                  <a:pt x="0" y="0"/>
                </a:moveTo>
                <a:lnTo>
                  <a:pt x="281270" y="18402"/>
                </a:lnTo>
              </a:path>
            </a:pathLst>
          </a:custGeom>
          <a:noFill/>
          <a:ln w="5728">
            <a:solidFill>
              <a:srgbClr val="EF6926">
                <a:alpha val="4000"/>
              </a:srgbClr>
            </a:solidFill>
            <a:prstDash val="solid"/>
          </a:ln>
        </p:spPr>
      </p:sp>
      <p:sp>
        <p:nvSpPr>
          <p:cNvPr id="213" name="lumia-token-stream-curve">
            <a:extLst>
              <a:ext uri="{FF2B5EF4-FFF2-40B4-BE49-F238E27FC236}">
                <a16:creationId xmlns:a16="http://schemas.microsoft.com/office/drawing/2014/main" id="{261D6151-E7C6-4E57-83BE-E91268112F8B}"/>
              </a:ext>
            </a:extLst>
          </p:cNvPr>
          <p:cNvSpPr>
            <a:spLocks noGrp="1"/>
          </p:cNvSpPr>
          <p:nvPr/>
        </p:nvSpPr>
        <p:spPr>
          <a:xfrm>
            <a:off x="6740479" y="5970414"/>
            <a:ext cx="282513" cy="18291"/>
          </a:xfrm>
          <a:custGeom>
            <a:avLst/>
            <a:gdLst/>
            <a:ahLst/>
            <a:cxnLst/>
            <a:rect l="0" t="0" r="0" b="0"/>
            <a:pathLst>
              <a:path w="282513" h="18291">
                <a:moveTo>
                  <a:pt x="0" y="0"/>
                </a:moveTo>
                <a:lnTo>
                  <a:pt x="282513" y="18291"/>
                </a:lnTo>
              </a:path>
            </a:pathLst>
          </a:custGeom>
          <a:noFill/>
          <a:ln w="5868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214" name="lumia-token-stream-curve">
            <a:extLst>
              <a:ext uri="{FF2B5EF4-FFF2-40B4-BE49-F238E27FC236}">
                <a16:creationId xmlns:a16="http://schemas.microsoft.com/office/drawing/2014/main" id="{BF0CE90E-4651-45EE-898E-4FC8C2DF37B8}"/>
              </a:ext>
            </a:extLst>
          </p:cNvPr>
          <p:cNvSpPr>
            <a:spLocks noGrp="1"/>
          </p:cNvSpPr>
          <p:nvPr/>
        </p:nvSpPr>
        <p:spPr>
          <a:xfrm>
            <a:off x="7022992" y="5988704"/>
            <a:ext cx="283643" cy="14405"/>
          </a:xfrm>
          <a:custGeom>
            <a:avLst/>
            <a:gdLst/>
            <a:ahLst/>
            <a:cxnLst/>
            <a:rect l="0" t="0" r="0" b="0"/>
            <a:pathLst>
              <a:path w="283643" h="14405">
                <a:moveTo>
                  <a:pt x="0" y="0"/>
                </a:moveTo>
                <a:lnTo>
                  <a:pt x="283643" y="14405"/>
                </a:lnTo>
              </a:path>
            </a:pathLst>
          </a:custGeom>
          <a:noFill/>
          <a:ln w="6013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215" name="lumia-token-stream-curve">
            <a:extLst>
              <a:ext uri="{FF2B5EF4-FFF2-40B4-BE49-F238E27FC236}">
                <a16:creationId xmlns:a16="http://schemas.microsoft.com/office/drawing/2014/main" id="{F65AE560-D0DB-4903-BC13-4B6329AD20E7}"/>
              </a:ext>
            </a:extLst>
          </p:cNvPr>
          <p:cNvSpPr>
            <a:spLocks noGrp="1"/>
          </p:cNvSpPr>
          <p:nvPr/>
        </p:nvSpPr>
        <p:spPr>
          <a:xfrm>
            <a:off x="7306635" y="6003109"/>
            <a:ext cx="284661" cy="9525"/>
          </a:xfrm>
          <a:custGeom>
            <a:avLst/>
            <a:gdLst/>
            <a:ahLst/>
            <a:cxnLst/>
            <a:rect l="0" t="0" r="0" b="0"/>
            <a:pathLst>
              <a:path w="284661" h="9525">
                <a:moveTo>
                  <a:pt x="0" y="0"/>
                </a:moveTo>
                <a:lnTo>
                  <a:pt x="284661" y="7038"/>
                </a:lnTo>
              </a:path>
            </a:pathLst>
          </a:custGeom>
          <a:noFill/>
          <a:ln w="6162">
            <a:solidFill>
              <a:srgbClr val="F48919">
                <a:alpha val="5000"/>
              </a:srgbClr>
            </a:solidFill>
            <a:prstDash val="solid"/>
          </a:ln>
        </p:spPr>
      </p:sp>
      <p:sp>
        <p:nvSpPr>
          <p:cNvPr id="216" name="lumia-token-stream-curve">
            <a:extLst>
              <a:ext uri="{FF2B5EF4-FFF2-40B4-BE49-F238E27FC236}">
                <a16:creationId xmlns:a16="http://schemas.microsoft.com/office/drawing/2014/main" id="{A8FD90A5-E599-44F5-90FE-0F1E7F4AB345}"/>
              </a:ext>
            </a:extLst>
          </p:cNvPr>
          <p:cNvSpPr>
            <a:spLocks noGrp="1"/>
          </p:cNvSpPr>
          <p:nvPr/>
        </p:nvSpPr>
        <p:spPr>
          <a:xfrm>
            <a:off x="7591296" y="6007093"/>
            <a:ext cx="285565" cy="9525"/>
          </a:xfrm>
          <a:custGeom>
            <a:avLst/>
            <a:gdLst/>
            <a:ahLst/>
            <a:cxnLst/>
            <a:rect l="0" t="0" r="0" b="0"/>
            <a:pathLst>
              <a:path w="285565" h="9525">
                <a:moveTo>
                  <a:pt x="0" y="3055"/>
                </a:moveTo>
                <a:lnTo>
                  <a:pt x="285565" y="0"/>
                </a:lnTo>
              </a:path>
            </a:pathLst>
          </a:custGeom>
          <a:noFill/>
          <a:ln w="6312">
            <a:solidFill>
              <a:srgbClr val="F59415">
                <a:alpha val="5000"/>
              </a:srgbClr>
            </a:solidFill>
            <a:prstDash val="solid"/>
          </a:ln>
        </p:spPr>
      </p:sp>
      <p:sp>
        <p:nvSpPr>
          <p:cNvPr id="217" name="lumia-token-stream-curve">
            <a:extLst>
              <a:ext uri="{FF2B5EF4-FFF2-40B4-BE49-F238E27FC236}">
                <a16:creationId xmlns:a16="http://schemas.microsoft.com/office/drawing/2014/main" id="{815869DD-C2A7-4471-80BB-7F74742C387D}"/>
              </a:ext>
            </a:extLst>
          </p:cNvPr>
          <p:cNvSpPr>
            <a:spLocks noGrp="1"/>
          </p:cNvSpPr>
          <p:nvPr/>
        </p:nvSpPr>
        <p:spPr>
          <a:xfrm>
            <a:off x="7876861" y="5992346"/>
            <a:ext cx="286356" cy="14746"/>
          </a:xfrm>
          <a:custGeom>
            <a:avLst/>
            <a:gdLst/>
            <a:ahLst/>
            <a:cxnLst/>
            <a:rect l="0" t="0" r="0" b="0"/>
            <a:pathLst>
              <a:path w="286356" h="14746">
                <a:moveTo>
                  <a:pt x="0" y="14746"/>
                </a:moveTo>
                <a:lnTo>
                  <a:pt x="286356" y="0"/>
                </a:lnTo>
              </a:path>
            </a:pathLst>
          </a:custGeom>
          <a:noFill/>
          <a:ln w="6462">
            <a:solidFill>
              <a:srgbClr val="F79E11">
                <a:alpha val="5000"/>
              </a:srgbClr>
            </a:solidFill>
            <a:prstDash val="solid"/>
          </a:ln>
        </p:spPr>
      </p:sp>
      <p:sp>
        <p:nvSpPr>
          <p:cNvPr id="218" name="lumia-token-stream-curve">
            <a:extLst>
              <a:ext uri="{FF2B5EF4-FFF2-40B4-BE49-F238E27FC236}">
                <a16:creationId xmlns:a16="http://schemas.microsoft.com/office/drawing/2014/main" id="{B3D3C097-E571-4BEB-BE0F-39399C66728B}"/>
              </a:ext>
            </a:extLst>
          </p:cNvPr>
          <p:cNvSpPr>
            <a:spLocks noGrp="1"/>
          </p:cNvSpPr>
          <p:nvPr/>
        </p:nvSpPr>
        <p:spPr>
          <a:xfrm>
            <a:off x="8163217" y="5965674"/>
            <a:ext cx="287034" cy="26673"/>
          </a:xfrm>
          <a:custGeom>
            <a:avLst/>
            <a:gdLst/>
            <a:ahLst/>
            <a:cxnLst/>
            <a:rect l="0" t="0" r="0" b="0"/>
            <a:pathLst>
              <a:path w="287034" h="26673">
                <a:moveTo>
                  <a:pt x="0" y="26673"/>
                </a:moveTo>
                <a:lnTo>
                  <a:pt x="287034" y="0"/>
                </a:lnTo>
              </a:path>
            </a:pathLst>
          </a:custGeom>
          <a:noFill/>
          <a:ln w="6612">
            <a:solidFill>
              <a:srgbClr val="F8A90C">
                <a:alpha val="5000"/>
              </a:srgbClr>
            </a:solidFill>
            <a:prstDash val="solid"/>
          </a:ln>
        </p:spPr>
      </p:sp>
      <p:sp>
        <p:nvSpPr>
          <p:cNvPr id="219" name="lumia-token-stream-curve">
            <a:extLst>
              <a:ext uri="{FF2B5EF4-FFF2-40B4-BE49-F238E27FC236}">
                <a16:creationId xmlns:a16="http://schemas.microsoft.com/office/drawing/2014/main" id="{3BCFB259-81F0-46ED-9996-ED941BCDEB9E}"/>
              </a:ext>
            </a:extLst>
          </p:cNvPr>
          <p:cNvSpPr>
            <a:spLocks noGrp="1"/>
          </p:cNvSpPr>
          <p:nvPr/>
        </p:nvSpPr>
        <p:spPr>
          <a:xfrm>
            <a:off x="8450251" y="5928251"/>
            <a:ext cx="287600" cy="37422"/>
          </a:xfrm>
          <a:custGeom>
            <a:avLst/>
            <a:gdLst/>
            <a:ahLst/>
            <a:cxnLst/>
            <a:rect l="0" t="0" r="0" b="0"/>
            <a:pathLst>
              <a:path w="287600" h="37422">
                <a:moveTo>
                  <a:pt x="0" y="37422"/>
                </a:moveTo>
                <a:lnTo>
                  <a:pt x="287600" y="0"/>
                </a:lnTo>
              </a:path>
            </a:pathLst>
          </a:custGeom>
          <a:noFill/>
          <a:ln w="6760">
            <a:solidFill>
              <a:srgbClr val="FAB408">
                <a:alpha val="5000"/>
              </a:srgbClr>
            </a:solidFill>
            <a:prstDash val="solid"/>
          </a:ln>
        </p:spPr>
      </p:sp>
      <p:sp>
        <p:nvSpPr>
          <p:cNvPr id="220" name="lumia-token-stream-curve">
            <a:extLst>
              <a:ext uri="{FF2B5EF4-FFF2-40B4-BE49-F238E27FC236}">
                <a16:creationId xmlns:a16="http://schemas.microsoft.com/office/drawing/2014/main" id="{47C23C79-5B05-4D89-A56D-D2E77544664E}"/>
              </a:ext>
            </a:extLst>
          </p:cNvPr>
          <p:cNvSpPr>
            <a:spLocks noGrp="1"/>
          </p:cNvSpPr>
          <p:nvPr/>
        </p:nvSpPr>
        <p:spPr>
          <a:xfrm>
            <a:off x="8737851" y="5882530"/>
            <a:ext cx="288052" cy="45721"/>
          </a:xfrm>
          <a:custGeom>
            <a:avLst/>
            <a:gdLst/>
            <a:ahLst/>
            <a:cxnLst/>
            <a:rect l="0" t="0" r="0" b="0"/>
            <a:pathLst>
              <a:path w="288052" h="45721">
                <a:moveTo>
                  <a:pt x="0" y="45721"/>
                </a:moveTo>
                <a:lnTo>
                  <a:pt x="288052" y="0"/>
                </a:lnTo>
              </a:path>
            </a:pathLst>
          </a:custGeom>
          <a:noFill/>
          <a:ln w="6903">
            <a:solidFill>
              <a:srgbClr val="F7BC07">
                <a:alpha val="5000"/>
              </a:srgbClr>
            </a:solidFill>
            <a:prstDash val="solid"/>
          </a:ln>
        </p:spPr>
      </p:sp>
      <p:sp>
        <p:nvSpPr>
          <p:cNvPr id="221" name="lumia-token-stream-curve">
            <a:extLst>
              <a:ext uri="{FF2B5EF4-FFF2-40B4-BE49-F238E27FC236}">
                <a16:creationId xmlns:a16="http://schemas.microsoft.com/office/drawing/2014/main" id="{928D1699-18C8-4BF6-9F4F-2FBE8A3F8EED}"/>
              </a:ext>
            </a:extLst>
          </p:cNvPr>
          <p:cNvSpPr>
            <a:spLocks noGrp="1"/>
          </p:cNvSpPr>
          <p:nvPr/>
        </p:nvSpPr>
        <p:spPr>
          <a:xfrm>
            <a:off x="9025903" y="5831916"/>
            <a:ext cx="288391" cy="50614"/>
          </a:xfrm>
          <a:custGeom>
            <a:avLst/>
            <a:gdLst/>
            <a:ahLst/>
            <a:cxnLst/>
            <a:rect l="0" t="0" r="0" b="0"/>
            <a:pathLst>
              <a:path w="288391" h="50614">
                <a:moveTo>
                  <a:pt x="0" y="50614"/>
                </a:moveTo>
                <a:lnTo>
                  <a:pt x="288391" y="0"/>
                </a:lnTo>
              </a:path>
            </a:pathLst>
          </a:custGeom>
          <a:noFill/>
          <a:ln w="7042">
            <a:solidFill>
              <a:srgbClr val="E5BA0E">
                <a:alpha val="5000"/>
              </a:srgbClr>
            </a:solidFill>
            <a:prstDash val="solid"/>
          </a:ln>
        </p:spPr>
      </p:sp>
      <p:sp>
        <p:nvSpPr>
          <p:cNvPr id="222" name="lumia-token-stream-curve">
            <a:extLst>
              <a:ext uri="{FF2B5EF4-FFF2-40B4-BE49-F238E27FC236}">
                <a16:creationId xmlns:a16="http://schemas.microsoft.com/office/drawing/2014/main" id="{DD122895-DC7E-4D78-ADAB-B8B73F5148F6}"/>
              </a:ext>
            </a:extLst>
          </p:cNvPr>
          <p:cNvSpPr>
            <a:spLocks noGrp="1"/>
          </p:cNvSpPr>
          <p:nvPr/>
        </p:nvSpPr>
        <p:spPr>
          <a:xfrm>
            <a:off x="9314294" y="5780322"/>
            <a:ext cx="288617" cy="51594"/>
          </a:xfrm>
          <a:custGeom>
            <a:avLst/>
            <a:gdLst/>
            <a:ahLst/>
            <a:cxnLst/>
            <a:rect l="0" t="0" r="0" b="0"/>
            <a:pathLst>
              <a:path w="288617" h="51594">
                <a:moveTo>
                  <a:pt x="0" y="51594"/>
                </a:moveTo>
                <a:lnTo>
                  <a:pt x="288617" y="0"/>
                </a:lnTo>
              </a:path>
            </a:pathLst>
          </a:custGeom>
          <a:noFill/>
          <a:ln w="7174">
            <a:solidFill>
              <a:srgbClr val="D3B815">
                <a:alpha val="5000"/>
              </a:srgbClr>
            </a:solidFill>
            <a:prstDash val="solid"/>
          </a:ln>
        </p:spPr>
      </p:sp>
      <p:sp>
        <p:nvSpPr>
          <p:cNvPr id="223" name="lumia-token-stream-curve">
            <a:extLst>
              <a:ext uri="{FF2B5EF4-FFF2-40B4-BE49-F238E27FC236}">
                <a16:creationId xmlns:a16="http://schemas.microsoft.com/office/drawing/2014/main" id="{EDFE64DA-A964-4D8C-B7E0-484A8E5BD712}"/>
              </a:ext>
            </a:extLst>
          </p:cNvPr>
          <p:cNvSpPr>
            <a:spLocks noGrp="1"/>
          </p:cNvSpPr>
          <p:nvPr/>
        </p:nvSpPr>
        <p:spPr>
          <a:xfrm>
            <a:off x="9602911" y="5731639"/>
            <a:ext cx="288731" cy="48684"/>
          </a:xfrm>
          <a:custGeom>
            <a:avLst/>
            <a:gdLst/>
            <a:ahLst/>
            <a:cxnLst/>
            <a:rect l="0" t="0" r="0" b="0"/>
            <a:pathLst>
              <a:path w="288731" h="48684">
                <a:moveTo>
                  <a:pt x="0" y="48684"/>
                </a:moveTo>
                <a:lnTo>
                  <a:pt x="288731" y="0"/>
                </a:lnTo>
              </a:path>
            </a:pathLst>
          </a:custGeom>
          <a:noFill/>
          <a:ln w="7298">
            <a:solidFill>
              <a:srgbClr val="C2B61C">
                <a:alpha val="6000"/>
              </a:srgbClr>
            </a:solidFill>
            <a:prstDash val="solid"/>
          </a:ln>
        </p:spPr>
      </p:sp>
      <p:sp>
        <p:nvSpPr>
          <p:cNvPr id="224" name="lumia-token-stream-curve">
            <a:extLst>
              <a:ext uri="{FF2B5EF4-FFF2-40B4-BE49-F238E27FC236}">
                <a16:creationId xmlns:a16="http://schemas.microsoft.com/office/drawing/2014/main" id="{0490F2F5-7AE7-4749-B708-668F33D4AAC2}"/>
              </a:ext>
            </a:extLst>
          </p:cNvPr>
          <p:cNvSpPr>
            <a:spLocks noGrp="1"/>
          </p:cNvSpPr>
          <p:nvPr/>
        </p:nvSpPr>
        <p:spPr>
          <a:xfrm>
            <a:off x="9891642" y="5689210"/>
            <a:ext cx="288731" cy="42429"/>
          </a:xfrm>
          <a:custGeom>
            <a:avLst/>
            <a:gdLst/>
            <a:ahLst/>
            <a:cxnLst/>
            <a:rect l="0" t="0" r="0" b="0"/>
            <a:pathLst>
              <a:path w="288731" h="42429">
                <a:moveTo>
                  <a:pt x="0" y="42429"/>
                </a:moveTo>
                <a:lnTo>
                  <a:pt x="288731" y="0"/>
                </a:lnTo>
              </a:path>
            </a:pathLst>
          </a:custGeom>
          <a:noFill/>
          <a:ln w="7413">
            <a:solidFill>
              <a:srgbClr val="B0B422">
                <a:alpha val="6000"/>
              </a:srgbClr>
            </a:solidFill>
            <a:prstDash val="solid"/>
          </a:ln>
        </p:spPr>
      </p:sp>
      <p:sp>
        <p:nvSpPr>
          <p:cNvPr id="225" name="lumia-token-stream-curve">
            <a:extLst>
              <a:ext uri="{FF2B5EF4-FFF2-40B4-BE49-F238E27FC236}">
                <a16:creationId xmlns:a16="http://schemas.microsoft.com/office/drawing/2014/main" id="{DEF22A00-9C05-4D86-966E-B3E2594E85ED}"/>
              </a:ext>
            </a:extLst>
          </p:cNvPr>
          <p:cNvSpPr>
            <a:spLocks noGrp="1"/>
          </p:cNvSpPr>
          <p:nvPr/>
        </p:nvSpPr>
        <p:spPr>
          <a:xfrm>
            <a:off x="10180372" y="5655379"/>
            <a:ext cx="288618" cy="33830"/>
          </a:xfrm>
          <a:custGeom>
            <a:avLst/>
            <a:gdLst/>
            <a:ahLst/>
            <a:cxnLst/>
            <a:rect l="0" t="0" r="0" b="0"/>
            <a:pathLst>
              <a:path w="288618" h="33830">
                <a:moveTo>
                  <a:pt x="0" y="33830"/>
                </a:moveTo>
                <a:lnTo>
                  <a:pt x="288618" y="0"/>
                </a:lnTo>
              </a:path>
            </a:pathLst>
          </a:custGeom>
          <a:noFill/>
          <a:ln w="7517">
            <a:solidFill>
              <a:srgbClr val="9EB329">
                <a:alpha val="6000"/>
              </a:srgbClr>
            </a:solidFill>
            <a:prstDash val="solid"/>
          </a:ln>
        </p:spPr>
      </p:sp>
      <p:sp>
        <p:nvSpPr>
          <p:cNvPr id="226" name="lumia-token-stream-curve">
            <a:extLst>
              <a:ext uri="{FF2B5EF4-FFF2-40B4-BE49-F238E27FC236}">
                <a16:creationId xmlns:a16="http://schemas.microsoft.com/office/drawing/2014/main" id="{5DEA2BC8-66F8-4F4C-A6B7-7AC83A76CF47}"/>
              </a:ext>
            </a:extLst>
          </p:cNvPr>
          <p:cNvSpPr>
            <a:spLocks noGrp="1"/>
          </p:cNvSpPr>
          <p:nvPr/>
        </p:nvSpPr>
        <p:spPr>
          <a:xfrm>
            <a:off x="10468990" y="5631176"/>
            <a:ext cx="288392" cy="24203"/>
          </a:xfrm>
          <a:custGeom>
            <a:avLst/>
            <a:gdLst/>
            <a:ahLst/>
            <a:cxnLst/>
            <a:rect l="0" t="0" r="0" b="0"/>
            <a:pathLst>
              <a:path w="288392" h="24203">
                <a:moveTo>
                  <a:pt x="0" y="24203"/>
                </a:moveTo>
                <a:lnTo>
                  <a:pt x="288392" y="0"/>
                </a:lnTo>
              </a:path>
            </a:pathLst>
          </a:custGeom>
          <a:noFill/>
          <a:ln w="7609">
            <a:solidFill>
              <a:srgbClr val="8CB130">
                <a:alpha val="6000"/>
              </a:srgbClr>
            </a:solidFill>
            <a:prstDash val="solid"/>
          </a:ln>
        </p:spPr>
      </p:sp>
      <p:sp>
        <p:nvSpPr>
          <p:cNvPr id="227" name="lumia-token-stream-curve">
            <a:extLst>
              <a:ext uri="{FF2B5EF4-FFF2-40B4-BE49-F238E27FC236}">
                <a16:creationId xmlns:a16="http://schemas.microsoft.com/office/drawing/2014/main" id="{7D2BF466-460C-4482-8672-A328B08C8A98}"/>
              </a:ext>
            </a:extLst>
          </p:cNvPr>
          <p:cNvSpPr>
            <a:spLocks noGrp="1"/>
          </p:cNvSpPr>
          <p:nvPr/>
        </p:nvSpPr>
        <p:spPr>
          <a:xfrm>
            <a:off x="10757382" y="5616175"/>
            <a:ext cx="288053" cy="15001"/>
          </a:xfrm>
          <a:custGeom>
            <a:avLst/>
            <a:gdLst/>
            <a:ahLst/>
            <a:cxnLst/>
            <a:rect l="0" t="0" r="0" b="0"/>
            <a:pathLst>
              <a:path w="288053" h="15001">
                <a:moveTo>
                  <a:pt x="0" y="15001"/>
                </a:moveTo>
                <a:lnTo>
                  <a:pt x="288053" y="0"/>
                </a:lnTo>
              </a:path>
            </a:pathLst>
          </a:custGeom>
          <a:noFill/>
          <a:ln w="7688">
            <a:solidFill>
              <a:srgbClr val="7BAF37">
                <a:alpha val="6000"/>
              </a:srgbClr>
            </a:solidFill>
            <a:prstDash val="solid"/>
          </a:ln>
        </p:spPr>
      </p:sp>
      <p:sp>
        <p:nvSpPr>
          <p:cNvPr id="228" name="lumia-token-stream-curve">
            <a:extLst>
              <a:ext uri="{FF2B5EF4-FFF2-40B4-BE49-F238E27FC236}">
                <a16:creationId xmlns:a16="http://schemas.microsoft.com/office/drawing/2014/main" id="{8CB0D63F-4754-4A87-905C-33A9B80E2F16}"/>
              </a:ext>
            </a:extLst>
          </p:cNvPr>
          <p:cNvSpPr>
            <a:spLocks noGrp="1"/>
          </p:cNvSpPr>
          <p:nvPr/>
        </p:nvSpPr>
        <p:spPr>
          <a:xfrm>
            <a:off x="11045436" y="5608563"/>
            <a:ext cx="287601" cy="9525"/>
          </a:xfrm>
          <a:custGeom>
            <a:avLst/>
            <a:gdLst/>
            <a:ahLst/>
            <a:cxnLst/>
            <a:rect l="0" t="0" r="0" b="0"/>
            <a:pathLst>
              <a:path w="287601" h="9525">
                <a:moveTo>
                  <a:pt x="0" y="7612"/>
                </a:moveTo>
                <a:lnTo>
                  <a:pt x="287601" y="0"/>
                </a:lnTo>
              </a:path>
            </a:pathLst>
          </a:custGeom>
          <a:noFill/>
          <a:ln w="7751">
            <a:solidFill>
              <a:srgbClr val="69AD3E">
                <a:alpha val="6000"/>
              </a:srgbClr>
            </a:solidFill>
            <a:prstDash val="solid"/>
          </a:ln>
        </p:spPr>
      </p:sp>
      <p:sp>
        <p:nvSpPr>
          <p:cNvPr id="229" name="lumia-token-stream-curve">
            <a:extLst>
              <a:ext uri="{FF2B5EF4-FFF2-40B4-BE49-F238E27FC236}">
                <a16:creationId xmlns:a16="http://schemas.microsoft.com/office/drawing/2014/main" id="{87A95630-83F8-4AEE-9F06-2A0417FAB7A8}"/>
              </a:ext>
            </a:extLst>
          </p:cNvPr>
          <p:cNvSpPr>
            <a:spLocks noGrp="1"/>
          </p:cNvSpPr>
          <p:nvPr/>
        </p:nvSpPr>
        <p:spPr>
          <a:xfrm>
            <a:off x="11333037" y="5605388"/>
            <a:ext cx="287037" cy="9525"/>
          </a:xfrm>
          <a:custGeom>
            <a:avLst/>
            <a:gdLst/>
            <a:ahLst/>
            <a:cxnLst/>
            <a:rect l="0" t="0" r="0" b="0"/>
            <a:pathLst>
              <a:path w="287037" h="9525">
                <a:moveTo>
                  <a:pt x="0" y="3175"/>
                </a:moveTo>
                <a:lnTo>
                  <a:pt x="287037" y="0"/>
                </a:lnTo>
              </a:path>
            </a:pathLst>
          </a:custGeom>
          <a:noFill/>
          <a:ln w="7798">
            <a:solidFill>
              <a:srgbClr val="57AC45">
                <a:alpha val="6000"/>
              </a:srgbClr>
            </a:solidFill>
            <a:prstDash val="solid"/>
          </a:ln>
        </p:spPr>
      </p:sp>
      <p:sp>
        <p:nvSpPr>
          <p:cNvPr id="230" name="lumia-token-stream-curve">
            <a:extLst>
              <a:ext uri="{FF2B5EF4-FFF2-40B4-BE49-F238E27FC236}">
                <a16:creationId xmlns:a16="http://schemas.microsoft.com/office/drawing/2014/main" id="{909BA7DF-523A-4A53-9ADC-50DAAF132FA9}"/>
              </a:ext>
            </a:extLst>
          </p:cNvPr>
          <p:cNvSpPr>
            <a:spLocks noGrp="1"/>
          </p:cNvSpPr>
          <p:nvPr/>
        </p:nvSpPr>
        <p:spPr>
          <a:xfrm>
            <a:off x="11620074" y="5602960"/>
            <a:ext cx="286359" cy="9525"/>
          </a:xfrm>
          <a:custGeom>
            <a:avLst/>
            <a:gdLst/>
            <a:ahLst/>
            <a:cxnLst/>
            <a:rect l="0" t="0" r="0" b="0"/>
            <a:pathLst>
              <a:path w="286359" h="9525">
                <a:moveTo>
                  <a:pt x="0" y="2428"/>
                </a:moveTo>
                <a:lnTo>
                  <a:pt x="286359" y="0"/>
                </a:lnTo>
              </a:path>
            </a:pathLst>
          </a:custGeom>
          <a:noFill/>
          <a:ln w="7828">
            <a:solidFill>
              <a:srgbClr val="46AA4C">
                <a:alpha val="6000"/>
              </a:srgbClr>
            </a:solidFill>
            <a:prstDash val="solid"/>
          </a:ln>
        </p:spPr>
      </p:sp>
      <p:sp>
        <p:nvSpPr>
          <p:cNvPr id="231" name="lumia-token-stream-curve">
            <a:extLst>
              <a:ext uri="{FF2B5EF4-FFF2-40B4-BE49-F238E27FC236}">
                <a16:creationId xmlns:a16="http://schemas.microsoft.com/office/drawing/2014/main" id="{AB8386A8-4534-4B21-8747-A02444D12F6E}"/>
              </a:ext>
            </a:extLst>
          </p:cNvPr>
          <p:cNvSpPr>
            <a:spLocks noGrp="1"/>
          </p:cNvSpPr>
          <p:nvPr/>
        </p:nvSpPr>
        <p:spPr>
          <a:xfrm>
            <a:off x="11906432" y="5597344"/>
            <a:ext cx="285568" cy="9525"/>
          </a:xfrm>
          <a:custGeom>
            <a:avLst/>
            <a:gdLst/>
            <a:ahLst/>
            <a:cxnLst/>
            <a:rect l="0" t="0" r="0" b="0"/>
            <a:pathLst>
              <a:path w="285568" h="9525">
                <a:moveTo>
                  <a:pt x="0" y="5616"/>
                </a:moveTo>
                <a:lnTo>
                  <a:pt x="285568" y="0"/>
                </a:lnTo>
              </a:path>
            </a:pathLst>
          </a:custGeom>
          <a:noFill/>
          <a:ln w="7838">
            <a:solidFill>
              <a:srgbClr val="34A853">
                <a:alpha val="6000"/>
              </a:srgbClr>
            </a:solidFill>
            <a:prstDash val="solid"/>
          </a:ln>
        </p:spPr>
      </p:sp>
      <p:sp>
        <p:nvSpPr>
          <p:cNvPr id="232" name="lumia-token-stream-curve">
            <a:extLst>
              <a:ext uri="{FF2B5EF4-FFF2-40B4-BE49-F238E27FC236}">
                <a16:creationId xmlns:a16="http://schemas.microsoft.com/office/drawing/2014/main" id="{653DD544-C1F3-4AE5-A612-62D5D29A5C50}"/>
              </a:ext>
            </a:extLst>
          </p:cNvPr>
          <p:cNvSpPr>
            <a:spLocks noGrp="1"/>
          </p:cNvSpPr>
          <p:nvPr/>
        </p:nvSpPr>
        <p:spPr>
          <a:xfrm>
            <a:off x="0" y="6130763"/>
            <a:ext cx="185529" cy="28469"/>
          </a:xfrm>
          <a:custGeom>
            <a:avLst/>
            <a:gdLst/>
            <a:ahLst/>
            <a:cxnLst/>
            <a:rect l="0" t="0" r="0" b="0"/>
            <a:pathLst>
              <a:path w="185529" h="28469">
                <a:moveTo>
                  <a:pt x="0" y="0"/>
                </a:moveTo>
                <a:lnTo>
                  <a:pt x="185529" y="28469"/>
                </a:lnTo>
              </a:path>
            </a:pathLst>
          </a:custGeom>
          <a:noFill/>
          <a:ln w="5266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233" name="lumia-token-stream-curve">
            <a:extLst>
              <a:ext uri="{FF2B5EF4-FFF2-40B4-BE49-F238E27FC236}">
                <a16:creationId xmlns:a16="http://schemas.microsoft.com/office/drawing/2014/main" id="{66184BE5-C838-4071-A896-AD25882516E6}"/>
              </a:ext>
            </a:extLst>
          </p:cNvPr>
          <p:cNvSpPr>
            <a:spLocks noGrp="1"/>
          </p:cNvSpPr>
          <p:nvPr/>
        </p:nvSpPr>
        <p:spPr>
          <a:xfrm>
            <a:off x="185529" y="6159233"/>
            <a:ext cx="212360" cy="32999"/>
          </a:xfrm>
          <a:custGeom>
            <a:avLst/>
            <a:gdLst/>
            <a:ahLst/>
            <a:cxnLst/>
            <a:rect l="0" t="0" r="0" b="0"/>
            <a:pathLst>
              <a:path w="212360" h="32999">
                <a:moveTo>
                  <a:pt x="0" y="0"/>
                </a:moveTo>
                <a:lnTo>
                  <a:pt x="212360" y="32999"/>
                </a:lnTo>
              </a:path>
            </a:pathLst>
          </a:custGeom>
          <a:noFill/>
          <a:ln w="5266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234" name="lumia-token-stream-curve">
            <a:extLst>
              <a:ext uri="{FF2B5EF4-FFF2-40B4-BE49-F238E27FC236}">
                <a16:creationId xmlns:a16="http://schemas.microsoft.com/office/drawing/2014/main" id="{C70C77C8-1349-4F8B-B662-18C43302C7C0}"/>
              </a:ext>
            </a:extLst>
          </p:cNvPr>
          <p:cNvSpPr>
            <a:spLocks noGrp="1"/>
          </p:cNvSpPr>
          <p:nvPr/>
        </p:nvSpPr>
        <p:spPr>
          <a:xfrm>
            <a:off x="397889" y="6192232"/>
            <a:ext cx="216444" cy="36757"/>
          </a:xfrm>
          <a:custGeom>
            <a:avLst/>
            <a:gdLst/>
            <a:ahLst/>
            <a:cxnLst/>
            <a:rect l="0" t="0" r="0" b="0"/>
            <a:pathLst>
              <a:path w="216444" h="36757">
                <a:moveTo>
                  <a:pt x="0" y="0"/>
                </a:moveTo>
                <a:lnTo>
                  <a:pt x="216444" y="36757"/>
                </a:lnTo>
              </a:path>
            </a:pathLst>
          </a:custGeom>
          <a:noFill/>
          <a:ln w="5266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235" name="lumia-token-stream-curve">
            <a:extLst>
              <a:ext uri="{FF2B5EF4-FFF2-40B4-BE49-F238E27FC236}">
                <a16:creationId xmlns:a16="http://schemas.microsoft.com/office/drawing/2014/main" id="{748A4550-D8CD-40E5-BDAD-CC38976A2575}"/>
              </a:ext>
            </a:extLst>
          </p:cNvPr>
          <p:cNvSpPr>
            <a:spLocks noGrp="1"/>
          </p:cNvSpPr>
          <p:nvPr/>
        </p:nvSpPr>
        <p:spPr>
          <a:xfrm>
            <a:off x="614333" y="6228989"/>
            <a:ext cx="220415" cy="39260"/>
          </a:xfrm>
          <a:custGeom>
            <a:avLst/>
            <a:gdLst/>
            <a:ahLst/>
            <a:cxnLst/>
            <a:rect l="0" t="0" r="0" b="0"/>
            <a:pathLst>
              <a:path w="220415" h="39260">
                <a:moveTo>
                  <a:pt x="0" y="0"/>
                </a:moveTo>
                <a:lnTo>
                  <a:pt x="220415" y="39260"/>
                </a:lnTo>
              </a:path>
            </a:pathLst>
          </a:custGeom>
          <a:noFill/>
          <a:ln w="5266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236" name="lumia-token-stream-curve">
            <a:extLst>
              <a:ext uri="{FF2B5EF4-FFF2-40B4-BE49-F238E27FC236}">
                <a16:creationId xmlns:a16="http://schemas.microsoft.com/office/drawing/2014/main" id="{4A6AD480-A430-45C2-984A-B554FD8F7257}"/>
              </a:ext>
            </a:extLst>
          </p:cNvPr>
          <p:cNvSpPr>
            <a:spLocks noGrp="1"/>
          </p:cNvSpPr>
          <p:nvPr/>
        </p:nvSpPr>
        <p:spPr>
          <a:xfrm>
            <a:off x="834748" y="6268249"/>
            <a:ext cx="224275" cy="40076"/>
          </a:xfrm>
          <a:custGeom>
            <a:avLst/>
            <a:gdLst/>
            <a:ahLst/>
            <a:cxnLst/>
            <a:rect l="0" t="0" r="0" b="0"/>
            <a:pathLst>
              <a:path w="224275" h="40076">
                <a:moveTo>
                  <a:pt x="0" y="0"/>
                </a:moveTo>
                <a:lnTo>
                  <a:pt x="224275" y="40076"/>
                </a:lnTo>
              </a:path>
            </a:pathLst>
          </a:custGeom>
          <a:noFill/>
          <a:ln w="5266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237" name="lumia-token-stream-curve">
            <a:extLst>
              <a:ext uri="{FF2B5EF4-FFF2-40B4-BE49-F238E27FC236}">
                <a16:creationId xmlns:a16="http://schemas.microsoft.com/office/drawing/2014/main" id="{7D4CB737-D757-43A4-A408-0917B366BDFA}"/>
              </a:ext>
            </a:extLst>
          </p:cNvPr>
          <p:cNvSpPr>
            <a:spLocks noGrp="1"/>
          </p:cNvSpPr>
          <p:nvPr/>
        </p:nvSpPr>
        <p:spPr>
          <a:xfrm>
            <a:off x="1059023" y="6308324"/>
            <a:ext cx="228022" cy="38880"/>
          </a:xfrm>
          <a:custGeom>
            <a:avLst/>
            <a:gdLst/>
            <a:ahLst/>
            <a:cxnLst/>
            <a:rect l="0" t="0" r="0" b="0"/>
            <a:pathLst>
              <a:path w="228022" h="38880">
                <a:moveTo>
                  <a:pt x="0" y="0"/>
                </a:moveTo>
                <a:lnTo>
                  <a:pt x="228022" y="38880"/>
                </a:lnTo>
              </a:path>
            </a:pathLst>
          </a:custGeom>
          <a:noFill/>
          <a:ln w="5266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238" name="lumia-token-stream-curve">
            <a:extLst>
              <a:ext uri="{FF2B5EF4-FFF2-40B4-BE49-F238E27FC236}">
                <a16:creationId xmlns:a16="http://schemas.microsoft.com/office/drawing/2014/main" id="{39A5168B-720B-4021-BF9E-131CA165CA9E}"/>
              </a:ext>
            </a:extLst>
          </p:cNvPr>
          <p:cNvSpPr>
            <a:spLocks noGrp="1"/>
          </p:cNvSpPr>
          <p:nvPr/>
        </p:nvSpPr>
        <p:spPr>
          <a:xfrm>
            <a:off x="1287045" y="6347204"/>
            <a:ext cx="231657" cy="35500"/>
          </a:xfrm>
          <a:custGeom>
            <a:avLst/>
            <a:gdLst/>
            <a:ahLst/>
            <a:cxnLst/>
            <a:rect l="0" t="0" r="0" b="0"/>
            <a:pathLst>
              <a:path w="231657" h="35500">
                <a:moveTo>
                  <a:pt x="0" y="0"/>
                </a:moveTo>
                <a:lnTo>
                  <a:pt x="231657" y="35500"/>
                </a:lnTo>
              </a:path>
            </a:pathLst>
          </a:custGeom>
          <a:noFill/>
          <a:ln w="5266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239" name="lumia-token-stream-curve">
            <a:extLst>
              <a:ext uri="{FF2B5EF4-FFF2-40B4-BE49-F238E27FC236}">
                <a16:creationId xmlns:a16="http://schemas.microsoft.com/office/drawing/2014/main" id="{334908B0-960D-4B8C-B1FE-3A87D0A9EB27}"/>
              </a:ext>
            </a:extLst>
          </p:cNvPr>
          <p:cNvSpPr>
            <a:spLocks noGrp="1"/>
          </p:cNvSpPr>
          <p:nvPr/>
        </p:nvSpPr>
        <p:spPr>
          <a:xfrm>
            <a:off x="1518702" y="6382704"/>
            <a:ext cx="235180" cy="29959"/>
          </a:xfrm>
          <a:custGeom>
            <a:avLst/>
            <a:gdLst/>
            <a:ahLst/>
            <a:cxnLst/>
            <a:rect l="0" t="0" r="0" b="0"/>
            <a:pathLst>
              <a:path w="235180" h="29959">
                <a:moveTo>
                  <a:pt x="0" y="0"/>
                </a:moveTo>
                <a:lnTo>
                  <a:pt x="235180" y="29959"/>
                </a:lnTo>
              </a:path>
            </a:pathLst>
          </a:custGeom>
          <a:noFill/>
          <a:ln w="5266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240" name="lumia-token-stream-curve">
            <a:extLst>
              <a:ext uri="{FF2B5EF4-FFF2-40B4-BE49-F238E27FC236}">
                <a16:creationId xmlns:a16="http://schemas.microsoft.com/office/drawing/2014/main" id="{AB49BDD3-85ED-4C8D-AE49-0C452EEAD563}"/>
              </a:ext>
            </a:extLst>
          </p:cNvPr>
          <p:cNvSpPr>
            <a:spLocks noGrp="1"/>
          </p:cNvSpPr>
          <p:nvPr/>
        </p:nvSpPr>
        <p:spPr>
          <a:xfrm>
            <a:off x="1753882" y="6412663"/>
            <a:ext cx="238590" cy="22494"/>
          </a:xfrm>
          <a:custGeom>
            <a:avLst/>
            <a:gdLst/>
            <a:ahLst/>
            <a:cxnLst/>
            <a:rect l="0" t="0" r="0" b="0"/>
            <a:pathLst>
              <a:path w="238590" h="22494">
                <a:moveTo>
                  <a:pt x="0" y="0"/>
                </a:moveTo>
                <a:lnTo>
                  <a:pt x="238590" y="22494"/>
                </a:lnTo>
              </a:path>
            </a:pathLst>
          </a:custGeom>
          <a:noFill/>
          <a:ln w="5266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241" name="lumia-token-stream-curve">
            <a:extLst>
              <a:ext uri="{FF2B5EF4-FFF2-40B4-BE49-F238E27FC236}">
                <a16:creationId xmlns:a16="http://schemas.microsoft.com/office/drawing/2014/main" id="{00999F18-E401-43F2-9E8F-E2F65BA187A1}"/>
              </a:ext>
            </a:extLst>
          </p:cNvPr>
          <p:cNvSpPr>
            <a:spLocks noGrp="1"/>
          </p:cNvSpPr>
          <p:nvPr/>
        </p:nvSpPr>
        <p:spPr>
          <a:xfrm>
            <a:off x="1992473" y="6435157"/>
            <a:ext cx="241889" cy="13563"/>
          </a:xfrm>
          <a:custGeom>
            <a:avLst/>
            <a:gdLst/>
            <a:ahLst/>
            <a:cxnLst/>
            <a:rect l="0" t="0" r="0" b="0"/>
            <a:pathLst>
              <a:path w="241889" h="13563">
                <a:moveTo>
                  <a:pt x="0" y="0"/>
                </a:moveTo>
                <a:lnTo>
                  <a:pt x="241889" y="13563"/>
                </a:lnTo>
              </a:path>
            </a:pathLst>
          </a:custGeom>
          <a:noFill/>
          <a:ln w="5266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242" name="lumia-token-stream-curve">
            <a:extLst>
              <a:ext uri="{FF2B5EF4-FFF2-40B4-BE49-F238E27FC236}">
                <a16:creationId xmlns:a16="http://schemas.microsoft.com/office/drawing/2014/main" id="{4AF9FEA7-1B61-4211-8A4E-2F059C57464E}"/>
              </a:ext>
            </a:extLst>
          </p:cNvPr>
          <p:cNvSpPr>
            <a:spLocks noGrp="1"/>
          </p:cNvSpPr>
          <p:nvPr/>
        </p:nvSpPr>
        <p:spPr>
          <a:xfrm>
            <a:off x="2234362" y="6448719"/>
            <a:ext cx="245075" cy="9525"/>
          </a:xfrm>
          <a:custGeom>
            <a:avLst/>
            <a:gdLst/>
            <a:ahLst/>
            <a:cxnLst/>
            <a:rect l="0" t="0" r="0" b="0"/>
            <a:pathLst>
              <a:path w="245075" h="9525">
                <a:moveTo>
                  <a:pt x="0" y="0"/>
                </a:moveTo>
                <a:lnTo>
                  <a:pt x="245075" y="3818"/>
                </a:lnTo>
              </a:path>
            </a:pathLst>
          </a:custGeom>
          <a:noFill/>
          <a:ln w="5266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243" name="lumia-token-stream-curve">
            <a:extLst>
              <a:ext uri="{FF2B5EF4-FFF2-40B4-BE49-F238E27FC236}">
                <a16:creationId xmlns:a16="http://schemas.microsoft.com/office/drawing/2014/main" id="{7A328751-F9D6-42E2-A3EA-CDB0D9F5FEE8}"/>
              </a:ext>
            </a:extLst>
          </p:cNvPr>
          <p:cNvSpPr>
            <a:spLocks noGrp="1"/>
          </p:cNvSpPr>
          <p:nvPr/>
        </p:nvSpPr>
        <p:spPr>
          <a:xfrm>
            <a:off x="2479436" y="6446593"/>
            <a:ext cx="248148" cy="9525"/>
          </a:xfrm>
          <a:custGeom>
            <a:avLst/>
            <a:gdLst/>
            <a:ahLst/>
            <a:cxnLst/>
            <a:rect l="0" t="0" r="0" b="0"/>
            <a:pathLst>
              <a:path w="248148" h="9525">
                <a:moveTo>
                  <a:pt x="0" y="5944"/>
                </a:moveTo>
                <a:lnTo>
                  <a:pt x="248148" y="0"/>
                </a:lnTo>
              </a:path>
            </a:pathLst>
          </a:custGeom>
          <a:noFill/>
          <a:ln w="5266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244" name="lumia-token-stream-curve">
            <a:extLst>
              <a:ext uri="{FF2B5EF4-FFF2-40B4-BE49-F238E27FC236}">
                <a16:creationId xmlns:a16="http://schemas.microsoft.com/office/drawing/2014/main" id="{00E0824B-561A-4AD3-8779-F56D7CD8C87E}"/>
              </a:ext>
            </a:extLst>
          </p:cNvPr>
          <p:cNvSpPr>
            <a:spLocks noGrp="1"/>
          </p:cNvSpPr>
          <p:nvPr/>
        </p:nvSpPr>
        <p:spPr>
          <a:xfrm>
            <a:off x="2727585" y="6431740"/>
            <a:ext cx="251110" cy="14853"/>
          </a:xfrm>
          <a:custGeom>
            <a:avLst/>
            <a:gdLst/>
            <a:ahLst/>
            <a:cxnLst/>
            <a:rect l="0" t="0" r="0" b="0"/>
            <a:pathLst>
              <a:path w="251110" h="14853">
                <a:moveTo>
                  <a:pt x="0" y="14853"/>
                </a:moveTo>
                <a:lnTo>
                  <a:pt x="251110" y="0"/>
                </a:lnTo>
              </a:path>
            </a:pathLst>
          </a:custGeom>
          <a:noFill/>
          <a:ln w="5266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245" name="lumia-token-stream-curve">
            <a:extLst>
              <a:ext uri="{FF2B5EF4-FFF2-40B4-BE49-F238E27FC236}">
                <a16:creationId xmlns:a16="http://schemas.microsoft.com/office/drawing/2014/main" id="{19C7A475-62C6-4413-837C-92843940EA96}"/>
              </a:ext>
            </a:extLst>
          </p:cNvPr>
          <p:cNvSpPr>
            <a:spLocks noGrp="1"/>
          </p:cNvSpPr>
          <p:nvPr/>
        </p:nvSpPr>
        <p:spPr>
          <a:xfrm>
            <a:off x="2978695" y="6409680"/>
            <a:ext cx="253959" cy="22059"/>
          </a:xfrm>
          <a:custGeom>
            <a:avLst/>
            <a:gdLst/>
            <a:ahLst/>
            <a:cxnLst/>
            <a:rect l="0" t="0" r="0" b="0"/>
            <a:pathLst>
              <a:path w="253959" h="22059">
                <a:moveTo>
                  <a:pt x="0" y="22059"/>
                </a:moveTo>
                <a:lnTo>
                  <a:pt x="253959" y="0"/>
                </a:lnTo>
              </a:path>
            </a:pathLst>
          </a:custGeom>
          <a:noFill/>
          <a:ln w="5266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246" name="lumia-token-stream-curve">
            <a:extLst>
              <a:ext uri="{FF2B5EF4-FFF2-40B4-BE49-F238E27FC236}">
                <a16:creationId xmlns:a16="http://schemas.microsoft.com/office/drawing/2014/main" id="{C78D67EF-0058-4227-ABBE-48A3B6F9B74B}"/>
              </a:ext>
            </a:extLst>
          </p:cNvPr>
          <p:cNvSpPr>
            <a:spLocks noGrp="1"/>
          </p:cNvSpPr>
          <p:nvPr/>
        </p:nvSpPr>
        <p:spPr>
          <a:xfrm>
            <a:off x="3232654" y="6382845"/>
            <a:ext cx="256696" cy="26835"/>
          </a:xfrm>
          <a:custGeom>
            <a:avLst/>
            <a:gdLst/>
            <a:ahLst/>
            <a:cxnLst/>
            <a:rect l="0" t="0" r="0" b="0"/>
            <a:pathLst>
              <a:path w="256696" h="26835">
                <a:moveTo>
                  <a:pt x="0" y="26835"/>
                </a:moveTo>
                <a:lnTo>
                  <a:pt x="256696" y="0"/>
                </a:lnTo>
              </a:path>
            </a:pathLst>
          </a:custGeom>
          <a:noFill/>
          <a:ln w="5266">
            <a:solidFill>
              <a:srgbClr val="7C3D7E">
                <a:alpha val="3000"/>
              </a:srgbClr>
            </a:solidFill>
            <a:prstDash val="solid"/>
          </a:ln>
        </p:spPr>
      </p:sp>
      <p:sp>
        <p:nvSpPr>
          <p:cNvPr id="247" name="lumia-token-stream-curve">
            <a:extLst>
              <a:ext uri="{FF2B5EF4-FFF2-40B4-BE49-F238E27FC236}">
                <a16:creationId xmlns:a16="http://schemas.microsoft.com/office/drawing/2014/main" id="{D0074730-91E7-4A45-8E36-A22CA5BF3DBF}"/>
              </a:ext>
            </a:extLst>
          </p:cNvPr>
          <p:cNvSpPr>
            <a:spLocks noGrp="1"/>
          </p:cNvSpPr>
          <p:nvPr/>
        </p:nvSpPr>
        <p:spPr>
          <a:xfrm>
            <a:off x="3489350" y="6354177"/>
            <a:ext cx="259321" cy="28669"/>
          </a:xfrm>
          <a:custGeom>
            <a:avLst/>
            <a:gdLst/>
            <a:ahLst/>
            <a:cxnLst/>
            <a:rect l="0" t="0" r="0" b="0"/>
            <a:pathLst>
              <a:path w="259321" h="28669">
                <a:moveTo>
                  <a:pt x="0" y="28669"/>
                </a:moveTo>
                <a:lnTo>
                  <a:pt x="259321" y="0"/>
                </a:lnTo>
              </a:path>
            </a:pathLst>
          </a:custGeom>
          <a:noFill/>
          <a:ln w="5266">
            <a:solidFill>
              <a:srgbClr val="893E75">
                <a:alpha val="3000"/>
              </a:srgbClr>
            </a:solidFill>
            <a:prstDash val="solid"/>
          </a:ln>
        </p:spPr>
      </p:sp>
      <p:sp>
        <p:nvSpPr>
          <p:cNvPr id="248" name="lumia-token-stream-curve">
            <a:extLst>
              <a:ext uri="{FF2B5EF4-FFF2-40B4-BE49-F238E27FC236}">
                <a16:creationId xmlns:a16="http://schemas.microsoft.com/office/drawing/2014/main" id="{996360D7-EE4A-4C12-8074-3CF8C4899B5E}"/>
              </a:ext>
            </a:extLst>
          </p:cNvPr>
          <p:cNvSpPr>
            <a:spLocks noGrp="1"/>
          </p:cNvSpPr>
          <p:nvPr/>
        </p:nvSpPr>
        <p:spPr>
          <a:xfrm>
            <a:off x="3748670" y="6326828"/>
            <a:ext cx="261833" cy="27349"/>
          </a:xfrm>
          <a:custGeom>
            <a:avLst/>
            <a:gdLst/>
            <a:ahLst/>
            <a:cxnLst/>
            <a:rect l="0" t="0" r="0" b="0"/>
            <a:pathLst>
              <a:path w="261833" h="27349">
                <a:moveTo>
                  <a:pt x="0" y="27349"/>
                </a:moveTo>
                <a:lnTo>
                  <a:pt x="261833" y="0"/>
                </a:lnTo>
              </a:path>
            </a:pathLst>
          </a:custGeom>
          <a:noFill/>
          <a:ln w="5267">
            <a:solidFill>
              <a:srgbClr val="963E6C">
                <a:alpha val="3000"/>
              </a:srgbClr>
            </a:solidFill>
            <a:prstDash val="solid"/>
          </a:ln>
        </p:spPr>
      </p:sp>
      <p:sp>
        <p:nvSpPr>
          <p:cNvPr id="249" name="lumia-token-stream-curve">
            <a:extLst>
              <a:ext uri="{FF2B5EF4-FFF2-40B4-BE49-F238E27FC236}">
                <a16:creationId xmlns:a16="http://schemas.microsoft.com/office/drawing/2014/main" id="{80D68637-BA8C-4997-9AA1-D98F0F413378}"/>
              </a:ext>
            </a:extLst>
          </p:cNvPr>
          <p:cNvSpPr>
            <a:spLocks noGrp="1"/>
          </p:cNvSpPr>
          <p:nvPr/>
        </p:nvSpPr>
        <p:spPr>
          <a:xfrm>
            <a:off x="4010504" y="6303813"/>
            <a:ext cx="264233" cy="23014"/>
          </a:xfrm>
          <a:custGeom>
            <a:avLst/>
            <a:gdLst/>
            <a:ahLst/>
            <a:cxnLst/>
            <a:rect l="0" t="0" r="0" b="0"/>
            <a:pathLst>
              <a:path w="264233" h="23014">
                <a:moveTo>
                  <a:pt x="0" y="23014"/>
                </a:moveTo>
                <a:lnTo>
                  <a:pt x="264233" y="0"/>
                </a:lnTo>
              </a:path>
            </a:pathLst>
          </a:custGeom>
          <a:noFill/>
          <a:ln w="5283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250" name="lumia-token-stream-curve">
            <a:extLst>
              <a:ext uri="{FF2B5EF4-FFF2-40B4-BE49-F238E27FC236}">
                <a16:creationId xmlns:a16="http://schemas.microsoft.com/office/drawing/2014/main" id="{70B3FE4A-3390-41A3-A97A-807A41CE18BE}"/>
              </a:ext>
            </a:extLst>
          </p:cNvPr>
          <p:cNvSpPr>
            <a:spLocks noGrp="1"/>
          </p:cNvSpPr>
          <p:nvPr/>
        </p:nvSpPr>
        <p:spPr>
          <a:xfrm>
            <a:off x="4274737" y="6287646"/>
            <a:ext cx="266521" cy="16168"/>
          </a:xfrm>
          <a:custGeom>
            <a:avLst/>
            <a:gdLst/>
            <a:ahLst/>
            <a:cxnLst/>
            <a:rect l="0" t="0" r="0" b="0"/>
            <a:pathLst>
              <a:path w="266521" h="16168">
                <a:moveTo>
                  <a:pt x="0" y="16168"/>
                </a:moveTo>
                <a:lnTo>
                  <a:pt x="266521" y="0"/>
                </a:lnTo>
              </a:path>
            </a:pathLst>
          </a:custGeom>
          <a:noFill/>
          <a:ln w="5319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251" name="lumia-token-stream-curve">
            <a:extLst>
              <a:ext uri="{FF2B5EF4-FFF2-40B4-BE49-F238E27FC236}">
                <a16:creationId xmlns:a16="http://schemas.microsoft.com/office/drawing/2014/main" id="{93B5BA08-88D0-4E13-8BAF-10F3314A4D92}"/>
              </a:ext>
            </a:extLst>
          </p:cNvPr>
          <p:cNvSpPr>
            <a:spLocks noGrp="1"/>
          </p:cNvSpPr>
          <p:nvPr/>
        </p:nvSpPr>
        <p:spPr>
          <a:xfrm>
            <a:off x="4541258" y="6280006"/>
            <a:ext cx="268697" cy="9525"/>
          </a:xfrm>
          <a:custGeom>
            <a:avLst/>
            <a:gdLst/>
            <a:ahLst/>
            <a:cxnLst/>
            <a:rect l="0" t="0" r="0" b="0"/>
            <a:pathLst>
              <a:path w="268697" h="9525">
                <a:moveTo>
                  <a:pt x="0" y="7640"/>
                </a:moveTo>
                <a:lnTo>
                  <a:pt x="268697" y="0"/>
                </a:lnTo>
              </a:path>
            </a:pathLst>
          </a:custGeom>
          <a:noFill/>
          <a:ln w="5374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252" name="lumia-token-stream-curve">
            <a:extLst>
              <a:ext uri="{FF2B5EF4-FFF2-40B4-BE49-F238E27FC236}">
                <a16:creationId xmlns:a16="http://schemas.microsoft.com/office/drawing/2014/main" id="{85465FBE-E4CD-48A2-807B-E129180FCA96}"/>
              </a:ext>
            </a:extLst>
          </p:cNvPr>
          <p:cNvSpPr>
            <a:spLocks noGrp="1"/>
          </p:cNvSpPr>
          <p:nvPr/>
        </p:nvSpPr>
        <p:spPr>
          <a:xfrm>
            <a:off x="4809955" y="6280006"/>
            <a:ext cx="270760" cy="9525"/>
          </a:xfrm>
          <a:custGeom>
            <a:avLst/>
            <a:gdLst/>
            <a:ahLst/>
            <a:cxnLst/>
            <a:rect l="0" t="0" r="0" b="0"/>
            <a:pathLst>
              <a:path w="270760" h="9525">
                <a:moveTo>
                  <a:pt x="0" y="0"/>
                </a:moveTo>
                <a:lnTo>
                  <a:pt x="270760" y="1486"/>
                </a:lnTo>
              </a:path>
            </a:pathLst>
          </a:custGeom>
          <a:noFill/>
          <a:ln w="5447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253" name="lumia-token-stream-curve">
            <a:extLst>
              <a:ext uri="{FF2B5EF4-FFF2-40B4-BE49-F238E27FC236}">
                <a16:creationId xmlns:a16="http://schemas.microsoft.com/office/drawing/2014/main" id="{6F86C28A-E4AB-467E-8A20-703D22329D89}"/>
              </a:ext>
            </a:extLst>
          </p:cNvPr>
          <p:cNvSpPr>
            <a:spLocks noGrp="1"/>
          </p:cNvSpPr>
          <p:nvPr/>
        </p:nvSpPr>
        <p:spPr>
          <a:xfrm>
            <a:off x="5080716" y="6281492"/>
            <a:ext cx="272712" cy="9995"/>
          </a:xfrm>
          <a:custGeom>
            <a:avLst/>
            <a:gdLst/>
            <a:ahLst/>
            <a:cxnLst/>
            <a:rect l="0" t="0" r="0" b="0"/>
            <a:pathLst>
              <a:path w="272712" h="9995">
                <a:moveTo>
                  <a:pt x="0" y="0"/>
                </a:moveTo>
                <a:lnTo>
                  <a:pt x="272712" y="9995"/>
                </a:lnTo>
              </a:path>
            </a:pathLst>
          </a:custGeom>
          <a:noFill/>
          <a:ln w="5535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254" name="lumia-token-stream-curve">
            <a:extLst>
              <a:ext uri="{FF2B5EF4-FFF2-40B4-BE49-F238E27FC236}">
                <a16:creationId xmlns:a16="http://schemas.microsoft.com/office/drawing/2014/main" id="{062F4547-B298-4BFB-B052-FAC9A7BB49E6}"/>
              </a:ext>
            </a:extLst>
          </p:cNvPr>
          <p:cNvSpPr>
            <a:spLocks noGrp="1"/>
          </p:cNvSpPr>
          <p:nvPr/>
        </p:nvSpPr>
        <p:spPr>
          <a:xfrm>
            <a:off x="5353428" y="6291488"/>
            <a:ext cx="274551" cy="16686"/>
          </a:xfrm>
          <a:custGeom>
            <a:avLst/>
            <a:gdLst/>
            <a:ahLst/>
            <a:cxnLst/>
            <a:rect l="0" t="0" r="0" b="0"/>
            <a:pathLst>
              <a:path w="274551" h="16686">
                <a:moveTo>
                  <a:pt x="0" y="0"/>
                </a:moveTo>
                <a:lnTo>
                  <a:pt x="274551" y="16686"/>
                </a:lnTo>
              </a:path>
            </a:pathLst>
          </a:custGeom>
          <a:noFill/>
          <a:ln w="5637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255" name="lumia-token-stream-curve">
            <a:extLst>
              <a:ext uri="{FF2B5EF4-FFF2-40B4-BE49-F238E27FC236}">
                <a16:creationId xmlns:a16="http://schemas.microsoft.com/office/drawing/2014/main" id="{6A27D3C6-6990-49CA-87D5-89D703EF3D2E}"/>
              </a:ext>
            </a:extLst>
          </p:cNvPr>
          <p:cNvSpPr>
            <a:spLocks noGrp="1"/>
          </p:cNvSpPr>
          <p:nvPr/>
        </p:nvSpPr>
        <p:spPr>
          <a:xfrm>
            <a:off x="5627978" y="6308174"/>
            <a:ext cx="276277" cy="20526"/>
          </a:xfrm>
          <a:custGeom>
            <a:avLst/>
            <a:gdLst/>
            <a:ahLst/>
            <a:cxnLst/>
            <a:rect l="0" t="0" r="0" b="0"/>
            <a:pathLst>
              <a:path w="276277" h="20526">
                <a:moveTo>
                  <a:pt x="0" y="0"/>
                </a:moveTo>
                <a:lnTo>
                  <a:pt x="276277" y="20526"/>
                </a:lnTo>
              </a:path>
            </a:pathLst>
          </a:custGeom>
          <a:noFill/>
          <a:ln w="5752">
            <a:solidFill>
              <a:srgbClr val="EB4833">
                <a:alpha val="4000"/>
              </a:srgbClr>
            </a:solidFill>
            <a:prstDash val="solid"/>
          </a:ln>
        </p:spPr>
      </p:sp>
      <p:sp>
        <p:nvSpPr>
          <p:cNvPr id="256" name="lumia-token-stream-curve">
            <a:extLst>
              <a:ext uri="{FF2B5EF4-FFF2-40B4-BE49-F238E27FC236}">
                <a16:creationId xmlns:a16="http://schemas.microsoft.com/office/drawing/2014/main" id="{BA4C47BC-4FD1-499B-A949-B98A65D67E2B}"/>
              </a:ext>
            </a:extLst>
          </p:cNvPr>
          <p:cNvSpPr>
            <a:spLocks noGrp="1"/>
          </p:cNvSpPr>
          <p:nvPr/>
        </p:nvSpPr>
        <p:spPr>
          <a:xfrm>
            <a:off x="5904255" y="6328700"/>
            <a:ext cx="277892" cy="20792"/>
          </a:xfrm>
          <a:custGeom>
            <a:avLst/>
            <a:gdLst/>
            <a:ahLst/>
            <a:cxnLst/>
            <a:rect l="0" t="0" r="0" b="0"/>
            <a:pathLst>
              <a:path w="277892" h="20792">
                <a:moveTo>
                  <a:pt x="0" y="0"/>
                </a:moveTo>
                <a:lnTo>
                  <a:pt x="277892" y="20792"/>
                </a:lnTo>
              </a:path>
            </a:pathLst>
          </a:custGeom>
          <a:noFill/>
          <a:ln w="5878">
            <a:solidFill>
              <a:srgbClr val="EC532F">
                <a:alpha val="4000"/>
              </a:srgbClr>
            </a:solidFill>
            <a:prstDash val="solid"/>
          </a:ln>
        </p:spPr>
      </p:sp>
      <p:sp>
        <p:nvSpPr>
          <p:cNvPr id="257" name="lumia-token-stream-curve">
            <a:extLst>
              <a:ext uri="{FF2B5EF4-FFF2-40B4-BE49-F238E27FC236}">
                <a16:creationId xmlns:a16="http://schemas.microsoft.com/office/drawing/2014/main" id="{54E5B3C6-F512-4790-AC6E-AC81F864D624}"/>
              </a:ext>
            </a:extLst>
          </p:cNvPr>
          <p:cNvSpPr>
            <a:spLocks noGrp="1"/>
          </p:cNvSpPr>
          <p:nvPr/>
        </p:nvSpPr>
        <p:spPr>
          <a:xfrm>
            <a:off x="6182147" y="6349491"/>
            <a:ext cx="279394" cy="17186"/>
          </a:xfrm>
          <a:custGeom>
            <a:avLst/>
            <a:gdLst/>
            <a:ahLst/>
            <a:cxnLst/>
            <a:rect l="0" t="0" r="0" b="0"/>
            <a:pathLst>
              <a:path w="279394" h="17186">
                <a:moveTo>
                  <a:pt x="0" y="0"/>
                </a:moveTo>
                <a:lnTo>
                  <a:pt x="279394" y="17186"/>
                </a:lnTo>
              </a:path>
            </a:pathLst>
          </a:custGeom>
          <a:noFill/>
          <a:ln w="6014">
            <a:solidFill>
              <a:srgbClr val="EE5E2A">
                <a:alpha val="4000"/>
              </a:srgbClr>
            </a:solidFill>
            <a:prstDash val="solid"/>
          </a:ln>
        </p:spPr>
      </p:sp>
      <p:sp>
        <p:nvSpPr>
          <p:cNvPr id="258" name="lumia-token-stream-curve">
            <a:extLst>
              <a:ext uri="{FF2B5EF4-FFF2-40B4-BE49-F238E27FC236}">
                <a16:creationId xmlns:a16="http://schemas.microsoft.com/office/drawing/2014/main" id="{B0777DFF-7069-47B5-A8F5-D07984722EF5}"/>
              </a:ext>
            </a:extLst>
          </p:cNvPr>
          <p:cNvSpPr>
            <a:spLocks noGrp="1"/>
          </p:cNvSpPr>
          <p:nvPr/>
        </p:nvSpPr>
        <p:spPr>
          <a:xfrm>
            <a:off x="6461541" y="6366677"/>
            <a:ext cx="280784" cy="9892"/>
          </a:xfrm>
          <a:custGeom>
            <a:avLst/>
            <a:gdLst/>
            <a:ahLst/>
            <a:cxnLst/>
            <a:rect l="0" t="0" r="0" b="0"/>
            <a:pathLst>
              <a:path w="280784" h="9892">
                <a:moveTo>
                  <a:pt x="0" y="0"/>
                </a:moveTo>
                <a:lnTo>
                  <a:pt x="280784" y="9892"/>
                </a:lnTo>
              </a:path>
            </a:pathLst>
          </a:custGeom>
          <a:noFill/>
          <a:ln w="6158">
            <a:solidFill>
              <a:srgbClr val="EF6926">
                <a:alpha val="4000"/>
              </a:srgbClr>
            </a:solidFill>
            <a:prstDash val="solid"/>
          </a:ln>
        </p:spPr>
      </p:sp>
      <p:sp>
        <p:nvSpPr>
          <p:cNvPr id="259" name="lumia-token-stream-curve">
            <a:extLst>
              <a:ext uri="{FF2B5EF4-FFF2-40B4-BE49-F238E27FC236}">
                <a16:creationId xmlns:a16="http://schemas.microsoft.com/office/drawing/2014/main" id="{3640546E-F017-4505-8796-F208E190F5F8}"/>
              </a:ext>
            </a:extLst>
          </p:cNvPr>
          <p:cNvSpPr>
            <a:spLocks noGrp="1"/>
          </p:cNvSpPr>
          <p:nvPr/>
        </p:nvSpPr>
        <p:spPr>
          <a:xfrm>
            <a:off x="6742325" y="6376146"/>
            <a:ext cx="282061" cy="9525"/>
          </a:xfrm>
          <a:custGeom>
            <a:avLst/>
            <a:gdLst/>
            <a:ahLst/>
            <a:cxnLst/>
            <a:rect l="0" t="0" r="0" b="0"/>
            <a:pathLst>
              <a:path w="282061" h="9525">
                <a:moveTo>
                  <a:pt x="0" y="424"/>
                </a:moveTo>
                <a:lnTo>
                  <a:pt x="282061" y="0"/>
                </a:lnTo>
              </a:path>
            </a:pathLst>
          </a:custGeom>
          <a:noFill/>
          <a:ln w="6309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260" name="lumia-token-stream-curve">
            <a:extLst>
              <a:ext uri="{FF2B5EF4-FFF2-40B4-BE49-F238E27FC236}">
                <a16:creationId xmlns:a16="http://schemas.microsoft.com/office/drawing/2014/main" id="{83B2D834-6108-499F-A983-C35FF2FCEF3C}"/>
              </a:ext>
            </a:extLst>
          </p:cNvPr>
          <p:cNvSpPr>
            <a:spLocks noGrp="1"/>
          </p:cNvSpPr>
          <p:nvPr/>
        </p:nvSpPr>
        <p:spPr>
          <a:xfrm>
            <a:off x="7024386" y="6363463"/>
            <a:ext cx="283227" cy="12683"/>
          </a:xfrm>
          <a:custGeom>
            <a:avLst/>
            <a:gdLst/>
            <a:ahLst/>
            <a:cxnLst/>
            <a:rect l="0" t="0" r="0" b="0"/>
            <a:pathLst>
              <a:path w="283227" h="12683">
                <a:moveTo>
                  <a:pt x="0" y="12683"/>
                </a:moveTo>
                <a:lnTo>
                  <a:pt x="283227" y="0"/>
                </a:lnTo>
              </a:path>
            </a:pathLst>
          </a:custGeom>
          <a:noFill/>
          <a:ln w="6464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261" name="lumia-token-stream-curve">
            <a:extLst>
              <a:ext uri="{FF2B5EF4-FFF2-40B4-BE49-F238E27FC236}">
                <a16:creationId xmlns:a16="http://schemas.microsoft.com/office/drawing/2014/main" id="{8D647593-FAAD-4FF7-B044-DB5371DFF758}"/>
              </a:ext>
            </a:extLst>
          </p:cNvPr>
          <p:cNvSpPr>
            <a:spLocks noGrp="1"/>
          </p:cNvSpPr>
          <p:nvPr/>
        </p:nvSpPr>
        <p:spPr>
          <a:xfrm>
            <a:off x="7307613" y="6337943"/>
            <a:ext cx="284280" cy="25520"/>
          </a:xfrm>
          <a:custGeom>
            <a:avLst/>
            <a:gdLst/>
            <a:ahLst/>
            <a:cxnLst/>
            <a:rect l="0" t="0" r="0" b="0"/>
            <a:pathLst>
              <a:path w="284280" h="25520">
                <a:moveTo>
                  <a:pt x="0" y="25520"/>
                </a:moveTo>
                <a:lnTo>
                  <a:pt x="284280" y="0"/>
                </a:lnTo>
              </a:path>
            </a:pathLst>
          </a:custGeom>
          <a:noFill/>
          <a:ln w="6624">
            <a:solidFill>
              <a:srgbClr val="F48919">
                <a:alpha val="5000"/>
              </a:srgbClr>
            </a:solidFill>
            <a:prstDash val="solid"/>
          </a:ln>
        </p:spPr>
      </p:sp>
      <p:sp>
        <p:nvSpPr>
          <p:cNvPr id="262" name="lumia-token-stream-curve">
            <a:extLst>
              <a:ext uri="{FF2B5EF4-FFF2-40B4-BE49-F238E27FC236}">
                <a16:creationId xmlns:a16="http://schemas.microsoft.com/office/drawing/2014/main" id="{35C122E7-E7EC-4165-A7AF-A962F996AE15}"/>
              </a:ext>
            </a:extLst>
          </p:cNvPr>
          <p:cNvSpPr>
            <a:spLocks noGrp="1"/>
          </p:cNvSpPr>
          <p:nvPr/>
        </p:nvSpPr>
        <p:spPr>
          <a:xfrm>
            <a:off x="7591893" y="6300484"/>
            <a:ext cx="285221" cy="37459"/>
          </a:xfrm>
          <a:custGeom>
            <a:avLst/>
            <a:gdLst/>
            <a:ahLst/>
            <a:cxnLst/>
            <a:rect l="0" t="0" r="0" b="0"/>
            <a:pathLst>
              <a:path w="285221" h="37459">
                <a:moveTo>
                  <a:pt x="0" y="37459"/>
                </a:moveTo>
                <a:lnTo>
                  <a:pt x="285221" y="0"/>
                </a:lnTo>
              </a:path>
            </a:pathLst>
          </a:custGeom>
          <a:noFill/>
          <a:ln w="6785">
            <a:solidFill>
              <a:srgbClr val="F59415">
                <a:alpha val="5000"/>
              </a:srgbClr>
            </a:solidFill>
            <a:prstDash val="solid"/>
          </a:ln>
        </p:spPr>
      </p:sp>
      <p:sp>
        <p:nvSpPr>
          <p:cNvPr id="263" name="lumia-token-stream-curve">
            <a:extLst>
              <a:ext uri="{FF2B5EF4-FFF2-40B4-BE49-F238E27FC236}">
                <a16:creationId xmlns:a16="http://schemas.microsoft.com/office/drawing/2014/main" id="{924FC503-6EDF-432B-96F7-5F4BE2B640A6}"/>
              </a:ext>
            </a:extLst>
          </p:cNvPr>
          <p:cNvSpPr>
            <a:spLocks noGrp="1"/>
          </p:cNvSpPr>
          <p:nvPr/>
        </p:nvSpPr>
        <p:spPr>
          <a:xfrm>
            <a:off x="7877114" y="6253377"/>
            <a:ext cx="286049" cy="47107"/>
          </a:xfrm>
          <a:custGeom>
            <a:avLst/>
            <a:gdLst/>
            <a:ahLst/>
            <a:cxnLst/>
            <a:rect l="0" t="0" r="0" b="0"/>
            <a:pathLst>
              <a:path w="286049" h="47107">
                <a:moveTo>
                  <a:pt x="0" y="47107"/>
                </a:moveTo>
                <a:lnTo>
                  <a:pt x="286049" y="0"/>
                </a:lnTo>
              </a:path>
            </a:pathLst>
          </a:custGeom>
          <a:noFill/>
          <a:ln w="6947">
            <a:solidFill>
              <a:srgbClr val="F79E11">
                <a:alpha val="5000"/>
              </a:srgbClr>
            </a:solidFill>
            <a:prstDash val="solid"/>
          </a:ln>
        </p:spPr>
      </p:sp>
      <p:sp>
        <p:nvSpPr>
          <p:cNvPr id="264" name="lumia-token-stream-curve">
            <a:extLst>
              <a:ext uri="{FF2B5EF4-FFF2-40B4-BE49-F238E27FC236}">
                <a16:creationId xmlns:a16="http://schemas.microsoft.com/office/drawing/2014/main" id="{DA26FAB5-1E6B-4ADB-89BB-C34C464031A1}"/>
              </a:ext>
            </a:extLst>
          </p:cNvPr>
          <p:cNvSpPr>
            <a:spLocks noGrp="1"/>
          </p:cNvSpPr>
          <p:nvPr/>
        </p:nvSpPr>
        <p:spPr>
          <a:xfrm>
            <a:off x="8163163" y="6200031"/>
            <a:ext cx="286766" cy="53346"/>
          </a:xfrm>
          <a:custGeom>
            <a:avLst/>
            <a:gdLst/>
            <a:ahLst/>
            <a:cxnLst/>
            <a:rect l="0" t="0" r="0" b="0"/>
            <a:pathLst>
              <a:path w="286766" h="53346">
                <a:moveTo>
                  <a:pt x="0" y="53346"/>
                </a:moveTo>
                <a:lnTo>
                  <a:pt x="286766" y="0"/>
                </a:lnTo>
              </a:path>
            </a:pathLst>
          </a:custGeom>
          <a:noFill/>
          <a:ln w="7108">
            <a:solidFill>
              <a:srgbClr val="F8A90C">
                <a:alpha val="5000"/>
              </a:srgbClr>
            </a:solidFill>
            <a:prstDash val="solid"/>
          </a:ln>
        </p:spPr>
      </p:sp>
      <p:sp>
        <p:nvSpPr>
          <p:cNvPr id="265" name="lumia-token-stream-curve">
            <a:extLst>
              <a:ext uri="{FF2B5EF4-FFF2-40B4-BE49-F238E27FC236}">
                <a16:creationId xmlns:a16="http://schemas.microsoft.com/office/drawing/2014/main" id="{C497FD27-A554-4912-A2D9-AEAB7A05EF40}"/>
              </a:ext>
            </a:extLst>
          </p:cNvPr>
          <p:cNvSpPr>
            <a:spLocks noGrp="1"/>
          </p:cNvSpPr>
          <p:nvPr/>
        </p:nvSpPr>
        <p:spPr>
          <a:xfrm>
            <a:off x="8449929" y="6144539"/>
            <a:ext cx="287370" cy="55492"/>
          </a:xfrm>
          <a:custGeom>
            <a:avLst/>
            <a:gdLst/>
            <a:ahLst/>
            <a:cxnLst/>
            <a:rect l="0" t="0" r="0" b="0"/>
            <a:pathLst>
              <a:path w="287370" h="55492">
                <a:moveTo>
                  <a:pt x="0" y="55492"/>
                </a:moveTo>
                <a:lnTo>
                  <a:pt x="287370" y="0"/>
                </a:lnTo>
              </a:path>
            </a:pathLst>
          </a:custGeom>
          <a:noFill/>
          <a:ln w="7267">
            <a:solidFill>
              <a:srgbClr val="FAB408">
                <a:alpha val="5000"/>
              </a:srgbClr>
            </a:solidFill>
            <a:prstDash val="solid"/>
          </a:ln>
        </p:spPr>
      </p:sp>
      <p:sp>
        <p:nvSpPr>
          <p:cNvPr id="266" name="lumia-token-stream-curve">
            <a:extLst>
              <a:ext uri="{FF2B5EF4-FFF2-40B4-BE49-F238E27FC236}">
                <a16:creationId xmlns:a16="http://schemas.microsoft.com/office/drawing/2014/main" id="{E683D71E-BFBB-40FF-A03D-D8E8964F8B91}"/>
              </a:ext>
            </a:extLst>
          </p:cNvPr>
          <p:cNvSpPr>
            <a:spLocks noGrp="1"/>
          </p:cNvSpPr>
          <p:nvPr/>
        </p:nvSpPr>
        <p:spPr>
          <a:xfrm>
            <a:off x="8737299" y="6091141"/>
            <a:ext cx="287862" cy="53397"/>
          </a:xfrm>
          <a:custGeom>
            <a:avLst/>
            <a:gdLst/>
            <a:ahLst/>
            <a:cxnLst/>
            <a:rect l="0" t="0" r="0" b="0"/>
            <a:pathLst>
              <a:path w="287862" h="53397">
                <a:moveTo>
                  <a:pt x="0" y="53397"/>
                </a:moveTo>
                <a:lnTo>
                  <a:pt x="287862" y="0"/>
                </a:lnTo>
              </a:path>
            </a:pathLst>
          </a:custGeom>
          <a:noFill/>
          <a:ln w="7421">
            <a:solidFill>
              <a:srgbClr val="F7BC07">
                <a:alpha val="5000"/>
              </a:srgbClr>
            </a:solidFill>
            <a:prstDash val="solid"/>
          </a:ln>
        </p:spPr>
      </p:sp>
      <p:sp>
        <p:nvSpPr>
          <p:cNvPr id="267" name="lumia-token-stream-curve">
            <a:extLst>
              <a:ext uri="{FF2B5EF4-FFF2-40B4-BE49-F238E27FC236}">
                <a16:creationId xmlns:a16="http://schemas.microsoft.com/office/drawing/2014/main" id="{47303868-B7CD-45F5-954E-77DF6B34C8AA}"/>
              </a:ext>
            </a:extLst>
          </p:cNvPr>
          <p:cNvSpPr>
            <a:spLocks noGrp="1"/>
          </p:cNvSpPr>
          <p:nvPr/>
        </p:nvSpPr>
        <p:spPr>
          <a:xfrm>
            <a:off x="9025161" y="6043661"/>
            <a:ext cx="288241" cy="47481"/>
          </a:xfrm>
          <a:custGeom>
            <a:avLst/>
            <a:gdLst/>
            <a:ahLst/>
            <a:cxnLst/>
            <a:rect l="0" t="0" r="0" b="0"/>
            <a:pathLst>
              <a:path w="288241" h="47481">
                <a:moveTo>
                  <a:pt x="0" y="47481"/>
                </a:moveTo>
                <a:lnTo>
                  <a:pt x="288241" y="0"/>
                </a:lnTo>
              </a:path>
            </a:pathLst>
          </a:custGeom>
          <a:noFill/>
          <a:ln w="7570">
            <a:solidFill>
              <a:srgbClr val="E5BA0E">
                <a:alpha val="5000"/>
              </a:srgbClr>
            </a:solidFill>
            <a:prstDash val="solid"/>
          </a:ln>
        </p:spPr>
      </p:sp>
      <p:sp>
        <p:nvSpPr>
          <p:cNvPr id="268" name="lumia-token-stream-curve">
            <a:extLst>
              <a:ext uri="{FF2B5EF4-FFF2-40B4-BE49-F238E27FC236}">
                <a16:creationId xmlns:a16="http://schemas.microsoft.com/office/drawing/2014/main" id="{C72F8905-635D-41DA-9A0C-10147DF476EF}"/>
              </a:ext>
            </a:extLst>
          </p:cNvPr>
          <p:cNvSpPr>
            <a:spLocks noGrp="1"/>
          </p:cNvSpPr>
          <p:nvPr/>
        </p:nvSpPr>
        <p:spPr>
          <a:xfrm>
            <a:off x="9313402" y="6004983"/>
            <a:ext cx="288509" cy="38678"/>
          </a:xfrm>
          <a:custGeom>
            <a:avLst/>
            <a:gdLst/>
            <a:ahLst/>
            <a:cxnLst/>
            <a:rect l="0" t="0" r="0" b="0"/>
            <a:pathLst>
              <a:path w="288509" h="38678">
                <a:moveTo>
                  <a:pt x="0" y="38678"/>
                </a:moveTo>
                <a:lnTo>
                  <a:pt x="288509" y="0"/>
                </a:lnTo>
              </a:path>
            </a:pathLst>
          </a:custGeom>
          <a:noFill/>
          <a:ln w="7712">
            <a:solidFill>
              <a:srgbClr val="D3B815">
                <a:alpha val="5000"/>
              </a:srgbClr>
            </a:solidFill>
            <a:prstDash val="solid"/>
          </a:ln>
        </p:spPr>
      </p:sp>
      <p:sp>
        <p:nvSpPr>
          <p:cNvPr id="269" name="lumia-token-stream-curve">
            <a:extLst>
              <a:ext uri="{FF2B5EF4-FFF2-40B4-BE49-F238E27FC236}">
                <a16:creationId xmlns:a16="http://schemas.microsoft.com/office/drawing/2014/main" id="{B110BD5B-A9ED-412F-BED7-4893DFF97BE6}"/>
              </a:ext>
            </a:extLst>
          </p:cNvPr>
          <p:cNvSpPr>
            <a:spLocks noGrp="1"/>
          </p:cNvSpPr>
          <p:nvPr/>
        </p:nvSpPr>
        <p:spPr>
          <a:xfrm>
            <a:off x="9601911" y="5976662"/>
            <a:ext cx="288664" cy="28321"/>
          </a:xfrm>
          <a:custGeom>
            <a:avLst/>
            <a:gdLst/>
            <a:ahLst/>
            <a:cxnLst/>
            <a:rect l="0" t="0" r="0" b="0"/>
            <a:pathLst>
              <a:path w="288664" h="28321">
                <a:moveTo>
                  <a:pt x="0" y="28321"/>
                </a:moveTo>
                <a:lnTo>
                  <a:pt x="288664" y="0"/>
                </a:lnTo>
              </a:path>
            </a:pathLst>
          </a:custGeom>
          <a:noFill/>
          <a:ln w="7846">
            <a:solidFill>
              <a:srgbClr val="C2B61C">
                <a:alpha val="6000"/>
              </a:srgbClr>
            </a:solidFill>
            <a:prstDash val="solid"/>
          </a:ln>
        </p:spPr>
      </p:sp>
      <p:sp>
        <p:nvSpPr>
          <p:cNvPr id="270" name="lumia-token-stream-curve">
            <a:extLst>
              <a:ext uri="{FF2B5EF4-FFF2-40B4-BE49-F238E27FC236}">
                <a16:creationId xmlns:a16="http://schemas.microsoft.com/office/drawing/2014/main" id="{6B16A81A-3D1E-4C1A-90A6-8741EBE646C5}"/>
              </a:ext>
            </a:extLst>
          </p:cNvPr>
          <p:cNvSpPr>
            <a:spLocks noGrp="1"/>
          </p:cNvSpPr>
          <p:nvPr/>
        </p:nvSpPr>
        <p:spPr>
          <a:xfrm>
            <a:off x="9890575" y="5958707"/>
            <a:ext cx="288707" cy="17955"/>
          </a:xfrm>
          <a:custGeom>
            <a:avLst/>
            <a:gdLst/>
            <a:ahLst/>
            <a:cxnLst/>
            <a:rect l="0" t="0" r="0" b="0"/>
            <a:pathLst>
              <a:path w="288707" h="17955">
                <a:moveTo>
                  <a:pt x="0" y="17955"/>
                </a:moveTo>
                <a:lnTo>
                  <a:pt x="288707" y="0"/>
                </a:lnTo>
              </a:path>
            </a:pathLst>
          </a:custGeom>
          <a:noFill/>
          <a:ln w="7969">
            <a:solidFill>
              <a:srgbClr val="B0B422">
                <a:alpha val="6000"/>
              </a:srgbClr>
            </a:solidFill>
            <a:prstDash val="solid"/>
          </a:ln>
        </p:spPr>
      </p:sp>
      <p:sp>
        <p:nvSpPr>
          <p:cNvPr id="271" name="lumia-token-stream-curve">
            <a:extLst>
              <a:ext uri="{FF2B5EF4-FFF2-40B4-BE49-F238E27FC236}">
                <a16:creationId xmlns:a16="http://schemas.microsoft.com/office/drawing/2014/main" id="{89E3922C-39AC-470D-B156-3373E20630C7}"/>
              </a:ext>
            </a:extLst>
          </p:cNvPr>
          <p:cNvSpPr>
            <a:spLocks noGrp="1"/>
          </p:cNvSpPr>
          <p:nvPr/>
        </p:nvSpPr>
        <p:spPr>
          <a:xfrm>
            <a:off x="10179282" y="5949573"/>
            <a:ext cx="288637" cy="9525"/>
          </a:xfrm>
          <a:custGeom>
            <a:avLst/>
            <a:gdLst/>
            <a:ahLst/>
            <a:cxnLst/>
            <a:rect l="0" t="0" r="0" b="0"/>
            <a:pathLst>
              <a:path w="288637" h="9525">
                <a:moveTo>
                  <a:pt x="0" y="9134"/>
                </a:moveTo>
                <a:lnTo>
                  <a:pt x="288637" y="0"/>
                </a:lnTo>
              </a:path>
            </a:pathLst>
          </a:custGeom>
          <a:noFill/>
          <a:ln w="8081">
            <a:solidFill>
              <a:srgbClr val="9EB329">
                <a:alpha val="6000"/>
              </a:srgbClr>
            </a:solidFill>
            <a:prstDash val="solid"/>
          </a:ln>
        </p:spPr>
      </p:sp>
      <p:sp>
        <p:nvSpPr>
          <p:cNvPr id="272" name="lumia-token-stream-curve">
            <a:extLst>
              <a:ext uri="{FF2B5EF4-FFF2-40B4-BE49-F238E27FC236}">
                <a16:creationId xmlns:a16="http://schemas.microsoft.com/office/drawing/2014/main" id="{DD329E59-1CA4-44BC-A63B-A7F1E37F3AF5}"/>
              </a:ext>
            </a:extLst>
          </p:cNvPr>
          <p:cNvSpPr>
            <a:spLocks noGrp="1"/>
          </p:cNvSpPr>
          <p:nvPr/>
        </p:nvSpPr>
        <p:spPr>
          <a:xfrm>
            <a:off x="10467919" y="5946371"/>
            <a:ext cx="288456" cy="9525"/>
          </a:xfrm>
          <a:custGeom>
            <a:avLst/>
            <a:gdLst/>
            <a:ahLst/>
            <a:cxnLst/>
            <a:rect l="0" t="0" r="0" b="0"/>
            <a:pathLst>
              <a:path w="288456" h="9525">
                <a:moveTo>
                  <a:pt x="0" y="3202"/>
                </a:moveTo>
                <a:lnTo>
                  <a:pt x="288456" y="0"/>
                </a:lnTo>
              </a:path>
            </a:pathLst>
          </a:custGeom>
          <a:noFill/>
          <a:ln w="8180">
            <a:solidFill>
              <a:srgbClr val="8CB130">
                <a:alpha val="6000"/>
              </a:srgbClr>
            </a:solidFill>
            <a:prstDash val="solid"/>
          </a:ln>
        </p:spPr>
      </p:sp>
      <p:sp>
        <p:nvSpPr>
          <p:cNvPr id="273" name="lumia-token-stream-curve">
            <a:extLst>
              <a:ext uri="{FF2B5EF4-FFF2-40B4-BE49-F238E27FC236}">
                <a16:creationId xmlns:a16="http://schemas.microsoft.com/office/drawing/2014/main" id="{5BC7AFD8-F9EF-4720-ADBF-CCFE40CDD546}"/>
              </a:ext>
            </a:extLst>
          </p:cNvPr>
          <p:cNvSpPr>
            <a:spLocks noGrp="1"/>
          </p:cNvSpPr>
          <p:nvPr/>
        </p:nvSpPr>
        <p:spPr>
          <a:xfrm>
            <a:off x="10756375" y="5945256"/>
            <a:ext cx="288162" cy="9525"/>
          </a:xfrm>
          <a:custGeom>
            <a:avLst/>
            <a:gdLst/>
            <a:ahLst/>
            <a:cxnLst/>
            <a:rect l="0" t="0" r="0" b="0"/>
            <a:pathLst>
              <a:path w="288162" h="9525">
                <a:moveTo>
                  <a:pt x="0" y="1115"/>
                </a:moveTo>
                <a:lnTo>
                  <a:pt x="288162" y="0"/>
                </a:lnTo>
              </a:path>
            </a:pathLst>
          </a:custGeom>
          <a:noFill/>
          <a:ln w="8264">
            <a:solidFill>
              <a:srgbClr val="7BAF37">
                <a:alpha val="6000"/>
              </a:srgbClr>
            </a:solidFill>
            <a:prstDash val="solid"/>
          </a:ln>
        </p:spPr>
      </p:sp>
      <p:sp>
        <p:nvSpPr>
          <p:cNvPr id="274" name="lumia-token-stream-curve">
            <a:extLst>
              <a:ext uri="{FF2B5EF4-FFF2-40B4-BE49-F238E27FC236}">
                <a16:creationId xmlns:a16="http://schemas.microsoft.com/office/drawing/2014/main" id="{AC3A0E06-7175-4C78-AA60-712D879E56B1}"/>
              </a:ext>
            </a:extLst>
          </p:cNvPr>
          <p:cNvSpPr>
            <a:spLocks noGrp="1"/>
          </p:cNvSpPr>
          <p:nvPr/>
        </p:nvSpPr>
        <p:spPr>
          <a:xfrm>
            <a:off x="11044537" y="5941947"/>
            <a:ext cx="287756" cy="9525"/>
          </a:xfrm>
          <a:custGeom>
            <a:avLst/>
            <a:gdLst/>
            <a:ahLst/>
            <a:cxnLst/>
            <a:rect l="0" t="0" r="0" b="0"/>
            <a:pathLst>
              <a:path w="287756" h="9525">
                <a:moveTo>
                  <a:pt x="0" y="3309"/>
                </a:moveTo>
                <a:lnTo>
                  <a:pt x="287756" y="0"/>
                </a:lnTo>
              </a:path>
            </a:pathLst>
          </a:custGeom>
          <a:noFill/>
          <a:ln w="8333">
            <a:solidFill>
              <a:srgbClr val="69AD3E">
                <a:alpha val="6000"/>
              </a:srgbClr>
            </a:solidFill>
            <a:prstDash val="solid"/>
          </a:ln>
        </p:spPr>
      </p:sp>
      <p:sp>
        <p:nvSpPr>
          <p:cNvPr id="275" name="lumia-token-stream-curve">
            <a:extLst>
              <a:ext uri="{FF2B5EF4-FFF2-40B4-BE49-F238E27FC236}">
                <a16:creationId xmlns:a16="http://schemas.microsoft.com/office/drawing/2014/main" id="{5D36BE16-02E9-4DA8-A8E2-CD20AE893BC2}"/>
              </a:ext>
            </a:extLst>
          </p:cNvPr>
          <p:cNvSpPr>
            <a:spLocks noGrp="1"/>
          </p:cNvSpPr>
          <p:nvPr/>
        </p:nvSpPr>
        <p:spPr>
          <a:xfrm>
            <a:off x="11332293" y="5932298"/>
            <a:ext cx="287237" cy="9649"/>
          </a:xfrm>
          <a:custGeom>
            <a:avLst/>
            <a:gdLst/>
            <a:ahLst/>
            <a:cxnLst/>
            <a:rect l="0" t="0" r="0" b="0"/>
            <a:pathLst>
              <a:path w="287237" h="9649">
                <a:moveTo>
                  <a:pt x="0" y="9649"/>
                </a:moveTo>
                <a:lnTo>
                  <a:pt x="287237" y="0"/>
                </a:lnTo>
              </a:path>
            </a:pathLst>
          </a:custGeom>
          <a:noFill/>
          <a:ln w="8383">
            <a:solidFill>
              <a:srgbClr val="57AC45">
                <a:alpha val="6000"/>
              </a:srgbClr>
            </a:solidFill>
            <a:prstDash val="solid"/>
          </a:ln>
        </p:spPr>
      </p:sp>
      <p:sp>
        <p:nvSpPr>
          <p:cNvPr id="276" name="lumia-token-stream-curve">
            <a:extLst>
              <a:ext uri="{FF2B5EF4-FFF2-40B4-BE49-F238E27FC236}">
                <a16:creationId xmlns:a16="http://schemas.microsoft.com/office/drawing/2014/main" id="{3C6C5395-E108-4471-9DB1-FC167C81D279}"/>
              </a:ext>
            </a:extLst>
          </p:cNvPr>
          <p:cNvSpPr>
            <a:spLocks noGrp="1"/>
          </p:cNvSpPr>
          <p:nvPr/>
        </p:nvSpPr>
        <p:spPr>
          <a:xfrm>
            <a:off x="11619530" y="5912848"/>
            <a:ext cx="286607" cy="19450"/>
          </a:xfrm>
          <a:custGeom>
            <a:avLst/>
            <a:gdLst/>
            <a:ahLst/>
            <a:cxnLst/>
            <a:rect l="0" t="0" r="0" b="0"/>
            <a:pathLst>
              <a:path w="286607" h="19450">
                <a:moveTo>
                  <a:pt x="0" y="19450"/>
                </a:moveTo>
                <a:lnTo>
                  <a:pt x="286607" y="0"/>
                </a:lnTo>
              </a:path>
            </a:pathLst>
          </a:custGeom>
          <a:noFill/>
          <a:ln w="8415">
            <a:solidFill>
              <a:srgbClr val="46AA4C">
                <a:alpha val="6000"/>
              </a:srgbClr>
            </a:solidFill>
            <a:prstDash val="solid"/>
          </a:ln>
        </p:spPr>
      </p:sp>
      <p:sp>
        <p:nvSpPr>
          <p:cNvPr id="277" name="lumia-token-stream-curve">
            <a:extLst>
              <a:ext uri="{FF2B5EF4-FFF2-40B4-BE49-F238E27FC236}">
                <a16:creationId xmlns:a16="http://schemas.microsoft.com/office/drawing/2014/main" id="{1519838D-6DA0-4FEA-A0A0-112D5A782BED}"/>
              </a:ext>
            </a:extLst>
          </p:cNvPr>
          <p:cNvSpPr>
            <a:spLocks noGrp="1"/>
          </p:cNvSpPr>
          <p:nvPr/>
        </p:nvSpPr>
        <p:spPr>
          <a:xfrm>
            <a:off x="11906136" y="5881265"/>
            <a:ext cx="285864" cy="31583"/>
          </a:xfrm>
          <a:custGeom>
            <a:avLst/>
            <a:gdLst/>
            <a:ahLst/>
            <a:cxnLst/>
            <a:rect l="0" t="0" r="0" b="0"/>
            <a:pathLst>
              <a:path w="285864" h="31583">
                <a:moveTo>
                  <a:pt x="0" y="31583"/>
                </a:moveTo>
                <a:lnTo>
                  <a:pt x="285864" y="0"/>
                </a:lnTo>
              </a:path>
            </a:pathLst>
          </a:custGeom>
          <a:noFill/>
          <a:ln w="8426">
            <a:solidFill>
              <a:srgbClr val="34A853">
                <a:alpha val="6000"/>
              </a:srgbClr>
            </a:solidFill>
            <a:prstDash val="solid"/>
          </a:ln>
        </p:spPr>
      </p:sp>
      <p:sp>
        <p:nvSpPr>
          <p:cNvPr id="278" name="lumia-token-stream-curve">
            <a:extLst>
              <a:ext uri="{FF2B5EF4-FFF2-40B4-BE49-F238E27FC236}">
                <a16:creationId xmlns:a16="http://schemas.microsoft.com/office/drawing/2014/main" id="{BEA86A8D-E09A-4A1E-9A94-9E91707405E7}"/>
              </a:ext>
            </a:extLst>
          </p:cNvPr>
          <p:cNvSpPr>
            <a:spLocks noGrp="1"/>
          </p:cNvSpPr>
          <p:nvPr/>
        </p:nvSpPr>
        <p:spPr>
          <a:xfrm>
            <a:off x="33670" y="6066179"/>
            <a:ext cx="205609" cy="33715"/>
          </a:xfrm>
          <a:custGeom>
            <a:avLst/>
            <a:gdLst/>
            <a:ahLst/>
            <a:cxnLst/>
            <a:rect l="0" t="0" r="0" b="0"/>
            <a:pathLst>
              <a:path w="205609" h="33715">
                <a:moveTo>
                  <a:pt x="0" y="0"/>
                </a:moveTo>
                <a:lnTo>
                  <a:pt x="205609" y="33715"/>
                </a:lnTo>
              </a:path>
            </a:pathLst>
          </a:custGeom>
          <a:noFill/>
          <a:ln w="5633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279" name="lumia-token-stream-curve">
            <a:extLst>
              <a:ext uri="{FF2B5EF4-FFF2-40B4-BE49-F238E27FC236}">
                <a16:creationId xmlns:a16="http://schemas.microsoft.com/office/drawing/2014/main" id="{A349AEF9-92C1-47BF-A473-EC9F63858818}"/>
              </a:ext>
            </a:extLst>
          </p:cNvPr>
          <p:cNvSpPr>
            <a:spLocks noGrp="1"/>
          </p:cNvSpPr>
          <p:nvPr/>
        </p:nvSpPr>
        <p:spPr>
          <a:xfrm>
            <a:off x="239280" y="6099895"/>
            <a:ext cx="209839" cy="33642"/>
          </a:xfrm>
          <a:custGeom>
            <a:avLst/>
            <a:gdLst/>
            <a:ahLst/>
            <a:cxnLst/>
            <a:rect l="0" t="0" r="0" b="0"/>
            <a:pathLst>
              <a:path w="209839" h="33642">
                <a:moveTo>
                  <a:pt x="0" y="0"/>
                </a:moveTo>
                <a:lnTo>
                  <a:pt x="209839" y="33642"/>
                </a:lnTo>
              </a:path>
            </a:pathLst>
          </a:custGeom>
          <a:noFill/>
          <a:ln w="5633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280" name="lumia-token-stream-curve">
            <a:extLst>
              <a:ext uri="{FF2B5EF4-FFF2-40B4-BE49-F238E27FC236}">
                <a16:creationId xmlns:a16="http://schemas.microsoft.com/office/drawing/2014/main" id="{A889A220-8354-4625-8CA7-7F5D2C805CBF}"/>
              </a:ext>
            </a:extLst>
          </p:cNvPr>
          <p:cNvSpPr>
            <a:spLocks noGrp="1"/>
          </p:cNvSpPr>
          <p:nvPr/>
        </p:nvSpPr>
        <p:spPr>
          <a:xfrm>
            <a:off x="449119" y="6133536"/>
            <a:ext cx="213959" cy="31698"/>
          </a:xfrm>
          <a:custGeom>
            <a:avLst/>
            <a:gdLst/>
            <a:ahLst/>
            <a:cxnLst/>
            <a:rect l="0" t="0" r="0" b="0"/>
            <a:pathLst>
              <a:path w="213959" h="31698">
                <a:moveTo>
                  <a:pt x="0" y="0"/>
                </a:moveTo>
                <a:lnTo>
                  <a:pt x="213959" y="31698"/>
                </a:lnTo>
              </a:path>
            </a:pathLst>
          </a:custGeom>
          <a:noFill/>
          <a:ln w="5633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281" name="lumia-token-stream-curve">
            <a:extLst>
              <a:ext uri="{FF2B5EF4-FFF2-40B4-BE49-F238E27FC236}">
                <a16:creationId xmlns:a16="http://schemas.microsoft.com/office/drawing/2014/main" id="{150FD745-F670-4996-9D2D-0CEBDAC3FFB3}"/>
              </a:ext>
            </a:extLst>
          </p:cNvPr>
          <p:cNvSpPr>
            <a:spLocks noGrp="1"/>
          </p:cNvSpPr>
          <p:nvPr/>
        </p:nvSpPr>
        <p:spPr>
          <a:xfrm>
            <a:off x="663078" y="6165234"/>
            <a:ext cx="217967" cy="27820"/>
          </a:xfrm>
          <a:custGeom>
            <a:avLst/>
            <a:gdLst/>
            <a:ahLst/>
            <a:cxnLst/>
            <a:rect l="0" t="0" r="0" b="0"/>
            <a:pathLst>
              <a:path w="217967" h="27820">
                <a:moveTo>
                  <a:pt x="0" y="0"/>
                </a:moveTo>
                <a:lnTo>
                  <a:pt x="217967" y="27820"/>
                </a:lnTo>
              </a:path>
            </a:pathLst>
          </a:custGeom>
          <a:noFill/>
          <a:ln w="5633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282" name="lumia-token-stream-curve">
            <a:extLst>
              <a:ext uri="{FF2B5EF4-FFF2-40B4-BE49-F238E27FC236}">
                <a16:creationId xmlns:a16="http://schemas.microsoft.com/office/drawing/2014/main" id="{B2D9293A-4388-4751-B5CC-4F01209FB752}"/>
              </a:ext>
            </a:extLst>
          </p:cNvPr>
          <p:cNvSpPr>
            <a:spLocks noGrp="1"/>
          </p:cNvSpPr>
          <p:nvPr/>
        </p:nvSpPr>
        <p:spPr>
          <a:xfrm>
            <a:off x="881045" y="6193054"/>
            <a:ext cx="221866" cy="22110"/>
          </a:xfrm>
          <a:custGeom>
            <a:avLst/>
            <a:gdLst/>
            <a:ahLst/>
            <a:cxnLst/>
            <a:rect l="0" t="0" r="0" b="0"/>
            <a:pathLst>
              <a:path w="221866" h="22110">
                <a:moveTo>
                  <a:pt x="0" y="0"/>
                </a:moveTo>
                <a:lnTo>
                  <a:pt x="221866" y="22110"/>
                </a:lnTo>
              </a:path>
            </a:pathLst>
          </a:custGeom>
          <a:noFill/>
          <a:ln w="5633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283" name="lumia-token-stream-curve">
            <a:extLst>
              <a:ext uri="{FF2B5EF4-FFF2-40B4-BE49-F238E27FC236}">
                <a16:creationId xmlns:a16="http://schemas.microsoft.com/office/drawing/2014/main" id="{C926C3D7-3B78-44FF-898B-1739C41C6FB7}"/>
              </a:ext>
            </a:extLst>
          </p:cNvPr>
          <p:cNvSpPr>
            <a:spLocks noGrp="1"/>
          </p:cNvSpPr>
          <p:nvPr/>
        </p:nvSpPr>
        <p:spPr>
          <a:xfrm>
            <a:off x="1102911" y="6215164"/>
            <a:ext cx="225654" cy="14847"/>
          </a:xfrm>
          <a:custGeom>
            <a:avLst/>
            <a:gdLst/>
            <a:ahLst/>
            <a:cxnLst/>
            <a:rect l="0" t="0" r="0" b="0"/>
            <a:pathLst>
              <a:path w="225654" h="14847">
                <a:moveTo>
                  <a:pt x="0" y="0"/>
                </a:moveTo>
                <a:lnTo>
                  <a:pt x="225654" y="14847"/>
                </a:lnTo>
              </a:path>
            </a:pathLst>
          </a:custGeom>
          <a:noFill/>
          <a:ln w="5633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284" name="lumia-token-stream-curve">
            <a:extLst>
              <a:ext uri="{FF2B5EF4-FFF2-40B4-BE49-F238E27FC236}">
                <a16:creationId xmlns:a16="http://schemas.microsoft.com/office/drawing/2014/main" id="{2FDA180D-CF81-4CD3-A192-179E84AC8656}"/>
              </a:ext>
            </a:extLst>
          </p:cNvPr>
          <p:cNvSpPr>
            <a:spLocks noGrp="1"/>
          </p:cNvSpPr>
          <p:nvPr/>
        </p:nvSpPr>
        <p:spPr>
          <a:xfrm>
            <a:off x="1328565" y="6230011"/>
            <a:ext cx="229331" cy="9525"/>
          </a:xfrm>
          <a:custGeom>
            <a:avLst/>
            <a:gdLst/>
            <a:ahLst/>
            <a:cxnLst/>
            <a:rect l="0" t="0" r="0" b="0"/>
            <a:pathLst>
              <a:path w="229331" h="9525">
                <a:moveTo>
                  <a:pt x="0" y="0"/>
                </a:moveTo>
                <a:lnTo>
                  <a:pt x="229331" y="6490"/>
                </a:lnTo>
              </a:path>
            </a:pathLst>
          </a:custGeom>
          <a:noFill/>
          <a:ln w="5633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285" name="lumia-token-stream-curve">
            <a:extLst>
              <a:ext uri="{FF2B5EF4-FFF2-40B4-BE49-F238E27FC236}">
                <a16:creationId xmlns:a16="http://schemas.microsoft.com/office/drawing/2014/main" id="{FD6F2A72-073E-4D77-AF67-87643B9DCC9A}"/>
              </a:ext>
            </a:extLst>
          </p:cNvPr>
          <p:cNvSpPr>
            <a:spLocks noGrp="1"/>
          </p:cNvSpPr>
          <p:nvPr/>
        </p:nvSpPr>
        <p:spPr>
          <a:xfrm>
            <a:off x="1557896" y="6234152"/>
            <a:ext cx="232898" cy="9525"/>
          </a:xfrm>
          <a:custGeom>
            <a:avLst/>
            <a:gdLst/>
            <a:ahLst/>
            <a:cxnLst/>
            <a:rect l="0" t="0" r="0" b="0"/>
            <a:pathLst>
              <a:path w="232898" h="9525">
                <a:moveTo>
                  <a:pt x="0" y="2349"/>
                </a:moveTo>
                <a:lnTo>
                  <a:pt x="232898" y="0"/>
                </a:lnTo>
              </a:path>
            </a:pathLst>
          </a:custGeom>
          <a:noFill/>
          <a:ln w="5633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286" name="lumia-token-stream-curve">
            <a:extLst>
              <a:ext uri="{FF2B5EF4-FFF2-40B4-BE49-F238E27FC236}">
                <a16:creationId xmlns:a16="http://schemas.microsoft.com/office/drawing/2014/main" id="{9F186E23-69E7-40E4-9A91-D4E8999A651E}"/>
              </a:ext>
            </a:extLst>
          </p:cNvPr>
          <p:cNvSpPr>
            <a:spLocks noGrp="1"/>
          </p:cNvSpPr>
          <p:nvPr/>
        </p:nvSpPr>
        <p:spPr>
          <a:xfrm>
            <a:off x="1790794" y="6223204"/>
            <a:ext cx="236354" cy="10947"/>
          </a:xfrm>
          <a:custGeom>
            <a:avLst/>
            <a:gdLst/>
            <a:ahLst/>
            <a:cxnLst/>
            <a:rect l="0" t="0" r="0" b="0"/>
            <a:pathLst>
              <a:path w="236354" h="10947">
                <a:moveTo>
                  <a:pt x="0" y="10947"/>
                </a:moveTo>
                <a:lnTo>
                  <a:pt x="236354" y="0"/>
                </a:lnTo>
              </a:path>
            </a:pathLst>
          </a:custGeom>
          <a:noFill/>
          <a:ln w="5633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287" name="lumia-token-stream-curve">
            <a:extLst>
              <a:ext uri="{FF2B5EF4-FFF2-40B4-BE49-F238E27FC236}">
                <a16:creationId xmlns:a16="http://schemas.microsoft.com/office/drawing/2014/main" id="{C6CBAC72-8312-45E3-8EAC-F2585B4081B5}"/>
              </a:ext>
            </a:extLst>
          </p:cNvPr>
          <p:cNvSpPr>
            <a:spLocks noGrp="1"/>
          </p:cNvSpPr>
          <p:nvPr/>
        </p:nvSpPr>
        <p:spPr>
          <a:xfrm>
            <a:off x="2027148" y="6204673"/>
            <a:ext cx="239700" cy="18531"/>
          </a:xfrm>
          <a:custGeom>
            <a:avLst/>
            <a:gdLst/>
            <a:ahLst/>
            <a:cxnLst/>
            <a:rect l="0" t="0" r="0" b="0"/>
            <a:pathLst>
              <a:path w="239700" h="18531">
                <a:moveTo>
                  <a:pt x="0" y="18531"/>
                </a:moveTo>
                <a:lnTo>
                  <a:pt x="239700" y="0"/>
                </a:lnTo>
              </a:path>
            </a:pathLst>
          </a:custGeom>
          <a:noFill/>
          <a:ln w="5633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288" name="lumia-token-stream-curve">
            <a:extLst>
              <a:ext uri="{FF2B5EF4-FFF2-40B4-BE49-F238E27FC236}">
                <a16:creationId xmlns:a16="http://schemas.microsoft.com/office/drawing/2014/main" id="{B4488339-F428-4862-917C-D262899BA4FC}"/>
              </a:ext>
            </a:extLst>
          </p:cNvPr>
          <p:cNvSpPr>
            <a:spLocks noGrp="1"/>
          </p:cNvSpPr>
          <p:nvPr/>
        </p:nvSpPr>
        <p:spPr>
          <a:xfrm>
            <a:off x="2266848" y="6180316"/>
            <a:ext cx="242935" cy="24357"/>
          </a:xfrm>
          <a:custGeom>
            <a:avLst/>
            <a:gdLst/>
            <a:ahLst/>
            <a:cxnLst/>
            <a:rect l="0" t="0" r="0" b="0"/>
            <a:pathLst>
              <a:path w="242935" h="24357">
                <a:moveTo>
                  <a:pt x="0" y="24357"/>
                </a:moveTo>
                <a:lnTo>
                  <a:pt x="242935" y="0"/>
                </a:lnTo>
              </a:path>
            </a:pathLst>
          </a:custGeom>
          <a:noFill/>
          <a:ln w="5633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289" name="lumia-token-stream-curve">
            <a:extLst>
              <a:ext uri="{FF2B5EF4-FFF2-40B4-BE49-F238E27FC236}">
                <a16:creationId xmlns:a16="http://schemas.microsoft.com/office/drawing/2014/main" id="{F98358DA-74DF-4A53-9B64-588E979573E2}"/>
              </a:ext>
            </a:extLst>
          </p:cNvPr>
          <p:cNvSpPr>
            <a:spLocks noGrp="1"/>
          </p:cNvSpPr>
          <p:nvPr/>
        </p:nvSpPr>
        <p:spPr>
          <a:xfrm>
            <a:off x="2509783" y="6152521"/>
            <a:ext cx="246060" cy="27795"/>
          </a:xfrm>
          <a:custGeom>
            <a:avLst/>
            <a:gdLst/>
            <a:ahLst/>
            <a:cxnLst/>
            <a:rect l="0" t="0" r="0" b="0"/>
            <a:pathLst>
              <a:path w="246060" h="27795">
                <a:moveTo>
                  <a:pt x="0" y="27795"/>
                </a:moveTo>
                <a:lnTo>
                  <a:pt x="246060" y="0"/>
                </a:lnTo>
              </a:path>
            </a:pathLst>
          </a:custGeom>
          <a:noFill/>
          <a:ln w="5633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290" name="lumia-token-stream-curve">
            <a:extLst>
              <a:ext uri="{FF2B5EF4-FFF2-40B4-BE49-F238E27FC236}">
                <a16:creationId xmlns:a16="http://schemas.microsoft.com/office/drawing/2014/main" id="{496985B7-AA8E-44AE-A9B8-3C1BEC8BFA36}"/>
              </a:ext>
            </a:extLst>
          </p:cNvPr>
          <p:cNvSpPr>
            <a:spLocks noGrp="1"/>
          </p:cNvSpPr>
          <p:nvPr/>
        </p:nvSpPr>
        <p:spPr>
          <a:xfrm>
            <a:off x="2755843" y="6124107"/>
            <a:ext cx="249074" cy="28413"/>
          </a:xfrm>
          <a:custGeom>
            <a:avLst/>
            <a:gdLst/>
            <a:ahLst/>
            <a:cxnLst/>
            <a:rect l="0" t="0" r="0" b="0"/>
            <a:pathLst>
              <a:path w="249074" h="28413">
                <a:moveTo>
                  <a:pt x="0" y="28413"/>
                </a:moveTo>
                <a:lnTo>
                  <a:pt x="249074" y="0"/>
                </a:lnTo>
              </a:path>
            </a:pathLst>
          </a:custGeom>
          <a:noFill/>
          <a:ln w="5633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291" name="lumia-token-stream-curve">
            <a:extLst>
              <a:ext uri="{FF2B5EF4-FFF2-40B4-BE49-F238E27FC236}">
                <a16:creationId xmlns:a16="http://schemas.microsoft.com/office/drawing/2014/main" id="{F9B1C44E-5EE6-4CF9-9BB8-CE19ABAEB64D}"/>
              </a:ext>
            </a:extLst>
          </p:cNvPr>
          <p:cNvSpPr>
            <a:spLocks noGrp="1"/>
          </p:cNvSpPr>
          <p:nvPr/>
        </p:nvSpPr>
        <p:spPr>
          <a:xfrm>
            <a:off x="3004917" y="6098060"/>
            <a:ext cx="251978" cy="26047"/>
          </a:xfrm>
          <a:custGeom>
            <a:avLst/>
            <a:gdLst/>
            <a:ahLst/>
            <a:cxnLst/>
            <a:rect l="0" t="0" r="0" b="0"/>
            <a:pathLst>
              <a:path w="251978" h="26047">
                <a:moveTo>
                  <a:pt x="0" y="26047"/>
                </a:moveTo>
                <a:lnTo>
                  <a:pt x="251978" y="0"/>
                </a:lnTo>
              </a:path>
            </a:pathLst>
          </a:custGeom>
          <a:noFill/>
          <a:ln w="5633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292" name="lumia-token-stream-curve">
            <a:extLst>
              <a:ext uri="{FF2B5EF4-FFF2-40B4-BE49-F238E27FC236}">
                <a16:creationId xmlns:a16="http://schemas.microsoft.com/office/drawing/2014/main" id="{C70C74F0-B48C-44B6-86C8-30FD15F5A0B7}"/>
              </a:ext>
            </a:extLst>
          </p:cNvPr>
          <p:cNvSpPr>
            <a:spLocks noGrp="1"/>
          </p:cNvSpPr>
          <p:nvPr/>
        </p:nvSpPr>
        <p:spPr>
          <a:xfrm>
            <a:off x="3256895" y="6077214"/>
            <a:ext cx="254771" cy="20846"/>
          </a:xfrm>
          <a:custGeom>
            <a:avLst/>
            <a:gdLst/>
            <a:ahLst/>
            <a:cxnLst/>
            <a:rect l="0" t="0" r="0" b="0"/>
            <a:pathLst>
              <a:path w="254771" h="20846">
                <a:moveTo>
                  <a:pt x="0" y="20846"/>
                </a:moveTo>
                <a:lnTo>
                  <a:pt x="254771" y="0"/>
                </a:lnTo>
              </a:path>
            </a:pathLst>
          </a:custGeom>
          <a:noFill/>
          <a:ln w="5633">
            <a:solidFill>
              <a:srgbClr val="7C3D7E">
                <a:alpha val="3000"/>
              </a:srgbClr>
            </a:solidFill>
            <a:prstDash val="solid"/>
          </a:ln>
        </p:spPr>
      </p:sp>
      <p:sp>
        <p:nvSpPr>
          <p:cNvPr id="293" name="lumia-token-stream-curve">
            <a:extLst>
              <a:ext uri="{FF2B5EF4-FFF2-40B4-BE49-F238E27FC236}">
                <a16:creationId xmlns:a16="http://schemas.microsoft.com/office/drawing/2014/main" id="{EDF37114-40C2-467C-A9B1-846065D6A022}"/>
              </a:ext>
            </a:extLst>
          </p:cNvPr>
          <p:cNvSpPr>
            <a:spLocks noGrp="1"/>
          </p:cNvSpPr>
          <p:nvPr/>
        </p:nvSpPr>
        <p:spPr>
          <a:xfrm>
            <a:off x="3511666" y="6063924"/>
            <a:ext cx="257454" cy="13290"/>
          </a:xfrm>
          <a:custGeom>
            <a:avLst/>
            <a:gdLst/>
            <a:ahLst/>
            <a:cxnLst/>
            <a:rect l="0" t="0" r="0" b="0"/>
            <a:pathLst>
              <a:path w="257454" h="13290">
                <a:moveTo>
                  <a:pt x="0" y="13290"/>
                </a:moveTo>
                <a:lnTo>
                  <a:pt x="257454" y="0"/>
                </a:lnTo>
              </a:path>
            </a:pathLst>
          </a:custGeom>
          <a:noFill/>
          <a:ln w="5633">
            <a:solidFill>
              <a:srgbClr val="893E75">
                <a:alpha val="3000"/>
              </a:srgbClr>
            </a:solidFill>
            <a:prstDash val="solid"/>
          </a:ln>
        </p:spPr>
      </p:sp>
      <p:sp>
        <p:nvSpPr>
          <p:cNvPr id="294" name="lumia-token-stream-curve">
            <a:extLst>
              <a:ext uri="{FF2B5EF4-FFF2-40B4-BE49-F238E27FC236}">
                <a16:creationId xmlns:a16="http://schemas.microsoft.com/office/drawing/2014/main" id="{838F5DEE-53CA-44D2-974F-7C808F652371}"/>
              </a:ext>
            </a:extLst>
          </p:cNvPr>
          <p:cNvSpPr>
            <a:spLocks noGrp="1"/>
          </p:cNvSpPr>
          <p:nvPr/>
        </p:nvSpPr>
        <p:spPr>
          <a:xfrm>
            <a:off x="3769120" y="6059763"/>
            <a:ext cx="260026" cy="9525"/>
          </a:xfrm>
          <a:custGeom>
            <a:avLst/>
            <a:gdLst/>
            <a:ahLst/>
            <a:cxnLst/>
            <a:rect l="0" t="0" r="0" b="0"/>
            <a:pathLst>
              <a:path w="260026" h="9525">
                <a:moveTo>
                  <a:pt x="0" y="4161"/>
                </a:moveTo>
                <a:lnTo>
                  <a:pt x="260026" y="0"/>
                </a:lnTo>
              </a:path>
            </a:pathLst>
          </a:custGeom>
          <a:noFill/>
          <a:ln w="5634">
            <a:solidFill>
              <a:srgbClr val="963E6C">
                <a:alpha val="3000"/>
              </a:srgbClr>
            </a:solidFill>
            <a:prstDash val="solid"/>
          </a:ln>
        </p:spPr>
      </p:sp>
      <p:sp>
        <p:nvSpPr>
          <p:cNvPr id="295" name="lumia-token-stream-curve">
            <a:extLst>
              <a:ext uri="{FF2B5EF4-FFF2-40B4-BE49-F238E27FC236}">
                <a16:creationId xmlns:a16="http://schemas.microsoft.com/office/drawing/2014/main" id="{06F47C6E-D0A9-4FDF-A0E3-3B9867B7D6BF}"/>
              </a:ext>
            </a:extLst>
          </p:cNvPr>
          <p:cNvSpPr>
            <a:spLocks noGrp="1"/>
          </p:cNvSpPr>
          <p:nvPr/>
        </p:nvSpPr>
        <p:spPr>
          <a:xfrm>
            <a:off x="4029146" y="6059763"/>
            <a:ext cx="262488" cy="9525"/>
          </a:xfrm>
          <a:custGeom>
            <a:avLst/>
            <a:gdLst/>
            <a:ahLst/>
            <a:cxnLst/>
            <a:rect l="0" t="0" r="0" b="0"/>
            <a:pathLst>
              <a:path w="262488" h="9525">
                <a:moveTo>
                  <a:pt x="0" y="0"/>
                </a:moveTo>
                <a:lnTo>
                  <a:pt x="262488" y="5521"/>
                </a:lnTo>
              </a:path>
            </a:pathLst>
          </a:custGeom>
          <a:noFill/>
          <a:ln w="5651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296" name="lumia-token-stream-curve">
            <a:extLst>
              <a:ext uri="{FF2B5EF4-FFF2-40B4-BE49-F238E27FC236}">
                <a16:creationId xmlns:a16="http://schemas.microsoft.com/office/drawing/2014/main" id="{1E99B143-A9D9-4BB5-8A91-062A354161D0}"/>
              </a:ext>
            </a:extLst>
          </p:cNvPr>
          <p:cNvSpPr>
            <a:spLocks noGrp="1"/>
          </p:cNvSpPr>
          <p:nvPr/>
        </p:nvSpPr>
        <p:spPr>
          <a:xfrm>
            <a:off x="4291634" y="6065284"/>
            <a:ext cx="264839" cy="14600"/>
          </a:xfrm>
          <a:custGeom>
            <a:avLst/>
            <a:gdLst/>
            <a:ahLst/>
            <a:cxnLst/>
            <a:rect l="0" t="0" r="0" b="0"/>
            <a:pathLst>
              <a:path w="264839" h="14600">
                <a:moveTo>
                  <a:pt x="0" y="0"/>
                </a:moveTo>
                <a:lnTo>
                  <a:pt x="264839" y="14600"/>
                </a:lnTo>
              </a:path>
            </a:pathLst>
          </a:custGeom>
          <a:noFill/>
          <a:ln w="5690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297" name="lumia-token-stream-curve">
            <a:extLst>
              <a:ext uri="{FF2B5EF4-FFF2-40B4-BE49-F238E27FC236}">
                <a16:creationId xmlns:a16="http://schemas.microsoft.com/office/drawing/2014/main" id="{34472B67-DD0B-41E7-B6AD-B5C9C370A6D9}"/>
              </a:ext>
            </a:extLst>
          </p:cNvPr>
          <p:cNvSpPr>
            <a:spLocks noGrp="1"/>
          </p:cNvSpPr>
          <p:nvPr/>
        </p:nvSpPr>
        <p:spPr>
          <a:xfrm>
            <a:off x="4556472" y="6079885"/>
            <a:ext cx="267079" cy="21917"/>
          </a:xfrm>
          <a:custGeom>
            <a:avLst/>
            <a:gdLst/>
            <a:ahLst/>
            <a:cxnLst/>
            <a:rect l="0" t="0" r="0" b="0"/>
            <a:pathLst>
              <a:path w="267079" h="21917">
                <a:moveTo>
                  <a:pt x="0" y="0"/>
                </a:moveTo>
                <a:lnTo>
                  <a:pt x="267079" y="21917"/>
                </a:lnTo>
              </a:path>
            </a:pathLst>
          </a:custGeom>
          <a:noFill/>
          <a:ln w="5749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298" name="lumia-token-stream-curve">
            <a:extLst>
              <a:ext uri="{FF2B5EF4-FFF2-40B4-BE49-F238E27FC236}">
                <a16:creationId xmlns:a16="http://schemas.microsoft.com/office/drawing/2014/main" id="{D366737C-2DD4-4D8C-95EA-B3E0D7352035}"/>
              </a:ext>
            </a:extLst>
          </p:cNvPr>
          <p:cNvSpPr>
            <a:spLocks noGrp="1"/>
          </p:cNvSpPr>
          <p:nvPr/>
        </p:nvSpPr>
        <p:spPr>
          <a:xfrm>
            <a:off x="4823552" y="6101802"/>
            <a:ext cx="269209" cy="26448"/>
          </a:xfrm>
          <a:custGeom>
            <a:avLst/>
            <a:gdLst/>
            <a:ahLst/>
            <a:cxnLst/>
            <a:rect l="0" t="0" r="0" b="0"/>
            <a:pathLst>
              <a:path w="269209" h="26448">
                <a:moveTo>
                  <a:pt x="0" y="0"/>
                </a:moveTo>
                <a:lnTo>
                  <a:pt x="269209" y="26448"/>
                </a:lnTo>
              </a:path>
            </a:pathLst>
          </a:custGeom>
          <a:noFill/>
          <a:ln w="5827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299" name="lumia-token-stream-curve">
            <a:extLst>
              <a:ext uri="{FF2B5EF4-FFF2-40B4-BE49-F238E27FC236}">
                <a16:creationId xmlns:a16="http://schemas.microsoft.com/office/drawing/2014/main" id="{8FB651EB-7499-4B12-AB7D-CFCE3F3E84BC}"/>
              </a:ext>
            </a:extLst>
          </p:cNvPr>
          <p:cNvSpPr>
            <a:spLocks noGrp="1"/>
          </p:cNvSpPr>
          <p:nvPr/>
        </p:nvSpPr>
        <p:spPr>
          <a:xfrm>
            <a:off x="5092761" y="6128250"/>
            <a:ext cx="271229" cy="27446"/>
          </a:xfrm>
          <a:custGeom>
            <a:avLst/>
            <a:gdLst/>
            <a:ahLst/>
            <a:cxnLst/>
            <a:rect l="0" t="0" r="0" b="0"/>
            <a:pathLst>
              <a:path w="271229" h="27446">
                <a:moveTo>
                  <a:pt x="0" y="0"/>
                </a:moveTo>
                <a:lnTo>
                  <a:pt x="271229" y="27446"/>
                </a:lnTo>
              </a:path>
            </a:pathLst>
          </a:custGeom>
          <a:noFill/>
          <a:ln w="5921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300" name="lumia-token-stream-curve">
            <a:extLst>
              <a:ext uri="{FF2B5EF4-FFF2-40B4-BE49-F238E27FC236}">
                <a16:creationId xmlns:a16="http://schemas.microsoft.com/office/drawing/2014/main" id="{51447905-6A4B-4081-B4CA-8FBD8C1E5EB2}"/>
              </a:ext>
            </a:extLst>
          </p:cNvPr>
          <p:cNvSpPr>
            <a:spLocks noGrp="1"/>
          </p:cNvSpPr>
          <p:nvPr/>
        </p:nvSpPr>
        <p:spPr>
          <a:xfrm>
            <a:off x="5363990" y="6155695"/>
            <a:ext cx="273138" cy="24552"/>
          </a:xfrm>
          <a:custGeom>
            <a:avLst/>
            <a:gdLst/>
            <a:ahLst/>
            <a:cxnLst/>
            <a:rect l="0" t="0" r="0" b="0"/>
            <a:pathLst>
              <a:path w="273138" h="24552">
                <a:moveTo>
                  <a:pt x="0" y="0"/>
                </a:moveTo>
                <a:lnTo>
                  <a:pt x="273138" y="24552"/>
                </a:lnTo>
              </a:path>
            </a:pathLst>
          </a:custGeom>
          <a:noFill/>
          <a:ln w="6030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301" name="lumia-token-stream-curve">
            <a:extLst>
              <a:ext uri="{FF2B5EF4-FFF2-40B4-BE49-F238E27FC236}">
                <a16:creationId xmlns:a16="http://schemas.microsoft.com/office/drawing/2014/main" id="{A6530827-2DF4-45F7-9933-8AB591A1A825}"/>
              </a:ext>
            </a:extLst>
          </p:cNvPr>
          <p:cNvSpPr>
            <a:spLocks noGrp="1"/>
          </p:cNvSpPr>
          <p:nvPr/>
        </p:nvSpPr>
        <p:spPr>
          <a:xfrm>
            <a:off x="5637128" y="6180248"/>
            <a:ext cx="274936" cy="17868"/>
          </a:xfrm>
          <a:custGeom>
            <a:avLst/>
            <a:gdLst/>
            <a:ahLst/>
            <a:cxnLst/>
            <a:rect l="0" t="0" r="0" b="0"/>
            <a:pathLst>
              <a:path w="274936" h="17868">
                <a:moveTo>
                  <a:pt x="0" y="0"/>
                </a:moveTo>
                <a:lnTo>
                  <a:pt x="274936" y="17868"/>
                </a:lnTo>
              </a:path>
            </a:pathLst>
          </a:custGeom>
          <a:noFill/>
          <a:ln w="6153">
            <a:solidFill>
              <a:srgbClr val="EB4833">
                <a:alpha val="4000"/>
              </a:srgbClr>
            </a:solidFill>
            <a:prstDash val="solid"/>
          </a:ln>
        </p:spPr>
      </p:sp>
      <p:sp>
        <p:nvSpPr>
          <p:cNvPr id="302" name="lumia-token-stream-curve">
            <a:extLst>
              <a:ext uri="{FF2B5EF4-FFF2-40B4-BE49-F238E27FC236}">
                <a16:creationId xmlns:a16="http://schemas.microsoft.com/office/drawing/2014/main" id="{DAA79838-6A13-449A-886E-501ABF49D396}"/>
              </a:ext>
            </a:extLst>
          </p:cNvPr>
          <p:cNvSpPr>
            <a:spLocks noGrp="1"/>
          </p:cNvSpPr>
          <p:nvPr/>
        </p:nvSpPr>
        <p:spPr>
          <a:xfrm>
            <a:off x="5912064" y="6198116"/>
            <a:ext cx="276624" cy="9525"/>
          </a:xfrm>
          <a:custGeom>
            <a:avLst/>
            <a:gdLst/>
            <a:ahLst/>
            <a:cxnLst/>
            <a:rect l="0" t="0" r="0" b="0"/>
            <a:pathLst>
              <a:path w="276624" h="9525">
                <a:moveTo>
                  <a:pt x="0" y="0"/>
                </a:moveTo>
                <a:lnTo>
                  <a:pt x="276624" y="7967"/>
                </a:lnTo>
              </a:path>
            </a:pathLst>
          </a:custGeom>
          <a:noFill/>
          <a:ln w="6288">
            <a:solidFill>
              <a:srgbClr val="EC532F">
                <a:alpha val="4000"/>
              </a:srgbClr>
            </a:solidFill>
            <a:prstDash val="solid"/>
          </a:ln>
        </p:spPr>
      </p:sp>
      <p:sp>
        <p:nvSpPr>
          <p:cNvPr id="303" name="lumia-token-stream-curve">
            <a:extLst>
              <a:ext uri="{FF2B5EF4-FFF2-40B4-BE49-F238E27FC236}">
                <a16:creationId xmlns:a16="http://schemas.microsoft.com/office/drawing/2014/main" id="{21F3578F-AC21-4071-92D3-34DD777E16F7}"/>
              </a:ext>
            </a:extLst>
          </p:cNvPr>
          <p:cNvSpPr>
            <a:spLocks noGrp="1"/>
          </p:cNvSpPr>
          <p:nvPr/>
        </p:nvSpPr>
        <p:spPr>
          <a:xfrm>
            <a:off x="6188689" y="6201934"/>
            <a:ext cx="278202" cy="9525"/>
          </a:xfrm>
          <a:custGeom>
            <a:avLst/>
            <a:gdLst/>
            <a:ahLst/>
            <a:cxnLst/>
            <a:rect l="0" t="0" r="0" b="0"/>
            <a:pathLst>
              <a:path w="278202" h="9525">
                <a:moveTo>
                  <a:pt x="0" y="4149"/>
                </a:moveTo>
                <a:lnTo>
                  <a:pt x="278202" y="0"/>
                </a:lnTo>
              </a:path>
            </a:pathLst>
          </a:custGeom>
          <a:noFill/>
          <a:ln w="6434">
            <a:solidFill>
              <a:srgbClr val="EE5E2A">
                <a:alpha val="4000"/>
              </a:srgbClr>
            </a:solidFill>
            <a:prstDash val="solid"/>
          </a:ln>
        </p:spPr>
      </p:sp>
      <p:sp>
        <p:nvSpPr>
          <p:cNvPr id="304" name="lumia-token-stream-curve">
            <a:extLst>
              <a:ext uri="{FF2B5EF4-FFF2-40B4-BE49-F238E27FC236}">
                <a16:creationId xmlns:a16="http://schemas.microsoft.com/office/drawing/2014/main" id="{6B7D7A43-9670-4FC4-B4A4-0441940052DB}"/>
              </a:ext>
            </a:extLst>
          </p:cNvPr>
          <p:cNvSpPr>
            <a:spLocks noGrp="1"/>
          </p:cNvSpPr>
          <p:nvPr/>
        </p:nvSpPr>
        <p:spPr>
          <a:xfrm>
            <a:off x="6466891" y="6184776"/>
            <a:ext cx="279669" cy="17158"/>
          </a:xfrm>
          <a:custGeom>
            <a:avLst/>
            <a:gdLst/>
            <a:ahLst/>
            <a:cxnLst/>
            <a:rect l="0" t="0" r="0" b="0"/>
            <a:pathLst>
              <a:path w="279669" h="17158">
                <a:moveTo>
                  <a:pt x="0" y="17158"/>
                </a:moveTo>
                <a:lnTo>
                  <a:pt x="279669" y="0"/>
                </a:lnTo>
              </a:path>
            </a:pathLst>
          </a:custGeom>
          <a:noFill/>
          <a:ln w="6588">
            <a:solidFill>
              <a:srgbClr val="EF6926">
                <a:alpha val="4000"/>
              </a:srgbClr>
            </a:solidFill>
            <a:prstDash val="solid"/>
          </a:ln>
        </p:spPr>
      </p:sp>
      <p:sp>
        <p:nvSpPr>
          <p:cNvPr id="305" name="lumia-token-stream-curve">
            <a:extLst>
              <a:ext uri="{FF2B5EF4-FFF2-40B4-BE49-F238E27FC236}">
                <a16:creationId xmlns:a16="http://schemas.microsoft.com/office/drawing/2014/main" id="{527AA388-901F-49F1-BB50-1157B9779BD0}"/>
              </a:ext>
            </a:extLst>
          </p:cNvPr>
          <p:cNvSpPr>
            <a:spLocks noGrp="1"/>
          </p:cNvSpPr>
          <p:nvPr/>
        </p:nvSpPr>
        <p:spPr>
          <a:xfrm>
            <a:off x="6746559" y="6155197"/>
            <a:ext cx="281025" cy="29579"/>
          </a:xfrm>
          <a:custGeom>
            <a:avLst/>
            <a:gdLst/>
            <a:ahLst/>
            <a:cxnLst/>
            <a:rect l="0" t="0" r="0" b="0"/>
            <a:pathLst>
              <a:path w="281025" h="29579">
                <a:moveTo>
                  <a:pt x="0" y="29579"/>
                </a:moveTo>
                <a:lnTo>
                  <a:pt x="281025" y="0"/>
                </a:lnTo>
              </a:path>
            </a:pathLst>
          </a:custGeom>
          <a:noFill/>
          <a:ln w="6749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306" name="lumia-token-stream-curve">
            <a:extLst>
              <a:ext uri="{FF2B5EF4-FFF2-40B4-BE49-F238E27FC236}">
                <a16:creationId xmlns:a16="http://schemas.microsoft.com/office/drawing/2014/main" id="{70BE57A2-92B5-40E9-8A75-804C2C188E13}"/>
              </a:ext>
            </a:extLst>
          </p:cNvPr>
          <p:cNvSpPr>
            <a:spLocks noGrp="1"/>
          </p:cNvSpPr>
          <p:nvPr/>
        </p:nvSpPr>
        <p:spPr>
          <a:xfrm>
            <a:off x="7027585" y="6115238"/>
            <a:ext cx="282271" cy="39959"/>
          </a:xfrm>
          <a:custGeom>
            <a:avLst/>
            <a:gdLst/>
            <a:ahLst/>
            <a:cxnLst/>
            <a:rect l="0" t="0" r="0" b="0"/>
            <a:pathLst>
              <a:path w="282271" h="39959">
                <a:moveTo>
                  <a:pt x="0" y="39959"/>
                </a:moveTo>
                <a:lnTo>
                  <a:pt x="282271" y="0"/>
                </a:lnTo>
              </a:path>
            </a:pathLst>
          </a:custGeom>
          <a:noFill/>
          <a:ln w="6915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307" name="lumia-token-stream-curve">
            <a:extLst>
              <a:ext uri="{FF2B5EF4-FFF2-40B4-BE49-F238E27FC236}">
                <a16:creationId xmlns:a16="http://schemas.microsoft.com/office/drawing/2014/main" id="{95F40158-EDA5-472D-8CAA-9325B28B3D42}"/>
              </a:ext>
            </a:extLst>
          </p:cNvPr>
          <p:cNvSpPr>
            <a:spLocks noGrp="1"/>
          </p:cNvSpPr>
          <p:nvPr/>
        </p:nvSpPr>
        <p:spPr>
          <a:xfrm>
            <a:off x="7309856" y="6068174"/>
            <a:ext cx="283407" cy="47064"/>
          </a:xfrm>
          <a:custGeom>
            <a:avLst/>
            <a:gdLst/>
            <a:ahLst/>
            <a:cxnLst/>
            <a:rect l="0" t="0" r="0" b="0"/>
            <a:pathLst>
              <a:path w="283407" h="47064">
                <a:moveTo>
                  <a:pt x="0" y="47064"/>
                </a:moveTo>
                <a:lnTo>
                  <a:pt x="283407" y="0"/>
                </a:lnTo>
              </a:path>
            </a:pathLst>
          </a:custGeom>
          <a:noFill/>
          <a:ln w="7086">
            <a:solidFill>
              <a:srgbClr val="F48919">
                <a:alpha val="5000"/>
              </a:srgbClr>
            </a:solidFill>
            <a:prstDash val="solid"/>
          </a:ln>
        </p:spPr>
      </p:sp>
      <p:sp>
        <p:nvSpPr>
          <p:cNvPr id="308" name="lumia-token-stream-curve">
            <a:extLst>
              <a:ext uri="{FF2B5EF4-FFF2-40B4-BE49-F238E27FC236}">
                <a16:creationId xmlns:a16="http://schemas.microsoft.com/office/drawing/2014/main" id="{86D1820F-ECF9-42BD-AA66-AE7F97EC308C}"/>
              </a:ext>
            </a:extLst>
          </p:cNvPr>
          <p:cNvSpPr>
            <a:spLocks noGrp="1"/>
          </p:cNvSpPr>
          <p:nvPr/>
        </p:nvSpPr>
        <p:spPr>
          <a:xfrm>
            <a:off x="7593263" y="6018115"/>
            <a:ext cx="284432" cy="50058"/>
          </a:xfrm>
          <a:custGeom>
            <a:avLst/>
            <a:gdLst/>
            <a:ahLst/>
            <a:cxnLst/>
            <a:rect l="0" t="0" r="0" b="0"/>
            <a:pathLst>
              <a:path w="284432" h="50058">
                <a:moveTo>
                  <a:pt x="0" y="50058"/>
                </a:moveTo>
                <a:lnTo>
                  <a:pt x="284432" y="0"/>
                </a:lnTo>
              </a:path>
            </a:pathLst>
          </a:custGeom>
          <a:noFill/>
          <a:ln w="7258">
            <a:solidFill>
              <a:srgbClr val="F59415">
                <a:alpha val="5000"/>
              </a:srgbClr>
            </a:solidFill>
            <a:prstDash val="solid"/>
          </a:ln>
        </p:spPr>
      </p:sp>
      <p:sp>
        <p:nvSpPr>
          <p:cNvPr id="309" name="lumia-token-stream-curve">
            <a:extLst>
              <a:ext uri="{FF2B5EF4-FFF2-40B4-BE49-F238E27FC236}">
                <a16:creationId xmlns:a16="http://schemas.microsoft.com/office/drawing/2014/main" id="{D2430CA9-B58E-466E-A378-473189E5E1DC}"/>
              </a:ext>
            </a:extLst>
          </p:cNvPr>
          <p:cNvSpPr>
            <a:spLocks noGrp="1"/>
          </p:cNvSpPr>
          <p:nvPr/>
        </p:nvSpPr>
        <p:spPr>
          <a:xfrm>
            <a:off x="7877694" y="5969490"/>
            <a:ext cx="285346" cy="48626"/>
          </a:xfrm>
          <a:custGeom>
            <a:avLst/>
            <a:gdLst/>
            <a:ahLst/>
            <a:cxnLst/>
            <a:rect l="0" t="0" r="0" b="0"/>
            <a:pathLst>
              <a:path w="285346" h="48626">
                <a:moveTo>
                  <a:pt x="0" y="48626"/>
                </a:moveTo>
                <a:lnTo>
                  <a:pt x="285346" y="0"/>
                </a:lnTo>
              </a:path>
            </a:pathLst>
          </a:custGeom>
          <a:noFill/>
          <a:ln w="7432">
            <a:solidFill>
              <a:srgbClr val="F79E11">
                <a:alpha val="5000"/>
              </a:srgbClr>
            </a:solidFill>
            <a:prstDash val="solid"/>
          </a:ln>
        </p:spPr>
      </p:sp>
      <p:sp>
        <p:nvSpPr>
          <p:cNvPr id="310" name="lumia-token-stream-curve">
            <a:extLst>
              <a:ext uri="{FF2B5EF4-FFF2-40B4-BE49-F238E27FC236}">
                <a16:creationId xmlns:a16="http://schemas.microsoft.com/office/drawing/2014/main" id="{6E4FBB7F-7D8C-44A3-AF71-29176907CA5D}"/>
              </a:ext>
            </a:extLst>
          </p:cNvPr>
          <p:cNvSpPr>
            <a:spLocks noGrp="1"/>
          </p:cNvSpPr>
          <p:nvPr/>
        </p:nvSpPr>
        <p:spPr>
          <a:xfrm>
            <a:off x="8163040" y="5926457"/>
            <a:ext cx="286150" cy="43033"/>
          </a:xfrm>
          <a:custGeom>
            <a:avLst/>
            <a:gdLst/>
            <a:ahLst/>
            <a:cxnLst/>
            <a:rect l="0" t="0" r="0" b="0"/>
            <a:pathLst>
              <a:path w="286150" h="43033">
                <a:moveTo>
                  <a:pt x="0" y="43033"/>
                </a:moveTo>
                <a:lnTo>
                  <a:pt x="286150" y="0"/>
                </a:lnTo>
              </a:path>
            </a:pathLst>
          </a:custGeom>
          <a:noFill/>
          <a:ln w="7604">
            <a:solidFill>
              <a:srgbClr val="F8A90C">
                <a:alpha val="5000"/>
              </a:srgbClr>
            </a:solidFill>
            <a:prstDash val="solid"/>
          </a:ln>
        </p:spPr>
      </p:sp>
      <p:sp>
        <p:nvSpPr>
          <p:cNvPr id="311" name="lumia-token-stream-curve">
            <a:extLst>
              <a:ext uri="{FF2B5EF4-FFF2-40B4-BE49-F238E27FC236}">
                <a16:creationId xmlns:a16="http://schemas.microsoft.com/office/drawing/2014/main" id="{19B56DE8-6E74-4C63-8BAD-0892A42DCC0A}"/>
              </a:ext>
            </a:extLst>
          </p:cNvPr>
          <p:cNvSpPr>
            <a:spLocks noGrp="1"/>
          </p:cNvSpPr>
          <p:nvPr/>
        </p:nvSpPr>
        <p:spPr>
          <a:xfrm>
            <a:off x="8449190" y="5892353"/>
            <a:ext cx="286843" cy="34104"/>
          </a:xfrm>
          <a:custGeom>
            <a:avLst/>
            <a:gdLst/>
            <a:ahLst/>
            <a:cxnLst/>
            <a:rect l="0" t="0" r="0" b="0"/>
            <a:pathLst>
              <a:path w="286843" h="34104">
                <a:moveTo>
                  <a:pt x="0" y="34104"/>
                </a:moveTo>
                <a:lnTo>
                  <a:pt x="286843" y="0"/>
                </a:lnTo>
              </a:path>
            </a:pathLst>
          </a:custGeom>
          <a:noFill/>
          <a:ln w="7773">
            <a:solidFill>
              <a:srgbClr val="FAB408">
                <a:alpha val="5000"/>
              </a:srgbClr>
            </a:solidFill>
            <a:prstDash val="solid"/>
          </a:ln>
        </p:spPr>
      </p:sp>
      <p:sp>
        <p:nvSpPr>
          <p:cNvPr id="312" name="lumia-token-stream-curve">
            <a:extLst>
              <a:ext uri="{FF2B5EF4-FFF2-40B4-BE49-F238E27FC236}">
                <a16:creationId xmlns:a16="http://schemas.microsoft.com/office/drawing/2014/main" id="{7F61992B-BE6D-4CB0-9187-21798E109A5A}"/>
              </a:ext>
            </a:extLst>
          </p:cNvPr>
          <p:cNvSpPr>
            <a:spLocks noGrp="1"/>
          </p:cNvSpPr>
          <p:nvPr/>
        </p:nvSpPr>
        <p:spPr>
          <a:xfrm>
            <a:off x="8736033" y="5869225"/>
            <a:ext cx="287426" cy="23128"/>
          </a:xfrm>
          <a:custGeom>
            <a:avLst/>
            <a:gdLst/>
            <a:ahLst/>
            <a:cxnLst/>
            <a:rect l="0" t="0" r="0" b="0"/>
            <a:pathLst>
              <a:path w="287426" h="23128">
                <a:moveTo>
                  <a:pt x="0" y="23128"/>
                </a:moveTo>
                <a:lnTo>
                  <a:pt x="287426" y="0"/>
                </a:lnTo>
              </a:path>
            </a:pathLst>
          </a:custGeom>
          <a:noFill/>
          <a:ln w="7939">
            <a:solidFill>
              <a:srgbClr val="F7BC07">
                <a:alpha val="5000"/>
              </a:srgbClr>
            </a:solidFill>
            <a:prstDash val="solid"/>
          </a:ln>
        </p:spPr>
      </p:sp>
      <p:sp>
        <p:nvSpPr>
          <p:cNvPr id="313" name="lumia-token-stream-curve">
            <a:extLst>
              <a:ext uri="{FF2B5EF4-FFF2-40B4-BE49-F238E27FC236}">
                <a16:creationId xmlns:a16="http://schemas.microsoft.com/office/drawing/2014/main" id="{3FB3E3EE-AB33-418C-92F1-D7216A907078}"/>
              </a:ext>
            </a:extLst>
          </p:cNvPr>
          <p:cNvSpPr>
            <a:spLocks noGrp="1"/>
          </p:cNvSpPr>
          <p:nvPr/>
        </p:nvSpPr>
        <p:spPr>
          <a:xfrm>
            <a:off x="9023459" y="5857537"/>
            <a:ext cx="287898" cy="11688"/>
          </a:xfrm>
          <a:custGeom>
            <a:avLst/>
            <a:gdLst/>
            <a:ahLst/>
            <a:cxnLst/>
            <a:rect l="0" t="0" r="0" b="0"/>
            <a:pathLst>
              <a:path w="287898" h="11688">
                <a:moveTo>
                  <a:pt x="0" y="11688"/>
                </a:moveTo>
                <a:lnTo>
                  <a:pt x="287898" y="0"/>
                </a:lnTo>
              </a:path>
            </a:pathLst>
          </a:custGeom>
          <a:noFill/>
          <a:ln w="8098">
            <a:solidFill>
              <a:srgbClr val="E5BA0E">
                <a:alpha val="5000"/>
              </a:srgbClr>
            </a:solidFill>
            <a:prstDash val="solid"/>
          </a:ln>
        </p:spPr>
      </p:sp>
      <p:sp>
        <p:nvSpPr>
          <p:cNvPr id="314" name="lumia-token-stream-curve">
            <a:extLst>
              <a:ext uri="{FF2B5EF4-FFF2-40B4-BE49-F238E27FC236}">
                <a16:creationId xmlns:a16="http://schemas.microsoft.com/office/drawing/2014/main" id="{103E526D-C9F0-499B-9430-14943417160D}"/>
              </a:ext>
            </a:extLst>
          </p:cNvPr>
          <p:cNvSpPr>
            <a:spLocks noGrp="1"/>
          </p:cNvSpPr>
          <p:nvPr/>
        </p:nvSpPr>
        <p:spPr>
          <a:xfrm>
            <a:off x="9311357" y="5856084"/>
            <a:ext cx="288260" cy="9525"/>
          </a:xfrm>
          <a:custGeom>
            <a:avLst/>
            <a:gdLst/>
            <a:ahLst/>
            <a:cxnLst/>
            <a:rect l="0" t="0" r="0" b="0"/>
            <a:pathLst>
              <a:path w="288260" h="9525">
                <a:moveTo>
                  <a:pt x="0" y="1453"/>
                </a:moveTo>
                <a:lnTo>
                  <a:pt x="288260" y="0"/>
                </a:lnTo>
              </a:path>
            </a:pathLst>
          </a:custGeom>
          <a:noFill/>
          <a:ln w="8250">
            <a:solidFill>
              <a:srgbClr val="D3B815">
                <a:alpha val="5000"/>
              </a:srgbClr>
            </a:solidFill>
            <a:prstDash val="solid"/>
          </a:ln>
        </p:spPr>
      </p:sp>
      <p:sp>
        <p:nvSpPr>
          <p:cNvPr id="315" name="lumia-token-stream-curve">
            <a:extLst>
              <a:ext uri="{FF2B5EF4-FFF2-40B4-BE49-F238E27FC236}">
                <a16:creationId xmlns:a16="http://schemas.microsoft.com/office/drawing/2014/main" id="{5088DB08-FF3D-4F97-B3CE-55680A971FB6}"/>
              </a:ext>
            </a:extLst>
          </p:cNvPr>
          <p:cNvSpPr>
            <a:spLocks noGrp="1"/>
          </p:cNvSpPr>
          <p:nvPr/>
        </p:nvSpPr>
        <p:spPr>
          <a:xfrm>
            <a:off x="9599617" y="5856084"/>
            <a:ext cx="288511" cy="9525"/>
          </a:xfrm>
          <a:custGeom>
            <a:avLst/>
            <a:gdLst/>
            <a:ahLst/>
            <a:cxnLst/>
            <a:rect l="0" t="0" r="0" b="0"/>
            <a:pathLst>
              <a:path w="288511" h="9525">
                <a:moveTo>
                  <a:pt x="0" y="0"/>
                </a:moveTo>
                <a:lnTo>
                  <a:pt x="288511" y="6051"/>
                </a:lnTo>
              </a:path>
            </a:pathLst>
          </a:custGeom>
          <a:noFill/>
          <a:ln w="8393">
            <a:solidFill>
              <a:srgbClr val="C2B61C">
                <a:alpha val="6000"/>
              </a:srgbClr>
            </a:solidFill>
            <a:prstDash val="solid"/>
          </a:ln>
        </p:spPr>
      </p:sp>
      <p:sp>
        <p:nvSpPr>
          <p:cNvPr id="316" name="lumia-token-stream-curve">
            <a:extLst>
              <a:ext uri="{FF2B5EF4-FFF2-40B4-BE49-F238E27FC236}">
                <a16:creationId xmlns:a16="http://schemas.microsoft.com/office/drawing/2014/main" id="{83BCA371-8030-4EEE-9A95-058BAB866A01}"/>
              </a:ext>
            </a:extLst>
          </p:cNvPr>
          <p:cNvSpPr>
            <a:spLocks noGrp="1"/>
          </p:cNvSpPr>
          <p:nvPr/>
        </p:nvSpPr>
        <p:spPr>
          <a:xfrm>
            <a:off x="9888128" y="5862136"/>
            <a:ext cx="288652" cy="9650"/>
          </a:xfrm>
          <a:custGeom>
            <a:avLst/>
            <a:gdLst/>
            <a:ahLst/>
            <a:cxnLst/>
            <a:rect l="0" t="0" r="0" b="0"/>
            <a:pathLst>
              <a:path w="288652" h="9650">
                <a:moveTo>
                  <a:pt x="0" y="0"/>
                </a:moveTo>
                <a:lnTo>
                  <a:pt x="288652" y="9650"/>
                </a:lnTo>
              </a:path>
            </a:pathLst>
          </a:custGeom>
          <a:noFill/>
          <a:ln w="8525">
            <a:solidFill>
              <a:srgbClr val="B0B422">
                <a:alpha val="6000"/>
              </a:srgbClr>
            </a:solidFill>
            <a:prstDash val="solid"/>
          </a:ln>
        </p:spPr>
      </p:sp>
      <p:sp>
        <p:nvSpPr>
          <p:cNvPr id="317" name="lumia-token-stream-curve">
            <a:extLst>
              <a:ext uri="{FF2B5EF4-FFF2-40B4-BE49-F238E27FC236}">
                <a16:creationId xmlns:a16="http://schemas.microsoft.com/office/drawing/2014/main" id="{9DD3BF17-688F-478F-ABD5-9F6A13C5A97A}"/>
              </a:ext>
            </a:extLst>
          </p:cNvPr>
          <p:cNvSpPr>
            <a:spLocks noGrp="1"/>
          </p:cNvSpPr>
          <p:nvPr/>
        </p:nvSpPr>
        <p:spPr>
          <a:xfrm>
            <a:off x="10176780" y="5871786"/>
            <a:ext cx="288682" cy="9525"/>
          </a:xfrm>
          <a:custGeom>
            <a:avLst/>
            <a:gdLst/>
            <a:ahLst/>
            <a:cxnLst/>
            <a:rect l="0" t="0" r="0" b="0"/>
            <a:pathLst>
              <a:path w="288682" h="9525">
                <a:moveTo>
                  <a:pt x="0" y="0"/>
                </a:moveTo>
                <a:lnTo>
                  <a:pt x="288682" y="8684"/>
                </a:lnTo>
              </a:path>
            </a:pathLst>
          </a:custGeom>
          <a:noFill/>
          <a:ln w="8645">
            <a:solidFill>
              <a:srgbClr val="9EB329">
                <a:alpha val="6000"/>
              </a:srgbClr>
            </a:solidFill>
            <a:prstDash val="solid"/>
          </a:ln>
        </p:spPr>
      </p:sp>
      <p:sp>
        <p:nvSpPr>
          <p:cNvPr id="318" name="lumia-token-stream-curve">
            <a:extLst>
              <a:ext uri="{FF2B5EF4-FFF2-40B4-BE49-F238E27FC236}">
                <a16:creationId xmlns:a16="http://schemas.microsoft.com/office/drawing/2014/main" id="{0842D56E-D8FF-4A95-8B00-3340BB501333}"/>
              </a:ext>
            </a:extLst>
          </p:cNvPr>
          <p:cNvSpPr>
            <a:spLocks noGrp="1"/>
          </p:cNvSpPr>
          <p:nvPr/>
        </p:nvSpPr>
        <p:spPr>
          <a:xfrm>
            <a:off x="10465462" y="5880469"/>
            <a:ext cx="288602" cy="9525"/>
          </a:xfrm>
          <a:custGeom>
            <a:avLst/>
            <a:gdLst/>
            <a:ahLst/>
            <a:cxnLst/>
            <a:rect l="0" t="0" r="0" b="0"/>
            <a:pathLst>
              <a:path w="288602" h="9525">
                <a:moveTo>
                  <a:pt x="0" y="0"/>
                </a:moveTo>
                <a:lnTo>
                  <a:pt x="288602" y="3102"/>
                </a:lnTo>
              </a:path>
            </a:pathLst>
          </a:custGeom>
          <a:noFill/>
          <a:ln w="8751">
            <a:solidFill>
              <a:srgbClr val="8CB130">
                <a:alpha val="6000"/>
              </a:srgbClr>
            </a:solidFill>
            <a:prstDash val="solid"/>
          </a:ln>
        </p:spPr>
      </p:sp>
      <p:sp>
        <p:nvSpPr>
          <p:cNvPr id="319" name="lumia-token-stream-curve">
            <a:extLst>
              <a:ext uri="{FF2B5EF4-FFF2-40B4-BE49-F238E27FC236}">
                <a16:creationId xmlns:a16="http://schemas.microsoft.com/office/drawing/2014/main" id="{F7E093B4-5365-4A8D-AD8C-68C4F826CA1A}"/>
              </a:ext>
            </a:extLst>
          </p:cNvPr>
          <p:cNvSpPr>
            <a:spLocks noGrp="1"/>
          </p:cNvSpPr>
          <p:nvPr/>
        </p:nvSpPr>
        <p:spPr>
          <a:xfrm>
            <a:off x="10754064" y="5877040"/>
            <a:ext cx="288411" cy="9525"/>
          </a:xfrm>
          <a:custGeom>
            <a:avLst/>
            <a:gdLst/>
            <a:ahLst/>
            <a:cxnLst/>
            <a:rect l="0" t="0" r="0" b="0"/>
            <a:pathLst>
              <a:path w="288411" h="9525">
                <a:moveTo>
                  <a:pt x="0" y="6531"/>
                </a:moveTo>
                <a:lnTo>
                  <a:pt x="288411" y="0"/>
                </a:lnTo>
              </a:path>
            </a:pathLst>
          </a:custGeom>
          <a:noFill/>
          <a:ln w="8841">
            <a:solidFill>
              <a:srgbClr val="7BAF37">
                <a:alpha val="6000"/>
              </a:srgbClr>
            </a:solidFill>
            <a:prstDash val="solid"/>
          </a:ln>
        </p:spPr>
      </p:sp>
      <p:sp>
        <p:nvSpPr>
          <p:cNvPr id="320" name="lumia-token-stream-curve">
            <a:extLst>
              <a:ext uri="{FF2B5EF4-FFF2-40B4-BE49-F238E27FC236}">
                <a16:creationId xmlns:a16="http://schemas.microsoft.com/office/drawing/2014/main" id="{5051D3BE-43A6-4756-AC25-BD022ED062D5}"/>
              </a:ext>
            </a:extLst>
          </p:cNvPr>
          <p:cNvSpPr>
            <a:spLocks noGrp="1"/>
          </p:cNvSpPr>
          <p:nvPr/>
        </p:nvSpPr>
        <p:spPr>
          <a:xfrm>
            <a:off x="11042475" y="5857927"/>
            <a:ext cx="288110" cy="19113"/>
          </a:xfrm>
          <a:custGeom>
            <a:avLst/>
            <a:gdLst/>
            <a:ahLst/>
            <a:cxnLst/>
            <a:rect l="0" t="0" r="0" b="0"/>
            <a:pathLst>
              <a:path w="288110" h="19113">
                <a:moveTo>
                  <a:pt x="0" y="19113"/>
                </a:moveTo>
                <a:lnTo>
                  <a:pt x="288110" y="0"/>
                </a:lnTo>
              </a:path>
            </a:pathLst>
          </a:custGeom>
          <a:noFill/>
          <a:ln w="8914">
            <a:solidFill>
              <a:srgbClr val="69AD3E">
                <a:alpha val="6000"/>
              </a:srgbClr>
            </a:solidFill>
            <a:prstDash val="solid"/>
          </a:ln>
        </p:spPr>
      </p:sp>
      <p:sp>
        <p:nvSpPr>
          <p:cNvPr id="321" name="lumia-token-stream-curve">
            <a:extLst>
              <a:ext uri="{FF2B5EF4-FFF2-40B4-BE49-F238E27FC236}">
                <a16:creationId xmlns:a16="http://schemas.microsoft.com/office/drawing/2014/main" id="{D5D7B1BF-6B63-4A05-9E80-EDA138F91612}"/>
              </a:ext>
            </a:extLst>
          </p:cNvPr>
          <p:cNvSpPr>
            <a:spLocks noGrp="1"/>
          </p:cNvSpPr>
          <p:nvPr/>
        </p:nvSpPr>
        <p:spPr>
          <a:xfrm>
            <a:off x="11330584" y="5824767"/>
            <a:ext cx="287698" cy="33160"/>
          </a:xfrm>
          <a:custGeom>
            <a:avLst/>
            <a:gdLst/>
            <a:ahLst/>
            <a:cxnLst/>
            <a:rect l="0" t="0" r="0" b="0"/>
            <a:pathLst>
              <a:path w="287698" h="33160">
                <a:moveTo>
                  <a:pt x="0" y="33160"/>
                </a:moveTo>
                <a:lnTo>
                  <a:pt x="287698" y="0"/>
                </a:lnTo>
              </a:path>
            </a:pathLst>
          </a:custGeom>
          <a:noFill/>
          <a:ln w="8968">
            <a:solidFill>
              <a:srgbClr val="57AC45">
                <a:alpha val="6000"/>
              </a:srgbClr>
            </a:solidFill>
            <a:prstDash val="solid"/>
          </a:ln>
        </p:spPr>
      </p:sp>
      <p:sp>
        <p:nvSpPr>
          <p:cNvPr id="322" name="lumia-token-stream-curve">
            <a:extLst>
              <a:ext uri="{FF2B5EF4-FFF2-40B4-BE49-F238E27FC236}">
                <a16:creationId xmlns:a16="http://schemas.microsoft.com/office/drawing/2014/main" id="{F7615120-40D8-4ED5-8793-28CC2C7D7D35}"/>
              </a:ext>
            </a:extLst>
          </p:cNvPr>
          <p:cNvSpPr>
            <a:spLocks noGrp="1"/>
          </p:cNvSpPr>
          <p:nvPr/>
        </p:nvSpPr>
        <p:spPr>
          <a:xfrm>
            <a:off x="11618282" y="5777761"/>
            <a:ext cx="287175" cy="47006"/>
          </a:xfrm>
          <a:custGeom>
            <a:avLst/>
            <a:gdLst/>
            <a:ahLst/>
            <a:cxnLst/>
            <a:rect l="0" t="0" r="0" b="0"/>
            <a:pathLst>
              <a:path w="287175" h="47006">
                <a:moveTo>
                  <a:pt x="0" y="47006"/>
                </a:moveTo>
                <a:lnTo>
                  <a:pt x="287175" y="0"/>
                </a:lnTo>
              </a:path>
            </a:pathLst>
          </a:custGeom>
          <a:noFill/>
          <a:ln w="9002">
            <a:solidFill>
              <a:srgbClr val="46AA4C">
                <a:alpha val="6000"/>
              </a:srgbClr>
            </a:solidFill>
            <a:prstDash val="solid"/>
          </a:ln>
        </p:spPr>
      </p:sp>
      <p:sp>
        <p:nvSpPr>
          <p:cNvPr id="323" name="lumia-token-stream-curve">
            <a:extLst>
              <a:ext uri="{FF2B5EF4-FFF2-40B4-BE49-F238E27FC236}">
                <a16:creationId xmlns:a16="http://schemas.microsoft.com/office/drawing/2014/main" id="{86B51377-A1FE-463A-8D26-F6983FF5C7F8}"/>
              </a:ext>
            </a:extLst>
          </p:cNvPr>
          <p:cNvSpPr>
            <a:spLocks noGrp="1"/>
          </p:cNvSpPr>
          <p:nvPr/>
        </p:nvSpPr>
        <p:spPr>
          <a:xfrm>
            <a:off x="11905458" y="5718726"/>
            <a:ext cx="286542" cy="59035"/>
          </a:xfrm>
          <a:custGeom>
            <a:avLst/>
            <a:gdLst/>
            <a:ahLst/>
            <a:cxnLst/>
            <a:rect l="0" t="0" r="0" b="0"/>
            <a:pathLst>
              <a:path w="286542" h="59035">
                <a:moveTo>
                  <a:pt x="0" y="59035"/>
                </a:moveTo>
                <a:lnTo>
                  <a:pt x="286542" y="0"/>
                </a:lnTo>
              </a:path>
            </a:pathLst>
          </a:custGeom>
          <a:noFill/>
          <a:ln w="9013">
            <a:solidFill>
              <a:srgbClr val="34A853">
                <a:alpha val="6000"/>
              </a:srgbClr>
            </a:solidFill>
            <a:prstDash val="solid"/>
          </a:ln>
        </p:spPr>
      </p:sp>
      <p:sp>
        <p:nvSpPr>
          <p:cNvPr id="324" name="lumia-token-stream-curve">
            <a:extLst>
              <a:ext uri="{FF2B5EF4-FFF2-40B4-BE49-F238E27FC236}">
                <a16:creationId xmlns:a16="http://schemas.microsoft.com/office/drawing/2014/main" id="{74919BF3-AF62-4F0C-B291-05A5BF2A87B6}"/>
              </a:ext>
            </a:extLst>
          </p:cNvPr>
          <p:cNvSpPr>
            <a:spLocks noGrp="1"/>
          </p:cNvSpPr>
          <p:nvPr/>
        </p:nvSpPr>
        <p:spPr>
          <a:xfrm>
            <a:off x="22851" y="6265323"/>
            <a:ext cx="206100" cy="37476"/>
          </a:xfrm>
          <a:custGeom>
            <a:avLst/>
            <a:gdLst/>
            <a:ahLst/>
            <a:cxnLst/>
            <a:rect l="0" t="0" r="0" b="0"/>
            <a:pathLst>
              <a:path w="206100" h="37476">
                <a:moveTo>
                  <a:pt x="0" y="0"/>
                </a:moveTo>
                <a:lnTo>
                  <a:pt x="206100" y="37476"/>
                </a:lnTo>
              </a:path>
            </a:pathLst>
          </a:custGeom>
          <a:noFill/>
          <a:ln w="6001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325" name="lumia-token-stream-curve">
            <a:extLst>
              <a:ext uri="{FF2B5EF4-FFF2-40B4-BE49-F238E27FC236}">
                <a16:creationId xmlns:a16="http://schemas.microsoft.com/office/drawing/2014/main" id="{D416C38B-4132-4801-B4F4-53A5FDCFD2A8}"/>
              </a:ext>
            </a:extLst>
          </p:cNvPr>
          <p:cNvSpPr>
            <a:spLocks noGrp="1"/>
          </p:cNvSpPr>
          <p:nvPr/>
        </p:nvSpPr>
        <p:spPr>
          <a:xfrm>
            <a:off x="228951" y="6302799"/>
            <a:ext cx="210324" cy="30445"/>
          </a:xfrm>
          <a:custGeom>
            <a:avLst/>
            <a:gdLst/>
            <a:ahLst/>
            <a:cxnLst/>
            <a:rect l="0" t="0" r="0" b="0"/>
            <a:pathLst>
              <a:path w="210324" h="30445">
                <a:moveTo>
                  <a:pt x="0" y="0"/>
                </a:moveTo>
                <a:lnTo>
                  <a:pt x="210324" y="30445"/>
                </a:lnTo>
              </a:path>
            </a:pathLst>
          </a:custGeom>
          <a:noFill/>
          <a:ln w="6001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326" name="lumia-token-stream-curve">
            <a:extLst>
              <a:ext uri="{FF2B5EF4-FFF2-40B4-BE49-F238E27FC236}">
                <a16:creationId xmlns:a16="http://schemas.microsoft.com/office/drawing/2014/main" id="{A079D2EE-55F4-456C-A127-4250B5B3D76C}"/>
              </a:ext>
            </a:extLst>
          </p:cNvPr>
          <p:cNvSpPr>
            <a:spLocks noGrp="1"/>
          </p:cNvSpPr>
          <p:nvPr/>
        </p:nvSpPr>
        <p:spPr>
          <a:xfrm>
            <a:off x="439275" y="6333245"/>
            <a:ext cx="214436" cy="22208"/>
          </a:xfrm>
          <a:custGeom>
            <a:avLst/>
            <a:gdLst/>
            <a:ahLst/>
            <a:cxnLst/>
            <a:rect l="0" t="0" r="0" b="0"/>
            <a:pathLst>
              <a:path w="214436" h="22208">
                <a:moveTo>
                  <a:pt x="0" y="0"/>
                </a:moveTo>
                <a:lnTo>
                  <a:pt x="214436" y="22208"/>
                </a:lnTo>
              </a:path>
            </a:pathLst>
          </a:custGeom>
          <a:noFill/>
          <a:ln w="6001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327" name="lumia-token-stream-curve">
            <a:extLst>
              <a:ext uri="{FF2B5EF4-FFF2-40B4-BE49-F238E27FC236}">
                <a16:creationId xmlns:a16="http://schemas.microsoft.com/office/drawing/2014/main" id="{0157746A-6A33-410C-ADDA-7F0A4E3024C0}"/>
              </a:ext>
            </a:extLst>
          </p:cNvPr>
          <p:cNvSpPr>
            <a:spLocks noGrp="1"/>
          </p:cNvSpPr>
          <p:nvPr/>
        </p:nvSpPr>
        <p:spPr>
          <a:xfrm>
            <a:off x="653711" y="6355453"/>
            <a:ext cx="218438" cy="13213"/>
          </a:xfrm>
          <a:custGeom>
            <a:avLst/>
            <a:gdLst/>
            <a:ahLst/>
            <a:cxnLst/>
            <a:rect l="0" t="0" r="0" b="0"/>
            <a:pathLst>
              <a:path w="218438" h="13213">
                <a:moveTo>
                  <a:pt x="0" y="0"/>
                </a:moveTo>
                <a:lnTo>
                  <a:pt x="218438" y="13213"/>
                </a:lnTo>
              </a:path>
            </a:pathLst>
          </a:custGeom>
          <a:noFill/>
          <a:ln w="6001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328" name="lumia-token-stream-curve">
            <a:extLst>
              <a:ext uri="{FF2B5EF4-FFF2-40B4-BE49-F238E27FC236}">
                <a16:creationId xmlns:a16="http://schemas.microsoft.com/office/drawing/2014/main" id="{8E4FE3C0-85C2-4E5D-9666-74B8F4DF4376}"/>
              </a:ext>
            </a:extLst>
          </p:cNvPr>
          <p:cNvSpPr>
            <a:spLocks noGrp="1"/>
          </p:cNvSpPr>
          <p:nvPr/>
        </p:nvSpPr>
        <p:spPr>
          <a:xfrm>
            <a:off x="872149" y="6368666"/>
            <a:ext cx="222329" cy="9525"/>
          </a:xfrm>
          <a:custGeom>
            <a:avLst/>
            <a:gdLst/>
            <a:ahLst/>
            <a:cxnLst/>
            <a:rect l="0" t="0" r="0" b="0"/>
            <a:pathLst>
              <a:path w="222329" h="9525">
                <a:moveTo>
                  <a:pt x="0" y="0"/>
                </a:moveTo>
                <a:lnTo>
                  <a:pt x="222329" y="4032"/>
                </a:lnTo>
              </a:path>
            </a:pathLst>
          </a:custGeom>
          <a:noFill/>
          <a:ln w="6001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329" name="lumia-token-stream-curve">
            <a:extLst>
              <a:ext uri="{FF2B5EF4-FFF2-40B4-BE49-F238E27FC236}">
                <a16:creationId xmlns:a16="http://schemas.microsoft.com/office/drawing/2014/main" id="{4B28E7F2-2C74-400A-920F-C326DAEEAD56}"/>
              </a:ext>
            </a:extLst>
          </p:cNvPr>
          <p:cNvSpPr>
            <a:spLocks noGrp="1"/>
          </p:cNvSpPr>
          <p:nvPr/>
        </p:nvSpPr>
        <p:spPr>
          <a:xfrm>
            <a:off x="1094478" y="6368024"/>
            <a:ext cx="226109" cy="9525"/>
          </a:xfrm>
          <a:custGeom>
            <a:avLst/>
            <a:gdLst/>
            <a:ahLst/>
            <a:cxnLst/>
            <a:rect l="0" t="0" r="0" b="0"/>
            <a:pathLst>
              <a:path w="226109" h="9525">
                <a:moveTo>
                  <a:pt x="0" y="4674"/>
                </a:moveTo>
                <a:lnTo>
                  <a:pt x="226109" y="0"/>
                </a:lnTo>
              </a:path>
            </a:pathLst>
          </a:custGeom>
          <a:noFill/>
          <a:ln w="6001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330" name="lumia-token-stream-curve">
            <a:extLst>
              <a:ext uri="{FF2B5EF4-FFF2-40B4-BE49-F238E27FC236}">
                <a16:creationId xmlns:a16="http://schemas.microsoft.com/office/drawing/2014/main" id="{80AC9F6B-C056-4E94-A528-4B95A8C5C7E1}"/>
              </a:ext>
            </a:extLst>
          </p:cNvPr>
          <p:cNvSpPr>
            <a:spLocks noGrp="1"/>
          </p:cNvSpPr>
          <p:nvPr/>
        </p:nvSpPr>
        <p:spPr>
          <a:xfrm>
            <a:off x="1320586" y="6355815"/>
            <a:ext cx="229778" cy="12209"/>
          </a:xfrm>
          <a:custGeom>
            <a:avLst/>
            <a:gdLst/>
            <a:ahLst/>
            <a:cxnLst/>
            <a:rect l="0" t="0" r="0" b="0"/>
            <a:pathLst>
              <a:path w="229778" h="12209">
                <a:moveTo>
                  <a:pt x="0" y="12209"/>
                </a:moveTo>
                <a:lnTo>
                  <a:pt x="229778" y="0"/>
                </a:lnTo>
              </a:path>
            </a:pathLst>
          </a:custGeom>
          <a:noFill/>
          <a:ln w="6001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331" name="lumia-token-stream-curve">
            <a:extLst>
              <a:ext uri="{FF2B5EF4-FFF2-40B4-BE49-F238E27FC236}">
                <a16:creationId xmlns:a16="http://schemas.microsoft.com/office/drawing/2014/main" id="{7430C9BA-5CC3-4833-BE94-2C831D089E47}"/>
              </a:ext>
            </a:extLst>
          </p:cNvPr>
          <p:cNvSpPr>
            <a:spLocks noGrp="1"/>
          </p:cNvSpPr>
          <p:nvPr/>
        </p:nvSpPr>
        <p:spPr>
          <a:xfrm>
            <a:off x="1550364" y="6337900"/>
            <a:ext cx="233336" cy="17915"/>
          </a:xfrm>
          <a:custGeom>
            <a:avLst/>
            <a:gdLst/>
            <a:ahLst/>
            <a:cxnLst/>
            <a:rect l="0" t="0" r="0" b="0"/>
            <a:pathLst>
              <a:path w="233336" h="17915">
                <a:moveTo>
                  <a:pt x="0" y="17915"/>
                </a:moveTo>
                <a:lnTo>
                  <a:pt x="233336" y="0"/>
                </a:lnTo>
              </a:path>
            </a:pathLst>
          </a:custGeom>
          <a:noFill/>
          <a:ln w="6001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332" name="lumia-token-stream-curve">
            <a:extLst>
              <a:ext uri="{FF2B5EF4-FFF2-40B4-BE49-F238E27FC236}">
                <a16:creationId xmlns:a16="http://schemas.microsoft.com/office/drawing/2014/main" id="{7EE34041-2191-4430-AC45-C8FCED318E7C}"/>
              </a:ext>
            </a:extLst>
          </p:cNvPr>
          <p:cNvSpPr>
            <a:spLocks noGrp="1"/>
          </p:cNvSpPr>
          <p:nvPr/>
        </p:nvSpPr>
        <p:spPr>
          <a:xfrm>
            <a:off x="1783701" y="6316658"/>
            <a:ext cx="236784" cy="21241"/>
          </a:xfrm>
          <a:custGeom>
            <a:avLst/>
            <a:gdLst/>
            <a:ahLst/>
            <a:cxnLst/>
            <a:rect l="0" t="0" r="0" b="0"/>
            <a:pathLst>
              <a:path w="236784" h="21241">
                <a:moveTo>
                  <a:pt x="0" y="21241"/>
                </a:moveTo>
                <a:lnTo>
                  <a:pt x="236784" y="0"/>
                </a:lnTo>
              </a:path>
            </a:pathLst>
          </a:custGeom>
          <a:noFill/>
          <a:ln w="6001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333" name="lumia-token-stream-curve">
            <a:extLst>
              <a:ext uri="{FF2B5EF4-FFF2-40B4-BE49-F238E27FC236}">
                <a16:creationId xmlns:a16="http://schemas.microsoft.com/office/drawing/2014/main" id="{5BC97CEB-911D-44A0-AF0E-40C9B7D613BE}"/>
              </a:ext>
            </a:extLst>
          </p:cNvPr>
          <p:cNvSpPr>
            <a:spLocks noGrp="1"/>
          </p:cNvSpPr>
          <p:nvPr/>
        </p:nvSpPr>
        <p:spPr>
          <a:xfrm>
            <a:off x="2020485" y="6294841"/>
            <a:ext cx="240121" cy="21817"/>
          </a:xfrm>
          <a:custGeom>
            <a:avLst/>
            <a:gdLst/>
            <a:ahLst/>
            <a:cxnLst/>
            <a:rect l="0" t="0" r="0" b="0"/>
            <a:pathLst>
              <a:path w="240121" h="21817">
                <a:moveTo>
                  <a:pt x="0" y="21817"/>
                </a:moveTo>
                <a:lnTo>
                  <a:pt x="240121" y="0"/>
                </a:lnTo>
              </a:path>
            </a:pathLst>
          </a:custGeom>
          <a:noFill/>
          <a:ln w="6001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334" name="lumia-token-stream-curve">
            <a:extLst>
              <a:ext uri="{FF2B5EF4-FFF2-40B4-BE49-F238E27FC236}">
                <a16:creationId xmlns:a16="http://schemas.microsoft.com/office/drawing/2014/main" id="{7EA63833-12D5-4830-ACBD-BCE07A9C5011}"/>
              </a:ext>
            </a:extLst>
          </p:cNvPr>
          <p:cNvSpPr>
            <a:spLocks noGrp="1"/>
          </p:cNvSpPr>
          <p:nvPr/>
        </p:nvSpPr>
        <p:spPr>
          <a:xfrm>
            <a:off x="2260605" y="6275322"/>
            <a:ext cx="243346" cy="19519"/>
          </a:xfrm>
          <a:custGeom>
            <a:avLst/>
            <a:gdLst/>
            <a:ahLst/>
            <a:cxnLst/>
            <a:rect l="0" t="0" r="0" b="0"/>
            <a:pathLst>
              <a:path w="243346" h="19519">
                <a:moveTo>
                  <a:pt x="0" y="19519"/>
                </a:moveTo>
                <a:lnTo>
                  <a:pt x="243346" y="0"/>
                </a:lnTo>
              </a:path>
            </a:pathLst>
          </a:custGeom>
          <a:noFill/>
          <a:ln w="6001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335" name="lumia-token-stream-curve">
            <a:extLst>
              <a:ext uri="{FF2B5EF4-FFF2-40B4-BE49-F238E27FC236}">
                <a16:creationId xmlns:a16="http://schemas.microsoft.com/office/drawing/2014/main" id="{2CF490AA-054D-4100-A1C5-3042FA7054F0}"/>
              </a:ext>
            </a:extLst>
          </p:cNvPr>
          <p:cNvSpPr>
            <a:spLocks noGrp="1"/>
          </p:cNvSpPr>
          <p:nvPr/>
        </p:nvSpPr>
        <p:spPr>
          <a:xfrm>
            <a:off x="2503952" y="6260815"/>
            <a:ext cx="246461" cy="14507"/>
          </a:xfrm>
          <a:custGeom>
            <a:avLst/>
            <a:gdLst/>
            <a:ahLst/>
            <a:cxnLst/>
            <a:rect l="0" t="0" r="0" b="0"/>
            <a:pathLst>
              <a:path w="246461" h="14507">
                <a:moveTo>
                  <a:pt x="0" y="14507"/>
                </a:moveTo>
                <a:lnTo>
                  <a:pt x="246461" y="0"/>
                </a:lnTo>
              </a:path>
            </a:pathLst>
          </a:custGeom>
          <a:noFill/>
          <a:ln w="6001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336" name="lumia-token-stream-curve">
            <a:extLst>
              <a:ext uri="{FF2B5EF4-FFF2-40B4-BE49-F238E27FC236}">
                <a16:creationId xmlns:a16="http://schemas.microsoft.com/office/drawing/2014/main" id="{FEE231BA-7626-4F8F-9E8F-5BDFB0270232}"/>
              </a:ext>
            </a:extLst>
          </p:cNvPr>
          <p:cNvSpPr>
            <a:spLocks noGrp="1"/>
          </p:cNvSpPr>
          <p:nvPr/>
        </p:nvSpPr>
        <p:spPr>
          <a:xfrm>
            <a:off x="2750413" y="6253568"/>
            <a:ext cx="249465" cy="9525"/>
          </a:xfrm>
          <a:custGeom>
            <a:avLst/>
            <a:gdLst/>
            <a:ahLst/>
            <a:cxnLst/>
            <a:rect l="0" t="0" r="0" b="0"/>
            <a:pathLst>
              <a:path w="249465" h="9525">
                <a:moveTo>
                  <a:pt x="0" y="7247"/>
                </a:moveTo>
                <a:lnTo>
                  <a:pt x="249465" y="0"/>
                </a:lnTo>
              </a:path>
            </a:pathLst>
          </a:custGeom>
          <a:noFill/>
          <a:ln w="6001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337" name="lumia-token-stream-curve">
            <a:extLst>
              <a:ext uri="{FF2B5EF4-FFF2-40B4-BE49-F238E27FC236}">
                <a16:creationId xmlns:a16="http://schemas.microsoft.com/office/drawing/2014/main" id="{8E8A470E-53C2-4E1F-A2F3-729E7844E24B}"/>
              </a:ext>
            </a:extLst>
          </p:cNvPr>
          <p:cNvSpPr>
            <a:spLocks noGrp="1"/>
          </p:cNvSpPr>
          <p:nvPr/>
        </p:nvSpPr>
        <p:spPr>
          <a:xfrm>
            <a:off x="2999878" y="6253568"/>
            <a:ext cx="252359" cy="9525"/>
          </a:xfrm>
          <a:custGeom>
            <a:avLst/>
            <a:gdLst/>
            <a:ahLst/>
            <a:cxnLst/>
            <a:rect l="0" t="0" r="0" b="0"/>
            <a:pathLst>
              <a:path w="252359" h="9525">
                <a:moveTo>
                  <a:pt x="0" y="0"/>
                </a:moveTo>
                <a:lnTo>
                  <a:pt x="252359" y="1517"/>
                </a:lnTo>
              </a:path>
            </a:pathLst>
          </a:custGeom>
          <a:noFill/>
          <a:ln w="6001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338" name="lumia-token-stream-curve">
            <a:extLst>
              <a:ext uri="{FF2B5EF4-FFF2-40B4-BE49-F238E27FC236}">
                <a16:creationId xmlns:a16="http://schemas.microsoft.com/office/drawing/2014/main" id="{46B6A32B-BAA7-4D73-B6F4-F389D732800D}"/>
              </a:ext>
            </a:extLst>
          </p:cNvPr>
          <p:cNvSpPr>
            <a:spLocks noGrp="1"/>
          </p:cNvSpPr>
          <p:nvPr/>
        </p:nvSpPr>
        <p:spPr>
          <a:xfrm>
            <a:off x="3252237" y="6255086"/>
            <a:ext cx="255141" cy="10812"/>
          </a:xfrm>
          <a:custGeom>
            <a:avLst/>
            <a:gdLst/>
            <a:ahLst/>
            <a:cxnLst/>
            <a:rect l="0" t="0" r="0" b="0"/>
            <a:pathLst>
              <a:path w="255141" h="10812">
                <a:moveTo>
                  <a:pt x="0" y="0"/>
                </a:moveTo>
                <a:lnTo>
                  <a:pt x="255141" y="10812"/>
                </a:lnTo>
              </a:path>
            </a:pathLst>
          </a:custGeom>
          <a:noFill/>
          <a:ln w="6001">
            <a:solidFill>
              <a:srgbClr val="7C3D7E">
                <a:alpha val="3000"/>
              </a:srgbClr>
            </a:solidFill>
            <a:prstDash val="solid"/>
          </a:ln>
        </p:spPr>
      </p:sp>
      <p:sp>
        <p:nvSpPr>
          <p:cNvPr id="339" name="lumia-token-stream-curve">
            <a:extLst>
              <a:ext uri="{FF2B5EF4-FFF2-40B4-BE49-F238E27FC236}">
                <a16:creationId xmlns:a16="http://schemas.microsoft.com/office/drawing/2014/main" id="{188F2775-F1A6-4B01-81FC-CAD9BE466139}"/>
              </a:ext>
            </a:extLst>
          </p:cNvPr>
          <p:cNvSpPr>
            <a:spLocks noGrp="1"/>
          </p:cNvSpPr>
          <p:nvPr/>
        </p:nvSpPr>
        <p:spPr>
          <a:xfrm>
            <a:off x="3507378" y="6265898"/>
            <a:ext cx="257813" cy="19532"/>
          </a:xfrm>
          <a:custGeom>
            <a:avLst/>
            <a:gdLst/>
            <a:ahLst/>
            <a:cxnLst/>
            <a:rect l="0" t="0" r="0" b="0"/>
            <a:pathLst>
              <a:path w="257813" h="19532">
                <a:moveTo>
                  <a:pt x="0" y="0"/>
                </a:moveTo>
                <a:lnTo>
                  <a:pt x="257813" y="19532"/>
                </a:lnTo>
              </a:path>
            </a:pathLst>
          </a:custGeom>
          <a:noFill/>
          <a:ln w="6001">
            <a:solidFill>
              <a:srgbClr val="893E75">
                <a:alpha val="3000"/>
              </a:srgbClr>
            </a:solidFill>
            <a:prstDash val="solid"/>
          </a:ln>
        </p:spPr>
      </p:sp>
      <p:sp>
        <p:nvSpPr>
          <p:cNvPr id="340" name="lumia-token-stream-curve">
            <a:extLst>
              <a:ext uri="{FF2B5EF4-FFF2-40B4-BE49-F238E27FC236}">
                <a16:creationId xmlns:a16="http://schemas.microsoft.com/office/drawing/2014/main" id="{0BA5AD41-4B35-4A88-8408-2454485BEF9E}"/>
              </a:ext>
            </a:extLst>
          </p:cNvPr>
          <p:cNvSpPr>
            <a:spLocks noGrp="1"/>
          </p:cNvSpPr>
          <p:nvPr/>
        </p:nvSpPr>
        <p:spPr>
          <a:xfrm>
            <a:off x="3765191" y="6285430"/>
            <a:ext cx="260373" cy="26553"/>
          </a:xfrm>
          <a:custGeom>
            <a:avLst/>
            <a:gdLst/>
            <a:ahLst/>
            <a:cxnLst/>
            <a:rect l="0" t="0" r="0" b="0"/>
            <a:pathLst>
              <a:path w="260373" h="26553">
                <a:moveTo>
                  <a:pt x="0" y="0"/>
                </a:moveTo>
                <a:lnTo>
                  <a:pt x="260373" y="26553"/>
                </a:lnTo>
              </a:path>
            </a:pathLst>
          </a:custGeom>
          <a:noFill/>
          <a:ln w="6002">
            <a:solidFill>
              <a:srgbClr val="963E6C">
                <a:alpha val="3000"/>
              </a:srgbClr>
            </a:solidFill>
            <a:prstDash val="solid"/>
          </a:ln>
        </p:spPr>
      </p:sp>
      <p:sp>
        <p:nvSpPr>
          <p:cNvPr id="341" name="lumia-token-stream-curve">
            <a:extLst>
              <a:ext uri="{FF2B5EF4-FFF2-40B4-BE49-F238E27FC236}">
                <a16:creationId xmlns:a16="http://schemas.microsoft.com/office/drawing/2014/main" id="{1B4AA29D-8A04-41C2-88F4-B5B46EEFFDDD}"/>
              </a:ext>
            </a:extLst>
          </p:cNvPr>
          <p:cNvSpPr>
            <a:spLocks noGrp="1"/>
          </p:cNvSpPr>
          <p:nvPr/>
        </p:nvSpPr>
        <p:spPr>
          <a:xfrm>
            <a:off x="4025564" y="6311983"/>
            <a:ext cx="262823" cy="30867"/>
          </a:xfrm>
          <a:custGeom>
            <a:avLst/>
            <a:gdLst/>
            <a:ahLst/>
            <a:cxnLst/>
            <a:rect l="0" t="0" r="0" b="0"/>
            <a:pathLst>
              <a:path w="262823" h="30867">
                <a:moveTo>
                  <a:pt x="0" y="0"/>
                </a:moveTo>
                <a:lnTo>
                  <a:pt x="262823" y="30867"/>
                </a:lnTo>
              </a:path>
            </a:pathLst>
          </a:custGeom>
          <a:noFill/>
          <a:ln w="6020">
            <a:solidFill>
              <a:srgbClr val="A33F64">
                <a:alpha val="3000"/>
              </a:srgbClr>
            </a:solidFill>
            <a:prstDash val="solid"/>
          </a:ln>
        </p:spPr>
      </p:sp>
      <p:sp>
        <p:nvSpPr>
          <p:cNvPr id="342" name="lumia-token-stream-curve">
            <a:extLst>
              <a:ext uri="{FF2B5EF4-FFF2-40B4-BE49-F238E27FC236}">
                <a16:creationId xmlns:a16="http://schemas.microsoft.com/office/drawing/2014/main" id="{CDE15041-BA5E-43D0-A0CC-7F2B18164AA2}"/>
              </a:ext>
            </a:extLst>
          </p:cNvPr>
          <p:cNvSpPr>
            <a:spLocks noGrp="1"/>
          </p:cNvSpPr>
          <p:nvPr/>
        </p:nvSpPr>
        <p:spPr>
          <a:xfrm>
            <a:off x="4288387" y="6342850"/>
            <a:ext cx="265162" cy="31712"/>
          </a:xfrm>
          <a:custGeom>
            <a:avLst/>
            <a:gdLst/>
            <a:ahLst/>
            <a:cxnLst/>
            <a:rect l="0" t="0" r="0" b="0"/>
            <a:pathLst>
              <a:path w="265162" h="31712">
                <a:moveTo>
                  <a:pt x="0" y="0"/>
                </a:moveTo>
                <a:lnTo>
                  <a:pt x="265162" y="31712"/>
                </a:lnTo>
              </a:path>
            </a:pathLst>
          </a:custGeom>
          <a:noFill/>
          <a:ln w="6061">
            <a:solidFill>
              <a:srgbClr val="B0405B">
                <a:alpha val="3000"/>
              </a:srgbClr>
            </a:solidFill>
            <a:prstDash val="solid"/>
          </a:ln>
        </p:spPr>
      </p:sp>
      <p:sp>
        <p:nvSpPr>
          <p:cNvPr id="343" name="lumia-token-stream-curve">
            <a:extLst>
              <a:ext uri="{FF2B5EF4-FFF2-40B4-BE49-F238E27FC236}">
                <a16:creationId xmlns:a16="http://schemas.microsoft.com/office/drawing/2014/main" id="{A583C3CB-FA33-4163-9334-D681E9771412}"/>
              </a:ext>
            </a:extLst>
          </p:cNvPr>
          <p:cNvSpPr>
            <a:spLocks noGrp="1"/>
          </p:cNvSpPr>
          <p:nvPr/>
        </p:nvSpPr>
        <p:spPr>
          <a:xfrm>
            <a:off x="4553549" y="6374562"/>
            <a:ext cx="267390" cy="28689"/>
          </a:xfrm>
          <a:custGeom>
            <a:avLst/>
            <a:gdLst/>
            <a:ahLst/>
            <a:cxnLst/>
            <a:rect l="0" t="0" r="0" b="0"/>
            <a:pathLst>
              <a:path w="267390" h="28689">
                <a:moveTo>
                  <a:pt x="0" y="0"/>
                </a:moveTo>
                <a:lnTo>
                  <a:pt x="267390" y="28689"/>
                </a:lnTo>
              </a:path>
            </a:pathLst>
          </a:custGeom>
          <a:noFill/>
          <a:ln w="6124">
            <a:solidFill>
              <a:srgbClr val="BD4153">
                <a:alpha val="3000"/>
              </a:srgbClr>
            </a:solidFill>
            <a:prstDash val="solid"/>
          </a:ln>
        </p:spPr>
      </p:sp>
      <p:sp>
        <p:nvSpPr>
          <p:cNvPr id="344" name="lumia-token-stream-curve">
            <a:extLst>
              <a:ext uri="{FF2B5EF4-FFF2-40B4-BE49-F238E27FC236}">
                <a16:creationId xmlns:a16="http://schemas.microsoft.com/office/drawing/2014/main" id="{8465AD94-E6FE-490E-AA0B-2E568B95F042}"/>
              </a:ext>
            </a:extLst>
          </p:cNvPr>
          <p:cNvSpPr>
            <a:spLocks noGrp="1"/>
          </p:cNvSpPr>
          <p:nvPr/>
        </p:nvSpPr>
        <p:spPr>
          <a:xfrm>
            <a:off x="4820939" y="6403251"/>
            <a:ext cx="269507" cy="21833"/>
          </a:xfrm>
          <a:custGeom>
            <a:avLst/>
            <a:gdLst/>
            <a:ahLst/>
            <a:cxnLst/>
            <a:rect l="0" t="0" r="0" b="0"/>
            <a:pathLst>
              <a:path w="269507" h="21833">
                <a:moveTo>
                  <a:pt x="0" y="0"/>
                </a:moveTo>
                <a:lnTo>
                  <a:pt x="269507" y="21833"/>
                </a:lnTo>
              </a:path>
            </a:pathLst>
          </a:custGeom>
          <a:noFill/>
          <a:ln w="6207">
            <a:solidFill>
              <a:srgbClr val="CA414A">
                <a:alpha val="3000"/>
              </a:srgbClr>
            </a:solidFill>
            <a:prstDash val="solid"/>
          </a:ln>
        </p:spPr>
      </p:sp>
      <p:sp>
        <p:nvSpPr>
          <p:cNvPr id="345" name="lumia-token-stream-curve">
            <a:extLst>
              <a:ext uri="{FF2B5EF4-FFF2-40B4-BE49-F238E27FC236}">
                <a16:creationId xmlns:a16="http://schemas.microsoft.com/office/drawing/2014/main" id="{0016874E-5913-4AE4-AE05-B5710B7A3DE2}"/>
              </a:ext>
            </a:extLst>
          </p:cNvPr>
          <p:cNvSpPr>
            <a:spLocks noGrp="1"/>
          </p:cNvSpPr>
          <p:nvPr/>
        </p:nvSpPr>
        <p:spPr>
          <a:xfrm>
            <a:off x="5090446" y="6425084"/>
            <a:ext cx="271514" cy="11648"/>
          </a:xfrm>
          <a:custGeom>
            <a:avLst/>
            <a:gdLst/>
            <a:ahLst/>
            <a:cxnLst/>
            <a:rect l="0" t="0" r="0" b="0"/>
            <a:pathLst>
              <a:path w="271514" h="11648">
                <a:moveTo>
                  <a:pt x="0" y="0"/>
                </a:moveTo>
                <a:lnTo>
                  <a:pt x="271514" y="11648"/>
                </a:lnTo>
              </a:path>
            </a:pathLst>
          </a:custGeom>
          <a:noFill/>
          <a:ln w="6307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346" name="lumia-token-stream-curve">
            <a:extLst>
              <a:ext uri="{FF2B5EF4-FFF2-40B4-BE49-F238E27FC236}">
                <a16:creationId xmlns:a16="http://schemas.microsoft.com/office/drawing/2014/main" id="{6CA4E903-C363-434A-9B1E-C6A93AE01290}"/>
              </a:ext>
            </a:extLst>
          </p:cNvPr>
          <p:cNvSpPr>
            <a:spLocks noGrp="1"/>
          </p:cNvSpPr>
          <p:nvPr/>
        </p:nvSpPr>
        <p:spPr>
          <a:xfrm>
            <a:off x="5361960" y="6435799"/>
            <a:ext cx="273409" cy="9525"/>
          </a:xfrm>
          <a:custGeom>
            <a:avLst/>
            <a:gdLst/>
            <a:ahLst/>
            <a:cxnLst/>
            <a:rect l="0" t="0" r="0" b="0"/>
            <a:pathLst>
              <a:path w="273409" h="9525">
                <a:moveTo>
                  <a:pt x="0" y="933"/>
                </a:moveTo>
                <a:lnTo>
                  <a:pt x="273409" y="0"/>
                </a:lnTo>
              </a:path>
            </a:pathLst>
          </a:custGeom>
          <a:noFill/>
          <a:ln w="6424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347" name="lumia-token-stream-curve">
            <a:extLst>
              <a:ext uri="{FF2B5EF4-FFF2-40B4-BE49-F238E27FC236}">
                <a16:creationId xmlns:a16="http://schemas.microsoft.com/office/drawing/2014/main" id="{A39783E0-E008-40E5-85F5-AFA7A5A40665}"/>
              </a:ext>
            </a:extLst>
          </p:cNvPr>
          <p:cNvSpPr>
            <a:spLocks noGrp="1"/>
          </p:cNvSpPr>
          <p:nvPr/>
        </p:nvSpPr>
        <p:spPr>
          <a:xfrm>
            <a:off x="5635370" y="6421166"/>
            <a:ext cx="275194" cy="14632"/>
          </a:xfrm>
          <a:custGeom>
            <a:avLst/>
            <a:gdLst/>
            <a:ahLst/>
            <a:cxnLst/>
            <a:rect l="0" t="0" r="0" b="0"/>
            <a:pathLst>
              <a:path w="275194" h="14632">
                <a:moveTo>
                  <a:pt x="0" y="14632"/>
                </a:moveTo>
                <a:lnTo>
                  <a:pt x="275194" y="0"/>
                </a:lnTo>
              </a:path>
            </a:pathLst>
          </a:custGeom>
          <a:noFill/>
          <a:ln w="6555">
            <a:solidFill>
              <a:srgbClr val="EB4833">
                <a:alpha val="4000"/>
              </a:srgbClr>
            </a:solidFill>
            <a:prstDash val="solid"/>
          </a:ln>
        </p:spPr>
      </p:sp>
      <p:sp>
        <p:nvSpPr>
          <p:cNvPr id="348" name="lumia-token-stream-curve">
            <a:extLst>
              <a:ext uri="{FF2B5EF4-FFF2-40B4-BE49-F238E27FC236}">
                <a16:creationId xmlns:a16="http://schemas.microsoft.com/office/drawing/2014/main" id="{DA327211-F46F-4FDD-ADC6-4B3F3983023D}"/>
              </a:ext>
            </a:extLst>
          </p:cNvPr>
          <p:cNvSpPr>
            <a:spLocks noGrp="1"/>
          </p:cNvSpPr>
          <p:nvPr/>
        </p:nvSpPr>
        <p:spPr>
          <a:xfrm>
            <a:off x="5910564" y="6393191"/>
            <a:ext cx="276868" cy="27975"/>
          </a:xfrm>
          <a:custGeom>
            <a:avLst/>
            <a:gdLst/>
            <a:ahLst/>
            <a:cxnLst/>
            <a:rect l="0" t="0" r="0" b="0"/>
            <a:pathLst>
              <a:path w="276868" h="27975">
                <a:moveTo>
                  <a:pt x="0" y="27975"/>
                </a:moveTo>
                <a:lnTo>
                  <a:pt x="276868" y="0"/>
                </a:lnTo>
              </a:path>
            </a:pathLst>
          </a:custGeom>
          <a:noFill/>
          <a:ln w="6698">
            <a:solidFill>
              <a:srgbClr val="EC532F">
                <a:alpha val="4000"/>
              </a:srgbClr>
            </a:solidFill>
            <a:prstDash val="solid"/>
          </a:ln>
        </p:spPr>
      </p:sp>
      <p:sp>
        <p:nvSpPr>
          <p:cNvPr id="349" name="lumia-token-stream-curve">
            <a:extLst>
              <a:ext uri="{FF2B5EF4-FFF2-40B4-BE49-F238E27FC236}">
                <a16:creationId xmlns:a16="http://schemas.microsoft.com/office/drawing/2014/main" id="{195DA327-3D3E-4B14-BE86-0530ED6A6EE5}"/>
              </a:ext>
            </a:extLst>
          </p:cNvPr>
          <p:cNvSpPr>
            <a:spLocks noGrp="1"/>
          </p:cNvSpPr>
          <p:nvPr/>
        </p:nvSpPr>
        <p:spPr>
          <a:xfrm>
            <a:off x="6187432" y="6353724"/>
            <a:ext cx="278431" cy="39467"/>
          </a:xfrm>
          <a:custGeom>
            <a:avLst/>
            <a:gdLst/>
            <a:ahLst/>
            <a:cxnLst/>
            <a:rect l="0" t="0" r="0" b="0"/>
            <a:pathLst>
              <a:path w="278431" h="39467">
                <a:moveTo>
                  <a:pt x="0" y="39467"/>
                </a:moveTo>
                <a:lnTo>
                  <a:pt x="278431" y="0"/>
                </a:lnTo>
              </a:path>
            </a:pathLst>
          </a:custGeom>
          <a:noFill/>
          <a:ln w="6853">
            <a:solidFill>
              <a:srgbClr val="EE5E2A">
                <a:alpha val="4000"/>
              </a:srgbClr>
            </a:solidFill>
            <a:prstDash val="solid"/>
          </a:ln>
        </p:spPr>
      </p:sp>
      <p:sp>
        <p:nvSpPr>
          <p:cNvPr id="350" name="lumia-token-stream-curve">
            <a:extLst>
              <a:ext uri="{FF2B5EF4-FFF2-40B4-BE49-F238E27FC236}">
                <a16:creationId xmlns:a16="http://schemas.microsoft.com/office/drawing/2014/main" id="{1C68D875-33D4-4940-9DCD-A8C967F3D9F6}"/>
              </a:ext>
            </a:extLst>
          </p:cNvPr>
          <p:cNvSpPr>
            <a:spLocks noGrp="1"/>
          </p:cNvSpPr>
          <p:nvPr/>
        </p:nvSpPr>
        <p:spPr>
          <a:xfrm>
            <a:off x="6465863" y="6305934"/>
            <a:ext cx="279883" cy="47790"/>
          </a:xfrm>
          <a:custGeom>
            <a:avLst/>
            <a:gdLst/>
            <a:ahLst/>
            <a:cxnLst/>
            <a:rect l="0" t="0" r="0" b="0"/>
            <a:pathLst>
              <a:path w="279883" h="47790">
                <a:moveTo>
                  <a:pt x="0" y="47790"/>
                </a:moveTo>
                <a:lnTo>
                  <a:pt x="279883" y="0"/>
                </a:lnTo>
              </a:path>
            </a:pathLst>
          </a:custGeom>
          <a:noFill/>
          <a:ln w="7017">
            <a:solidFill>
              <a:srgbClr val="EF6926">
                <a:alpha val="4000"/>
              </a:srgbClr>
            </a:solidFill>
            <a:prstDash val="solid"/>
          </a:ln>
        </p:spPr>
      </p:sp>
      <p:sp>
        <p:nvSpPr>
          <p:cNvPr id="351" name="lumia-token-stream-curve">
            <a:extLst>
              <a:ext uri="{FF2B5EF4-FFF2-40B4-BE49-F238E27FC236}">
                <a16:creationId xmlns:a16="http://schemas.microsoft.com/office/drawing/2014/main" id="{9079059B-231F-4FD2-B3A7-EAFABCED1E9D}"/>
              </a:ext>
            </a:extLst>
          </p:cNvPr>
          <p:cNvSpPr>
            <a:spLocks noGrp="1"/>
          </p:cNvSpPr>
          <p:nvPr/>
        </p:nvSpPr>
        <p:spPr>
          <a:xfrm>
            <a:off x="6745746" y="6253950"/>
            <a:ext cx="281224" cy="51984"/>
          </a:xfrm>
          <a:custGeom>
            <a:avLst/>
            <a:gdLst/>
            <a:ahLst/>
            <a:cxnLst/>
            <a:rect l="0" t="0" r="0" b="0"/>
            <a:pathLst>
              <a:path w="281224" h="51984">
                <a:moveTo>
                  <a:pt x="0" y="51984"/>
                </a:moveTo>
                <a:lnTo>
                  <a:pt x="281224" y="0"/>
                </a:lnTo>
              </a:path>
            </a:pathLst>
          </a:custGeom>
          <a:noFill/>
          <a:ln w="7189">
            <a:solidFill>
              <a:srgbClr val="F17322">
                <a:alpha val="4000"/>
              </a:srgbClr>
            </a:solidFill>
            <a:prstDash val="solid"/>
          </a:ln>
        </p:spPr>
      </p:sp>
      <p:sp>
        <p:nvSpPr>
          <p:cNvPr id="352" name="lumia-token-stream-curve">
            <a:extLst>
              <a:ext uri="{FF2B5EF4-FFF2-40B4-BE49-F238E27FC236}">
                <a16:creationId xmlns:a16="http://schemas.microsoft.com/office/drawing/2014/main" id="{805D7567-3642-4F75-9471-EA3E6FB1683F}"/>
              </a:ext>
            </a:extLst>
          </p:cNvPr>
          <p:cNvSpPr>
            <a:spLocks noGrp="1"/>
          </p:cNvSpPr>
          <p:nvPr/>
        </p:nvSpPr>
        <p:spPr>
          <a:xfrm>
            <a:off x="7026970" y="6202362"/>
            <a:ext cx="282455" cy="51589"/>
          </a:xfrm>
          <a:custGeom>
            <a:avLst/>
            <a:gdLst/>
            <a:ahLst/>
            <a:cxnLst/>
            <a:rect l="0" t="0" r="0" b="0"/>
            <a:pathLst>
              <a:path w="282455" h="51589">
                <a:moveTo>
                  <a:pt x="0" y="51589"/>
                </a:moveTo>
                <a:lnTo>
                  <a:pt x="282455" y="0"/>
                </a:lnTo>
              </a:path>
            </a:pathLst>
          </a:custGeom>
          <a:noFill/>
          <a:ln w="7366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353" name="lumia-token-stream-curve">
            <a:extLst>
              <a:ext uri="{FF2B5EF4-FFF2-40B4-BE49-F238E27FC236}">
                <a16:creationId xmlns:a16="http://schemas.microsoft.com/office/drawing/2014/main" id="{AEBA2D5C-9F70-42DB-8C4B-4747F13353DB}"/>
              </a:ext>
            </a:extLst>
          </p:cNvPr>
          <p:cNvSpPr>
            <a:spLocks noGrp="1"/>
          </p:cNvSpPr>
          <p:nvPr/>
        </p:nvSpPr>
        <p:spPr>
          <a:xfrm>
            <a:off x="7309425" y="6155635"/>
            <a:ext cx="283574" cy="46727"/>
          </a:xfrm>
          <a:custGeom>
            <a:avLst/>
            <a:gdLst/>
            <a:ahLst/>
            <a:cxnLst/>
            <a:rect l="0" t="0" r="0" b="0"/>
            <a:pathLst>
              <a:path w="283574" h="46727">
                <a:moveTo>
                  <a:pt x="0" y="46727"/>
                </a:moveTo>
                <a:lnTo>
                  <a:pt x="283574" y="0"/>
                </a:lnTo>
              </a:path>
            </a:pathLst>
          </a:custGeom>
          <a:noFill/>
          <a:ln w="7548">
            <a:solidFill>
              <a:srgbClr val="F48919">
                <a:alpha val="5000"/>
              </a:srgbClr>
            </a:solidFill>
            <a:prstDash val="solid"/>
          </a:ln>
        </p:spPr>
      </p:sp>
      <p:sp>
        <p:nvSpPr>
          <p:cNvPr id="354" name="lumia-token-stream-curve">
            <a:extLst>
              <a:ext uri="{FF2B5EF4-FFF2-40B4-BE49-F238E27FC236}">
                <a16:creationId xmlns:a16="http://schemas.microsoft.com/office/drawing/2014/main" id="{962054B6-8ED9-4EC7-A13B-1E8959D9D185}"/>
              </a:ext>
            </a:extLst>
          </p:cNvPr>
          <p:cNvSpPr>
            <a:spLocks noGrp="1"/>
          </p:cNvSpPr>
          <p:nvPr/>
        </p:nvSpPr>
        <p:spPr>
          <a:xfrm>
            <a:off x="7592999" y="6117524"/>
            <a:ext cx="284583" cy="38110"/>
          </a:xfrm>
          <a:custGeom>
            <a:avLst/>
            <a:gdLst/>
            <a:ahLst/>
            <a:cxnLst/>
            <a:rect l="0" t="0" r="0" b="0"/>
            <a:pathLst>
              <a:path w="284583" h="38110">
                <a:moveTo>
                  <a:pt x="0" y="38110"/>
                </a:moveTo>
                <a:lnTo>
                  <a:pt x="284583" y="0"/>
                </a:lnTo>
              </a:path>
            </a:pathLst>
          </a:custGeom>
          <a:noFill/>
          <a:ln w="7732">
            <a:solidFill>
              <a:srgbClr val="F59415">
                <a:alpha val="5000"/>
              </a:srgbClr>
            </a:solidFill>
            <a:prstDash val="solid"/>
          </a:ln>
        </p:spPr>
      </p:sp>
      <p:sp>
        <p:nvSpPr>
          <p:cNvPr id="355" name="lumia-token-stream-curve">
            <a:extLst>
              <a:ext uri="{FF2B5EF4-FFF2-40B4-BE49-F238E27FC236}">
                <a16:creationId xmlns:a16="http://schemas.microsoft.com/office/drawing/2014/main" id="{B1888CDA-9C46-4A4B-B994-488EB116A750}"/>
              </a:ext>
            </a:extLst>
          </p:cNvPr>
          <p:cNvSpPr>
            <a:spLocks noGrp="1"/>
          </p:cNvSpPr>
          <p:nvPr/>
        </p:nvSpPr>
        <p:spPr>
          <a:xfrm>
            <a:off x="7877583" y="6090562"/>
            <a:ext cx="285481" cy="26963"/>
          </a:xfrm>
          <a:custGeom>
            <a:avLst/>
            <a:gdLst/>
            <a:ahLst/>
            <a:cxnLst/>
            <a:rect l="0" t="0" r="0" b="0"/>
            <a:pathLst>
              <a:path w="285481" h="26963">
                <a:moveTo>
                  <a:pt x="0" y="26963"/>
                </a:moveTo>
                <a:lnTo>
                  <a:pt x="285481" y="0"/>
                </a:lnTo>
              </a:path>
            </a:pathLst>
          </a:custGeom>
          <a:noFill/>
          <a:ln w="7916">
            <a:solidFill>
              <a:srgbClr val="F79E11">
                <a:alpha val="5000"/>
              </a:srgbClr>
            </a:solidFill>
            <a:prstDash val="solid"/>
          </a:ln>
        </p:spPr>
      </p:sp>
      <p:sp>
        <p:nvSpPr>
          <p:cNvPr id="356" name="lumia-token-stream-curve">
            <a:extLst>
              <a:ext uri="{FF2B5EF4-FFF2-40B4-BE49-F238E27FC236}">
                <a16:creationId xmlns:a16="http://schemas.microsoft.com/office/drawing/2014/main" id="{E14F1A76-3E1E-4635-A368-60D85998900B}"/>
              </a:ext>
            </a:extLst>
          </p:cNvPr>
          <p:cNvSpPr>
            <a:spLocks noGrp="1"/>
          </p:cNvSpPr>
          <p:nvPr/>
        </p:nvSpPr>
        <p:spPr>
          <a:xfrm>
            <a:off x="8163064" y="6075691"/>
            <a:ext cx="286268" cy="14870"/>
          </a:xfrm>
          <a:custGeom>
            <a:avLst/>
            <a:gdLst/>
            <a:ahLst/>
            <a:cxnLst/>
            <a:rect l="0" t="0" r="0" b="0"/>
            <a:pathLst>
              <a:path w="286268" h="14870">
                <a:moveTo>
                  <a:pt x="0" y="14870"/>
                </a:moveTo>
                <a:lnTo>
                  <a:pt x="286268" y="0"/>
                </a:lnTo>
              </a:path>
            </a:pathLst>
          </a:custGeom>
          <a:noFill/>
          <a:ln w="8100">
            <a:solidFill>
              <a:srgbClr val="F8A90C">
                <a:alpha val="5000"/>
              </a:srgbClr>
            </a:solidFill>
            <a:prstDash val="solid"/>
          </a:ln>
        </p:spPr>
      </p:sp>
      <p:sp>
        <p:nvSpPr>
          <p:cNvPr id="357" name="lumia-token-stream-curve">
            <a:extLst>
              <a:ext uri="{FF2B5EF4-FFF2-40B4-BE49-F238E27FC236}">
                <a16:creationId xmlns:a16="http://schemas.microsoft.com/office/drawing/2014/main" id="{95D48D37-C005-4563-96E8-6D90A95DBA7E}"/>
              </a:ext>
            </a:extLst>
          </p:cNvPr>
          <p:cNvSpPr>
            <a:spLocks noGrp="1"/>
          </p:cNvSpPr>
          <p:nvPr/>
        </p:nvSpPr>
        <p:spPr>
          <a:xfrm>
            <a:off x="8449332" y="6072112"/>
            <a:ext cx="286944" cy="9525"/>
          </a:xfrm>
          <a:custGeom>
            <a:avLst/>
            <a:gdLst/>
            <a:ahLst/>
            <a:cxnLst/>
            <a:rect l="0" t="0" r="0" b="0"/>
            <a:pathLst>
              <a:path w="286944" h="9525">
                <a:moveTo>
                  <a:pt x="0" y="3579"/>
                </a:moveTo>
                <a:lnTo>
                  <a:pt x="286944" y="0"/>
                </a:lnTo>
              </a:path>
            </a:pathLst>
          </a:custGeom>
          <a:noFill/>
          <a:ln w="8280">
            <a:solidFill>
              <a:srgbClr val="FAB408">
                <a:alpha val="5000"/>
              </a:srgbClr>
            </a:solidFill>
            <a:prstDash val="solid"/>
          </a:ln>
        </p:spPr>
      </p:sp>
      <p:sp>
        <p:nvSpPr>
          <p:cNvPr id="358" name="lumia-token-stream-curve">
            <a:extLst>
              <a:ext uri="{FF2B5EF4-FFF2-40B4-BE49-F238E27FC236}">
                <a16:creationId xmlns:a16="http://schemas.microsoft.com/office/drawing/2014/main" id="{4DF660CA-FF68-4010-A0C2-CE64FD7CF02D}"/>
              </a:ext>
            </a:extLst>
          </p:cNvPr>
          <p:cNvSpPr>
            <a:spLocks noGrp="1"/>
          </p:cNvSpPr>
          <p:nvPr/>
        </p:nvSpPr>
        <p:spPr>
          <a:xfrm>
            <a:off x="8736276" y="6072112"/>
            <a:ext cx="287510" cy="9525"/>
          </a:xfrm>
          <a:custGeom>
            <a:avLst/>
            <a:gdLst/>
            <a:ahLst/>
            <a:cxnLst/>
            <a:rect l="0" t="0" r="0" b="0"/>
            <a:pathLst>
              <a:path w="287510" h="9525">
                <a:moveTo>
                  <a:pt x="0" y="0"/>
                </a:moveTo>
                <a:lnTo>
                  <a:pt x="287510" y="5244"/>
                </a:lnTo>
              </a:path>
            </a:pathLst>
          </a:custGeom>
          <a:noFill/>
          <a:ln w="8457">
            <a:solidFill>
              <a:srgbClr val="F7BC07">
                <a:alpha val="5000"/>
              </a:srgbClr>
            </a:solidFill>
            <a:prstDash val="solid"/>
          </a:ln>
        </p:spPr>
      </p:sp>
      <p:sp>
        <p:nvSpPr>
          <p:cNvPr id="359" name="lumia-token-stream-curve">
            <a:extLst>
              <a:ext uri="{FF2B5EF4-FFF2-40B4-BE49-F238E27FC236}">
                <a16:creationId xmlns:a16="http://schemas.microsoft.com/office/drawing/2014/main" id="{D922312F-4C13-48FC-A92A-236DC74EC743}"/>
              </a:ext>
            </a:extLst>
          </p:cNvPr>
          <p:cNvSpPr>
            <a:spLocks noGrp="1"/>
          </p:cNvSpPr>
          <p:nvPr/>
        </p:nvSpPr>
        <p:spPr>
          <a:xfrm>
            <a:off x="9023786" y="6077356"/>
            <a:ext cx="287964" cy="10233"/>
          </a:xfrm>
          <a:custGeom>
            <a:avLst/>
            <a:gdLst/>
            <a:ahLst/>
            <a:cxnLst/>
            <a:rect l="0" t="0" r="0" b="0"/>
            <a:pathLst>
              <a:path w="287964" h="10233">
                <a:moveTo>
                  <a:pt x="0" y="0"/>
                </a:moveTo>
                <a:lnTo>
                  <a:pt x="287964" y="10233"/>
                </a:lnTo>
              </a:path>
            </a:pathLst>
          </a:custGeom>
          <a:noFill/>
          <a:ln w="8626">
            <a:solidFill>
              <a:srgbClr val="E5BA0E">
                <a:alpha val="5000"/>
              </a:srgbClr>
            </a:solidFill>
            <a:prstDash val="solid"/>
          </a:ln>
        </p:spPr>
      </p:sp>
      <p:sp>
        <p:nvSpPr>
          <p:cNvPr id="360" name="lumia-token-stream-curve">
            <a:extLst>
              <a:ext uri="{FF2B5EF4-FFF2-40B4-BE49-F238E27FC236}">
                <a16:creationId xmlns:a16="http://schemas.microsoft.com/office/drawing/2014/main" id="{50A81738-BDAD-428E-8D37-93D1E4CB85D6}"/>
              </a:ext>
            </a:extLst>
          </p:cNvPr>
          <p:cNvSpPr>
            <a:spLocks noGrp="1"/>
          </p:cNvSpPr>
          <p:nvPr/>
        </p:nvSpPr>
        <p:spPr>
          <a:xfrm>
            <a:off x="9311750" y="6087589"/>
            <a:ext cx="288308" cy="10522"/>
          </a:xfrm>
          <a:custGeom>
            <a:avLst/>
            <a:gdLst/>
            <a:ahLst/>
            <a:cxnLst/>
            <a:rect l="0" t="0" r="0" b="0"/>
            <a:pathLst>
              <a:path w="288308" h="10522">
                <a:moveTo>
                  <a:pt x="0" y="0"/>
                </a:moveTo>
                <a:lnTo>
                  <a:pt x="288308" y="10522"/>
                </a:lnTo>
              </a:path>
            </a:pathLst>
          </a:custGeom>
          <a:noFill/>
          <a:ln w="8788">
            <a:solidFill>
              <a:srgbClr val="D3B815">
                <a:alpha val="5000"/>
              </a:srgbClr>
            </a:solidFill>
            <a:prstDash val="solid"/>
          </a:ln>
        </p:spPr>
      </p:sp>
      <p:sp>
        <p:nvSpPr>
          <p:cNvPr id="361" name="lumia-token-stream-curve">
            <a:extLst>
              <a:ext uri="{FF2B5EF4-FFF2-40B4-BE49-F238E27FC236}">
                <a16:creationId xmlns:a16="http://schemas.microsoft.com/office/drawing/2014/main" id="{F35AD91C-EE42-43A6-85B0-27A8718800CB}"/>
              </a:ext>
            </a:extLst>
          </p:cNvPr>
          <p:cNvSpPr>
            <a:spLocks noGrp="1"/>
          </p:cNvSpPr>
          <p:nvPr/>
        </p:nvSpPr>
        <p:spPr>
          <a:xfrm>
            <a:off x="9600058" y="6098111"/>
            <a:ext cx="288541" cy="9525"/>
          </a:xfrm>
          <a:custGeom>
            <a:avLst/>
            <a:gdLst/>
            <a:ahLst/>
            <a:cxnLst/>
            <a:rect l="0" t="0" r="0" b="0"/>
            <a:pathLst>
              <a:path w="288541" h="9525">
                <a:moveTo>
                  <a:pt x="0" y="0"/>
                </a:moveTo>
                <a:lnTo>
                  <a:pt x="288541" y="5864"/>
                </a:lnTo>
              </a:path>
            </a:pathLst>
          </a:custGeom>
          <a:noFill/>
          <a:ln w="8941">
            <a:solidFill>
              <a:srgbClr val="C2B61C">
                <a:alpha val="6000"/>
              </a:srgbClr>
            </a:solidFill>
            <a:prstDash val="solid"/>
          </a:ln>
        </p:spPr>
      </p:sp>
      <p:sp>
        <p:nvSpPr>
          <p:cNvPr id="362" name="lumia-token-stream-curve">
            <a:extLst>
              <a:ext uri="{FF2B5EF4-FFF2-40B4-BE49-F238E27FC236}">
                <a16:creationId xmlns:a16="http://schemas.microsoft.com/office/drawing/2014/main" id="{64B3AB1B-F6D1-46EB-9136-F076DC284452}"/>
              </a:ext>
            </a:extLst>
          </p:cNvPr>
          <p:cNvSpPr>
            <a:spLocks noGrp="1"/>
          </p:cNvSpPr>
          <p:nvPr/>
        </p:nvSpPr>
        <p:spPr>
          <a:xfrm>
            <a:off x="9888598" y="6100652"/>
            <a:ext cx="288662" cy="9525"/>
          </a:xfrm>
          <a:custGeom>
            <a:avLst/>
            <a:gdLst/>
            <a:ahLst/>
            <a:cxnLst/>
            <a:rect l="0" t="0" r="0" b="0"/>
            <a:pathLst>
              <a:path w="288662" h="9525">
                <a:moveTo>
                  <a:pt x="0" y="3324"/>
                </a:moveTo>
                <a:lnTo>
                  <a:pt x="288662" y="0"/>
                </a:lnTo>
              </a:path>
            </a:pathLst>
          </a:custGeom>
          <a:noFill/>
          <a:ln w="9081">
            <a:solidFill>
              <a:srgbClr val="B0B422">
                <a:alpha val="6000"/>
              </a:srgbClr>
            </a:solidFill>
            <a:prstDash val="solid"/>
          </a:ln>
        </p:spPr>
      </p:sp>
      <p:sp>
        <p:nvSpPr>
          <p:cNvPr id="363" name="lumia-token-stream-curve">
            <a:extLst>
              <a:ext uri="{FF2B5EF4-FFF2-40B4-BE49-F238E27FC236}">
                <a16:creationId xmlns:a16="http://schemas.microsoft.com/office/drawing/2014/main" id="{7D62A9AB-1263-45AB-8842-4EEC10BBCBD9}"/>
              </a:ext>
            </a:extLst>
          </p:cNvPr>
          <p:cNvSpPr>
            <a:spLocks noGrp="1"/>
          </p:cNvSpPr>
          <p:nvPr/>
        </p:nvSpPr>
        <p:spPr>
          <a:xfrm>
            <a:off x="10177261" y="6084634"/>
            <a:ext cx="288674" cy="16018"/>
          </a:xfrm>
          <a:custGeom>
            <a:avLst/>
            <a:gdLst/>
            <a:ahLst/>
            <a:cxnLst/>
            <a:rect l="0" t="0" r="0" b="0"/>
            <a:pathLst>
              <a:path w="288674" h="16018">
                <a:moveTo>
                  <a:pt x="0" y="16018"/>
                </a:moveTo>
                <a:lnTo>
                  <a:pt x="288674" y="0"/>
                </a:lnTo>
              </a:path>
            </a:pathLst>
          </a:custGeom>
          <a:noFill/>
          <a:ln w="9209">
            <a:solidFill>
              <a:srgbClr val="9EB329">
                <a:alpha val="6000"/>
              </a:srgbClr>
            </a:solidFill>
            <a:prstDash val="solid"/>
          </a:ln>
        </p:spPr>
      </p:sp>
      <p:sp>
        <p:nvSpPr>
          <p:cNvPr id="364" name="lumia-token-stream-curve">
            <a:extLst>
              <a:ext uri="{FF2B5EF4-FFF2-40B4-BE49-F238E27FC236}">
                <a16:creationId xmlns:a16="http://schemas.microsoft.com/office/drawing/2014/main" id="{2B4FC06D-269C-4A82-A3D3-FE43B54B3B29}"/>
              </a:ext>
            </a:extLst>
          </p:cNvPr>
          <p:cNvSpPr>
            <a:spLocks noGrp="1"/>
          </p:cNvSpPr>
          <p:nvPr/>
        </p:nvSpPr>
        <p:spPr>
          <a:xfrm>
            <a:off x="10465934" y="6053913"/>
            <a:ext cx="288574" cy="30721"/>
          </a:xfrm>
          <a:custGeom>
            <a:avLst/>
            <a:gdLst/>
            <a:ahLst/>
            <a:cxnLst/>
            <a:rect l="0" t="0" r="0" b="0"/>
            <a:pathLst>
              <a:path w="288574" h="30721">
                <a:moveTo>
                  <a:pt x="0" y="30721"/>
                </a:moveTo>
                <a:lnTo>
                  <a:pt x="288574" y="0"/>
                </a:lnTo>
              </a:path>
            </a:pathLst>
          </a:custGeom>
          <a:noFill/>
          <a:ln w="9322">
            <a:solidFill>
              <a:srgbClr val="8CB130">
                <a:alpha val="6000"/>
              </a:srgbClr>
            </a:solidFill>
            <a:prstDash val="solid"/>
          </a:ln>
        </p:spPr>
      </p:sp>
      <p:sp>
        <p:nvSpPr>
          <p:cNvPr id="365" name="lumia-token-stream-curve">
            <a:extLst>
              <a:ext uri="{FF2B5EF4-FFF2-40B4-BE49-F238E27FC236}">
                <a16:creationId xmlns:a16="http://schemas.microsoft.com/office/drawing/2014/main" id="{A112FC1A-6ADA-4F7C-858D-885497DA5850}"/>
              </a:ext>
            </a:extLst>
          </p:cNvPr>
          <p:cNvSpPr>
            <a:spLocks noGrp="1"/>
          </p:cNvSpPr>
          <p:nvPr/>
        </p:nvSpPr>
        <p:spPr>
          <a:xfrm>
            <a:off x="10754508" y="6008244"/>
            <a:ext cx="288363" cy="45669"/>
          </a:xfrm>
          <a:custGeom>
            <a:avLst/>
            <a:gdLst/>
            <a:ahLst/>
            <a:cxnLst/>
            <a:rect l="0" t="0" r="0" b="0"/>
            <a:pathLst>
              <a:path w="288363" h="45669">
                <a:moveTo>
                  <a:pt x="0" y="45669"/>
                </a:moveTo>
                <a:lnTo>
                  <a:pt x="288363" y="0"/>
                </a:lnTo>
              </a:path>
            </a:pathLst>
          </a:custGeom>
          <a:noFill/>
          <a:ln w="9418">
            <a:solidFill>
              <a:srgbClr val="7BAF37">
                <a:alpha val="6000"/>
              </a:srgbClr>
            </a:solidFill>
            <a:prstDash val="solid"/>
          </a:ln>
        </p:spPr>
      </p:sp>
      <p:sp>
        <p:nvSpPr>
          <p:cNvPr id="366" name="lumia-token-stream-curve">
            <a:extLst>
              <a:ext uri="{FF2B5EF4-FFF2-40B4-BE49-F238E27FC236}">
                <a16:creationId xmlns:a16="http://schemas.microsoft.com/office/drawing/2014/main" id="{25186063-2FC6-43D4-BA33-0B18AEF804EE}"/>
              </a:ext>
            </a:extLst>
          </p:cNvPr>
          <p:cNvSpPr>
            <a:spLocks noGrp="1"/>
          </p:cNvSpPr>
          <p:nvPr/>
        </p:nvSpPr>
        <p:spPr>
          <a:xfrm>
            <a:off x="11042871" y="5949172"/>
            <a:ext cx="288042" cy="59072"/>
          </a:xfrm>
          <a:custGeom>
            <a:avLst/>
            <a:gdLst/>
            <a:ahLst/>
            <a:cxnLst/>
            <a:rect l="0" t="0" r="0" b="0"/>
            <a:pathLst>
              <a:path w="288042" h="59072">
                <a:moveTo>
                  <a:pt x="0" y="59072"/>
                </a:moveTo>
                <a:lnTo>
                  <a:pt x="288042" y="0"/>
                </a:lnTo>
              </a:path>
            </a:pathLst>
          </a:custGeom>
          <a:noFill/>
          <a:ln w="9495">
            <a:solidFill>
              <a:srgbClr val="69AD3E">
                <a:alpha val="6000"/>
              </a:srgbClr>
            </a:solidFill>
            <a:prstDash val="solid"/>
          </a:ln>
        </p:spPr>
      </p:sp>
      <p:sp>
        <p:nvSpPr>
          <p:cNvPr id="367" name="lumia-token-stream-curve">
            <a:extLst>
              <a:ext uri="{FF2B5EF4-FFF2-40B4-BE49-F238E27FC236}">
                <a16:creationId xmlns:a16="http://schemas.microsoft.com/office/drawing/2014/main" id="{4A99F50D-BB52-4839-969C-BB5128585B2C}"/>
              </a:ext>
            </a:extLst>
          </p:cNvPr>
          <p:cNvSpPr>
            <a:spLocks noGrp="1"/>
          </p:cNvSpPr>
          <p:nvPr/>
        </p:nvSpPr>
        <p:spPr>
          <a:xfrm>
            <a:off x="11330913" y="5879813"/>
            <a:ext cx="287609" cy="69359"/>
          </a:xfrm>
          <a:custGeom>
            <a:avLst/>
            <a:gdLst/>
            <a:ahLst/>
            <a:cxnLst/>
            <a:rect l="0" t="0" r="0" b="0"/>
            <a:pathLst>
              <a:path w="287609" h="69359">
                <a:moveTo>
                  <a:pt x="0" y="69359"/>
                </a:moveTo>
                <a:lnTo>
                  <a:pt x="287609" y="0"/>
                </a:lnTo>
              </a:path>
            </a:pathLst>
          </a:custGeom>
          <a:noFill/>
          <a:ln w="9553">
            <a:solidFill>
              <a:srgbClr val="57AC45">
                <a:alpha val="6000"/>
              </a:srgbClr>
            </a:solidFill>
            <a:prstDash val="solid"/>
          </a:ln>
        </p:spPr>
      </p:sp>
      <p:sp>
        <p:nvSpPr>
          <p:cNvPr id="368" name="lumia-token-stream-curve">
            <a:extLst>
              <a:ext uri="{FF2B5EF4-FFF2-40B4-BE49-F238E27FC236}">
                <a16:creationId xmlns:a16="http://schemas.microsoft.com/office/drawing/2014/main" id="{FC4CF385-1923-4242-93C1-535C3CB7C70D}"/>
              </a:ext>
            </a:extLst>
          </p:cNvPr>
          <p:cNvSpPr>
            <a:spLocks noGrp="1"/>
          </p:cNvSpPr>
          <p:nvPr/>
        </p:nvSpPr>
        <p:spPr>
          <a:xfrm>
            <a:off x="11618522" y="5804427"/>
            <a:ext cx="287066" cy="75386"/>
          </a:xfrm>
          <a:custGeom>
            <a:avLst/>
            <a:gdLst/>
            <a:ahLst/>
            <a:cxnLst/>
            <a:rect l="0" t="0" r="0" b="0"/>
            <a:pathLst>
              <a:path w="287066" h="75386">
                <a:moveTo>
                  <a:pt x="0" y="75386"/>
                </a:moveTo>
                <a:lnTo>
                  <a:pt x="287066" y="0"/>
                </a:lnTo>
              </a:path>
            </a:pathLst>
          </a:custGeom>
          <a:noFill/>
          <a:ln w="9589">
            <a:solidFill>
              <a:srgbClr val="46AA4C">
                <a:alpha val="6000"/>
              </a:srgbClr>
            </a:solidFill>
            <a:prstDash val="solid"/>
          </a:ln>
        </p:spPr>
      </p:sp>
      <p:sp>
        <p:nvSpPr>
          <p:cNvPr id="369" name="lumia-token-stream-curve">
            <a:extLst>
              <a:ext uri="{FF2B5EF4-FFF2-40B4-BE49-F238E27FC236}">
                <a16:creationId xmlns:a16="http://schemas.microsoft.com/office/drawing/2014/main" id="{CE2C90E8-09E5-4D58-943E-E356D4818A68}"/>
              </a:ext>
            </a:extLst>
          </p:cNvPr>
          <p:cNvSpPr>
            <a:spLocks noGrp="1"/>
          </p:cNvSpPr>
          <p:nvPr/>
        </p:nvSpPr>
        <p:spPr>
          <a:xfrm>
            <a:off x="11905588" y="5727841"/>
            <a:ext cx="286412" cy="76585"/>
          </a:xfrm>
          <a:custGeom>
            <a:avLst/>
            <a:gdLst/>
            <a:ahLst/>
            <a:cxnLst/>
            <a:rect l="0" t="0" r="0" b="0"/>
            <a:pathLst>
              <a:path w="286412" h="76585">
                <a:moveTo>
                  <a:pt x="0" y="76585"/>
                </a:moveTo>
                <a:lnTo>
                  <a:pt x="286412" y="0"/>
                </a:lnTo>
              </a:path>
            </a:pathLst>
          </a:custGeom>
          <a:noFill/>
          <a:ln w="9601">
            <a:solidFill>
              <a:srgbClr val="34A853">
                <a:alpha val="6000"/>
              </a:srgbClr>
            </a:solidFill>
            <a:prstDash val="solid"/>
          </a:ln>
        </p:spPr>
      </p:sp>
      <p:sp>
        <p:nvSpPr>
          <p:cNvPr id="370" name="lumia-token-stream-curve">
            <a:extLst>
              <a:ext uri="{FF2B5EF4-FFF2-40B4-BE49-F238E27FC236}">
                <a16:creationId xmlns:a16="http://schemas.microsoft.com/office/drawing/2014/main" id="{424B2D7C-28B6-4129-8B98-0E975D9332B6}"/>
              </a:ext>
            </a:extLst>
          </p:cNvPr>
          <p:cNvSpPr>
            <a:spLocks noGrp="1"/>
          </p:cNvSpPr>
          <p:nvPr/>
        </p:nvSpPr>
        <p:spPr>
          <a:xfrm>
            <a:off x="0" y="6334131"/>
            <a:ext cx="167271" cy="9525"/>
          </a:xfrm>
          <a:custGeom>
            <a:avLst/>
            <a:gdLst/>
            <a:ahLst/>
            <a:cxnLst/>
            <a:rect l="0" t="0" r="0" b="0"/>
            <a:pathLst>
              <a:path w="167271" h="9525">
                <a:moveTo>
                  <a:pt x="0" y="0"/>
                </a:moveTo>
                <a:lnTo>
                  <a:pt x="167271" y="9204"/>
                </a:lnTo>
              </a:path>
            </a:pathLst>
          </a:custGeom>
          <a:noFill/>
          <a:ln w="6368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371" name="lumia-token-stream-curve">
            <a:extLst>
              <a:ext uri="{FF2B5EF4-FFF2-40B4-BE49-F238E27FC236}">
                <a16:creationId xmlns:a16="http://schemas.microsoft.com/office/drawing/2014/main" id="{6DEC5FFB-28D5-4E8F-AA9B-C2B391C80714}"/>
              </a:ext>
            </a:extLst>
          </p:cNvPr>
          <p:cNvSpPr>
            <a:spLocks noGrp="1"/>
          </p:cNvSpPr>
          <p:nvPr/>
        </p:nvSpPr>
        <p:spPr>
          <a:xfrm>
            <a:off x="167271" y="6343335"/>
            <a:ext cx="213216" cy="9525"/>
          </a:xfrm>
          <a:custGeom>
            <a:avLst/>
            <a:gdLst/>
            <a:ahLst/>
            <a:cxnLst/>
            <a:rect l="0" t="0" r="0" b="0"/>
            <a:pathLst>
              <a:path w="213216" h="9525">
                <a:moveTo>
                  <a:pt x="0" y="0"/>
                </a:moveTo>
                <a:lnTo>
                  <a:pt x="213216" y="691"/>
                </a:lnTo>
              </a:path>
            </a:pathLst>
          </a:custGeom>
          <a:noFill/>
          <a:ln w="6368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372" name="lumia-token-stream-curve">
            <a:extLst>
              <a:ext uri="{FF2B5EF4-FFF2-40B4-BE49-F238E27FC236}">
                <a16:creationId xmlns:a16="http://schemas.microsoft.com/office/drawing/2014/main" id="{5B66480A-066E-46E1-84F3-4456ED90E4E5}"/>
              </a:ext>
            </a:extLst>
          </p:cNvPr>
          <p:cNvSpPr>
            <a:spLocks noGrp="1"/>
          </p:cNvSpPr>
          <p:nvPr/>
        </p:nvSpPr>
        <p:spPr>
          <a:xfrm>
            <a:off x="380487" y="6336810"/>
            <a:ext cx="217288" cy="9525"/>
          </a:xfrm>
          <a:custGeom>
            <a:avLst/>
            <a:gdLst/>
            <a:ahLst/>
            <a:cxnLst/>
            <a:rect l="0" t="0" r="0" b="0"/>
            <a:pathLst>
              <a:path w="217288" h="9525">
                <a:moveTo>
                  <a:pt x="0" y="7215"/>
                </a:moveTo>
                <a:lnTo>
                  <a:pt x="217288" y="0"/>
                </a:lnTo>
              </a:path>
            </a:pathLst>
          </a:custGeom>
          <a:noFill/>
          <a:ln w="6368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373" name="lumia-token-stream-curve">
            <a:extLst>
              <a:ext uri="{FF2B5EF4-FFF2-40B4-BE49-F238E27FC236}">
                <a16:creationId xmlns:a16="http://schemas.microsoft.com/office/drawing/2014/main" id="{3F04DD74-ECD1-4AEE-AFF5-C9C6A8F3E547}"/>
              </a:ext>
            </a:extLst>
          </p:cNvPr>
          <p:cNvSpPr>
            <a:spLocks noGrp="1"/>
          </p:cNvSpPr>
          <p:nvPr/>
        </p:nvSpPr>
        <p:spPr>
          <a:xfrm>
            <a:off x="597775" y="6322929"/>
            <a:ext cx="221247" cy="13881"/>
          </a:xfrm>
          <a:custGeom>
            <a:avLst/>
            <a:gdLst/>
            <a:ahLst/>
            <a:cxnLst/>
            <a:rect l="0" t="0" r="0" b="0"/>
            <a:pathLst>
              <a:path w="221247" h="13881">
                <a:moveTo>
                  <a:pt x="0" y="13881"/>
                </a:moveTo>
                <a:lnTo>
                  <a:pt x="221247" y="0"/>
                </a:lnTo>
              </a:path>
            </a:pathLst>
          </a:custGeom>
          <a:noFill/>
          <a:ln w="6368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374" name="lumia-token-stream-curve">
            <a:extLst>
              <a:ext uri="{FF2B5EF4-FFF2-40B4-BE49-F238E27FC236}">
                <a16:creationId xmlns:a16="http://schemas.microsoft.com/office/drawing/2014/main" id="{F4759443-3707-4EC3-8165-0222B64ABB8D}"/>
              </a:ext>
            </a:extLst>
          </p:cNvPr>
          <p:cNvSpPr>
            <a:spLocks noGrp="1"/>
          </p:cNvSpPr>
          <p:nvPr/>
        </p:nvSpPr>
        <p:spPr>
          <a:xfrm>
            <a:off x="819022" y="6304221"/>
            <a:ext cx="225093" cy="18708"/>
          </a:xfrm>
          <a:custGeom>
            <a:avLst/>
            <a:gdLst/>
            <a:ahLst/>
            <a:cxnLst/>
            <a:rect l="0" t="0" r="0" b="0"/>
            <a:pathLst>
              <a:path w="225093" h="18708">
                <a:moveTo>
                  <a:pt x="0" y="18708"/>
                </a:moveTo>
                <a:lnTo>
                  <a:pt x="225093" y="0"/>
                </a:lnTo>
              </a:path>
            </a:pathLst>
          </a:custGeom>
          <a:noFill/>
          <a:ln w="6368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375" name="lumia-token-stream-curve">
            <a:extLst>
              <a:ext uri="{FF2B5EF4-FFF2-40B4-BE49-F238E27FC236}">
                <a16:creationId xmlns:a16="http://schemas.microsoft.com/office/drawing/2014/main" id="{3F9B702F-EF52-472D-90CA-55FF57C837BF}"/>
              </a:ext>
            </a:extLst>
          </p:cNvPr>
          <p:cNvSpPr>
            <a:spLocks noGrp="1"/>
          </p:cNvSpPr>
          <p:nvPr/>
        </p:nvSpPr>
        <p:spPr>
          <a:xfrm>
            <a:off x="1044115" y="6283020"/>
            <a:ext cx="228827" cy="21200"/>
          </a:xfrm>
          <a:custGeom>
            <a:avLst/>
            <a:gdLst/>
            <a:ahLst/>
            <a:cxnLst/>
            <a:rect l="0" t="0" r="0" b="0"/>
            <a:pathLst>
              <a:path w="228827" h="21200">
                <a:moveTo>
                  <a:pt x="0" y="21200"/>
                </a:moveTo>
                <a:lnTo>
                  <a:pt x="228827" y="0"/>
                </a:lnTo>
              </a:path>
            </a:pathLst>
          </a:custGeom>
          <a:noFill/>
          <a:ln w="6368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376" name="lumia-token-stream-curve">
            <a:extLst>
              <a:ext uri="{FF2B5EF4-FFF2-40B4-BE49-F238E27FC236}">
                <a16:creationId xmlns:a16="http://schemas.microsoft.com/office/drawing/2014/main" id="{8BC364DA-03D4-4051-B003-3A9DE1D5B6D1}"/>
              </a:ext>
            </a:extLst>
          </p:cNvPr>
          <p:cNvSpPr>
            <a:spLocks noGrp="1"/>
          </p:cNvSpPr>
          <p:nvPr/>
        </p:nvSpPr>
        <p:spPr>
          <a:xfrm>
            <a:off x="1272942" y="6261993"/>
            <a:ext cx="232447" cy="21028"/>
          </a:xfrm>
          <a:custGeom>
            <a:avLst/>
            <a:gdLst/>
            <a:ahLst/>
            <a:cxnLst/>
            <a:rect l="0" t="0" r="0" b="0"/>
            <a:pathLst>
              <a:path w="232447" h="21028">
                <a:moveTo>
                  <a:pt x="0" y="21028"/>
                </a:moveTo>
                <a:lnTo>
                  <a:pt x="232447" y="0"/>
                </a:lnTo>
              </a:path>
            </a:pathLst>
          </a:custGeom>
          <a:noFill/>
          <a:ln w="6368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377" name="lumia-token-stream-curve">
            <a:extLst>
              <a:ext uri="{FF2B5EF4-FFF2-40B4-BE49-F238E27FC236}">
                <a16:creationId xmlns:a16="http://schemas.microsoft.com/office/drawing/2014/main" id="{148DF1DD-05EB-4228-933B-B7E9039BC73B}"/>
              </a:ext>
            </a:extLst>
          </p:cNvPr>
          <p:cNvSpPr>
            <a:spLocks noGrp="1"/>
          </p:cNvSpPr>
          <p:nvPr/>
        </p:nvSpPr>
        <p:spPr>
          <a:xfrm>
            <a:off x="1505389" y="6243904"/>
            <a:ext cx="235955" cy="18088"/>
          </a:xfrm>
          <a:custGeom>
            <a:avLst/>
            <a:gdLst/>
            <a:ahLst/>
            <a:cxnLst/>
            <a:rect l="0" t="0" r="0" b="0"/>
            <a:pathLst>
              <a:path w="235955" h="18088">
                <a:moveTo>
                  <a:pt x="0" y="18088"/>
                </a:moveTo>
                <a:lnTo>
                  <a:pt x="235955" y="0"/>
                </a:lnTo>
              </a:path>
            </a:pathLst>
          </a:custGeom>
          <a:noFill/>
          <a:ln w="6368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378" name="lumia-token-stream-curve">
            <a:extLst>
              <a:ext uri="{FF2B5EF4-FFF2-40B4-BE49-F238E27FC236}">
                <a16:creationId xmlns:a16="http://schemas.microsoft.com/office/drawing/2014/main" id="{766E113D-121C-478B-BB14-9228DC2CFABA}"/>
              </a:ext>
            </a:extLst>
          </p:cNvPr>
          <p:cNvSpPr>
            <a:spLocks noGrp="1"/>
          </p:cNvSpPr>
          <p:nvPr/>
        </p:nvSpPr>
        <p:spPr>
          <a:xfrm>
            <a:off x="1741345" y="6231359"/>
            <a:ext cx="239350" cy="12545"/>
          </a:xfrm>
          <a:custGeom>
            <a:avLst/>
            <a:gdLst/>
            <a:ahLst/>
            <a:cxnLst/>
            <a:rect l="0" t="0" r="0" b="0"/>
            <a:pathLst>
              <a:path w="239350" h="12545">
                <a:moveTo>
                  <a:pt x="0" y="12545"/>
                </a:moveTo>
                <a:lnTo>
                  <a:pt x="239350" y="0"/>
                </a:lnTo>
              </a:path>
            </a:pathLst>
          </a:custGeom>
          <a:noFill/>
          <a:ln w="6368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379" name="lumia-token-stream-curve">
            <a:extLst>
              <a:ext uri="{FF2B5EF4-FFF2-40B4-BE49-F238E27FC236}">
                <a16:creationId xmlns:a16="http://schemas.microsoft.com/office/drawing/2014/main" id="{D8BA7643-A116-4EB1-974F-3AC398220E4A}"/>
              </a:ext>
            </a:extLst>
          </p:cNvPr>
          <p:cNvSpPr>
            <a:spLocks noGrp="1"/>
          </p:cNvSpPr>
          <p:nvPr/>
        </p:nvSpPr>
        <p:spPr>
          <a:xfrm>
            <a:off x="1980695" y="6226515"/>
            <a:ext cx="242632" cy="9525"/>
          </a:xfrm>
          <a:custGeom>
            <a:avLst/>
            <a:gdLst/>
            <a:ahLst/>
            <a:cxnLst/>
            <a:rect l="0" t="0" r="0" b="0"/>
            <a:pathLst>
              <a:path w="242632" h="9525">
                <a:moveTo>
                  <a:pt x="0" y="4844"/>
                </a:moveTo>
                <a:lnTo>
                  <a:pt x="242632" y="0"/>
                </a:lnTo>
              </a:path>
            </a:pathLst>
          </a:custGeom>
          <a:noFill/>
          <a:ln w="6368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380" name="lumia-token-stream-curve">
            <a:extLst>
              <a:ext uri="{FF2B5EF4-FFF2-40B4-BE49-F238E27FC236}">
                <a16:creationId xmlns:a16="http://schemas.microsoft.com/office/drawing/2014/main" id="{ADEF6AAC-966C-420B-A84C-FCB662C11C0F}"/>
              </a:ext>
            </a:extLst>
          </p:cNvPr>
          <p:cNvSpPr>
            <a:spLocks noGrp="1"/>
          </p:cNvSpPr>
          <p:nvPr/>
        </p:nvSpPr>
        <p:spPr>
          <a:xfrm>
            <a:off x="2223327" y="6226515"/>
            <a:ext cx="245801" cy="9525"/>
          </a:xfrm>
          <a:custGeom>
            <a:avLst/>
            <a:gdLst/>
            <a:ahLst/>
            <a:cxnLst/>
            <a:rect l="0" t="0" r="0" b="0"/>
            <a:pathLst>
              <a:path w="245801" h="9525">
                <a:moveTo>
                  <a:pt x="0" y="0"/>
                </a:moveTo>
                <a:lnTo>
                  <a:pt x="245801" y="4301"/>
                </a:lnTo>
              </a:path>
            </a:pathLst>
          </a:custGeom>
          <a:noFill/>
          <a:ln w="6368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381" name="lumia-token-stream-curve">
            <a:extLst>
              <a:ext uri="{FF2B5EF4-FFF2-40B4-BE49-F238E27FC236}">
                <a16:creationId xmlns:a16="http://schemas.microsoft.com/office/drawing/2014/main" id="{AD533E77-A2D6-46FF-8958-F18AB4177F67}"/>
              </a:ext>
            </a:extLst>
          </p:cNvPr>
          <p:cNvSpPr>
            <a:spLocks noGrp="1"/>
          </p:cNvSpPr>
          <p:nvPr/>
        </p:nvSpPr>
        <p:spPr>
          <a:xfrm>
            <a:off x="2469128" y="6230816"/>
            <a:ext cx="248858" cy="13959"/>
          </a:xfrm>
          <a:custGeom>
            <a:avLst/>
            <a:gdLst/>
            <a:ahLst/>
            <a:cxnLst/>
            <a:rect l="0" t="0" r="0" b="0"/>
            <a:pathLst>
              <a:path w="248858" h="13959">
                <a:moveTo>
                  <a:pt x="0" y="0"/>
                </a:moveTo>
                <a:lnTo>
                  <a:pt x="248858" y="13959"/>
                </a:lnTo>
              </a:path>
            </a:pathLst>
          </a:custGeom>
          <a:noFill/>
          <a:ln w="6368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382" name="lumia-token-stream-curve">
            <a:extLst>
              <a:ext uri="{FF2B5EF4-FFF2-40B4-BE49-F238E27FC236}">
                <a16:creationId xmlns:a16="http://schemas.microsoft.com/office/drawing/2014/main" id="{091A1134-C712-4D38-8BA8-B0EB0A9C70E2}"/>
              </a:ext>
            </a:extLst>
          </p:cNvPr>
          <p:cNvSpPr>
            <a:spLocks noGrp="1"/>
          </p:cNvSpPr>
          <p:nvPr/>
        </p:nvSpPr>
        <p:spPr>
          <a:xfrm>
            <a:off x="2717986" y="6244775"/>
            <a:ext cx="251801" cy="23057"/>
          </a:xfrm>
          <a:custGeom>
            <a:avLst/>
            <a:gdLst/>
            <a:ahLst/>
            <a:cxnLst/>
            <a:rect l="0" t="0" r="0" b="0"/>
            <a:pathLst>
              <a:path w="251801" h="23057">
                <a:moveTo>
                  <a:pt x="0" y="0"/>
                </a:moveTo>
                <a:lnTo>
                  <a:pt x="251801" y="23057"/>
                </a:lnTo>
              </a:path>
            </a:pathLst>
          </a:custGeom>
          <a:noFill/>
          <a:ln w="6368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383" name="lumia-token-stream-curve">
            <a:extLst>
              <a:ext uri="{FF2B5EF4-FFF2-40B4-BE49-F238E27FC236}">
                <a16:creationId xmlns:a16="http://schemas.microsoft.com/office/drawing/2014/main" id="{1D2499E8-ADB6-4F73-8652-980AE418F893}"/>
              </a:ext>
            </a:extLst>
          </p:cNvPr>
          <p:cNvSpPr>
            <a:spLocks noGrp="1"/>
          </p:cNvSpPr>
          <p:nvPr/>
        </p:nvSpPr>
        <p:spPr>
          <a:xfrm>
            <a:off x="2969787" y="6267833"/>
            <a:ext cx="254632" cy="30498"/>
          </a:xfrm>
          <a:custGeom>
            <a:avLst/>
            <a:gdLst/>
            <a:ahLst/>
            <a:cxnLst/>
            <a:rect l="0" t="0" r="0" b="0"/>
            <a:pathLst>
              <a:path w="254632" h="30498">
                <a:moveTo>
                  <a:pt x="0" y="0"/>
                </a:moveTo>
                <a:lnTo>
                  <a:pt x="254632" y="30498"/>
                </a:lnTo>
              </a:path>
            </a:pathLst>
          </a:custGeom>
          <a:noFill/>
          <a:ln w="6368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384" name="lumia-token-stream-curve">
            <a:extLst>
              <a:ext uri="{FF2B5EF4-FFF2-40B4-BE49-F238E27FC236}">
                <a16:creationId xmlns:a16="http://schemas.microsoft.com/office/drawing/2014/main" id="{3376773B-02D7-436E-B6CA-747BD1F565E7}"/>
              </a:ext>
            </a:extLst>
          </p:cNvPr>
          <p:cNvSpPr>
            <a:spLocks noGrp="1"/>
          </p:cNvSpPr>
          <p:nvPr/>
        </p:nvSpPr>
        <p:spPr>
          <a:xfrm>
            <a:off x="3224419" y="6298331"/>
            <a:ext cx="257350" cy="35276"/>
          </a:xfrm>
          <a:custGeom>
            <a:avLst/>
            <a:gdLst/>
            <a:ahLst/>
            <a:cxnLst/>
            <a:rect l="0" t="0" r="0" b="0"/>
            <a:pathLst>
              <a:path w="257350" h="35276">
                <a:moveTo>
                  <a:pt x="0" y="0"/>
                </a:moveTo>
                <a:lnTo>
                  <a:pt x="257350" y="35276"/>
                </a:lnTo>
              </a:path>
            </a:pathLst>
          </a:custGeom>
          <a:noFill/>
          <a:ln w="6368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385" name="lumia-token-stream-curve">
            <a:extLst>
              <a:ext uri="{FF2B5EF4-FFF2-40B4-BE49-F238E27FC236}">
                <a16:creationId xmlns:a16="http://schemas.microsoft.com/office/drawing/2014/main" id="{7C7A6BB8-0886-4961-B2C5-18AD383C35A7}"/>
              </a:ext>
            </a:extLst>
          </p:cNvPr>
          <p:cNvSpPr>
            <a:spLocks noGrp="1"/>
          </p:cNvSpPr>
          <p:nvPr/>
        </p:nvSpPr>
        <p:spPr>
          <a:xfrm>
            <a:off x="3481769" y="6333607"/>
            <a:ext cx="259955" cy="36612"/>
          </a:xfrm>
          <a:custGeom>
            <a:avLst/>
            <a:gdLst/>
            <a:ahLst/>
            <a:cxnLst/>
            <a:rect l="0" t="0" r="0" b="0"/>
            <a:pathLst>
              <a:path w="259955" h="36612">
                <a:moveTo>
                  <a:pt x="0" y="0"/>
                </a:moveTo>
                <a:lnTo>
                  <a:pt x="259955" y="36612"/>
                </a:lnTo>
              </a:path>
            </a:pathLst>
          </a:custGeom>
          <a:noFill/>
          <a:ln w="6368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386" name="lumia-token-stream-curve">
            <a:extLst>
              <a:ext uri="{FF2B5EF4-FFF2-40B4-BE49-F238E27FC236}">
                <a16:creationId xmlns:a16="http://schemas.microsoft.com/office/drawing/2014/main" id="{4984F2F1-08C1-4ED5-9FF2-1E5E7F4172E9}"/>
              </a:ext>
            </a:extLst>
          </p:cNvPr>
          <p:cNvSpPr>
            <a:spLocks noGrp="1"/>
          </p:cNvSpPr>
          <p:nvPr/>
        </p:nvSpPr>
        <p:spPr>
          <a:xfrm>
            <a:off x="3741724" y="6370219"/>
            <a:ext cx="262447" cy="34062"/>
          </a:xfrm>
          <a:custGeom>
            <a:avLst/>
            <a:gdLst/>
            <a:ahLst/>
            <a:cxnLst/>
            <a:rect l="0" t="0" r="0" b="0"/>
            <a:pathLst>
              <a:path w="262447" h="34062">
                <a:moveTo>
                  <a:pt x="0" y="0"/>
                </a:moveTo>
                <a:lnTo>
                  <a:pt x="262447" y="34062"/>
                </a:lnTo>
              </a:path>
            </a:pathLst>
          </a:custGeom>
          <a:noFill/>
          <a:ln w="6369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387" name="lumia-token-stream-curve">
            <a:extLst>
              <a:ext uri="{FF2B5EF4-FFF2-40B4-BE49-F238E27FC236}">
                <a16:creationId xmlns:a16="http://schemas.microsoft.com/office/drawing/2014/main" id="{D6A272C5-9DB6-46D0-B4AD-2E3EF93CBCD9}"/>
              </a:ext>
            </a:extLst>
          </p:cNvPr>
          <p:cNvSpPr>
            <a:spLocks noGrp="1"/>
          </p:cNvSpPr>
          <p:nvPr/>
        </p:nvSpPr>
        <p:spPr>
          <a:xfrm>
            <a:off x="4004171" y="6404280"/>
            <a:ext cx="264826" cy="27601"/>
          </a:xfrm>
          <a:custGeom>
            <a:avLst/>
            <a:gdLst/>
            <a:ahLst/>
            <a:cxnLst/>
            <a:rect l="0" t="0" r="0" b="0"/>
            <a:pathLst>
              <a:path w="264826" h="27601">
                <a:moveTo>
                  <a:pt x="0" y="0"/>
                </a:moveTo>
                <a:lnTo>
                  <a:pt x="264826" y="27601"/>
                </a:lnTo>
              </a:path>
            </a:pathLst>
          </a:custGeom>
          <a:noFill/>
          <a:ln w="6388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388" name="lumia-token-stream-curve">
            <a:extLst>
              <a:ext uri="{FF2B5EF4-FFF2-40B4-BE49-F238E27FC236}">
                <a16:creationId xmlns:a16="http://schemas.microsoft.com/office/drawing/2014/main" id="{517D60D0-ECEB-4E24-A263-34428047512E}"/>
              </a:ext>
            </a:extLst>
          </p:cNvPr>
          <p:cNvSpPr>
            <a:spLocks noGrp="1"/>
          </p:cNvSpPr>
          <p:nvPr/>
        </p:nvSpPr>
        <p:spPr>
          <a:xfrm>
            <a:off x="4268998" y="6431882"/>
            <a:ext cx="267093" cy="17665"/>
          </a:xfrm>
          <a:custGeom>
            <a:avLst/>
            <a:gdLst/>
            <a:ahLst/>
            <a:cxnLst/>
            <a:rect l="0" t="0" r="0" b="0"/>
            <a:pathLst>
              <a:path w="267093" h="17665">
                <a:moveTo>
                  <a:pt x="0" y="0"/>
                </a:moveTo>
                <a:lnTo>
                  <a:pt x="267093" y="17665"/>
                </a:lnTo>
              </a:path>
            </a:pathLst>
          </a:custGeom>
          <a:noFill/>
          <a:ln w="6432">
            <a:solidFill>
              <a:srgbClr val="B0405B">
                <a:alpha val="4000"/>
              </a:srgbClr>
            </a:solidFill>
            <a:prstDash val="solid"/>
          </a:ln>
        </p:spPr>
      </p:sp>
      <p:sp>
        <p:nvSpPr>
          <p:cNvPr id="389" name="lumia-token-stream-curve">
            <a:extLst>
              <a:ext uri="{FF2B5EF4-FFF2-40B4-BE49-F238E27FC236}">
                <a16:creationId xmlns:a16="http://schemas.microsoft.com/office/drawing/2014/main" id="{0EEC43CA-6EBE-4F6A-B8AD-CF0B13920E2F}"/>
              </a:ext>
            </a:extLst>
          </p:cNvPr>
          <p:cNvSpPr>
            <a:spLocks noGrp="1"/>
          </p:cNvSpPr>
          <p:nvPr/>
        </p:nvSpPr>
        <p:spPr>
          <a:xfrm>
            <a:off x="4536091" y="6449547"/>
            <a:ext cx="269247" cy="9525"/>
          </a:xfrm>
          <a:custGeom>
            <a:avLst/>
            <a:gdLst/>
            <a:ahLst/>
            <a:cxnLst/>
            <a:rect l="0" t="0" r="0" b="0"/>
            <a:pathLst>
              <a:path w="269247" h="9525">
                <a:moveTo>
                  <a:pt x="0" y="0"/>
                </a:moveTo>
                <a:lnTo>
                  <a:pt x="269247" y="5127"/>
                </a:lnTo>
              </a:path>
            </a:pathLst>
          </a:custGeom>
          <a:noFill/>
          <a:ln w="6499">
            <a:solidFill>
              <a:srgbClr val="BD4153">
                <a:alpha val="4000"/>
              </a:srgbClr>
            </a:solidFill>
            <a:prstDash val="solid"/>
          </a:ln>
        </p:spPr>
      </p:sp>
      <p:sp>
        <p:nvSpPr>
          <p:cNvPr id="390" name="lumia-token-stream-curve">
            <a:extLst>
              <a:ext uri="{FF2B5EF4-FFF2-40B4-BE49-F238E27FC236}">
                <a16:creationId xmlns:a16="http://schemas.microsoft.com/office/drawing/2014/main" id="{E79F9BCB-E66A-490F-869A-F430FB1AF0BE}"/>
              </a:ext>
            </a:extLst>
          </p:cNvPr>
          <p:cNvSpPr>
            <a:spLocks noGrp="1"/>
          </p:cNvSpPr>
          <p:nvPr/>
        </p:nvSpPr>
        <p:spPr>
          <a:xfrm>
            <a:off x="4805337" y="6445897"/>
            <a:ext cx="271287" cy="9525"/>
          </a:xfrm>
          <a:custGeom>
            <a:avLst/>
            <a:gdLst/>
            <a:ahLst/>
            <a:cxnLst/>
            <a:rect l="0" t="0" r="0" b="0"/>
            <a:pathLst>
              <a:path w="271287" h="9525">
                <a:moveTo>
                  <a:pt x="0" y="8777"/>
                </a:moveTo>
                <a:lnTo>
                  <a:pt x="271287" y="0"/>
                </a:lnTo>
              </a:path>
            </a:pathLst>
          </a:custGeom>
          <a:noFill/>
          <a:ln w="6587">
            <a:solidFill>
              <a:srgbClr val="CA414A">
                <a:alpha val="4000"/>
              </a:srgbClr>
            </a:solidFill>
            <a:prstDash val="solid"/>
          </a:ln>
        </p:spPr>
      </p:sp>
      <p:sp>
        <p:nvSpPr>
          <p:cNvPr id="391" name="lumia-token-stream-curve">
            <a:extLst>
              <a:ext uri="{FF2B5EF4-FFF2-40B4-BE49-F238E27FC236}">
                <a16:creationId xmlns:a16="http://schemas.microsoft.com/office/drawing/2014/main" id="{A77BEFB2-5538-4FD8-955C-82DADE283911}"/>
              </a:ext>
            </a:extLst>
          </p:cNvPr>
          <p:cNvSpPr>
            <a:spLocks noGrp="1"/>
          </p:cNvSpPr>
          <p:nvPr/>
        </p:nvSpPr>
        <p:spPr>
          <a:xfrm>
            <a:off x="5076625" y="6423319"/>
            <a:ext cx="273215" cy="22578"/>
          </a:xfrm>
          <a:custGeom>
            <a:avLst/>
            <a:gdLst/>
            <a:ahLst/>
            <a:cxnLst/>
            <a:rect l="0" t="0" r="0" b="0"/>
            <a:pathLst>
              <a:path w="273215" h="22578">
                <a:moveTo>
                  <a:pt x="0" y="22578"/>
                </a:moveTo>
                <a:lnTo>
                  <a:pt x="273215" y="0"/>
                </a:lnTo>
              </a:path>
            </a:pathLst>
          </a:custGeom>
          <a:noFill/>
          <a:ln w="6693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392" name="lumia-token-stream-curve">
            <a:extLst>
              <a:ext uri="{FF2B5EF4-FFF2-40B4-BE49-F238E27FC236}">
                <a16:creationId xmlns:a16="http://schemas.microsoft.com/office/drawing/2014/main" id="{CFF809F0-A4C0-4289-A283-B7259C868F36}"/>
              </a:ext>
            </a:extLst>
          </p:cNvPr>
          <p:cNvSpPr>
            <a:spLocks noGrp="1"/>
          </p:cNvSpPr>
          <p:nvPr/>
        </p:nvSpPr>
        <p:spPr>
          <a:xfrm>
            <a:off x="5349840" y="6388570"/>
            <a:ext cx="275030" cy="34748"/>
          </a:xfrm>
          <a:custGeom>
            <a:avLst/>
            <a:gdLst/>
            <a:ahLst/>
            <a:cxnLst/>
            <a:rect l="0" t="0" r="0" b="0"/>
            <a:pathLst>
              <a:path w="275030" h="34748">
                <a:moveTo>
                  <a:pt x="0" y="34748"/>
                </a:moveTo>
                <a:lnTo>
                  <a:pt x="275030" y="0"/>
                </a:lnTo>
              </a:path>
            </a:pathLst>
          </a:custGeom>
          <a:noFill/>
          <a:ln w="6817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393" name="lumia-token-stream-curve">
            <a:extLst>
              <a:ext uri="{FF2B5EF4-FFF2-40B4-BE49-F238E27FC236}">
                <a16:creationId xmlns:a16="http://schemas.microsoft.com/office/drawing/2014/main" id="{2D4CFF8C-12FD-4938-8CC3-A36558CDB61E}"/>
              </a:ext>
            </a:extLst>
          </p:cNvPr>
          <p:cNvSpPr>
            <a:spLocks noGrp="1"/>
          </p:cNvSpPr>
          <p:nvPr/>
        </p:nvSpPr>
        <p:spPr>
          <a:xfrm>
            <a:off x="5624870" y="6344679"/>
            <a:ext cx="276733" cy="43891"/>
          </a:xfrm>
          <a:custGeom>
            <a:avLst/>
            <a:gdLst/>
            <a:ahLst/>
            <a:cxnLst/>
            <a:rect l="0" t="0" r="0" b="0"/>
            <a:pathLst>
              <a:path w="276733" h="43891">
                <a:moveTo>
                  <a:pt x="0" y="43891"/>
                </a:moveTo>
                <a:lnTo>
                  <a:pt x="276733" y="0"/>
                </a:lnTo>
              </a:path>
            </a:pathLst>
          </a:custGeom>
          <a:noFill/>
          <a:ln w="6956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394" name="lumia-token-stream-curve">
            <a:extLst>
              <a:ext uri="{FF2B5EF4-FFF2-40B4-BE49-F238E27FC236}">
                <a16:creationId xmlns:a16="http://schemas.microsoft.com/office/drawing/2014/main" id="{28544FF0-0E7A-4220-A0DD-A511F784DC38}"/>
              </a:ext>
            </a:extLst>
          </p:cNvPr>
          <p:cNvSpPr>
            <a:spLocks noGrp="1"/>
          </p:cNvSpPr>
          <p:nvPr/>
        </p:nvSpPr>
        <p:spPr>
          <a:xfrm>
            <a:off x="5901603" y="6295746"/>
            <a:ext cx="278322" cy="48933"/>
          </a:xfrm>
          <a:custGeom>
            <a:avLst/>
            <a:gdLst/>
            <a:ahLst/>
            <a:cxnLst/>
            <a:rect l="0" t="0" r="0" b="0"/>
            <a:pathLst>
              <a:path w="278322" h="48933">
                <a:moveTo>
                  <a:pt x="0" y="48933"/>
                </a:moveTo>
                <a:lnTo>
                  <a:pt x="278322" y="0"/>
                </a:lnTo>
              </a:path>
            </a:pathLst>
          </a:custGeom>
          <a:noFill/>
          <a:ln w="7109">
            <a:solidFill>
              <a:srgbClr val="EC532F">
                <a:alpha val="5000"/>
              </a:srgbClr>
            </a:solidFill>
            <a:prstDash val="solid"/>
          </a:ln>
        </p:spPr>
      </p:sp>
      <p:sp>
        <p:nvSpPr>
          <p:cNvPr id="395" name="lumia-token-stream-curve">
            <a:extLst>
              <a:ext uri="{FF2B5EF4-FFF2-40B4-BE49-F238E27FC236}">
                <a16:creationId xmlns:a16="http://schemas.microsoft.com/office/drawing/2014/main" id="{A4312B25-9822-4545-94D5-64D5DB2598E2}"/>
              </a:ext>
            </a:extLst>
          </p:cNvPr>
          <p:cNvSpPr>
            <a:spLocks noGrp="1"/>
          </p:cNvSpPr>
          <p:nvPr/>
        </p:nvSpPr>
        <p:spPr>
          <a:xfrm>
            <a:off x="6179925" y="6246467"/>
            <a:ext cx="279799" cy="49278"/>
          </a:xfrm>
          <a:custGeom>
            <a:avLst/>
            <a:gdLst/>
            <a:ahLst/>
            <a:cxnLst/>
            <a:rect l="0" t="0" r="0" b="0"/>
            <a:pathLst>
              <a:path w="279799" h="49278">
                <a:moveTo>
                  <a:pt x="0" y="49278"/>
                </a:moveTo>
                <a:lnTo>
                  <a:pt x="279799" y="0"/>
                </a:lnTo>
              </a:path>
            </a:pathLst>
          </a:custGeom>
          <a:noFill/>
          <a:ln w="7273">
            <a:solidFill>
              <a:srgbClr val="EE5E2A">
                <a:alpha val="5000"/>
              </a:srgbClr>
            </a:solidFill>
            <a:prstDash val="solid"/>
          </a:ln>
        </p:spPr>
      </p:sp>
      <p:sp>
        <p:nvSpPr>
          <p:cNvPr id="396" name="lumia-token-stream-curve">
            <a:extLst>
              <a:ext uri="{FF2B5EF4-FFF2-40B4-BE49-F238E27FC236}">
                <a16:creationId xmlns:a16="http://schemas.microsoft.com/office/drawing/2014/main" id="{3A038FD8-FA8D-4386-A489-A0C118C81A9E}"/>
              </a:ext>
            </a:extLst>
          </p:cNvPr>
          <p:cNvSpPr>
            <a:spLocks noGrp="1"/>
          </p:cNvSpPr>
          <p:nvPr/>
        </p:nvSpPr>
        <p:spPr>
          <a:xfrm>
            <a:off x="6459724" y="6201555"/>
            <a:ext cx="281162" cy="44913"/>
          </a:xfrm>
          <a:custGeom>
            <a:avLst/>
            <a:gdLst/>
            <a:ahLst/>
            <a:cxnLst/>
            <a:rect l="0" t="0" r="0" b="0"/>
            <a:pathLst>
              <a:path w="281162" h="44913">
                <a:moveTo>
                  <a:pt x="0" y="44913"/>
                </a:moveTo>
                <a:lnTo>
                  <a:pt x="281162" y="0"/>
                </a:lnTo>
              </a:path>
            </a:pathLst>
          </a:custGeom>
          <a:noFill/>
          <a:ln w="7447">
            <a:solidFill>
              <a:srgbClr val="EF6926">
                <a:alpha val="5000"/>
              </a:srgbClr>
            </a:solidFill>
            <a:prstDash val="solid"/>
          </a:ln>
        </p:spPr>
      </p:sp>
      <p:sp>
        <p:nvSpPr>
          <p:cNvPr id="397" name="lumia-token-stream-curve">
            <a:extLst>
              <a:ext uri="{FF2B5EF4-FFF2-40B4-BE49-F238E27FC236}">
                <a16:creationId xmlns:a16="http://schemas.microsoft.com/office/drawing/2014/main" id="{8C4063A1-10F0-460F-A6B6-180AA09D8A11}"/>
              </a:ext>
            </a:extLst>
          </p:cNvPr>
          <p:cNvSpPr>
            <a:spLocks noGrp="1"/>
          </p:cNvSpPr>
          <p:nvPr/>
        </p:nvSpPr>
        <p:spPr>
          <a:xfrm>
            <a:off x="6740886" y="6165124"/>
            <a:ext cx="282413" cy="36431"/>
          </a:xfrm>
          <a:custGeom>
            <a:avLst/>
            <a:gdLst/>
            <a:ahLst/>
            <a:cxnLst/>
            <a:rect l="0" t="0" r="0" b="0"/>
            <a:pathLst>
              <a:path w="282413" h="36431">
                <a:moveTo>
                  <a:pt x="0" y="36431"/>
                </a:moveTo>
                <a:lnTo>
                  <a:pt x="282413" y="0"/>
                </a:lnTo>
              </a:path>
            </a:pathLst>
          </a:custGeom>
          <a:noFill/>
          <a:ln w="7629">
            <a:solidFill>
              <a:srgbClr val="F17322">
                <a:alpha val="5000"/>
              </a:srgbClr>
            </a:solidFill>
            <a:prstDash val="solid"/>
          </a:ln>
        </p:spPr>
      </p:sp>
      <p:sp>
        <p:nvSpPr>
          <p:cNvPr id="398" name="lumia-token-stream-curve">
            <a:extLst>
              <a:ext uri="{FF2B5EF4-FFF2-40B4-BE49-F238E27FC236}">
                <a16:creationId xmlns:a16="http://schemas.microsoft.com/office/drawing/2014/main" id="{63DC4AF4-7465-49F8-AB85-49487FDB5C58}"/>
              </a:ext>
            </a:extLst>
          </p:cNvPr>
          <p:cNvSpPr>
            <a:spLocks noGrp="1"/>
          </p:cNvSpPr>
          <p:nvPr/>
        </p:nvSpPr>
        <p:spPr>
          <a:xfrm>
            <a:off x="7023300" y="6140140"/>
            <a:ext cx="283551" cy="24984"/>
          </a:xfrm>
          <a:custGeom>
            <a:avLst/>
            <a:gdLst/>
            <a:ahLst/>
            <a:cxnLst/>
            <a:rect l="0" t="0" r="0" b="0"/>
            <a:pathLst>
              <a:path w="283551" h="24984">
                <a:moveTo>
                  <a:pt x="0" y="24984"/>
                </a:moveTo>
                <a:lnTo>
                  <a:pt x="283551" y="0"/>
                </a:lnTo>
              </a:path>
            </a:pathLst>
          </a:custGeom>
          <a:noFill/>
          <a:ln w="7817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399" name="lumia-token-stream-curve">
            <a:extLst>
              <a:ext uri="{FF2B5EF4-FFF2-40B4-BE49-F238E27FC236}">
                <a16:creationId xmlns:a16="http://schemas.microsoft.com/office/drawing/2014/main" id="{ED70A4DD-3574-4CFF-A752-E6C5F7CAD6C3}"/>
              </a:ext>
            </a:extLst>
          </p:cNvPr>
          <p:cNvSpPr>
            <a:spLocks noGrp="1"/>
          </p:cNvSpPr>
          <p:nvPr/>
        </p:nvSpPr>
        <p:spPr>
          <a:xfrm>
            <a:off x="7306851" y="6127994"/>
            <a:ext cx="284577" cy="12146"/>
          </a:xfrm>
          <a:custGeom>
            <a:avLst/>
            <a:gdLst/>
            <a:ahLst/>
            <a:cxnLst/>
            <a:rect l="0" t="0" r="0" b="0"/>
            <a:pathLst>
              <a:path w="284577" h="12146">
                <a:moveTo>
                  <a:pt x="0" y="12146"/>
                </a:moveTo>
                <a:lnTo>
                  <a:pt x="284577" y="0"/>
                </a:lnTo>
              </a:path>
            </a:pathLst>
          </a:custGeom>
          <a:noFill/>
          <a:ln w="8010">
            <a:solidFill>
              <a:srgbClr val="F48919">
                <a:alpha val="6000"/>
              </a:srgbClr>
            </a:solidFill>
            <a:prstDash val="solid"/>
          </a:ln>
        </p:spPr>
      </p:sp>
      <p:sp>
        <p:nvSpPr>
          <p:cNvPr id="400" name="lumia-token-stream-curve">
            <a:extLst>
              <a:ext uri="{FF2B5EF4-FFF2-40B4-BE49-F238E27FC236}">
                <a16:creationId xmlns:a16="http://schemas.microsoft.com/office/drawing/2014/main" id="{D0B4A1AD-7EDC-4D6A-BC41-CF1B8EDA5C58}"/>
              </a:ext>
            </a:extLst>
          </p:cNvPr>
          <p:cNvSpPr>
            <a:spLocks noGrp="1"/>
          </p:cNvSpPr>
          <p:nvPr/>
        </p:nvSpPr>
        <p:spPr>
          <a:xfrm>
            <a:off x="7591428" y="6127994"/>
            <a:ext cx="285489" cy="9525"/>
          </a:xfrm>
          <a:custGeom>
            <a:avLst/>
            <a:gdLst/>
            <a:ahLst/>
            <a:cxnLst/>
            <a:rect l="0" t="0" r="0" b="0"/>
            <a:pathLst>
              <a:path w="285489" h="9525">
                <a:moveTo>
                  <a:pt x="0" y="0"/>
                </a:moveTo>
                <a:lnTo>
                  <a:pt x="285489" y="283"/>
                </a:lnTo>
              </a:path>
            </a:pathLst>
          </a:custGeom>
          <a:noFill/>
          <a:ln w="8205">
            <a:solidFill>
              <a:srgbClr val="F59415">
                <a:alpha val="6000"/>
              </a:srgbClr>
            </a:solidFill>
            <a:prstDash val="solid"/>
          </a:ln>
        </p:spPr>
      </p:sp>
      <p:sp>
        <p:nvSpPr>
          <p:cNvPr id="401" name="lumia-token-stream-curve">
            <a:extLst>
              <a:ext uri="{FF2B5EF4-FFF2-40B4-BE49-F238E27FC236}">
                <a16:creationId xmlns:a16="http://schemas.microsoft.com/office/drawing/2014/main" id="{B1AA6298-3496-4FA8-BAAF-2507F3DFE3F7}"/>
              </a:ext>
            </a:extLst>
          </p:cNvPr>
          <p:cNvSpPr>
            <a:spLocks noGrp="1"/>
          </p:cNvSpPr>
          <p:nvPr/>
        </p:nvSpPr>
        <p:spPr>
          <a:xfrm>
            <a:off x="7876917" y="6128276"/>
            <a:ext cx="286288" cy="10515"/>
          </a:xfrm>
          <a:custGeom>
            <a:avLst/>
            <a:gdLst/>
            <a:ahLst/>
            <a:cxnLst/>
            <a:rect l="0" t="0" r="0" b="0"/>
            <a:pathLst>
              <a:path w="286288" h="10515">
                <a:moveTo>
                  <a:pt x="0" y="0"/>
                </a:moveTo>
                <a:lnTo>
                  <a:pt x="286288" y="10515"/>
                </a:lnTo>
              </a:path>
            </a:pathLst>
          </a:custGeom>
          <a:noFill/>
          <a:ln w="8401">
            <a:solidFill>
              <a:srgbClr val="F79E11">
                <a:alpha val="6000"/>
              </a:srgbClr>
            </a:solidFill>
            <a:prstDash val="solid"/>
          </a:ln>
        </p:spPr>
      </p:sp>
      <p:sp>
        <p:nvSpPr>
          <p:cNvPr id="402" name="lumia-token-stream-curve">
            <a:extLst>
              <a:ext uri="{FF2B5EF4-FFF2-40B4-BE49-F238E27FC236}">
                <a16:creationId xmlns:a16="http://schemas.microsoft.com/office/drawing/2014/main" id="{7B891100-8C21-4CD4-A22A-0271D6848CF9}"/>
              </a:ext>
            </a:extLst>
          </p:cNvPr>
          <p:cNvSpPr>
            <a:spLocks noGrp="1"/>
          </p:cNvSpPr>
          <p:nvPr/>
        </p:nvSpPr>
        <p:spPr>
          <a:xfrm>
            <a:off x="8163205" y="6138791"/>
            <a:ext cx="286975" cy="17015"/>
          </a:xfrm>
          <a:custGeom>
            <a:avLst/>
            <a:gdLst/>
            <a:ahLst/>
            <a:cxnLst/>
            <a:rect l="0" t="0" r="0" b="0"/>
            <a:pathLst>
              <a:path w="286975" h="17015">
                <a:moveTo>
                  <a:pt x="0" y="0"/>
                </a:moveTo>
                <a:lnTo>
                  <a:pt x="286975" y="17015"/>
                </a:lnTo>
              </a:path>
            </a:pathLst>
          </a:custGeom>
          <a:noFill/>
          <a:ln w="8596">
            <a:solidFill>
              <a:srgbClr val="F8A90C">
                <a:alpha val="6000"/>
              </a:srgbClr>
            </a:solidFill>
            <a:prstDash val="solid"/>
          </a:ln>
        </p:spPr>
      </p:sp>
      <p:sp>
        <p:nvSpPr>
          <p:cNvPr id="403" name="lumia-token-stream-curve">
            <a:extLst>
              <a:ext uri="{FF2B5EF4-FFF2-40B4-BE49-F238E27FC236}">
                <a16:creationId xmlns:a16="http://schemas.microsoft.com/office/drawing/2014/main" id="{2E559666-6CDA-4B7E-AFCA-149A114D33A3}"/>
              </a:ext>
            </a:extLst>
          </p:cNvPr>
          <p:cNvSpPr>
            <a:spLocks noGrp="1"/>
          </p:cNvSpPr>
          <p:nvPr/>
        </p:nvSpPr>
        <p:spPr>
          <a:xfrm>
            <a:off x="8450180" y="6155806"/>
            <a:ext cx="287549" cy="18717"/>
          </a:xfrm>
          <a:custGeom>
            <a:avLst/>
            <a:gdLst/>
            <a:ahLst/>
            <a:cxnLst/>
            <a:rect l="0" t="0" r="0" b="0"/>
            <a:pathLst>
              <a:path w="287549" h="18717">
                <a:moveTo>
                  <a:pt x="0" y="0"/>
                </a:moveTo>
                <a:lnTo>
                  <a:pt x="287549" y="18717"/>
                </a:lnTo>
              </a:path>
            </a:pathLst>
          </a:custGeom>
          <a:noFill/>
          <a:ln w="8787">
            <a:solidFill>
              <a:srgbClr val="FAB408">
                <a:alpha val="6000"/>
              </a:srgbClr>
            </a:solidFill>
            <a:prstDash val="solid"/>
          </a:ln>
        </p:spPr>
      </p:sp>
      <p:sp>
        <p:nvSpPr>
          <p:cNvPr id="404" name="lumia-token-stream-curve">
            <a:extLst>
              <a:ext uri="{FF2B5EF4-FFF2-40B4-BE49-F238E27FC236}">
                <a16:creationId xmlns:a16="http://schemas.microsoft.com/office/drawing/2014/main" id="{02D5CBD5-7C41-4446-8B76-32BA8592F221}"/>
              </a:ext>
            </a:extLst>
          </p:cNvPr>
          <p:cNvSpPr>
            <a:spLocks noGrp="1"/>
          </p:cNvSpPr>
          <p:nvPr/>
        </p:nvSpPr>
        <p:spPr>
          <a:xfrm>
            <a:off x="8737729" y="6174523"/>
            <a:ext cx="288010" cy="15181"/>
          </a:xfrm>
          <a:custGeom>
            <a:avLst/>
            <a:gdLst/>
            <a:ahLst/>
            <a:cxnLst/>
            <a:rect l="0" t="0" r="0" b="0"/>
            <a:pathLst>
              <a:path w="288010" h="15181">
                <a:moveTo>
                  <a:pt x="0" y="0"/>
                </a:moveTo>
                <a:lnTo>
                  <a:pt x="288010" y="15181"/>
                </a:lnTo>
              </a:path>
            </a:pathLst>
          </a:custGeom>
          <a:noFill/>
          <a:ln w="8974">
            <a:solidFill>
              <a:srgbClr val="F7BC07">
                <a:alpha val="6000"/>
              </a:srgbClr>
            </a:solidFill>
            <a:prstDash val="solid"/>
          </a:ln>
        </p:spPr>
      </p:sp>
      <p:sp>
        <p:nvSpPr>
          <p:cNvPr id="405" name="lumia-token-stream-curve">
            <a:extLst>
              <a:ext uri="{FF2B5EF4-FFF2-40B4-BE49-F238E27FC236}">
                <a16:creationId xmlns:a16="http://schemas.microsoft.com/office/drawing/2014/main" id="{560237E5-E5BF-4F56-B9C4-EA0B7FC0DF1A}"/>
              </a:ext>
            </a:extLst>
          </p:cNvPr>
          <p:cNvSpPr>
            <a:spLocks noGrp="1"/>
          </p:cNvSpPr>
          <p:nvPr/>
        </p:nvSpPr>
        <p:spPr>
          <a:xfrm>
            <a:off x="9025739" y="6189704"/>
            <a:ext cx="288358" cy="9525"/>
          </a:xfrm>
          <a:custGeom>
            <a:avLst/>
            <a:gdLst/>
            <a:ahLst/>
            <a:cxnLst/>
            <a:rect l="0" t="0" r="0" b="0"/>
            <a:pathLst>
              <a:path w="288358" h="9525">
                <a:moveTo>
                  <a:pt x="0" y="0"/>
                </a:moveTo>
                <a:lnTo>
                  <a:pt x="288358" y="6658"/>
                </a:lnTo>
              </a:path>
            </a:pathLst>
          </a:custGeom>
          <a:noFill/>
          <a:ln w="9155">
            <a:solidFill>
              <a:srgbClr val="E5BA0E">
                <a:alpha val="6000"/>
              </a:srgbClr>
            </a:solidFill>
            <a:prstDash val="solid"/>
          </a:ln>
        </p:spPr>
      </p:sp>
      <p:sp>
        <p:nvSpPr>
          <p:cNvPr id="406" name="lumia-token-stream-curve">
            <a:extLst>
              <a:ext uri="{FF2B5EF4-FFF2-40B4-BE49-F238E27FC236}">
                <a16:creationId xmlns:a16="http://schemas.microsoft.com/office/drawing/2014/main" id="{870DCFEA-CBF5-4114-A7F2-32051C43B4BF}"/>
              </a:ext>
            </a:extLst>
          </p:cNvPr>
          <p:cNvSpPr>
            <a:spLocks noGrp="1"/>
          </p:cNvSpPr>
          <p:nvPr/>
        </p:nvSpPr>
        <p:spPr>
          <a:xfrm>
            <a:off x="9314097" y="6190435"/>
            <a:ext cx="288593" cy="9525"/>
          </a:xfrm>
          <a:custGeom>
            <a:avLst/>
            <a:gdLst/>
            <a:ahLst/>
            <a:cxnLst/>
            <a:rect l="0" t="0" r="0" b="0"/>
            <a:pathLst>
              <a:path w="288593" h="9525">
                <a:moveTo>
                  <a:pt x="0" y="5927"/>
                </a:moveTo>
                <a:lnTo>
                  <a:pt x="288593" y="0"/>
                </a:lnTo>
              </a:path>
            </a:pathLst>
          </a:custGeom>
          <a:noFill/>
          <a:ln w="9326">
            <a:solidFill>
              <a:srgbClr val="D3B815">
                <a:alpha val="7000"/>
              </a:srgbClr>
            </a:solidFill>
            <a:prstDash val="solid"/>
          </a:ln>
        </p:spPr>
      </p:sp>
      <p:sp>
        <p:nvSpPr>
          <p:cNvPr id="407" name="lumia-token-stream-curve">
            <a:extLst>
              <a:ext uri="{FF2B5EF4-FFF2-40B4-BE49-F238E27FC236}">
                <a16:creationId xmlns:a16="http://schemas.microsoft.com/office/drawing/2014/main" id="{8279F11B-BBCB-42BD-B912-7BDB0764AAFA}"/>
              </a:ext>
            </a:extLst>
          </p:cNvPr>
          <p:cNvSpPr>
            <a:spLocks noGrp="1"/>
          </p:cNvSpPr>
          <p:nvPr/>
        </p:nvSpPr>
        <p:spPr>
          <a:xfrm>
            <a:off x="9602690" y="6169334"/>
            <a:ext cx="288716" cy="21101"/>
          </a:xfrm>
          <a:custGeom>
            <a:avLst/>
            <a:gdLst/>
            <a:ahLst/>
            <a:cxnLst/>
            <a:rect l="0" t="0" r="0" b="0"/>
            <a:pathLst>
              <a:path w="288716" h="21101">
                <a:moveTo>
                  <a:pt x="0" y="21101"/>
                </a:moveTo>
                <a:lnTo>
                  <a:pt x="288716" y="0"/>
                </a:lnTo>
              </a:path>
            </a:pathLst>
          </a:custGeom>
          <a:noFill/>
          <a:ln w="9488">
            <a:solidFill>
              <a:srgbClr val="C2B61C">
                <a:alpha val="7000"/>
              </a:srgbClr>
            </a:solidFill>
            <a:prstDash val="solid"/>
          </a:ln>
        </p:spPr>
      </p:sp>
      <p:sp>
        <p:nvSpPr>
          <p:cNvPr id="408" name="lumia-token-stream-curve">
            <a:extLst>
              <a:ext uri="{FF2B5EF4-FFF2-40B4-BE49-F238E27FC236}">
                <a16:creationId xmlns:a16="http://schemas.microsoft.com/office/drawing/2014/main" id="{F2E4B6BA-16BF-4CEC-B46C-70882DA805AA}"/>
              </a:ext>
            </a:extLst>
          </p:cNvPr>
          <p:cNvSpPr>
            <a:spLocks noGrp="1"/>
          </p:cNvSpPr>
          <p:nvPr/>
        </p:nvSpPr>
        <p:spPr>
          <a:xfrm>
            <a:off x="9891406" y="6132298"/>
            <a:ext cx="288725" cy="37036"/>
          </a:xfrm>
          <a:custGeom>
            <a:avLst/>
            <a:gdLst/>
            <a:ahLst/>
            <a:cxnLst/>
            <a:rect l="0" t="0" r="0" b="0"/>
            <a:pathLst>
              <a:path w="288725" h="37036">
                <a:moveTo>
                  <a:pt x="0" y="37036"/>
                </a:moveTo>
                <a:lnTo>
                  <a:pt x="288725" y="0"/>
                </a:lnTo>
              </a:path>
            </a:pathLst>
          </a:custGeom>
          <a:noFill/>
          <a:ln w="9637">
            <a:solidFill>
              <a:srgbClr val="B0B422">
                <a:alpha val="7000"/>
              </a:srgbClr>
            </a:solidFill>
            <a:prstDash val="solid"/>
          </a:ln>
        </p:spPr>
      </p:sp>
      <p:sp>
        <p:nvSpPr>
          <p:cNvPr id="409" name="lumia-token-stream-curve">
            <a:extLst>
              <a:ext uri="{FF2B5EF4-FFF2-40B4-BE49-F238E27FC236}">
                <a16:creationId xmlns:a16="http://schemas.microsoft.com/office/drawing/2014/main" id="{CD696138-DB7D-4B4D-9211-9076FFF34DB2}"/>
              </a:ext>
            </a:extLst>
          </p:cNvPr>
          <p:cNvSpPr>
            <a:spLocks noGrp="1"/>
          </p:cNvSpPr>
          <p:nvPr/>
        </p:nvSpPr>
        <p:spPr>
          <a:xfrm>
            <a:off x="10180132" y="6080494"/>
            <a:ext cx="288622" cy="51804"/>
          </a:xfrm>
          <a:custGeom>
            <a:avLst/>
            <a:gdLst/>
            <a:ahLst/>
            <a:cxnLst/>
            <a:rect l="0" t="0" r="0" b="0"/>
            <a:pathLst>
              <a:path w="288622" h="51804">
                <a:moveTo>
                  <a:pt x="0" y="51804"/>
                </a:moveTo>
                <a:lnTo>
                  <a:pt x="288622" y="0"/>
                </a:lnTo>
              </a:path>
            </a:pathLst>
          </a:custGeom>
          <a:noFill/>
          <a:ln w="9773">
            <a:solidFill>
              <a:srgbClr val="9EB329">
                <a:alpha val="7000"/>
              </a:srgbClr>
            </a:solidFill>
            <a:prstDash val="solid"/>
          </a:ln>
        </p:spPr>
      </p:sp>
      <p:sp>
        <p:nvSpPr>
          <p:cNvPr id="410" name="lumia-token-stream-curve">
            <a:extLst>
              <a:ext uri="{FF2B5EF4-FFF2-40B4-BE49-F238E27FC236}">
                <a16:creationId xmlns:a16="http://schemas.microsoft.com/office/drawing/2014/main" id="{590F5AFB-1468-4A54-908B-16070D4A7161}"/>
              </a:ext>
            </a:extLst>
          </p:cNvPr>
          <p:cNvSpPr>
            <a:spLocks noGrp="1"/>
          </p:cNvSpPr>
          <p:nvPr/>
        </p:nvSpPr>
        <p:spPr>
          <a:xfrm>
            <a:off x="10468754" y="6016860"/>
            <a:ext cx="288406" cy="63634"/>
          </a:xfrm>
          <a:custGeom>
            <a:avLst/>
            <a:gdLst/>
            <a:ahLst/>
            <a:cxnLst/>
            <a:rect l="0" t="0" r="0" b="0"/>
            <a:pathLst>
              <a:path w="288406" h="63634">
                <a:moveTo>
                  <a:pt x="0" y="63634"/>
                </a:moveTo>
                <a:lnTo>
                  <a:pt x="288406" y="0"/>
                </a:lnTo>
              </a:path>
            </a:pathLst>
          </a:custGeom>
          <a:noFill/>
          <a:ln w="9892">
            <a:solidFill>
              <a:srgbClr val="8CB130">
                <a:alpha val="7000"/>
              </a:srgbClr>
            </a:solidFill>
            <a:prstDash val="solid"/>
          </a:ln>
        </p:spPr>
      </p:sp>
      <p:sp>
        <p:nvSpPr>
          <p:cNvPr id="411" name="lumia-token-stream-curve">
            <a:extLst>
              <a:ext uri="{FF2B5EF4-FFF2-40B4-BE49-F238E27FC236}">
                <a16:creationId xmlns:a16="http://schemas.microsoft.com/office/drawing/2014/main" id="{069F6FE6-CAAA-44E0-906F-BF606D74F827}"/>
              </a:ext>
            </a:extLst>
          </p:cNvPr>
          <p:cNvSpPr>
            <a:spLocks noGrp="1"/>
          </p:cNvSpPr>
          <p:nvPr/>
        </p:nvSpPr>
        <p:spPr>
          <a:xfrm>
            <a:off x="10757160" y="5945704"/>
            <a:ext cx="288077" cy="71156"/>
          </a:xfrm>
          <a:custGeom>
            <a:avLst/>
            <a:gdLst/>
            <a:ahLst/>
            <a:cxnLst/>
            <a:rect l="0" t="0" r="0" b="0"/>
            <a:pathLst>
              <a:path w="288077" h="71156">
                <a:moveTo>
                  <a:pt x="0" y="71156"/>
                </a:moveTo>
                <a:lnTo>
                  <a:pt x="288077" y="0"/>
                </a:lnTo>
              </a:path>
            </a:pathLst>
          </a:custGeom>
          <a:noFill/>
          <a:ln w="9994">
            <a:solidFill>
              <a:srgbClr val="7BAF37">
                <a:alpha val="7000"/>
              </a:srgbClr>
            </a:solidFill>
            <a:prstDash val="solid"/>
          </a:ln>
        </p:spPr>
      </p:sp>
      <p:sp>
        <p:nvSpPr>
          <p:cNvPr id="412" name="lumia-token-stream-curve">
            <a:extLst>
              <a:ext uri="{FF2B5EF4-FFF2-40B4-BE49-F238E27FC236}">
                <a16:creationId xmlns:a16="http://schemas.microsoft.com/office/drawing/2014/main" id="{98BE82C5-6D67-4F97-B27A-0A5E6B94C807}"/>
              </a:ext>
            </a:extLst>
          </p:cNvPr>
          <p:cNvSpPr>
            <a:spLocks noGrp="1"/>
          </p:cNvSpPr>
          <p:nvPr/>
        </p:nvSpPr>
        <p:spPr>
          <a:xfrm>
            <a:off x="11045237" y="5872116"/>
            <a:ext cx="287635" cy="73588"/>
          </a:xfrm>
          <a:custGeom>
            <a:avLst/>
            <a:gdLst/>
            <a:ahLst/>
            <a:cxnLst/>
            <a:rect l="0" t="0" r="0" b="0"/>
            <a:pathLst>
              <a:path w="287635" h="73588">
                <a:moveTo>
                  <a:pt x="0" y="73588"/>
                </a:moveTo>
                <a:lnTo>
                  <a:pt x="287635" y="0"/>
                </a:lnTo>
              </a:path>
            </a:pathLst>
          </a:custGeom>
          <a:noFill/>
          <a:ln w="10077">
            <a:solidFill>
              <a:srgbClr val="69AD3E">
                <a:alpha val="7000"/>
              </a:srgbClr>
            </a:solidFill>
            <a:prstDash val="solid"/>
          </a:ln>
        </p:spPr>
      </p:sp>
      <p:sp>
        <p:nvSpPr>
          <p:cNvPr id="413" name="lumia-token-stream-curve">
            <a:extLst>
              <a:ext uri="{FF2B5EF4-FFF2-40B4-BE49-F238E27FC236}">
                <a16:creationId xmlns:a16="http://schemas.microsoft.com/office/drawing/2014/main" id="{F2832B14-0180-458A-A5FA-957E5FAD8288}"/>
              </a:ext>
            </a:extLst>
          </p:cNvPr>
          <p:cNvSpPr>
            <a:spLocks noGrp="1"/>
          </p:cNvSpPr>
          <p:nvPr/>
        </p:nvSpPr>
        <p:spPr>
          <a:xfrm>
            <a:off x="11332873" y="5801287"/>
            <a:ext cx="287081" cy="70830"/>
          </a:xfrm>
          <a:custGeom>
            <a:avLst/>
            <a:gdLst/>
            <a:ahLst/>
            <a:cxnLst/>
            <a:rect l="0" t="0" r="0" b="0"/>
            <a:pathLst>
              <a:path w="287081" h="70830">
                <a:moveTo>
                  <a:pt x="0" y="70830"/>
                </a:moveTo>
                <a:lnTo>
                  <a:pt x="287081" y="0"/>
                </a:lnTo>
              </a:path>
            </a:pathLst>
          </a:custGeom>
          <a:noFill/>
          <a:ln w="10138">
            <a:solidFill>
              <a:srgbClr val="57AC45">
                <a:alpha val="7000"/>
              </a:srgbClr>
            </a:solidFill>
            <a:prstDash val="solid"/>
          </a:ln>
        </p:spPr>
      </p:sp>
      <p:sp>
        <p:nvSpPr>
          <p:cNvPr id="414" name="lumia-token-stream-curve">
            <a:extLst>
              <a:ext uri="{FF2B5EF4-FFF2-40B4-BE49-F238E27FC236}">
                <a16:creationId xmlns:a16="http://schemas.microsoft.com/office/drawing/2014/main" id="{C6453081-6C8E-4309-A5F5-B55F01EFA698}"/>
              </a:ext>
            </a:extLst>
          </p:cNvPr>
          <p:cNvSpPr>
            <a:spLocks noGrp="1"/>
          </p:cNvSpPr>
          <p:nvPr/>
        </p:nvSpPr>
        <p:spPr>
          <a:xfrm>
            <a:off x="11619954" y="5737813"/>
            <a:ext cx="286413" cy="63474"/>
          </a:xfrm>
          <a:custGeom>
            <a:avLst/>
            <a:gdLst/>
            <a:ahLst/>
            <a:cxnLst/>
            <a:rect l="0" t="0" r="0" b="0"/>
            <a:pathLst>
              <a:path w="286413" h="63474">
                <a:moveTo>
                  <a:pt x="0" y="63474"/>
                </a:moveTo>
                <a:lnTo>
                  <a:pt x="286413" y="0"/>
                </a:lnTo>
              </a:path>
            </a:pathLst>
          </a:custGeom>
          <a:noFill/>
          <a:ln w="10176">
            <a:solidFill>
              <a:srgbClr val="46AA4C">
                <a:alpha val="7000"/>
              </a:srgbClr>
            </a:solidFill>
            <a:prstDash val="solid"/>
          </a:ln>
        </p:spPr>
      </p:sp>
      <p:sp>
        <p:nvSpPr>
          <p:cNvPr id="415" name="lumia-token-stream-curve">
            <a:extLst>
              <a:ext uri="{FF2B5EF4-FFF2-40B4-BE49-F238E27FC236}">
                <a16:creationId xmlns:a16="http://schemas.microsoft.com/office/drawing/2014/main" id="{5F6FE487-22CA-43D8-B625-BFCCC7E87681}"/>
              </a:ext>
            </a:extLst>
          </p:cNvPr>
          <p:cNvSpPr>
            <a:spLocks noGrp="1"/>
          </p:cNvSpPr>
          <p:nvPr/>
        </p:nvSpPr>
        <p:spPr>
          <a:xfrm>
            <a:off x="11906367" y="5685103"/>
            <a:ext cx="285633" cy="52710"/>
          </a:xfrm>
          <a:custGeom>
            <a:avLst/>
            <a:gdLst/>
            <a:ahLst/>
            <a:cxnLst/>
            <a:rect l="0" t="0" r="0" b="0"/>
            <a:pathLst>
              <a:path w="285633" h="52710">
                <a:moveTo>
                  <a:pt x="0" y="52710"/>
                </a:moveTo>
                <a:lnTo>
                  <a:pt x="285633" y="0"/>
                </a:lnTo>
              </a:path>
            </a:pathLst>
          </a:custGeom>
          <a:noFill/>
          <a:ln w="10189">
            <a:solidFill>
              <a:srgbClr val="34A853">
                <a:alpha val="7000"/>
              </a:srgbClr>
            </a:solidFill>
            <a:prstDash val="solid"/>
          </a:ln>
        </p:spPr>
      </p:sp>
      <p:sp>
        <p:nvSpPr>
          <p:cNvPr id="416" name="lumia-token-stream-curve">
            <a:extLst>
              <a:ext uri="{FF2B5EF4-FFF2-40B4-BE49-F238E27FC236}">
                <a16:creationId xmlns:a16="http://schemas.microsoft.com/office/drawing/2014/main" id="{AB3C1470-734D-4D85-84BC-7956C03E65D6}"/>
              </a:ext>
            </a:extLst>
          </p:cNvPr>
          <p:cNvSpPr>
            <a:spLocks noGrp="1"/>
          </p:cNvSpPr>
          <p:nvPr/>
        </p:nvSpPr>
        <p:spPr>
          <a:xfrm>
            <a:off x="0" y="6314448"/>
            <a:ext cx="144240" cy="15520"/>
          </a:xfrm>
          <a:custGeom>
            <a:avLst/>
            <a:gdLst/>
            <a:ahLst/>
            <a:cxnLst/>
            <a:rect l="0" t="0" r="0" b="0"/>
            <a:pathLst>
              <a:path w="144240" h="15520">
                <a:moveTo>
                  <a:pt x="0" y="15520"/>
                </a:moveTo>
                <a:lnTo>
                  <a:pt x="144240" y="0"/>
                </a:lnTo>
              </a:path>
            </a:pathLst>
          </a:custGeom>
          <a:noFill/>
          <a:ln w="6736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417" name="lumia-token-stream-curve">
            <a:extLst>
              <a:ext uri="{FF2B5EF4-FFF2-40B4-BE49-F238E27FC236}">
                <a16:creationId xmlns:a16="http://schemas.microsoft.com/office/drawing/2014/main" id="{E28A9F20-2B45-4278-AAF0-7D7F4D10E535}"/>
              </a:ext>
            </a:extLst>
          </p:cNvPr>
          <p:cNvSpPr>
            <a:spLocks noGrp="1"/>
          </p:cNvSpPr>
          <p:nvPr/>
        </p:nvSpPr>
        <p:spPr>
          <a:xfrm>
            <a:off x="144240" y="6295515"/>
            <a:ext cx="214296" cy="18933"/>
          </a:xfrm>
          <a:custGeom>
            <a:avLst/>
            <a:gdLst/>
            <a:ahLst/>
            <a:cxnLst/>
            <a:rect l="0" t="0" r="0" b="0"/>
            <a:pathLst>
              <a:path w="214296" h="18933">
                <a:moveTo>
                  <a:pt x="0" y="18933"/>
                </a:moveTo>
                <a:lnTo>
                  <a:pt x="214296" y="0"/>
                </a:lnTo>
              </a:path>
            </a:pathLst>
          </a:custGeom>
          <a:noFill/>
          <a:ln w="6736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418" name="lumia-token-stream-curve">
            <a:extLst>
              <a:ext uri="{FF2B5EF4-FFF2-40B4-BE49-F238E27FC236}">
                <a16:creationId xmlns:a16="http://schemas.microsoft.com/office/drawing/2014/main" id="{37EFCFD2-9C40-41DC-AD02-6E589C3D2CA6}"/>
              </a:ext>
            </a:extLst>
          </p:cNvPr>
          <p:cNvSpPr>
            <a:spLocks noGrp="1"/>
          </p:cNvSpPr>
          <p:nvPr/>
        </p:nvSpPr>
        <p:spPr>
          <a:xfrm>
            <a:off x="358536" y="6275414"/>
            <a:ext cx="218353" cy="20101"/>
          </a:xfrm>
          <a:custGeom>
            <a:avLst/>
            <a:gdLst/>
            <a:ahLst/>
            <a:cxnLst/>
            <a:rect l="0" t="0" r="0" b="0"/>
            <a:pathLst>
              <a:path w="218353" h="20101">
                <a:moveTo>
                  <a:pt x="0" y="20101"/>
                </a:moveTo>
                <a:lnTo>
                  <a:pt x="218353" y="0"/>
                </a:lnTo>
              </a:path>
            </a:pathLst>
          </a:custGeom>
          <a:noFill/>
          <a:ln w="6736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419" name="lumia-token-stream-curve">
            <a:extLst>
              <a:ext uri="{FF2B5EF4-FFF2-40B4-BE49-F238E27FC236}">
                <a16:creationId xmlns:a16="http://schemas.microsoft.com/office/drawing/2014/main" id="{A2B24F16-D3D5-42C1-91F7-B419CE10EF9D}"/>
              </a:ext>
            </a:extLst>
          </p:cNvPr>
          <p:cNvSpPr>
            <a:spLocks noGrp="1"/>
          </p:cNvSpPr>
          <p:nvPr/>
        </p:nvSpPr>
        <p:spPr>
          <a:xfrm>
            <a:off x="576888" y="6256633"/>
            <a:ext cx="222296" cy="18781"/>
          </a:xfrm>
          <a:custGeom>
            <a:avLst/>
            <a:gdLst/>
            <a:ahLst/>
            <a:cxnLst/>
            <a:rect l="0" t="0" r="0" b="0"/>
            <a:pathLst>
              <a:path w="222296" h="18781">
                <a:moveTo>
                  <a:pt x="0" y="18781"/>
                </a:moveTo>
                <a:lnTo>
                  <a:pt x="222296" y="0"/>
                </a:lnTo>
              </a:path>
            </a:pathLst>
          </a:custGeom>
          <a:noFill/>
          <a:ln w="6736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420" name="lumia-token-stream-curve">
            <a:extLst>
              <a:ext uri="{FF2B5EF4-FFF2-40B4-BE49-F238E27FC236}">
                <a16:creationId xmlns:a16="http://schemas.microsoft.com/office/drawing/2014/main" id="{E71B7F85-E8B0-4E2D-9B1D-22BB17E9CF2E}"/>
              </a:ext>
            </a:extLst>
          </p:cNvPr>
          <p:cNvSpPr>
            <a:spLocks noGrp="1"/>
          </p:cNvSpPr>
          <p:nvPr/>
        </p:nvSpPr>
        <p:spPr>
          <a:xfrm>
            <a:off x="799184" y="6241704"/>
            <a:ext cx="226126" cy="14929"/>
          </a:xfrm>
          <a:custGeom>
            <a:avLst/>
            <a:gdLst/>
            <a:ahLst/>
            <a:cxnLst/>
            <a:rect l="0" t="0" r="0" b="0"/>
            <a:pathLst>
              <a:path w="226126" h="14929">
                <a:moveTo>
                  <a:pt x="0" y="14929"/>
                </a:moveTo>
                <a:lnTo>
                  <a:pt x="226126" y="0"/>
                </a:lnTo>
              </a:path>
            </a:pathLst>
          </a:custGeom>
          <a:noFill/>
          <a:ln w="6736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421" name="lumia-token-stream-curve">
            <a:extLst>
              <a:ext uri="{FF2B5EF4-FFF2-40B4-BE49-F238E27FC236}">
                <a16:creationId xmlns:a16="http://schemas.microsoft.com/office/drawing/2014/main" id="{B5CBEDE2-A37C-480C-9877-434BD2F75CE8}"/>
              </a:ext>
            </a:extLst>
          </p:cNvPr>
          <p:cNvSpPr>
            <a:spLocks noGrp="1"/>
          </p:cNvSpPr>
          <p:nvPr/>
        </p:nvSpPr>
        <p:spPr>
          <a:xfrm>
            <a:off x="1025310" y="6232961"/>
            <a:ext cx="229842" cy="9525"/>
          </a:xfrm>
          <a:custGeom>
            <a:avLst/>
            <a:gdLst/>
            <a:ahLst/>
            <a:cxnLst/>
            <a:rect l="0" t="0" r="0" b="0"/>
            <a:pathLst>
              <a:path w="229842" h="9525">
                <a:moveTo>
                  <a:pt x="0" y="8742"/>
                </a:moveTo>
                <a:lnTo>
                  <a:pt x="229842" y="0"/>
                </a:lnTo>
              </a:path>
            </a:pathLst>
          </a:custGeom>
          <a:noFill/>
          <a:ln w="6736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422" name="lumia-token-stream-curve">
            <a:extLst>
              <a:ext uri="{FF2B5EF4-FFF2-40B4-BE49-F238E27FC236}">
                <a16:creationId xmlns:a16="http://schemas.microsoft.com/office/drawing/2014/main" id="{6EB73F77-0EF2-4ED7-BC2C-625F3178C07E}"/>
              </a:ext>
            </a:extLst>
          </p:cNvPr>
          <p:cNvSpPr>
            <a:spLocks noGrp="1"/>
          </p:cNvSpPr>
          <p:nvPr/>
        </p:nvSpPr>
        <p:spPr>
          <a:xfrm>
            <a:off x="1255151" y="6232298"/>
            <a:ext cx="233444" cy="9525"/>
          </a:xfrm>
          <a:custGeom>
            <a:avLst/>
            <a:gdLst/>
            <a:ahLst/>
            <a:cxnLst/>
            <a:rect l="0" t="0" r="0" b="0"/>
            <a:pathLst>
              <a:path w="233444" h="9525">
                <a:moveTo>
                  <a:pt x="0" y="663"/>
                </a:moveTo>
                <a:lnTo>
                  <a:pt x="233444" y="0"/>
                </a:lnTo>
              </a:path>
            </a:pathLst>
          </a:custGeom>
          <a:noFill/>
          <a:ln w="6736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423" name="lumia-token-stream-curve">
            <a:extLst>
              <a:ext uri="{FF2B5EF4-FFF2-40B4-BE49-F238E27FC236}">
                <a16:creationId xmlns:a16="http://schemas.microsoft.com/office/drawing/2014/main" id="{CE693345-1236-4C29-B1F0-799DE0435E83}"/>
              </a:ext>
            </a:extLst>
          </p:cNvPr>
          <p:cNvSpPr>
            <a:spLocks noGrp="1"/>
          </p:cNvSpPr>
          <p:nvPr/>
        </p:nvSpPr>
        <p:spPr>
          <a:xfrm>
            <a:off x="1488595" y="6232298"/>
            <a:ext cx="236933" cy="9525"/>
          </a:xfrm>
          <a:custGeom>
            <a:avLst/>
            <a:gdLst/>
            <a:ahLst/>
            <a:cxnLst/>
            <a:rect l="0" t="0" r="0" b="0"/>
            <a:pathLst>
              <a:path w="236933" h="9525">
                <a:moveTo>
                  <a:pt x="0" y="0"/>
                </a:moveTo>
                <a:lnTo>
                  <a:pt x="236933" y="8629"/>
                </a:lnTo>
              </a:path>
            </a:pathLst>
          </a:custGeom>
          <a:noFill/>
          <a:ln w="6736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424" name="lumia-token-stream-curve">
            <a:extLst>
              <a:ext uri="{FF2B5EF4-FFF2-40B4-BE49-F238E27FC236}">
                <a16:creationId xmlns:a16="http://schemas.microsoft.com/office/drawing/2014/main" id="{1064DBE7-8E0D-4254-AE69-5A89EA21AEA8}"/>
              </a:ext>
            </a:extLst>
          </p:cNvPr>
          <p:cNvSpPr>
            <a:spLocks noGrp="1"/>
          </p:cNvSpPr>
          <p:nvPr/>
        </p:nvSpPr>
        <p:spPr>
          <a:xfrm>
            <a:off x="1725528" y="6240927"/>
            <a:ext cx="240308" cy="18258"/>
          </a:xfrm>
          <a:custGeom>
            <a:avLst/>
            <a:gdLst/>
            <a:ahLst/>
            <a:cxnLst/>
            <a:rect l="0" t="0" r="0" b="0"/>
            <a:pathLst>
              <a:path w="240308" h="18258">
                <a:moveTo>
                  <a:pt x="0" y="0"/>
                </a:moveTo>
                <a:lnTo>
                  <a:pt x="240308" y="18258"/>
                </a:lnTo>
              </a:path>
            </a:pathLst>
          </a:custGeom>
          <a:noFill/>
          <a:ln w="6736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425" name="lumia-token-stream-curve">
            <a:extLst>
              <a:ext uri="{FF2B5EF4-FFF2-40B4-BE49-F238E27FC236}">
                <a16:creationId xmlns:a16="http://schemas.microsoft.com/office/drawing/2014/main" id="{B55492F4-DDE3-42C1-ADB2-F801BF295185}"/>
              </a:ext>
            </a:extLst>
          </p:cNvPr>
          <p:cNvSpPr>
            <a:spLocks noGrp="1"/>
          </p:cNvSpPr>
          <p:nvPr/>
        </p:nvSpPr>
        <p:spPr>
          <a:xfrm>
            <a:off x="1965837" y="6259184"/>
            <a:ext cx="243570" cy="27227"/>
          </a:xfrm>
          <a:custGeom>
            <a:avLst/>
            <a:gdLst/>
            <a:ahLst/>
            <a:cxnLst/>
            <a:rect l="0" t="0" r="0" b="0"/>
            <a:pathLst>
              <a:path w="243570" h="27227">
                <a:moveTo>
                  <a:pt x="0" y="0"/>
                </a:moveTo>
                <a:lnTo>
                  <a:pt x="243570" y="27227"/>
                </a:lnTo>
              </a:path>
            </a:pathLst>
          </a:custGeom>
          <a:noFill/>
          <a:ln w="6736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426" name="lumia-token-stream-curve">
            <a:extLst>
              <a:ext uri="{FF2B5EF4-FFF2-40B4-BE49-F238E27FC236}">
                <a16:creationId xmlns:a16="http://schemas.microsoft.com/office/drawing/2014/main" id="{7E1C03DB-FE73-4C6D-AD0C-B78C0EE43936}"/>
              </a:ext>
            </a:extLst>
          </p:cNvPr>
          <p:cNvSpPr>
            <a:spLocks noGrp="1"/>
          </p:cNvSpPr>
          <p:nvPr/>
        </p:nvSpPr>
        <p:spPr>
          <a:xfrm>
            <a:off x="2209407" y="6286411"/>
            <a:ext cx="246718" cy="34510"/>
          </a:xfrm>
          <a:custGeom>
            <a:avLst/>
            <a:gdLst/>
            <a:ahLst/>
            <a:cxnLst/>
            <a:rect l="0" t="0" r="0" b="0"/>
            <a:pathLst>
              <a:path w="246718" h="34510">
                <a:moveTo>
                  <a:pt x="0" y="0"/>
                </a:moveTo>
                <a:lnTo>
                  <a:pt x="246718" y="34510"/>
                </a:lnTo>
              </a:path>
            </a:pathLst>
          </a:custGeom>
          <a:noFill/>
          <a:ln w="6736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427" name="lumia-token-stream-curve">
            <a:extLst>
              <a:ext uri="{FF2B5EF4-FFF2-40B4-BE49-F238E27FC236}">
                <a16:creationId xmlns:a16="http://schemas.microsoft.com/office/drawing/2014/main" id="{6922425F-2791-4520-A6E8-F1E50D18A4CA}"/>
              </a:ext>
            </a:extLst>
          </p:cNvPr>
          <p:cNvSpPr>
            <a:spLocks noGrp="1"/>
          </p:cNvSpPr>
          <p:nvPr/>
        </p:nvSpPr>
        <p:spPr>
          <a:xfrm>
            <a:off x="2456125" y="6320921"/>
            <a:ext cx="249753" cy="39166"/>
          </a:xfrm>
          <a:custGeom>
            <a:avLst/>
            <a:gdLst/>
            <a:ahLst/>
            <a:cxnLst/>
            <a:rect l="0" t="0" r="0" b="0"/>
            <a:pathLst>
              <a:path w="249753" h="39166">
                <a:moveTo>
                  <a:pt x="0" y="0"/>
                </a:moveTo>
                <a:lnTo>
                  <a:pt x="249753" y="39166"/>
                </a:lnTo>
              </a:path>
            </a:pathLst>
          </a:custGeom>
          <a:noFill/>
          <a:ln w="6736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428" name="lumia-token-stream-curve">
            <a:extLst>
              <a:ext uri="{FF2B5EF4-FFF2-40B4-BE49-F238E27FC236}">
                <a16:creationId xmlns:a16="http://schemas.microsoft.com/office/drawing/2014/main" id="{775A28FE-548F-438B-A663-81E6082B70E6}"/>
              </a:ext>
            </a:extLst>
          </p:cNvPr>
          <p:cNvSpPr>
            <a:spLocks noGrp="1"/>
          </p:cNvSpPr>
          <p:nvPr/>
        </p:nvSpPr>
        <p:spPr>
          <a:xfrm>
            <a:off x="2705877" y="6360087"/>
            <a:ext cx="252674" cy="40454"/>
          </a:xfrm>
          <a:custGeom>
            <a:avLst/>
            <a:gdLst/>
            <a:ahLst/>
            <a:cxnLst/>
            <a:rect l="0" t="0" r="0" b="0"/>
            <a:pathLst>
              <a:path w="252674" h="40454">
                <a:moveTo>
                  <a:pt x="0" y="0"/>
                </a:moveTo>
                <a:lnTo>
                  <a:pt x="252674" y="40454"/>
                </a:lnTo>
              </a:path>
            </a:pathLst>
          </a:custGeom>
          <a:noFill/>
          <a:ln w="6736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429" name="lumia-token-stream-curve">
            <a:extLst>
              <a:ext uri="{FF2B5EF4-FFF2-40B4-BE49-F238E27FC236}">
                <a16:creationId xmlns:a16="http://schemas.microsoft.com/office/drawing/2014/main" id="{9D710DAB-B623-4134-88E6-A3CD0A7B7DBA}"/>
              </a:ext>
            </a:extLst>
          </p:cNvPr>
          <p:cNvSpPr>
            <a:spLocks noGrp="1"/>
          </p:cNvSpPr>
          <p:nvPr/>
        </p:nvSpPr>
        <p:spPr>
          <a:xfrm>
            <a:off x="2958551" y="6400542"/>
            <a:ext cx="255481" cy="37941"/>
          </a:xfrm>
          <a:custGeom>
            <a:avLst/>
            <a:gdLst/>
            <a:ahLst/>
            <a:cxnLst/>
            <a:rect l="0" t="0" r="0" b="0"/>
            <a:pathLst>
              <a:path w="255481" h="37941">
                <a:moveTo>
                  <a:pt x="0" y="0"/>
                </a:moveTo>
                <a:lnTo>
                  <a:pt x="255481" y="37941"/>
                </a:lnTo>
              </a:path>
            </a:pathLst>
          </a:custGeom>
          <a:noFill/>
          <a:ln w="6736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430" name="lumia-token-stream-curve">
            <a:extLst>
              <a:ext uri="{FF2B5EF4-FFF2-40B4-BE49-F238E27FC236}">
                <a16:creationId xmlns:a16="http://schemas.microsoft.com/office/drawing/2014/main" id="{D8A1B1F5-7654-4225-B4FB-A87CCF4FD80B}"/>
              </a:ext>
            </a:extLst>
          </p:cNvPr>
          <p:cNvSpPr>
            <a:spLocks noGrp="1"/>
          </p:cNvSpPr>
          <p:nvPr/>
        </p:nvSpPr>
        <p:spPr>
          <a:xfrm>
            <a:off x="3214032" y="6438483"/>
            <a:ext cx="258175" cy="31582"/>
          </a:xfrm>
          <a:custGeom>
            <a:avLst/>
            <a:gdLst/>
            <a:ahLst/>
            <a:cxnLst/>
            <a:rect l="0" t="0" r="0" b="0"/>
            <a:pathLst>
              <a:path w="258175" h="31582">
                <a:moveTo>
                  <a:pt x="0" y="0"/>
                </a:moveTo>
                <a:lnTo>
                  <a:pt x="258175" y="31582"/>
                </a:lnTo>
              </a:path>
            </a:pathLst>
          </a:custGeom>
          <a:noFill/>
          <a:ln w="6736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431" name="lumia-token-stream-curve">
            <a:extLst>
              <a:ext uri="{FF2B5EF4-FFF2-40B4-BE49-F238E27FC236}">
                <a16:creationId xmlns:a16="http://schemas.microsoft.com/office/drawing/2014/main" id="{6C4A3C13-3E18-4749-96D7-30B7DC98A47C}"/>
              </a:ext>
            </a:extLst>
          </p:cNvPr>
          <p:cNvSpPr>
            <a:spLocks noGrp="1"/>
          </p:cNvSpPr>
          <p:nvPr/>
        </p:nvSpPr>
        <p:spPr>
          <a:xfrm>
            <a:off x="3472207" y="6470065"/>
            <a:ext cx="260755" cy="21763"/>
          </a:xfrm>
          <a:custGeom>
            <a:avLst/>
            <a:gdLst/>
            <a:ahLst/>
            <a:cxnLst/>
            <a:rect l="0" t="0" r="0" b="0"/>
            <a:pathLst>
              <a:path w="260755" h="21763">
                <a:moveTo>
                  <a:pt x="0" y="0"/>
                </a:moveTo>
                <a:lnTo>
                  <a:pt x="260755" y="21763"/>
                </a:lnTo>
              </a:path>
            </a:pathLst>
          </a:custGeom>
          <a:noFill/>
          <a:ln w="6736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432" name="lumia-token-stream-curve">
            <a:extLst>
              <a:ext uri="{FF2B5EF4-FFF2-40B4-BE49-F238E27FC236}">
                <a16:creationId xmlns:a16="http://schemas.microsoft.com/office/drawing/2014/main" id="{BE98DD1B-59A5-4BF9-BA22-A39E0992FB18}"/>
              </a:ext>
            </a:extLst>
          </p:cNvPr>
          <p:cNvSpPr>
            <a:spLocks noGrp="1"/>
          </p:cNvSpPr>
          <p:nvPr/>
        </p:nvSpPr>
        <p:spPr>
          <a:xfrm>
            <a:off x="3732962" y="6491827"/>
            <a:ext cx="263222" cy="9525"/>
          </a:xfrm>
          <a:custGeom>
            <a:avLst/>
            <a:gdLst/>
            <a:ahLst/>
            <a:cxnLst/>
            <a:rect l="0" t="0" r="0" b="0"/>
            <a:pathLst>
              <a:path w="263222" h="9525">
                <a:moveTo>
                  <a:pt x="0" y="0"/>
                </a:moveTo>
                <a:lnTo>
                  <a:pt x="263222" y="9294"/>
                </a:lnTo>
              </a:path>
            </a:pathLst>
          </a:custGeom>
          <a:noFill/>
          <a:ln w="6736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433" name="lumia-token-stream-curve">
            <a:extLst>
              <a:ext uri="{FF2B5EF4-FFF2-40B4-BE49-F238E27FC236}">
                <a16:creationId xmlns:a16="http://schemas.microsoft.com/office/drawing/2014/main" id="{5539FDE7-D2F0-466A-B9B9-E510542F3E52}"/>
              </a:ext>
            </a:extLst>
          </p:cNvPr>
          <p:cNvSpPr>
            <a:spLocks noGrp="1"/>
          </p:cNvSpPr>
          <p:nvPr/>
        </p:nvSpPr>
        <p:spPr>
          <a:xfrm>
            <a:off x="3996183" y="6496467"/>
            <a:ext cx="265575" cy="9525"/>
          </a:xfrm>
          <a:custGeom>
            <a:avLst/>
            <a:gdLst/>
            <a:ahLst/>
            <a:cxnLst/>
            <a:rect l="0" t="0" r="0" b="0"/>
            <a:pathLst>
              <a:path w="265575" h="9525">
                <a:moveTo>
                  <a:pt x="0" y="4654"/>
                </a:moveTo>
                <a:lnTo>
                  <a:pt x="265575" y="0"/>
                </a:lnTo>
              </a:path>
            </a:pathLst>
          </a:custGeom>
          <a:noFill/>
          <a:ln w="6757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434" name="lumia-token-stream-curve">
            <a:extLst>
              <a:ext uri="{FF2B5EF4-FFF2-40B4-BE49-F238E27FC236}">
                <a16:creationId xmlns:a16="http://schemas.microsoft.com/office/drawing/2014/main" id="{43C8C230-0167-4402-96A0-ED9A1B8BB47E}"/>
              </a:ext>
            </a:extLst>
          </p:cNvPr>
          <p:cNvSpPr>
            <a:spLocks noGrp="1"/>
          </p:cNvSpPr>
          <p:nvPr/>
        </p:nvSpPr>
        <p:spPr>
          <a:xfrm>
            <a:off x="4261758" y="6477806"/>
            <a:ext cx="267814" cy="18661"/>
          </a:xfrm>
          <a:custGeom>
            <a:avLst/>
            <a:gdLst/>
            <a:ahLst/>
            <a:cxnLst/>
            <a:rect l="0" t="0" r="0" b="0"/>
            <a:pathLst>
              <a:path w="267814" h="18661">
                <a:moveTo>
                  <a:pt x="0" y="18661"/>
                </a:moveTo>
                <a:lnTo>
                  <a:pt x="267814" y="0"/>
                </a:lnTo>
              </a:path>
            </a:pathLst>
          </a:custGeom>
          <a:noFill/>
          <a:ln w="6804">
            <a:solidFill>
              <a:srgbClr val="B0405B">
                <a:alpha val="4000"/>
              </a:srgbClr>
            </a:solidFill>
            <a:prstDash val="solid"/>
          </a:ln>
        </p:spPr>
      </p:sp>
      <p:sp>
        <p:nvSpPr>
          <p:cNvPr id="435" name="lumia-token-stream-curve">
            <a:extLst>
              <a:ext uri="{FF2B5EF4-FFF2-40B4-BE49-F238E27FC236}">
                <a16:creationId xmlns:a16="http://schemas.microsoft.com/office/drawing/2014/main" id="{773EB214-7B1F-4DD6-8DC1-FC44E9CDC322}"/>
              </a:ext>
            </a:extLst>
          </p:cNvPr>
          <p:cNvSpPr>
            <a:spLocks noGrp="1"/>
          </p:cNvSpPr>
          <p:nvPr/>
        </p:nvSpPr>
        <p:spPr>
          <a:xfrm>
            <a:off x="4529572" y="6446588"/>
            <a:ext cx="269940" cy="31218"/>
          </a:xfrm>
          <a:custGeom>
            <a:avLst/>
            <a:gdLst/>
            <a:ahLst/>
            <a:cxnLst/>
            <a:rect l="0" t="0" r="0" b="0"/>
            <a:pathLst>
              <a:path w="269940" h="31218">
                <a:moveTo>
                  <a:pt x="0" y="31218"/>
                </a:moveTo>
                <a:lnTo>
                  <a:pt x="269940" y="0"/>
                </a:lnTo>
              </a:path>
            </a:pathLst>
          </a:custGeom>
          <a:noFill/>
          <a:ln w="6874">
            <a:solidFill>
              <a:srgbClr val="BD4153">
                <a:alpha val="4000"/>
              </a:srgbClr>
            </a:solidFill>
            <a:prstDash val="solid"/>
          </a:ln>
        </p:spPr>
      </p:sp>
      <p:sp>
        <p:nvSpPr>
          <p:cNvPr id="436" name="lumia-token-stream-curve">
            <a:extLst>
              <a:ext uri="{FF2B5EF4-FFF2-40B4-BE49-F238E27FC236}">
                <a16:creationId xmlns:a16="http://schemas.microsoft.com/office/drawing/2014/main" id="{9CA60FBE-DF4B-464E-9A7F-E06363C32807}"/>
              </a:ext>
            </a:extLst>
          </p:cNvPr>
          <p:cNvSpPr>
            <a:spLocks noGrp="1"/>
          </p:cNvSpPr>
          <p:nvPr/>
        </p:nvSpPr>
        <p:spPr>
          <a:xfrm>
            <a:off x="4799511" y="6405679"/>
            <a:ext cx="271952" cy="40910"/>
          </a:xfrm>
          <a:custGeom>
            <a:avLst/>
            <a:gdLst/>
            <a:ahLst/>
            <a:cxnLst/>
            <a:rect l="0" t="0" r="0" b="0"/>
            <a:pathLst>
              <a:path w="271952" h="40910">
                <a:moveTo>
                  <a:pt x="0" y="40910"/>
                </a:moveTo>
                <a:lnTo>
                  <a:pt x="271952" y="0"/>
                </a:lnTo>
              </a:path>
            </a:pathLst>
          </a:custGeom>
          <a:noFill/>
          <a:ln w="6967">
            <a:solidFill>
              <a:srgbClr val="CA414A">
                <a:alpha val="4000"/>
              </a:srgbClr>
            </a:solidFill>
            <a:prstDash val="solid"/>
          </a:ln>
        </p:spPr>
      </p:sp>
      <p:sp>
        <p:nvSpPr>
          <p:cNvPr id="437" name="lumia-token-stream-curve">
            <a:extLst>
              <a:ext uri="{FF2B5EF4-FFF2-40B4-BE49-F238E27FC236}">
                <a16:creationId xmlns:a16="http://schemas.microsoft.com/office/drawing/2014/main" id="{F97036F3-E661-4D98-9622-C3DB27AE9C97}"/>
              </a:ext>
            </a:extLst>
          </p:cNvPr>
          <p:cNvSpPr>
            <a:spLocks noGrp="1"/>
          </p:cNvSpPr>
          <p:nvPr/>
        </p:nvSpPr>
        <p:spPr>
          <a:xfrm>
            <a:off x="5071463" y="6359081"/>
            <a:ext cx="273851" cy="46598"/>
          </a:xfrm>
          <a:custGeom>
            <a:avLst/>
            <a:gdLst/>
            <a:ahLst/>
            <a:cxnLst/>
            <a:rect l="0" t="0" r="0" b="0"/>
            <a:pathLst>
              <a:path w="273851" h="46598">
                <a:moveTo>
                  <a:pt x="0" y="46598"/>
                </a:moveTo>
                <a:lnTo>
                  <a:pt x="273851" y="0"/>
                </a:lnTo>
              </a:path>
            </a:pathLst>
          </a:custGeom>
          <a:noFill/>
          <a:ln w="7079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438" name="lumia-token-stream-curve">
            <a:extLst>
              <a:ext uri="{FF2B5EF4-FFF2-40B4-BE49-F238E27FC236}">
                <a16:creationId xmlns:a16="http://schemas.microsoft.com/office/drawing/2014/main" id="{0514F3B8-6CFB-4C36-A048-9D6984B2CF8E}"/>
              </a:ext>
            </a:extLst>
          </p:cNvPr>
          <p:cNvSpPr>
            <a:spLocks noGrp="1"/>
          </p:cNvSpPr>
          <p:nvPr/>
        </p:nvSpPr>
        <p:spPr>
          <a:xfrm>
            <a:off x="5345314" y="6311495"/>
            <a:ext cx="275636" cy="47586"/>
          </a:xfrm>
          <a:custGeom>
            <a:avLst/>
            <a:gdLst/>
            <a:ahLst/>
            <a:cxnLst/>
            <a:rect l="0" t="0" r="0" b="0"/>
            <a:pathLst>
              <a:path w="275636" h="47586">
                <a:moveTo>
                  <a:pt x="0" y="47586"/>
                </a:moveTo>
                <a:lnTo>
                  <a:pt x="275636" y="0"/>
                </a:lnTo>
              </a:path>
            </a:pathLst>
          </a:custGeom>
          <a:noFill/>
          <a:ln w="7210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439" name="lumia-token-stream-curve">
            <a:extLst>
              <a:ext uri="{FF2B5EF4-FFF2-40B4-BE49-F238E27FC236}">
                <a16:creationId xmlns:a16="http://schemas.microsoft.com/office/drawing/2014/main" id="{3D4756DE-2DD0-4FE0-9DEA-A1B8DC20B620}"/>
              </a:ext>
            </a:extLst>
          </p:cNvPr>
          <p:cNvSpPr>
            <a:spLocks noGrp="1"/>
          </p:cNvSpPr>
          <p:nvPr/>
        </p:nvSpPr>
        <p:spPr>
          <a:xfrm>
            <a:off x="5620950" y="6267758"/>
            <a:ext cx="277307" cy="43737"/>
          </a:xfrm>
          <a:custGeom>
            <a:avLst/>
            <a:gdLst/>
            <a:ahLst/>
            <a:cxnLst/>
            <a:rect l="0" t="0" r="0" b="0"/>
            <a:pathLst>
              <a:path w="277307" h="43737">
                <a:moveTo>
                  <a:pt x="0" y="43737"/>
                </a:moveTo>
                <a:lnTo>
                  <a:pt x="277307" y="0"/>
                </a:lnTo>
              </a:path>
            </a:pathLst>
          </a:custGeom>
          <a:noFill/>
          <a:ln w="7357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440" name="lumia-token-stream-curve">
            <a:extLst>
              <a:ext uri="{FF2B5EF4-FFF2-40B4-BE49-F238E27FC236}">
                <a16:creationId xmlns:a16="http://schemas.microsoft.com/office/drawing/2014/main" id="{D17221D9-3DDB-4FFD-9BF9-F47DB620D030}"/>
              </a:ext>
            </a:extLst>
          </p:cNvPr>
          <p:cNvSpPr>
            <a:spLocks noGrp="1"/>
          </p:cNvSpPr>
          <p:nvPr/>
        </p:nvSpPr>
        <p:spPr>
          <a:xfrm>
            <a:off x="5898257" y="6232237"/>
            <a:ext cx="278865" cy="35521"/>
          </a:xfrm>
          <a:custGeom>
            <a:avLst/>
            <a:gdLst/>
            <a:ahLst/>
            <a:cxnLst/>
            <a:rect l="0" t="0" r="0" b="0"/>
            <a:pathLst>
              <a:path w="278865" h="35521">
                <a:moveTo>
                  <a:pt x="0" y="35521"/>
                </a:moveTo>
                <a:lnTo>
                  <a:pt x="278865" y="0"/>
                </a:lnTo>
              </a:path>
            </a:pathLst>
          </a:custGeom>
          <a:noFill/>
          <a:ln w="7519">
            <a:solidFill>
              <a:srgbClr val="EC532F">
                <a:alpha val="5000"/>
              </a:srgbClr>
            </a:solidFill>
            <a:prstDash val="solid"/>
          </a:ln>
        </p:spPr>
      </p:sp>
      <p:sp>
        <p:nvSpPr>
          <p:cNvPr id="441" name="lumia-token-stream-curve">
            <a:extLst>
              <a:ext uri="{FF2B5EF4-FFF2-40B4-BE49-F238E27FC236}">
                <a16:creationId xmlns:a16="http://schemas.microsoft.com/office/drawing/2014/main" id="{0B651B94-977E-49FB-AF73-F80ADEED5CFB}"/>
              </a:ext>
            </a:extLst>
          </p:cNvPr>
          <p:cNvSpPr>
            <a:spLocks noGrp="1"/>
          </p:cNvSpPr>
          <p:nvPr/>
        </p:nvSpPr>
        <p:spPr>
          <a:xfrm>
            <a:off x="6177122" y="6208250"/>
            <a:ext cx="280309" cy="23987"/>
          </a:xfrm>
          <a:custGeom>
            <a:avLst/>
            <a:gdLst/>
            <a:ahLst/>
            <a:cxnLst/>
            <a:rect l="0" t="0" r="0" b="0"/>
            <a:pathLst>
              <a:path w="280309" h="23987">
                <a:moveTo>
                  <a:pt x="0" y="23987"/>
                </a:moveTo>
                <a:lnTo>
                  <a:pt x="280309" y="0"/>
                </a:lnTo>
              </a:path>
            </a:pathLst>
          </a:custGeom>
          <a:noFill/>
          <a:ln w="7692">
            <a:solidFill>
              <a:srgbClr val="EE5E2A">
                <a:alpha val="5000"/>
              </a:srgbClr>
            </a:solidFill>
            <a:prstDash val="solid"/>
          </a:ln>
        </p:spPr>
      </p:sp>
      <p:sp>
        <p:nvSpPr>
          <p:cNvPr id="442" name="lumia-token-stream-curve">
            <a:extLst>
              <a:ext uri="{FF2B5EF4-FFF2-40B4-BE49-F238E27FC236}">
                <a16:creationId xmlns:a16="http://schemas.microsoft.com/office/drawing/2014/main" id="{6A2EF9DF-ED2E-4200-8439-2C8F4D5BD911}"/>
              </a:ext>
            </a:extLst>
          </p:cNvPr>
          <p:cNvSpPr>
            <a:spLocks noGrp="1"/>
          </p:cNvSpPr>
          <p:nvPr/>
        </p:nvSpPr>
        <p:spPr>
          <a:xfrm>
            <a:off x="6457432" y="6197602"/>
            <a:ext cx="281640" cy="10649"/>
          </a:xfrm>
          <a:custGeom>
            <a:avLst/>
            <a:gdLst/>
            <a:ahLst/>
            <a:cxnLst/>
            <a:rect l="0" t="0" r="0" b="0"/>
            <a:pathLst>
              <a:path w="281640" h="10649">
                <a:moveTo>
                  <a:pt x="0" y="10649"/>
                </a:moveTo>
                <a:lnTo>
                  <a:pt x="281640" y="0"/>
                </a:lnTo>
              </a:path>
            </a:pathLst>
          </a:custGeom>
          <a:noFill/>
          <a:ln w="7877">
            <a:solidFill>
              <a:srgbClr val="EF6926">
                <a:alpha val="5000"/>
              </a:srgbClr>
            </a:solidFill>
            <a:prstDash val="solid"/>
          </a:ln>
        </p:spPr>
      </p:sp>
      <p:sp>
        <p:nvSpPr>
          <p:cNvPr id="443" name="lumia-token-stream-curve">
            <a:extLst>
              <a:ext uri="{FF2B5EF4-FFF2-40B4-BE49-F238E27FC236}">
                <a16:creationId xmlns:a16="http://schemas.microsoft.com/office/drawing/2014/main" id="{5E2AB069-7F27-4983-A131-22FF997C4DCC}"/>
              </a:ext>
            </a:extLst>
          </p:cNvPr>
          <p:cNvSpPr>
            <a:spLocks noGrp="1"/>
          </p:cNvSpPr>
          <p:nvPr/>
        </p:nvSpPr>
        <p:spPr>
          <a:xfrm>
            <a:off x="6739072" y="6197602"/>
            <a:ext cx="282857" cy="9525"/>
          </a:xfrm>
          <a:custGeom>
            <a:avLst/>
            <a:gdLst/>
            <a:ahLst/>
            <a:cxnLst/>
            <a:rect l="0" t="0" r="0" b="0"/>
            <a:pathLst>
              <a:path w="282857" h="9525">
                <a:moveTo>
                  <a:pt x="0" y="0"/>
                </a:moveTo>
                <a:lnTo>
                  <a:pt x="282857" y="2690"/>
                </a:lnTo>
              </a:path>
            </a:pathLst>
          </a:custGeom>
          <a:noFill/>
          <a:ln w="8069">
            <a:solidFill>
              <a:srgbClr val="F17322">
                <a:alpha val="5000"/>
              </a:srgbClr>
            </a:solidFill>
            <a:prstDash val="solid"/>
          </a:ln>
        </p:spPr>
      </p:sp>
      <p:sp>
        <p:nvSpPr>
          <p:cNvPr id="444" name="lumia-token-stream-curve">
            <a:extLst>
              <a:ext uri="{FF2B5EF4-FFF2-40B4-BE49-F238E27FC236}">
                <a16:creationId xmlns:a16="http://schemas.microsoft.com/office/drawing/2014/main" id="{B47264AA-6947-4839-9C58-0D7E90EA8D98}"/>
              </a:ext>
            </a:extLst>
          </p:cNvPr>
          <p:cNvSpPr>
            <a:spLocks noGrp="1"/>
          </p:cNvSpPr>
          <p:nvPr/>
        </p:nvSpPr>
        <p:spPr>
          <a:xfrm>
            <a:off x="7021929" y="6200292"/>
            <a:ext cx="283961" cy="14170"/>
          </a:xfrm>
          <a:custGeom>
            <a:avLst/>
            <a:gdLst/>
            <a:ahLst/>
            <a:cxnLst/>
            <a:rect l="0" t="0" r="0" b="0"/>
            <a:pathLst>
              <a:path w="283961" h="14170">
                <a:moveTo>
                  <a:pt x="0" y="0"/>
                </a:moveTo>
                <a:lnTo>
                  <a:pt x="283961" y="14170"/>
                </a:lnTo>
              </a:path>
            </a:pathLst>
          </a:custGeom>
          <a:noFill/>
          <a:ln w="8268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445" name="lumia-token-stream-curve">
            <a:extLst>
              <a:ext uri="{FF2B5EF4-FFF2-40B4-BE49-F238E27FC236}">
                <a16:creationId xmlns:a16="http://schemas.microsoft.com/office/drawing/2014/main" id="{DF5E0BA9-9C31-428E-BAE3-342152CF5B72}"/>
              </a:ext>
            </a:extLst>
          </p:cNvPr>
          <p:cNvSpPr>
            <a:spLocks noGrp="1"/>
          </p:cNvSpPr>
          <p:nvPr/>
        </p:nvSpPr>
        <p:spPr>
          <a:xfrm>
            <a:off x="7305890" y="6214462"/>
            <a:ext cx="284951" cy="22120"/>
          </a:xfrm>
          <a:custGeom>
            <a:avLst/>
            <a:gdLst/>
            <a:ahLst/>
            <a:cxnLst/>
            <a:rect l="0" t="0" r="0" b="0"/>
            <a:pathLst>
              <a:path w="284951" h="22120">
                <a:moveTo>
                  <a:pt x="0" y="0"/>
                </a:moveTo>
                <a:lnTo>
                  <a:pt x="284951" y="22120"/>
                </a:lnTo>
              </a:path>
            </a:pathLst>
          </a:custGeom>
          <a:noFill/>
          <a:ln w="8472">
            <a:solidFill>
              <a:srgbClr val="F48919">
                <a:alpha val="6000"/>
              </a:srgbClr>
            </a:solidFill>
            <a:prstDash val="solid"/>
          </a:ln>
        </p:spPr>
      </p:sp>
      <p:sp>
        <p:nvSpPr>
          <p:cNvPr id="446" name="lumia-token-stream-curve">
            <a:extLst>
              <a:ext uri="{FF2B5EF4-FFF2-40B4-BE49-F238E27FC236}">
                <a16:creationId xmlns:a16="http://schemas.microsoft.com/office/drawing/2014/main" id="{C6B19FCD-F0FF-4BF2-94AC-24BC4F1E214E}"/>
              </a:ext>
            </a:extLst>
          </p:cNvPr>
          <p:cNvSpPr>
            <a:spLocks noGrp="1"/>
          </p:cNvSpPr>
          <p:nvPr/>
        </p:nvSpPr>
        <p:spPr>
          <a:xfrm>
            <a:off x="7590841" y="6236581"/>
            <a:ext cx="285827" cy="25291"/>
          </a:xfrm>
          <a:custGeom>
            <a:avLst/>
            <a:gdLst/>
            <a:ahLst/>
            <a:cxnLst/>
            <a:rect l="0" t="0" r="0" b="0"/>
            <a:pathLst>
              <a:path w="285827" h="25291">
                <a:moveTo>
                  <a:pt x="0" y="0"/>
                </a:moveTo>
                <a:lnTo>
                  <a:pt x="285827" y="25291"/>
                </a:lnTo>
              </a:path>
            </a:pathLst>
          </a:custGeom>
          <a:noFill/>
          <a:ln w="8678">
            <a:solidFill>
              <a:srgbClr val="F59415">
                <a:alpha val="6000"/>
              </a:srgbClr>
            </a:solidFill>
            <a:prstDash val="solid"/>
          </a:ln>
        </p:spPr>
      </p:sp>
      <p:sp>
        <p:nvSpPr>
          <p:cNvPr id="447" name="lumia-token-stream-curve">
            <a:extLst>
              <a:ext uri="{FF2B5EF4-FFF2-40B4-BE49-F238E27FC236}">
                <a16:creationId xmlns:a16="http://schemas.microsoft.com/office/drawing/2014/main" id="{475CC322-21CF-47A8-8846-AE73DE15A736}"/>
              </a:ext>
            </a:extLst>
          </p:cNvPr>
          <p:cNvSpPr>
            <a:spLocks noGrp="1"/>
          </p:cNvSpPr>
          <p:nvPr/>
        </p:nvSpPr>
        <p:spPr>
          <a:xfrm>
            <a:off x="7876668" y="6261872"/>
            <a:ext cx="286590" cy="23038"/>
          </a:xfrm>
          <a:custGeom>
            <a:avLst/>
            <a:gdLst/>
            <a:ahLst/>
            <a:cxnLst/>
            <a:rect l="0" t="0" r="0" b="0"/>
            <a:pathLst>
              <a:path w="286590" h="23038">
                <a:moveTo>
                  <a:pt x="0" y="0"/>
                </a:moveTo>
                <a:lnTo>
                  <a:pt x="286590" y="23038"/>
                </a:lnTo>
              </a:path>
            </a:pathLst>
          </a:custGeom>
          <a:noFill/>
          <a:ln w="8886">
            <a:solidFill>
              <a:srgbClr val="F79E11">
                <a:alpha val="6000"/>
              </a:srgbClr>
            </a:solidFill>
            <a:prstDash val="solid"/>
          </a:ln>
        </p:spPr>
      </p:sp>
      <p:sp>
        <p:nvSpPr>
          <p:cNvPr id="448" name="lumia-token-stream-curve">
            <a:extLst>
              <a:ext uri="{FF2B5EF4-FFF2-40B4-BE49-F238E27FC236}">
                <a16:creationId xmlns:a16="http://schemas.microsoft.com/office/drawing/2014/main" id="{15E5089D-84C6-4368-BA2A-33F00728484D}"/>
              </a:ext>
            </a:extLst>
          </p:cNvPr>
          <p:cNvSpPr>
            <a:spLocks noGrp="1"/>
          </p:cNvSpPr>
          <p:nvPr/>
        </p:nvSpPr>
        <p:spPr>
          <a:xfrm>
            <a:off x="8163258" y="6284910"/>
            <a:ext cx="287239" cy="15425"/>
          </a:xfrm>
          <a:custGeom>
            <a:avLst/>
            <a:gdLst/>
            <a:ahLst/>
            <a:cxnLst/>
            <a:rect l="0" t="0" r="0" b="0"/>
            <a:pathLst>
              <a:path w="287239" h="15425">
                <a:moveTo>
                  <a:pt x="0" y="0"/>
                </a:moveTo>
                <a:lnTo>
                  <a:pt x="287239" y="15425"/>
                </a:lnTo>
              </a:path>
            </a:pathLst>
          </a:custGeom>
          <a:noFill/>
          <a:ln w="9092">
            <a:solidFill>
              <a:srgbClr val="F8A90C">
                <a:alpha val="6000"/>
              </a:srgbClr>
            </a:solidFill>
            <a:prstDash val="solid"/>
          </a:ln>
        </p:spPr>
      </p:sp>
      <p:sp>
        <p:nvSpPr>
          <p:cNvPr id="449" name="lumia-token-stream-curve">
            <a:extLst>
              <a:ext uri="{FF2B5EF4-FFF2-40B4-BE49-F238E27FC236}">
                <a16:creationId xmlns:a16="http://schemas.microsoft.com/office/drawing/2014/main" id="{E7261FFB-E5C9-4068-B929-4954CBC175C9}"/>
              </a:ext>
            </a:extLst>
          </p:cNvPr>
          <p:cNvSpPr>
            <a:spLocks noGrp="1"/>
          </p:cNvSpPr>
          <p:nvPr/>
        </p:nvSpPr>
        <p:spPr>
          <a:xfrm>
            <a:off x="8450497" y="6300335"/>
            <a:ext cx="287775" cy="9525"/>
          </a:xfrm>
          <a:custGeom>
            <a:avLst/>
            <a:gdLst/>
            <a:ahLst/>
            <a:cxnLst/>
            <a:rect l="0" t="0" r="0" b="0"/>
            <a:pathLst>
              <a:path w="287775" h="9525">
                <a:moveTo>
                  <a:pt x="0" y="0"/>
                </a:moveTo>
                <a:lnTo>
                  <a:pt x="287775" y="3227"/>
                </a:lnTo>
              </a:path>
            </a:pathLst>
          </a:custGeom>
          <a:noFill/>
          <a:ln w="9294">
            <a:solidFill>
              <a:srgbClr val="FAB408">
                <a:alpha val="6000"/>
              </a:srgbClr>
            </a:solidFill>
            <a:prstDash val="solid"/>
          </a:ln>
        </p:spPr>
      </p:sp>
      <p:sp>
        <p:nvSpPr>
          <p:cNvPr id="450" name="lumia-token-stream-curve">
            <a:extLst>
              <a:ext uri="{FF2B5EF4-FFF2-40B4-BE49-F238E27FC236}">
                <a16:creationId xmlns:a16="http://schemas.microsoft.com/office/drawing/2014/main" id="{6F0B6086-39EB-4C48-A6D7-E2F0FAE79E4B}"/>
              </a:ext>
            </a:extLst>
          </p:cNvPr>
          <p:cNvSpPr>
            <a:spLocks noGrp="1"/>
          </p:cNvSpPr>
          <p:nvPr/>
        </p:nvSpPr>
        <p:spPr>
          <a:xfrm>
            <a:off x="8738272" y="6291407"/>
            <a:ext cx="288197" cy="12155"/>
          </a:xfrm>
          <a:custGeom>
            <a:avLst/>
            <a:gdLst/>
            <a:ahLst/>
            <a:cxnLst/>
            <a:rect l="0" t="0" r="0" b="0"/>
            <a:pathLst>
              <a:path w="288197" h="12155">
                <a:moveTo>
                  <a:pt x="0" y="12155"/>
                </a:moveTo>
                <a:lnTo>
                  <a:pt x="288197" y="0"/>
                </a:lnTo>
              </a:path>
            </a:pathLst>
          </a:custGeom>
          <a:noFill/>
          <a:ln w="9492">
            <a:solidFill>
              <a:srgbClr val="F7BC07">
                <a:alpha val="6000"/>
              </a:srgbClr>
            </a:solidFill>
            <a:prstDash val="solid"/>
          </a:ln>
        </p:spPr>
      </p:sp>
      <p:sp>
        <p:nvSpPr>
          <p:cNvPr id="451" name="lumia-token-stream-curve">
            <a:extLst>
              <a:ext uri="{FF2B5EF4-FFF2-40B4-BE49-F238E27FC236}">
                <a16:creationId xmlns:a16="http://schemas.microsoft.com/office/drawing/2014/main" id="{E230D7A7-EF5C-45C4-9F06-CA7D26B70022}"/>
              </a:ext>
            </a:extLst>
          </p:cNvPr>
          <p:cNvSpPr>
            <a:spLocks noGrp="1"/>
          </p:cNvSpPr>
          <p:nvPr/>
        </p:nvSpPr>
        <p:spPr>
          <a:xfrm>
            <a:off x="9026468" y="6262527"/>
            <a:ext cx="288505" cy="28880"/>
          </a:xfrm>
          <a:custGeom>
            <a:avLst/>
            <a:gdLst/>
            <a:ahLst/>
            <a:cxnLst/>
            <a:rect l="0" t="0" r="0" b="0"/>
            <a:pathLst>
              <a:path w="288505" h="28880">
                <a:moveTo>
                  <a:pt x="0" y="28880"/>
                </a:moveTo>
                <a:lnTo>
                  <a:pt x="288505" y="0"/>
                </a:lnTo>
              </a:path>
            </a:pathLst>
          </a:custGeom>
          <a:noFill/>
          <a:ln w="9683">
            <a:solidFill>
              <a:srgbClr val="E5BA0E">
                <a:alpha val="6000"/>
              </a:srgbClr>
            </a:solidFill>
            <a:prstDash val="solid"/>
          </a:ln>
        </p:spPr>
      </p:sp>
      <p:sp>
        <p:nvSpPr>
          <p:cNvPr id="452" name="lumia-token-stream-curve">
            <a:extLst>
              <a:ext uri="{FF2B5EF4-FFF2-40B4-BE49-F238E27FC236}">
                <a16:creationId xmlns:a16="http://schemas.microsoft.com/office/drawing/2014/main" id="{93E5AF0E-737F-4F2A-8DCC-CEEA1653FF01}"/>
              </a:ext>
            </a:extLst>
          </p:cNvPr>
          <p:cNvSpPr>
            <a:spLocks noGrp="1"/>
          </p:cNvSpPr>
          <p:nvPr/>
        </p:nvSpPr>
        <p:spPr>
          <a:xfrm>
            <a:off x="9314974" y="6217615"/>
            <a:ext cx="288700" cy="44912"/>
          </a:xfrm>
          <a:custGeom>
            <a:avLst/>
            <a:gdLst/>
            <a:ahLst/>
            <a:cxnLst/>
            <a:rect l="0" t="0" r="0" b="0"/>
            <a:pathLst>
              <a:path w="288700" h="44912">
                <a:moveTo>
                  <a:pt x="0" y="44912"/>
                </a:moveTo>
                <a:lnTo>
                  <a:pt x="288700" y="0"/>
                </a:lnTo>
              </a:path>
            </a:pathLst>
          </a:custGeom>
          <a:noFill/>
          <a:ln w="9864">
            <a:solidFill>
              <a:srgbClr val="D3B815">
                <a:alpha val="7000"/>
              </a:srgbClr>
            </a:solidFill>
            <a:prstDash val="solid"/>
          </a:ln>
        </p:spPr>
      </p:sp>
      <p:sp>
        <p:nvSpPr>
          <p:cNvPr id="453" name="lumia-token-stream-curve">
            <a:extLst>
              <a:ext uri="{FF2B5EF4-FFF2-40B4-BE49-F238E27FC236}">
                <a16:creationId xmlns:a16="http://schemas.microsoft.com/office/drawing/2014/main" id="{451C234E-68E0-4AA1-B4D1-A5D196AD59DF}"/>
              </a:ext>
            </a:extLst>
          </p:cNvPr>
          <p:cNvSpPr>
            <a:spLocks noGrp="1"/>
          </p:cNvSpPr>
          <p:nvPr/>
        </p:nvSpPr>
        <p:spPr>
          <a:xfrm>
            <a:off x="9603674" y="6159315"/>
            <a:ext cx="288781" cy="58300"/>
          </a:xfrm>
          <a:custGeom>
            <a:avLst/>
            <a:gdLst/>
            <a:ahLst/>
            <a:cxnLst/>
            <a:rect l="0" t="0" r="0" b="0"/>
            <a:pathLst>
              <a:path w="288781" h="58300">
                <a:moveTo>
                  <a:pt x="0" y="58300"/>
                </a:moveTo>
                <a:lnTo>
                  <a:pt x="288781" y="0"/>
                </a:lnTo>
              </a:path>
            </a:pathLst>
          </a:custGeom>
          <a:noFill/>
          <a:ln w="10035">
            <a:solidFill>
              <a:srgbClr val="C2B61C">
                <a:alpha val="7000"/>
              </a:srgbClr>
            </a:solidFill>
            <a:prstDash val="solid"/>
          </a:ln>
        </p:spPr>
      </p:sp>
      <p:sp>
        <p:nvSpPr>
          <p:cNvPr id="454" name="lumia-token-stream-curve">
            <a:extLst>
              <a:ext uri="{FF2B5EF4-FFF2-40B4-BE49-F238E27FC236}">
                <a16:creationId xmlns:a16="http://schemas.microsoft.com/office/drawing/2014/main" id="{0B9EECCF-E77C-4A52-AAB2-AB3A2BE4B43B}"/>
              </a:ext>
            </a:extLst>
          </p:cNvPr>
          <p:cNvSpPr>
            <a:spLocks noGrp="1"/>
          </p:cNvSpPr>
          <p:nvPr/>
        </p:nvSpPr>
        <p:spPr>
          <a:xfrm>
            <a:off x="9892455" y="6091873"/>
            <a:ext cx="288749" cy="67442"/>
          </a:xfrm>
          <a:custGeom>
            <a:avLst/>
            <a:gdLst/>
            <a:ahLst/>
            <a:cxnLst/>
            <a:rect l="0" t="0" r="0" b="0"/>
            <a:pathLst>
              <a:path w="288749" h="67442">
                <a:moveTo>
                  <a:pt x="0" y="67442"/>
                </a:moveTo>
                <a:lnTo>
                  <a:pt x="288749" y="0"/>
                </a:lnTo>
              </a:path>
            </a:pathLst>
          </a:custGeom>
          <a:noFill/>
          <a:ln w="10193">
            <a:solidFill>
              <a:srgbClr val="B0B422">
                <a:alpha val="7000"/>
              </a:srgbClr>
            </a:solidFill>
            <a:prstDash val="solid"/>
          </a:ln>
        </p:spPr>
      </p:sp>
      <p:sp>
        <p:nvSpPr>
          <p:cNvPr id="455" name="lumia-token-stream-curve">
            <a:extLst>
              <a:ext uri="{FF2B5EF4-FFF2-40B4-BE49-F238E27FC236}">
                <a16:creationId xmlns:a16="http://schemas.microsoft.com/office/drawing/2014/main" id="{16AC1724-B1F5-492B-A792-48432A8D1187}"/>
              </a:ext>
            </a:extLst>
          </p:cNvPr>
          <p:cNvSpPr>
            <a:spLocks noGrp="1"/>
          </p:cNvSpPr>
          <p:nvPr/>
        </p:nvSpPr>
        <p:spPr>
          <a:xfrm>
            <a:off x="10181204" y="6020565"/>
            <a:ext cx="288603" cy="71308"/>
          </a:xfrm>
          <a:custGeom>
            <a:avLst/>
            <a:gdLst/>
            <a:ahLst/>
            <a:cxnLst/>
            <a:rect l="0" t="0" r="0" b="0"/>
            <a:pathLst>
              <a:path w="288603" h="71308">
                <a:moveTo>
                  <a:pt x="0" y="71308"/>
                </a:moveTo>
                <a:lnTo>
                  <a:pt x="288603" y="0"/>
                </a:lnTo>
              </a:path>
            </a:pathLst>
          </a:custGeom>
          <a:noFill/>
          <a:ln w="10336">
            <a:solidFill>
              <a:srgbClr val="9EB329">
                <a:alpha val="7000"/>
              </a:srgbClr>
            </a:solidFill>
            <a:prstDash val="solid"/>
          </a:ln>
        </p:spPr>
      </p:sp>
      <p:sp>
        <p:nvSpPr>
          <p:cNvPr id="456" name="lumia-token-stream-curve">
            <a:extLst>
              <a:ext uri="{FF2B5EF4-FFF2-40B4-BE49-F238E27FC236}">
                <a16:creationId xmlns:a16="http://schemas.microsoft.com/office/drawing/2014/main" id="{0C2A9EC6-C86C-4AE1-BD88-72606320209A}"/>
              </a:ext>
            </a:extLst>
          </p:cNvPr>
          <p:cNvSpPr>
            <a:spLocks noGrp="1"/>
          </p:cNvSpPr>
          <p:nvPr/>
        </p:nvSpPr>
        <p:spPr>
          <a:xfrm>
            <a:off x="10469807" y="5950988"/>
            <a:ext cx="288344" cy="69577"/>
          </a:xfrm>
          <a:custGeom>
            <a:avLst/>
            <a:gdLst/>
            <a:ahLst/>
            <a:cxnLst/>
            <a:rect l="0" t="0" r="0" b="0"/>
            <a:pathLst>
              <a:path w="288344" h="69577">
                <a:moveTo>
                  <a:pt x="0" y="69577"/>
                </a:moveTo>
                <a:lnTo>
                  <a:pt x="288344" y="0"/>
                </a:lnTo>
              </a:path>
            </a:pathLst>
          </a:custGeom>
          <a:noFill/>
          <a:ln w="10463">
            <a:solidFill>
              <a:srgbClr val="8CB130">
                <a:alpha val="7000"/>
              </a:srgbClr>
            </a:solidFill>
            <a:prstDash val="solid"/>
          </a:ln>
        </p:spPr>
      </p:sp>
      <p:sp>
        <p:nvSpPr>
          <p:cNvPr id="457" name="lumia-token-stream-curve">
            <a:extLst>
              <a:ext uri="{FF2B5EF4-FFF2-40B4-BE49-F238E27FC236}">
                <a16:creationId xmlns:a16="http://schemas.microsoft.com/office/drawing/2014/main" id="{46578608-AE71-44D1-9D54-FCE6A0F03080}"/>
              </a:ext>
            </a:extLst>
          </p:cNvPr>
          <p:cNvSpPr>
            <a:spLocks noGrp="1"/>
          </p:cNvSpPr>
          <p:nvPr/>
        </p:nvSpPr>
        <p:spPr>
          <a:xfrm>
            <a:off x="10758150" y="5888304"/>
            <a:ext cx="287970" cy="62684"/>
          </a:xfrm>
          <a:custGeom>
            <a:avLst/>
            <a:gdLst/>
            <a:ahLst/>
            <a:cxnLst/>
            <a:rect l="0" t="0" r="0" b="0"/>
            <a:pathLst>
              <a:path w="287970" h="62684">
                <a:moveTo>
                  <a:pt x="0" y="62684"/>
                </a:moveTo>
                <a:lnTo>
                  <a:pt x="287970" y="0"/>
                </a:lnTo>
              </a:path>
            </a:pathLst>
          </a:custGeom>
          <a:noFill/>
          <a:ln w="10571">
            <a:solidFill>
              <a:srgbClr val="7BAF37">
                <a:alpha val="7000"/>
              </a:srgbClr>
            </a:solidFill>
            <a:prstDash val="solid"/>
          </a:ln>
        </p:spPr>
      </p:sp>
      <p:sp>
        <p:nvSpPr>
          <p:cNvPr id="458" name="lumia-token-stream-curve">
            <a:extLst>
              <a:ext uri="{FF2B5EF4-FFF2-40B4-BE49-F238E27FC236}">
                <a16:creationId xmlns:a16="http://schemas.microsoft.com/office/drawing/2014/main" id="{FBF41AF5-9485-4DAE-9A34-17F43F391D5D}"/>
              </a:ext>
            </a:extLst>
          </p:cNvPr>
          <p:cNvSpPr>
            <a:spLocks noGrp="1"/>
          </p:cNvSpPr>
          <p:nvPr/>
        </p:nvSpPr>
        <p:spPr>
          <a:xfrm>
            <a:off x="11046121" y="5836558"/>
            <a:ext cx="287484" cy="51747"/>
          </a:xfrm>
          <a:custGeom>
            <a:avLst/>
            <a:gdLst/>
            <a:ahLst/>
            <a:cxnLst/>
            <a:rect l="0" t="0" r="0" b="0"/>
            <a:pathLst>
              <a:path w="287484" h="51747">
                <a:moveTo>
                  <a:pt x="0" y="51747"/>
                </a:moveTo>
                <a:lnTo>
                  <a:pt x="287484" y="0"/>
                </a:lnTo>
              </a:path>
            </a:pathLst>
          </a:custGeom>
          <a:noFill/>
          <a:ln w="10658">
            <a:solidFill>
              <a:srgbClr val="69AD3E">
                <a:alpha val="7000"/>
              </a:srgbClr>
            </a:solidFill>
            <a:prstDash val="solid"/>
          </a:ln>
        </p:spPr>
      </p:sp>
      <p:sp>
        <p:nvSpPr>
          <p:cNvPr id="459" name="lumia-token-stream-curve">
            <a:extLst>
              <a:ext uri="{FF2B5EF4-FFF2-40B4-BE49-F238E27FC236}">
                <a16:creationId xmlns:a16="http://schemas.microsoft.com/office/drawing/2014/main" id="{8D16D218-DB03-4F33-A48E-8B354E4884DA}"/>
              </a:ext>
            </a:extLst>
          </p:cNvPr>
          <p:cNvSpPr>
            <a:spLocks noGrp="1"/>
          </p:cNvSpPr>
          <p:nvPr/>
        </p:nvSpPr>
        <p:spPr>
          <a:xfrm>
            <a:off x="11333605" y="5798144"/>
            <a:ext cx="286884" cy="38414"/>
          </a:xfrm>
          <a:custGeom>
            <a:avLst/>
            <a:gdLst/>
            <a:ahLst/>
            <a:cxnLst/>
            <a:rect l="0" t="0" r="0" b="0"/>
            <a:pathLst>
              <a:path w="286884" h="38414">
                <a:moveTo>
                  <a:pt x="0" y="38414"/>
                </a:moveTo>
                <a:lnTo>
                  <a:pt x="286884" y="0"/>
                </a:lnTo>
              </a:path>
            </a:pathLst>
          </a:custGeom>
          <a:noFill/>
          <a:ln w="10723">
            <a:solidFill>
              <a:srgbClr val="57AC45">
                <a:alpha val="7000"/>
              </a:srgbClr>
            </a:solidFill>
            <a:prstDash val="solid"/>
          </a:ln>
        </p:spPr>
      </p:sp>
      <p:sp>
        <p:nvSpPr>
          <p:cNvPr id="460" name="lumia-token-stream-curve">
            <a:extLst>
              <a:ext uri="{FF2B5EF4-FFF2-40B4-BE49-F238E27FC236}">
                <a16:creationId xmlns:a16="http://schemas.microsoft.com/office/drawing/2014/main" id="{2AA38F52-5DB1-471D-A486-572C624D34F2}"/>
              </a:ext>
            </a:extLst>
          </p:cNvPr>
          <p:cNvSpPr>
            <a:spLocks noGrp="1"/>
          </p:cNvSpPr>
          <p:nvPr/>
        </p:nvSpPr>
        <p:spPr>
          <a:xfrm>
            <a:off x="11620488" y="5773513"/>
            <a:ext cx="286170" cy="24631"/>
          </a:xfrm>
          <a:custGeom>
            <a:avLst/>
            <a:gdLst/>
            <a:ahLst/>
            <a:cxnLst/>
            <a:rect l="0" t="0" r="0" b="0"/>
            <a:pathLst>
              <a:path w="286170" h="24631">
                <a:moveTo>
                  <a:pt x="0" y="24631"/>
                </a:moveTo>
                <a:lnTo>
                  <a:pt x="286170" y="0"/>
                </a:lnTo>
              </a:path>
            </a:pathLst>
          </a:custGeom>
          <a:noFill/>
          <a:ln w="10763">
            <a:solidFill>
              <a:srgbClr val="46AA4C">
                <a:alpha val="7000"/>
              </a:srgbClr>
            </a:solidFill>
            <a:prstDash val="solid"/>
          </a:ln>
        </p:spPr>
      </p:sp>
      <p:sp>
        <p:nvSpPr>
          <p:cNvPr id="461" name="lumia-token-stream-curve">
            <a:extLst>
              <a:ext uri="{FF2B5EF4-FFF2-40B4-BE49-F238E27FC236}">
                <a16:creationId xmlns:a16="http://schemas.microsoft.com/office/drawing/2014/main" id="{D0D84CD3-B31C-4C75-9D6C-7879CC19038B}"/>
              </a:ext>
            </a:extLst>
          </p:cNvPr>
          <p:cNvSpPr>
            <a:spLocks noGrp="1"/>
          </p:cNvSpPr>
          <p:nvPr/>
        </p:nvSpPr>
        <p:spPr>
          <a:xfrm>
            <a:off x="11906658" y="5761138"/>
            <a:ext cx="285342" cy="12375"/>
          </a:xfrm>
          <a:custGeom>
            <a:avLst/>
            <a:gdLst/>
            <a:ahLst/>
            <a:cxnLst/>
            <a:rect l="0" t="0" r="0" b="0"/>
            <a:pathLst>
              <a:path w="285342" h="12375">
                <a:moveTo>
                  <a:pt x="0" y="12375"/>
                </a:moveTo>
                <a:lnTo>
                  <a:pt x="285342" y="0"/>
                </a:lnTo>
              </a:path>
            </a:pathLst>
          </a:custGeom>
          <a:noFill/>
          <a:ln w="10777">
            <a:solidFill>
              <a:srgbClr val="34A853">
                <a:alpha val="7000"/>
              </a:srgbClr>
            </a:solidFill>
            <a:prstDash val="solid"/>
          </a:ln>
        </p:spPr>
      </p:sp>
      <p:sp>
        <p:nvSpPr>
          <p:cNvPr id="462" name="lumia-token-stream-curve">
            <a:extLst>
              <a:ext uri="{FF2B5EF4-FFF2-40B4-BE49-F238E27FC236}">
                <a16:creationId xmlns:a16="http://schemas.microsoft.com/office/drawing/2014/main" id="{36F0F194-F808-4417-AC79-43E0F1285098}"/>
              </a:ext>
            </a:extLst>
          </p:cNvPr>
          <p:cNvSpPr>
            <a:spLocks noGrp="1"/>
          </p:cNvSpPr>
          <p:nvPr/>
        </p:nvSpPr>
        <p:spPr>
          <a:xfrm>
            <a:off x="159387" y="6272393"/>
            <a:ext cx="199906" cy="12360"/>
          </a:xfrm>
          <a:custGeom>
            <a:avLst/>
            <a:gdLst/>
            <a:ahLst/>
            <a:cxnLst/>
            <a:rect l="0" t="0" r="0" b="0"/>
            <a:pathLst>
              <a:path w="199906" h="12360">
                <a:moveTo>
                  <a:pt x="0" y="12360"/>
                </a:moveTo>
                <a:lnTo>
                  <a:pt x="199906" y="0"/>
                </a:lnTo>
              </a:path>
            </a:pathLst>
          </a:custGeom>
          <a:noFill/>
          <a:ln w="7103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463" name="lumia-token-stream-curve">
            <a:extLst>
              <a:ext uri="{FF2B5EF4-FFF2-40B4-BE49-F238E27FC236}">
                <a16:creationId xmlns:a16="http://schemas.microsoft.com/office/drawing/2014/main" id="{3FA2885E-D0CD-49A8-8F27-632C2326D3FE}"/>
              </a:ext>
            </a:extLst>
          </p:cNvPr>
          <p:cNvSpPr>
            <a:spLocks noGrp="1"/>
          </p:cNvSpPr>
          <p:nvPr/>
        </p:nvSpPr>
        <p:spPr>
          <a:xfrm>
            <a:off x="359293" y="6266247"/>
            <a:ext cx="204211" cy="9525"/>
          </a:xfrm>
          <a:custGeom>
            <a:avLst/>
            <a:gdLst/>
            <a:ahLst/>
            <a:cxnLst/>
            <a:rect l="0" t="0" r="0" b="0"/>
            <a:pathLst>
              <a:path w="204211" h="9525">
                <a:moveTo>
                  <a:pt x="0" y="6146"/>
                </a:moveTo>
                <a:lnTo>
                  <a:pt x="204211" y="0"/>
                </a:lnTo>
              </a:path>
            </a:pathLst>
          </a:custGeom>
          <a:noFill/>
          <a:ln w="7103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464" name="lumia-token-stream-curve">
            <a:extLst>
              <a:ext uri="{FF2B5EF4-FFF2-40B4-BE49-F238E27FC236}">
                <a16:creationId xmlns:a16="http://schemas.microsoft.com/office/drawing/2014/main" id="{FB99DCD3-937B-48D7-8B73-B1578D104581}"/>
              </a:ext>
            </a:extLst>
          </p:cNvPr>
          <p:cNvSpPr>
            <a:spLocks noGrp="1"/>
          </p:cNvSpPr>
          <p:nvPr/>
        </p:nvSpPr>
        <p:spPr>
          <a:xfrm>
            <a:off x="563504" y="6266247"/>
            <a:ext cx="208410" cy="9525"/>
          </a:xfrm>
          <a:custGeom>
            <a:avLst/>
            <a:gdLst/>
            <a:ahLst/>
            <a:cxnLst/>
            <a:rect l="0" t="0" r="0" b="0"/>
            <a:pathLst>
              <a:path w="208410" h="9525">
                <a:moveTo>
                  <a:pt x="0" y="0"/>
                </a:moveTo>
                <a:lnTo>
                  <a:pt x="208410" y="1362"/>
                </a:lnTo>
              </a:path>
            </a:pathLst>
          </a:custGeom>
          <a:noFill/>
          <a:ln w="7103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465" name="lumia-token-stream-curve">
            <a:extLst>
              <a:ext uri="{FF2B5EF4-FFF2-40B4-BE49-F238E27FC236}">
                <a16:creationId xmlns:a16="http://schemas.microsoft.com/office/drawing/2014/main" id="{8AD362CA-1B3B-4B64-8059-ED37DD79856E}"/>
              </a:ext>
            </a:extLst>
          </p:cNvPr>
          <p:cNvSpPr>
            <a:spLocks noGrp="1"/>
          </p:cNvSpPr>
          <p:nvPr/>
        </p:nvSpPr>
        <p:spPr>
          <a:xfrm>
            <a:off x="771914" y="6267609"/>
            <a:ext cx="212502" cy="9688"/>
          </a:xfrm>
          <a:custGeom>
            <a:avLst/>
            <a:gdLst/>
            <a:ahLst/>
            <a:cxnLst/>
            <a:rect l="0" t="0" r="0" b="0"/>
            <a:pathLst>
              <a:path w="212502" h="9688">
                <a:moveTo>
                  <a:pt x="0" y="0"/>
                </a:moveTo>
                <a:lnTo>
                  <a:pt x="212502" y="9688"/>
                </a:lnTo>
              </a:path>
            </a:pathLst>
          </a:custGeom>
          <a:noFill/>
          <a:ln w="7103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466" name="lumia-token-stream-curve">
            <a:extLst>
              <a:ext uri="{FF2B5EF4-FFF2-40B4-BE49-F238E27FC236}">
                <a16:creationId xmlns:a16="http://schemas.microsoft.com/office/drawing/2014/main" id="{AF784BAA-09DA-48DF-B923-9CDA21D6D0EA}"/>
              </a:ext>
            </a:extLst>
          </p:cNvPr>
          <p:cNvSpPr>
            <a:spLocks noGrp="1"/>
          </p:cNvSpPr>
          <p:nvPr/>
        </p:nvSpPr>
        <p:spPr>
          <a:xfrm>
            <a:off x="984416" y="6277297"/>
            <a:ext cx="216487" cy="18219"/>
          </a:xfrm>
          <a:custGeom>
            <a:avLst/>
            <a:gdLst/>
            <a:ahLst/>
            <a:cxnLst/>
            <a:rect l="0" t="0" r="0" b="0"/>
            <a:pathLst>
              <a:path w="216487" h="18219">
                <a:moveTo>
                  <a:pt x="0" y="0"/>
                </a:moveTo>
                <a:lnTo>
                  <a:pt x="216487" y="18219"/>
                </a:lnTo>
              </a:path>
            </a:pathLst>
          </a:custGeom>
          <a:noFill/>
          <a:ln w="7103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467" name="lumia-token-stream-curve">
            <a:extLst>
              <a:ext uri="{FF2B5EF4-FFF2-40B4-BE49-F238E27FC236}">
                <a16:creationId xmlns:a16="http://schemas.microsoft.com/office/drawing/2014/main" id="{4892DDB7-86F8-4424-8A2B-4113A3217C0C}"/>
              </a:ext>
            </a:extLst>
          </p:cNvPr>
          <p:cNvSpPr>
            <a:spLocks noGrp="1"/>
          </p:cNvSpPr>
          <p:nvPr/>
        </p:nvSpPr>
        <p:spPr>
          <a:xfrm>
            <a:off x="1200903" y="6295516"/>
            <a:ext cx="220365" cy="26240"/>
          </a:xfrm>
          <a:custGeom>
            <a:avLst/>
            <a:gdLst/>
            <a:ahLst/>
            <a:cxnLst/>
            <a:rect l="0" t="0" r="0" b="0"/>
            <a:pathLst>
              <a:path w="220365" h="26240">
                <a:moveTo>
                  <a:pt x="0" y="0"/>
                </a:moveTo>
                <a:lnTo>
                  <a:pt x="220365" y="26240"/>
                </a:lnTo>
              </a:path>
            </a:pathLst>
          </a:custGeom>
          <a:noFill/>
          <a:ln w="7103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468" name="lumia-token-stream-curve">
            <a:extLst>
              <a:ext uri="{FF2B5EF4-FFF2-40B4-BE49-F238E27FC236}">
                <a16:creationId xmlns:a16="http://schemas.microsoft.com/office/drawing/2014/main" id="{5C97E830-813D-44F8-8AAD-C8D6AF15A3F1}"/>
              </a:ext>
            </a:extLst>
          </p:cNvPr>
          <p:cNvSpPr>
            <a:spLocks noGrp="1"/>
          </p:cNvSpPr>
          <p:nvPr/>
        </p:nvSpPr>
        <p:spPr>
          <a:xfrm>
            <a:off x="1421268" y="6321756"/>
            <a:ext cx="224137" cy="32993"/>
          </a:xfrm>
          <a:custGeom>
            <a:avLst/>
            <a:gdLst/>
            <a:ahLst/>
            <a:cxnLst/>
            <a:rect l="0" t="0" r="0" b="0"/>
            <a:pathLst>
              <a:path w="224137" h="32993">
                <a:moveTo>
                  <a:pt x="0" y="0"/>
                </a:moveTo>
                <a:lnTo>
                  <a:pt x="224137" y="32993"/>
                </a:lnTo>
              </a:path>
            </a:pathLst>
          </a:custGeom>
          <a:noFill/>
          <a:ln w="7103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469" name="lumia-token-stream-curve">
            <a:extLst>
              <a:ext uri="{FF2B5EF4-FFF2-40B4-BE49-F238E27FC236}">
                <a16:creationId xmlns:a16="http://schemas.microsoft.com/office/drawing/2014/main" id="{2B1F6E7C-9659-4029-8C0C-7E40BC8892C2}"/>
              </a:ext>
            </a:extLst>
          </p:cNvPr>
          <p:cNvSpPr>
            <a:spLocks noGrp="1"/>
          </p:cNvSpPr>
          <p:nvPr/>
        </p:nvSpPr>
        <p:spPr>
          <a:xfrm>
            <a:off x="1645406" y="6354748"/>
            <a:ext cx="227803" cy="37745"/>
          </a:xfrm>
          <a:custGeom>
            <a:avLst/>
            <a:gdLst/>
            <a:ahLst/>
            <a:cxnLst/>
            <a:rect l="0" t="0" r="0" b="0"/>
            <a:pathLst>
              <a:path w="227803" h="37745">
                <a:moveTo>
                  <a:pt x="0" y="0"/>
                </a:moveTo>
                <a:lnTo>
                  <a:pt x="227803" y="37745"/>
                </a:lnTo>
              </a:path>
            </a:pathLst>
          </a:custGeom>
          <a:noFill/>
          <a:ln w="7103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470" name="lumia-token-stream-curve">
            <a:extLst>
              <a:ext uri="{FF2B5EF4-FFF2-40B4-BE49-F238E27FC236}">
                <a16:creationId xmlns:a16="http://schemas.microsoft.com/office/drawing/2014/main" id="{0A53318A-04D2-490F-BBAC-665C83A86911}"/>
              </a:ext>
            </a:extLst>
          </p:cNvPr>
          <p:cNvSpPr>
            <a:spLocks noGrp="1"/>
          </p:cNvSpPr>
          <p:nvPr/>
        </p:nvSpPr>
        <p:spPr>
          <a:xfrm>
            <a:off x="1873208" y="6392494"/>
            <a:ext cx="231361" cy="39868"/>
          </a:xfrm>
          <a:custGeom>
            <a:avLst/>
            <a:gdLst/>
            <a:ahLst/>
            <a:cxnLst/>
            <a:rect l="0" t="0" r="0" b="0"/>
            <a:pathLst>
              <a:path w="231361" h="39868">
                <a:moveTo>
                  <a:pt x="0" y="0"/>
                </a:moveTo>
                <a:lnTo>
                  <a:pt x="231361" y="39868"/>
                </a:lnTo>
              </a:path>
            </a:pathLst>
          </a:custGeom>
          <a:noFill/>
          <a:ln w="7103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471" name="lumia-token-stream-curve">
            <a:extLst>
              <a:ext uri="{FF2B5EF4-FFF2-40B4-BE49-F238E27FC236}">
                <a16:creationId xmlns:a16="http://schemas.microsoft.com/office/drawing/2014/main" id="{24E74F48-FF06-4BCF-A36F-38659D310392}"/>
              </a:ext>
            </a:extLst>
          </p:cNvPr>
          <p:cNvSpPr>
            <a:spLocks noGrp="1"/>
          </p:cNvSpPr>
          <p:nvPr/>
        </p:nvSpPr>
        <p:spPr>
          <a:xfrm>
            <a:off x="2104569" y="6432362"/>
            <a:ext cx="234813" cy="38917"/>
          </a:xfrm>
          <a:custGeom>
            <a:avLst/>
            <a:gdLst/>
            <a:ahLst/>
            <a:cxnLst/>
            <a:rect l="0" t="0" r="0" b="0"/>
            <a:pathLst>
              <a:path w="234813" h="38917">
                <a:moveTo>
                  <a:pt x="0" y="0"/>
                </a:moveTo>
                <a:lnTo>
                  <a:pt x="234813" y="38917"/>
                </a:lnTo>
              </a:path>
            </a:pathLst>
          </a:custGeom>
          <a:noFill/>
          <a:ln w="7103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472" name="lumia-token-stream-curve">
            <a:extLst>
              <a:ext uri="{FF2B5EF4-FFF2-40B4-BE49-F238E27FC236}">
                <a16:creationId xmlns:a16="http://schemas.microsoft.com/office/drawing/2014/main" id="{8E589F68-0294-4975-B0AD-878B5B21B2C6}"/>
              </a:ext>
            </a:extLst>
          </p:cNvPr>
          <p:cNvSpPr>
            <a:spLocks noGrp="1"/>
          </p:cNvSpPr>
          <p:nvPr/>
        </p:nvSpPr>
        <p:spPr>
          <a:xfrm>
            <a:off x="2339382" y="6471279"/>
            <a:ext cx="238158" cy="34698"/>
          </a:xfrm>
          <a:custGeom>
            <a:avLst/>
            <a:gdLst/>
            <a:ahLst/>
            <a:cxnLst/>
            <a:rect l="0" t="0" r="0" b="0"/>
            <a:pathLst>
              <a:path w="238158" h="34698">
                <a:moveTo>
                  <a:pt x="0" y="0"/>
                </a:moveTo>
                <a:lnTo>
                  <a:pt x="238158" y="34698"/>
                </a:lnTo>
              </a:path>
            </a:pathLst>
          </a:custGeom>
          <a:noFill/>
          <a:ln w="7103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473" name="lumia-token-stream-curve">
            <a:extLst>
              <a:ext uri="{FF2B5EF4-FFF2-40B4-BE49-F238E27FC236}">
                <a16:creationId xmlns:a16="http://schemas.microsoft.com/office/drawing/2014/main" id="{CEAC6A3F-AE36-4AFE-A3CE-76931E576C73}"/>
              </a:ext>
            </a:extLst>
          </p:cNvPr>
          <p:cNvSpPr>
            <a:spLocks noGrp="1"/>
          </p:cNvSpPr>
          <p:nvPr/>
        </p:nvSpPr>
        <p:spPr>
          <a:xfrm>
            <a:off x="2577541" y="6505977"/>
            <a:ext cx="241397" cy="27328"/>
          </a:xfrm>
          <a:custGeom>
            <a:avLst/>
            <a:gdLst/>
            <a:ahLst/>
            <a:cxnLst/>
            <a:rect l="0" t="0" r="0" b="0"/>
            <a:pathLst>
              <a:path w="241397" h="27328">
                <a:moveTo>
                  <a:pt x="0" y="0"/>
                </a:moveTo>
                <a:lnTo>
                  <a:pt x="241397" y="27328"/>
                </a:lnTo>
              </a:path>
            </a:pathLst>
          </a:custGeom>
          <a:noFill/>
          <a:ln w="7103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474" name="lumia-token-stream-curve">
            <a:extLst>
              <a:ext uri="{FF2B5EF4-FFF2-40B4-BE49-F238E27FC236}">
                <a16:creationId xmlns:a16="http://schemas.microsoft.com/office/drawing/2014/main" id="{A95418EB-3D30-4F21-885A-EB6746796C39}"/>
              </a:ext>
            </a:extLst>
          </p:cNvPr>
          <p:cNvSpPr>
            <a:spLocks noGrp="1"/>
          </p:cNvSpPr>
          <p:nvPr/>
        </p:nvSpPr>
        <p:spPr>
          <a:xfrm>
            <a:off x="2818938" y="6533305"/>
            <a:ext cx="244529" cy="17253"/>
          </a:xfrm>
          <a:custGeom>
            <a:avLst/>
            <a:gdLst/>
            <a:ahLst/>
            <a:cxnLst/>
            <a:rect l="0" t="0" r="0" b="0"/>
            <a:pathLst>
              <a:path w="244529" h="17253">
                <a:moveTo>
                  <a:pt x="0" y="0"/>
                </a:moveTo>
                <a:lnTo>
                  <a:pt x="244529" y="17253"/>
                </a:lnTo>
              </a:path>
            </a:pathLst>
          </a:custGeom>
          <a:noFill/>
          <a:ln w="7103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475" name="lumia-token-stream-curve">
            <a:extLst>
              <a:ext uri="{FF2B5EF4-FFF2-40B4-BE49-F238E27FC236}">
                <a16:creationId xmlns:a16="http://schemas.microsoft.com/office/drawing/2014/main" id="{CAFF7FC8-31F2-465B-BC39-A37A8B387DFC}"/>
              </a:ext>
            </a:extLst>
          </p:cNvPr>
          <p:cNvSpPr>
            <a:spLocks noGrp="1"/>
          </p:cNvSpPr>
          <p:nvPr/>
        </p:nvSpPr>
        <p:spPr>
          <a:xfrm>
            <a:off x="3063467" y="6550557"/>
            <a:ext cx="247554" cy="9525"/>
          </a:xfrm>
          <a:custGeom>
            <a:avLst/>
            <a:gdLst/>
            <a:ahLst/>
            <a:cxnLst/>
            <a:rect l="0" t="0" r="0" b="0"/>
            <a:pathLst>
              <a:path w="247554" h="9525">
                <a:moveTo>
                  <a:pt x="0" y="0"/>
                </a:moveTo>
                <a:lnTo>
                  <a:pt x="247554" y="5238"/>
                </a:lnTo>
              </a:path>
            </a:pathLst>
          </a:custGeom>
          <a:noFill/>
          <a:ln w="7103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476" name="lumia-token-stream-curve">
            <a:extLst>
              <a:ext uri="{FF2B5EF4-FFF2-40B4-BE49-F238E27FC236}">
                <a16:creationId xmlns:a16="http://schemas.microsoft.com/office/drawing/2014/main" id="{0B81C270-58CA-44C4-BA80-B67663F728AD}"/>
              </a:ext>
            </a:extLst>
          </p:cNvPr>
          <p:cNvSpPr>
            <a:spLocks noGrp="1"/>
          </p:cNvSpPr>
          <p:nvPr/>
        </p:nvSpPr>
        <p:spPr>
          <a:xfrm>
            <a:off x="3311021" y="6548117"/>
            <a:ext cx="250473" cy="9525"/>
          </a:xfrm>
          <a:custGeom>
            <a:avLst/>
            <a:gdLst/>
            <a:ahLst/>
            <a:cxnLst/>
            <a:rect l="0" t="0" r="0" b="0"/>
            <a:pathLst>
              <a:path w="250473" h="9525">
                <a:moveTo>
                  <a:pt x="0" y="7679"/>
                </a:moveTo>
                <a:lnTo>
                  <a:pt x="250473" y="0"/>
                </a:lnTo>
              </a:path>
            </a:pathLst>
          </a:custGeom>
          <a:noFill/>
          <a:ln w="7103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477" name="lumia-token-stream-curve">
            <a:extLst>
              <a:ext uri="{FF2B5EF4-FFF2-40B4-BE49-F238E27FC236}">
                <a16:creationId xmlns:a16="http://schemas.microsoft.com/office/drawing/2014/main" id="{8AD68393-0995-4F73-BB3B-2AAE0BB114A9}"/>
              </a:ext>
            </a:extLst>
          </p:cNvPr>
          <p:cNvSpPr>
            <a:spLocks noGrp="1"/>
          </p:cNvSpPr>
          <p:nvPr/>
        </p:nvSpPr>
        <p:spPr>
          <a:xfrm>
            <a:off x="3561494" y="6527836"/>
            <a:ext cx="253285" cy="20281"/>
          </a:xfrm>
          <a:custGeom>
            <a:avLst/>
            <a:gdLst/>
            <a:ahLst/>
            <a:cxnLst/>
            <a:rect l="0" t="0" r="0" b="0"/>
            <a:pathLst>
              <a:path w="253285" h="20281">
                <a:moveTo>
                  <a:pt x="0" y="20281"/>
                </a:moveTo>
                <a:lnTo>
                  <a:pt x="253285" y="0"/>
                </a:lnTo>
              </a:path>
            </a:pathLst>
          </a:custGeom>
          <a:noFill/>
          <a:ln w="7103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478" name="lumia-token-stream-curve">
            <a:extLst>
              <a:ext uri="{FF2B5EF4-FFF2-40B4-BE49-F238E27FC236}">
                <a16:creationId xmlns:a16="http://schemas.microsoft.com/office/drawing/2014/main" id="{4DBEA82C-733F-4966-B71C-463EC66CE68D}"/>
              </a:ext>
            </a:extLst>
          </p:cNvPr>
          <p:cNvSpPr>
            <a:spLocks noGrp="1"/>
          </p:cNvSpPr>
          <p:nvPr/>
        </p:nvSpPr>
        <p:spPr>
          <a:xfrm>
            <a:off x="3814780" y="6496542"/>
            <a:ext cx="255991" cy="31294"/>
          </a:xfrm>
          <a:custGeom>
            <a:avLst/>
            <a:gdLst/>
            <a:ahLst/>
            <a:cxnLst/>
            <a:rect l="0" t="0" r="0" b="0"/>
            <a:pathLst>
              <a:path w="255991" h="31294">
                <a:moveTo>
                  <a:pt x="0" y="31294"/>
                </a:moveTo>
                <a:lnTo>
                  <a:pt x="255991" y="0"/>
                </a:lnTo>
              </a:path>
            </a:pathLst>
          </a:custGeom>
          <a:noFill/>
          <a:ln w="7104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479" name="lumia-token-stream-curve">
            <a:extLst>
              <a:ext uri="{FF2B5EF4-FFF2-40B4-BE49-F238E27FC236}">
                <a16:creationId xmlns:a16="http://schemas.microsoft.com/office/drawing/2014/main" id="{92967B93-8550-4796-922C-FE10DBCCDD14}"/>
              </a:ext>
            </a:extLst>
          </p:cNvPr>
          <p:cNvSpPr>
            <a:spLocks noGrp="1"/>
          </p:cNvSpPr>
          <p:nvPr/>
        </p:nvSpPr>
        <p:spPr>
          <a:xfrm>
            <a:off x="4070770" y="6457019"/>
            <a:ext cx="258589" cy="39524"/>
          </a:xfrm>
          <a:custGeom>
            <a:avLst/>
            <a:gdLst/>
            <a:ahLst/>
            <a:cxnLst/>
            <a:rect l="0" t="0" r="0" b="0"/>
            <a:pathLst>
              <a:path w="258589" h="39524">
                <a:moveTo>
                  <a:pt x="0" y="39524"/>
                </a:moveTo>
                <a:lnTo>
                  <a:pt x="258589" y="0"/>
                </a:lnTo>
              </a:path>
            </a:pathLst>
          </a:custGeom>
          <a:noFill/>
          <a:ln w="7126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480" name="lumia-token-stream-curve">
            <a:extLst>
              <a:ext uri="{FF2B5EF4-FFF2-40B4-BE49-F238E27FC236}">
                <a16:creationId xmlns:a16="http://schemas.microsoft.com/office/drawing/2014/main" id="{0B68889B-6124-4BCC-9339-8E8046A041AF}"/>
              </a:ext>
            </a:extLst>
          </p:cNvPr>
          <p:cNvSpPr>
            <a:spLocks noGrp="1"/>
          </p:cNvSpPr>
          <p:nvPr/>
        </p:nvSpPr>
        <p:spPr>
          <a:xfrm>
            <a:off x="4329360" y="6413007"/>
            <a:ext cx="261082" cy="44012"/>
          </a:xfrm>
          <a:custGeom>
            <a:avLst/>
            <a:gdLst/>
            <a:ahLst/>
            <a:cxnLst/>
            <a:rect l="0" t="0" r="0" b="0"/>
            <a:pathLst>
              <a:path w="261082" h="44012">
                <a:moveTo>
                  <a:pt x="0" y="44012"/>
                </a:moveTo>
                <a:lnTo>
                  <a:pt x="261082" y="0"/>
                </a:lnTo>
              </a:path>
            </a:pathLst>
          </a:custGeom>
          <a:noFill/>
          <a:ln w="7175">
            <a:solidFill>
              <a:srgbClr val="B0405B">
                <a:alpha val="4000"/>
              </a:srgbClr>
            </a:solidFill>
            <a:prstDash val="solid"/>
          </a:ln>
        </p:spPr>
      </p:sp>
      <p:sp>
        <p:nvSpPr>
          <p:cNvPr id="481" name="lumia-token-stream-curve">
            <a:extLst>
              <a:ext uri="{FF2B5EF4-FFF2-40B4-BE49-F238E27FC236}">
                <a16:creationId xmlns:a16="http://schemas.microsoft.com/office/drawing/2014/main" id="{E50A3880-20E6-4786-BCF4-BC356B2FF637}"/>
              </a:ext>
            </a:extLst>
          </p:cNvPr>
          <p:cNvSpPr>
            <a:spLocks noGrp="1"/>
          </p:cNvSpPr>
          <p:nvPr/>
        </p:nvSpPr>
        <p:spPr>
          <a:xfrm>
            <a:off x="4590441" y="6368842"/>
            <a:ext cx="263467" cy="44165"/>
          </a:xfrm>
          <a:custGeom>
            <a:avLst/>
            <a:gdLst/>
            <a:ahLst/>
            <a:cxnLst/>
            <a:rect l="0" t="0" r="0" b="0"/>
            <a:pathLst>
              <a:path w="263467" h="44165">
                <a:moveTo>
                  <a:pt x="0" y="44165"/>
                </a:moveTo>
                <a:lnTo>
                  <a:pt x="263467" y="0"/>
                </a:lnTo>
              </a:path>
            </a:pathLst>
          </a:custGeom>
          <a:noFill/>
          <a:ln w="7249">
            <a:solidFill>
              <a:srgbClr val="BD4153">
                <a:alpha val="4000"/>
              </a:srgbClr>
            </a:solidFill>
            <a:prstDash val="solid"/>
          </a:ln>
        </p:spPr>
      </p:sp>
      <p:sp>
        <p:nvSpPr>
          <p:cNvPr id="482" name="lumia-token-stream-curve">
            <a:extLst>
              <a:ext uri="{FF2B5EF4-FFF2-40B4-BE49-F238E27FC236}">
                <a16:creationId xmlns:a16="http://schemas.microsoft.com/office/drawing/2014/main" id="{559C183D-04E9-4F88-8F2D-EF9DC0308A9C}"/>
              </a:ext>
            </a:extLst>
          </p:cNvPr>
          <p:cNvSpPr>
            <a:spLocks noGrp="1"/>
          </p:cNvSpPr>
          <p:nvPr/>
        </p:nvSpPr>
        <p:spPr>
          <a:xfrm>
            <a:off x="4853909" y="6328982"/>
            <a:ext cx="265746" cy="39860"/>
          </a:xfrm>
          <a:custGeom>
            <a:avLst/>
            <a:gdLst/>
            <a:ahLst/>
            <a:cxnLst/>
            <a:rect l="0" t="0" r="0" b="0"/>
            <a:pathLst>
              <a:path w="265746" h="39860">
                <a:moveTo>
                  <a:pt x="0" y="39860"/>
                </a:moveTo>
                <a:lnTo>
                  <a:pt x="265746" y="0"/>
                </a:lnTo>
              </a:path>
            </a:pathLst>
          </a:custGeom>
          <a:noFill/>
          <a:ln w="7347">
            <a:solidFill>
              <a:srgbClr val="CA414A">
                <a:alpha val="4000"/>
              </a:srgbClr>
            </a:solidFill>
            <a:prstDash val="solid"/>
          </a:ln>
        </p:spPr>
      </p:sp>
      <p:sp>
        <p:nvSpPr>
          <p:cNvPr id="483" name="lumia-token-stream-curve">
            <a:extLst>
              <a:ext uri="{FF2B5EF4-FFF2-40B4-BE49-F238E27FC236}">
                <a16:creationId xmlns:a16="http://schemas.microsoft.com/office/drawing/2014/main" id="{A7BF54E0-991D-4789-B3FB-A422A32F391E}"/>
              </a:ext>
            </a:extLst>
          </p:cNvPr>
          <p:cNvSpPr>
            <a:spLocks noGrp="1"/>
          </p:cNvSpPr>
          <p:nvPr/>
        </p:nvSpPr>
        <p:spPr>
          <a:xfrm>
            <a:off x="5119655" y="6297486"/>
            <a:ext cx="267918" cy="31496"/>
          </a:xfrm>
          <a:custGeom>
            <a:avLst/>
            <a:gdLst/>
            <a:ahLst/>
            <a:cxnLst/>
            <a:rect l="0" t="0" r="0" b="0"/>
            <a:pathLst>
              <a:path w="267918" h="31496">
                <a:moveTo>
                  <a:pt x="0" y="31496"/>
                </a:moveTo>
                <a:lnTo>
                  <a:pt x="267918" y="0"/>
                </a:lnTo>
              </a:path>
            </a:pathLst>
          </a:custGeom>
          <a:noFill/>
          <a:ln w="7466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484" name="lumia-token-stream-curve">
            <a:extLst>
              <a:ext uri="{FF2B5EF4-FFF2-40B4-BE49-F238E27FC236}">
                <a16:creationId xmlns:a16="http://schemas.microsoft.com/office/drawing/2014/main" id="{A71764B4-53A6-4C1A-A25C-BF7F13F5C0F7}"/>
              </a:ext>
            </a:extLst>
          </p:cNvPr>
          <p:cNvSpPr>
            <a:spLocks noGrp="1"/>
          </p:cNvSpPr>
          <p:nvPr/>
        </p:nvSpPr>
        <p:spPr>
          <a:xfrm>
            <a:off x="5387573" y="6277504"/>
            <a:ext cx="269984" cy="19982"/>
          </a:xfrm>
          <a:custGeom>
            <a:avLst/>
            <a:gdLst/>
            <a:ahLst/>
            <a:cxnLst/>
            <a:rect l="0" t="0" r="0" b="0"/>
            <a:pathLst>
              <a:path w="269984" h="19982">
                <a:moveTo>
                  <a:pt x="0" y="19982"/>
                </a:moveTo>
                <a:lnTo>
                  <a:pt x="269984" y="0"/>
                </a:lnTo>
              </a:path>
            </a:pathLst>
          </a:custGeom>
          <a:noFill/>
          <a:ln w="7604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485" name="lumia-token-stream-curve">
            <a:extLst>
              <a:ext uri="{FF2B5EF4-FFF2-40B4-BE49-F238E27FC236}">
                <a16:creationId xmlns:a16="http://schemas.microsoft.com/office/drawing/2014/main" id="{7ACF3924-F3AF-4401-98EA-D0942A4F2F0B}"/>
              </a:ext>
            </a:extLst>
          </p:cNvPr>
          <p:cNvSpPr>
            <a:spLocks noGrp="1"/>
          </p:cNvSpPr>
          <p:nvPr/>
        </p:nvSpPr>
        <p:spPr>
          <a:xfrm>
            <a:off x="5657557" y="6270841"/>
            <a:ext cx="271943" cy="9525"/>
          </a:xfrm>
          <a:custGeom>
            <a:avLst/>
            <a:gdLst/>
            <a:ahLst/>
            <a:cxnLst/>
            <a:rect l="0" t="0" r="0" b="0"/>
            <a:pathLst>
              <a:path w="271943" h="9525">
                <a:moveTo>
                  <a:pt x="0" y="6663"/>
                </a:moveTo>
                <a:lnTo>
                  <a:pt x="271943" y="0"/>
                </a:lnTo>
              </a:path>
            </a:pathLst>
          </a:custGeom>
          <a:noFill/>
          <a:ln w="7759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486" name="lumia-token-stream-curve">
            <a:extLst>
              <a:ext uri="{FF2B5EF4-FFF2-40B4-BE49-F238E27FC236}">
                <a16:creationId xmlns:a16="http://schemas.microsoft.com/office/drawing/2014/main" id="{1CDADBD9-AEC8-44AB-AE8E-51B2B8D61064}"/>
              </a:ext>
            </a:extLst>
          </p:cNvPr>
          <p:cNvSpPr>
            <a:spLocks noGrp="1"/>
          </p:cNvSpPr>
          <p:nvPr/>
        </p:nvSpPr>
        <p:spPr>
          <a:xfrm>
            <a:off x="5929499" y="6270841"/>
            <a:ext cx="273795" cy="9525"/>
          </a:xfrm>
          <a:custGeom>
            <a:avLst/>
            <a:gdLst/>
            <a:ahLst/>
            <a:cxnLst/>
            <a:rect l="0" t="0" r="0" b="0"/>
            <a:pathLst>
              <a:path w="273795" h="9525">
                <a:moveTo>
                  <a:pt x="0" y="0"/>
                </a:moveTo>
                <a:lnTo>
                  <a:pt x="273795" y="6827"/>
                </a:lnTo>
              </a:path>
            </a:pathLst>
          </a:custGeom>
          <a:noFill/>
          <a:ln w="7929">
            <a:solidFill>
              <a:srgbClr val="EC532F">
                <a:alpha val="5000"/>
              </a:srgbClr>
            </a:solidFill>
            <a:prstDash val="solid"/>
          </a:ln>
        </p:spPr>
      </p:sp>
      <p:sp>
        <p:nvSpPr>
          <p:cNvPr id="487" name="lumia-token-stream-curve">
            <a:extLst>
              <a:ext uri="{FF2B5EF4-FFF2-40B4-BE49-F238E27FC236}">
                <a16:creationId xmlns:a16="http://schemas.microsoft.com/office/drawing/2014/main" id="{4089CAC9-9A7F-483C-897E-EEB927E0B196}"/>
              </a:ext>
            </a:extLst>
          </p:cNvPr>
          <p:cNvSpPr>
            <a:spLocks noGrp="1"/>
          </p:cNvSpPr>
          <p:nvPr/>
        </p:nvSpPr>
        <p:spPr>
          <a:xfrm>
            <a:off x="6203294" y="6277668"/>
            <a:ext cx="275541" cy="18745"/>
          </a:xfrm>
          <a:custGeom>
            <a:avLst/>
            <a:gdLst/>
            <a:ahLst/>
            <a:cxnLst/>
            <a:rect l="0" t="0" r="0" b="0"/>
            <a:pathLst>
              <a:path w="275541" h="18745">
                <a:moveTo>
                  <a:pt x="0" y="0"/>
                </a:moveTo>
                <a:lnTo>
                  <a:pt x="275541" y="18745"/>
                </a:lnTo>
              </a:path>
            </a:pathLst>
          </a:custGeom>
          <a:noFill/>
          <a:ln w="8112">
            <a:solidFill>
              <a:srgbClr val="EE5E2A">
                <a:alpha val="5000"/>
              </a:srgbClr>
            </a:solidFill>
            <a:prstDash val="solid"/>
          </a:ln>
        </p:spPr>
      </p:sp>
      <p:sp>
        <p:nvSpPr>
          <p:cNvPr id="488" name="lumia-token-stream-curve">
            <a:extLst>
              <a:ext uri="{FF2B5EF4-FFF2-40B4-BE49-F238E27FC236}">
                <a16:creationId xmlns:a16="http://schemas.microsoft.com/office/drawing/2014/main" id="{3A708D97-07A6-43ED-99AB-593A6476D640}"/>
              </a:ext>
            </a:extLst>
          </p:cNvPr>
          <p:cNvSpPr>
            <a:spLocks noGrp="1"/>
          </p:cNvSpPr>
          <p:nvPr/>
        </p:nvSpPr>
        <p:spPr>
          <a:xfrm>
            <a:off x="6478835" y="6296413"/>
            <a:ext cx="277180" cy="27467"/>
          </a:xfrm>
          <a:custGeom>
            <a:avLst/>
            <a:gdLst/>
            <a:ahLst/>
            <a:cxnLst/>
            <a:rect l="0" t="0" r="0" b="0"/>
            <a:pathLst>
              <a:path w="277180" h="27467">
                <a:moveTo>
                  <a:pt x="0" y="0"/>
                </a:moveTo>
                <a:lnTo>
                  <a:pt x="277180" y="27467"/>
                </a:lnTo>
              </a:path>
            </a:pathLst>
          </a:custGeom>
          <a:noFill/>
          <a:ln w="8306">
            <a:solidFill>
              <a:srgbClr val="EF6926">
                <a:alpha val="5000"/>
              </a:srgbClr>
            </a:solidFill>
            <a:prstDash val="solid"/>
          </a:ln>
        </p:spPr>
      </p:sp>
      <p:sp>
        <p:nvSpPr>
          <p:cNvPr id="489" name="lumia-token-stream-curve">
            <a:extLst>
              <a:ext uri="{FF2B5EF4-FFF2-40B4-BE49-F238E27FC236}">
                <a16:creationId xmlns:a16="http://schemas.microsoft.com/office/drawing/2014/main" id="{8370C71C-FE21-456E-976A-4C9403E05896}"/>
              </a:ext>
            </a:extLst>
          </p:cNvPr>
          <p:cNvSpPr>
            <a:spLocks noGrp="1"/>
          </p:cNvSpPr>
          <p:nvPr/>
        </p:nvSpPr>
        <p:spPr>
          <a:xfrm>
            <a:off x="6756015" y="6323881"/>
            <a:ext cx="278712" cy="31699"/>
          </a:xfrm>
          <a:custGeom>
            <a:avLst/>
            <a:gdLst/>
            <a:ahLst/>
            <a:cxnLst/>
            <a:rect l="0" t="0" r="0" b="0"/>
            <a:pathLst>
              <a:path w="278712" h="31699">
                <a:moveTo>
                  <a:pt x="0" y="0"/>
                </a:moveTo>
                <a:lnTo>
                  <a:pt x="278712" y="31699"/>
                </a:lnTo>
              </a:path>
            </a:pathLst>
          </a:custGeom>
          <a:noFill/>
          <a:ln w="8509">
            <a:solidFill>
              <a:srgbClr val="F17322">
                <a:alpha val="5000"/>
              </a:srgbClr>
            </a:solidFill>
            <a:prstDash val="solid"/>
          </a:ln>
        </p:spPr>
      </p:sp>
      <p:sp>
        <p:nvSpPr>
          <p:cNvPr id="490" name="lumia-token-stream-curve">
            <a:extLst>
              <a:ext uri="{FF2B5EF4-FFF2-40B4-BE49-F238E27FC236}">
                <a16:creationId xmlns:a16="http://schemas.microsoft.com/office/drawing/2014/main" id="{9AC3CF92-F7E3-4D88-8783-076229F9B192}"/>
              </a:ext>
            </a:extLst>
          </p:cNvPr>
          <p:cNvSpPr>
            <a:spLocks noGrp="1"/>
          </p:cNvSpPr>
          <p:nvPr/>
        </p:nvSpPr>
        <p:spPr>
          <a:xfrm>
            <a:off x="7034727" y="6355579"/>
            <a:ext cx="280138" cy="30662"/>
          </a:xfrm>
          <a:custGeom>
            <a:avLst/>
            <a:gdLst/>
            <a:ahLst/>
            <a:cxnLst/>
            <a:rect l="0" t="0" r="0" b="0"/>
            <a:pathLst>
              <a:path w="280138" h="30662">
                <a:moveTo>
                  <a:pt x="0" y="0"/>
                </a:moveTo>
                <a:lnTo>
                  <a:pt x="280138" y="30662"/>
                </a:lnTo>
              </a:path>
            </a:pathLst>
          </a:custGeom>
          <a:noFill/>
          <a:ln w="8719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491" name="lumia-token-stream-curve">
            <a:extLst>
              <a:ext uri="{FF2B5EF4-FFF2-40B4-BE49-F238E27FC236}">
                <a16:creationId xmlns:a16="http://schemas.microsoft.com/office/drawing/2014/main" id="{826F2C8B-4654-45CC-BD33-C4B1EA6CD093}"/>
              </a:ext>
            </a:extLst>
          </p:cNvPr>
          <p:cNvSpPr>
            <a:spLocks noGrp="1"/>
          </p:cNvSpPr>
          <p:nvPr/>
        </p:nvSpPr>
        <p:spPr>
          <a:xfrm>
            <a:off x="7314864" y="6386241"/>
            <a:ext cx="281457" cy="24222"/>
          </a:xfrm>
          <a:custGeom>
            <a:avLst/>
            <a:gdLst/>
            <a:ahLst/>
            <a:cxnLst/>
            <a:rect l="0" t="0" r="0" b="0"/>
            <a:pathLst>
              <a:path w="281457" h="24222">
                <a:moveTo>
                  <a:pt x="0" y="0"/>
                </a:moveTo>
                <a:lnTo>
                  <a:pt x="281457" y="24222"/>
                </a:lnTo>
              </a:path>
            </a:pathLst>
          </a:custGeom>
          <a:noFill/>
          <a:ln w="8934">
            <a:solidFill>
              <a:srgbClr val="F48919">
                <a:alpha val="6000"/>
              </a:srgbClr>
            </a:solidFill>
            <a:prstDash val="solid"/>
          </a:ln>
        </p:spPr>
      </p:sp>
      <p:sp>
        <p:nvSpPr>
          <p:cNvPr id="492" name="lumia-token-stream-curve">
            <a:extLst>
              <a:ext uri="{FF2B5EF4-FFF2-40B4-BE49-F238E27FC236}">
                <a16:creationId xmlns:a16="http://schemas.microsoft.com/office/drawing/2014/main" id="{19DE293F-5A03-4CC1-B2E4-84049EF979B3}"/>
              </a:ext>
            </a:extLst>
          </p:cNvPr>
          <p:cNvSpPr>
            <a:spLocks noGrp="1"/>
          </p:cNvSpPr>
          <p:nvPr/>
        </p:nvSpPr>
        <p:spPr>
          <a:xfrm>
            <a:off x="7596321" y="6410463"/>
            <a:ext cx="282669" cy="12937"/>
          </a:xfrm>
          <a:custGeom>
            <a:avLst/>
            <a:gdLst/>
            <a:ahLst/>
            <a:cxnLst/>
            <a:rect l="0" t="0" r="0" b="0"/>
            <a:pathLst>
              <a:path w="282669" h="12937">
                <a:moveTo>
                  <a:pt x="0" y="0"/>
                </a:moveTo>
                <a:lnTo>
                  <a:pt x="282669" y="12937"/>
                </a:lnTo>
              </a:path>
            </a:pathLst>
          </a:custGeom>
          <a:noFill/>
          <a:ln w="9152">
            <a:solidFill>
              <a:srgbClr val="F59415">
                <a:alpha val="6000"/>
              </a:srgbClr>
            </a:solidFill>
            <a:prstDash val="solid"/>
          </a:ln>
        </p:spPr>
      </p:sp>
      <p:sp>
        <p:nvSpPr>
          <p:cNvPr id="493" name="lumia-token-stream-curve">
            <a:extLst>
              <a:ext uri="{FF2B5EF4-FFF2-40B4-BE49-F238E27FC236}">
                <a16:creationId xmlns:a16="http://schemas.microsoft.com/office/drawing/2014/main" id="{72B72B08-3C53-4D92-AE35-8A0BDEFDCC1A}"/>
              </a:ext>
            </a:extLst>
          </p:cNvPr>
          <p:cNvSpPr>
            <a:spLocks noGrp="1"/>
          </p:cNvSpPr>
          <p:nvPr/>
        </p:nvSpPr>
        <p:spPr>
          <a:xfrm>
            <a:off x="7878990" y="6421405"/>
            <a:ext cx="283775" cy="9525"/>
          </a:xfrm>
          <a:custGeom>
            <a:avLst/>
            <a:gdLst/>
            <a:ahLst/>
            <a:cxnLst/>
            <a:rect l="0" t="0" r="0" b="0"/>
            <a:pathLst>
              <a:path w="283775" h="9525">
                <a:moveTo>
                  <a:pt x="0" y="1994"/>
                </a:moveTo>
                <a:lnTo>
                  <a:pt x="283775" y="0"/>
                </a:lnTo>
              </a:path>
            </a:pathLst>
          </a:custGeom>
          <a:noFill/>
          <a:ln w="9370">
            <a:solidFill>
              <a:srgbClr val="F79E11">
                <a:alpha val="6000"/>
              </a:srgbClr>
            </a:solidFill>
            <a:prstDash val="solid"/>
          </a:ln>
        </p:spPr>
      </p:sp>
      <p:sp>
        <p:nvSpPr>
          <p:cNvPr id="494" name="lumia-token-stream-curve">
            <a:extLst>
              <a:ext uri="{FF2B5EF4-FFF2-40B4-BE49-F238E27FC236}">
                <a16:creationId xmlns:a16="http://schemas.microsoft.com/office/drawing/2014/main" id="{6A3A661D-BB16-4B54-8FE1-17930265AA49}"/>
              </a:ext>
            </a:extLst>
          </p:cNvPr>
          <p:cNvSpPr>
            <a:spLocks noGrp="1"/>
          </p:cNvSpPr>
          <p:nvPr/>
        </p:nvSpPr>
        <p:spPr>
          <a:xfrm>
            <a:off x="8162765" y="6402543"/>
            <a:ext cx="284774" cy="18862"/>
          </a:xfrm>
          <a:custGeom>
            <a:avLst/>
            <a:gdLst/>
            <a:ahLst/>
            <a:cxnLst/>
            <a:rect l="0" t="0" r="0" b="0"/>
            <a:pathLst>
              <a:path w="284774" h="18862">
                <a:moveTo>
                  <a:pt x="0" y="18862"/>
                </a:moveTo>
                <a:lnTo>
                  <a:pt x="284774" y="0"/>
                </a:lnTo>
              </a:path>
            </a:pathLst>
          </a:custGeom>
          <a:noFill/>
          <a:ln w="9587">
            <a:solidFill>
              <a:srgbClr val="F8A90C">
                <a:alpha val="6000"/>
              </a:srgbClr>
            </a:solidFill>
            <a:prstDash val="solid"/>
          </a:ln>
        </p:spPr>
      </p:sp>
      <p:sp>
        <p:nvSpPr>
          <p:cNvPr id="495" name="lumia-token-stream-curve">
            <a:extLst>
              <a:ext uri="{FF2B5EF4-FFF2-40B4-BE49-F238E27FC236}">
                <a16:creationId xmlns:a16="http://schemas.microsoft.com/office/drawing/2014/main" id="{EA9E2798-6A6F-450A-A052-430546D8D25F}"/>
              </a:ext>
            </a:extLst>
          </p:cNvPr>
          <p:cNvSpPr>
            <a:spLocks noGrp="1"/>
          </p:cNvSpPr>
          <p:nvPr/>
        </p:nvSpPr>
        <p:spPr>
          <a:xfrm>
            <a:off x="8447539" y="6366879"/>
            <a:ext cx="285667" cy="35664"/>
          </a:xfrm>
          <a:custGeom>
            <a:avLst/>
            <a:gdLst/>
            <a:ahLst/>
            <a:cxnLst/>
            <a:rect l="0" t="0" r="0" b="0"/>
            <a:pathLst>
              <a:path w="285667" h="35664">
                <a:moveTo>
                  <a:pt x="0" y="35664"/>
                </a:moveTo>
                <a:lnTo>
                  <a:pt x="285667" y="0"/>
                </a:lnTo>
              </a:path>
            </a:pathLst>
          </a:custGeom>
          <a:noFill/>
          <a:ln w="9801">
            <a:solidFill>
              <a:srgbClr val="FAB408">
                <a:alpha val="6000"/>
              </a:srgbClr>
            </a:solidFill>
            <a:prstDash val="solid"/>
          </a:ln>
        </p:spPr>
      </p:sp>
      <p:sp>
        <p:nvSpPr>
          <p:cNvPr id="496" name="lumia-token-stream-curve">
            <a:extLst>
              <a:ext uri="{FF2B5EF4-FFF2-40B4-BE49-F238E27FC236}">
                <a16:creationId xmlns:a16="http://schemas.microsoft.com/office/drawing/2014/main" id="{78C26148-3FDA-4267-9AB6-B83A33849DF8}"/>
              </a:ext>
            </a:extLst>
          </p:cNvPr>
          <p:cNvSpPr>
            <a:spLocks noGrp="1"/>
          </p:cNvSpPr>
          <p:nvPr/>
        </p:nvSpPr>
        <p:spPr>
          <a:xfrm>
            <a:off x="8733206" y="6316515"/>
            <a:ext cx="286452" cy="50364"/>
          </a:xfrm>
          <a:custGeom>
            <a:avLst/>
            <a:gdLst/>
            <a:ahLst/>
            <a:cxnLst/>
            <a:rect l="0" t="0" r="0" b="0"/>
            <a:pathLst>
              <a:path w="286452" h="50364">
                <a:moveTo>
                  <a:pt x="0" y="50364"/>
                </a:moveTo>
                <a:lnTo>
                  <a:pt x="286452" y="0"/>
                </a:lnTo>
              </a:path>
            </a:pathLst>
          </a:custGeom>
          <a:noFill/>
          <a:ln w="10010">
            <a:solidFill>
              <a:srgbClr val="F7BC07">
                <a:alpha val="6000"/>
              </a:srgbClr>
            </a:solidFill>
            <a:prstDash val="solid"/>
          </a:ln>
        </p:spPr>
      </p:sp>
      <p:sp>
        <p:nvSpPr>
          <p:cNvPr id="497" name="lumia-token-stream-curve">
            <a:extLst>
              <a:ext uri="{FF2B5EF4-FFF2-40B4-BE49-F238E27FC236}">
                <a16:creationId xmlns:a16="http://schemas.microsoft.com/office/drawing/2014/main" id="{61902E2A-9E3E-43C2-BEFE-C64C5B631623}"/>
              </a:ext>
            </a:extLst>
          </p:cNvPr>
          <p:cNvSpPr>
            <a:spLocks noGrp="1"/>
          </p:cNvSpPr>
          <p:nvPr/>
        </p:nvSpPr>
        <p:spPr>
          <a:xfrm>
            <a:off x="9019658" y="6255349"/>
            <a:ext cx="287132" cy="61167"/>
          </a:xfrm>
          <a:custGeom>
            <a:avLst/>
            <a:gdLst/>
            <a:ahLst/>
            <a:cxnLst/>
            <a:rect l="0" t="0" r="0" b="0"/>
            <a:pathLst>
              <a:path w="287132" h="61167">
                <a:moveTo>
                  <a:pt x="0" y="61167"/>
                </a:moveTo>
                <a:lnTo>
                  <a:pt x="287132" y="0"/>
                </a:lnTo>
              </a:path>
            </a:pathLst>
          </a:custGeom>
          <a:noFill/>
          <a:ln w="10211">
            <a:solidFill>
              <a:srgbClr val="E5BA0E">
                <a:alpha val="6000"/>
              </a:srgbClr>
            </a:solidFill>
            <a:prstDash val="solid"/>
          </a:ln>
        </p:spPr>
      </p:sp>
      <p:sp>
        <p:nvSpPr>
          <p:cNvPr id="498" name="lumia-token-stream-curve">
            <a:extLst>
              <a:ext uri="{FF2B5EF4-FFF2-40B4-BE49-F238E27FC236}">
                <a16:creationId xmlns:a16="http://schemas.microsoft.com/office/drawing/2014/main" id="{AACF4CEA-2E80-4B62-896B-7DB15F998219}"/>
              </a:ext>
            </a:extLst>
          </p:cNvPr>
          <p:cNvSpPr>
            <a:spLocks noGrp="1"/>
          </p:cNvSpPr>
          <p:nvPr/>
        </p:nvSpPr>
        <p:spPr>
          <a:xfrm>
            <a:off x="9306790" y="6188579"/>
            <a:ext cx="287704" cy="66769"/>
          </a:xfrm>
          <a:custGeom>
            <a:avLst/>
            <a:gdLst/>
            <a:ahLst/>
            <a:cxnLst/>
            <a:rect l="0" t="0" r="0" b="0"/>
            <a:pathLst>
              <a:path w="287704" h="66769">
                <a:moveTo>
                  <a:pt x="0" y="66769"/>
                </a:moveTo>
                <a:lnTo>
                  <a:pt x="287704" y="0"/>
                </a:lnTo>
              </a:path>
            </a:pathLst>
          </a:custGeom>
          <a:noFill/>
          <a:ln w="10403">
            <a:solidFill>
              <a:srgbClr val="D3B815">
                <a:alpha val="7000"/>
              </a:srgbClr>
            </a:solidFill>
            <a:prstDash val="solid"/>
          </a:ln>
        </p:spPr>
      </p:sp>
      <p:sp>
        <p:nvSpPr>
          <p:cNvPr id="499" name="lumia-token-stream-curve">
            <a:extLst>
              <a:ext uri="{FF2B5EF4-FFF2-40B4-BE49-F238E27FC236}">
                <a16:creationId xmlns:a16="http://schemas.microsoft.com/office/drawing/2014/main" id="{764965FF-BF41-4F5A-ACE0-9FA3B68888F7}"/>
              </a:ext>
            </a:extLst>
          </p:cNvPr>
          <p:cNvSpPr>
            <a:spLocks noGrp="1"/>
          </p:cNvSpPr>
          <p:nvPr/>
        </p:nvSpPr>
        <p:spPr>
          <a:xfrm>
            <a:off x="9594494" y="6122032"/>
            <a:ext cx="288170" cy="66547"/>
          </a:xfrm>
          <a:custGeom>
            <a:avLst/>
            <a:gdLst/>
            <a:ahLst/>
            <a:cxnLst/>
            <a:rect l="0" t="0" r="0" b="0"/>
            <a:pathLst>
              <a:path w="288170" h="66547">
                <a:moveTo>
                  <a:pt x="0" y="66547"/>
                </a:moveTo>
                <a:lnTo>
                  <a:pt x="288170" y="0"/>
                </a:lnTo>
              </a:path>
            </a:pathLst>
          </a:custGeom>
          <a:noFill/>
          <a:ln w="10583">
            <a:solidFill>
              <a:srgbClr val="C2B61C">
                <a:alpha val="7000"/>
              </a:srgbClr>
            </a:solidFill>
            <a:prstDash val="solid"/>
          </a:ln>
        </p:spPr>
      </p:sp>
      <p:sp>
        <p:nvSpPr>
          <p:cNvPr id="500" name="lumia-token-stream-curve">
            <a:extLst>
              <a:ext uri="{FF2B5EF4-FFF2-40B4-BE49-F238E27FC236}">
                <a16:creationId xmlns:a16="http://schemas.microsoft.com/office/drawing/2014/main" id="{44FEC437-099F-4212-8BFA-4ECC53E2AD23}"/>
              </a:ext>
            </a:extLst>
          </p:cNvPr>
          <p:cNvSpPr>
            <a:spLocks noGrp="1"/>
          </p:cNvSpPr>
          <p:nvPr/>
        </p:nvSpPr>
        <p:spPr>
          <a:xfrm>
            <a:off x="9882664" y="6061380"/>
            <a:ext cx="288529" cy="60652"/>
          </a:xfrm>
          <a:custGeom>
            <a:avLst/>
            <a:gdLst/>
            <a:ahLst/>
            <a:cxnLst/>
            <a:rect l="0" t="0" r="0" b="0"/>
            <a:pathLst>
              <a:path w="288529" h="60652">
                <a:moveTo>
                  <a:pt x="0" y="60652"/>
                </a:moveTo>
                <a:lnTo>
                  <a:pt x="288529" y="0"/>
                </a:lnTo>
              </a:path>
            </a:pathLst>
          </a:custGeom>
          <a:noFill/>
          <a:ln w="10749">
            <a:solidFill>
              <a:srgbClr val="B0B422">
                <a:alpha val="7000"/>
              </a:srgbClr>
            </a:solidFill>
            <a:prstDash val="solid"/>
          </a:ln>
        </p:spPr>
      </p:sp>
      <p:sp>
        <p:nvSpPr>
          <p:cNvPr id="501" name="lumia-token-stream-curve">
            <a:extLst>
              <a:ext uri="{FF2B5EF4-FFF2-40B4-BE49-F238E27FC236}">
                <a16:creationId xmlns:a16="http://schemas.microsoft.com/office/drawing/2014/main" id="{902F6657-8718-49A3-857E-6363E60A7A72}"/>
              </a:ext>
            </a:extLst>
          </p:cNvPr>
          <p:cNvSpPr>
            <a:spLocks noGrp="1"/>
          </p:cNvSpPr>
          <p:nvPr/>
        </p:nvSpPr>
        <p:spPr>
          <a:xfrm>
            <a:off x="10171193" y="6011379"/>
            <a:ext cx="288782" cy="50002"/>
          </a:xfrm>
          <a:custGeom>
            <a:avLst/>
            <a:gdLst/>
            <a:ahLst/>
            <a:cxnLst/>
            <a:rect l="0" t="0" r="0" b="0"/>
            <a:pathLst>
              <a:path w="288782" h="50002">
                <a:moveTo>
                  <a:pt x="0" y="50002"/>
                </a:moveTo>
                <a:lnTo>
                  <a:pt x="288782" y="0"/>
                </a:lnTo>
              </a:path>
            </a:pathLst>
          </a:custGeom>
          <a:noFill/>
          <a:ln w="10900">
            <a:solidFill>
              <a:srgbClr val="9EB329">
                <a:alpha val="7000"/>
              </a:srgbClr>
            </a:solidFill>
            <a:prstDash val="solid"/>
          </a:ln>
        </p:spPr>
      </p:sp>
      <p:sp>
        <p:nvSpPr>
          <p:cNvPr id="502" name="lumia-token-stream-curve">
            <a:extLst>
              <a:ext uri="{FF2B5EF4-FFF2-40B4-BE49-F238E27FC236}">
                <a16:creationId xmlns:a16="http://schemas.microsoft.com/office/drawing/2014/main" id="{6FA1A9D2-4F04-40E1-A638-B501CD41D6ED}"/>
              </a:ext>
            </a:extLst>
          </p:cNvPr>
          <p:cNvSpPr>
            <a:spLocks noGrp="1"/>
          </p:cNvSpPr>
          <p:nvPr/>
        </p:nvSpPr>
        <p:spPr>
          <a:xfrm>
            <a:off x="10459975" y="5975216"/>
            <a:ext cx="288928" cy="36162"/>
          </a:xfrm>
          <a:custGeom>
            <a:avLst/>
            <a:gdLst/>
            <a:ahLst/>
            <a:cxnLst/>
            <a:rect l="0" t="0" r="0" b="0"/>
            <a:pathLst>
              <a:path w="288928" h="36162">
                <a:moveTo>
                  <a:pt x="0" y="36162"/>
                </a:moveTo>
                <a:lnTo>
                  <a:pt x="288928" y="0"/>
                </a:lnTo>
              </a:path>
            </a:pathLst>
          </a:custGeom>
          <a:noFill/>
          <a:ln w="11034">
            <a:solidFill>
              <a:srgbClr val="8CB130">
                <a:alpha val="7000"/>
              </a:srgbClr>
            </a:solidFill>
            <a:prstDash val="solid"/>
          </a:ln>
        </p:spPr>
      </p:sp>
      <p:sp>
        <p:nvSpPr>
          <p:cNvPr id="503" name="lumia-token-stream-curve">
            <a:extLst>
              <a:ext uri="{FF2B5EF4-FFF2-40B4-BE49-F238E27FC236}">
                <a16:creationId xmlns:a16="http://schemas.microsoft.com/office/drawing/2014/main" id="{42C385AA-8AF7-4469-A516-78DD217657BA}"/>
              </a:ext>
            </a:extLst>
          </p:cNvPr>
          <p:cNvSpPr>
            <a:spLocks noGrp="1"/>
          </p:cNvSpPr>
          <p:nvPr/>
        </p:nvSpPr>
        <p:spPr>
          <a:xfrm>
            <a:off x="10748903" y="5954077"/>
            <a:ext cx="288967" cy="21139"/>
          </a:xfrm>
          <a:custGeom>
            <a:avLst/>
            <a:gdLst/>
            <a:ahLst/>
            <a:cxnLst/>
            <a:rect l="0" t="0" r="0" b="0"/>
            <a:pathLst>
              <a:path w="288967" h="21139">
                <a:moveTo>
                  <a:pt x="0" y="21139"/>
                </a:moveTo>
                <a:lnTo>
                  <a:pt x="288967" y="0"/>
                </a:lnTo>
              </a:path>
            </a:pathLst>
          </a:custGeom>
          <a:noFill/>
          <a:ln w="11147">
            <a:solidFill>
              <a:srgbClr val="7BAF37">
                <a:alpha val="7000"/>
              </a:srgbClr>
            </a:solidFill>
            <a:prstDash val="solid"/>
          </a:ln>
        </p:spPr>
      </p:sp>
      <p:sp>
        <p:nvSpPr>
          <p:cNvPr id="504" name="lumia-token-stream-curve">
            <a:extLst>
              <a:ext uri="{FF2B5EF4-FFF2-40B4-BE49-F238E27FC236}">
                <a16:creationId xmlns:a16="http://schemas.microsoft.com/office/drawing/2014/main" id="{11CE7AF1-2A97-430C-8A61-B289D4CE58B6}"/>
              </a:ext>
            </a:extLst>
          </p:cNvPr>
          <p:cNvSpPr>
            <a:spLocks noGrp="1"/>
          </p:cNvSpPr>
          <p:nvPr/>
        </p:nvSpPr>
        <p:spPr>
          <a:xfrm>
            <a:off x="11037871" y="5946973"/>
            <a:ext cx="288900" cy="9525"/>
          </a:xfrm>
          <a:custGeom>
            <a:avLst/>
            <a:gdLst/>
            <a:ahLst/>
            <a:cxnLst/>
            <a:rect l="0" t="0" r="0" b="0"/>
            <a:pathLst>
              <a:path w="288900" h="9525">
                <a:moveTo>
                  <a:pt x="0" y="7104"/>
                </a:moveTo>
                <a:lnTo>
                  <a:pt x="288900" y="0"/>
                </a:lnTo>
              </a:path>
            </a:pathLst>
          </a:custGeom>
          <a:noFill/>
          <a:ln w="11239">
            <a:solidFill>
              <a:srgbClr val="69AD3E">
                <a:alpha val="7000"/>
              </a:srgbClr>
            </a:solidFill>
            <a:prstDash val="solid"/>
          </a:ln>
        </p:spPr>
      </p:sp>
      <p:sp>
        <p:nvSpPr>
          <p:cNvPr id="505" name="lumia-token-stream-curve">
            <a:extLst>
              <a:ext uri="{FF2B5EF4-FFF2-40B4-BE49-F238E27FC236}">
                <a16:creationId xmlns:a16="http://schemas.microsoft.com/office/drawing/2014/main" id="{8F8D7AD5-CA62-4DC7-94E4-F6672FCD51EA}"/>
              </a:ext>
            </a:extLst>
          </p:cNvPr>
          <p:cNvSpPr>
            <a:spLocks noGrp="1"/>
          </p:cNvSpPr>
          <p:nvPr/>
        </p:nvSpPr>
        <p:spPr>
          <a:xfrm>
            <a:off x="11326771" y="5946973"/>
            <a:ext cx="288726" cy="9525"/>
          </a:xfrm>
          <a:custGeom>
            <a:avLst/>
            <a:gdLst/>
            <a:ahLst/>
            <a:cxnLst/>
            <a:rect l="0" t="0" r="0" b="0"/>
            <a:pathLst>
              <a:path w="288726" h="9525">
                <a:moveTo>
                  <a:pt x="0" y="0"/>
                </a:moveTo>
                <a:lnTo>
                  <a:pt x="288726" y="3900"/>
                </a:lnTo>
              </a:path>
            </a:pathLst>
          </a:custGeom>
          <a:noFill/>
          <a:ln w="11308">
            <a:solidFill>
              <a:srgbClr val="57AC45">
                <a:alpha val="7000"/>
              </a:srgbClr>
            </a:solidFill>
            <a:prstDash val="solid"/>
          </a:ln>
        </p:spPr>
      </p:sp>
      <p:sp>
        <p:nvSpPr>
          <p:cNvPr id="506" name="lumia-token-stream-curve">
            <a:extLst>
              <a:ext uri="{FF2B5EF4-FFF2-40B4-BE49-F238E27FC236}">
                <a16:creationId xmlns:a16="http://schemas.microsoft.com/office/drawing/2014/main" id="{34275D3E-087D-43CE-BD3B-A510E900ED7A}"/>
              </a:ext>
            </a:extLst>
          </p:cNvPr>
          <p:cNvSpPr>
            <a:spLocks noGrp="1"/>
          </p:cNvSpPr>
          <p:nvPr/>
        </p:nvSpPr>
        <p:spPr>
          <a:xfrm>
            <a:off x="11615496" y="5950873"/>
            <a:ext cx="288445" cy="10239"/>
          </a:xfrm>
          <a:custGeom>
            <a:avLst/>
            <a:gdLst/>
            <a:ahLst/>
            <a:cxnLst/>
            <a:rect l="0" t="0" r="0" b="0"/>
            <a:pathLst>
              <a:path w="288445" h="10239">
                <a:moveTo>
                  <a:pt x="0" y="0"/>
                </a:moveTo>
                <a:lnTo>
                  <a:pt x="288445" y="10239"/>
                </a:lnTo>
              </a:path>
            </a:pathLst>
          </a:custGeom>
          <a:noFill/>
          <a:ln w="11350">
            <a:solidFill>
              <a:srgbClr val="46AA4C">
                <a:alpha val="7000"/>
              </a:srgbClr>
            </a:solidFill>
            <a:prstDash val="solid"/>
          </a:ln>
        </p:spPr>
      </p:sp>
      <p:sp>
        <p:nvSpPr>
          <p:cNvPr id="507" name="lumia-token-stream-curve">
            <a:extLst>
              <a:ext uri="{FF2B5EF4-FFF2-40B4-BE49-F238E27FC236}">
                <a16:creationId xmlns:a16="http://schemas.microsoft.com/office/drawing/2014/main" id="{01EFA6C0-B0B9-4983-B719-889BE66D64C2}"/>
              </a:ext>
            </a:extLst>
          </p:cNvPr>
          <p:cNvSpPr>
            <a:spLocks noGrp="1"/>
          </p:cNvSpPr>
          <p:nvPr/>
        </p:nvSpPr>
        <p:spPr>
          <a:xfrm>
            <a:off x="11903942" y="5961111"/>
            <a:ext cx="288058" cy="10908"/>
          </a:xfrm>
          <a:custGeom>
            <a:avLst/>
            <a:gdLst/>
            <a:ahLst/>
            <a:cxnLst/>
            <a:rect l="0" t="0" r="0" b="0"/>
            <a:pathLst>
              <a:path w="288058" h="10908">
                <a:moveTo>
                  <a:pt x="0" y="0"/>
                </a:moveTo>
                <a:lnTo>
                  <a:pt x="288058" y="10908"/>
                </a:lnTo>
              </a:path>
            </a:pathLst>
          </a:custGeom>
          <a:noFill/>
          <a:ln w="11365">
            <a:solidFill>
              <a:srgbClr val="34A853">
                <a:alpha val="7000"/>
              </a:srgbClr>
            </a:solidFill>
            <a:prstDash val="solid"/>
          </a:ln>
        </p:spPr>
      </p:sp>
      <p:sp>
        <p:nvSpPr>
          <p:cNvPr id="508" name="lumia-token-stream-curve">
            <a:extLst>
              <a:ext uri="{FF2B5EF4-FFF2-40B4-BE49-F238E27FC236}">
                <a16:creationId xmlns:a16="http://schemas.microsoft.com/office/drawing/2014/main" id="{34B59C33-59E6-4DEA-9B3B-DFDB627E4A6F}"/>
              </a:ext>
            </a:extLst>
          </p:cNvPr>
          <p:cNvSpPr>
            <a:spLocks noGrp="1"/>
          </p:cNvSpPr>
          <p:nvPr/>
        </p:nvSpPr>
        <p:spPr>
          <a:xfrm>
            <a:off x="21021" y="6291359"/>
            <a:ext cx="206183" cy="28540"/>
          </a:xfrm>
          <a:custGeom>
            <a:avLst/>
            <a:gdLst/>
            <a:ahLst/>
            <a:cxnLst/>
            <a:rect l="0" t="0" r="0" b="0"/>
            <a:pathLst>
              <a:path w="206183" h="28540">
                <a:moveTo>
                  <a:pt x="0" y="0"/>
                </a:moveTo>
                <a:lnTo>
                  <a:pt x="206183" y="28540"/>
                </a:lnTo>
              </a:path>
            </a:pathLst>
          </a:custGeom>
          <a:noFill/>
          <a:ln w="7470">
            <a:solidFill>
              <a:srgbClr val="4285F4">
                <a:alpha val="3000"/>
              </a:srgbClr>
            </a:solidFill>
            <a:prstDash val="solid"/>
          </a:ln>
        </p:spPr>
      </p:sp>
      <p:sp>
        <p:nvSpPr>
          <p:cNvPr id="509" name="lumia-token-stream-curve">
            <a:extLst>
              <a:ext uri="{FF2B5EF4-FFF2-40B4-BE49-F238E27FC236}">
                <a16:creationId xmlns:a16="http://schemas.microsoft.com/office/drawing/2014/main" id="{9799C621-EBA6-417D-A27B-56C3980A878A}"/>
              </a:ext>
            </a:extLst>
          </p:cNvPr>
          <p:cNvSpPr>
            <a:spLocks noGrp="1"/>
          </p:cNvSpPr>
          <p:nvPr/>
        </p:nvSpPr>
        <p:spPr>
          <a:xfrm>
            <a:off x="227204" y="6319899"/>
            <a:ext cx="210405" cy="35918"/>
          </a:xfrm>
          <a:custGeom>
            <a:avLst/>
            <a:gdLst/>
            <a:ahLst/>
            <a:cxnLst/>
            <a:rect l="0" t="0" r="0" b="0"/>
            <a:pathLst>
              <a:path w="210405" h="35918">
                <a:moveTo>
                  <a:pt x="0" y="0"/>
                </a:moveTo>
                <a:lnTo>
                  <a:pt x="210405" y="35918"/>
                </a:lnTo>
              </a:path>
            </a:pathLst>
          </a:custGeom>
          <a:noFill/>
          <a:ln w="7470">
            <a:solidFill>
              <a:srgbClr val="447EEC">
                <a:alpha val="3000"/>
              </a:srgbClr>
            </a:solidFill>
            <a:prstDash val="solid"/>
          </a:ln>
        </p:spPr>
      </p:sp>
      <p:sp>
        <p:nvSpPr>
          <p:cNvPr id="510" name="lumia-token-stream-curve">
            <a:extLst>
              <a:ext uri="{FF2B5EF4-FFF2-40B4-BE49-F238E27FC236}">
                <a16:creationId xmlns:a16="http://schemas.microsoft.com/office/drawing/2014/main" id="{314BDDDB-86F8-4E07-A79A-17D8EC01D8A8}"/>
              </a:ext>
            </a:extLst>
          </p:cNvPr>
          <p:cNvSpPr>
            <a:spLocks noGrp="1"/>
          </p:cNvSpPr>
          <p:nvPr/>
        </p:nvSpPr>
        <p:spPr>
          <a:xfrm>
            <a:off x="437609" y="6355817"/>
            <a:ext cx="214517" cy="42779"/>
          </a:xfrm>
          <a:custGeom>
            <a:avLst/>
            <a:gdLst/>
            <a:ahLst/>
            <a:cxnLst/>
            <a:rect l="0" t="0" r="0" b="0"/>
            <a:pathLst>
              <a:path w="214517" h="42779">
                <a:moveTo>
                  <a:pt x="0" y="0"/>
                </a:moveTo>
                <a:lnTo>
                  <a:pt x="214517" y="42779"/>
                </a:lnTo>
              </a:path>
            </a:pathLst>
          </a:custGeom>
          <a:noFill/>
          <a:ln w="7470">
            <a:solidFill>
              <a:srgbClr val="4678E3">
                <a:alpha val="3000"/>
              </a:srgbClr>
            </a:solidFill>
            <a:prstDash val="solid"/>
          </a:ln>
        </p:spPr>
      </p:sp>
      <p:sp>
        <p:nvSpPr>
          <p:cNvPr id="511" name="lumia-token-stream-curve">
            <a:extLst>
              <a:ext uri="{FF2B5EF4-FFF2-40B4-BE49-F238E27FC236}">
                <a16:creationId xmlns:a16="http://schemas.microsoft.com/office/drawing/2014/main" id="{7FFB982C-9A6A-4054-A4B1-81E6A3827069}"/>
              </a:ext>
            </a:extLst>
          </p:cNvPr>
          <p:cNvSpPr>
            <a:spLocks noGrp="1"/>
          </p:cNvSpPr>
          <p:nvPr/>
        </p:nvSpPr>
        <p:spPr>
          <a:xfrm>
            <a:off x="652126" y="6398596"/>
            <a:ext cx="218517" cy="48396"/>
          </a:xfrm>
          <a:custGeom>
            <a:avLst/>
            <a:gdLst/>
            <a:ahLst/>
            <a:cxnLst/>
            <a:rect l="0" t="0" r="0" b="0"/>
            <a:pathLst>
              <a:path w="218517" h="48396">
                <a:moveTo>
                  <a:pt x="0" y="0"/>
                </a:moveTo>
                <a:lnTo>
                  <a:pt x="218517" y="48396"/>
                </a:lnTo>
              </a:path>
            </a:pathLst>
          </a:custGeom>
          <a:noFill/>
          <a:ln w="7470">
            <a:solidFill>
              <a:srgbClr val="4871DB">
                <a:alpha val="3000"/>
              </a:srgbClr>
            </a:solidFill>
            <a:prstDash val="solid"/>
          </a:ln>
        </p:spPr>
      </p:sp>
      <p:sp>
        <p:nvSpPr>
          <p:cNvPr id="512" name="lumia-token-stream-curve">
            <a:extLst>
              <a:ext uri="{FF2B5EF4-FFF2-40B4-BE49-F238E27FC236}">
                <a16:creationId xmlns:a16="http://schemas.microsoft.com/office/drawing/2014/main" id="{01C76E1E-9BEA-40D2-A9B8-6BECF223CF23}"/>
              </a:ext>
            </a:extLst>
          </p:cNvPr>
          <p:cNvSpPr>
            <a:spLocks noGrp="1"/>
          </p:cNvSpPr>
          <p:nvPr/>
        </p:nvSpPr>
        <p:spPr>
          <a:xfrm>
            <a:off x="870644" y="6446992"/>
            <a:ext cx="222407" cy="52060"/>
          </a:xfrm>
          <a:custGeom>
            <a:avLst/>
            <a:gdLst/>
            <a:ahLst/>
            <a:cxnLst/>
            <a:rect l="0" t="0" r="0" b="0"/>
            <a:pathLst>
              <a:path w="222407" h="52060">
                <a:moveTo>
                  <a:pt x="0" y="0"/>
                </a:moveTo>
                <a:lnTo>
                  <a:pt x="222407" y="52060"/>
                </a:lnTo>
              </a:path>
            </a:pathLst>
          </a:custGeom>
          <a:noFill/>
          <a:ln w="7470">
            <a:solidFill>
              <a:srgbClr val="4A6BD2">
                <a:alpha val="3000"/>
              </a:srgbClr>
            </a:solidFill>
            <a:prstDash val="solid"/>
          </a:ln>
        </p:spPr>
      </p:sp>
      <p:sp>
        <p:nvSpPr>
          <p:cNvPr id="513" name="lumia-token-stream-curve">
            <a:extLst>
              <a:ext uri="{FF2B5EF4-FFF2-40B4-BE49-F238E27FC236}">
                <a16:creationId xmlns:a16="http://schemas.microsoft.com/office/drawing/2014/main" id="{C82FC4CD-A361-4F53-9743-FC14A7D96E15}"/>
              </a:ext>
            </a:extLst>
          </p:cNvPr>
          <p:cNvSpPr>
            <a:spLocks noGrp="1"/>
          </p:cNvSpPr>
          <p:nvPr/>
        </p:nvSpPr>
        <p:spPr>
          <a:xfrm>
            <a:off x="1093051" y="6499052"/>
            <a:ext cx="226186" cy="53158"/>
          </a:xfrm>
          <a:custGeom>
            <a:avLst/>
            <a:gdLst/>
            <a:ahLst/>
            <a:cxnLst/>
            <a:rect l="0" t="0" r="0" b="0"/>
            <a:pathLst>
              <a:path w="226186" h="53158">
                <a:moveTo>
                  <a:pt x="0" y="0"/>
                </a:moveTo>
                <a:lnTo>
                  <a:pt x="226186" y="53158"/>
                </a:lnTo>
              </a:path>
            </a:pathLst>
          </a:custGeom>
          <a:noFill/>
          <a:ln w="7470">
            <a:solidFill>
              <a:srgbClr val="4C64CA">
                <a:alpha val="3000"/>
              </a:srgbClr>
            </a:solidFill>
            <a:prstDash val="solid"/>
          </a:ln>
        </p:spPr>
      </p:sp>
      <p:sp>
        <p:nvSpPr>
          <p:cNvPr id="514" name="lumia-token-stream-curve">
            <a:extLst>
              <a:ext uri="{FF2B5EF4-FFF2-40B4-BE49-F238E27FC236}">
                <a16:creationId xmlns:a16="http://schemas.microsoft.com/office/drawing/2014/main" id="{7DC27662-AB1E-49F9-8859-0122EC3FC1EA}"/>
              </a:ext>
            </a:extLst>
          </p:cNvPr>
          <p:cNvSpPr>
            <a:spLocks noGrp="1"/>
          </p:cNvSpPr>
          <p:nvPr/>
        </p:nvSpPr>
        <p:spPr>
          <a:xfrm>
            <a:off x="1319237" y="6552210"/>
            <a:ext cx="229854" cy="51244"/>
          </a:xfrm>
          <a:custGeom>
            <a:avLst/>
            <a:gdLst/>
            <a:ahLst/>
            <a:cxnLst/>
            <a:rect l="0" t="0" r="0" b="0"/>
            <a:pathLst>
              <a:path w="229854" h="51244">
                <a:moveTo>
                  <a:pt x="0" y="0"/>
                </a:moveTo>
                <a:lnTo>
                  <a:pt x="229854" y="51244"/>
                </a:lnTo>
              </a:path>
            </a:pathLst>
          </a:custGeom>
          <a:noFill/>
          <a:ln w="7470">
            <a:solidFill>
              <a:srgbClr val="4E5EC1">
                <a:alpha val="3000"/>
              </a:srgbClr>
            </a:solidFill>
            <a:prstDash val="solid"/>
          </a:ln>
        </p:spPr>
      </p:sp>
      <p:sp>
        <p:nvSpPr>
          <p:cNvPr id="515" name="lumia-token-stream-curve">
            <a:extLst>
              <a:ext uri="{FF2B5EF4-FFF2-40B4-BE49-F238E27FC236}">
                <a16:creationId xmlns:a16="http://schemas.microsoft.com/office/drawing/2014/main" id="{BBC40AD5-454E-4915-9BDF-1365B528D987}"/>
              </a:ext>
            </a:extLst>
          </p:cNvPr>
          <p:cNvSpPr>
            <a:spLocks noGrp="1"/>
          </p:cNvSpPr>
          <p:nvPr/>
        </p:nvSpPr>
        <p:spPr>
          <a:xfrm>
            <a:off x="1549090" y="6603454"/>
            <a:ext cx="233411" cy="46114"/>
          </a:xfrm>
          <a:custGeom>
            <a:avLst/>
            <a:gdLst/>
            <a:ahLst/>
            <a:cxnLst/>
            <a:rect l="0" t="0" r="0" b="0"/>
            <a:pathLst>
              <a:path w="233411" h="46114">
                <a:moveTo>
                  <a:pt x="0" y="0"/>
                </a:moveTo>
                <a:lnTo>
                  <a:pt x="233411" y="46114"/>
                </a:lnTo>
              </a:path>
            </a:pathLst>
          </a:custGeom>
          <a:noFill/>
          <a:ln w="7470">
            <a:solidFill>
              <a:srgbClr val="5057B9">
                <a:alpha val="3000"/>
              </a:srgbClr>
            </a:solidFill>
            <a:prstDash val="solid"/>
          </a:ln>
        </p:spPr>
      </p:sp>
      <p:sp>
        <p:nvSpPr>
          <p:cNvPr id="516" name="lumia-token-stream-curve">
            <a:extLst>
              <a:ext uri="{FF2B5EF4-FFF2-40B4-BE49-F238E27FC236}">
                <a16:creationId xmlns:a16="http://schemas.microsoft.com/office/drawing/2014/main" id="{697A7F4B-57A0-451C-81E8-6D995868BD1D}"/>
              </a:ext>
            </a:extLst>
          </p:cNvPr>
          <p:cNvSpPr>
            <a:spLocks noGrp="1"/>
          </p:cNvSpPr>
          <p:nvPr/>
        </p:nvSpPr>
        <p:spPr>
          <a:xfrm>
            <a:off x="1782501" y="6649568"/>
            <a:ext cx="236857" cy="37858"/>
          </a:xfrm>
          <a:custGeom>
            <a:avLst/>
            <a:gdLst/>
            <a:ahLst/>
            <a:cxnLst/>
            <a:rect l="0" t="0" r="0" b="0"/>
            <a:pathLst>
              <a:path w="236857" h="37858">
                <a:moveTo>
                  <a:pt x="0" y="0"/>
                </a:moveTo>
                <a:lnTo>
                  <a:pt x="236857" y="37858"/>
                </a:lnTo>
              </a:path>
            </a:pathLst>
          </a:custGeom>
          <a:noFill/>
          <a:ln w="7470">
            <a:solidFill>
              <a:srgbClr val="5250B0">
                <a:alpha val="3000"/>
              </a:srgbClr>
            </a:solidFill>
            <a:prstDash val="solid"/>
          </a:ln>
        </p:spPr>
      </p:sp>
      <p:sp>
        <p:nvSpPr>
          <p:cNvPr id="517" name="lumia-token-stream-curve">
            <a:extLst>
              <a:ext uri="{FF2B5EF4-FFF2-40B4-BE49-F238E27FC236}">
                <a16:creationId xmlns:a16="http://schemas.microsoft.com/office/drawing/2014/main" id="{C09D41BD-EC20-40A7-926A-CA8C29DCBAAB}"/>
              </a:ext>
            </a:extLst>
          </p:cNvPr>
          <p:cNvSpPr>
            <a:spLocks noGrp="1"/>
          </p:cNvSpPr>
          <p:nvPr/>
        </p:nvSpPr>
        <p:spPr>
          <a:xfrm>
            <a:off x="2019358" y="6687426"/>
            <a:ext cx="240192" cy="18174"/>
          </a:xfrm>
          <a:custGeom>
            <a:avLst/>
            <a:gdLst/>
            <a:ahLst/>
            <a:cxnLst/>
            <a:rect l="0" t="0" r="0" b="0"/>
            <a:pathLst>
              <a:path w="240192" h="18174">
                <a:moveTo>
                  <a:pt x="0" y="0"/>
                </a:moveTo>
                <a:lnTo>
                  <a:pt x="240192" y="18174"/>
                </a:lnTo>
              </a:path>
            </a:pathLst>
          </a:custGeom>
          <a:noFill/>
          <a:ln w="7470">
            <a:solidFill>
              <a:srgbClr val="544AA8">
                <a:alpha val="3000"/>
              </a:srgbClr>
            </a:solidFill>
            <a:prstDash val="solid"/>
          </a:ln>
        </p:spPr>
      </p:sp>
      <p:sp>
        <p:nvSpPr>
          <p:cNvPr id="518" name="lumia-token-stream-curve">
            <a:extLst>
              <a:ext uri="{FF2B5EF4-FFF2-40B4-BE49-F238E27FC236}">
                <a16:creationId xmlns:a16="http://schemas.microsoft.com/office/drawing/2014/main" id="{CC267533-0B13-45C2-BF68-C7DEAFB9676F}"/>
              </a:ext>
            </a:extLst>
          </p:cNvPr>
          <p:cNvSpPr>
            <a:spLocks noGrp="1"/>
          </p:cNvSpPr>
          <p:nvPr/>
        </p:nvSpPr>
        <p:spPr>
          <a:xfrm>
            <a:off x="2259549" y="6705600"/>
            <a:ext cx="243416" cy="9525"/>
          </a:xfrm>
          <a:custGeom>
            <a:avLst/>
            <a:gdLst/>
            <a:ahLst/>
            <a:cxnLst/>
            <a:rect l="0" t="0" r="0" b="0"/>
            <a:pathLst>
              <a:path w="243416" h="9525">
                <a:moveTo>
                  <a:pt x="0" y="0"/>
                </a:moveTo>
                <a:lnTo>
                  <a:pt x="243416" y="0"/>
                </a:lnTo>
              </a:path>
            </a:pathLst>
          </a:custGeom>
          <a:noFill/>
          <a:ln w="7470">
            <a:solidFill>
              <a:srgbClr val="5643A0">
                <a:alpha val="3000"/>
              </a:srgbClr>
            </a:solidFill>
            <a:prstDash val="solid"/>
          </a:ln>
        </p:spPr>
      </p:sp>
      <p:sp>
        <p:nvSpPr>
          <p:cNvPr id="519" name="lumia-token-stream-curve">
            <a:extLst>
              <a:ext uri="{FF2B5EF4-FFF2-40B4-BE49-F238E27FC236}">
                <a16:creationId xmlns:a16="http://schemas.microsoft.com/office/drawing/2014/main" id="{20C46F7C-F142-45BC-BF9B-EC638E66CBB7}"/>
              </a:ext>
            </a:extLst>
          </p:cNvPr>
          <p:cNvSpPr>
            <a:spLocks noGrp="1"/>
          </p:cNvSpPr>
          <p:nvPr/>
        </p:nvSpPr>
        <p:spPr>
          <a:xfrm>
            <a:off x="2502965" y="6705600"/>
            <a:ext cx="246529" cy="9525"/>
          </a:xfrm>
          <a:custGeom>
            <a:avLst/>
            <a:gdLst/>
            <a:ahLst/>
            <a:cxnLst/>
            <a:rect l="0" t="0" r="0" b="0"/>
            <a:pathLst>
              <a:path w="246529" h="9525">
                <a:moveTo>
                  <a:pt x="0" y="0"/>
                </a:moveTo>
                <a:lnTo>
                  <a:pt x="246529" y="0"/>
                </a:lnTo>
              </a:path>
            </a:pathLst>
          </a:custGeom>
          <a:noFill/>
          <a:ln w="7470">
            <a:solidFill>
              <a:srgbClr val="583D97">
                <a:alpha val="3000"/>
              </a:srgbClr>
            </a:solidFill>
            <a:prstDash val="solid"/>
          </a:ln>
        </p:spPr>
      </p:sp>
      <p:sp>
        <p:nvSpPr>
          <p:cNvPr id="520" name="lumia-token-stream-curve">
            <a:extLst>
              <a:ext uri="{FF2B5EF4-FFF2-40B4-BE49-F238E27FC236}">
                <a16:creationId xmlns:a16="http://schemas.microsoft.com/office/drawing/2014/main" id="{8C050E0A-8002-4CC4-BBEF-3639BCB2CBC4}"/>
              </a:ext>
            </a:extLst>
          </p:cNvPr>
          <p:cNvSpPr>
            <a:spLocks noGrp="1"/>
          </p:cNvSpPr>
          <p:nvPr/>
        </p:nvSpPr>
        <p:spPr>
          <a:xfrm>
            <a:off x="2749494" y="6705600"/>
            <a:ext cx="249532" cy="9525"/>
          </a:xfrm>
          <a:custGeom>
            <a:avLst/>
            <a:gdLst/>
            <a:ahLst/>
            <a:cxnLst/>
            <a:rect l="0" t="0" r="0" b="0"/>
            <a:pathLst>
              <a:path w="249532" h="9525">
                <a:moveTo>
                  <a:pt x="0" y="0"/>
                </a:moveTo>
                <a:lnTo>
                  <a:pt x="249532" y="0"/>
                </a:lnTo>
              </a:path>
            </a:pathLst>
          </a:custGeom>
          <a:noFill/>
          <a:ln w="7470">
            <a:solidFill>
              <a:srgbClr val="623C8F">
                <a:alpha val="3000"/>
              </a:srgbClr>
            </a:solidFill>
            <a:prstDash val="solid"/>
          </a:ln>
        </p:spPr>
      </p:sp>
      <p:sp>
        <p:nvSpPr>
          <p:cNvPr id="521" name="lumia-token-stream-curve">
            <a:extLst>
              <a:ext uri="{FF2B5EF4-FFF2-40B4-BE49-F238E27FC236}">
                <a16:creationId xmlns:a16="http://schemas.microsoft.com/office/drawing/2014/main" id="{B2789A2C-6A1B-4185-9020-DC8EE8838561}"/>
              </a:ext>
            </a:extLst>
          </p:cNvPr>
          <p:cNvSpPr>
            <a:spLocks noGrp="1"/>
          </p:cNvSpPr>
          <p:nvPr/>
        </p:nvSpPr>
        <p:spPr>
          <a:xfrm>
            <a:off x="2999026" y="6688647"/>
            <a:ext cx="252423" cy="16953"/>
          </a:xfrm>
          <a:custGeom>
            <a:avLst/>
            <a:gdLst/>
            <a:ahLst/>
            <a:cxnLst/>
            <a:rect l="0" t="0" r="0" b="0"/>
            <a:pathLst>
              <a:path w="252423" h="16953">
                <a:moveTo>
                  <a:pt x="0" y="16953"/>
                </a:moveTo>
                <a:lnTo>
                  <a:pt x="252423" y="0"/>
                </a:lnTo>
              </a:path>
            </a:pathLst>
          </a:custGeom>
          <a:noFill/>
          <a:ln w="7470">
            <a:solidFill>
              <a:srgbClr val="6F3C86">
                <a:alpha val="3000"/>
              </a:srgbClr>
            </a:solidFill>
            <a:prstDash val="solid"/>
          </a:ln>
        </p:spPr>
      </p:sp>
      <p:sp>
        <p:nvSpPr>
          <p:cNvPr id="522" name="lumia-token-stream-curve">
            <a:extLst>
              <a:ext uri="{FF2B5EF4-FFF2-40B4-BE49-F238E27FC236}">
                <a16:creationId xmlns:a16="http://schemas.microsoft.com/office/drawing/2014/main" id="{F9C353F6-F299-4426-BF0E-7422276BC942}"/>
              </a:ext>
            </a:extLst>
          </p:cNvPr>
          <p:cNvSpPr>
            <a:spLocks noGrp="1"/>
          </p:cNvSpPr>
          <p:nvPr/>
        </p:nvSpPr>
        <p:spPr>
          <a:xfrm>
            <a:off x="3251449" y="6653252"/>
            <a:ext cx="255204" cy="35396"/>
          </a:xfrm>
          <a:custGeom>
            <a:avLst/>
            <a:gdLst/>
            <a:ahLst/>
            <a:cxnLst/>
            <a:rect l="0" t="0" r="0" b="0"/>
            <a:pathLst>
              <a:path w="255204" h="35396">
                <a:moveTo>
                  <a:pt x="0" y="35396"/>
                </a:moveTo>
                <a:lnTo>
                  <a:pt x="255204" y="0"/>
                </a:lnTo>
              </a:path>
            </a:pathLst>
          </a:custGeom>
          <a:noFill/>
          <a:ln w="7470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523" name="lumia-token-stream-curve">
            <a:extLst>
              <a:ext uri="{FF2B5EF4-FFF2-40B4-BE49-F238E27FC236}">
                <a16:creationId xmlns:a16="http://schemas.microsoft.com/office/drawing/2014/main" id="{D4BFB6DD-F4CD-4E18-AE3C-EDA68267DB2D}"/>
              </a:ext>
            </a:extLst>
          </p:cNvPr>
          <p:cNvSpPr>
            <a:spLocks noGrp="1"/>
          </p:cNvSpPr>
          <p:nvPr/>
        </p:nvSpPr>
        <p:spPr>
          <a:xfrm>
            <a:off x="3506653" y="6612102"/>
            <a:ext cx="257873" cy="41150"/>
          </a:xfrm>
          <a:custGeom>
            <a:avLst/>
            <a:gdLst/>
            <a:ahLst/>
            <a:cxnLst/>
            <a:rect l="0" t="0" r="0" b="0"/>
            <a:pathLst>
              <a:path w="257873" h="41150">
                <a:moveTo>
                  <a:pt x="0" y="41150"/>
                </a:moveTo>
                <a:lnTo>
                  <a:pt x="257873" y="0"/>
                </a:lnTo>
              </a:path>
            </a:pathLst>
          </a:custGeom>
          <a:noFill/>
          <a:ln w="7470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524" name="lumia-token-stream-curve">
            <a:extLst>
              <a:ext uri="{FF2B5EF4-FFF2-40B4-BE49-F238E27FC236}">
                <a16:creationId xmlns:a16="http://schemas.microsoft.com/office/drawing/2014/main" id="{552BAE13-84F5-418D-AC5A-E53EF5DC3F20}"/>
              </a:ext>
            </a:extLst>
          </p:cNvPr>
          <p:cNvSpPr>
            <a:spLocks noGrp="1"/>
          </p:cNvSpPr>
          <p:nvPr/>
        </p:nvSpPr>
        <p:spPr>
          <a:xfrm>
            <a:off x="3764526" y="6569595"/>
            <a:ext cx="260432" cy="42507"/>
          </a:xfrm>
          <a:custGeom>
            <a:avLst/>
            <a:gdLst/>
            <a:ahLst/>
            <a:cxnLst/>
            <a:rect l="0" t="0" r="0" b="0"/>
            <a:pathLst>
              <a:path w="260432" h="42507">
                <a:moveTo>
                  <a:pt x="0" y="42507"/>
                </a:moveTo>
                <a:lnTo>
                  <a:pt x="260432" y="0"/>
                </a:lnTo>
              </a:path>
            </a:pathLst>
          </a:custGeom>
          <a:noFill/>
          <a:ln w="7471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525" name="lumia-token-stream-curve">
            <a:extLst>
              <a:ext uri="{FF2B5EF4-FFF2-40B4-BE49-F238E27FC236}">
                <a16:creationId xmlns:a16="http://schemas.microsoft.com/office/drawing/2014/main" id="{DFA486C2-F83F-4609-B68B-4276E534629D}"/>
              </a:ext>
            </a:extLst>
          </p:cNvPr>
          <p:cNvSpPr>
            <a:spLocks noGrp="1"/>
          </p:cNvSpPr>
          <p:nvPr/>
        </p:nvSpPr>
        <p:spPr>
          <a:xfrm>
            <a:off x="4024958" y="6530337"/>
            <a:ext cx="262880" cy="39258"/>
          </a:xfrm>
          <a:custGeom>
            <a:avLst/>
            <a:gdLst/>
            <a:ahLst/>
            <a:cxnLst/>
            <a:rect l="0" t="0" r="0" b="0"/>
            <a:pathLst>
              <a:path w="262880" h="39258">
                <a:moveTo>
                  <a:pt x="0" y="39258"/>
                </a:moveTo>
                <a:lnTo>
                  <a:pt x="262880" y="0"/>
                </a:lnTo>
              </a:path>
            </a:pathLst>
          </a:custGeom>
          <a:noFill/>
          <a:ln w="7494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526" name="lumia-token-stream-curve">
            <a:extLst>
              <a:ext uri="{FF2B5EF4-FFF2-40B4-BE49-F238E27FC236}">
                <a16:creationId xmlns:a16="http://schemas.microsoft.com/office/drawing/2014/main" id="{AB7B8E08-4046-40B3-AD67-953F55804D81}"/>
              </a:ext>
            </a:extLst>
          </p:cNvPr>
          <p:cNvSpPr>
            <a:spLocks noGrp="1"/>
          </p:cNvSpPr>
          <p:nvPr/>
        </p:nvSpPr>
        <p:spPr>
          <a:xfrm>
            <a:off x="4287838" y="6498620"/>
            <a:ext cx="265217" cy="31717"/>
          </a:xfrm>
          <a:custGeom>
            <a:avLst/>
            <a:gdLst/>
            <a:ahLst/>
            <a:cxnLst/>
            <a:rect l="0" t="0" r="0" b="0"/>
            <a:pathLst>
              <a:path w="265217" h="31717">
                <a:moveTo>
                  <a:pt x="0" y="31717"/>
                </a:moveTo>
                <a:lnTo>
                  <a:pt x="265217" y="0"/>
                </a:lnTo>
              </a:path>
            </a:pathLst>
          </a:custGeom>
          <a:noFill/>
          <a:ln w="7546">
            <a:solidFill>
              <a:srgbClr val="B0405B">
                <a:alpha val="4000"/>
              </a:srgbClr>
            </a:solidFill>
            <a:prstDash val="solid"/>
          </a:ln>
        </p:spPr>
      </p:sp>
      <p:sp>
        <p:nvSpPr>
          <p:cNvPr id="527" name="lumia-token-stream-curve">
            <a:extLst>
              <a:ext uri="{FF2B5EF4-FFF2-40B4-BE49-F238E27FC236}">
                <a16:creationId xmlns:a16="http://schemas.microsoft.com/office/drawing/2014/main" id="{B1C84C7C-C95B-4F24-84F2-5ABA6CE483F5}"/>
              </a:ext>
            </a:extLst>
          </p:cNvPr>
          <p:cNvSpPr>
            <a:spLocks noGrp="1"/>
          </p:cNvSpPr>
          <p:nvPr/>
        </p:nvSpPr>
        <p:spPr>
          <a:xfrm>
            <a:off x="4553054" y="6477899"/>
            <a:ext cx="267443" cy="20722"/>
          </a:xfrm>
          <a:custGeom>
            <a:avLst/>
            <a:gdLst/>
            <a:ahLst/>
            <a:cxnLst/>
            <a:rect l="0" t="0" r="0" b="0"/>
            <a:pathLst>
              <a:path w="267443" h="20722">
                <a:moveTo>
                  <a:pt x="0" y="20722"/>
                </a:moveTo>
                <a:lnTo>
                  <a:pt x="267443" y="0"/>
                </a:lnTo>
              </a:path>
            </a:pathLst>
          </a:custGeom>
          <a:noFill/>
          <a:ln w="7624">
            <a:solidFill>
              <a:srgbClr val="BD4153">
                <a:alpha val="4000"/>
              </a:srgbClr>
            </a:solidFill>
            <a:prstDash val="solid"/>
          </a:ln>
        </p:spPr>
      </p:sp>
      <p:sp>
        <p:nvSpPr>
          <p:cNvPr id="528" name="lumia-token-stream-curve">
            <a:extLst>
              <a:ext uri="{FF2B5EF4-FFF2-40B4-BE49-F238E27FC236}">
                <a16:creationId xmlns:a16="http://schemas.microsoft.com/office/drawing/2014/main" id="{0E5BBA58-B092-4F64-9CFB-3908ADDAC013}"/>
              </a:ext>
            </a:extLst>
          </p:cNvPr>
          <p:cNvSpPr>
            <a:spLocks noGrp="1"/>
          </p:cNvSpPr>
          <p:nvPr/>
        </p:nvSpPr>
        <p:spPr>
          <a:xfrm>
            <a:off x="4820497" y="6470325"/>
            <a:ext cx="269558" cy="9525"/>
          </a:xfrm>
          <a:custGeom>
            <a:avLst/>
            <a:gdLst/>
            <a:ahLst/>
            <a:cxnLst/>
            <a:rect l="0" t="0" r="0" b="0"/>
            <a:pathLst>
              <a:path w="269558" h="9525">
                <a:moveTo>
                  <a:pt x="0" y="7574"/>
                </a:moveTo>
                <a:lnTo>
                  <a:pt x="269558" y="0"/>
                </a:lnTo>
              </a:path>
            </a:pathLst>
          </a:custGeom>
          <a:noFill/>
          <a:ln w="7727">
            <a:solidFill>
              <a:srgbClr val="CA414A">
                <a:alpha val="4000"/>
              </a:srgbClr>
            </a:solidFill>
            <a:prstDash val="solid"/>
          </a:ln>
        </p:spPr>
      </p:sp>
      <p:sp>
        <p:nvSpPr>
          <p:cNvPr id="529" name="lumia-token-stream-curve">
            <a:extLst>
              <a:ext uri="{FF2B5EF4-FFF2-40B4-BE49-F238E27FC236}">
                <a16:creationId xmlns:a16="http://schemas.microsoft.com/office/drawing/2014/main" id="{E60A7051-8675-445B-96CA-DC4CE08800A7}"/>
              </a:ext>
            </a:extLst>
          </p:cNvPr>
          <p:cNvSpPr>
            <a:spLocks noGrp="1"/>
          </p:cNvSpPr>
          <p:nvPr/>
        </p:nvSpPr>
        <p:spPr>
          <a:xfrm>
            <a:off x="5090055" y="6470325"/>
            <a:ext cx="271562" cy="9525"/>
          </a:xfrm>
          <a:custGeom>
            <a:avLst/>
            <a:gdLst/>
            <a:ahLst/>
            <a:cxnLst/>
            <a:rect l="0" t="0" r="0" b="0"/>
            <a:pathLst>
              <a:path w="271562" h="9525">
                <a:moveTo>
                  <a:pt x="0" y="0"/>
                </a:moveTo>
                <a:lnTo>
                  <a:pt x="271562" y="6094"/>
                </a:lnTo>
              </a:path>
            </a:pathLst>
          </a:custGeom>
          <a:noFill/>
          <a:ln w="7852">
            <a:solidFill>
              <a:srgbClr val="D74242">
                <a:alpha val="4000"/>
              </a:srgbClr>
            </a:solidFill>
            <a:prstDash val="solid"/>
          </a:ln>
        </p:spPr>
      </p:sp>
      <p:sp>
        <p:nvSpPr>
          <p:cNvPr id="530" name="lumia-token-stream-curve">
            <a:extLst>
              <a:ext uri="{FF2B5EF4-FFF2-40B4-BE49-F238E27FC236}">
                <a16:creationId xmlns:a16="http://schemas.microsoft.com/office/drawing/2014/main" id="{C3BF1CB8-B89D-4A97-9886-7E999BDB5E2A}"/>
              </a:ext>
            </a:extLst>
          </p:cNvPr>
          <p:cNvSpPr>
            <a:spLocks noGrp="1"/>
          </p:cNvSpPr>
          <p:nvPr/>
        </p:nvSpPr>
        <p:spPr>
          <a:xfrm>
            <a:off x="5361617" y="6476418"/>
            <a:ext cx="273455" cy="18498"/>
          </a:xfrm>
          <a:custGeom>
            <a:avLst/>
            <a:gdLst/>
            <a:ahLst/>
            <a:cxnLst/>
            <a:rect l="0" t="0" r="0" b="0"/>
            <a:pathLst>
              <a:path w="273455" h="18498">
                <a:moveTo>
                  <a:pt x="0" y="0"/>
                </a:moveTo>
                <a:lnTo>
                  <a:pt x="273455" y="18498"/>
                </a:lnTo>
              </a:path>
            </a:pathLst>
          </a:custGeom>
          <a:noFill/>
          <a:ln w="7997">
            <a:solidFill>
              <a:srgbClr val="E44339">
                <a:alpha val="4000"/>
              </a:srgbClr>
            </a:solidFill>
            <a:prstDash val="solid"/>
          </a:ln>
        </p:spPr>
      </p:sp>
      <p:sp>
        <p:nvSpPr>
          <p:cNvPr id="531" name="lumia-token-stream-curve">
            <a:extLst>
              <a:ext uri="{FF2B5EF4-FFF2-40B4-BE49-F238E27FC236}">
                <a16:creationId xmlns:a16="http://schemas.microsoft.com/office/drawing/2014/main" id="{ADC6502A-508C-4649-9B0A-D2C27180195F}"/>
              </a:ext>
            </a:extLst>
          </p:cNvPr>
          <p:cNvSpPr>
            <a:spLocks noGrp="1"/>
          </p:cNvSpPr>
          <p:nvPr/>
        </p:nvSpPr>
        <p:spPr>
          <a:xfrm>
            <a:off x="5635072" y="6494916"/>
            <a:ext cx="275238" cy="27925"/>
          </a:xfrm>
          <a:custGeom>
            <a:avLst/>
            <a:gdLst/>
            <a:ahLst/>
            <a:cxnLst/>
            <a:rect l="0" t="0" r="0" b="0"/>
            <a:pathLst>
              <a:path w="275238" h="27925">
                <a:moveTo>
                  <a:pt x="0" y="0"/>
                </a:moveTo>
                <a:lnTo>
                  <a:pt x="275238" y="27925"/>
                </a:lnTo>
              </a:path>
            </a:pathLst>
          </a:custGeom>
          <a:noFill/>
          <a:ln w="8160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532" name="lumia-token-stream-curve">
            <a:extLst>
              <a:ext uri="{FF2B5EF4-FFF2-40B4-BE49-F238E27FC236}">
                <a16:creationId xmlns:a16="http://schemas.microsoft.com/office/drawing/2014/main" id="{FE04FC90-0665-4F7D-824F-35263D3EE0AD}"/>
              </a:ext>
            </a:extLst>
          </p:cNvPr>
          <p:cNvSpPr>
            <a:spLocks noGrp="1"/>
          </p:cNvSpPr>
          <p:nvPr/>
        </p:nvSpPr>
        <p:spPr>
          <a:xfrm>
            <a:off x="5910310" y="6522842"/>
            <a:ext cx="276909" cy="32953"/>
          </a:xfrm>
          <a:custGeom>
            <a:avLst/>
            <a:gdLst/>
            <a:ahLst/>
            <a:cxnLst/>
            <a:rect l="0" t="0" r="0" b="0"/>
            <a:pathLst>
              <a:path w="276909" h="32953">
                <a:moveTo>
                  <a:pt x="0" y="0"/>
                </a:moveTo>
                <a:lnTo>
                  <a:pt x="276909" y="32953"/>
                </a:lnTo>
              </a:path>
            </a:pathLst>
          </a:custGeom>
          <a:noFill/>
          <a:ln w="8339">
            <a:solidFill>
              <a:srgbClr val="EC532F">
                <a:alpha val="5000"/>
              </a:srgbClr>
            </a:solidFill>
            <a:prstDash val="solid"/>
          </a:ln>
        </p:spPr>
      </p:sp>
      <p:sp>
        <p:nvSpPr>
          <p:cNvPr id="533" name="lumia-token-stream-curve">
            <a:extLst>
              <a:ext uri="{FF2B5EF4-FFF2-40B4-BE49-F238E27FC236}">
                <a16:creationId xmlns:a16="http://schemas.microsoft.com/office/drawing/2014/main" id="{F19CFED6-50E7-4B07-8FF6-9B0C428C9ECD}"/>
              </a:ext>
            </a:extLst>
          </p:cNvPr>
          <p:cNvSpPr>
            <a:spLocks noGrp="1"/>
          </p:cNvSpPr>
          <p:nvPr/>
        </p:nvSpPr>
        <p:spPr>
          <a:xfrm>
            <a:off x="6187219" y="6555795"/>
            <a:ext cx="278470" cy="32653"/>
          </a:xfrm>
          <a:custGeom>
            <a:avLst/>
            <a:gdLst/>
            <a:ahLst/>
            <a:cxnLst/>
            <a:rect l="0" t="0" r="0" b="0"/>
            <a:pathLst>
              <a:path w="278470" h="32653">
                <a:moveTo>
                  <a:pt x="0" y="0"/>
                </a:moveTo>
                <a:lnTo>
                  <a:pt x="278470" y="32653"/>
                </a:lnTo>
              </a:path>
            </a:pathLst>
          </a:custGeom>
          <a:noFill/>
          <a:ln w="8532">
            <a:solidFill>
              <a:srgbClr val="EE5E2A">
                <a:alpha val="5000"/>
              </a:srgbClr>
            </a:solidFill>
            <a:prstDash val="solid"/>
          </a:ln>
        </p:spPr>
      </p:sp>
      <p:sp>
        <p:nvSpPr>
          <p:cNvPr id="534" name="lumia-token-stream-curve">
            <a:extLst>
              <a:ext uri="{FF2B5EF4-FFF2-40B4-BE49-F238E27FC236}">
                <a16:creationId xmlns:a16="http://schemas.microsoft.com/office/drawing/2014/main" id="{026E388D-DB40-45E4-AAA5-AA283C5A0873}"/>
              </a:ext>
            </a:extLst>
          </p:cNvPr>
          <p:cNvSpPr>
            <a:spLocks noGrp="1"/>
          </p:cNvSpPr>
          <p:nvPr/>
        </p:nvSpPr>
        <p:spPr>
          <a:xfrm>
            <a:off x="6465689" y="6588448"/>
            <a:ext cx="279919" cy="26738"/>
          </a:xfrm>
          <a:custGeom>
            <a:avLst/>
            <a:gdLst/>
            <a:ahLst/>
            <a:cxnLst/>
            <a:rect l="0" t="0" r="0" b="0"/>
            <a:pathLst>
              <a:path w="279919" h="26738">
                <a:moveTo>
                  <a:pt x="0" y="0"/>
                </a:moveTo>
                <a:lnTo>
                  <a:pt x="279919" y="26738"/>
                </a:lnTo>
              </a:path>
            </a:pathLst>
          </a:custGeom>
          <a:noFill/>
          <a:ln w="8736">
            <a:solidFill>
              <a:srgbClr val="EF6926">
                <a:alpha val="5000"/>
              </a:srgbClr>
            </a:solidFill>
            <a:prstDash val="solid"/>
          </a:ln>
        </p:spPr>
      </p:sp>
      <p:sp>
        <p:nvSpPr>
          <p:cNvPr id="535" name="lumia-token-stream-curve">
            <a:extLst>
              <a:ext uri="{FF2B5EF4-FFF2-40B4-BE49-F238E27FC236}">
                <a16:creationId xmlns:a16="http://schemas.microsoft.com/office/drawing/2014/main" id="{75E9B629-D569-496C-911B-99DAF30B3F33}"/>
              </a:ext>
            </a:extLst>
          </p:cNvPr>
          <p:cNvSpPr>
            <a:spLocks noGrp="1"/>
          </p:cNvSpPr>
          <p:nvPr/>
        </p:nvSpPr>
        <p:spPr>
          <a:xfrm>
            <a:off x="6745608" y="6615186"/>
            <a:ext cx="281258" cy="15630"/>
          </a:xfrm>
          <a:custGeom>
            <a:avLst/>
            <a:gdLst/>
            <a:ahLst/>
            <a:cxnLst/>
            <a:rect l="0" t="0" r="0" b="0"/>
            <a:pathLst>
              <a:path w="281258" h="15630">
                <a:moveTo>
                  <a:pt x="0" y="0"/>
                </a:moveTo>
                <a:lnTo>
                  <a:pt x="281258" y="15630"/>
                </a:lnTo>
              </a:path>
            </a:pathLst>
          </a:custGeom>
          <a:noFill/>
          <a:ln w="8949">
            <a:solidFill>
              <a:srgbClr val="F17322">
                <a:alpha val="5000"/>
              </a:srgbClr>
            </a:solidFill>
            <a:prstDash val="solid"/>
          </a:ln>
        </p:spPr>
      </p:sp>
      <p:sp>
        <p:nvSpPr>
          <p:cNvPr id="536" name="lumia-token-stream-curve">
            <a:extLst>
              <a:ext uri="{FF2B5EF4-FFF2-40B4-BE49-F238E27FC236}">
                <a16:creationId xmlns:a16="http://schemas.microsoft.com/office/drawing/2014/main" id="{CA3AC3D3-B871-4BD1-B208-5D0275692A9E}"/>
              </a:ext>
            </a:extLst>
          </p:cNvPr>
          <p:cNvSpPr>
            <a:spLocks noGrp="1"/>
          </p:cNvSpPr>
          <p:nvPr/>
        </p:nvSpPr>
        <p:spPr>
          <a:xfrm>
            <a:off x="7026866" y="6630816"/>
            <a:ext cx="282486" cy="9525"/>
          </a:xfrm>
          <a:custGeom>
            <a:avLst/>
            <a:gdLst/>
            <a:ahLst/>
            <a:cxnLst/>
            <a:rect l="0" t="0" r="0" b="0"/>
            <a:pathLst>
              <a:path w="282486" h="9525">
                <a:moveTo>
                  <a:pt x="0" y="0"/>
                </a:moveTo>
                <a:lnTo>
                  <a:pt x="282486" y="436"/>
                </a:lnTo>
              </a:path>
            </a:pathLst>
          </a:custGeom>
          <a:noFill/>
          <a:ln w="9170">
            <a:solidFill>
              <a:srgbClr val="F27E1E">
                <a:alpha val="5000"/>
              </a:srgbClr>
            </a:solidFill>
            <a:prstDash val="solid"/>
          </a:ln>
        </p:spPr>
      </p:sp>
      <p:sp>
        <p:nvSpPr>
          <p:cNvPr id="537" name="lumia-token-stream-curve">
            <a:extLst>
              <a:ext uri="{FF2B5EF4-FFF2-40B4-BE49-F238E27FC236}">
                <a16:creationId xmlns:a16="http://schemas.microsoft.com/office/drawing/2014/main" id="{0A776B4A-6851-45A3-BB01-25E2F2D3C9F3}"/>
              </a:ext>
            </a:extLst>
          </p:cNvPr>
          <p:cNvSpPr>
            <a:spLocks noGrp="1"/>
          </p:cNvSpPr>
          <p:nvPr/>
        </p:nvSpPr>
        <p:spPr>
          <a:xfrm>
            <a:off x="7309352" y="6614082"/>
            <a:ext cx="283603" cy="17170"/>
          </a:xfrm>
          <a:custGeom>
            <a:avLst/>
            <a:gdLst/>
            <a:ahLst/>
            <a:cxnLst/>
            <a:rect l="0" t="0" r="0" b="0"/>
            <a:pathLst>
              <a:path w="283603" h="17170">
                <a:moveTo>
                  <a:pt x="0" y="17170"/>
                </a:moveTo>
                <a:lnTo>
                  <a:pt x="283603" y="0"/>
                </a:lnTo>
              </a:path>
            </a:pathLst>
          </a:custGeom>
          <a:noFill/>
          <a:ln w="9396">
            <a:solidFill>
              <a:srgbClr val="F48919">
                <a:alpha val="6000"/>
              </a:srgbClr>
            </a:solidFill>
            <a:prstDash val="solid"/>
          </a:ln>
        </p:spPr>
      </p:sp>
      <p:sp>
        <p:nvSpPr>
          <p:cNvPr id="538" name="lumia-token-stream-curve">
            <a:extLst>
              <a:ext uri="{FF2B5EF4-FFF2-40B4-BE49-F238E27FC236}">
                <a16:creationId xmlns:a16="http://schemas.microsoft.com/office/drawing/2014/main" id="{F9EB22F0-F8E7-4B5E-B935-9F0275319204}"/>
              </a:ext>
            </a:extLst>
          </p:cNvPr>
          <p:cNvSpPr>
            <a:spLocks noGrp="1"/>
          </p:cNvSpPr>
          <p:nvPr/>
        </p:nvSpPr>
        <p:spPr>
          <a:xfrm>
            <a:off x="7592955" y="6578932"/>
            <a:ext cx="284609" cy="35149"/>
          </a:xfrm>
          <a:custGeom>
            <a:avLst/>
            <a:gdLst/>
            <a:ahLst/>
            <a:cxnLst/>
            <a:rect l="0" t="0" r="0" b="0"/>
            <a:pathLst>
              <a:path w="284609" h="35149">
                <a:moveTo>
                  <a:pt x="0" y="35149"/>
                </a:moveTo>
                <a:lnTo>
                  <a:pt x="284609" y="0"/>
                </a:lnTo>
              </a:path>
            </a:pathLst>
          </a:custGeom>
          <a:noFill/>
          <a:ln w="9625">
            <a:solidFill>
              <a:srgbClr val="F59415">
                <a:alpha val="6000"/>
              </a:srgbClr>
            </a:solidFill>
            <a:prstDash val="solid"/>
          </a:ln>
        </p:spPr>
      </p:sp>
      <p:sp>
        <p:nvSpPr>
          <p:cNvPr id="539" name="lumia-token-stream-curve">
            <a:extLst>
              <a:ext uri="{FF2B5EF4-FFF2-40B4-BE49-F238E27FC236}">
                <a16:creationId xmlns:a16="http://schemas.microsoft.com/office/drawing/2014/main" id="{DC88BEC3-3EC2-4C5E-874B-BB2F2F586348}"/>
              </a:ext>
            </a:extLst>
          </p:cNvPr>
          <p:cNvSpPr>
            <a:spLocks noGrp="1"/>
          </p:cNvSpPr>
          <p:nvPr/>
        </p:nvSpPr>
        <p:spPr>
          <a:xfrm>
            <a:off x="7877564" y="6527568"/>
            <a:ext cx="285504" cy="51364"/>
          </a:xfrm>
          <a:custGeom>
            <a:avLst/>
            <a:gdLst/>
            <a:ahLst/>
            <a:cxnLst/>
            <a:rect l="0" t="0" r="0" b="0"/>
            <a:pathLst>
              <a:path w="285504" h="51364">
                <a:moveTo>
                  <a:pt x="0" y="51364"/>
                </a:moveTo>
                <a:lnTo>
                  <a:pt x="285504" y="0"/>
                </a:lnTo>
              </a:path>
            </a:pathLst>
          </a:custGeom>
          <a:noFill/>
          <a:ln w="9855">
            <a:solidFill>
              <a:srgbClr val="F79E11">
                <a:alpha val="6000"/>
              </a:srgbClr>
            </a:solidFill>
            <a:prstDash val="solid"/>
          </a:ln>
        </p:spPr>
      </p:sp>
      <p:sp>
        <p:nvSpPr>
          <p:cNvPr id="540" name="lumia-token-stream-curve">
            <a:extLst>
              <a:ext uri="{FF2B5EF4-FFF2-40B4-BE49-F238E27FC236}">
                <a16:creationId xmlns:a16="http://schemas.microsoft.com/office/drawing/2014/main" id="{F54532BF-9732-4451-A7DC-6A60CA08E165}"/>
              </a:ext>
            </a:extLst>
          </p:cNvPr>
          <p:cNvSpPr>
            <a:spLocks noGrp="1"/>
          </p:cNvSpPr>
          <p:nvPr/>
        </p:nvSpPr>
        <p:spPr>
          <a:xfrm>
            <a:off x="8163068" y="6463710"/>
            <a:ext cx="286288" cy="63859"/>
          </a:xfrm>
          <a:custGeom>
            <a:avLst/>
            <a:gdLst/>
            <a:ahLst/>
            <a:cxnLst/>
            <a:rect l="0" t="0" r="0" b="0"/>
            <a:pathLst>
              <a:path w="286288" h="63859">
                <a:moveTo>
                  <a:pt x="0" y="63859"/>
                </a:moveTo>
                <a:lnTo>
                  <a:pt x="286288" y="0"/>
                </a:lnTo>
              </a:path>
            </a:pathLst>
          </a:custGeom>
          <a:noFill/>
          <a:ln w="10083">
            <a:solidFill>
              <a:srgbClr val="F8A90C">
                <a:alpha val="6000"/>
              </a:srgbClr>
            </a:solidFill>
            <a:prstDash val="solid"/>
          </a:ln>
        </p:spPr>
      </p:sp>
      <p:sp>
        <p:nvSpPr>
          <p:cNvPr id="541" name="lumia-token-stream-curve">
            <a:extLst>
              <a:ext uri="{FF2B5EF4-FFF2-40B4-BE49-F238E27FC236}">
                <a16:creationId xmlns:a16="http://schemas.microsoft.com/office/drawing/2014/main" id="{06ECAC2D-EC10-48C6-8058-CE8E3B4AAA23}"/>
              </a:ext>
            </a:extLst>
          </p:cNvPr>
          <p:cNvSpPr>
            <a:spLocks noGrp="1"/>
          </p:cNvSpPr>
          <p:nvPr/>
        </p:nvSpPr>
        <p:spPr>
          <a:xfrm>
            <a:off x="8449356" y="6392578"/>
            <a:ext cx="286961" cy="71132"/>
          </a:xfrm>
          <a:custGeom>
            <a:avLst/>
            <a:gdLst/>
            <a:ahLst/>
            <a:cxnLst/>
            <a:rect l="0" t="0" r="0" b="0"/>
            <a:pathLst>
              <a:path w="286961" h="71132">
                <a:moveTo>
                  <a:pt x="0" y="71132"/>
                </a:moveTo>
                <a:lnTo>
                  <a:pt x="286961" y="0"/>
                </a:lnTo>
              </a:path>
            </a:pathLst>
          </a:custGeom>
          <a:noFill/>
          <a:ln w="10308">
            <a:solidFill>
              <a:srgbClr val="FAB408">
                <a:alpha val="6000"/>
              </a:srgbClr>
            </a:solidFill>
            <a:prstDash val="solid"/>
          </a:ln>
        </p:spPr>
      </p:sp>
      <p:sp>
        <p:nvSpPr>
          <p:cNvPr id="542" name="lumia-token-stream-curve">
            <a:extLst>
              <a:ext uri="{FF2B5EF4-FFF2-40B4-BE49-F238E27FC236}">
                <a16:creationId xmlns:a16="http://schemas.microsoft.com/office/drawing/2014/main" id="{A6C547C4-9F75-43B4-A77B-3C8898672D2B}"/>
              </a:ext>
            </a:extLst>
          </p:cNvPr>
          <p:cNvSpPr>
            <a:spLocks noGrp="1"/>
          </p:cNvSpPr>
          <p:nvPr/>
        </p:nvSpPr>
        <p:spPr>
          <a:xfrm>
            <a:off x="8736317" y="6320224"/>
            <a:ext cx="287524" cy="72353"/>
          </a:xfrm>
          <a:custGeom>
            <a:avLst/>
            <a:gdLst/>
            <a:ahLst/>
            <a:cxnLst/>
            <a:rect l="0" t="0" r="0" b="0"/>
            <a:pathLst>
              <a:path w="287524" h="72353">
                <a:moveTo>
                  <a:pt x="0" y="72353"/>
                </a:moveTo>
                <a:lnTo>
                  <a:pt x="287524" y="0"/>
                </a:lnTo>
              </a:path>
            </a:pathLst>
          </a:custGeom>
          <a:noFill/>
          <a:ln w="10528">
            <a:solidFill>
              <a:srgbClr val="F7BC07">
                <a:alpha val="6000"/>
              </a:srgbClr>
            </a:solidFill>
            <a:prstDash val="solid"/>
          </a:ln>
        </p:spPr>
      </p:sp>
      <p:sp>
        <p:nvSpPr>
          <p:cNvPr id="543" name="lumia-token-stream-curve">
            <a:extLst>
              <a:ext uri="{FF2B5EF4-FFF2-40B4-BE49-F238E27FC236}">
                <a16:creationId xmlns:a16="http://schemas.microsoft.com/office/drawing/2014/main" id="{14C9525E-7760-414D-AEDF-73DC7F661FC3}"/>
              </a:ext>
            </a:extLst>
          </p:cNvPr>
          <p:cNvSpPr>
            <a:spLocks noGrp="1"/>
          </p:cNvSpPr>
          <p:nvPr/>
        </p:nvSpPr>
        <p:spPr>
          <a:xfrm>
            <a:off x="9023841" y="6252737"/>
            <a:ext cx="287975" cy="67487"/>
          </a:xfrm>
          <a:custGeom>
            <a:avLst/>
            <a:gdLst/>
            <a:ahLst/>
            <a:cxnLst/>
            <a:rect l="0" t="0" r="0" b="0"/>
            <a:pathLst>
              <a:path w="287975" h="67487">
                <a:moveTo>
                  <a:pt x="0" y="67487"/>
                </a:moveTo>
                <a:lnTo>
                  <a:pt x="287975" y="0"/>
                </a:lnTo>
              </a:path>
            </a:pathLst>
          </a:custGeom>
          <a:noFill/>
          <a:ln w="10739">
            <a:solidFill>
              <a:srgbClr val="E5BA0E">
                <a:alpha val="6000"/>
              </a:srgbClr>
            </a:solidFill>
            <a:prstDash val="solid"/>
          </a:ln>
        </p:spPr>
      </p:sp>
      <p:sp>
        <p:nvSpPr>
          <p:cNvPr id="544" name="lumia-token-stream-curve">
            <a:extLst>
              <a:ext uri="{FF2B5EF4-FFF2-40B4-BE49-F238E27FC236}">
                <a16:creationId xmlns:a16="http://schemas.microsoft.com/office/drawing/2014/main" id="{E7662FE7-7BF0-463A-AB54-3FB45B6C25E4}"/>
              </a:ext>
            </a:extLst>
          </p:cNvPr>
          <p:cNvSpPr>
            <a:spLocks noGrp="1"/>
          </p:cNvSpPr>
          <p:nvPr/>
        </p:nvSpPr>
        <p:spPr>
          <a:xfrm>
            <a:off x="9311816" y="6195425"/>
            <a:ext cx="288316" cy="57312"/>
          </a:xfrm>
          <a:custGeom>
            <a:avLst/>
            <a:gdLst/>
            <a:ahLst/>
            <a:cxnLst/>
            <a:rect l="0" t="0" r="0" b="0"/>
            <a:pathLst>
              <a:path w="288316" h="57312">
                <a:moveTo>
                  <a:pt x="0" y="57312"/>
                </a:moveTo>
                <a:lnTo>
                  <a:pt x="288316" y="0"/>
                </a:lnTo>
              </a:path>
            </a:pathLst>
          </a:custGeom>
          <a:noFill/>
          <a:ln w="10941">
            <a:solidFill>
              <a:srgbClr val="D3B815">
                <a:alpha val="7000"/>
              </a:srgbClr>
            </a:solidFill>
            <a:prstDash val="solid"/>
          </a:ln>
        </p:spPr>
      </p:sp>
      <p:sp>
        <p:nvSpPr>
          <p:cNvPr id="545" name="lumia-token-stream-curve">
            <a:extLst>
              <a:ext uri="{FF2B5EF4-FFF2-40B4-BE49-F238E27FC236}">
                <a16:creationId xmlns:a16="http://schemas.microsoft.com/office/drawing/2014/main" id="{443EC2FA-4DE9-49D2-9F2F-9A677F1488B7}"/>
              </a:ext>
            </a:extLst>
          </p:cNvPr>
          <p:cNvSpPr>
            <a:spLocks noGrp="1"/>
          </p:cNvSpPr>
          <p:nvPr/>
        </p:nvSpPr>
        <p:spPr>
          <a:xfrm>
            <a:off x="9600132" y="6152100"/>
            <a:ext cx="288545" cy="43326"/>
          </a:xfrm>
          <a:custGeom>
            <a:avLst/>
            <a:gdLst/>
            <a:ahLst/>
            <a:cxnLst/>
            <a:rect l="0" t="0" r="0" b="0"/>
            <a:pathLst>
              <a:path w="288545" h="43326">
                <a:moveTo>
                  <a:pt x="0" y="43326"/>
                </a:moveTo>
                <a:lnTo>
                  <a:pt x="288545" y="0"/>
                </a:lnTo>
              </a:path>
            </a:pathLst>
          </a:custGeom>
          <a:noFill/>
          <a:ln w="11130">
            <a:solidFill>
              <a:srgbClr val="C2B61C">
                <a:alpha val="7000"/>
              </a:srgbClr>
            </a:solidFill>
            <a:prstDash val="solid"/>
          </a:ln>
        </p:spPr>
      </p:sp>
      <p:sp>
        <p:nvSpPr>
          <p:cNvPr id="546" name="lumia-token-stream-curve">
            <a:extLst>
              <a:ext uri="{FF2B5EF4-FFF2-40B4-BE49-F238E27FC236}">
                <a16:creationId xmlns:a16="http://schemas.microsoft.com/office/drawing/2014/main" id="{6D2A1724-3534-443B-8F51-E1374513401B}"/>
              </a:ext>
            </a:extLst>
          </p:cNvPr>
          <p:cNvSpPr>
            <a:spLocks noGrp="1"/>
          </p:cNvSpPr>
          <p:nvPr/>
        </p:nvSpPr>
        <p:spPr>
          <a:xfrm>
            <a:off x="9888678" y="6124553"/>
            <a:ext cx="288664" cy="27547"/>
          </a:xfrm>
          <a:custGeom>
            <a:avLst/>
            <a:gdLst/>
            <a:ahLst/>
            <a:cxnLst/>
            <a:rect l="0" t="0" r="0" b="0"/>
            <a:pathLst>
              <a:path w="288664" h="27547">
                <a:moveTo>
                  <a:pt x="0" y="27547"/>
                </a:moveTo>
                <a:lnTo>
                  <a:pt x="288664" y="0"/>
                </a:lnTo>
              </a:path>
            </a:pathLst>
          </a:custGeom>
          <a:noFill/>
          <a:ln w="11305">
            <a:solidFill>
              <a:srgbClr val="B0B422">
                <a:alpha val="7000"/>
              </a:srgbClr>
            </a:solidFill>
            <a:prstDash val="solid"/>
          </a:ln>
        </p:spPr>
      </p:sp>
      <p:sp>
        <p:nvSpPr>
          <p:cNvPr id="547" name="lumia-token-stream-curve">
            <a:extLst>
              <a:ext uri="{FF2B5EF4-FFF2-40B4-BE49-F238E27FC236}">
                <a16:creationId xmlns:a16="http://schemas.microsoft.com/office/drawing/2014/main" id="{D7E1604F-C85B-468F-953C-03982DA3211D}"/>
              </a:ext>
            </a:extLst>
          </p:cNvPr>
          <p:cNvSpPr>
            <a:spLocks noGrp="1"/>
          </p:cNvSpPr>
          <p:nvPr/>
        </p:nvSpPr>
        <p:spPr>
          <a:xfrm>
            <a:off x="10177342" y="6112310"/>
            <a:ext cx="288672" cy="12243"/>
          </a:xfrm>
          <a:custGeom>
            <a:avLst/>
            <a:gdLst/>
            <a:ahLst/>
            <a:cxnLst/>
            <a:rect l="0" t="0" r="0" b="0"/>
            <a:pathLst>
              <a:path w="288672" h="12243">
                <a:moveTo>
                  <a:pt x="0" y="12243"/>
                </a:moveTo>
                <a:lnTo>
                  <a:pt x="288672" y="0"/>
                </a:lnTo>
              </a:path>
            </a:pathLst>
          </a:custGeom>
          <a:noFill/>
          <a:ln w="11464">
            <a:solidFill>
              <a:srgbClr val="9EB329">
                <a:alpha val="7000"/>
              </a:srgbClr>
            </a:solidFill>
            <a:prstDash val="solid"/>
          </a:ln>
        </p:spPr>
      </p:sp>
      <p:sp>
        <p:nvSpPr>
          <p:cNvPr id="548" name="lumia-token-stream-curve">
            <a:extLst>
              <a:ext uri="{FF2B5EF4-FFF2-40B4-BE49-F238E27FC236}">
                <a16:creationId xmlns:a16="http://schemas.microsoft.com/office/drawing/2014/main" id="{CA0D6E95-3E6B-46E7-A8EA-F7E2ED81B04B}"/>
              </a:ext>
            </a:extLst>
          </p:cNvPr>
          <p:cNvSpPr>
            <a:spLocks noGrp="1"/>
          </p:cNvSpPr>
          <p:nvPr/>
        </p:nvSpPr>
        <p:spPr>
          <a:xfrm>
            <a:off x="10466014" y="6112310"/>
            <a:ext cx="288569" cy="9525"/>
          </a:xfrm>
          <a:custGeom>
            <a:avLst/>
            <a:gdLst/>
            <a:ahLst/>
            <a:cxnLst/>
            <a:rect l="0" t="0" r="0" b="0"/>
            <a:pathLst>
              <a:path w="288569" h="9525">
                <a:moveTo>
                  <a:pt x="0" y="0"/>
                </a:moveTo>
                <a:lnTo>
                  <a:pt x="288569" y="379"/>
                </a:lnTo>
              </a:path>
            </a:pathLst>
          </a:custGeom>
          <a:noFill/>
          <a:ln w="11604">
            <a:solidFill>
              <a:srgbClr val="8CB130">
                <a:alpha val="7000"/>
              </a:srgbClr>
            </a:solidFill>
            <a:prstDash val="solid"/>
          </a:ln>
        </p:spPr>
      </p:sp>
      <p:sp>
        <p:nvSpPr>
          <p:cNvPr id="549" name="lumia-token-stream-curve">
            <a:extLst>
              <a:ext uri="{FF2B5EF4-FFF2-40B4-BE49-F238E27FC236}">
                <a16:creationId xmlns:a16="http://schemas.microsoft.com/office/drawing/2014/main" id="{331E8C24-A973-47C8-BCC6-D5976E9CD8FA}"/>
              </a:ext>
            </a:extLst>
          </p:cNvPr>
          <p:cNvSpPr>
            <a:spLocks noGrp="1"/>
          </p:cNvSpPr>
          <p:nvPr/>
        </p:nvSpPr>
        <p:spPr>
          <a:xfrm>
            <a:off x="10754583" y="6112689"/>
            <a:ext cx="288355" cy="9525"/>
          </a:xfrm>
          <a:custGeom>
            <a:avLst/>
            <a:gdLst/>
            <a:ahLst/>
            <a:cxnLst/>
            <a:rect l="0" t="0" r="0" b="0"/>
            <a:pathLst>
              <a:path w="288355" h="9525">
                <a:moveTo>
                  <a:pt x="0" y="0"/>
                </a:moveTo>
                <a:lnTo>
                  <a:pt x="288355" y="8476"/>
                </a:lnTo>
              </a:path>
            </a:pathLst>
          </a:custGeom>
          <a:noFill/>
          <a:ln w="11724">
            <a:solidFill>
              <a:srgbClr val="7BAF37">
                <a:alpha val="7000"/>
              </a:srgbClr>
            </a:solidFill>
            <a:prstDash val="solid"/>
          </a:ln>
        </p:spPr>
      </p:sp>
      <p:sp>
        <p:nvSpPr>
          <p:cNvPr id="550" name="lumia-token-stream-curve">
            <a:extLst>
              <a:ext uri="{FF2B5EF4-FFF2-40B4-BE49-F238E27FC236}">
                <a16:creationId xmlns:a16="http://schemas.microsoft.com/office/drawing/2014/main" id="{360B7246-F9A0-42A9-B39B-E8D59211570E}"/>
              </a:ext>
            </a:extLst>
          </p:cNvPr>
          <p:cNvSpPr>
            <a:spLocks noGrp="1"/>
          </p:cNvSpPr>
          <p:nvPr/>
        </p:nvSpPr>
        <p:spPr>
          <a:xfrm>
            <a:off x="11042938" y="6121165"/>
            <a:ext cx="288030" cy="10814"/>
          </a:xfrm>
          <a:custGeom>
            <a:avLst/>
            <a:gdLst/>
            <a:ahLst/>
            <a:cxnLst/>
            <a:rect l="0" t="0" r="0" b="0"/>
            <a:pathLst>
              <a:path w="288030" h="10814">
                <a:moveTo>
                  <a:pt x="0" y="0"/>
                </a:moveTo>
                <a:lnTo>
                  <a:pt x="288030" y="10814"/>
                </a:lnTo>
              </a:path>
            </a:pathLst>
          </a:custGeom>
          <a:noFill/>
          <a:ln w="11821">
            <a:solidFill>
              <a:srgbClr val="69AD3E">
                <a:alpha val="7000"/>
              </a:srgbClr>
            </a:solidFill>
            <a:prstDash val="solid"/>
          </a:ln>
        </p:spPr>
      </p:sp>
      <p:sp>
        <p:nvSpPr>
          <p:cNvPr id="551" name="lumia-token-stream-curve">
            <a:extLst>
              <a:ext uri="{FF2B5EF4-FFF2-40B4-BE49-F238E27FC236}">
                <a16:creationId xmlns:a16="http://schemas.microsoft.com/office/drawing/2014/main" id="{C5917AF0-4D36-4B78-91AC-541CF419D175}"/>
              </a:ext>
            </a:extLst>
          </p:cNvPr>
          <p:cNvSpPr>
            <a:spLocks noGrp="1"/>
          </p:cNvSpPr>
          <p:nvPr/>
        </p:nvSpPr>
        <p:spPr>
          <a:xfrm>
            <a:off x="11330968" y="6131978"/>
            <a:ext cx="287594" cy="9525"/>
          </a:xfrm>
          <a:custGeom>
            <a:avLst/>
            <a:gdLst/>
            <a:ahLst/>
            <a:cxnLst/>
            <a:rect l="0" t="0" r="0" b="0"/>
            <a:pathLst>
              <a:path w="287594" h="9525">
                <a:moveTo>
                  <a:pt x="0" y="0"/>
                </a:moveTo>
                <a:lnTo>
                  <a:pt x="287594" y="6937"/>
                </a:lnTo>
              </a:path>
            </a:pathLst>
          </a:custGeom>
          <a:noFill/>
          <a:ln w="11893">
            <a:solidFill>
              <a:srgbClr val="57AC45">
                <a:alpha val="7000"/>
              </a:srgbClr>
            </a:solidFill>
            <a:prstDash val="solid"/>
          </a:ln>
        </p:spPr>
      </p:sp>
      <p:sp>
        <p:nvSpPr>
          <p:cNvPr id="552" name="lumia-token-stream-curve">
            <a:extLst>
              <a:ext uri="{FF2B5EF4-FFF2-40B4-BE49-F238E27FC236}">
                <a16:creationId xmlns:a16="http://schemas.microsoft.com/office/drawing/2014/main" id="{89AAD280-CADF-440B-BF80-C7EA73561742}"/>
              </a:ext>
            </a:extLst>
          </p:cNvPr>
          <p:cNvSpPr>
            <a:spLocks noGrp="1"/>
          </p:cNvSpPr>
          <p:nvPr/>
        </p:nvSpPr>
        <p:spPr>
          <a:xfrm>
            <a:off x="11618562" y="6136134"/>
            <a:ext cx="287048" cy="9525"/>
          </a:xfrm>
          <a:custGeom>
            <a:avLst/>
            <a:gdLst/>
            <a:ahLst/>
            <a:cxnLst/>
            <a:rect l="0" t="0" r="0" b="0"/>
            <a:pathLst>
              <a:path w="287048" h="9525">
                <a:moveTo>
                  <a:pt x="0" y="2781"/>
                </a:moveTo>
                <a:lnTo>
                  <a:pt x="287048" y="0"/>
                </a:lnTo>
              </a:path>
            </a:pathLst>
          </a:custGeom>
          <a:noFill/>
          <a:ln w="11937">
            <a:solidFill>
              <a:srgbClr val="46AA4C">
                <a:alpha val="7000"/>
              </a:srgbClr>
            </a:solidFill>
            <a:prstDash val="solid"/>
          </a:ln>
        </p:spPr>
      </p:sp>
      <p:sp>
        <p:nvSpPr>
          <p:cNvPr id="553" name="lumia-token-stream-curve">
            <a:extLst>
              <a:ext uri="{FF2B5EF4-FFF2-40B4-BE49-F238E27FC236}">
                <a16:creationId xmlns:a16="http://schemas.microsoft.com/office/drawing/2014/main" id="{E880CB74-8DA5-4F9A-BFC9-4712A665F5D1}"/>
              </a:ext>
            </a:extLst>
          </p:cNvPr>
          <p:cNvSpPr>
            <a:spLocks noGrp="1"/>
          </p:cNvSpPr>
          <p:nvPr/>
        </p:nvSpPr>
        <p:spPr>
          <a:xfrm>
            <a:off x="11905610" y="6118937"/>
            <a:ext cx="286390" cy="17196"/>
          </a:xfrm>
          <a:custGeom>
            <a:avLst/>
            <a:gdLst/>
            <a:ahLst/>
            <a:cxnLst/>
            <a:rect l="0" t="0" r="0" b="0"/>
            <a:pathLst>
              <a:path w="286390" h="17196">
                <a:moveTo>
                  <a:pt x="0" y="17196"/>
                </a:moveTo>
                <a:lnTo>
                  <a:pt x="286390" y="0"/>
                </a:lnTo>
              </a:path>
            </a:pathLst>
          </a:custGeom>
          <a:noFill/>
          <a:ln w="11953">
            <a:solidFill>
              <a:srgbClr val="34A853">
                <a:alpha val="7000"/>
              </a:srgbClr>
            </a:solidFill>
            <a:prstDash val="solid"/>
          </a:ln>
        </p:spPr>
      </p:sp>
      <p:sp>
        <p:nvSpPr>
          <p:cNvPr id="554" name="lumia-token-stream-curve">
            <a:extLst>
              <a:ext uri="{FF2B5EF4-FFF2-40B4-BE49-F238E27FC236}">
                <a16:creationId xmlns:a16="http://schemas.microsoft.com/office/drawing/2014/main" id="{49A0E74F-54FB-4600-87DE-BAC054A31D80}"/>
              </a:ext>
            </a:extLst>
          </p:cNvPr>
          <p:cNvSpPr>
            <a:spLocks noGrp="1"/>
          </p:cNvSpPr>
          <p:nvPr/>
        </p:nvSpPr>
        <p:spPr>
          <a:xfrm>
            <a:off x="0" y="6354175"/>
            <a:ext cx="145896" cy="35726"/>
          </a:xfrm>
          <a:custGeom>
            <a:avLst/>
            <a:gdLst/>
            <a:ahLst/>
            <a:cxnLst/>
            <a:rect l="0" t="0" r="0" b="0"/>
            <a:pathLst>
              <a:path w="145896" h="35726">
                <a:moveTo>
                  <a:pt x="0" y="0"/>
                </a:moveTo>
                <a:lnTo>
                  <a:pt x="145896" y="35726"/>
                </a:lnTo>
              </a:path>
            </a:pathLst>
          </a:custGeom>
          <a:noFill/>
          <a:ln w="7838">
            <a:solidFill>
              <a:srgbClr val="4285F4">
                <a:alpha val="4000"/>
              </a:srgbClr>
            </a:solidFill>
            <a:prstDash val="solid"/>
          </a:ln>
        </p:spPr>
      </p:sp>
      <p:sp>
        <p:nvSpPr>
          <p:cNvPr id="555" name="lumia-token-stream-curve">
            <a:extLst>
              <a:ext uri="{FF2B5EF4-FFF2-40B4-BE49-F238E27FC236}">
                <a16:creationId xmlns:a16="http://schemas.microsoft.com/office/drawing/2014/main" id="{FEEFECFD-C38C-486D-BF4B-011F5E28085D}"/>
              </a:ext>
            </a:extLst>
          </p:cNvPr>
          <p:cNvSpPr>
            <a:spLocks noGrp="1"/>
          </p:cNvSpPr>
          <p:nvPr/>
        </p:nvSpPr>
        <p:spPr>
          <a:xfrm>
            <a:off x="145896" y="6389901"/>
            <a:ext cx="214218" cy="39933"/>
          </a:xfrm>
          <a:custGeom>
            <a:avLst/>
            <a:gdLst/>
            <a:ahLst/>
            <a:cxnLst/>
            <a:rect l="0" t="0" r="0" b="0"/>
            <a:pathLst>
              <a:path w="214218" h="39933">
                <a:moveTo>
                  <a:pt x="0" y="0"/>
                </a:moveTo>
                <a:lnTo>
                  <a:pt x="214218" y="39933"/>
                </a:lnTo>
              </a:path>
            </a:pathLst>
          </a:custGeom>
          <a:noFill/>
          <a:ln w="7838">
            <a:solidFill>
              <a:srgbClr val="447EEC">
                <a:alpha val="4000"/>
              </a:srgbClr>
            </a:solidFill>
            <a:prstDash val="solid"/>
          </a:ln>
        </p:spPr>
      </p:sp>
      <p:sp>
        <p:nvSpPr>
          <p:cNvPr id="556" name="lumia-token-stream-curve">
            <a:extLst>
              <a:ext uri="{FF2B5EF4-FFF2-40B4-BE49-F238E27FC236}">
                <a16:creationId xmlns:a16="http://schemas.microsoft.com/office/drawing/2014/main" id="{DEEA7795-5F90-43D1-B026-BF9ABC8AC216}"/>
              </a:ext>
            </a:extLst>
          </p:cNvPr>
          <p:cNvSpPr>
            <a:spLocks noGrp="1"/>
          </p:cNvSpPr>
          <p:nvPr/>
        </p:nvSpPr>
        <p:spPr>
          <a:xfrm>
            <a:off x="360114" y="6429833"/>
            <a:ext cx="218276" cy="41607"/>
          </a:xfrm>
          <a:custGeom>
            <a:avLst/>
            <a:gdLst/>
            <a:ahLst/>
            <a:cxnLst/>
            <a:rect l="0" t="0" r="0" b="0"/>
            <a:pathLst>
              <a:path w="218276" h="41607">
                <a:moveTo>
                  <a:pt x="0" y="0"/>
                </a:moveTo>
                <a:lnTo>
                  <a:pt x="218276" y="41607"/>
                </a:lnTo>
              </a:path>
            </a:pathLst>
          </a:custGeom>
          <a:noFill/>
          <a:ln w="7838">
            <a:solidFill>
              <a:srgbClr val="4678E3">
                <a:alpha val="4000"/>
              </a:srgbClr>
            </a:solidFill>
            <a:prstDash val="solid"/>
          </a:ln>
        </p:spPr>
      </p:sp>
      <p:sp>
        <p:nvSpPr>
          <p:cNvPr id="557" name="lumia-token-stream-curve">
            <a:extLst>
              <a:ext uri="{FF2B5EF4-FFF2-40B4-BE49-F238E27FC236}">
                <a16:creationId xmlns:a16="http://schemas.microsoft.com/office/drawing/2014/main" id="{58FDEDA9-CA65-493D-A460-51FA3C900C01}"/>
              </a:ext>
            </a:extLst>
          </p:cNvPr>
          <p:cNvSpPr>
            <a:spLocks noGrp="1"/>
          </p:cNvSpPr>
          <p:nvPr/>
        </p:nvSpPr>
        <p:spPr>
          <a:xfrm>
            <a:off x="578390" y="6471440"/>
            <a:ext cx="222220" cy="40358"/>
          </a:xfrm>
          <a:custGeom>
            <a:avLst/>
            <a:gdLst/>
            <a:ahLst/>
            <a:cxnLst/>
            <a:rect l="0" t="0" r="0" b="0"/>
            <a:pathLst>
              <a:path w="222220" h="40358">
                <a:moveTo>
                  <a:pt x="0" y="0"/>
                </a:moveTo>
                <a:lnTo>
                  <a:pt x="222220" y="40358"/>
                </a:lnTo>
              </a:path>
            </a:pathLst>
          </a:custGeom>
          <a:noFill/>
          <a:ln w="7838">
            <a:solidFill>
              <a:srgbClr val="4871DB">
                <a:alpha val="4000"/>
              </a:srgbClr>
            </a:solidFill>
            <a:prstDash val="solid"/>
          </a:ln>
        </p:spPr>
      </p:sp>
      <p:sp>
        <p:nvSpPr>
          <p:cNvPr id="558" name="lumia-token-stream-curve">
            <a:extLst>
              <a:ext uri="{FF2B5EF4-FFF2-40B4-BE49-F238E27FC236}">
                <a16:creationId xmlns:a16="http://schemas.microsoft.com/office/drawing/2014/main" id="{B09E6BDA-0097-4DD7-9218-46F3DD9BE7A7}"/>
              </a:ext>
            </a:extLst>
          </p:cNvPr>
          <p:cNvSpPr>
            <a:spLocks noGrp="1"/>
          </p:cNvSpPr>
          <p:nvPr/>
        </p:nvSpPr>
        <p:spPr>
          <a:xfrm>
            <a:off x="800611" y="6511798"/>
            <a:ext cx="226051" cy="36015"/>
          </a:xfrm>
          <a:custGeom>
            <a:avLst/>
            <a:gdLst/>
            <a:ahLst/>
            <a:cxnLst/>
            <a:rect l="0" t="0" r="0" b="0"/>
            <a:pathLst>
              <a:path w="226051" h="36015">
                <a:moveTo>
                  <a:pt x="0" y="0"/>
                </a:moveTo>
                <a:lnTo>
                  <a:pt x="226051" y="36015"/>
                </a:lnTo>
              </a:path>
            </a:pathLst>
          </a:custGeom>
          <a:noFill/>
          <a:ln w="7838">
            <a:solidFill>
              <a:srgbClr val="4A6BD2">
                <a:alpha val="4000"/>
              </a:srgbClr>
            </a:solidFill>
            <a:prstDash val="solid"/>
          </a:ln>
        </p:spPr>
      </p:sp>
      <p:sp>
        <p:nvSpPr>
          <p:cNvPr id="559" name="lumia-token-stream-curve">
            <a:extLst>
              <a:ext uri="{FF2B5EF4-FFF2-40B4-BE49-F238E27FC236}">
                <a16:creationId xmlns:a16="http://schemas.microsoft.com/office/drawing/2014/main" id="{480BECCD-66A5-49D7-B36B-E1CDEDB78DE2}"/>
              </a:ext>
            </a:extLst>
          </p:cNvPr>
          <p:cNvSpPr>
            <a:spLocks noGrp="1"/>
          </p:cNvSpPr>
          <p:nvPr/>
        </p:nvSpPr>
        <p:spPr>
          <a:xfrm>
            <a:off x="1026662" y="6547813"/>
            <a:ext cx="229769" cy="28676"/>
          </a:xfrm>
          <a:custGeom>
            <a:avLst/>
            <a:gdLst/>
            <a:ahLst/>
            <a:cxnLst/>
            <a:rect l="0" t="0" r="0" b="0"/>
            <a:pathLst>
              <a:path w="229769" h="28676">
                <a:moveTo>
                  <a:pt x="0" y="0"/>
                </a:moveTo>
                <a:lnTo>
                  <a:pt x="229769" y="28676"/>
                </a:lnTo>
              </a:path>
            </a:pathLst>
          </a:custGeom>
          <a:noFill/>
          <a:ln w="7838">
            <a:solidFill>
              <a:srgbClr val="4C64CA">
                <a:alpha val="4000"/>
              </a:srgbClr>
            </a:solidFill>
            <a:prstDash val="solid"/>
          </a:ln>
        </p:spPr>
      </p:sp>
      <p:sp>
        <p:nvSpPr>
          <p:cNvPr id="560" name="lumia-token-stream-curve">
            <a:extLst>
              <a:ext uri="{FF2B5EF4-FFF2-40B4-BE49-F238E27FC236}">
                <a16:creationId xmlns:a16="http://schemas.microsoft.com/office/drawing/2014/main" id="{0EF174B9-529F-4F5E-A9DE-E9F51AC94F2C}"/>
              </a:ext>
            </a:extLst>
          </p:cNvPr>
          <p:cNvSpPr>
            <a:spLocks noGrp="1"/>
          </p:cNvSpPr>
          <p:nvPr/>
        </p:nvSpPr>
        <p:spPr>
          <a:xfrm>
            <a:off x="1256431" y="6576489"/>
            <a:ext cx="233372" cy="18738"/>
          </a:xfrm>
          <a:custGeom>
            <a:avLst/>
            <a:gdLst/>
            <a:ahLst/>
            <a:cxnLst/>
            <a:rect l="0" t="0" r="0" b="0"/>
            <a:pathLst>
              <a:path w="233372" h="18738">
                <a:moveTo>
                  <a:pt x="0" y="0"/>
                </a:moveTo>
                <a:lnTo>
                  <a:pt x="233372" y="18738"/>
                </a:lnTo>
              </a:path>
            </a:pathLst>
          </a:custGeom>
          <a:noFill/>
          <a:ln w="7838">
            <a:solidFill>
              <a:srgbClr val="4E5EC1">
                <a:alpha val="4000"/>
              </a:srgbClr>
            </a:solidFill>
            <a:prstDash val="solid"/>
          </a:ln>
        </p:spPr>
      </p:sp>
      <p:sp>
        <p:nvSpPr>
          <p:cNvPr id="561" name="lumia-token-stream-curve">
            <a:extLst>
              <a:ext uri="{FF2B5EF4-FFF2-40B4-BE49-F238E27FC236}">
                <a16:creationId xmlns:a16="http://schemas.microsoft.com/office/drawing/2014/main" id="{170A8332-9CEB-4F05-9A40-E5917BA71873}"/>
              </a:ext>
            </a:extLst>
          </p:cNvPr>
          <p:cNvSpPr>
            <a:spLocks noGrp="1"/>
          </p:cNvSpPr>
          <p:nvPr/>
        </p:nvSpPr>
        <p:spPr>
          <a:xfrm>
            <a:off x="1489803" y="6595227"/>
            <a:ext cx="236863" cy="9525"/>
          </a:xfrm>
          <a:custGeom>
            <a:avLst/>
            <a:gdLst/>
            <a:ahLst/>
            <a:cxnLst/>
            <a:rect l="0" t="0" r="0" b="0"/>
            <a:pathLst>
              <a:path w="236863" h="9525">
                <a:moveTo>
                  <a:pt x="0" y="0"/>
                </a:moveTo>
                <a:lnTo>
                  <a:pt x="236863" y="6892"/>
                </a:lnTo>
              </a:path>
            </a:pathLst>
          </a:custGeom>
          <a:noFill/>
          <a:ln w="7838">
            <a:solidFill>
              <a:srgbClr val="5057B9">
                <a:alpha val="4000"/>
              </a:srgbClr>
            </a:solidFill>
            <a:prstDash val="solid"/>
          </a:ln>
        </p:spPr>
      </p:sp>
      <p:sp>
        <p:nvSpPr>
          <p:cNvPr id="562" name="lumia-token-stream-curve">
            <a:extLst>
              <a:ext uri="{FF2B5EF4-FFF2-40B4-BE49-F238E27FC236}">
                <a16:creationId xmlns:a16="http://schemas.microsoft.com/office/drawing/2014/main" id="{A63F7746-70EA-4F6D-8B8C-32D8F84E3E8F}"/>
              </a:ext>
            </a:extLst>
          </p:cNvPr>
          <p:cNvSpPr>
            <a:spLocks noGrp="1"/>
          </p:cNvSpPr>
          <p:nvPr/>
        </p:nvSpPr>
        <p:spPr>
          <a:xfrm>
            <a:off x="1726666" y="6596212"/>
            <a:ext cx="240239" cy="9525"/>
          </a:xfrm>
          <a:custGeom>
            <a:avLst/>
            <a:gdLst/>
            <a:ahLst/>
            <a:cxnLst/>
            <a:rect l="0" t="0" r="0" b="0"/>
            <a:pathLst>
              <a:path w="240239" h="9525">
                <a:moveTo>
                  <a:pt x="0" y="5907"/>
                </a:moveTo>
                <a:lnTo>
                  <a:pt x="240239" y="0"/>
                </a:lnTo>
              </a:path>
            </a:pathLst>
          </a:custGeom>
          <a:noFill/>
          <a:ln w="7838">
            <a:solidFill>
              <a:srgbClr val="5250B0">
                <a:alpha val="4000"/>
              </a:srgbClr>
            </a:solidFill>
            <a:prstDash val="solid"/>
          </a:ln>
        </p:spPr>
      </p:sp>
      <p:sp>
        <p:nvSpPr>
          <p:cNvPr id="563" name="lumia-token-stream-curve">
            <a:extLst>
              <a:ext uri="{FF2B5EF4-FFF2-40B4-BE49-F238E27FC236}">
                <a16:creationId xmlns:a16="http://schemas.microsoft.com/office/drawing/2014/main" id="{34B9BBE4-6729-4248-80C9-EB7D36DCD2D7}"/>
              </a:ext>
            </a:extLst>
          </p:cNvPr>
          <p:cNvSpPr>
            <a:spLocks noGrp="1"/>
          </p:cNvSpPr>
          <p:nvPr/>
        </p:nvSpPr>
        <p:spPr>
          <a:xfrm>
            <a:off x="1966905" y="6577694"/>
            <a:ext cx="243503" cy="18518"/>
          </a:xfrm>
          <a:custGeom>
            <a:avLst/>
            <a:gdLst/>
            <a:ahLst/>
            <a:cxnLst/>
            <a:rect l="0" t="0" r="0" b="0"/>
            <a:pathLst>
              <a:path w="243503" h="18518">
                <a:moveTo>
                  <a:pt x="0" y="18518"/>
                </a:moveTo>
                <a:lnTo>
                  <a:pt x="243503" y="0"/>
                </a:lnTo>
              </a:path>
            </a:pathLst>
          </a:custGeom>
          <a:noFill/>
          <a:ln w="7838">
            <a:solidFill>
              <a:srgbClr val="544AA8">
                <a:alpha val="4000"/>
              </a:srgbClr>
            </a:solidFill>
            <a:prstDash val="solid"/>
          </a:ln>
        </p:spPr>
      </p:sp>
      <p:sp>
        <p:nvSpPr>
          <p:cNvPr id="564" name="lumia-token-stream-curve">
            <a:extLst>
              <a:ext uri="{FF2B5EF4-FFF2-40B4-BE49-F238E27FC236}">
                <a16:creationId xmlns:a16="http://schemas.microsoft.com/office/drawing/2014/main" id="{2C7B9CD6-9E4D-4438-A66B-81C51AB2CD81}"/>
              </a:ext>
            </a:extLst>
          </p:cNvPr>
          <p:cNvSpPr>
            <a:spLocks noGrp="1"/>
          </p:cNvSpPr>
          <p:nvPr/>
        </p:nvSpPr>
        <p:spPr>
          <a:xfrm>
            <a:off x="2210408" y="6547982"/>
            <a:ext cx="246652" cy="29712"/>
          </a:xfrm>
          <a:custGeom>
            <a:avLst/>
            <a:gdLst/>
            <a:ahLst/>
            <a:cxnLst/>
            <a:rect l="0" t="0" r="0" b="0"/>
            <a:pathLst>
              <a:path w="246652" h="29712">
                <a:moveTo>
                  <a:pt x="0" y="29712"/>
                </a:moveTo>
                <a:lnTo>
                  <a:pt x="246652" y="0"/>
                </a:lnTo>
              </a:path>
            </a:pathLst>
          </a:custGeom>
          <a:noFill/>
          <a:ln w="7838">
            <a:solidFill>
              <a:srgbClr val="5643A0">
                <a:alpha val="4000"/>
              </a:srgbClr>
            </a:solidFill>
            <a:prstDash val="solid"/>
          </a:ln>
        </p:spPr>
      </p:sp>
      <p:sp>
        <p:nvSpPr>
          <p:cNvPr id="565" name="lumia-token-stream-curve">
            <a:extLst>
              <a:ext uri="{FF2B5EF4-FFF2-40B4-BE49-F238E27FC236}">
                <a16:creationId xmlns:a16="http://schemas.microsoft.com/office/drawing/2014/main" id="{EA414413-E96B-4C99-96E5-21E011493A9A}"/>
              </a:ext>
            </a:extLst>
          </p:cNvPr>
          <p:cNvSpPr>
            <a:spLocks noGrp="1"/>
          </p:cNvSpPr>
          <p:nvPr/>
        </p:nvSpPr>
        <p:spPr>
          <a:xfrm>
            <a:off x="2457060" y="6509682"/>
            <a:ext cx="249688" cy="38300"/>
          </a:xfrm>
          <a:custGeom>
            <a:avLst/>
            <a:gdLst/>
            <a:ahLst/>
            <a:cxnLst/>
            <a:rect l="0" t="0" r="0" b="0"/>
            <a:pathLst>
              <a:path w="249688" h="38300">
                <a:moveTo>
                  <a:pt x="0" y="38300"/>
                </a:moveTo>
                <a:lnTo>
                  <a:pt x="249688" y="0"/>
                </a:lnTo>
              </a:path>
            </a:pathLst>
          </a:custGeom>
          <a:noFill/>
          <a:ln w="7838">
            <a:solidFill>
              <a:srgbClr val="583D97">
                <a:alpha val="4000"/>
              </a:srgbClr>
            </a:solidFill>
            <a:prstDash val="solid"/>
          </a:ln>
        </p:spPr>
      </p:sp>
      <p:sp>
        <p:nvSpPr>
          <p:cNvPr id="566" name="lumia-token-stream-curve">
            <a:extLst>
              <a:ext uri="{FF2B5EF4-FFF2-40B4-BE49-F238E27FC236}">
                <a16:creationId xmlns:a16="http://schemas.microsoft.com/office/drawing/2014/main" id="{A832A1ED-6E16-43F0-BD03-656C03305CAA}"/>
              </a:ext>
            </a:extLst>
          </p:cNvPr>
          <p:cNvSpPr>
            <a:spLocks noGrp="1"/>
          </p:cNvSpPr>
          <p:nvPr/>
        </p:nvSpPr>
        <p:spPr>
          <a:xfrm>
            <a:off x="2706748" y="6466403"/>
            <a:ext cx="252611" cy="43279"/>
          </a:xfrm>
          <a:custGeom>
            <a:avLst/>
            <a:gdLst/>
            <a:ahLst/>
            <a:cxnLst/>
            <a:rect l="0" t="0" r="0" b="0"/>
            <a:pathLst>
              <a:path w="252611" h="43279">
                <a:moveTo>
                  <a:pt x="0" y="43279"/>
                </a:moveTo>
                <a:lnTo>
                  <a:pt x="252611" y="0"/>
                </a:lnTo>
              </a:path>
            </a:pathLst>
          </a:custGeom>
          <a:noFill/>
          <a:ln w="7838">
            <a:solidFill>
              <a:srgbClr val="623C8F">
                <a:alpha val="4000"/>
              </a:srgbClr>
            </a:solidFill>
            <a:prstDash val="solid"/>
          </a:ln>
        </p:spPr>
      </p:sp>
      <p:sp>
        <p:nvSpPr>
          <p:cNvPr id="567" name="lumia-token-stream-curve">
            <a:extLst>
              <a:ext uri="{FF2B5EF4-FFF2-40B4-BE49-F238E27FC236}">
                <a16:creationId xmlns:a16="http://schemas.microsoft.com/office/drawing/2014/main" id="{B65891F6-9D4E-44E6-8502-5FBBB3B92300}"/>
              </a:ext>
            </a:extLst>
          </p:cNvPr>
          <p:cNvSpPr>
            <a:spLocks noGrp="1"/>
          </p:cNvSpPr>
          <p:nvPr/>
        </p:nvSpPr>
        <p:spPr>
          <a:xfrm>
            <a:off x="2959359" y="6422443"/>
            <a:ext cx="255420" cy="43960"/>
          </a:xfrm>
          <a:custGeom>
            <a:avLst/>
            <a:gdLst/>
            <a:ahLst/>
            <a:cxnLst/>
            <a:rect l="0" t="0" r="0" b="0"/>
            <a:pathLst>
              <a:path w="255420" h="43960">
                <a:moveTo>
                  <a:pt x="0" y="43960"/>
                </a:moveTo>
                <a:lnTo>
                  <a:pt x="255420" y="0"/>
                </a:lnTo>
              </a:path>
            </a:pathLst>
          </a:custGeom>
          <a:noFill/>
          <a:ln w="7838">
            <a:solidFill>
              <a:srgbClr val="6F3C86">
                <a:alpha val="4000"/>
              </a:srgbClr>
            </a:solidFill>
            <a:prstDash val="solid"/>
          </a:ln>
        </p:spPr>
      </p:sp>
      <p:sp>
        <p:nvSpPr>
          <p:cNvPr id="568" name="lumia-token-stream-curve">
            <a:extLst>
              <a:ext uri="{FF2B5EF4-FFF2-40B4-BE49-F238E27FC236}">
                <a16:creationId xmlns:a16="http://schemas.microsoft.com/office/drawing/2014/main" id="{721CBCA3-9178-4319-ADC7-77777CC1DC6E}"/>
              </a:ext>
            </a:extLst>
          </p:cNvPr>
          <p:cNvSpPr>
            <a:spLocks noGrp="1"/>
          </p:cNvSpPr>
          <p:nvPr/>
        </p:nvSpPr>
        <p:spPr>
          <a:xfrm>
            <a:off x="3214779" y="6382360"/>
            <a:ext cx="258115" cy="40083"/>
          </a:xfrm>
          <a:custGeom>
            <a:avLst/>
            <a:gdLst/>
            <a:ahLst/>
            <a:cxnLst/>
            <a:rect l="0" t="0" r="0" b="0"/>
            <a:pathLst>
              <a:path w="258115" h="40083">
                <a:moveTo>
                  <a:pt x="0" y="40083"/>
                </a:moveTo>
                <a:lnTo>
                  <a:pt x="258115" y="0"/>
                </a:lnTo>
              </a:path>
            </a:pathLst>
          </a:custGeom>
          <a:noFill/>
          <a:ln w="7838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569" name="lumia-token-stream-curve">
            <a:extLst>
              <a:ext uri="{FF2B5EF4-FFF2-40B4-BE49-F238E27FC236}">
                <a16:creationId xmlns:a16="http://schemas.microsoft.com/office/drawing/2014/main" id="{6E49DF3D-B5AC-45B8-A8E7-3D0AA3083558}"/>
              </a:ext>
            </a:extLst>
          </p:cNvPr>
          <p:cNvSpPr>
            <a:spLocks noGrp="1"/>
          </p:cNvSpPr>
          <p:nvPr/>
        </p:nvSpPr>
        <p:spPr>
          <a:xfrm>
            <a:off x="3472894" y="6350469"/>
            <a:ext cx="260697" cy="31890"/>
          </a:xfrm>
          <a:custGeom>
            <a:avLst/>
            <a:gdLst/>
            <a:ahLst/>
            <a:cxnLst/>
            <a:rect l="0" t="0" r="0" b="0"/>
            <a:pathLst>
              <a:path w="260697" h="31890">
                <a:moveTo>
                  <a:pt x="0" y="31890"/>
                </a:moveTo>
                <a:lnTo>
                  <a:pt x="260697" y="0"/>
                </a:lnTo>
              </a:path>
            </a:pathLst>
          </a:custGeom>
          <a:noFill/>
          <a:ln w="7838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570" name="lumia-token-stream-curve">
            <a:extLst>
              <a:ext uri="{FF2B5EF4-FFF2-40B4-BE49-F238E27FC236}">
                <a16:creationId xmlns:a16="http://schemas.microsoft.com/office/drawing/2014/main" id="{A3BFCEE5-ED17-4654-B533-B9D7BF9DF499}"/>
              </a:ext>
            </a:extLst>
          </p:cNvPr>
          <p:cNvSpPr>
            <a:spLocks noGrp="1"/>
          </p:cNvSpPr>
          <p:nvPr/>
        </p:nvSpPr>
        <p:spPr>
          <a:xfrm>
            <a:off x="3733592" y="6330330"/>
            <a:ext cx="263166" cy="20139"/>
          </a:xfrm>
          <a:custGeom>
            <a:avLst/>
            <a:gdLst/>
            <a:ahLst/>
            <a:cxnLst/>
            <a:rect l="0" t="0" r="0" b="0"/>
            <a:pathLst>
              <a:path w="263166" h="20139">
                <a:moveTo>
                  <a:pt x="0" y="20139"/>
                </a:moveTo>
                <a:lnTo>
                  <a:pt x="263166" y="0"/>
                </a:lnTo>
              </a:path>
            </a:pathLst>
          </a:custGeom>
          <a:noFill/>
          <a:ln w="7839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571" name="lumia-token-stream-curve">
            <a:extLst>
              <a:ext uri="{FF2B5EF4-FFF2-40B4-BE49-F238E27FC236}">
                <a16:creationId xmlns:a16="http://schemas.microsoft.com/office/drawing/2014/main" id="{C1E203BF-5E0A-4CD5-84EC-0971D4617D02}"/>
              </a:ext>
            </a:extLst>
          </p:cNvPr>
          <p:cNvSpPr>
            <a:spLocks noGrp="1"/>
          </p:cNvSpPr>
          <p:nvPr/>
        </p:nvSpPr>
        <p:spPr>
          <a:xfrm>
            <a:off x="3996758" y="6324272"/>
            <a:ext cx="265521" cy="9525"/>
          </a:xfrm>
          <a:custGeom>
            <a:avLst/>
            <a:gdLst/>
            <a:ahLst/>
            <a:cxnLst/>
            <a:rect l="0" t="0" r="0" b="0"/>
            <a:pathLst>
              <a:path w="265521" h="9525">
                <a:moveTo>
                  <a:pt x="0" y="6058"/>
                </a:moveTo>
                <a:lnTo>
                  <a:pt x="265521" y="0"/>
                </a:lnTo>
              </a:path>
            </a:pathLst>
          </a:custGeom>
          <a:noFill/>
          <a:ln w="7863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572" name="lumia-token-stream-curve">
            <a:extLst>
              <a:ext uri="{FF2B5EF4-FFF2-40B4-BE49-F238E27FC236}">
                <a16:creationId xmlns:a16="http://schemas.microsoft.com/office/drawing/2014/main" id="{00749148-4734-41BF-9CC2-B6F25BF2D351}"/>
              </a:ext>
            </a:extLst>
          </p:cNvPr>
          <p:cNvSpPr>
            <a:spLocks noGrp="1"/>
          </p:cNvSpPr>
          <p:nvPr/>
        </p:nvSpPr>
        <p:spPr>
          <a:xfrm>
            <a:off x="4262278" y="6324272"/>
            <a:ext cx="267762" cy="9525"/>
          </a:xfrm>
          <a:custGeom>
            <a:avLst/>
            <a:gdLst/>
            <a:ahLst/>
            <a:cxnLst/>
            <a:rect l="0" t="0" r="0" b="0"/>
            <a:pathLst>
              <a:path w="267762" h="9525">
                <a:moveTo>
                  <a:pt x="0" y="0"/>
                </a:moveTo>
                <a:lnTo>
                  <a:pt x="267762" y="8768"/>
                </a:lnTo>
              </a:path>
            </a:pathLst>
          </a:custGeom>
          <a:noFill/>
          <a:ln w="7917">
            <a:solidFill>
              <a:srgbClr val="B0405B">
                <a:alpha val="5000"/>
              </a:srgbClr>
            </a:solidFill>
            <a:prstDash val="solid"/>
          </a:ln>
        </p:spPr>
      </p:sp>
      <p:sp>
        <p:nvSpPr>
          <p:cNvPr id="573" name="lumia-token-stream-curve">
            <a:extLst>
              <a:ext uri="{FF2B5EF4-FFF2-40B4-BE49-F238E27FC236}">
                <a16:creationId xmlns:a16="http://schemas.microsoft.com/office/drawing/2014/main" id="{E9BE34BC-B951-40CA-AC9E-A13C67F85907}"/>
              </a:ext>
            </a:extLst>
          </p:cNvPr>
          <p:cNvSpPr>
            <a:spLocks noGrp="1"/>
          </p:cNvSpPr>
          <p:nvPr/>
        </p:nvSpPr>
        <p:spPr>
          <a:xfrm>
            <a:off x="4530040" y="6333041"/>
            <a:ext cx="269890" cy="22568"/>
          </a:xfrm>
          <a:custGeom>
            <a:avLst/>
            <a:gdLst/>
            <a:ahLst/>
            <a:cxnLst/>
            <a:rect l="0" t="0" r="0" b="0"/>
            <a:pathLst>
              <a:path w="269890" h="22568">
                <a:moveTo>
                  <a:pt x="0" y="0"/>
                </a:moveTo>
                <a:lnTo>
                  <a:pt x="269890" y="22568"/>
                </a:lnTo>
              </a:path>
            </a:pathLst>
          </a:custGeom>
          <a:noFill/>
          <a:ln w="7999">
            <a:solidFill>
              <a:srgbClr val="BD4153">
                <a:alpha val="5000"/>
              </a:srgbClr>
            </a:solidFill>
            <a:prstDash val="solid"/>
          </a:ln>
        </p:spPr>
      </p:sp>
      <p:sp>
        <p:nvSpPr>
          <p:cNvPr id="574" name="lumia-token-stream-curve">
            <a:extLst>
              <a:ext uri="{FF2B5EF4-FFF2-40B4-BE49-F238E27FC236}">
                <a16:creationId xmlns:a16="http://schemas.microsoft.com/office/drawing/2014/main" id="{6B1C290D-910F-4B23-8502-7AA477D1DF9E}"/>
              </a:ext>
            </a:extLst>
          </p:cNvPr>
          <p:cNvSpPr>
            <a:spLocks noGrp="1"/>
          </p:cNvSpPr>
          <p:nvPr/>
        </p:nvSpPr>
        <p:spPr>
          <a:xfrm>
            <a:off x="4799930" y="6355608"/>
            <a:ext cx="271904" cy="33589"/>
          </a:xfrm>
          <a:custGeom>
            <a:avLst/>
            <a:gdLst/>
            <a:ahLst/>
            <a:cxnLst/>
            <a:rect l="0" t="0" r="0" b="0"/>
            <a:pathLst>
              <a:path w="271904" h="33589">
                <a:moveTo>
                  <a:pt x="0" y="0"/>
                </a:moveTo>
                <a:lnTo>
                  <a:pt x="271904" y="33589"/>
                </a:lnTo>
              </a:path>
            </a:pathLst>
          </a:custGeom>
          <a:noFill/>
          <a:ln w="8107">
            <a:solidFill>
              <a:srgbClr val="CA414A">
                <a:alpha val="5000"/>
              </a:srgbClr>
            </a:solidFill>
            <a:prstDash val="solid"/>
          </a:ln>
        </p:spPr>
      </p:sp>
      <p:sp>
        <p:nvSpPr>
          <p:cNvPr id="575" name="lumia-token-stream-curve">
            <a:extLst>
              <a:ext uri="{FF2B5EF4-FFF2-40B4-BE49-F238E27FC236}">
                <a16:creationId xmlns:a16="http://schemas.microsoft.com/office/drawing/2014/main" id="{37418448-4A6C-4D5E-8D65-3FBB33AC4628}"/>
              </a:ext>
            </a:extLst>
          </p:cNvPr>
          <p:cNvSpPr>
            <a:spLocks noGrp="1"/>
          </p:cNvSpPr>
          <p:nvPr/>
        </p:nvSpPr>
        <p:spPr>
          <a:xfrm>
            <a:off x="5071835" y="6389197"/>
            <a:ext cx="273805" cy="40324"/>
          </a:xfrm>
          <a:custGeom>
            <a:avLst/>
            <a:gdLst/>
            <a:ahLst/>
            <a:cxnLst/>
            <a:rect l="0" t="0" r="0" b="0"/>
            <a:pathLst>
              <a:path w="273805" h="40324">
                <a:moveTo>
                  <a:pt x="0" y="0"/>
                </a:moveTo>
                <a:lnTo>
                  <a:pt x="273805" y="40324"/>
                </a:lnTo>
              </a:path>
            </a:pathLst>
          </a:custGeom>
          <a:noFill/>
          <a:ln w="8238">
            <a:solidFill>
              <a:srgbClr val="D74242">
                <a:alpha val="5000"/>
              </a:srgbClr>
            </a:solidFill>
            <a:prstDash val="solid"/>
          </a:ln>
        </p:spPr>
      </p:sp>
      <p:sp>
        <p:nvSpPr>
          <p:cNvPr id="576" name="lumia-token-stream-curve">
            <a:extLst>
              <a:ext uri="{FF2B5EF4-FFF2-40B4-BE49-F238E27FC236}">
                <a16:creationId xmlns:a16="http://schemas.microsoft.com/office/drawing/2014/main" id="{3D54CE92-802A-4C74-80EA-7EB93E10F107}"/>
              </a:ext>
            </a:extLst>
          </p:cNvPr>
          <p:cNvSpPr>
            <a:spLocks noGrp="1"/>
          </p:cNvSpPr>
          <p:nvPr/>
        </p:nvSpPr>
        <p:spPr>
          <a:xfrm>
            <a:off x="5345640" y="6429521"/>
            <a:ext cx="275592" cy="41718"/>
          </a:xfrm>
          <a:custGeom>
            <a:avLst/>
            <a:gdLst/>
            <a:ahLst/>
            <a:cxnLst/>
            <a:rect l="0" t="0" r="0" b="0"/>
            <a:pathLst>
              <a:path w="275592" h="41718">
                <a:moveTo>
                  <a:pt x="0" y="0"/>
                </a:moveTo>
                <a:lnTo>
                  <a:pt x="275592" y="41718"/>
                </a:lnTo>
              </a:path>
            </a:pathLst>
          </a:custGeom>
          <a:noFill/>
          <a:ln w="8390">
            <a:solidFill>
              <a:srgbClr val="E44339">
                <a:alpha val="5000"/>
              </a:srgbClr>
            </a:solidFill>
            <a:prstDash val="solid"/>
          </a:ln>
        </p:spPr>
      </p:sp>
      <p:sp>
        <p:nvSpPr>
          <p:cNvPr id="577" name="lumia-token-stream-curve">
            <a:extLst>
              <a:ext uri="{FF2B5EF4-FFF2-40B4-BE49-F238E27FC236}">
                <a16:creationId xmlns:a16="http://schemas.microsoft.com/office/drawing/2014/main" id="{9801FFBD-1ACD-4EC3-BDBC-375B4557441A}"/>
              </a:ext>
            </a:extLst>
          </p:cNvPr>
          <p:cNvSpPr>
            <a:spLocks noGrp="1"/>
          </p:cNvSpPr>
          <p:nvPr/>
        </p:nvSpPr>
        <p:spPr>
          <a:xfrm>
            <a:off x="5621232" y="6471240"/>
            <a:ext cx="277266" cy="37334"/>
          </a:xfrm>
          <a:custGeom>
            <a:avLst/>
            <a:gdLst/>
            <a:ahLst/>
            <a:cxnLst/>
            <a:rect l="0" t="0" r="0" b="0"/>
            <a:pathLst>
              <a:path w="277266" h="37334">
                <a:moveTo>
                  <a:pt x="0" y="0"/>
                </a:moveTo>
                <a:lnTo>
                  <a:pt x="277266" y="37334"/>
                </a:lnTo>
              </a:path>
            </a:pathLst>
          </a:custGeom>
          <a:noFill/>
          <a:ln w="8561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578" name="lumia-token-stream-curve">
            <a:extLst>
              <a:ext uri="{FF2B5EF4-FFF2-40B4-BE49-F238E27FC236}">
                <a16:creationId xmlns:a16="http://schemas.microsoft.com/office/drawing/2014/main" id="{11920C9D-CA1C-4BEB-A853-E36050EDC94D}"/>
              </a:ext>
            </a:extLst>
          </p:cNvPr>
          <p:cNvSpPr>
            <a:spLocks noGrp="1"/>
          </p:cNvSpPr>
          <p:nvPr/>
        </p:nvSpPr>
        <p:spPr>
          <a:xfrm>
            <a:off x="5898498" y="6508574"/>
            <a:ext cx="278826" cy="27440"/>
          </a:xfrm>
          <a:custGeom>
            <a:avLst/>
            <a:gdLst/>
            <a:ahLst/>
            <a:cxnLst/>
            <a:rect l="0" t="0" r="0" b="0"/>
            <a:pathLst>
              <a:path w="278826" h="27440">
                <a:moveTo>
                  <a:pt x="0" y="0"/>
                </a:moveTo>
                <a:lnTo>
                  <a:pt x="278826" y="27440"/>
                </a:lnTo>
              </a:path>
            </a:pathLst>
          </a:custGeom>
          <a:noFill/>
          <a:ln w="8749">
            <a:solidFill>
              <a:srgbClr val="EC532F">
                <a:alpha val="6000"/>
              </a:srgbClr>
            </a:solidFill>
            <a:prstDash val="solid"/>
          </a:ln>
        </p:spPr>
      </p:sp>
      <p:sp>
        <p:nvSpPr>
          <p:cNvPr id="579" name="lumia-token-stream-curve">
            <a:extLst>
              <a:ext uri="{FF2B5EF4-FFF2-40B4-BE49-F238E27FC236}">
                <a16:creationId xmlns:a16="http://schemas.microsoft.com/office/drawing/2014/main" id="{AA9E4908-CDAA-4C6C-AF0F-F01DDEFAC2B3}"/>
              </a:ext>
            </a:extLst>
          </p:cNvPr>
          <p:cNvSpPr>
            <a:spLocks noGrp="1"/>
          </p:cNvSpPr>
          <p:nvPr/>
        </p:nvSpPr>
        <p:spPr>
          <a:xfrm>
            <a:off x="6177324" y="6536014"/>
            <a:ext cx="280273" cy="13015"/>
          </a:xfrm>
          <a:custGeom>
            <a:avLst/>
            <a:gdLst/>
            <a:ahLst/>
            <a:cxnLst/>
            <a:rect l="0" t="0" r="0" b="0"/>
            <a:pathLst>
              <a:path w="280273" h="13015">
                <a:moveTo>
                  <a:pt x="0" y="0"/>
                </a:moveTo>
                <a:lnTo>
                  <a:pt x="280273" y="13015"/>
                </a:lnTo>
              </a:path>
            </a:pathLst>
          </a:custGeom>
          <a:noFill/>
          <a:ln w="8951">
            <a:solidFill>
              <a:srgbClr val="EE5E2A">
                <a:alpha val="6000"/>
              </a:srgbClr>
            </a:solidFill>
            <a:prstDash val="solid"/>
          </a:ln>
        </p:spPr>
      </p:sp>
      <p:sp>
        <p:nvSpPr>
          <p:cNvPr id="580" name="lumia-token-stream-curve">
            <a:extLst>
              <a:ext uri="{FF2B5EF4-FFF2-40B4-BE49-F238E27FC236}">
                <a16:creationId xmlns:a16="http://schemas.microsoft.com/office/drawing/2014/main" id="{9B0E7068-AEDA-4FEA-B7C3-E2972A2BA919}"/>
              </a:ext>
            </a:extLst>
          </p:cNvPr>
          <p:cNvSpPr>
            <a:spLocks noGrp="1"/>
          </p:cNvSpPr>
          <p:nvPr/>
        </p:nvSpPr>
        <p:spPr>
          <a:xfrm>
            <a:off x="6457596" y="6544682"/>
            <a:ext cx="281606" cy="9525"/>
          </a:xfrm>
          <a:custGeom>
            <a:avLst/>
            <a:gdLst/>
            <a:ahLst/>
            <a:cxnLst/>
            <a:rect l="0" t="0" r="0" b="0"/>
            <a:pathLst>
              <a:path w="281606" h="9525">
                <a:moveTo>
                  <a:pt x="0" y="4346"/>
                </a:moveTo>
                <a:lnTo>
                  <a:pt x="281606" y="0"/>
                </a:lnTo>
              </a:path>
            </a:pathLst>
          </a:custGeom>
          <a:noFill/>
          <a:ln w="9165">
            <a:solidFill>
              <a:srgbClr val="EF6926">
                <a:alpha val="6000"/>
              </a:srgbClr>
            </a:solidFill>
            <a:prstDash val="solid"/>
          </a:ln>
        </p:spPr>
      </p:sp>
      <p:sp>
        <p:nvSpPr>
          <p:cNvPr id="581" name="lumia-token-stream-curve">
            <a:extLst>
              <a:ext uri="{FF2B5EF4-FFF2-40B4-BE49-F238E27FC236}">
                <a16:creationId xmlns:a16="http://schemas.microsoft.com/office/drawing/2014/main" id="{99CC6448-A0C8-4208-BEC6-6B99469C2E8C}"/>
              </a:ext>
            </a:extLst>
          </p:cNvPr>
          <p:cNvSpPr>
            <a:spLocks noGrp="1"/>
          </p:cNvSpPr>
          <p:nvPr/>
        </p:nvSpPr>
        <p:spPr>
          <a:xfrm>
            <a:off x="6739202" y="6522062"/>
            <a:ext cx="282825" cy="22621"/>
          </a:xfrm>
          <a:custGeom>
            <a:avLst/>
            <a:gdLst/>
            <a:ahLst/>
            <a:cxnLst/>
            <a:rect l="0" t="0" r="0" b="0"/>
            <a:pathLst>
              <a:path w="282825" h="22621">
                <a:moveTo>
                  <a:pt x="0" y="22621"/>
                </a:moveTo>
                <a:lnTo>
                  <a:pt x="282825" y="0"/>
                </a:lnTo>
              </a:path>
            </a:pathLst>
          </a:custGeom>
          <a:noFill/>
          <a:ln w="9390">
            <a:solidFill>
              <a:srgbClr val="F17322">
                <a:alpha val="6000"/>
              </a:srgbClr>
            </a:solidFill>
            <a:prstDash val="solid"/>
          </a:ln>
        </p:spPr>
      </p:sp>
      <p:sp>
        <p:nvSpPr>
          <p:cNvPr id="582" name="lumia-token-stream-curve">
            <a:extLst>
              <a:ext uri="{FF2B5EF4-FFF2-40B4-BE49-F238E27FC236}">
                <a16:creationId xmlns:a16="http://schemas.microsoft.com/office/drawing/2014/main" id="{C1A6388D-0ACC-41E6-91A7-F31C84DE129A}"/>
              </a:ext>
            </a:extLst>
          </p:cNvPr>
          <p:cNvSpPr>
            <a:spLocks noGrp="1"/>
          </p:cNvSpPr>
          <p:nvPr/>
        </p:nvSpPr>
        <p:spPr>
          <a:xfrm>
            <a:off x="7022028" y="6482457"/>
            <a:ext cx="283931" cy="39605"/>
          </a:xfrm>
          <a:custGeom>
            <a:avLst/>
            <a:gdLst/>
            <a:ahLst/>
            <a:cxnLst/>
            <a:rect l="0" t="0" r="0" b="0"/>
            <a:pathLst>
              <a:path w="283931" h="39605">
                <a:moveTo>
                  <a:pt x="0" y="39605"/>
                </a:moveTo>
                <a:lnTo>
                  <a:pt x="283931" y="0"/>
                </a:lnTo>
              </a:path>
            </a:pathLst>
          </a:custGeom>
          <a:noFill/>
          <a:ln w="9621">
            <a:solidFill>
              <a:srgbClr val="F27E1E">
                <a:alpha val="6000"/>
              </a:srgbClr>
            </a:solidFill>
            <a:prstDash val="solid"/>
          </a:ln>
        </p:spPr>
      </p:sp>
      <p:sp>
        <p:nvSpPr>
          <p:cNvPr id="583" name="lumia-token-stream-curve">
            <a:extLst>
              <a:ext uri="{FF2B5EF4-FFF2-40B4-BE49-F238E27FC236}">
                <a16:creationId xmlns:a16="http://schemas.microsoft.com/office/drawing/2014/main" id="{71A283AB-6B6B-48AE-B7CD-BE452C4AF3F8}"/>
              </a:ext>
            </a:extLst>
          </p:cNvPr>
          <p:cNvSpPr>
            <a:spLocks noGrp="1"/>
          </p:cNvSpPr>
          <p:nvPr/>
        </p:nvSpPr>
        <p:spPr>
          <a:xfrm>
            <a:off x="7305959" y="6429248"/>
            <a:ext cx="284924" cy="53209"/>
          </a:xfrm>
          <a:custGeom>
            <a:avLst/>
            <a:gdLst/>
            <a:ahLst/>
            <a:cxnLst/>
            <a:rect l="0" t="0" r="0" b="0"/>
            <a:pathLst>
              <a:path w="284924" h="53209">
                <a:moveTo>
                  <a:pt x="0" y="53209"/>
                </a:moveTo>
                <a:lnTo>
                  <a:pt x="284924" y="0"/>
                </a:lnTo>
              </a:path>
            </a:pathLst>
          </a:custGeom>
          <a:noFill/>
          <a:ln w="9858">
            <a:solidFill>
              <a:srgbClr val="F48919">
                <a:alpha val="7000"/>
              </a:srgbClr>
            </a:solidFill>
            <a:prstDash val="solid"/>
          </a:ln>
        </p:spPr>
      </p:sp>
      <p:sp>
        <p:nvSpPr>
          <p:cNvPr id="584" name="lumia-token-stream-curve">
            <a:extLst>
              <a:ext uri="{FF2B5EF4-FFF2-40B4-BE49-F238E27FC236}">
                <a16:creationId xmlns:a16="http://schemas.microsoft.com/office/drawing/2014/main" id="{71140EDE-AD74-4BFA-9F22-183229A10F08}"/>
              </a:ext>
            </a:extLst>
          </p:cNvPr>
          <p:cNvSpPr>
            <a:spLocks noGrp="1"/>
          </p:cNvSpPr>
          <p:nvPr/>
        </p:nvSpPr>
        <p:spPr>
          <a:xfrm>
            <a:off x="7590883" y="6367510"/>
            <a:ext cx="285803" cy="61738"/>
          </a:xfrm>
          <a:custGeom>
            <a:avLst/>
            <a:gdLst/>
            <a:ahLst/>
            <a:cxnLst/>
            <a:rect l="0" t="0" r="0" b="0"/>
            <a:pathLst>
              <a:path w="285803" h="61738">
                <a:moveTo>
                  <a:pt x="0" y="61738"/>
                </a:moveTo>
                <a:lnTo>
                  <a:pt x="285803" y="0"/>
                </a:lnTo>
              </a:path>
            </a:pathLst>
          </a:custGeom>
          <a:noFill/>
          <a:ln w="10099">
            <a:solidFill>
              <a:srgbClr val="F59415">
                <a:alpha val="7000"/>
              </a:srgbClr>
            </a:solidFill>
            <a:prstDash val="solid"/>
          </a:ln>
        </p:spPr>
      </p:sp>
      <p:sp>
        <p:nvSpPr>
          <p:cNvPr id="585" name="lumia-token-stream-curve">
            <a:extLst>
              <a:ext uri="{FF2B5EF4-FFF2-40B4-BE49-F238E27FC236}">
                <a16:creationId xmlns:a16="http://schemas.microsoft.com/office/drawing/2014/main" id="{316DB19B-5E1A-428F-B11C-4A70845290B6}"/>
              </a:ext>
            </a:extLst>
          </p:cNvPr>
          <p:cNvSpPr>
            <a:spLocks noGrp="1"/>
          </p:cNvSpPr>
          <p:nvPr/>
        </p:nvSpPr>
        <p:spPr>
          <a:xfrm>
            <a:off x="7876686" y="6303372"/>
            <a:ext cx="286568" cy="64138"/>
          </a:xfrm>
          <a:custGeom>
            <a:avLst/>
            <a:gdLst/>
            <a:ahLst/>
            <a:cxnLst/>
            <a:rect l="0" t="0" r="0" b="0"/>
            <a:pathLst>
              <a:path w="286568" h="64138">
                <a:moveTo>
                  <a:pt x="0" y="64138"/>
                </a:moveTo>
                <a:lnTo>
                  <a:pt x="286568" y="0"/>
                </a:lnTo>
              </a:path>
            </a:pathLst>
          </a:custGeom>
          <a:noFill/>
          <a:ln w="10340">
            <a:solidFill>
              <a:srgbClr val="F79E11">
                <a:alpha val="7000"/>
              </a:srgbClr>
            </a:solidFill>
            <a:prstDash val="solid"/>
          </a:ln>
        </p:spPr>
      </p:sp>
      <p:sp>
        <p:nvSpPr>
          <p:cNvPr id="586" name="lumia-token-stream-curve">
            <a:extLst>
              <a:ext uri="{FF2B5EF4-FFF2-40B4-BE49-F238E27FC236}">
                <a16:creationId xmlns:a16="http://schemas.microsoft.com/office/drawing/2014/main" id="{500FCA95-F058-473E-9BFC-719021F5007D}"/>
              </a:ext>
            </a:extLst>
          </p:cNvPr>
          <p:cNvSpPr>
            <a:spLocks noGrp="1"/>
          </p:cNvSpPr>
          <p:nvPr/>
        </p:nvSpPr>
        <p:spPr>
          <a:xfrm>
            <a:off x="8163254" y="6243218"/>
            <a:ext cx="287220" cy="60154"/>
          </a:xfrm>
          <a:custGeom>
            <a:avLst/>
            <a:gdLst/>
            <a:ahLst/>
            <a:cxnLst/>
            <a:rect l="0" t="0" r="0" b="0"/>
            <a:pathLst>
              <a:path w="287220" h="60154">
                <a:moveTo>
                  <a:pt x="0" y="60154"/>
                </a:moveTo>
                <a:lnTo>
                  <a:pt x="287220" y="0"/>
                </a:lnTo>
              </a:path>
            </a:pathLst>
          </a:custGeom>
          <a:noFill/>
          <a:ln w="10579">
            <a:solidFill>
              <a:srgbClr val="F8A90C">
                <a:alpha val="7000"/>
              </a:srgbClr>
            </a:solidFill>
            <a:prstDash val="solid"/>
          </a:ln>
        </p:spPr>
      </p:sp>
      <p:sp>
        <p:nvSpPr>
          <p:cNvPr id="587" name="lumia-token-stream-curve">
            <a:extLst>
              <a:ext uri="{FF2B5EF4-FFF2-40B4-BE49-F238E27FC236}">
                <a16:creationId xmlns:a16="http://schemas.microsoft.com/office/drawing/2014/main" id="{86E87604-E6C1-4A58-B203-F2DBEE4DE4DF}"/>
              </a:ext>
            </a:extLst>
          </p:cNvPr>
          <p:cNvSpPr>
            <a:spLocks noGrp="1"/>
          </p:cNvSpPr>
          <p:nvPr/>
        </p:nvSpPr>
        <p:spPr>
          <a:xfrm>
            <a:off x="8450474" y="6192837"/>
            <a:ext cx="287759" cy="50381"/>
          </a:xfrm>
          <a:custGeom>
            <a:avLst/>
            <a:gdLst/>
            <a:ahLst/>
            <a:cxnLst/>
            <a:rect l="0" t="0" r="0" b="0"/>
            <a:pathLst>
              <a:path w="287759" h="50381">
                <a:moveTo>
                  <a:pt x="0" y="50381"/>
                </a:moveTo>
                <a:lnTo>
                  <a:pt x="287759" y="0"/>
                </a:lnTo>
              </a:path>
            </a:pathLst>
          </a:custGeom>
          <a:noFill/>
          <a:ln w="10815">
            <a:solidFill>
              <a:srgbClr val="FAB408">
                <a:alpha val="7000"/>
              </a:srgbClr>
            </a:solidFill>
            <a:prstDash val="solid"/>
          </a:ln>
        </p:spPr>
      </p:sp>
      <p:sp>
        <p:nvSpPr>
          <p:cNvPr id="588" name="lumia-token-stream-curve">
            <a:extLst>
              <a:ext uri="{FF2B5EF4-FFF2-40B4-BE49-F238E27FC236}">
                <a16:creationId xmlns:a16="http://schemas.microsoft.com/office/drawing/2014/main" id="{9169F6AF-EE0C-41BA-B346-EBF139D10DBA}"/>
              </a:ext>
            </a:extLst>
          </p:cNvPr>
          <p:cNvSpPr>
            <a:spLocks noGrp="1"/>
          </p:cNvSpPr>
          <p:nvPr/>
        </p:nvSpPr>
        <p:spPr>
          <a:xfrm>
            <a:off x="8738233" y="6156632"/>
            <a:ext cx="288183" cy="36205"/>
          </a:xfrm>
          <a:custGeom>
            <a:avLst/>
            <a:gdLst/>
            <a:ahLst/>
            <a:cxnLst/>
            <a:rect l="0" t="0" r="0" b="0"/>
            <a:pathLst>
              <a:path w="288183" h="36205">
                <a:moveTo>
                  <a:pt x="0" y="36205"/>
                </a:moveTo>
                <a:lnTo>
                  <a:pt x="288183" y="0"/>
                </a:lnTo>
              </a:path>
            </a:pathLst>
          </a:custGeom>
          <a:noFill/>
          <a:ln w="11045">
            <a:solidFill>
              <a:srgbClr val="F7BC07">
                <a:alpha val="7000"/>
              </a:srgbClr>
            </a:solidFill>
            <a:prstDash val="solid"/>
          </a:ln>
        </p:spPr>
      </p:sp>
      <p:sp>
        <p:nvSpPr>
          <p:cNvPr id="589" name="lumia-token-stream-curve">
            <a:extLst>
              <a:ext uri="{FF2B5EF4-FFF2-40B4-BE49-F238E27FC236}">
                <a16:creationId xmlns:a16="http://schemas.microsoft.com/office/drawing/2014/main" id="{202429EE-A905-47FF-A6BC-716B724FFAF4}"/>
              </a:ext>
            </a:extLst>
          </p:cNvPr>
          <p:cNvSpPr>
            <a:spLocks noGrp="1"/>
          </p:cNvSpPr>
          <p:nvPr/>
        </p:nvSpPr>
        <p:spPr>
          <a:xfrm>
            <a:off x="9026416" y="6137014"/>
            <a:ext cx="288495" cy="19619"/>
          </a:xfrm>
          <a:custGeom>
            <a:avLst/>
            <a:gdLst/>
            <a:ahLst/>
            <a:cxnLst/>
            <a:rect l="0" t="0" r="0" b="0"/>
            <a:pathLst>
              <a:path w="288495" h="19619">
                <a:moveTo>
                  <a:pt x="0" y="19619"/>
                </a:moveTo>
                <a:lnTo>
                  <a:pt x="288495" y="0"/>
                </a:lnTo>
              </a:path>
            </a:pathLst>
          </a:custGeom>
          <a:noFill/>
          <a:ln w="11267">
            <a:solidFill>
              <a:srgbClr val="E5BA0E">
                <a:alpha val="8000"/>
              </a:srgbClr>
            </a:solidFill>
            <a:prstDash val="solid"/>
          </a:ln>
        </p:spPr>
      </p:sp>
      <p:sp>
        <p:nvSpPr>
          <p:cNvPr id="590" name="lumia-token-stream-curve">
            <a:extLst>
              <a:ext uri="{FF2B5EF4-FFF2-40B4-BE49-F238E27FC236}">
                <a16:creationId xmlns:a16="http://schemas.microsoft.com/office/drawing/2014/main" id="{EEB90106-9DC2-40D6-B2F8-96C7A5768A48}"/>
              </a:ext>
            </a:extLst>
          </p:cNvPr>
          <p:cNvSpPr>
            <a:spLocks noGrp="1"/>
          </p:cNvSpPr>
          <p:nvPr/>
        </p:nvSpPr>
        <p:spPr>
          <a:xfrm>
            <a:off x="9314911" y="6134051"/>
            <a:ext cx="288692" cy="9525"/>
          </a:xfrm>
          <a:custGeom>
            <a:avLst/>
            <a:gdLst/>
            <a:ahLst/>
            <a:cxnLst/>
            <a:rect l="0" t="0" r="0" b="0"/>
            <a:pathLst>
              <a:path w="288692" h="9525">
                <a:moveTo>
                  <a:pt x="0" y="2963"/>
                </a:moveTo>
                <a:lnTo>
                  <a:pt x="288692" y="0"/>
                </a:lnTo>
              </a:path>
            </a:pathLst>
          </a:custGeom>
          <a:noFill/>
          <a:ln w="11479">
            <a:solidFill>
              <a:srgbClr val="D3B815">
                <a:alpha val="8000"/>
              </a:srgbClr>
            </a:solidFill>
            <a:prstDash val="solid"/>
          </a:ln>
        </p:spPr>
      </p:sp>
      <p:sp>
        <p:nvSpPr>
          <p:cNvPr id="591" name="lumia-token-stream-curve">
            <a:extLst>
              <a:ext uri="{FF2B5EF4-FFF2-40B4-BE49-F238E27FC236}">
                <a16:creationId xmlns:a16="http://schemas.microsoft.com/office/drawing/2014/main" id="{73A49382-7509-4D85-8C7A-E89D1F9A0EA1}"/>
              </a:ext>
            </a:extLst>
          </p:cNvPr>
          <p:cNvSpPr>
            <a:spLocks noGrp="1"/>
          </p:cNvSpPr>
          <p:nvPr/>
        </p:nvSpPr>
        <p:spPr>
          <a:xfrm>
            <a:off x="9603603" y="6134051"/>
            <a:ext cx="288777" cy="11395"/>
          </a:xfrm>
          <a:custGeom>
            <a:avLst/>
            <a:gdLst/>
            <a:ahLst/>
            <a:cxnLst/>
            <a:rect l="0" t="0" r="0" b="0"/>
            <a:pathLst>
              <a:path w="288777" h="11395">
                <a:moveTo>
                  <a:pt x="0" y="0"/>
                </a:moveTo>
                <a:lnTo>
                  <a:pt x="288777" y="11395"/>
                </a:lnTo>
              </a:path>
            </a:pathLst>
          </a:custGeom>
          <a:noFill/>
          <a:ln w="11677">
            <a:solidFill>
              <a:srgbClr val="C2B61C">
                <a:alpha val="8000"/>
              </a:srgbClr>
            </a:solidFill>
            <a:prstDash val="solid"/>
          </a:ln>
        </p:spPr>
      </p:sp>
      <p:sp>
        <p:nvSpPr>
          <p:cNvPr id="592" name="lumia-token-stream-curve">
            <a:extLst>
              <a:ext uri="{FF2B5EF4-FFF2-40B4-BE49-F238E27FC236}">
                <a16:creationId xmlns:a16="http://schemas.microsoft.com/office/drawing/2014/main" id="{E990AE20-E3F8-4B30-8633-100AC44E20A9}"/>
              </a:ext>
            </a:extLst>
          </p:cNvPr>
          <p:cNvSpPr>
            <a:spLocks noGrp="1"/>
          </p:cNvSpPr>
          <p:nvPr/>
        </p:nvSpPr>
        <p:spPr>
          <a:xfrm>
            <a:off x="9892379" y="6145446"/>
            <a:ext cx="288747" cy="21385"/>
          </a:xfrm>
          <a:custGeom>
            <a:avLst/>
            <a:gdLst/>
            <a:ahLst/>
            <a:cxnLst/>
            <a:rect l="0" t="0" r="0" b="0"/>
            <a:pathLst>
              <a:path w="288747" h="21385">
                <a:moveTo>
                  <a:pt x="0" y="0"/>
                </a:moveTo>
                <a:lnTo>
                  <a:pt x="288747" y="21385"/>
                </a:lnTo>
              </a:path>
            </a:pathLst>
          </a:custGeom>
          <a:noFill/>
          <a:ln w="11861">
            <a:solidFill>
              <a:srgbClr val="B0B422">
                <a:alpha val="8000"/>
              </a:srgbClr>
            </a:solidFill>
            <a:prstDash val="solid"/>
          </a:ln>
        </p:spPr>
      </p:sp>
      <p:sp>
        <p:nvSpPr>
          <p:cNvPr id="593" name="lumia-token-stream-curve">
            <a:extLst>
              <a:ext uri="{FF2B5EF4-FFF2-40B4-BE49-F238E27FC236}">
                <a16:creationId xmlns:a16="http://schemas.microsoft.com/office/drawing/2014/main" id="{CE74DDEF-7C13-44D7-BFFD-293896D0BB2E}"/>
              </a:ext>
            </a:extLst>
          </p:cNvPr>
          <p:cNvSpPr>
            <a:spLocks noGrp="1"/>
          </p:cNvSpPr>
          <p:nvPr/>
        </p:nvSpPr>
        <p:spPr>
          <a:xfrm>
            <a:off x="10181127" y="6166831"/>
            <a:ext cx="288604" cy="25516"/>
          </a:xfrm>
          <a:custGeom>
            <a:avLst/>
            <a:gdLst/>
            <a:ahLst/>
            <a:cxnLst/>
            <a:rect l="0" t="0" r="0" b="0"/>
            <a:pathLst>
              <a:path w="288604" h="25516">
                <a:moveTo>
                  <a:pt x="0" y="0"/>
                </a:moveTo>
                <a:lnTo>
                  <a:pt x="288604" y="25516"/>
                </a:lnTo>
              </a:path>
            </a:pathLst>
          </a:custGeom>
          <a:noFill/>
          <a:ln w="12028">
            <a:solidFill>
              <a:srgbClr val="9EB329">
                <a:alpha val="8000"/>
              </a:srgbClr>
            </a:solidFill>
            <a:prstDash val="solid"/>
          </a:ln>
        </p:spPr>
      </p:sp>
      <p:sp>
        <p:nvSpPr>
          <p:cNvPr id="594" name="lumia-token-stream-curve">
            <a:extLst>
              <a:ext uri="{FF2B5EF4-FFF2-40B4-BE49-F238E27FC236}">
                <a16:creationId xmlns:a16="http://schemas.microsoft.com/office/drawing/2014/main" id="{0FFE58E6-DA6D-4C52-8890-98D5AE59AFC2}"/>
              </a:ext>
            </a:extLst>
          </p:cNvPr>
          <p:cNvSpPr>
            <a:spLocks noGrp="1"/>
          </p:cNvSpPr>
          <p:nvPr/>
        </p:nvSpPr>
        <p:spPr>
          <a:xfrm>
            <a:off x="10469731" y="6192347"/>
            <a:ext cx="288348" cy="23083"/>
          </a:xfrm>
          <a:custGeom>
            <a:avLst/>
            <a:gdLst/>
            <a:ahLst/>
            <a:cxnLst/>
            <a:rect l="0" t="0" r="0" b="0"/>
            <a:pathLst>
              <a:path w="288348" h="23083">
                <a:moveTo>
                  <a:pt x="0" y="0"/>
                </a:moveTo>
                <a:lnTo>
                  <a:pt x="288348" y="23083"/>
                </a:lnTo>
              </a:path>
            </a:pathLst>
          </a:custGeom>
          <a:noFill/>
          <a:ln w="12175">
            <a:solidFill>
              <a:srgbClr val="8CB130">
                <a:alpha val="8000"/>
              </a:srgbClr>
            </a:solidFill>
            <a:prstDash val="solid"/>
          </a:ln>
        </p:spPr>
      </p:sp>
      <p:sp>
        <p:nvSpPr>
          <p:cNvPr id="595" name="lumia-token-stream-curve">
            <a:extLst>
              <a:ext uri="{FF2B5EF4-FFF2-40B4-BE49-F238E27FC236}">
                <a16:creationId xmlns:a16="http://schemas.microsoft.com/office/drawing/2014/main" id="{18B5367C-6B59-48F0-8C1D-C14C0777BD20}"/>
              </a:ext>
            </a:extLst>
          </p:cNvPr>
          <p:cNvSpPr>
            <a:spLocks noGrp="1"/>
          </p:cNvSpPr>
          <p:nvPr/>
        </p:nvSpPr>
        <p:spPr>
          <a:xfrm>
            <a:off x="10758079" y="6215431"/>
            <a:ext cx="287978" cy="14257"/>
          </a:xfrm>
          <a:custGeom>
            <a:avLst/>
            <a:gdLst/>
            <a:ahLst/>
            <a:cxnLst/>
            <a:rect l="0" t="0" r="0" b="0"/>
            <a:pathLst>
              <a:path w="287978" h="14257">
                <a:moveTo>
                  <a:pt x="0" y="0"/>
                </a:moveTo>
                <a:lnTo>
                  <a:pt x="287978" y="14257"/>
                </a:lnTo>
              </a:path>
            </a:pathLst>
          </a:custGeom>
          <a:noFill/>
          <a:ln w="12301">
            <a:solidFill>
              <a:srgbClr val="7BAF37">
                <a:alpha val="8000"/>
              </a:srgbClr>
            </a:solidFill>
            <a:prstDash val="solid"/>
          </a:ln>
        </p:spPr>
      </p:sp>
      <p:sp>
        <p:nvSpPr>
          <p:cNvPr id="596" name="lumia-token-stream-curve">
            <a:extLst>
              <a:ext uri="{FF2B5EF4-FFF2-40B4-BE49-F238E27FC236}">
                <a16:creationId xmlns:a16="http://schemas.microsoft.com/office/drawing/2014/main" id="{86A0B513-FD46-43FF-8848-F73AD1C35788}"/>
              </a:ext>
            </a:extLst>
          </p:cNvPr>
          <p:cNvSpPr>
            <a:spLocks noGrp="1"/>
          </p:cNvSpPr>
          <p:nvPr/>
        </p:nvSpPr>
        <p:spPr>
          <a:xfrm>
            <a:off x="11046057" y="6229688"/>
            <a:ext cx="287495" cy="9525"/>
          </a:xfrm>
          <a:custGeom>
            <a:avLst/>
            <a:gdLst/>
            <a:ahLst/>
            <a:cxnLst/>
            <a:rect l="0" t="0" r="0" b="0"/>
            <a:pathLst>
              <a:path w="287495" h="9525">
                <a:moveTo>
                  <a:pt x="0" y="0"/>
                </a:moveTo>
                <a:lnTo>
                  <a:pt x="287495" y="57"/>
                </a:lnTo>
              </a:path>
            </a:pathLst>
          </a:custGeom>
          <a:noFill/>
          <a:ln w="12402">
            <a:solidFill>
              <a:srgbClr val="69AD3E">
                <a:alpha val="8000"/>
              </a:srgbClr>
            </a:solidFill>
            <a:prstDash val="solid"/>
          </a:ln>
        </p:spPr>
      </p:sp>
      <p:sp>
        <p:nvSpPr>
          <p:cNvPr id="597" name="lumia-token-stream-curve">
            <a:extLst>
              <a:ext uri="{FF2B5EF4-FFF2-40B4-BE49-F238E27FC236}">
                <a16:creationId xmlns:a16="http://schemas.microsoft.com/office/drawing/2014/main" id="{22EA43AD-A6DA-40D0-966E-48A824C35902}"/>
              </a:ext>
            </a:extLst>
          </p:cNvPr>
          <p:cNvSpPr>
            <a:spLocks noGrp="1"/>
          </p:cNvSpPr>
          <p:nvPr/>
        </p:nvSpPr>
        <p:spPr>
          <a:xfrm>
            <a:off x="11333552" y="6211944"/>
            <a:ext cx="286898" cy="17801"/>
          </a:xfrm>
          <a:custGeom>
            <a:avLst/>
            <a:gdLst/>
            <a:ahLst/>
            <a:cxnLst/>
            <a:rect l="0" t="0" r="0" b="0"/>
            <a:pathLst>
              <a:path w="286898" h="17801">
                <a:moveTo>
                  <a:pt x="0" y="17801"/>
                </a:moveTo>
                <a:lnTo>
                  <a:pt x="286898" y="0"/>
                </a:lnTo>
              </a:path>
            </a:pathLst>
          </a:custGeom>
          <a:noFill/>
          <a:ln w="12477">
            <a:solidFill>
              <a:srgbClr val="57AC45">
                <a:alpha val="8000"/>
              </a:srgbClr>
            </a:solidFill>
            <a:prstDash val="solid"/>
          </a:ln>
        </p:spPr>
      </p:sp>
      <p:sp>
        <p:nvSpPr>
          <p:cNvPr id="598" name="lumia-token-stream-curve">
            <a:extLst>
              <a:ext uri="{FF2B5EF4-FFF2-40B4-BE49-F238E27FC236}">
                <a16:creationId xmlns:a16="http://schemas.microsoft.com/office/drawing/2014/main" id="{4AB0D032-2A50-46D9-A739-8D2C9C36B26A}"/>
              </a:ext>
            </a:extLst>
          </p:cNvPr>
          <p:cNvSpPr>
            <a:spLocks noGrp="1"/>
          </p:cNvSpPr>
          <p:nvPr/>
        </p:nvSpPr>
        <p:spPr>
          <a:xfrm>
            <a:off x="11620450" y="6174805"/>
            <a:ext cx="286187" cy="37139"/>
          </a:xfrm>
          <a:custGeom>
            <a:avLst/>
            <a:gdLst/>
            <a:ahLst/>
            <a:cxnLst/>
            <a:rect l="0" t="0" r="0" b="0"/>
            <a:pathLst>
              <a:path w="286187" h="37139">
                <a:moveTo>
                  <a:pt x="0" y="37139"/>
                </a:moveTo>
                <a:lnTo>
                  <a:pt x="286187" y="0"/>
                </a:lnTo>
              </a:path>
            </a:pathLst>
          </a:custGeom>
          <a:noFill/>
          <a:ln w="12524">
            <a:solidFill>
              <a:srgbClr val="46AA4C">
                <a:alpha val="8000"/>
              </a:srgbClr>
            </a:solidFill>
            <a:prstDash val="solid"/>
          </a:ln>
        </p:spPr>
      </p:sp>
      <p:sp>
        <p:nvSpPr>
          <p:cNvPr id="599" name="lumia-token-stream-curve">
            <a:extLst>
              <a:ext uri="{FF2B5EF4-FFF2-40B4-BE49-F238E27FC236}">
                <a16:creationId xmlns:a16="http://schemas.microsoft.com/office/drawing/2014/main" id="{A0D9D919-54C1-4890-A41C-EAA0B42AA94D}"/>
              </a:ext>
            </a:extLst>
          </p:cNvPr>
          <p:cNvSpPr>
            <a:spLocks noGrp="1"/>
          </p:cNvSpPr>
          <p:nvPr/>
        </p:nvSpPr>
        <p:spPr>
          <a:xfrm>
            <a:off x="11906637" y="6119181"/>
            <a:ext cx="285363" cy="55624"/>
          </a:xfrm>
          <a:custGeom>
            <a:avLst/>
            <a:gdLst/>
            <a:ahLst/>
            <a:cxnLst/>
            <a:rect l="0" t="0" r="0" b="0"/>
            <a:pathLst>
              <a:path w="285363" h="55624">
                <a:moveTo>
                  <a:pt x="0" y="55624"/>
                </a:moveTo>
                <a:lnTo>
                  <a:pt x="285363" y="0"/>
                </a:lnTo>
              </a:path>
            </a:pathLst>
          </a:custGeom>
          <a:noFill/>
          <a:ln w="12540">
            <a:solidFill>
              <a:srgbClr val="34A853">
                <a:alpha val="8000"/>
              </a:srgbClr>
            </a:solidFill>
            <a:prstDash val="solid"/>
          </a:ln>
        </p:spPr>
      </p:sp>
      <p:sp>
        <p:nvSpPr>
          <p:cNvPr id="600" name="lumia-token-stream-curve">
            <a:extLst>
              <a:ext uri="{FF2B5EF4-FFF2-40B4-BE49-F238E27FC236}">
                <a16:creationId xmlns:a16="http://schemas.microsoft.com/office/drawing/2014/main" id="{5CF08374-B646-4166-AD20-3FFF2D21784A}"/>
              </a:ext>
            </a:extLst>
          </p:cNvPr>
          <p:cNvSpPr>
            <a:spLocks noGrp="1"/>
          </p:cNvSpPr>
          <p:nvPr/>
        </p:nvSpPr>
        <p:spPr>
          <a:xfrm>
            <a:off x="75002" y="6638924"/>
            <a:ext cx="203734" cy="48505"/>
          </a:xfrm>
          <a:custGeom>
            <a:avLst/>
            <a:gdLst/>
            <a:ahLst/>
            <a:cxnLst/>
            <a:rect l="0" t="0" r="0" b="0"/>
            <a:pathLst>
              <a:path w="203734" h="48505">
                <a:moveTo>
                  <a:pt x="0" y="0"/>
                </a:moveTo>
                <a:lnTo>
                  <a:pt x="203734" y="48505"/>
                </a:lnTo>
              </a:path>
            </a:pathLst>
          </a:custGeom>
          <a:noFill/>
          <a:ln w="8205">
            <a:solidFill>
              <a:srgbClr val="4285F4">
                <a:alpha val="4000"/>
              </a:srgbClr>
            </a:solidFill>
            <a:prstDash val="solid"/>
          </a:ln>
        </p:spPr>
      </p:sp>
      <p:sp>
        <p:nvSpPr>
          <p:cNvPr id="601" name="lumia-token-stream-curve">
            <a:extLst>
              <a:ext uri="{FF2B5EF4-FFF2-40B4-BE49-F238E27FC236}">
                <a16:creationId xmlns:a16="http://schemas.microsoft.com/office/drawing/2014/main" id="{74C25C72-27FD-43D0-B027-0E07EDAFAD2F}"/>
              </a:ext>
            </a:extLst>
          </p:cNvPr>
          <p:cNvSpPr>
            <a:spLocks noGrp="1"/>
          </p:cNvSpPr>
          <p:nvPr/>
        </p:nvSpPr>
        <p:spPr>
          <a:xfrm>
            <a:off x="278736" y="6687429"/>
            <a:ext cx="207989" cy="18171"/>
          </a:xfrm>
          <a:custGeom>
            <a:avLst/>
            <a:gdLst/>
            <a:ahLst/>
            <a:cxnLst/>
            <a:rect l="0" t="0" r="0" b="0"/>
            <a:pathLst>
              <a:path w="207989" h="18171">
                <a:moveTo>
                  <a:pt x="0" y="0"/>
                </a:moveTo>
                <a:lnTo>
                  <a:pt x="207989" y="18171"/>
                </a:lnTo>
              </a:path>
            </a:pathLst>
          </a:custGeom>
          <a:noFill/>
          <a:ln w="8205">
            <a:solidFill>
              <a:srgbClr val="447EEC">
                <a:alpha val="4000"/>
              </a:srgbClr>
            </a:solidFill>
            <a:prstDash val="solid"/>
          </a:ln>
        </p:spPr>
      </p:sp>
      <p:sp>
        <p:nvSpPr>
          <p:cNvPr id="602" name="lumia-token-stream-curve">
            <a:extLst>
              <a:ext uri="{FF2B5EF4-FFF2-40B4-BE49-F238E27FC236}">
                <a16:creationId xmlns:a16="http://schemas.microsoft.com/office/drawing/2014/main" id="{8CED7BBA-C9D9-48B5-BBFC-6110F738DB7B}"/>
              </a:ext>
            </a:extLst>
          </p:cNvPr>
          <p:cNvSpPr>
            <a:spLocks noGrp="1"/>
          </p:cNvSpPr>
          <p:nvPr/>
        </p:nvSpPr>
        <p:spPr>
          <a:xfrm>
            <a:off x="486725" y="6705600"/>
            <a:ext cx="212134" cy="9525"/>
          </a:xfrm>
          <a:custGeom>
            <a:avLst/>
            <a:gdLst/>
            <a:ahLst/>
            <a:cxnLst/>
            <a:rect l="0" t="0" r="0" b="0"/>
            <a:pathLst>
              <a:path w="212134" h="9525">
                <a:moveTo>
                  <a:pt x="0" y="0"/>
                </a:moveTo>
                <a:lnTo>
                  <a:pt x="212134" y="0"/>
                </a:lnTo>
              </a:path>
            </a:pathLst>
          </a:custGeom>
          <a:noFill/>
          <a:ln w="8205">
            <a:solidFill>
              <a:srgbClr val="4678E3">
                <a:alpha val="4000"/>
              </a:srgbClr>
            </a:solidFill>
            <a:prstDash val="solid"/>
          </a:ln>
        </p:spPr>
      </p:sp>
      <p:sp>
        <p:nvSpPr>
          <p:cNvPr id="603" name="lumia-token-stream-curve">
            <a:extLst>
              <a:ext uri="{FF2B5EF4-FFF2-40B4-BE49-F238E27FC236}">
                <a16:creationId xmlns:a16="http://schemas.microsoft.com/office/drawing/2014/main" id="{52935FAC-2D49-4C7A-A271-139555D41D4D}"/>
              </a:ext>
            </a:extLst>
          </p:cNvPr>
          <p:cNvSpPr>
            <a:spLocks noGrp="1"/>
          </p:cNvSpPr>
          <p:nvPr/>
        </p:nvSpPr>
        <p:spPr>
          <a:xfrm>
            <a:off x="698859" y="6705600"/>
            <a:ext cx="216171" cy="9525"/>
          </a:xfrm>
          <a:custGeom>
            <a:avLst/>
            <a:gdLst/>
            <a:ahLst/>
            <a:cxnLst/>
            <a:rect l="0" t="0" r="0" b="0"/>
            <a:pathLst>
              <a:path w="216171" h="9525">
                <a:moveTo>
                  <a:pt x="0" y="0"/>
                </a:moveTo>
                <a:lnTo>
                  <a:pt x="216171" y="0"/>
                </a:lnTo>
              </a:path>
            </a:pathLst>
          </a:custGeom>
          <a:noFill/>
          <a:ln w="8205">
            <a:solidFill>
              <a:srgbClr val="4871DB">
                <a:alpha val="4000"/>
              </a:srgbClr>
            </a:solidFill>
            <a:prstDash val="solid"/>
          </a:ln>
        </p:spPr>
      </p:sp>
      <p:sp>
        <p:nvSpPr>
          <p:cNvPr id="604" name="lumia-token-stream-curve">
            <a:extLst>
              <a:ext uri="{FF2B5EF4-FFF2-40B4-BE49-F238E27FC236}">
                <a16:creationId xmlns:a16="http://schemas.microsoft.com/office/drawing/2014/main" id="{E87FF1C3-82EF-4001-81DD-611340EDAF13}"/>
              </a:ext>
            </a:extLst>
          </p:cNvPr>
          <p:cNvSpPr>
            <a:spLocks noGrp="1"/>
          </p:cNvSpPr>
          <p:nvPr/>
        </p:nvSpPr>
        <p:spPr>
          <a:xfrm>
            <a:off x="915030" y="6705600"/>
            <a:ext cx="220097" cy="9525"/>
          </a:xfrm>
          <a:custGeom>
            <a:avLst/>
            <a:gdLst/>
            <a:ahLst/>
            <a:cxnLst/>
            <a:rect l="0" t="0" r="0" b="0"/>
            <a:pathLst>
              <a:path w="220097" h="9525">
                <a:moveTo>
                  <a:pt x="0" y="0"/>
                </a:moveTo>
                <a:lnTo>
                  <a:pt x="220097" y="0"/>
                </a:lnTo>
              </a:path>
            </a:pathLst>
          </a:custGeom>
          <a:noFill/>
          <a:ln w="8205">
            <a:solidFill>
              <a:srgbClr val="4A6BD2">
                <a:alpha val="4000"/>
              </a:srgbClr>
            </a:solidFill>
            <a:prstDash val="solid"/>
          </a:ln>
        </p:spPr>
      </p:sp>
      <p:sp>
        <p:nvSpPr>
          <p:cNvPr id="605" name="lumia-token-stream-curve">
            <a:extLst>
              <a:ext uri="{FF2B5EF4-FFF2-40B4-BE49-F238E27FC236}">
                <a16:creationId xmlns:a16="http://schemas.microsoft.com/office/drawing/2014/main" id="{0EB81177-2CC7-46B5-8610-DA0F450B1D47}"/>
              </a:ext>
            </a:extLst>
          </p:cNvPr>
          <p:cNvSpPr>
            <a:spLocks noGrp="1"/>
          </p:cNvSpPr>
          <p:nvPr/>
        </p:nvSpPr>
        <p:spPr>
          <a:xfrm>
            <a:off x="1135127" y="6705600"/>
            <a:ext cx="223915" cy="9525"/>
          </a:xfrm>
          <a:custGeom>
            <a:avLst/>
            <a:gdLst/>
            <a:ahLst/>
            <a:cxnLst/>
            <a:rect l="0" t="0" r="0" b="0"/>
            <a:pathLst>
              <a:path w="223915" h="9525">
                <a:moveTo>
                  <a:pt x="0" y="0"/>
                </a:moveTo>
                <a:lnTo>
                  <a:pt x="223915" y="0"/>
                </a:lnTo>
              </a:path>
            </a:pathLst>
          </a:custGeom>
          <a:noFill/>
          <a:ln w="8205">
            <a:solidFill>
              <a:srgbClr val="4C64CA">
                <a:alpha val="4000"/>
              </a:srgbClr>
            </a:solidFill>
            <a:prstDash val="solid"/>
          </a:ln>
        </p:spPr>
      </p:sp>
      <p:sp>
        <p:nvSpPr>
          <p:cNvPr id="606" name="lumia-token-stream-curve">
            <a:extLst>
              <a:ext uri="{FF2B5EF4-FFF2-40B4-BE49-F238E27FC236}">
                <a16:creationId xmlns:a16="http://schemas.microsoft.com/office/drawing/2014/main" id="{66BEA9A6-B47C-4E70-8093-BB582CC0DF38}"/>
              </a:ext>
            </a:extLst>
          </p:cNvPr>
          <p:cNvSpPr>
            <a:spLocks noGrp="1"/>
          </p:cNvSpPr>
          <p:nvPr/>
        </p:nvSpPr>
        <p:spPr>
          <a:xfrm>
            <a:off x="1359043" y="6705600"/>
            <a:ext cx="227624" cy="9525"/>
          </a:xfrm>
          <a:custGeom>
            <a:avLst/>
            <a:gdLst/>
            <a:ahLst/>
            <a:cxnLst/>
            <a:rect l="0" t="0" r="0" b="0"/>
            <a:pathLst>
              <a:path w="227624" h="9525">
                <a:moveTo>
                  <a:pt x="0" y="0"/>
                </a:moveTo>
                <a:lnTo>
                  <a:pt x="227624" y="0"/>
                </a:lnTo>
              </a:path>
            </a:pathLst>
          </a:custGeom>
          <a:noFill/>
          <a:ln w="8205">
            <a:solidFill>
              <a:srgbClr val="4E5EC1">
                <a:alpha val="4000"/>
              </a:srgbClr>
            </a:solidFill>
            <a:prstDash val="solid"/>
          </a:ln>
        </p:spPr>
      </p:sp>
      <p:sp>
        <p:nvSpPr>
          <p:cNvPr id="607" name="lumia-token-stream-curve">
            <a:extLst>
              <a:ext uri="{FF2B5EF4-FFF2-40B4-BE49-F238E27FC236}">
                <a16:creationId xmlns:a16="http://schemas.microsoft.com/office/drawing/2014/main" id="{54983140-C94C-4602-B09A-08593E139CB3}"/>
              </a:ext>
            </a:extLst>
          </p:cNvPr>
          <p:cNvSpPr>
            <a:spLocks noGrp="1"/>
          </p:cNvSpPr>
          <p:nvPr/>
        </p:nvSpPr>
        <p:spPr>
          <a:xfrm>
            <a:off x="1586666" y="6705600"/>
            <a:ext cx="231223" cy="9525"/>
          </a:xfrm>
          <a:custGeom>
            <a:avLst/>
            <a:gdLst/>
            <a:ahLst/>
            <a:cxnLst/>
            <a:rect l="0" t="0" r="0" b="0"/>
            <a:pathLst>
              <a:path w="231223" h="9525">
                <a:moveTo>
                  <a:pt x="0" y="0"/>
                </a:moveTo>
                <a:lnTo>
                  <a:pt x="231223" y="0"/>
                </a:lnTo>
              </a:path>
            </a:pathLst>
          </a:custGeom>
          <a:noFill/>
          <a:ln w="8205">
            <a:solidFill>
              <a:srgbClr val="5057B9">
                <a:alpha val="4000"/>
              </a:srgbClr>
            </a:solidFill>
            <a:prstDash val="solid"/>
          </a:ln>
        </p:spPr>
      </p:sp>
      <p:sp>
        <p:nvSpPr>
          <p:cNvPr id="608" name="lumia-token-stream-curve">
            <a:extLst>
              <a:ext uri="{FF2B5EF4-FFF2-40B4-BE49-F238E27FC236}">
                <a16:creationId xmlns:a16="http://schemas.microsoft.com/office/drawing/2014/main" id="{1E5B2CC1-7772-4166-890A-30F8C4D767A7}"/>
              </a:ext>
            </a:extLst>
          </p:cNvPr>
          <p:cNvSpPr>
            <a:spLocks noGrp="1"/>
          </p:cNvSpPr>
          <p:nvPr/>
        </p:nvSpPr>
        <p:spPr>
          <a:xfrm>
            <a:off x="1817889" y="6705600"/>
            <a:ext cx="234713" cy="9525"/>
          </a:xfrm>
          <a:custGeom>
            <a:avLst/>
            <a:gdLst/>
            <a:ahLst/>
            <a:cxnLst/>
            <a:rect l="0" t="0" r="0" b="0"/>
            <a:pathLst>
              <a:path w="234713" h="9525">
                <a:moveTo>
                  <a:pt x="0" y="0"/>
                </a:moveTo>
                <a:lnTo>
                  <a:pt x="234713" y="0"/>
                </a:lnTo>
              </a:path>
            </a:pathLst>
          </a:custGeom>
          <a:noFill/>
          <a:ln w="8205">
            <a:solidFill>
              <a:srgbClr val="5250B0">
                <a:alpha val="4000"/>
              </a:srgbClr>
            </a:solidFill>
            <a:prstDash val="solid"/>
          </a:ln>
        </p:spPr>
      </p:sp>
      <p:sp>
        <p:nvSpPr>
          <p:cNvPr id="609" name="lumia-token-stream-curve">
            <a:extLst>
              <a:ext uri="{FF2B5EF4-FFF2-40B4-BE49-F238E27FC236}">
                <a16:creationId xmlns:a16="http://schemas.microsoft.com/office/drawing/2014/main" id="{15194C8D-AAE4-45B2-96AA-F6A0007234B4}"/>
              </a:ext>
            </a:extLst>
          </p:cNvPr>
          <p:cNvSpPr>
            <a:spLocks noGrp="1"/>
          </p:cNvSpPr>
          <p:nvPr/>
        </p:nvSpPr>
        <p:spPr>
          <a:xfrm>
            <a:off x="2052601" y="6675573"/>
            <a:ext cx="238093" cy="30027"/>
          </a:xfrm>
          <a:custGeom>
            <a:avLst/>
            <a:gdLst/>
            <a:ahLst/>
            <a:cxnLst/>
            <a:rect l="0" t="0" r="0" b="0"/>
            <a:pathLst>
              <a:path w="238093" h="30027">
                <a:moveTo>
                  <a:pt x="0" y="30027"/>
                </a:moveTo>
                <a:lnTo>
                  <a:pt x="238093" y="0"/>
                </a:lnTo>
              </a:path>
            </a:pathLst>
          </a:custGeom>
          <a:noFill/>
          <a:ln w="8205">
            <a:solidFill>
              <a:srgbClr val="544AA8">
                <a:alpha val="4000"/>
              </a:srgbClr>
            </a:solidFill>
            <a:prstDash val="solid"/>
          </a:ln>
        </p:spPr>
      </p:sp>
      <p:sp>
        <p:nvSpPr>
          <p:cNvPr id="610" name="lumia-token-stream-curve">
            <a:extLst>
              <a:ext uri="{FF2B5EF4-FFF2-40B4-BE49-F238E27FC236}">
                <a16:creationId xmlns:a16="http://schemas.microsoft.com/office/drawing/2014/main" id="{D1951FD6-17F2-4E59-9F79-68104F60FE48}"/>
              </a:ext>
            </a:extLst>
          </p:cNvPr>
          <p:cNvSpPr>
            <a:spLocks noGrp="1"/>
          </p:cNvSpPr>
          <p:nvPr/>
        </p:nvSpPr>
        <p:spPr>
          <a:xfrm>
            <a:off x="2290695" y="6640737"/>
            <a:ext cx="241365" cy="34836"/>
          </a:xfrm>
          <a:custGeom>
            <a:avLst/>
            <a:gdLst/>
            <a:ahLst/>
            <a:cxnLst/>
            <a:rect l="0" t="0" r="0" b="0"/>
            <a:pathLst>
              <a:path w="241365" h="34836">
                <a:moveTo>
                  <a:pt x="0" y="34836"/>
                </a:moveTo>
                <a:lnTo>
                  <a:pt x="241365" y="0"/>
                </a:lnTo>
              </a:path>
            </a:pathLst>
          </a:custGeom>
          <a:noFill/>
          <a:ln w="8205">
            <a:solidFill>
              <a:srgbClr val="5643A0">
                <a:alpha val="4000"/>
              </a:srgbClr>
            </a:solidFill>
            <a:prstDash val="solid"/>
          </a:ln>
        </p:spPr>
      </p:sp>
      <p:sp>
        <p:nvSpPr>
          <p:cNvPr id="611" name="lumia-token-stream-curve">
            <a:extLst>
              <a:ext uri="{FF2B5EF4-FFF2-40B4-BE49-F238E27FC236}">
                <a16:creationId xmlns:a16="http://schemas.microsoft.com/office/drawing/2014/main" id="{3218C241-8393-4F57-BBD8-ECD9F2214DD2}"/>
              </a:ext>
            </a:extLst>
          </p:cNvPr>
          <p:cNvSpPr>
            <a:spLocks noGrp="1"/>
          </p:cNvSpPr>
          <p:nvPr/>
        </p:nvSpPr>
        <p:spPr>
          <a:xfrm>
            <a:off x="2532060" y="6610449"/>
            <a:ext cx="244527" cy="30288"/>
          </a:xfrm>
          <a:custGeom>
            <a:avLst/>
            <a:gdLst/>
            <a:ahLst/>
            <a:cxnLst/>
            <a:rect l="0" t="0" r="0" b="0"/>
            <a:pathLst>
              <a:path w="244527" h="30288">
                <a:moveTo>
                  <a:pt x="0" y="30288"/>
                </a:moveTo>
                <a:lnTo>
                  <a:pt x="244527" y="0"/>
                </a:lnTo>
              </a:path>
            </a:pathLst>
          </a:custGeom>
          <a:noFill/>
          <a:ln w="8205">
            <a:solidFill>
              <a:srgbClr val="583D97">
                <a:alpha val="4000"/>
              </a:srgbClr>
            </a:solidFill>
            <a:prstDash val="solid"/>
          </a:ln>
        </p:spPr>
      </p:sp>
      <p:sp>
        <p:nvSpPr>
          <p:cNvPr id="612" name="lumia-token-stream-curve">
            <a:extLst>
              <a:ext uri="{FF2B5EF4-FFF2-40B4-BE49-F238E27FC236}">
                <a16:creationId xmlns:a16="http://schemas.microsoft.com/office/drawing/2014/main" id="{D0507DCC-89FD-477D-AD02-A54BC3C36C84}"/>
              </a:ext>
            </a:extLst>
          </p:cNvPr>
          <p:cNvSpPr>
            <a:spLocks noGrp="1"/>
          </p:cNvSpPr>
          <p:nvPr/>
        </p:nvSpPr>
        <p:spPr>
          <a:xfrm>
            <a:off x="2776586" y="6588406"/>
            <a:ext cx="247580" cy="22043"/>
          </a:xfrm>
          <a:custGeom>
            <a:avLst/>
            <a:gdLst/>
            <a:ahLst/>
            <a:cxnLst/>
            <a:rect l="0" t="0" r="0" b="0"/>
            <a:pathLst>
              <a:path w="247580" h="22043">
                <a:moveTo>
                  <a:pt x="0" y="22043"/>
                </a:moveTo>
                <a:lnTo>
                  <a:pt x="247580" y="0"/>
                </a:lnTo>
              </a:path>
            </a:pathLst>
          </a:custGeom>
          <a:noFill/>
          <a:ln w="8205">
            <a:solidFill>
              <a:srgbClr val="623C8F">
                <a:alpha val="4000"/>
              </a:srgbClr>
            </a:solidFill>
            <a:prstDash val="solid"/>
          </a:ln>
        </p:spPr>
      </p:sp>
      <p:sp>
        <p:nvSpPr>
          <p:cNvPr id="613" name="lumia-token-stream-curve">
            <a:extLst>
              <a:ext uri="{FF2B5EF4-FFF2-40B4-BE49-F238E27FC236}">
                <a16:creationId xmlns:a16="http://schemas.microsoft.com/office/drawing/2014/main" id="{5826F71B-47CA-4F84-A2E0-682DA41BE16C}"/>
              </a:ext>
            </a:extLst>
          </p:cNvPr>
          <p:cNvSpPr>
            <a:spLocks noGrp="1"/>
          </p:cNvSpPr>
          <p:nvPr/>
        </p:nvSpPr>
        <p:spPr>
          <a:xfrm>
            <a:off x="3024166" y="6577569"/>
            <a:ext cx="250524" cy="10837"/>
          </a:xfrm>
          <a:custGeom>
            <a:avLst/>
            <a:gdLst/>
            <a:ahLst/>
            <a:cxnLst/>
            <a:rect l="0" t="0" r="0" b="0"/>
            <a:pathLst>
              <a:path w="250524" h="10837">
                <a:moveTo>
                  <a:pt x="0" y="10837"/>
                </a:moveTo>
                <a:lnTo>
                  <a:pt x="250524" y="0"/>
                </a:lnTo>
              </a:path>
            </a:pathLst>
          </a:custGeom>
          <a:noFill/>
          <a:ln w="8205">
            <a:solidFill>
              <a:srgbClr val="6F3C86">
                <a:alpha val="4000"/>
              </a:srgbClr>
            </a:solidFill>
            <a:prstDash val="solid"/>
          </a:ln>
        </p:spPr>
      </p:sp>
      <p:sp>
        <p:nvSpPr>
          <p:cNvPr id="614" name="lumia-token-stream-curve">
            <a:extLst>
              <a:ext uri="{FF2B5EF4-FFF2-40B4-BE49-F238E27FC236}">
                <a16:creationId xmlns:a16="http://schemas.microsoft.com/office/drawing/2014/main" id="{D0FB97AD-FEC9-40B2-A7D3-B9004902DAE4}"/>
              </a:ext>
            </a:extLst>
          </p:cNvPr>
          <p:cNvSpPr>
            <a:spLocks noGrp="1"/>
          </p:cNvSpPr>
          <p:nvPr/>
        </p:nvSpPr>
        <p:spPr>
          <a:xfrm>
            <a:off x="3274690" y="6577569"/>
            <a:ext cx="253358" cy="9525"/>
          </a:xfrm>
          <a:custGeom>
            <a:avLst/>
            <a:gdLst/>
            <a:ahLst/>
            <a:cxnLst/>
            <a:rect l="0" t="0" r="0" b="0"/>
            <a:pathLst>
              <a:path w="253358" h="9525">
                <a:moveTo>
                  <a:pt x="0" y="0"/>
                </a:moveTo>
                <a:lnTo>
                  <a:pt x="253358" y="2213"/>
                </a:lnTo>
              </a:path>
            </a:pathLst>
          </a:custGeom>
          <a:noFill/>
          <a:ln w="8205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615" name="lumia-token-stream-curve">
            <a:extLst>
              <a:ext uri="{FF2B5EF4-FFF2-40B4-BE49-F238E27FC236}">
                <a16:creationId xmlns:a16="http://schemas.microsoft.com/office/drawing/2014/main" id="{942FBA5F-FCDB-4A16-A6FA-462FF095D2B9}"/>
              </a:ext>
            </a:extLst>
          </p:cNvPr>
          <p:cNvSpPr>
            <a:spLocks noGrp="1"/>
          </p:cNvSpPr>
          <p:nvPr/>
        </p:nvSpPr>
        <p:spPr>
          <a:xfrm>
            <a:off x="3528048" y="6579782"/>
            <a:ext cx="256083" cy="15699"/>
          </a:xfrm>
          <a:custGeom>
            <a:avLst/>
            <a:gdLst/>
            <a:ahLst/>
            <a:cxnLst/>
            <a:rect l="0" t="0" r="0" b="0"/>
            <a:pathLst>
              <a:path w="256083" h="15699">
                <a:moveTo>
                  <a:pt x="0" y="0"/>
                </a:moveTo>
                <a:lnTo>
                  <a:pt x="256083" y="15699"/>
                </a:lnTo>
              </a:path>
            </a:pathLst>
          </a:custGeom>
          <a:noFill/>
          <a:ln w="8205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616" name="lumia-token-stream-curve">
            <a:extLst>
              <a:ext uri="{FF2B5EF4-FFF2-40B4-BE49-F238E27FC236}">
                <a16:creationId xmlns:a16="http://schemas.microsoft.com/office/drawing/2014/main" id="{008FF5AE-411C-44B4-A612-9431A3795999}"/>
              </a:ext>
            </a:extLst>
          </p:cNvPr>
          <p:cNvSpPr>
            <a:spLocks noGrp="1"/>
          </p:cNvSpPr>
          <p:nvPr/>
        </p:nvSpPr>
        <p:spPr>
          <a:xfrm>
            <a:off x="3784131" y="6595481"/>
            <a:ext cx="258699" cy="28053"/>
          </a:xfrm>
          <a:custGeom>
            <a:avLst/>
            <a:gdLst/>
            <a:ahLst/>
            <a:cxnLst/>
            <a:rect l="0" t="0" r="0" b="0"/>
            <a:pathLst>
              <a:path w="258699" h="28053">
                <a:moveTo>
                  <a:pt x="0" y="0"/>
                </a:moveTo>
                <a:lnTo>
                  <a:pt x="258699" y="28053"/>
                </a:lnTo>
              </a:path>
            </a:pathLst>
          </a:custGeom>
          <a:noFill/>
          <a:ln w="8206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617" name="lumia-token-stream-curve">
            <a:extLst>
              <a:ext uri="{FF2B5EF4-FFF2-40B4-BE49-F238E27FC236}">
                <a16:creationId xmlns:a16="http://schemas.microsoft.com/office/drawing/2014/main" id="{D52BB631-203D-4BE3-904F-E7FCC9979F11}"/>
              </a:ext>
            </a:extLst>
          </p:cNvPr>
          <p:cNvSpPr>
            <a:spLocks noGrp="1"/>
          </p:cNvSpPr>
          <p:nvPr/>
        </p:nvSpPr>
        <p:spPr>
          <a:xfrm>
            <a:off x="4042831" y="6623534"/>
            <a:ext cx="261206" cy="37726"/>
          </a:xfrm>
          <a:custGeom>
            <a:avLst/>
            <a:gdLst/>
            <a:ahLst/>
            <a:cxnLst/>
            <a:rect l="0" t="0" r="0" b="0"/>
            <a:pathLst>
              <a:path w="261206" h="37726">
                <a:moveTo>
                  <a:pt x="0" y="0"/>
                </a:moveTo>
                <a:lnTo>
                  <a:pt x="261206" y="37726"/>
                </a:lnTo>
              </a:path>
            </a:pathLst>
          </a:custGeom>
          <a:noFill/>
          <a:ln w="8231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618" name="lumia-token-stream-curve">
            <a:extLst>
              <a:ext uri="{FF2B5EF4-FFF2-40B4-BE49-F238E27FC236}">
                <a16:creationId xmlns:a16="http://schemas.microsoft.com/office/drawing/2014/main" id="{8968020D-6549-4928-90F2-F76D8C98ADD7}"/>
              </a:ext>
            </a:extLst>
          </p:cNvPr>
          <p:cNvSpPr>
            <a:spLocks noGrp="1"/>
          </p:cNvSpPr>
          <p:nvPr/>
        </p:nvSpPr>
        <p:spPr>
          <a:xfrm>
            <a:off x="4304037" y="6661260"/>
            <a:ext cx="263603" cy="43368"/>
          </a:xfrm>
          <a:custGeom>
            <a:avLst/>
            <a:gdLst/>
            <a:ahLst/>
            <a:cxnLst/>
            <a:rect l="0" t="0" r="0" b="0"/>
            <a:pathLst>
              <a:path w="263603" h="43368">
                <a:moveTo>
                  <a:pt x="0" y="0"/>
                </a:moveTo>
                <a:lnTo>
                  <a:pt x="263603" y="43368"/>
                </a:lnTo>
              </a:path>
            </a:pathLst>
          </a:custGeom>
          <a:noFill/>
          <a:ln w="8288">
            <a:solidFill>
              <a:srgbClr val="B0405B">
                <a:alpha val="5000"/>
              </a:srgbClr>
            </a:solidFill>
            <a:prstDash val="solid"/>
          </a:ln>
        </p:spPr>
      </p:sp>
      <p:sp>
        <p:nvSpPr>
          <p:cNvPr id="619" name="lumia-token-stream-curve">
            <a:extLst>
              <a:ext uri="{FF2B5EF4-FFF2-40B4-BE49-F238E27FC236}">
                <a16:creationId xmlns:a16="http://schemas.microsoft.com/office/drawing/2014/main" id="{08B93AA9-FC00-42C4-BEA9-96509E9943AC}"/>
              </a:ext>
            </a:extLst>
          </p:cNvPr>
          <p:cNvSpPr>
            <a:spLocks noGrp="1"/>
          </p:cNvSpPr>
          <p:nvPr/>
        </p:nvSpPr>
        <p:spPr>
          <a:xfrm>
            <a:off x="4567640" y="6704628"/>
            <a:ext cx="265892" cy="9525"/>
          </a:xfrm>
          <a:custGeom>
            <a:avLst/>
            <a:gdLst/>
            <a:ahLst/>
            <a:cxnLst/>
            <a:rect l="0" t="0" r="0" b="0"/>
            <a:pathLst>
              <a:path w="265892" h="9525">
                <a:moveTo>
                  <a:pt x="0" y="0"/>
                </a:moveTo>
                <a:lnTo>
                  <a:pt x="265892" y="972"/>
                </a:lnTo>
              </a:path>
            </a:pathLst>
          </a:custGeom>
          <a:noFill/>
          <a:ln w="8374">
            <a:solidFill>
              <a:srgbClr val="BD4153">
                <a:alpha val="5000"/>
              </a:srgbClr>
            </a:solidFill>
            <a:prstDash val="solid"/>
          </a:ln>
        </p:spPr>
      </p:sp>
      <p:sp>
        <p:nvSpPr>
          <p:cNvPr id="620" name="lumia-token-stream-curve">
            <a:extLst>
              <a:ext uri="{FF2B5EF4-FFF2-40B4-BE49-F238E27FC236}">
                <a16:creationId xmlns:a16="http://schemas.microsoft.com/office/drawing/2014/main" id="{23C8B95C-06B2-4614-B3F4-9DC7FB86C99B}"/>
              </a:ext>
            </a:extLst>
          </p:cNvPr>
          <p:cNvSpPr>
            <a:spLocks noGrp="1"/>
          </p:cNvSpPr>
          <p:nvPr/>
        </p:nvSpPr>
        <p:spPr>
          <a:xfrm>
            <a:off x="4833532" y="6705600"/>
            <a:ext cx="268071" cy="9525"/>
          </a:xfrm>
          <a:custGeom>
            <a:avLst/>
            <a:gdLst/>
            <a:ahLst/>
            <a:cxnLst/>
            <a:rect l="0" t="0" r="0" b="0"/>
            <a:pathLst>
              <a:path w="268071" h="9525">
                <a:moveTo>
                  <a:pt x="0" y="0"/>
                </a:moveTo>
                <a:lnTo>
                  <a:pt x="268071" y="0"/>
                </a:lnTo>
              </a:path>
            </a:pathLst>
          </a:custGeom>
          <a:noFill/>
          <a:ln w="8487">
            <a:solidFill>
              <a:srgbClr val="CA414A">
                <a:alpha val="5000"/>
              </a:srgbClr>
            </a:solidFill>
            <a:prstDash val="solid"/>
          </a:ln>
        </p:spPr>
      </p:sp>
      <p:sp>
        <p:nvSpPr>
          <p:cNvPr id="621" name="lumia-token-stream-curve">
            <a:extLst>
              <a:ext uri="{FF2B5EF4-FFF2-40B4-BE49-F238E27FC236}">
                <a16:creationId xmlns:a16="http://schemas.microsoft.com/office/drawing/2014/main" id="{B3FE270E-A04C-4C52-AB35-287765A571E6}"/>
              </a:ext>
            </a:extLst>
          </p:cNvPr>
          <p:cNvSpPr>
            <a:spLocks noGrp="1"/>
          </p:cNvSpPr>
          <p:nvPr/>
        </p:nvSpPr>
        <p:spPr>
          <a:xfrm>
            <a:off x="5101603" y="6705600"/>
            <a:ext cx="270140" cy="9525"/>
          </a:xfrm>
          <a:custGeom>
            <a:avLst/>
            <a:gdLst/>
            <a:ahLst/>
            <a:cxnLst/>
            <a:rect l="0" t="0" r="0" b="0"/>
            <a:pathLst>
              <a:path w="270140" h="9525">
                <a:moveTo>
                  <a:pt x="0" y="0"/>
                </a:moveTo>
                <a:lnTo>
                  <a:pt x="270140" y="0"/>
                </a:lnTo>
              </a:path>
            </a:pathLst>
          </a:custGeom>
          <a:noFill/>
          <a:ln w="8624">
            <a:solidFill>
              <a:srgbClr val="D74242">
                <a:alpha val="5000"/>
              </a:srgbClr>
            </a:solidFill>
            <a:prstDash val="solid"/>
          </a:ln>
        </p:spPr>
      </p:sp>
      <p:sp>
        <p:nvSpPr>
          <p:cNvPr id="622" name="lumia-token-stream-curve">
            <a:extLst>
              <a:ext uri="{FF2B5EF4-FFF2-40B4-BE49-F238E27FC236}">
                <a16:creationId xmlns:a16="http://schemas.microsoft.com/office/drawing/2014/main" id="{56EF9B64-4D42-47E5-BAE8-F64FAD021BB0}"/>
              </a:ext>
            </a:extLst>
          </p:cNvPr>
          <p:cNvSpPr>
            <a:spLocks noGrp="1"/>
          </p:cNvSpPr>
          <p:nvPr/>
        </p:nvSpPr>
        <p:spPr>
          <a:xfrm>
            <a:off x="5371743" y="6705600"/>
            <a:ext cx="272101" cy="9525"/>
          </a:xfrm>
          <a:custGeom>
            <a:avLst/>
            <a:gdLst/>
            <a:ahLst/>
            <a:cxnLst/>
            <a:rect l="0" t="0" r="0" b="0"/>
            <a:pathLst>
              <a:path w="272101" h="9525">
                <a:moveTo>
                  <a:pt x="0" y="0"/>
                </a:moveTo>
                <a:lnTo>
                  <a:pt x="272101" y="0"/>
                </a:lnTo>
              </a:path>
            </a:pathLst>
          </a:custGeom>
          <a:noFill/>
          <a:ln w="8783">
            <a:solidFill>
              <a:srgbClr val="E44339">
                <a:alpha val="5000"/>
              </a:srgbClr>
            </a:solidFill>
            <a:prstDash val="solid"/>
          </a:ln>
        </p:spPr>
      </p:sp>
      <p:sp>
        <p:nvSpPr>
          <p:cNvPr id="623" name="lumia-token-stream-curve">
            <a:extLst>
              <a:ext uri="{FF2B5EF4-FFF2-40B4-BE49-F238E27FC236}">
                <a16:creationId xmlns:a16="http://schemas.microsoft.com/office/drawing/2014/main" id="{CF20A8FB-7284-40C9-BCD8-E3D3D91CA731}"/>
              </a:ext>
            </a:extLst>
          </p:cNvPr>
          <p:cNvSpPr>
            <a:spLocks noGrp="1"/>
          </p:cNvSpPr>
          <p:nvPr/>
        </p:nvSpPr>
        <p:spPr>
          <a:xfrm>
            <a:off x="5643844" y="6705600"/>
            <a:ext cx="273952" cy="9525"/>
          </a:xfrm>
          <a:custGeom>
            <a:avLst/>
            <a:gdLst/>
            <a:ahLst/>
            <a:cxnLst/>
            <a:rect l="0" t="0" r="0" b="0"/>
            <a:pathLst>
              <a:path w="273952" h="9525">
                <a:moveTo>
                  <a:pt x="0" y="0"/>
                </a:moveTo>
                <a:lnTo>
                  <a:pt x="273952" y="0"/>
                </a:lnTo>
              </a:path>
            </a:pathLst>
          </a:custGeom>
          <a:noFill/>
          <a:ln w="8963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624" name="lumia-token-stream-curve">
            <a:extLst>
              <a:ext uri="{FF2B5EF4-FFF2-40B4-BE49-F238E27FC236}">
                <a16:creationId xmlns:a16="http://schemas.microsoft.com/office/drawing/2014/main" id="{A49F2764-1F49-43B4-B777-6887420BD32A}"/>
              </a:ext>
            </a:extLst>
          </p:cNvPr>
          <p:cNvSpPr>
            <a:spLocks noGrp="1"/>
          </p:cNvSpPr>
          <p:nvPr/>
        </p:nvSpPr>
        <p:spPr>
          <a:xfrm>
            <a:off x="5917796" y="6705600"/>
            <a:ext cx="275694" cy="9525"/>
          </a:xfrm>
          <a:custGeom>
            <a:avLst/>
            <a:gdLst/>
            <a:ahLst/>
            <a:cxnLst/>
            <a:rect l="0" t="0" r="0" b="0"/>
            <a:pathLst>
              <a:path w="275694" h="9525">
                <a:moveTo>
                  <a:pt x="0" y="0"/>
                </a:moveTo>
                <a:lnTo>
                  <a:pt x="275694" y="0"/>
                </a:lnTo>
              </a:path>
            </a:pathLst>
          </a:custGeom>
          <a:noFill/>
          <a:ln w="9159">
            <a:solidFill>
              <a:srgbClr val="EC532F">
                <a:alpha val="6000"/>
              </a:srgbClr>
            </a:solidFill>
            <a:prstDash val="solid"/>
          </a:ln>
        </p:spPr>
      </p:sp>
      <p:sp>
        <p:nvSpPr>
          <p:cNvPr id="625" name="lumia-token-stream-curve">
            <a:extLst>
              <a:ext uri="{FF2B5EF4-FFF2-40B4-BE49-F238E27FC236}">
                <a16:creationId xmlns:a16="http://schemas.microsoft.com/office/drawing/2014/main" id="{91AF924A-21C5-4008-99E5-A3FCAAA22D3E}"/>
              </a:ext>
            </a:extLst>
          </p:cNvPr>
          <p:cNvSpPr>
            <a:spLocks noGrp="1"/>
          </p:cNvSpPr>
          <p:nvPr/>
        </p:nvSpPr>
        <p:spPr>
          <a:xfrm>
            <a:off x="6193490" y="6705600"/>
            <a:ext cx="277327" cy="9525"/>
          </a:xfrm>
          <a:custGeom>
            <a:avLst/>
            <a:gdLst/>
            <a:ahLst/>
            <a:cxnLst/>
            <a:rect l="0" t="0" r="0" b="0"/>
            <a:pathLst>
              <a:path w="277327" h="9525">
                <a:moveTo>
                  <a:pt x="0" y="0"/>
                </a:moveTo>
                <a:lnTo>
                  <a:pt x="277327" y="0"/>
                </a:lnTo>
              </a:path>
            </a:pathLst>
          </a:custGeom>
          <a:noFill/>
          <a:ln w="9371">
            <a:solidFill>
              <a:srgbClr val="EE5E2A">
                <a:alpha val="6000"/>
              </a:srgbClr>
            </a:solidFill>
            <a:prstDash val="solid"/>
          </a:ln>
        </p:spPr>
      </p:sp>
      <p:sp>
        <p:nvSpPr>
          <p:cNvPr id="626" name="lumia-token-stream-curve">
            <a:extLst>
              <a:ext uri="{FF2B5EF4-FFF2-40B4-BE49-F238E27FC236}">
                <a16:creationId xmlns:a16="http://schemas.microsoft.com/office/drawing/2014/main" id="{2B448186-07D2-492F-8A90-F1DB24EBBF9F}"/>
              </a:ext>
            </a:extLst>
          </p:cNvPr>
          <p:cNvSpPr>
            <a:spLocks noGrp="1"/>
          </p:cNvSpPr>
          <p:nvPr/>
        </p:nvSpPr>
        <p:spPr>
          <a:xfrm>
            <a:off x="6470817" y="6705600"/>
            <a:ext cx="278851" cy="9525"/>
          </a:xfrm>
          <a:custGeom>
            <a:avLst/>
            <a:gdLst/>
            <a:ahLst/>
            <a:cxnLst/>
            <a:rect l="0" t="0" r="0" b="0"/>
            <a:pathLst>
              <a:path w="278851" h="9525">
                <a:moveTo>
                  <a:pt x="0" y="0"/>
                </a:moveTo>
                <a:lnTo>
                  <a:pt x="278851" y="0"/>
                </a:lnTo>
              </a:path>
            </a:pathLst>
          </a:custGeom>
          <a:noFill/>
          <a:ln w="9595">
            <a:solidFill>
              <a:srgbClr val="EF6926">
                <a:alpha val="6000"/>
              </a:srgbClr>
            </a:solidFill>
            <a:prstDash val="solid"/>
          </a:ln>
        </p:spPr>
      </p:sp>
      <p:sp>
        <p:nvSpPr>
          <p:cNvPr id="627" name="lumia-token-stream-curve">
            <a:extLst>
              <a:ext uri="{FF2B5EF4-FFF2-40B4-BE49-F238E27FC236}">
                <a16:creationId xmlns:a16="http://schemas.microsoft.com/office/drawing/2014/main" id="{7554BF3D-2FE1-49E5-A1A8-90F1645E8B44}"/>
              </a:ext>
            </a:extLst>
          </p:cNvPr>
          <p:cNvSpPr>
            <a:spLocks noGrp="1"/>
          </p:cNvSpPr>
          <p:nvPr/>
        </p:nvSpPr>
        <p:spPr>
          <a:xfrm>
            <a:off x="6749668" y="6651911"/>
            <a:ext cx="280265" cy="53689"/>
          </a:xfrm>
          <a:custGeom>
            <a:avLst/>
            <a:gdLst/>
            <a:ahLst/>
            <a:cxnLst/>
            <a:rect l="0" t="0" r="0" b="0"/>
            <a:pathLst>
              <a:path w="280265" h="53689">
                <a:moveTo>
                  <a:pt x="0" y="53689"/>
                </a:moveTo>
                <a:lnTo>
                  <a:pt x="280265" y="0"/>
                </a:lnTo>
              </a:path>
            </a:pathLst>
          </a:custGeom>
          <a:noFill/>
          <a:ln w="9830">
            <a:solidFill>
              <a:srgbClr val="F17322">
                <a:alpha val="6000"/>
              </a:srgbClr>
            </a:solidFill>
            <a:prstDash val="solid"/>
          </a:ln>
        </p:spPr>
      </p:sp>
      <p:sp>
        <p:nvSpPr>
          <p:cNvPr id="628" name="lumia-token-stream-curve">
            <a:extLst>
              <a:ext uri="{FF2B5EF4-FFF2-40B4-BE49-F238E27FC236}">
                <a16:creationId xmlns:a16="http://schemas.microsoft.com/office/drawing/2014/main" id="{E92AE5A9-2AA8-4DC1-B23D-100910F03C17}"/>
              </a:ext>
            </a:extLst>
          </p:cNvPr>
          <p:cNvSpPr>
            <a:spLocks noGrp="1"/>
          </p:cNvSpPr>
          <p:nvPr/>
        </p:nvSpPr>
        <p:spPr>
          <a:xfrm>
            <a:off x="7029933" y="6584499"/>
            <a:ext cx="281570" cy="67412"/>
          </a:xfrm>
          <a:custGeom>
            <a:avLst/>
            <a:gdLst/>
            <a:ahLst/>
            <a:cxnLst/>
            <a:rect l="0" t="0" r="0" b="0"/>
            <a:pathLst>
              <a:path w="281570" h="67412">
                <a:moveTo>
                  <a:pt x="0" y="67412"/>
                </a:moveTo>
                <a:lnTo>
                  <a:pt x="281570" y="0"/>
                </a:lnTo>
              </a:path>
            </a:pathLst>
          </a:custGeom>
          <a:noFill/>
          <a:ln w="10072">
            <a:solidFill>
              <a:srgbClr val="F27E1E">
                <a:alpha val="6000"/>
              </a:srgbClr>
            </a:solidFill>
            <a:prstDash val="solid"/>
          </a:ln>
        </p:spPr>
      </p:sp>
      <p:sp>
        <p:nvSpPr>
          <p:cNvPr id="629" name="lumia-token-stream-curve">
            <a:extLst>
              <a:ext uri="{FF2B5EF4-FFF2-40B4-BE49-F238E27FC236}">
                <a16:creationId xmlns:a16="http://schemas.microsoft.com/office/drawing/2014/main" id="{428A42FC-DF8C-459B-B143-B0E603A799BA}"/>
              </a:ext>
            </a:extLst>
          </p:cNvPr>
          <p:cNvSpPr>
            <a:spLocks noGrp="1"/>
          </p:cNvSpPr>
          <p:nvPr/>
        </p:nvSpPr>
        <p:spPr>
          <a:xfrm>
            <a:off x="7311503" y="6519542"/>
            <a:ext cx="282766" cy="64957"/>
          </a:xfrm>
          <a:custGeom>
            <a:avLst/>
            <a:gdLst/>
            <a:ahLst/>
            <a:cxnLst/>
            <a:rect l="0" t="0" r="0" b="0"/>
            <a:pathLst>
              <a:path w="282766" h="64957">
                <a:moveTo>
                  <a:pt x="0" y="64957"/>
                </a:moveTo>
                <a:lnTo>
                  <a:pt x="282766" y="0"/>
                </a:lnTo>
              </a:path>
            </a:pathLst>
          </a:custGeom>
          <a:noFill/>
          <a:ln w="10321">
            <a:solidFill>
              <a:srgbClr val="F48919">
                <a:alpha val="7000"/>
              </a:srgbClr>
            </a:solidFill>
            <a:prstDash val="solid"/>
          </a:ln>
        </p:spPr>
      </p:sp>
      <p:sp>
        <p:nvSpPr>
          <p:cNvPr id="630" name="lumia-token-stream-curve">
            <a:extLst>
              <a:ext uri="{FF2B5EF4-FFF2-40B4-BE49-F238E27FC236}">
                <a16:creationId xmlns:a16="http://schemas.microsoft.com/office/drawing/2014/main" id="{6A287D68-9AB4-49F8-9BA7-92F21267EDF0}"/>
              </a:ext>
            </a:extLst>
          </p:cNvPr>
          <p:cNvSpPr>
            <a:spLocks noGrp="1"/>
          </p:cNvSpPr>
          <p:nvPr/>
        </p:nvSpPr>
        <p:spPr>
          <a:xfrm>
            <a:off x="7594268" y="6463106"/>
            <a:ext cx="283852" cy="56436"/>
          </a:xfrm>
          <a:custGeom>
            <a:avLst/>
            <a:gdLst/>
            <a:ahLst/>
            <a:cxnLst/>
            <a:rect l="0" t="0" r="0" b="0"/>
            <a:pathLst>
              <a:path w="283852" h="56436">
                <a:moveTo>
                  <a:pt x="0" y="56436"/>
                </a:moveTo>
                <a:lnTo>
                  <a:pt x="283852" y="0"/>
                </a:lnTo>
              </a:path>
            </a:pathLst>
          </a:custGeom>
          <a:noFill/>
          <a:ln w="10572">
            <a:solidFill>
              <a:srgbClr val="F59415">
                <a:alpha val="7000"/>
              </a:srgbClr>
            </a:solidFill>
            <a:prstDash val="solid"/>
          </a:ln>
        </p:spPr>
      </p:sp>
      <p:sp>
        <p:nvSpPr>
          <p:cNvPr id="631" name="lumia-token-stream-curve">
            <a:extLst>
              <a:ext uri="{FF2B5EF4-FFF2-40B4-BE49-F238E27FC236}">
                <a16:creationId xmlns:a16="http://schemas.microsoft.com/office/drawing/2014/main" id="{BFB6A36E-4CE2-44DA-BD44-3BC4F6ED96FC}"/>
              </a:ext>
            </a:extLst>
          </p:cNvPr>
          <p:cNvSpPr>
            <a:spLocks noGrp="1"/>
          </p:cNvSpPr>
          <p:nvPr/>
        </p:nvSpPr>
        <p:spPr>
          <a:xfrm>
            <a:off x="7878120" y="6420102"/>
            <a:ext cx="284829" cy="43004"/>
          </a:xfrm>
          <a:custGeom>
            <a:avLst/>
            <a:gdLst/>
            <a:ahLst/>
            <a:cxnLst/>
            <a:rect l="0" t="0" r="0" b="0"/>
            <a:pathLst>
              <a:path w="284829" h="43004">
                <a:moveTo>
                  <a:pt x="0" y="43004"/>
                </a:moveTo>
                <a:lnTo>
                  <a:pt x="284829" y="0"/>
                </a:lnTo>
              </a:path>
            </a:pathLst>
          </a:custGeom>
          <a:noFill/>
          <a:ln w="10824">
            <a:solidFill>
              <a:srgbClr val="F79E11">
                <a:alpha val="7000"/>
              </a:srgbClr>
            </a:solidFill>
            <a:prstDash val="solid"/>
          </a:ln>
        </p:spPr>
      </p:sp>
      <p:sp>
        <p:nvSpPr>
          <p:cNvPr id="632" name="lumia-token-stream-curve">
            <a:extLst>
              <a:ext uri="{FF2B5EF4-FFF2-40B4-BE49-F238E27FC236}">
                <a16:creationId xmlns:a16="http://schemas.microsoft.com/office/drawing/2014/main" id="{536BD9A2-5B59-4A15-8BD9-87FA654A683D}"/>
              </a:ext>
            </a:extLst>
          </p:cNvPr>
          <p:cNvSpPr>
            <a:spLocks noGrp="1"/>
          </p:cNvSpPr>
          <p:nvPr/>
        </p:nvSpPr>
        <p:spPr>
          <a:xfrm>
            <a:off x="8162950" y="6393611"/>
            <a:ext cx="285697" cy="26491"/>
          </a:xfrm>
          <a:custGeom>
            <a:avLst/>
            <a:gdLst/>
            <a:ahLst/>
            <a:cxnLst/>
            <a:rect l="0" t="0" r="0" b="0"/>
            <a:pathLst>
              <a:path w="285697" h="26491">
                <a:moveTo>
                  <a:pt x="0" y="26491"/>
                </a:moveTo>
                <a:lnTo>
                  <a:pt x="285697" y="0"/>
                </a:lnTo>
              </a:path>
            </a:pathLst>
          </a:custGeom>
          <a:noFill/>
          <a:ln w="11075">
            <a:solidFill>
              <a:srgbClr val="F8A90C">
                <a:alpha val="7000"/>
              </a:srgbClr>
            </a:solidFill>
            <a:prstDash val="solid"/>
          </a:ln>
        </p:spPr>
      </p:sp>
      <p:sp>
        <p:nvSpPr>
          <p:cNvPr id="633" name="lumia-token-stream-curve">
            <a:extLst>
              <a:ext uri="{FF2B5EF4-FFF2-40B4-BE49-F238E27FC236}">
                <a16:creationId xmlns:a16="http://schemas.microsoft.com/office/drawing/2014/main" id="{602FB059-D8FB-4386-B5FF-B14C0656A061}"/>
              </a:ext>
            </a:extLst>
          </p:cNvPr>
          <p:cNvSpPr>
            <a:spLocks noGrp="1"/>
          </p:cNvSpPr>
          <p:nvPr/>
        </p:nvSpPr>
        <p:spPr>
          <a:xfrm>
            <a:off x="8448647" y="6384436"/>
            <a:ext cx="286456" cy="9525"/>
          </a:xfrm>
          <a:custGeom>
            <a:avLst/>
            <a:gdLst/>
            <a:ahLst/>
            <a:cxnLst/>
            <a:rect l="0" t="0" r="0" b="0"/>
            <a:pathLst>
              <a:path w="286456" h="9525">
                <a:moveTo>
                  <a:pt x="0" y="9174"/>
                </a:moveTo>
                <a:lnTo>
                  <a:pt x="286456" y="0"/>
                </a:lnTo>
              </a:path>
            </a:pathLst>
          </a:custGeom>
          <a:noFill/>
          <a:ln w="11322">
            <a:solidFill>
              <a:srgbClr val="FAB408">
                <a:alpha val="7000"/>
              </a:srgbClr>
            </a:solidFill>
            <a:prstDash val="solid"/>
          </a:ln>
        </p:spPr>
      </p:sp>
      <p:sp>
        <p:nvSpPr>
          <p:cNvPr id="634" name="lumia-token-stream-curve">
            <a:extLst>
              <a:ext uri="{FF2B5EF4-FFF2-40B4-BE49-F238E27FC236}">
                <a16:creationId xmlns:a16="http://schemas.microsoft.com/office/drawing/2014/main" id="{D0DDBA29-66BF-4E5A-BF81-5C1EAD975D0B}"/>
              </a:ext>
            </a:extLst>
          </p:cNvPr>
          <p:cNvSpPr>
            <a:spLocks noGrp="1"/>
          </p:cNvSpPr>
          <p:nvPr/>
        </p:nvSpPr>
        <p:spPr>
          <a:xfrm>
            <a:off x="8735103" y="6384436"/>
            <a:ext cx="287106" cy="9525"/>
          </a:xfrm>
          <a:custGeom>
            <a:avLst/>
            <a:gdLst/>
            <a:ahLst/>
            <a:cxnLst/>
            <a:rect l="0" t="0" r="0" b="0"/>
            <a:pathLst>
              <a:path w="287106" h="9525">
                <a:moveTo>
                  <a:pt x="0" y="0"/>
                </a:moveTo>
                <a:lnTo>
                  <a:pt x="287106" y="6514"/>
                </a:lnTo>
              </a:path>
            </a:pathLst>
          </a:custGeom>
          <a:noFill/>
          <a:ln w="11563">
            <a:solidFill>
              <a:srgbClr val="F7BC07">
                <a:alpha val="7000"/>
              </a:srgbClr>
            </a:solidFill>
            <a:prstDash val="solid"/>
          </a:ln>
        </p:spPr>
      </p:sp>
      <p:sp>
        <p:nvSpPr>
          <p:cNvPr id="635" name="lumia-token-stream-curve">
            <a:extLst>
              <a:ext uri="{FF2B5EF4-FFF2-40B4-BE49-F238E27FC236}">
                <a16:creationId xmlns:a16="http://schemas.microsoft.com/office/drawing/2014/main" id="{A14A9B47-B6F4-4C7D-8F15-6823EF2690BF}"/>
              </a:ext>
            </a:extLst>
          </p:cNvPr>
          <p:cNvSpPr>
            <a:spLocks noGrp="1"/>
          </p:cNvSpPr>
          <p:nvPr/>
        </p:nvSpPr>
        <p:spPr>
          <a:xfrm>
            <a:off x="9022209" y="6390951"/>
            <a:ext cx="287646" cy="18321"/>
          </a:xfrm>
          <a:custGeom>
            <a:avLst/>
            <a:gdLst/>
            <a:ahLst/>
            <a:cxnLst/>
            <a:rect l="0" t="0" r="0" b="0"/>
            <a:pathLst>
              <a:path w="287646" h="18321">
                <a:moveTo>
                  <a:pt x="0" y="0"/>
                </a:moveTo>
                <a:lnTo>
                  <a:pt x="287646" y="18321"/>
                </a:lnTo>
              </a:path>
            </a:pathLst>
          </a:custGeom>
          <a:noFill/>
          <a:ln w="11795">
            <a:solidFill>
              <a:srgbClr val="E5BA0E">
                <a:alpha val="8000"/>
              </a:srgbClr>
            </a:solidFill>
            <a:prstDash val="solid"/>
          </a:ln>
        </p:spPr>
      </p:sp>
      <p:sp>
        <p:nvSpPr>
          <p:cNvPr id="636" name="lumia-token-stream-curve">
            <a:extLst>
              <a:ext uri="{FF2B5EF4-FFF2-40B4-BE49-F238E27FC236}">
                <a16:creationId xmlns:a16="http://schemas.microsoft.com/office/drawing/2014/main" id="{1A432AE9-3D9F-41FE-B750-6BAFB24BE6A8}"/>
              </a:ext>
            </a:extLst>
          </p:cNvPr>
          <p:cNvSpPr>
            <a:spLocks noGrp="1"/>
          </p:cNvSpPr>
          <p:nvPr/>
        </p:nvSpPr>
        <p:spPr>
          <a:xfrm>
            <a:off x="9309855" y="6409272"/>
            <a:ext cx="288077" cy="24476"/>
          </a:xfrm>
          <a:custGeom>
            <a:avLst/>
            <a:gdLst/>
            <a:ahLst/>
            <a:cxnLst/>
            <a:rect l="0" t="0" r="0" b="0"/>
            <a:pathLst>
              <a:path w="288077" h="24476">
                <a:moveTo>
                  <a:pt x="0" y="0"/>
                </a:moveTo>
                <a:lnTo>
                  <a:pt x="288077" y="24476"/>
                </a:lnTo>
              </a:path>
            </a:pathLst>
          </a:custGeom>
          <a:noFill/>
          <a:ln w="12017">
            <a:solidFill>
              <a:srgbClr val="D3B815">
                <a:alpha val="8000"/>
              </a:srgbClr>
            </a:solidFill>
            <a:prstDash val="solid"/>
          </a:ln>
        </p:spPr>
      </p:sp>
      <p:sp>
        <p:nvSpPr>
          <p:cNvPr id="637" name="lumia-token-stream-curve">
            <a:extLst>
              <a:ext uri="{FF2B5EF4-FFF2-40B4-BE49-F238E27FC236}">
                <a16:creationId xmlns:a16="http://schemas.microsoft.com/office/drawing/2014/main" id="{78419209-708C-42A5-9760-E9B6603ADB93}"/>
              </a:ext>
            </a:extLst>
          </p:cNvPr>
          <p:cNvSpPr>
            <a:spLocks noGrp="1"/>
          </p:cNvSpPr>
          <p:nvPr/>
        </p:nvSpPr>
        <p:spPr>
          <a:xfrm>
            <a:off x="9597933" y="6433748"/>
            <a:ext cx="288399" cy="23948"/>
          </a:xfrm>
          <a:custGeom>
            <a:avLst/>
            <a:gdLst/>
            <a:ahLst/>
            <a:cxnLst/>
            <a:rect l="0" t="0" r="0" b="0"/>
            <a:pathLst>
              <a:path w="288399" h="23948">
                <a:moveTo>
                  <a:pt x="0" y="0"/>
                </a:moveTo>
                <a:lnTo>
                  <a:pt x="288399" y="23948"/>
                </a:lnTo>
              </a:path>
            </a:pathLst>
          </a:custGeom>
          <a:noFill/>
          <a:ln w="12225">
            <a:solidFill>
              <a:srgbClr val="C2B61C">
                <a:alpha val="8000"/>
              </a:srgbClr>
            </a:solidFill>
            <a:prstDash val="solid"/>
          </a:ln>
        </p:spPr>
      </p:sp>
      <p:sp>
        <p:nvSpPr>
          <p:cNvPr id="638" name="lumia-token-stream-curve">
            <a:extLst>
              <a:ext uri="{FF2B5EF4-FFF2-40B4-BE49-F238E27FC236}">
                <a16:creationId xmlns:a16="http://schemas.microsoft.com/office/drawing/2014/main" id="{61A1D2FE-18F7-4198-A7D1-1C35BFE57068}"/>
              </a:ext>
            </a:extLst>
          </p:cNvPr>
          <p:cNvSpPr>
            <a:spLocks noGrp="1"/>
          </p:cNvSpPr>
          <p:nvPr/>
        </p:nvSpPr>
        <p:spPr>
          <a:xfrm>
            <a:off x="9886332" y="6457696"/>
            <a:ext cx="288612" cy="16590"/>
          </a:xfrm>
          <a:custGeom>
            <a:avLst/>
            <a:gdLst/>
            <a:ahLst/>
            <a:cxnLst/>
            <a:rect l="0" t="0" r="0" b="0"/>
            <a:pathLst>
              <a:path w="288612" h="16590">
                <a:moveTo>
                  <a:pt x="0" y="0"/>
                </a:moveTo>
                <a:lnTo>
                  <a:pt x="288612" y="16590"/>
                </a:lnTo>
              </a:path>
            </a:pathLst>
          </a:custGeom>
          <a:noFill/>
          <a:ln w="12417">
            <a:solidFill>
              <a:srgbClr val="B0B422">
                <a:alpha val="8000"/>
              </a:srgbClr>
            </a:solidFill>
            <a:prstDash val="solid"/>
          </a:ln>
        </p:spPr>
      </p:sp>
      <p:sp>
        <p:nvSpPr>
          <p:cNvPr id="639" name="lumia-token-stream-curve">
            <a:extLst>
              <a:ext uri="{FF2B5EF4-FFF2-40B4-BE49-F238E27FC236}">
                <a16:creationId xmlns:a16="http://schemas.microsoft.com/office/drawing/2014/main" id="{2BC8E85B-4D2E-4CD5-898F-95DAA69D9733}"/>
              </a:ext>
            </a:extLst>
          </p:cNvPr>
          <p:cNvSpPr>
            <a:spLocks noGrp="1"/>
          </p:cNvSpPr>
          <p:nvPr/>
        </p:nvSpPr>
        <p:spPr>
          <a:xfrm>
            <a:off x="10174943" y="6474286"/>
            <a:ext cx="288715" cy="9525"/>
          </a:xfrm>
          <a:custGeom>
            <a:avLst/>
            <a:gdLst/>
            <a:ahLst/>
            <a:cxnLst/>
            <a:rect l="0" t="0" r="0" b="0"/>
            <a:pathLst>
              <a:path w="288715" h="9525">
                <a:moveTo>
                  <a:pt x="0" y="0"/>
                </a:moveTo>
                <a:lnTo>
                  <a:pt x="288715" y="3170"/>
                </a:lnTo>
              </a:path>
            </a:pathLst>
          </a:custGeom>
          <a:noFill/>
          <a:ln w="12592">
            <a:solidFill>
              <a:srgbClr val="9EB329">
                <a:alpha val="8000"/>
              </a:srgbClr>
            </a:solidFill>
            <a:prstDash val="solid"/>
          </a:ln>
        </p:spPr>
      </p:sp>
      <p:sp>
        <p:nvSpPr>
          <p:cNvPr id="640" name="lumia-token-stream-curve">
            <a:extLst>
              <a:ext uri="{FF2B5EF4-FFF2-40B4-BE49-F238E27FC236}">
                <a16:creationId xmlns:a16="http://schemas.microsoft.com/office/drawing/2014/main" id="{C85A2BA1-12FF-4BDA-87E2-F8DB311150B5}"/>
              </a:ext>
            </a:extLst>
          </p:cNvPr>
          <p:cNvSpPr>
            <a:spLocks noGrp="1"/>
          </p:cNvSpPr>
          <p:nvPr/>
        </p:nvSpPr>
        <p:spPr>
          <a:xfrm>
            <a:off x="10463658" y="6462729"/>
            <a:ext cx="288709" cy="14727"/>
          </a:xfrm>
          <a:custGeom>
            <a:avLst/>
            <a:gdLst/>
            <a:ahLst/>
            <a:cxnLst/>
            <a:rect l="0" t="0" r="0" b="0"/>
            <a:pathLst>
              <a:path w="288709" h="14727">
                <a:moveTo>
                  <a:pt x="0" y="14727"/>
                </a:moveTo>
                <a:lnTo>
                  <a:pt x="288709" y="0"/>
                </a:lnTo>
              </a:path>
            </a:pathLst>
          </a:custGeom>
          <a:noFill/>
          <a:ln w="12746">
            <a:solidFill>
              <a:srgbClr val="8CB130">
                <a:alpha val="8000"/>
              </a:srgbClr>
            </a:solidFill>
            <a:prstDash val="solid"/>
          </a:ln>
        </p:spPr>
      </p:sp>
      <p:sp>
        <p:nvSpPr>
          <p:cNvPr id="641" name="lumia-token-stream-curve">
            <a:extLst>
              <a:ext uri="{FF2B5EF4-FFF2-40B4-BE49-F238E27FC236}">
                <a16:creationId xmlns:a16="http://schemas.microsoft.com/office/drawing/2014/main" id="{A090486D-BEB4-4F92-8A2F-1D138F13F2C0}"/>
              </a:ext>
            </a:extLst>
          </p:cNvPr>
          <p:cNvSpPr>
            <a:spLocks noGrp="1"/>
          </p:cNvSpPr>
          <p:nvPr/>
        </p:nvSpPr>
        <p:spPr>
          <a:xfrm>
            <a:off x="10752367" y="6427812"/>
            <a:ext cx="288594" cy="34917"/>
          </a:xfrm>
          <a:custGeom>
            <a:avLst/>
            <a:gdLst/>
            <a:ahLst/>
            <a:cxnLst/>
            <a:rect l="0" t="0" r="0" b="0"/>
            <a:pathLst>
              <a:path w="288594" h="34917">
                <a:moveTo>
                  <a:pt x="0" y="34917"/>
                </a:moveTo>
                <a:lnTo>
                  <a:pt x="288594" y="0"/>
                </a:lnTo>
              </a:path>
            </a:pathLst>
          </a:custGeom>
          <a:noFill/>
          <a:ln w="12877">
            <a:solidFill>
              <a:srgbClr val="7BAF37">
                <a:alpha val="8000"/>
              </a:srgbClr>
            </a:solidFill>
            <a:prstDash val="solid"/>
          </a:ln>
        </p:spPr>
      </p:sp>
      <p:sp>
        <p:nvSpPr>
          <p:cNvPr id="642" name="lumia-token-stream-curve">
            <a:extLst>
              <a:ext uri="{FF2B5EF4-FFF2-40B4-BE49-F238E27FC236}">
                <a16:creationId xmlns:a16="http://schemas.microsoft.com/office/drawing/2014/main" id="{19742778-B13D-4A9E-8A38-CD2C58C2F4A5}"/>
              </a:ext>
            </a:extLst>
          </p:cNvPr>
          <p:cNvSpPr>
            <a:spLocks noGrp="1"/>
          </p:cNvSpPr>
          <p:nvPr/>
        </p:nvSpPr>
        <p:spPr>
          <a:xfrm>
            <a:off x="11040961" y="6372903"/>
            <a:ext cx="288369" cy="54909"/>
          </a:xfrm>
          <a:custGeom>
            <a:avLst/>
            <a:gdLst/>
            <a:ahLst/>
            <a:cxnLst/>
            <a:rect l="0" t="0" r="0" b="0"/>
            <a:pathLst>
              <a:path w="288369" h="54909">
                <a:moveTo>
                  <a:pt x="0" y="54909"/>
                </a:moveTo>
                <a:lnTo>
                  <a:pt x="288369" y="0"/>
                </a:lnTo>
              </a:path>
            </a:pathLst>
          </a:custGeom>
          <a:noFill/>
          <a:ln w="12983">
            <a:solidFill>
              <a:srgbClr val="69AD3E">
                <a:alpha val="8000"/>
              </a:srgbClr>
            </a:solidFill>
            <a:prstDash val="solid"/>
          </a:ln>
        </p:spPr>
      </p:sp>
      <p:sp>
        <p:nvSpPr>
          <p:cNvPr id="643" name="lumia-token-stream-curve">
            <a:extLst>
              <a:ext uri="{FF2B5EF4-FFF2-40B4-BE49-F238E27FC236}">
                <a16:creationId xmlns:a16="http://schemas.microsoft.com/office/drawing/2014/main" id="{D37191B8-859B-46FC-9131-0D02DC2B2A4B}"/>
              </a:ext>
            </a:extLst>
          </p:cNvPr>
          <p:cNvSpPr>
            <a:spLocks noGrp="1"/>
          </p:cNvSpPr>
          <p:nvPr/>
        </p:nvSpPr>
        <p:spPr>
          <a:xfrm>
            <a:off x="11329331" y="6300651"/>
            <a:ext cx="288036" cy="72253"/>
          </a:xfrm>
          <a:custGeom>
            <a:avLst/>
            <a:gdLst/>
            <a:ahLst/>
            <a:cxnLst/>
            <a:rect l="0" t="0" r="0" b="0"/>
            <a:pathLst>
              <a:path w="288036" h="72253">
                <a:moveTo>
                  <a:pt x="0" y="72253"/>
                </a:moveTo>
                <a:lnTo>
                  <a:pt x="288036" y="0"/>
                </a:lnTo>
              </a:path>
            </a:pathLst>
          </a:custGeom>
          <a:noFill/>
          <a:ln w="13062">
            <a:solidFill>
              <a:srgbClr val="57AC45">
                <a:alpha val="8000"/>
              </a:srgbClr>
            </a:solidFill>
            <a:prstDash val="solid"/>
          </a:ln>
        </p:spPr>
      </p:sp>
      <p:sp>
        <p:nvSpPr>
          <p:cNvPr id="644" name="lumia-token-stream-curve">
            <a:extLst>
              <a:ext uri="{FF2B5EF4-FFF2-40B4-BE49-F238E27FC236}">
                <a16:creationId xmlns:a16="http://schemas.microsoft.com/office/drawing/2014/main" id="{43D48EB2-DC70-4927-A140-C42D59B4C667}"/>
              </a:ext>
            </a:extLst>
          </p:cNvPr>
          <p:cNvSpPr>
            <a:spLocks noGrp="1"/>
          </p:cNvSpPr>
          <p:nvPr/>
        </p:nvSpPr>
        <p:spPr>
          <a:xfrm>
            <a:off x="11617366" y="6215786"/>
            <a:ext cx="287593" cy="84865"/>
          </a:xfrm>
          <a:custGeom>
            <a:avLst/>
            <a:gdLst/>
            <a:ahLst/>
            <a:cxnLst/>
            <a:rect l="0" t="0" r="0" b="0"/>
            <a:pathLst>
              <a:path w="287593" h="84865">
                <a:moveTo>
                  <a:pt x="0" y="84865"/>
                </a:moveTo>
                <a:lnTo>
                  <a:pt x="287593" y="0"/>
                </a:lnTo>
              </a:path>
            </a:pathLst>
          </a:custGeom>
          <a:noFill/>
          <a:ln w="13111">
            <a:solidFill>
              <a:srgbClr val="46AA4C">
                <a:alpha val="8000"/>
              </a:srgbClr>
            </a:solidFill>
            <a:prstDash val="solid"/>
          </a:ln>
        </p:spPr>
      </p:sp>
      <p:sp>
        <p:nvSpPr>
          <p:cNvPr id="645" name="lumia-token-stream-curve">
            <a:extLst>
              <a:ext uri="{FF2B5EF4-FFF2-40B4-BE49-F238E27FC236}">
                <a16:creationId xmlns:a16="http://schemas.microsoft.com/office/drawing/2014/main" id="{B31E5E42-80AE-4198-8F34-76D313F86052}"/>
              </a:ext>
            </a:extLst>
          </p:cNvPr>
          <p:cNvSpPr>
            <a:spLocks noGrp="1"/>
          </p:cNvSpPr>
          <p:nvPr/>
        </p:nvSpPr>
        <p:spPr>
          <a:xfrm>
            <a:off x="11904959" y="6124474"/>
            <a:ext cx="287041" cy="91312"/>
          </a:xfrm>
          <a:custGeom>
            <a:avLst/>
            <a:gdLst/>
            <a:ahLst/>
            <a:cxnLst/>
            <a:rect l="0" t="0" r="0" b="0"/>
            <a:pathLst>
              <a:path w="287041" h="91312">
                <a:moveTo>
                  <a:pt x="0" y="91312"/>
                </a:moveTo>
                <a:lnTo>
                  <a:pt x="287041" y="0"/>
                </a:lnTo>
              </a:path>
            </a:pathLst>
          </a:custGeom>
          <a:noFill/>
          <a:ln w="13128">
            <a:solidFill>
              <a:srgbClr val="34A853">
                <a:alpha val="8000"/>
              </a:srgbClr>
            </a:solidFill>
            <a:prstDash val="solid"/>
          </a:ln>
        </p:spPr>
      </p:sp>
      <p:sp>
        <p:nvSpPr>
          <p:cNvPr id="646" name="lumia-token-stream-curve">
            <a:extLst>
              <a:ext uri="{FF2B5EF4-FFF2-40B4-BE49-F238E27FC236}">
                <a16:creationId xmlns:a16="http://schemas.microsoft.com/office/drawing/2014/main" id="{56A40189-2FF0-47FC-AE60-A52778FCC8C5}"/>
              </a:ext>
            </a:extLst>
          </p:cNvPr>
          <p:cNvSpPr>
            <a:spLocks noGrp="1"/>
          </p:cNvSpPr>
          <p:nvPr/>
        </p:nvSpPr>
        <p:spPr>
          <a:xfrm>
            <a:off x="111001" y="6705600"/>
            <a:ext cx="202101" cy="9525"/>
          </a:xfrm>
          <a:custGeom>
            <a:avLst/>
            <a:gdLst/>
            <a:ahLst/>
            <a:cxnLst/>
            <a:rect l="0" t="0" r="0" b="0"/>
            <a:pathLst>
              <a:path w="202101" h="9525">
                <a:moveTo>
                  <a:pt x="0" y="0"/>
                </a:moveTo>
                <a:lnTo>
                  <a:pt x="202101" y="0"/>
                </a:lnTo>
              </a:path>
            </a:pathLst>
          </a:custGeom>
          <a:noFill/>
          <a:ln w="8573">
            <a:solidFill>
              <a:srgbClr val="4285F4">
                <a:alpha val="4000"/>
              </a:srgbClr>
            </a:solidFill>
            <a:prstDash val="solid"/>
          </a:ln>
        </p:spPr>
      </p:sp>
      <p:sp>
        <p:nvSpPr>
          <p:cNvPr id="647" name="lumia-token-stream-curve">
            <a:extLst>
              <a:ext uri="{FF2B5EF4-FFF2-40B4-BE49-F238E27FC236}">
                <a16:creationId xmlns:a16="http://schemas.microsoft.com/office/drawing/2014/main" id="{8436EEC8-8ABC-4104-8F30-5033910AAE39}"/>
              </a:ext>
            </a:extLst>
          </p:cNvPr>
          <p:cNvSpPr>
            <a:spLocks noGrp="1"/>
          </p:cNvSpPr>
          <p:nvPr/>
        </p:nvSpPr>
        <p:spPr>
          <a:xfrm>
            <a:off x="313103" y="6705600"/>
            <a:ext cx="206377" cy="9525"/>
          </a:xfrm>
          <a:custGeom>
            <a:avLst/>
            <a:gdLst/>
            <a:ahLst/>
            <a:cxnLst/>
            <a:rect l="0" t="0" r="0" b="0"/>
            <a:pathLst>
              <a:path w="206377" h="9525">
                <a:moveTo>
                  <a:pt x="0" y="0"/>
                </a:moveTo>
                <a:lnTo>
                  <a:pt x="206377" y="0"/>
                </a:lnTo>
              </a:path>
            </a:pathLst>
          </a:custGeom>
          <a:noFill/>
          <a:ln w="8573">
            <a:solidFill>
              <a:srgbClr val="447EEC">
                <a:alpha val="4000"/>
              </a:srgbClr>
            </a:solidFill>
            <a:prstDash val="solid"/>
          </a:ln>
        </p:spPr>
      </p:sp>
      <p:sp>
        <p:nvSpPr>
          <p:cNvPr id="648" name="lumia-token-stream-curve">
            <a:extLst>
              <a:ext uri="{FF2B5EF4-FFF2-40B4-BE49-F238E27FC236}">
                <a16:creationId xmlns:a16="http://schemas.microsoft.com/office/drawing/2014/main" id="{3BD856A2-5879-4B80-9A63-B769E791E5E6}"/>
              </a:ext>
            </a:extLst>
          </p:cNvPr>
          <p:cNvSpPr>
            <a:spLocks noGrp="1"/>
          </p:cNvSpPr>
          <p:nvPr/>
        </p:nvSpPr>
        <p:spPr>
          <a:xfrm>
            <a:off x="519480" y="6705600"/>
            <a:ext cx="210545" cy="9525"/>
          </a:xfrm>
          <a:custGeom>
            <a:avLst/>
            <a:gdLst/>
            <a:ahLst/>
            <a:cxnLst/>
            <a:rect l="0" t="0" r="0" b="0"/>
            <a:pathLst>
              <a:path w="210545" h="9525">
                <a:moveTo>
                  <a:pt x="0" y="0"/>
                </a:moveTo>
                <a:lnTo>
                  <a:pt x="210545" y="0"/>
                </a:lnTo>
              </a:path>
            </a:pathLst>
          </a:custGeom>
          <a:noFill/>
          <a:ln w="8573">
            <a:solidFill>
              <a:srgbClr val="4678E3">
                <a:alpha val="4000"/>
              </a:srgbClr>
            </a:solidFill>
            <a:prstDash val="solid"/>
          </a:ln>
        </p:spPr>
      </p:sp>
      <p:sp>
        <p:nvSpPr>
          <p:cNvPr id="649" name="lumia-token-stream-curve">
            <a:extLst>
              <a:ext uri="{FF2B5EF4-FFF2-40B4-BE49-F238E27FC236}">
                <a16:creationId xmlns:a16="http://schemas.microsoft.com/office/drawing/2014/main" id="{597EC524-42E5-4AD5-8E32-5EBB6756A94E}"/>
              </a:ext>
            </a:extLst>
          </p:cNvPr>
          <p:cNvSpPr>
            <a:spLocks noGrp="1"/>
          </p:cNvSpPr>
          <p:nvPr/>
        </p:nvSpPr>
        <p:spPr>
          <a:xfrm>
            <a:off x="730026" y="6705600"/>
            <a:ext cx="214605" cy="9525"/>
          </a:xfrm>
          <a:custGeom>
            <a:avLst/>
            <a:gdLst/>
            <a:ahLst/>
            <a:cxnLst/>
            <a:rect l="0" t="0" r="0" b="0"/>
            <a:pathLst>
              <a:path w="214605" h="9525">
                <a:moveTo>
                  <a:pt x="0" y="0"/>
                </a:moveTo>
                <a:lnTo>
                  <a:pt x="214605" y="0"/>
                </a:lnTo>
              </a:path>
            </a:pathLst>
          </a:custGeom>
          <a:noFill/>
          <a:ln w="8573">
            <a:solidFill>
              <a:srgbClr val="4871DB">
                <a:alpha val="4000"/>
              </a:srgbClr>
            </a:solidFill>
            <a:prstDash val="solid"/>
          </a:ln>
        </p:spPr>
      </p:sp>
      <p:sp>
        <p:nvSpPr>
          <p:cNvPr id="650" name="lumia-token-stream-curve">
            <a:extLst>
              <a:ext uri="{FF2B5EF4-FFF2-40B4-BE49-F238E27FC236}">
                <a16:creationId xmlns:a16="http://schemas.microsoft.com/office/drawing/2014/main" id="{30F7847D-3FE1-4F6E-A872-F38A61325F5E}"/>
              </a:ext>
            </a:extLst>
          </p:cNvPr>
          <p:cNvSpPr>
            <a:spLocks noGrp="1"/>
          </p:cNvSpPr>
          <p:nvPr/>
        </p:nvSpPr>
        <p:spPr>
          <a:xfrm>
            <a:off x="944631" y="6698430"/>
            <a:ext cx="218557" cy="9525"/>
          </a:xfrm>
          <a:custGeom>
            <a:avLst/>
            <a:gdLst/>
            <a:ahLst/>
            <a:cxnLst/>
            <a:rect l="0" t="0" r="0" b="0"/>
            <a:pathLst>
              <a:path w="218557" h="9525">
                <a:moveTo>
                  <a:pt x="0" y="7170"/>
                </a:moveTo>
                <a:lnTo>
                  <a:pt x="218557" y="0"/>
                </a:lnTo>
              </a:path>
            </a:pathLst>
          </a:custGeom>
          <a:noFill/>
          <a:ln w="8573">
            <a:solidFill>
              <a:srgbClr val="4A6BD2">
                <a:alpha val="4000"/>
              </a:srgbClr>
            </a:solidFill>
            <a:prstDash val="solid"/>
          </a:ln>
        </p:spPr>
      </p:sp>
      <p:sp>
        <p:nvSpPr>
          <p:cNvPr id="651" name="lumia-token-stream-curve">
            <a:extLst>
              <a:ext uri="{FF2B5EF4-FFF2-40B4-BE49-F238E27FC236}">
                <a16:creationId xmlns:a16="http://schemas.microsoft.com/office/drawing/2014/main" id="{4B969A2D-8895-4B99-AF9C-D301C53354E2}"/>
              </a:ext>
            </a:extLst>
          </p:cNvPr>
          <p:cNvSpPr>
            <a:spLocks noGrp="1"/>
          </p:cNvSpPr>
          <p:nvPr/>
        </p:nvSpPr>
        <p:spPr>
          <a:xfrm>
            <a:off x="1163188" y="6666008"/>
            <a:ext cx="222401" cy="32422"/>
          </a:xfrm>
          <a:custGeom>
            <a:avLst/>
            <a:gdLst/>
            <a:ahLst/>
            <a:cxnLst/>
            <a:rect l="0" t="0" r="0" b="0"/>
            <a:pathLst>
              <a:path w="222401" h="32422">
                <a:moveTo>
                  <a:pt x="0" y="32422"/>
                </a:moveTo>
                <a:lnTo>
                  <a:pt x="222401" y="0"/>
                </a:lnTo>
              </a:path>
            </a:pathLst>
          </a:custGeom>
          <a:noFill/>
          <a:ln w="8573">
            <a:solidFill>
              <a:srgbClr val="4C64CA">
                <a:alpha val="4000"/>
              </a:srgbClr>
            </a:solidFill>
            <a:prstDash val="solid"/>
          </a:ln>
        </p:spPr>
      </p:sp>
      <p:sp>
        <p:nvSpPr>
          <p:cNvPr id="652" name="lumia-token-stream-curve">
            <a:extLst>
              <a:ext uri="{FF2B5EF4-FFF2-40B4-BE49-F238E27FC236}">
                <a16:creationId xmlns:a16="http://schemas.microsoft.com/office/drawing/2014/main" id="{74CCF7DF-7098-4631-A8D6-862D5A39F93A}"/>
              </a:ext>
            </a:extLst>
          </p:cNvPr>
          <p:cNvSpPr>
            <a:spLocks noGrp="1"/>
          </p:cNvSpPr>
          <p:nvPr/>
        </p:nvSpPr>
        <p:spPr>
          <a:xfrm>
            <a:off x="1385589" y="6632424"/>
            <a:ext cx="226136" cy="33583"/>
          </a:xfrm>
          <a:custGeom>
            <a:avLst/>
            <a:gdLst/>
            <a:ahLst/>
            <a:cxnLst/>
            <a:rect l="0" t="0" r="0" b="0"/>
            <a:pathLst>
              <a:path w="226136" h="33583">
                <a:moveTo>
                  <a:pt x="0" y="33583"/>
                </a:moveTo>
                <a:lnTo>
                  <a:pt x="226136" y="0"/>
                </a:lnTo>
              </a:path>
            </a:pathLst>
          </a:custGeom>
          <a:noFill/>
          <a:ln w="8573">
            <a:solidFill>
              <a:srgbClr val="4E5EC1">
                <a:alpha val="4000"/>
              </a:srgbClr>
            </a:solidFill>
            <a:prstDash val="solid"/>
          </a:ln>
        </p:spPr>
      </p:sp>
      <p:sp>
        <p:nvSpPr>
          <p:cNvPr id="653" name="lumia-token-stream-curve">
            <a:extLst>
              <a:ext uri="{FF2B5EF4-FFF2-40B4-BE49-F238E27FC236}">
                <a16:creationId xmlns:a16="http://schemas.microsoft.com/office/drawing/2014/main" id="{590C9DD1-7043-4A7C-9E64-BA4EC8A74E7C}"/>
              </a:ext>
            </a:extLst>
          </p:cNvPr>
          <p:cNvSpPr>
            <a:spLocks noGrp="1"/>
          </p:cNvSpPr>
          <p:nvPr/>
        </p:nvSpPr>
        <p:spPr>
          <a:xfrm>
            <a:off x="1611725" y="6601224"/>
            <a:ext cx="229764" cy="31200"/>
          </a:xfrm>
          <a:custGeom>
            <a:avLst/>
            <a:gdLst/>
            <a:ahLst/>
            <a:cxnLst/>
            <a:rect l="0" t="0" r="0" b="0"/>
            <a:pathLst>
              <a:path w="229764" h="31200">
                <a:moveTo>
                  <a:pt x="0" y="31200"/>
                </a:moveTo>
                <a:lnTo>
                  <a:pt x="229764" y="0"/>
                </a:lnTo>
              </a:path>
            </a:pathLst>
          </a:custGeom>
          <a:noFill/>
          <a:ln w="8573">
            <a:solidFill>
              <a:srgbClr val="5057B9">
                <a:alpha val="4000"/>
              </a:srgbClr>
            </a:solidFill>
            <a:prstDash val="solid"/>
          </a:ln>
        </p:spPr>
      </p:sp>
      <p:sp>
        <p:nvSpPr>
          <p:cNvPr id="654" name="lumia-token-stream-curve">
            <a:extLst>
              <a:ext uri="{FF2B5EF4-FFF2-40B4-BE49-F238E27FC236}">
                <a16:creationId xmlns:a16="http://schemas.microsoft.com/office/drawing/2014/main" id="{485296A6-F70B-41EF-8748-CFBE4CDD9FF9}"/>
              </a:ext>
            </a:extLst>
          </p:cNvPr>
          <p:cNvSpPr>
            <a:spLocks noGrp="1"/>
          </p:cNvSpPr>
          <p:nvPr/>
        </p:nvSpPr>
        <p:spPr>
          <a:xfrm>
            <a:off x="1841489" y="6575937"/>
            <a:ext cx="233283" cy="25287"/>
          </a:xfrm>
          <a:custGeom>
            <a:avLst/>
            <a:gdLst/>
            <a:ahLst/>
            <a:cxnLst/>
            <a:rect l="0" t="0" r="0" b="0"/>
            <a:pathLst>
              <a:path w="233283" h="25287">
                <a:moveTo>
                  <a:pt x="0" y="25287"/>
                </a:moveTo>
                <a:lnTo>
                  <a:pt x="233283" y="0"/>
                </a:lnTo>
              </a:path>
            </a:pathLst>
          </a:custGeom>
          <a:noFill/>
          <a:ln w="8573">
            <a:solidFill>
              <a:srgbClr val="5250B0">
                <a:alpha val="4000"/>
              </a:srgbClr>
            </a:solidFill>
            <a:prstDash val="solid"/>
          </a:ln>
        </p:spPr>
      </p:sp>
      <p:sp>
        <p:nvSpPr>
          <p:cNvPr id="655" name="lumia-token-stream-curve">
            <a:extLst>
              <a:ext uri="{FF2B5EF4-FFF2-40B4-BE49-F238E27FC236}">
                <a16:creationId xmlns:a16="http://schemas.microsoft.com/office/drawing/2014/main" id="{7E822C54-54A4-48B9-8445-86A701257D63}"/>
              </a:ext>
            </a:extLst>
          </p:cNvPr>
          <p:cNvSpPr>
            <a:spLocks noGrp="1"/>
          </p:cNvSpPr>
          <p:nvPr/>
        </p:nvSpPr>
        <p:spPr>
          <a:xfrm>
            <a:off x="2074771" y="6559733"/>
            <a:ext cx="236694" cy="16204"/>
          </a:xfrm>
          <a:custGeom>
            <a:avLst/>
            <a:gdLst/>
            <a:ahLst/>
            <a:cxnLst/>
            <a:rect l="0" t="0" r="0" b="0"/>
            <a:pathLst>
              <a:path w="236694" h="16204">
                <a:moveTo>
                  <a:pt x="0" y="16204"/>
                </a:moveTo>
                <a:lnTo>
                  <a:pt x="236694" y="0"/>
                </a:lnTo>
              </a:path>
            </a:pathLst>
          </a:custGeom>
          <a:noFill/>
          <a:ln w="8573">
            <a:solidFill>
              <a:srgbClr val="544AA8">
                <a:alpha val="4000"/>
              </a:srgbClr>
            </a:solidFill>
            <a:prstDash val="solid"/>
          </a:ln>
        </p:spPr>
      </p:sp>
      <p:sp>
        <p:nvSpPr>
          <p:cNvPr id="656" name="lumia-token-stream-curve">
            <a:extLst>
              <a:ext uri="{FF2B5EF4-FFF2-40B4-BE49-F238E27FC236}">
                <a16:creationId xmlns:a16="http://schemas.microsoft.com/office/drawing/2014/main" id="{438F3936-8650-4400-A851-CB454043A04D}"/>
              </a:ext>
            </a:extLst>
          </p:cNvPr>
          <p:cNvSpPr>
            <a:spLocks noGrp="1"/>
          </p:cNvSpPr>
          <p:nvPr/>
        </p:nvSpPr>
        <p:spPr>
          <a:xfrm>
            <a:off x="2311465" y="6555065"/>
            <a:ext cx="239997" cy="9525"/>
          </a:xfrm>
          <a:custGeom>
            <a:avLst/>
            <a:gdLst/>
            <a:ahLst/>
            <a:cxnLst/>
            <a:rect l="0" t="0" r="0" b="0"/>
            <a:pathLst>
              <a:path w="239997" h="9525">
                <a:moveTo>
                  <a:pt x="0" y="4668"/>
                </a:moveTo>
                <a:lnTo>
                  <a:pt x="239997" y="0"/>
                </a:lnTo>
              </a:path>
            </a:pathLst>
          </a:custGeom>
          <a:noFill/>
          <a:ln w="8573">
            <a:solidFill>
              <a:srgbClr val="5643A0">
                <a:alpha val="4000"/>
              </a:srgbClr>
            </a:solidFill>
            <a:prstDash val="solid"/>
          </a:ln>
        </p:spPr>
      </p:sp>
      <p:sp>
        <p:nvSpPr>
          <p:cNvPr id="657" name="lumia-token-stream-curve">
            <a:extLst>
              <a:ext uri="{FF2B5EF4-FFF2-40B4-BE49-F238E27FC236}">
                <a16:creationId xmlns:a16="http://schemas.microsoft.com/office/drawing/2014/main" id="{3E473826-32CA-498A-8A36-E5C451153556}"/>
              </a:ext>
            </a:extLst>
          </p:cNvPr>
          <p:cNvSpPr>
            <a:spLocks noGrp="1"/>
          </p:cNvSpPr>
          <p:nvPr/>
        </p:nvSpPr>
        <p:spPr>
          <a:xfrm>
            <a:off x="2551462" y="6555065"/>
            <a:ext cx="243192" cy="9525"/>
          </a:xfrm>
          <a:custGeom>
            <a:avLst/>
            <a:gdLst/>
            <a:ahLst/>
            <a:cxnLst/>
            <a:rect l="0" t="0" r="0" b="0"/>
            <a:pathLst>
              <a:path w="243192" h="9525">
                <a:moveTo>
                  <a:pt x="0" y="0"/>
                </a:moveTo>
                <a:lnTo>
                  <a:pt x="243192" y="8283"/>
                </a:lnTo>
              </a:path>
            </a:pathLst>
          </a:custGeom>
          <a:noFill/>
          <a:ln w="8573">
            <a:solidFill>
              <a:srgbClr val="583D97">
                <a:alpha val="4000"/>
              </a:srgbClr>
            </a:solidFill>
            <a:prstDash val="solid"/>
          </a:ln>
        </p:spPr>
      </p:sp>
      <p:sp>
        <p:nvSpPr>
          <p:cNvPr id="658" name="lumia-token-stream-curve">
            <a:extLst>
              <a:ext uri="{FF2B5EF4-FFF2-40B4-BE49-F238E27FC236}">
                <a16:creationId xmlns:a16="http://schemas.microsoft.com/office/drawing/2014/main" id="{54BF4F2E-00BC-450E-A05C-C1EB6F95AF93}"/>
              </a:ext>
            </a:extLst>
          </p:cNvPr>
          <p:cNvSpPr>
            <a:spLocks noGrp="1"/>
          </p:cNvSpPr>
          <p:nvPr/>
        </p:nvSpPr>
        <p:spPr>
          <a:xfrm>
            <a:off x="2794654" y="6563349"/>
            <a:ext cx="246278" cy="21369"/>
          </a:xfrm>
          <a:custGeom>
            <a:avLst/>
            <a:gdLst/>
            <a:ahLst/>
            <a:cxnLst/>
            <a:rect l="0" t="0" r="0" b="0"/>
            <a:pathLst>
              <a:path w="246278" h="21369">
                <a:moveTo>
                  <a:pt x="0" y="0"/>
                </a:moveTo>
                <a:lnTo>
                  <a:pt x="246278" y="21369"/>
                </a:lnTo>
              </a:path>
            </a:pathLst>
          </a:custGeom>
          <a:noFill/>
          <a:ln w="8573">
            <a:solidFill>
              <a:srgbClr val="623C8F">
                <a:alpha val="4000"/>
              </a:srgbClr>
            </a:solidFill>
            <a:prstDash val="solid"/>
          </a:ln>
        </p:spPr>
      </p:sp>
      <p:sp>
        <p:nvSpPr>
          <p:cNvPr id="659" name="lumia-token-stream-curve">
            <a:extLst>
              <a:ext uri="{FF2B5EF4-FFF2-40B4-BE49-F238E27FC236}">
                <a16:creationId xmlns:a16="http://schemas.microsoft.com/office/drawing/2014/main" id="{F147E1EB-32CE-4237-822F-EF77EA3F73F0}"/>
              </a:ext>
            </a:extLst>
          </p:cNvPr>
          <p:cNvSpPr>
            <a:spLocks noGrp="1"/>
          </p:cNvSpPr>
          <p:nvPr/>
        </p:nvSpPr>
        <p:spPr>
          <a:xfrm>
            <a:off x="3040932" y="6584718"/>
            <a:ext cx="249257" cy="33176"/>
          </a:xfrm>
          <a:custGeom>
            <a:avLst/>
            <a:gdLst/>
            <a:ahLst/>
            <a:cxnLst/>
            <a:rect l="0" t="0" r="0" b="0"/>
            <a:pathLst>
              <a:path w="249257" h="33176">
                <a:moveTo>
                  <a:pt x="0" y="0"/>
                </a:moveTo>
                <a:lnTo>
                  <a:pt x="249257" y="33176"/>
                </a:lnTo>
              </a:path>
            </a:pathLst>
          </a:custGeom>
          <a:noFill/>
          <a:ln w="8573">
            <a:solidFill>
              <a:srgbClr val="6F3C86">
                <a:alpha val="4000"/>
              </a:srgbClr>
            </a:solidFill>
            <a:prstDash val="solid"/>
          </a:ln>
        </p:spPr>
      </p:sp>
      <p:sp>
        <p:nvSpPr>
          <p:cNvPr id="660" name="lumia-token-stream-curve">
            <a:extLst>
              <a:ext uri="{FF2B5EF4-FFF2-40B4-BE49-F238E27FC236}">
                <a16:creationId xmlns:a16="http://schemas.microsoft.com/office/drawing/2014/main" id="{70E7E5E6-CA33-4637-A443-4DEBE948C534}"/>
              </a:ext>
            </a:extLst>
          </p:cNvPr>
          <p:cNvSpPr>
            <a:spLocks noGrp="1"/>
          </p:cNvSpPr>
          <p:nvPr/>
        </p:nvSpPr>
        <p:spPr>
          <a:xfrm>
            <a:off x="3290189" y="6617893"/>
            <a:ext cx="252127" cy="42307"/>
          </a:xfrm>
          <a:custGeom>
            <a:avLst/>
            <a:gdLst/>
            <a:ahLst/>
            <a:cxnLst/>
            <a:rect l="0" t="0" r="0" b="0"/>
            <a:pathLst>
              <a:path w="252127" h="42307">
                <a:moveTo>
                  <a:pt x="0" y="0"/>
                </a:moveTo>
                <a:lnTo>
                  <a:pt x="252127" y="42307"/>
                </a:lnTo>
              </a:path>
            </a:pathLst>
          </a:custGeom>
          <a:noFill/>
          <a:ln w="8573">
            <a:solidFill>
              <a:srgbClr val="7C3D7E">
                <a:alpha val="4000"/>
              </a:srgbClr>
            </a:solidFill>
            <a:prstDash val="solid"/>
          </a:ln>
        </p:spPr>
      </p:sp>
      <p:sp>
        <p:nvSpPr>
          <p:cNvPr id="661" name="lumia-token-stream-curve">
            <a:extLst>
              <a:ext uri="{FF2B5EF4-FFF2-40B4-BE49-F238E27FC236}">
                <a16:creationId xmlns:a16="http://schemas.microsoft.com/office/drawing/2014/main" id="{14441B72-BBEA-48B9-959F-6F7A54BCB270}"/>
              </a:ext>
            </a:extLst>
          </p:cNvPr>
          <p:cNvSpPr>
            <a:spLocks noGrp="1"/>
          </p:cNvSpPr>
          <p:nvPr/>
        </p:nvSpPr>
        <p:spPr>
          <a:xfrm>
            <a:off x="3542317" y="6660200"/>
            <a:ext cx="254890" cy="45400"/>
          </a:xfrm>
          <a:custGeom>
            <a:avLst/>
            <a:gdLst/>
            <a:ahLst/>
            <a:cxnLst/>
            <a:rect l="0" t="0" r="0" b="0"/>
            <a:pathLst>
              <a:path w="254890" h="45400">
                <a:moveTo>
                  <a:pt x="0" y="0"/>
                </a:moveTo>
                <a:lnTo>
                  <a:pt x="254890" y="45400"/>
                </a:lnTo>
              </a:path>
            </a:pathLst>
          </a:custGeom>
          <a:noFill/>
          <a:ln w="8573">
            <a:solidFill>
              <a:srgbClr val="893E75">
                <a:alpha val="4000"/>
              </a:srgbClr>
            </a:solidFill>
            <a:prstDash val="solid"/>
          </a:ln>
        </p:spPr>
      </p:sp>
      <p:sp>
        <p:nvSpPr>
          <p:cNvPr id="662" name="lumia-token-stream-curve">
            <a:extLst>
              <a:ext uri="{FF2B5EF4-FFF2-40B4-BE49-F238E27FC236}">
                <a16:creationId xmlns:a16="http://schemas.microsoft.com/office/drawing/2014/main" id="{6A61A142-6064-4BF3-B8DE-034A6AE9AF55}"/>
              </a:ext>
            </a:extLst>
          </p:cNvPr>
          <p:cNvSpPr>
            <a:spLocks noGrp="1"/>
          </p:cNvSpPr>
          <p:nvPr/>
        </p:nvSpPr>
        <p:spPr>
          <a:xfrm>
            <a:off x="3797206" y="6705600"/>
            <a:ext cx="257544" cy="9525"/>
          </a:xfrm>
          <a:custGeom>
            <a:avLst/>
            <a:gdLst/>
            <a:ahLst/>
            <a:cxnLst/>
            <a:rect l="0" t="0" r="0" b="0"/>
            <a:pathLst>
              <a:path w="257544" h="9525">
                <a:moveTo>
                  <a:pt x="0" y="0"/>
                </a:moveTo>
                <a:lnTo>
                  <a:pt x="257544" y="0"/>
                </a:lnTo>
              </a:path>
            </a:pathLst>
          </a:custGeom>
          <a:noFill/>
          <a:ln w="8574">
            <a:solidFill>
              <a:srgbClr val="963E6C">
                <a:alpha val="4000"/>
              </a:srgbClr>
            </a:solidFill>
            <a:prstDash val="solid"/>
          </a:ln>
        </p:spPr>
      </p:sp>
      <p:sp>
        <p:nvSpPr>
          <p:cNvPr id="663" name="lumia-token-stream-curve">
            <a:extLst>
              <a:ext uri="{FF2B5EF4-FFF2-40B4-BE49-F238E27FC236}">
                <a16:creationId xmlns:a16="http://schemas.microsoft.com/office/drawing/2014/main" id="{7BD1010A-2AFE-466C-AD3D-811F47101080}"/>
              </a:ext>
            </a:extLst>
          </p:cNvPr>
          <p:cNvSpPr>
            <a:spLocks noGrp="1"/>
          </p:cNvSpPr>
          <p:nvPr/>
        </p:nvSpPr>
        <p:spPr>
          <a:xfrm>
            <a:off x="4054750" y="6705600"/>
            <a:ext cx="260090" cy="9525"/>
          </a:xfrm>
          <a:custGeom>
            <a:avLst/>
            <a:gdLst/>
            <a:ahLst/>
            <a:cxnLst/>
            <a:rect l="0" t="0" r="0" b="0"/>
            <a:pathLst>
              <a:path w="260090" h="9525">
                <a:moveTo>
                  <a:pt x="0" y="0"/>
                </a:moveTo>
                <a:lnTo>
                  <a:pt x="260090" y="0"/>
                </a:lnTo>
              </a:path>
            </a:pathLst>
          </a:custGeom>
          <a:noFill/>
          <a:ln w="8600">
            <a:solidFill>
              <a:srgbClr val="A33F64">
                <a:alpha val="4000"/>
              </a:srgbClr>
            </a:solidFill>
            <a:prstDash val="solid"/>
          </a:ln>
        </p:spPr>
      </p:sp>
      <p:sp>
        <p:nvSpPr>
          <p:cNvPr id="664" name="lumia-token-stream-curve">
            <a:extLst>
              <a:ext uri="{FF2B5EF4-FFF2-40B4-BE49-F238E27FC236}">
                <a16:creationId xmlns:a16="http://schemas.microsoft.com/office/drawing/2014/main" id="{D8FCB862-0180-4F76-85D0-B00C53AB321F}"/>
              </a:ext>
            </a:extLst>
          </p:cNvPr>
          <p:cNvSpPr>
            <a:spLocks noGrp="1"/>
          </p:cNvSpPr>
          <p:nvPr/>
        </p:nvSpPr>
        <p:spPr>
          <a:xfrm>
            <a:off x="4314840" y="6705600"/>
            <a:ext cx="262528" cy="9525"/>
          </a:xfrm>
          <a:custGeom>
            <a:avLst/>
            <a:gdLst/>
            <a:ahLst/>
            <a:cxnLst/>
            <a:rect l="0" t="0" r="0" b="0"/>
            <a:pathLst>
              <a:path w="262528" h="9525">
                <a:moveTo>
                  <a:pt x="0" y="0"/>
                </a:moveTo>
                <a:lnTo>
                  <a:pt x="262528" y="0"/>
                </a:lnTo>
              </a:path>
            </a:pathLst>
          </a:custGeom>
          <a:noFill/>
          <a:ln w="8659">
            <a:solidFill>
              <a:srgbClr val="B0405B">
                <a:alpha val="5000"/>
              </a:srgbClr>
            </a:solidFill>
            <a:prstDash val="solid"/>
          </a:ln>
        </p:spPr>
      </p:sp>
      <p:sp>
        <p:nvSpPr>
          <p:cNvPr id="665" name="lumia-token-stream-curve">
            <a:extLst>
              <a:ext uri="{FF2B5EF4-FFF2-40B4-BE49-F238E27FC236}">
                <a16:creationId xmlns:a16="http://schemas.microsoft.com/office/drawing/2014/main" id="{67300EEE-00D3-4E17-A6F2-D7B869E136B5}"/>
              </a:ext>
            </a:extLst>
          </p:cNvPr>
          <p:cNvSpPr>
            <a:spLocks noGrp="1"/>
          </p:cNvSpPr>
          <p:nvPr/>
        </p:nvSpPr>
        <p:spPr>
          <a:xfrm>
            <a:off x="4577367" y="6705600"/>
            <a:ext cx="264857" cy="9525"/>
          </a:xfrm>
          <a:custGeom>
            <a:avLst/>
            <a:gdLst/>
            <a:ahLst/>
            <a:cxnLst/>
            <a:rect l="0" t="0" r="0" b="0"/>
            <a:pathLst>
              <a:path w="264857" h="9525">
                <a:moveTo>
                  <a:pt x="0" y="0"/>
                </a:moveTo>
                <a:lnTo>
                  <a:pt x="264857" y="0"/>
                </a:lnTo>
              </a:path>
            </a:pathLst>
          </a:custGeom>
          <a:noFill/>
          <a:ln w="8749">
            <a:solidFill>
              <a:srgbClr val="BD4153">
                <a:alpha val="5000"/>
              </a:srgbClr>
            </a:solidFill>
            <a:prstDash val="solid"/>
          </a:ln>
        </p:spPr>
      </p:sp>
      <p:sp>
        <p:nvSpPr>
          <p:cNvPr id="666" name="lumia-token-stream-curve">
            <a:extLst>
              <a:ext uri="{FF2B5EF4-FFF2-40B4-BE49-F238E27FC236}">
                <a16:creationId xmlns:a16="http://schemas.microsoft.com/office/drawing/2014/main" id="{469C89C4-23A4-46EA-9AC7-7EE5A9FBE7EA}"/>
              </a:ext>
            </a:extLst>
          </p:cNvPr>
          <p:cNvSpPr>
            <a:spLocks noGrp="1"/>
          </p:cNvSpPr>
          <p:nvPr/>
        </p:nvSpPr>
        <p:spPr>
          <a:xfrm>
            <a:off x="4842225" y="6705600"/>
            <a:ext cx="267079" cy="9525"/>
          </a:xfrm>
          <a:custGeom>
            <a:avLst/>
            <a:gdLst/>
            <a:ahLst/>
            <a:cxnLst/>
            <a:rect l="0" t="0" r="0" b="0"/>
            <a:pathLst>
              <a:path w="267079" h="9525">
                <a:moveTo>
                  <a:pt x="0" y="0"/>
                </a:moveTo>
                <a:lnTo>
                  <a:pt x="267079" y="0"/>
                </a:lnTo>
              </a:path>
            </a:pathLst>
          </a:custGeom>
          <a:noFill/>
          <a:ln w="8867">
            <a:solidFill>
              <a:srgbClr val="CA414A">
                <a:alpha val="5000"/>
              </a:srgbClr>
            </a:solidFill>
            <a:prstDash val="solid"/>
          </a:ln>
        </p:spPr>
      </p:sp>
      <p:sp>
        <p:nvSpPr>
          <p:cNvPr id="667" name="lumia-token-stream-curve">
            <a:extLst>
              <a:ext uri="{FF2B5EF4-FFF2-40B4-BE49-F238E27FC236}">
                <a16:creationId xmlns:a16="http://schemas.microsoft.com/office/drawing/2014/main" id="{D2EEBF83-F214-4985-917E-180E88DDDE78}"/>
              </a:ext>
            </a:extLst>
          </p:cNvPr>
          <p:cNvSpPr>
            <a:spLocks noGrp="1"/>
          </p:cNvSpPr>
          <p:nvPr/>
        </p:nvSpPr>
        <p:spPr>
          <a:xfrm>
            <a:off x="5109304" y="6705600"/>
            <a:ext cx="269192" cy="9525"/>
          </a:xfrm>
          <a:custGeom>
            <a:avLst/>
            <a:gdLst/>
            <a:ahLst/>
            <a:cxnLst/>
            <a:rect l="0" t="0" r="0" b="0"/>
            <a:pathLst>
              <a:path w="269192" h="9525">
                <a:moveTo>
                  <a:pt x="0" y="0"/>
                </a:moveTo>
                <a:lnTo>
                  <a:pt x="269192" y="0"/>
                </a:lnTo>
              </a:path>
            </a:pathLst>
          </a:custGeom>
          <a:noFill/>
          <a:ln w="9010">
            <a:solidFill>
              <a:srgbClr val="D74242">
                <a:alpha val="5000"/>
              </a:srgbClr>
            </a:solidFill>
            <a:prstDash val="solid"/>
          </a:ln>
        </p:spPr>
      </p:sp>
      <p:sp>
        <p:nvSpPr>
          <p:cNvPr id="668" name="lumia-token-stream-curve">
            <a:extLst>
              <a:ext uri="{FF2B5EF4-FFF2-40B4-BE49-F238E27FC236}">
                <a16:creationId xmlns:a16="http://schemas.microsoft.com/office/drawing/2014/main" id="{64021FD8-BF5E-48E5-BBB4-250BFBACAB0A}"/>
              </a:ext>
            </a:extLst>
          </p:cNvPr>
          <p:cNvSpPr>
            <a:spLocks noGrp="1"/>
          </p:cNvSpPr>
          <p:nvPr/>
        </p:nvSpPr>
        <p:spPr>
          <a:xfrm>
            <a:off x="5378496" y="6705600"/>
            <a:ext cx="271198" cy="9525"/>
          </a:xfrm>
          <a:custGeom>
            <a:avLst/>
            <a:gdLst/>
            <a:ahLst/>
            <a:cxnLst/>
            <a:rect l="0" t="0" r="0" b="0"/>
            <a:pathLst>
              <a:path w="271198" h="9525">
                <a:moveTo>
                  <a:pt x="0" y="0"/>
                </a:moveTo>
                <a:lnTo>
                  <a:pt x="271198" y="0"/>
                </a:lnTo>
              </a:path>
            </a:pathLst>
          </a:custGeom>
          <a:noFill/>
          <a:ln w="9177">
            <a:solidFill>
              <a:srgbClr val="E44339">
                <a:alpha val="5000"/>
              </a:srgbClr>
            </a:solidFill>
            <a:prstDash val="solid"/>
          </a:ln>
        </p:spPr>
      </p:sp>
      <p:sp>
        <p:nvSpPr>
          <p:cNvPr id="669" name="lumia-token-stream-curve">
            <a:extLst>
              <a:ext uri="{FF2B5EF4-FFF2-40B4-BE49-F238E27FC236}">
                <a16:creationId xmlns:a16="http://schemas.microsoft.com/office/drawing/2014/main" id="{CF8CC6D3-FC45-43AC-918D-BFA3A478453E}"/>
              </a:ext>
            </a:extLst>
          </p:cNvPr>
          <p:cNvSpPr>
            <a:spLocks noGrp="1"/>
          </p:cNvSpPr>
          <p:nvPr/>
        </p:nvSpPr>
        <p:spPr>
          <a:xfrm>
            <a:off x="5649694" y="6705600"/>
            <a:ext cx="273095" cy="9525"/>
          </a:xfrm>
          <a:custGeom>
            <a:avLst/>
            <a:gdLst/>
            <a:ahLst/>
            <a:cxnLst/>
            <a:rect l="0" t="0" r="0" b="0"/>
            <a:pathLst>
              <a:path w="273095" h="9525">
                <a:moveTo>
                  <a:pt x="0" y="0"/>
                </a:moveTo>
                <a:lnTo>
                  <a:pt x="273095" y="0"/>
                </a:lnTo>
              </a:path>
            </a:pathLst>
          </a:custGeom>
          <a:noFill/>
          <a:ln w="9364">
            <a:solidFill>
              <a:srgbClr val="EB4833">
                <a:alpha val="5000"/>
              </a:srgbClr>
            </a:solidFill>
            <a:prstDash val="solid"/>
          </a:ln>
        </p:spPr>
      </p:sp>
      <p:sp>
        <p:nvSpPr>
          <p:cNvPr id="670" name="lumia-token-stream-curve">
            <a:extLst>
              <a:ext uri="{FF2B5EF4-FFF2-40B4-BE49-F238E27FC236}">
                <a16:creationId xmlns:a16="http://schemas.microsoft.com/office/drawing/2014/main" id="{05C87692-C381-4A36-A148-8258F3D80B13}"/>
              </a:ext>
            </a:extLst>
          </p:cNvPr>
          <p:cNvSpPr>
            <a:spLocks noGrp="1"/>
          </p:cNvSpPr>
          <p:nvPr/>
        </p:nvSpPr>
        <p:spPr>
          <a:xfrm>
            <a:off x="5922789" y="6696903"/>
            <a:ext cx="274884" cy="9525"/>
          </a:xfrm>
          <a:custGeom>
            <a:avLst/>
            <a:gdLst/>
            <a:ahLst/>
            <a:cxnLst/>
            <a:rect l="0" t="0" r="0" b="0"/>
            <a:pathLst>
              <a:path w="274884" h="9525">
                <a:moveTo>
                  <a:pt x="0" y="8697"/>
                </a:moveTo>
                <a:lnTo>
                  <a:pt x="274884" y="0"/>
                </a:lnTo>
              </a:path>
            </a:pathLst>
          </a:custGeom>
          <a:noFill/>
          <a:ln w="9569">
            <a:solidFill>
              <a:srgbClr val="EC532F">
                <a:alpha val="6000"/>
              </a:srgbClr>
            </a:solidFill>
            <a:prstDash val="solid"/>
          </a:ln>
        </p:spPr>
      </p:sp>
      <p:sp>
        <p:nvSpPr>
          <p:cNvPr id="671" name="lumia-token-stream-curve">
            <a:extLst>
              <a:ext uri="{FF2B5EF4-FFF2-40B4-BE49-F238E27FC236}">
                <a16:creationId xmlns:a16="http://schemas.microsoft.com/office/drawing/2014/main" id="{002AB3FE-215E-4CA9-B4EE-F4204556798D}"/>
              </a:ext>
            </a:extLst>
          </p:cNvPr>
          <p:cNvSpPr>
            <a:spLocks noGrp="1"/>
          </p:cNvSpPr>
          <p:nvPr/>
        </p:nvSpPr>
        <p:spPr>
          <a:xfrm>
            <a:off x="6197673" y="6632983"/>
            <a:ext cx="276565" cy="63920"/>
          </a:xfrm>
          <a:custGeom>
            <a:avLst/>
            <a:gdLst/>
            <a:ahLst/>
            <a:cxnLst/>
            <a:rect l="0" t="0" r="0" b="0"/>
            <a:pathLst>
              <a:path w="276565" h="63920">
                <a:moveTo>
                  <a:pt x="0" y="63920"/>
                </a:moveTo>
                <a:lnTo>
                  <a:pt x="276565" y="0"/>
                </a:lnTo>
              </a:path>
            </a:pathLst>
          </a:custGeom>
          <a:noFill/>
          <a:ln w="9790">
            <a:solidFill>
              <a:srgbClr val="EE5E2A">
                <a:alpha val="6000"/>
              </a:srgbClr>
            </a:solidFill>
            <a:prstDash val="solid"/>
          </a:ln>
        </p:spPr>
      </p:sp>
      <p:sp>
        <p:nvSpPr>
          <p:cNvPr id="672" name="lumia-token-stream-curve">
            <a:extLst>
              <a:ext uri="{FF2B5EF4-FFF2-40B4-BE49-F238E27FC236}">
                <a16:creationId xmlns:a16="http://schemas.microsoft.com/office/drawing/2014/main" id="{9176C483-D41B-4CD6-B815-FF44034BB039}"/>
              </a:ext>
            </a:extLst>
          </p:cNvPr>
          <p:cNvSpPr>
            <a:spLocks noGrp="1"/>
          </p:cNvSpPr>
          <p:nvPr/>
        </p:nvSpPr>
        <p:spPr>
          <a:xfrm>
            <a:off x="6474238" y="6570629"/>
            <a:ext cx="278138" cy="62354"/>
          </a:xfrm>
          <a:custGeom>
            <a:avLst/>
            <a:gdLst/>
            <a:ahLst/>
            <a:cxnLst/>
            <a:rect l="0" t="0" r="0" b="0"/>
            <a:pathLst>
              <a:path w="278138" h="62354">
                <a:moveTo>
                  <a:pt x="0" y="62354"/>
                </a:moveTo>
                <a:lnTo>
                  <a:pt x="278138" y="0"/>
                </a:lnTo>
              </a:path>
            </a:pathLst>
          </a:custGeom>
          <a:noFill/>
          <a:ln w="10025">
            <a:solidFill>
              <a:srgbClr val="EF6926">
                <a:alpha val="6000"/>
              </a:srgbClr>
            </a:solidFill>
            <a:prstDash val="solid"/>
          </a:ln>
        </p:spPr>
      </p:sp>
      <p:sp>
        <p:nvSpPr>
          <p:cNvPr id="673" name="lumia-token-stream-curve">
            <a:extLst>
              <a:ext uri="{FF2B5EF4-FFF2-40B4-BE49-F238E27FC236}">
                <a16:creationId xmlns:a16="http://schemas.microsoft.com/office/drawing/2014/main" id="{C51EF6EB-30C7-4121-8424-4CE651C94AAE}"/>
              </a:ext>
            </a:extLst>
          </p:cNvPr>
          <p:cNvSpPr>
            <a:spLocks noGrp="1"/>
          </p:cNvSpPr>
          <p:nvPr/>
        </p:nvSpPr>
        <p:spPr>
          <a:xfrm>
            <a:off x="6752376" y="6516031"/>
            <a:ext cx="279602" cy="54599"/>
          </a:xfrm>
          <a:custGeom>
            <a:avLst/>
            <a:gdLst/>
            <a:ahLst/>
            <a:cxnLst/>
            <a:rect l="0" t="0" r="0" b="0"/>
            <a:pathLst>
              <a:path w="279602" h="54599">
                <a:moveTo>
                  <a:pt x="0" y="54599"/>
                </a:moveTo>
                <a:lnTo>
                  <a:pt x="279602" y="0"/>
                </a:lnTo>
              </a:path>
            </a:pathLst>
          </a:custGeom>
          <a:noFill/>
          <a:ln w="10270">
            <a:solidFill>
              <a:srgbClr val="F17322">
                <a:alpha val="6000"/>
              </a:srgbClr>
            </a:solidFill>
            <a:prstDash val="solid"/>
          </a:ln>
        </p:spPr>
      </p:sp>
      <p:sp>
        <p:nvSpPr>
          <p:cNvPr id="674" name="lumia-token-stream-curve">
            <a:extLst>
              <a:ext uri="{FF2B5EF4-FFF2-40B4-BE49-F238E27FC236}">
                <a16:creationId xmlns:a16="http://schemas.microsoft.com/office/drawing/2014/main" id="{717009AE-11B7-4A30-9B2C-C27FAFD392B1}"/>
              </a:ext>
            </a:extLst>
          </p:cNvPr>
          <p:cNvSpPr>
            <a:spLocks noGrp="1"/>
          </p:cNvSpPr>
          <p:nvPr/>
        </p:nvSpPr>
        <p:spPr>
          <a:xfrm>
            <a:off x="7031978" y="6474412"/>
            <a:ext cx="280959" cy="41618"/>
          </a:xfrm>
          <a:custGeom>
            <a:avLst/>
            <a:gdLst/>
            <a:ahLst/>
            <a:cxnLst/>
            <a:rect l="0" t="0" r="0" b="0"/>
            <a:pathLst>
              <a:path w="280959" h="41618">
                <a:moveTo>
                  <a:pt x="0" y="41618"/>
                </a:moveTo>
                <a:lnTo>
                  <a:pt x="280959" y="0"/>
                </a:lnTo>
              </a:path>
            </a:pathLst>
          </a:custGeom>
          <a:noFill/>
          <a:ln w="10523">
            <a:solidFill>
              <a:srgbClr val="F27E1E">
                <a:alpha val="6000"/>
              </a:srgbClr>
            </a:solidFill>
            <a:prstDash val="solid"/>
          </a:ln>
        </p:spPr>
      </p:sp>
      <p:sp>
        <p:nvSpPr>
          <p:cNvPr id="675" name="lumia-token-stream-curve">
            <a:extLst>
              <a:ext uri="{FF2B5EF4-FFF2-40B4-BE49-F238E27FC236}">
                <a16:creationId xmlns:a16="http://schemas.microsoft.com/office/drawing/2014/main" id="{EC0FC509-48F9-464E-9018-51DE4F78D766}"/>
              </a:ext>
            </a:extLst>
          </p:cNvPr>
          <p:cNvSpPr>
            <a:spLocks noGrp="1"/>
          </p:cNvSpPr>
          <p:nvPr/>
        </p:nvSpPr>
        <p:spPr>
          <a:xfrm>
            <a:off x="7312937" y="6449329"/>
            <a:ext cx="282207" cy="25083"/>
          </a:xfrm>
          <a:custGeom>
            <a:avLst/>
            <a:gdLst/>
            <a:ahLst/>
            <a:cxnLst/>
            <a:rect l="0" t="0" r="0" b="0"/>
            <a:pathLst>
              <a:path w="282207" h="25083">
                <a:moveTo>
                  <a:pt x="0" y="25083"/>
                </a:moveTo>
                <a:lnTo>
                  <a:pt x="282207" y="0"/>
                </a:lnTo>
              </a:path>
            </a:pathLst>
          </a:custGeom>
          <a:noFill/>
          <a:ln w="10783">
            <a:solidFill>
              <a:srgbClr val="F48919">
                <a:alpha val="7000"/>
              </a:srgbClr>
            </a:solidFill>
            <a:prstDash val="solid"/>
          </a:ln>
        </p:spPr>
      </p:sp>
      <p:sp>
        <p:nvSpPr>
          <p:cNvPr id="676" name="lumia-token-stream-curve">
            <a:extLst>
              <a:ext uri="{FF2B5EF4-FFF2-40B4-BE49-F238E27FC236}">
                <a16:creationId xmlns:a16="http://schemas.microsoft.com/office/drawing/2014/main" id="{53B74EE6-5E4F-435E-BD43-D12665385B8D}"/>
              </a:ext>
            </a:extLst>
          </p:cNvPr>
          <p:cNvSpPr>
            <a:spLocks noGrp="1"/>
          </p:cNvSpPr>
          <p:nvPr/>
        </p:nvSpPr>
        <p:spPr>
          <a:xfrm>
            <a:off x="7595144" y="6442148"/>
            <a:ext cx="283347" cy="9525"/>
          </a:xfrm>
          <a:custGeom>
            <a:avLst/>
            <a:gdLst/>
            <a:ahLst/>
            <a:cxnLst/>
            <a:rect l="0" t="0" r="0" b="0"/>
            <a:pathLst>
              <a:path w="283347" h="9525">
                <a:moveTo>
                  <a:pt x="0" y="7181"/>
                </a:moveTo>
                <a:lnTo>
                  <a:pt x="283347" y="0"/>
                </a:lnTo>
              </a:path>
            </a:pathLst>
          </a:custGeom>
          <a:noFill/>
          <a:ln w="11045">
            <a:solidFill>
              <a:srgbClr val="F59415">
                <a:alpha val="7000"/>
              </a:srgbClr>
            </a:solidFill>
            <a:prstDash val="solid"/>
          </a:ln>
        </p:spPr>
      </p:sp>
      <p:sp>
        <p:nvSpPr>
          <p:cNvPr id="677" name="lumia-token-stream-curve">
            <a:extLst>
              <a:ext uri="{FF2B5EF4-FFF2-40B4-BE49-F238E27FC236}">
                <a16:creationId xmlns:a16="http://schemas.microsoft.com/office/drawing/2014/main" id="{00077EC8-A412-422E-903A-6B9EE644DCC4}"/>
              </a:ext>
            </a:extLst>
          </p:cNvPr>
          <p:cNvSpPr>
            <a:spLocks noGrp="1"/>
          </p:cNvSpPr>
          <p:nvPr/>
        </p:nvSpPr>
        <p:spPr>
          <a:xfrm>
            <a:off x="7878491" y="6442148"/>
            <a:ext cx="284380" cy="9658"/>
          </a:xfrm>
          <a:custGeom>
            <a:avLst/>
            <a:gdLst/>
            <a:ahLst/>
            <a:cxnLst/>
            <a:rect l="0" t="0" r="0" b="0"/>
            <a:pathLst>
              <a:path w="284380" h="9658">
                <a:moveTo>
                  <a:pt x="0" y="0"/>
                </a:moveTo>
                <a:lnTo>
                  <a:pt x="284380" y="9658"/>
                </a:lnTo>
              </a:path>
            </a:pathLst>
          </a:custGeom>
          <a:noFill/>
          <a:ln w="11309">
            <a:solidFill>
              <a:srgbClr val="F79E11">
                <a:alpha val="7000"/>
              </a:srgbClr>
            </a:solidFill>
            <a:prstDash val="solid"/>
          </a:ln>
        </p:spPr>
      </p:sp>
      <p:sp>
        <p:nvSpPr>
          <p:cNvPr id="678" name="lumia-token-stream-curve">
            <a:extLst>
              <a:ext uri="{FF2B5EF4-FFF2-40B4-BE49-F238E27FC236}">
                <a16:creationId xmlns:a16="http://schemas.microsoft.com/office/drawing/2014/main" id="{E822EE93-8CFC-4A10-8D7F-DAEA3AEFD992}"/>
              </a:ext>
            </a:extLst>
          </p:cNvPr>
          <p:cNvSpPr>
            <a:spLocks noGrp="1"/>
          </p:cNvSpPr>
          <p:nvPr/>
        </p:nvSpPr>
        <p:spPr>
          <a:xfrm>
            <a:off x="8162871" y="6451806"/>
            <a:ext cx="285304" cy="23076"/>
          </a:xfrm>
          <a:custGeom>
            <a:avLst/>
            <a:gdLst/>
            <a:ahLst/>
            <a:cxnLst/>
            <a:rect l="0" t="0" r="0" b="0"/>
            <a:pathLst>
              <a:path w="285304" h="23076">
                <a:moveTo>
                  <a:pt x="0" y="0"/>
                </a:moveTo>
                <a:lnTo>
                  <a:pt x="285304" y="23076"/>
                </a:lnTo>
              </a:path>
            </a:pathLst>
          </a:custGeom>
          <a:noFill/>
          <a:ln w="11571">
            <a:solidFill>
              <a:srgbClr val="F8A90C">
                <a:alpha val="7000"/>
              </a:srgbClr>
            </a:solidFill>
            <a:prstDash val="solid"/>
          </a:ln>
        </p:spPr>
      </p:sp>
      <p:sp>
        <p:nvSpPr>
          <p:cNvPr id="679" name="lumia-token-stream-curve">
            <a:extLst>
              <a:ext uri="{FF2B5EF4-FFF2-40B4-BE49-F238E27FC236}">
                <a16:creationId xmlns:a16="http://schemas.microsoft.com/office/drawing/2014/main" id="{AB27AE27-BCFA-4D8A-A7D7-627A1B2AE2BE}"/>
              </a:ext>
            </a:extLst>
          </p:cNvPr>
          <p:cNvSpPr>
            <a:spLocks noGrp="1"/>
          </p:cNvSpPr>
          <p:nvPr/>
        </p:nvSpPr>
        <p:spPr>
          <a:xfrm>
            <a:off x="8448175" y="6474883"/>
            <a:ext cx="286119" cy="31112"/>
          </a:xfrm>
          <a:custGeom>
            <a:avLst/>
            <a:gdLst/>
            <a:ahLst/>
            <a:cxnLst/>
            <a:rect l="0" t="0" r="0" b="0"/>
            <a:pathLst>
              <a:path w="286119" h="31112">
                <a:moveTo>
                  <a:pt x="0" y="0"/>
                </a:moveTo>
                <a:lnTo>
                  <a:pt x="286119" y="31112"/>
                </a:lnTo>
              </a:path>
            </a:pathLst>
          </a:custGeom>
          <a:noFill/>
          <a:ln w="11829">
            <a:solidFill>
              <a:srgbClr val="FAB408">
                <a:alpha val="7000"/>
              </a:srgbClr>
            </a:solidFill>
            <a:prstDash val="solid"/>
          </a:ln>
        </p:spPr>
      </p:sp>
      <p:sp>
        <p:nvSpPr>
          <p:cNvPr id="680" name="lumia-token-stream-curve">
            <a:extLst>
              <a:ext uri="{FF2B5EF4-FFF2-40B4-BE49-F238E27FC236}">
                <a16:creationId xmlns:a16="http://schemas.microsoft.com/office/drawing/2014/main" id="{A58CE5C9-9497-48D0-A974-2FD908692E71}"/>
              </a:ext>
            </a:extLst>
          </p:cNvPr>
          <p:cNvSpPr>
            <a:spLocks noGrp="1"/>
          </p:cNvSpPr>
          <p:nvPr/>
        </p:nvSpPr>
        <p:spPr>
          <a:xfrm>
            <a:off x="8734294" y="6505995"/>
            <a:ext cx="286827" cy="32474"/>
          </a:xfrm>
          <a:custGeom>
            <a:avLst/>
            <a:gdLst/>
            <a:ahLst/>
            <a:cxnLst/>
            <a:rect l="0" t="0" r="0" b="0"/>
            <a:pathLst>
              <a:path w="286827" h="32474">
                <a:moveTo>
                  <a:pt x="0" y="0"/>
                </a:moveTo>
                <a:lnTo>
                  <a:pt x="286827" y="32474"/>
                </a:lnTo>
              </a:path>
            </a:pathLst>
          </a:custGeom>
          <a:noFill/>
          <a:ln w="12081">
            <a:solidFill>
              <a:srgbClr val="F7BC07">
                <a:alpha val="7000"/>
              </a:srgbClr>
            </a:solidFill>
            <a:prstDash val="solid"/>
          </a:ln>
        </p:spPr>
      </p:sp>
      <p:sp>
        <p:nvSpPr>
          <p:cNvPr id="681" name="lumia-token-stream-curve">
            <a:extLst>
              <a:ext uri="{FF2B5EF4-FFF2-40B4-BE49-F238E27FC236}">
                <a16:creationId xmlns:a16="http://schemas.microsoft.com/office/drawing/2014/main" id="{25160228-8961-40CA-821D-8484EBE9A720}"/>
              </a:ext>
            </a:extLst>
          </p:cNvPr>
          <p:cNvSpPr>
            <a:spLocks noGrp="1"/>
          </p:cNvSpPr>
          <p:nvPr/>
        </p:nvSpPr>
        <p:spPr>
          <a:xfrm>
            <a:off x="9021121" y="6538469"/>
            <a:ext cx="287427" cy="26733"/>
          </a:xfrm>
          <a:custGeom>
            <a:avLst/>
            <a:gdLst/>
            <a:ahLst/>
            <a:cxnLst/>
            <a:rect l="0" t="0" r="0" b="0"/>
            <a:pathLst>
              <a:path w="287427" h="26733">
                <a:moveTo>
                  <a:pt x="0" y="0"/>
                </a:moveTo>
                <a:lnTo>
                  <a:pt x="287427" y="26733"/>
                </a:lnTo>
              </a:path>
            </a:pathLst>
          </a:custGeom>
          <a:noFill/>
          <a:ln w="12324">
            <a:solidFill>
              <a:srgbClr val="E5BA0E">
                <a:alpha val="8000"/>
              </a:srgbClr>
            </a:solidFill>
            <a:prstDash val="solid"/>
          </a:ln>
        </p:spPr>
      </p:sp>
      <p:sp>
        <p:nvSpPr>
          <p:cNvPr id="682" name="lumia-token-stream-curve">
            <a:extLst>
              <a:ext uri="{FF2B5EF4-FFF2-40B4-BE49-F238E27FC236}">
                <a16:creationId xmlns:a16="http://schemas.microsoft.com/office/drawing/2014/main" id="{CDF6468C-2766-4B8B-8778-7912C16C6F60}"/>
              </a:ext>
            </a:extLst>
          </p:cNvPr>
          <p:cNvSpPr>
            <a:spLocks noGrp="1"/>
          </p:cNvSpPr>
          <p:nvPr/>
        </p:nvSpPr>
        <p:spPr>
          <a:xfrm>
            <a:off x="9308548" y="6565202"/>
            <a:ext cx="287918" cy="14401"/>
          </a:xfrm>
          <a:custGeom>
            <a:avLst/>
            <a:gdLst/>
            <a:ahLst/>
            <a:cxnLst/>
            <a:rect l="0" t="0" r="0" b="0"/>
            <a:pathLst>
              <a:path w="287918" h="14401">
                <a:moveTo>
                  <a:pt x="0" y="0"/>
                </a:moveTo>
                <a:lnTo>
                  <a:pt x="287918" y="14401"/>
                </a:lnTo>
              </a:path>
            </a:pathLst>
          </a:custGeom>
          <a:noFill/>
          <a:ln w="12555">
            <a:solidFill>
              <a:srgbClr val="D3B815">
                <a:alpha val="8000"/>
              </a:srgbClr>
            </a:solidFill>
            <a:prstDash val="solid"/>
          </a:ln>
        </p:spPr>
      </p:sp>
      <p:sp>
        <p:nvSpPr>
          <p:cNvPr id="683" name="lumia-token-stream-curve">
            <a:extLst>
              <a:ext uri="{FF2B5EF4-FFF2-40B4-BE49-F238E27FC236}">
                <a16:creationId xmlns:a16="http://schemas.microsoft.com/office/drawing/2014/main" id="{9A3230BB-F60C-474F-8167-883A71118325}"/>
              </a:ext>
            </a:extLst>
          </p:cNvPr>
          <p:cNvSpPr>
            <a:spLocks noGrp="1"/>
          </p:cNvSpPr>
          <p:nvPr/>
        </p:nvSpPr>
        <p:spPr>
          <a:xfrm>
            <a:off x="9596466" y="6576479"/>
            <a:ext cx="288301" cy="9525"/>
          </a:xfrm>
          <a:custGeom>
            <a:avLst/>
            <a:gdLst/>
            <a:ahLst/>
            <a:cxnLst/>
            <a:rect l="0" t="0" r="0" b="0"/>
            <a:pathLst>
              <a:path w="288301" h="9525">
                <a:moveTo>
                  <a:pt x="0" y="3124"/>
                </a:moveTo>
                <a:lnTo>
                  <a:pt x="288301" y="0"/>
                </a:lnTo>
              </a:path>
            </a:pathLst>
          </a:custGeom>
          <a:noFill/>
          <a:ln w="12772">
            <a:solidFill>
              <a:srgbClr val="C2B61C">
                <a:alpha val="8000"/>
              </a:srgbClr>
            </a:solidFill>
            <a:prstDash val="solid"/>
          </a:ln>
        </p:spPr>
      </p:sp>
      <p:sp>
        <p:nvSpPr>
          <p:cNvPr id="684" name="lumia-token-stream-curve">
            <a:extLst>
              <a:ext uri="{FF2B5EF4-FFF2-40B4-BE49-F238E27FC236}">
                <a16:creationId xmlns:a16="http://schemas.microsoft.com/office/drawing/2014/main" id="{47DAB6F3-B7D9-42F8-B881-F60BA13720A1}"/>
              </a:ext>
            </a:extLst>
          </p:cNvPr>
          <p:cNvSpPr>
            <a:spLocks noGrp="1"/>
          </p:cNvSpPr>
          <p:nvPr/>
        </p:nvSpPr>
        <p:spPr>
          <a:xfrm>
            <a:off x="9884767" y="6552743"/>
            <a:ext cx="288577" cy="23736"/>
          </a:xfrm>
          <a:custGeom>
            <a:avLst/>
            <a:gdLst/>
            <a:ahLst/>
            <a:cxnLst/>
            <a:rect l="0" t="0" r="0" b="0"/>
            <a:pathLst>
              <a:path w="288577" h="23736">
                <a:moveTo>
                  <a:pt x="0" y="23736"/>
                </a:moveTo>
                <a:lnTo>
                  <a:pt x="288577" y="0"/>
                </a:lnTo>
              </a:path>
            </a:pathLst>
          </a:custGeom>
          <a:noFill/>
          <a:ln w="12973">
            <a:solidFill>
              <a:srgbClr val="B0B422">
                <a:alpha val="8000"/>
              </a:srgbClr>
            </a:solidFill>
            <a:prstDash val="solid"/>
          </a:ln>
        </p:spPr>
      </p:sp>
      <p:sp>
        <p:nvSpPr>
          <p:cNvPr id="685" name="lumia-token-stream-curve">
            <a:extLst>
              <a:ext uri="{FF2B5EF4-FFF2-40B4-BE49-F238E27FC236}">
                <a16:creationId xmlns:a16="http://schemas.microsoft.com/office/drawing/2014/main" id="{E99E7ECB-4638-4242-807C-866CA7E81F4F}"/>
              </a:ext>
            </a:extLst>
          </p:cNvPr>
          <p:cNvSpPr>
            <a:spLocks noGrp="1"/>
          </p:cNvSpPr>
          <p:nvPr/>
        </p:nvSpPr>
        <p:spPr>
          <a:xfrm>
            <a:off x="10173344" y="6507844"/>
            <a:ext cx="288744" cy="44899"/>
          </a:xfrm>
          <a:custGeom>
            <a:avLst/>
            <a:gdLst/>
            <a:ahLst/>
            <a:cxnLst/>
            <a:rect l="0" t="0" r="0" b="0"/>
            <a:pathLst>
              <a:path w="288744" h="44899">
                <a:moveTo>
                  <a:pt x="0" y="44899"/>
                </a:moveTo>
                <a:lnTo>
                  <a:pt x="288744" y="0"/>
                </a:lnTo>
              </a:path>
            </a:pathLst>
          </a:custGeom>
          <a:noFill/>
          <a:ln w="13156">
            <a:solidFill>
              <a:srgbClr val="9EB329">
                <a:alpha val="8000"/>
              </a:srgbClr>
            </a:solidFill>
            <a:prstDash val="solid"/>
          </a:ln>
        </p:spPr>
      </p:sp>
      <p:sp>
        <p:nvSpPr>
          <p:cNvPr id="686" name="lumia-token-stream-curve">
            <a:extLst>
              <a:ext uri="{FF2B5EF4-FFF2-40B4-BE49-F238E27FC236}">
                <a16:creationId xmlns:a16="http://schemas.microsoft.com/office/drawing/2014/main" id="{B5F3C5FE-87F5-4BD5-B0A7-683C2B59246F}"/>
              </a:ext>
            </a:extLst>
          </p:cNvPr>
          <p:cNvSpPr>
            <a:spLocks noGrp="1"/>
          </p:cNvSpPr>
          <p:nvPr/>
        </p:nvSpPr>
        <p:spPr>
          <a:xfrm>
            <a:off x="10462087" y="6443852"/>
            <a:ext cx="288802" cy="63992"/>
          </a:xfrm>
          <a:custGeom>
            <a:avLst/>
            <a:gdLst/>
            <a:ahLst/>
            <a:cxnLst/>
            <a:rect l="0" t="0" r="0" b="0"/>
            <a:pathLst>
              <a:path w="288802" h="63992">
                <a:moveTo>
                  <a:pt x="0" y="63992"/>
                </a:moveTo>
                <a:lnTo>
                  <a:pt x="288802" y="0"/>
                </a:lnTo>
              </a:path>
            </a:pathLst>
          </a:custGeom>
          <a:noFill/>
          <a:ln w="13316">
            <a:solidFill>
              <a:srgbClr val="8CB130">
                <a:alpha val="8000"/>
              </a:srgbClr>
            </a:solidFill>
            <a:prstDash val="solid"/>
          </a:ln>
        </p:spPr>
      </p:sp>
      <p:sp>
        <p:nvSpPr>
          <p:cNvPr id="687" name="lumia-token-stream-curve">
            <a:extLst>
              <a:ext uri="{FF2B5EF4-FFF2-40B4-BE49-F238E27FC236}">
                <a16:creationId xmlns:a16="http://schemas.microsoft.com/office/drawing/2014/main" id="{F708DA7D-6257-478F-8B85-8C381785E1FE}"/>
              </a:ext>
            </a:extLst>
          </p:cNvPr>
          <p:cNvSpPr>
            <a:spLocks noGrp="1"/>
          </p:cNvSpPr>
          <p:nvPr/>
        </p:nvSpPr>
        <p:spPr>
          <a:xfrm>
            <a:off x="10750889" y="6365184"/>
            <a:ext cx="288753" cy="78667"/>
          </a:xfrm>
          <a:custGeom>
            <a:avLst/>
            <a:gdLst/>
            <a:ahLst/>
            <a:cxnLst/>
            <a:rect l="0" t="0" r="0" b="0"/>
            <a:pathLst>
              <a:path w="288753" h="78667">
                <a:moveTo>
                  <a:pt x="0" y="78667"/>
                </a:moveTo>
                <a:lnTo>
                  <a:pt x="288753" y="0"/>
                </a:lnTo>
              </a:path>
            </a:pathLst>
          </a:custGeom>
          <a:noFill/>
          <a:ln w="13454">
            <a:solidFill>
              <a:srgbClr val="7BAF37">
                <a:alpha val="8000"/>
              </a:srgbClr>
            </a:solidFill>
            <a:prstDash val="solid"/>
          </a:ln>
        </p:spPr>
      </p:sp>
      <p:sp>
        <p:nvSpPr>
          <p:cNvPr id="688" name="lumia-token-stream-curve">
            <a:extLst>
              <a:ext uri="{FF2B5EF4-FFF2-40B4-BE49-F238E27FC236}">
                <a16:creationId xmlns:a16="http://schemas.microsoft.com/office/drawing/2014/main" id="{EEE5C6D7-4016-4FC1-BA3F-7148107C1C20}"/>
              </a:ext>
            </a:extLst>
          </p:cNvPr>
          <p:cNvSpPr>
            <a:spLocks noGrp="1"/>
          </p:cNvSpPr>
          <p:nvPr/>
        </p:nvSpPr>
        <p:spPr>
          <a:xfrm>
            <a:off x="11039643" y="6278015"/>
            <a:ext cx="288596" cy="87170"/>
          </a:xfrm>
          <a:custGeom>
            <a:avLst/>
            <a:gdLst/>
            <a:ahLst/>
            <a:cxnLst/>
            <a:rect l="0" t="0" r="0" b="0"/>
            <a:pathLst>
              <a:path w="288596" h="87170">
                <a:moveTo>
                  <a:pt x="0" y="87170"/>
                </a:moveTo>
                <a:lnTo>
                  <a:pt x="288596" y="0"/>
                </a:lnTo>
              </a:path>
            </a:pathLst>
          </a:custGeom>
          <a:noFill/>
          <a:ln w="13565">
            <a:solidFill>
              <a:srgbClr val="69AD3E">
                <a:alpha val="8000"/>
              </a:srgbClr>
            </a:solidFill>
            <a:prstDash val="solid"/>
          </a:ln>
        </p:spPr>
      </p:sp>
      <p:sp>
        <p:nvSpPr>
          <p:cNvPr id="689" name="lumia-token-stream-curve">
            <a:extLst>
              <a:ext uri="{FF2B5EF4-FFF2-40B4-BE49-F238E27FC236}">
                <a16:creationId xmlns:a16="http://schemas.microsoft.com/office/drawing/2014/main" id="{C2D075EB-26F4-4823-965F-9A6C197FFB69}"/>
              </a:ext>
            </a:extLst>
          </p:cNvPr>
          <p:cNvSpPr>
            <a:spLocks noGrp="1"/>
          </p:cNvSpPr>
          <p:nvPr/>
        </p:nvSpPr>
        <p:spPr>
          <a:xfrm>
            <a:off x="11328238" y="6189437"/>
            <a:ext cx="288330" cy="88577"/>
          </a:xfrm>
          <a:custGeom>
            <a:avLst/>
            <a:gdLst/>
            <a:ahLst/>
            <a:cxnLst/>
            <a:rect l="0" t="0" r="0" b="0"/>
            <a:pathLst>
              <a:path w="288330" h="88577">
                <a:moveTo>
                  <a:pt x="0" y="88577"/>
                </a:moveTo>
                <a:lnTo>
                  <a:pt x="288330" y="0"/>
                </a:lnTo>
              </a:path>
            </a:pathLst>
          </a:custGeom>
          <a:noFill/>
          <a:ln w="13647">
            <a:solidFill>
              <a:srgbClr val="57AC45">
                <a:alpha val="8000"/>
              </a:srgbClr>
            </a:solidFill>
            <a:prstDash val="solid"/>
          </a:ln>
        </p:spPr>
      </p:sp>
      <p:sp>
        <p:nvSpPr>
          <p:cNvPr id="690" name="lumia-token-stream-curve">
            <a:extLst>
              <a:ext uri="{FF2B5EF4-FFF2-40B4-BE49-F238E27FC236}">
                <a16:creationId xmlns:a16="http://schemas.microsoft.com/office/drawing/2014/main" id="{BE51A303-3F2D-4788-B3D7-161F67AE1EA7}"/>
              </a:ext>
            </a:extLst>
          </p:cNvPr>
          <p:cNvSpPr>
            <a:spLocks noGrp="1"/>
          </p:cNvSpPr>
          <p:nvPr/>
        </p:nvSpPr>
        <p:spPr>
          <a:xfrm>
            <a:off x="11616569" y="6106516"/>
            <a:ext cx="287957" cy="82921"/>
          </a:xfrm>
          <a:custGeom>
            <a:avLst/>
            <a:gdLst/>
            <a:ahLst/>
            <a:cxnLst/>
            <a:rect l="0" t="0" r="0" b="0"/>
            <a:pathLst>
              <a:path w="287957" h="82921">
                <a:moveTo>
                  <a:pt x="0" y="82921"/>
                </a:moveTo>
                <a:lnTo>
                  <a:pt x="287957" y="0"/>
                </a:lnTo>
              </a:path>
            </a:pathLst>
          </a:custGeom>
          <a:noFill/>
          <a:ln w="13698">
            <a:solidFill>
              <a:srgbClr val="46AA4C">
                <a:alpha val="8000"/>
              </a:srgbClr>
            </a:solidFill>
            <a:prstDash val="solid"/>
          </a:ln>
        </p:spPr>
      </p:sp>
      <p:sp>
        <p:nvSpPr>
          <p:cNvPr id="691" name="lumia-token-stream-curve">
            <a:extLst>
              <a:ext uri="{FF2B5EF4-FFF2-40B4-BE49-F238E27FC236}">
                <a16:creationId xmlns:a16="http://schemas.microsoft.com/office/drawing/2014/main" id="{50661641-EE78-4172-9D45-24600B32DAAF}"/>
              </a:ext>
            </a:extLst>
          </p:cNvPr>
          <p:cNvSpPr>
            <a:spLocks noGrp="1"/>
          </p:cNvSpPr>
          <p:nvPr/>
        </p:nvSpPr>
        <p:spPr>
          <a:xfrm>
            <a:off x="11904525" y="6035341"/>
            <a:ext cx="287475" cy="71176"/>
          </a:xfrm>
          <a:custGeom>
            <a:avLst/>
            <a:gdLst/>
            <a:ahLst/>
            <a:cxnLst/>
            <a:rect l="0" t="0" r="0" b="0"/>
            <a:pathLst>
              <a:path w="287475" h="71176">
                <a:moveTo>
                  <a:pt x="0" y="71176"/>
                </a:moveTo>
                <a:lnTo>
                  <a:pt x="287475" y="0"/>
                </a:lnTo>
              </a:path>
            </a:pathLst>
          </a:custGeom>
          <a:noFill/>
          <a:ln w="13716">
            <a:solidFill>
              <a:srgbClr val="34A853">
                <a:alpha val="8000"/>
              </a:srgbClr>
            </a:solidFill>
            <a:prstDash val="solid"/>
          </a:ln>
        </p:spPr>
      </p:sp>
      <p:sp>
        <p:nvSpPr>
          <p:cNvPr id="692" name="lumia-token-particle">
            <a:extLst>
              <a:ext uri="{FF2B5EF4-FFF2-40B4-BE49-F238E27FC236}">
                <a16:creationId xmlns:a16="http://schemas.microsoft.com/office/drawing/2014/main" id="{5378E200-FCD8-49B2-85D8-48835DFEA8E9}"/>
              </a:ext>
            </a:extLst>
          </p:cNvPr>
          <p:cNvSpPr>
            <a:spLocks noGrp="1"/>
          </p:cNvSpPr>
          <p:nvPr/>
        </p:nvSpPr>
        <p:spPr>
          <a:xfrm rot="1665743">
            <a:off x="3984858" y="6154464"/>
            <a:ext cx="13840" cy="13840"/>
          </a:xfrm>
          <a:prstGeom prst="ellipse">
            <a:avLst/>
          </a:prstGeom>
          <a:solidFill>
            <a:srgbClr val="9E3F67">
              <a:alpha val="29000"/>
            </a:srgbClr>
          </a:solidFill>
          <a:ln w="0">
            <a:noFill/>
            <a:prstDash val="solid"/>
          </a:ln>
        </p:spPr>
      </p:sp>
      <p:sp>
        <p:nvSpPr>
          <p:cNvPr id="693" name="lumia-token-particle">
            <a:extLst>
              <a:ext uri="{FF2B5EF4-FFF2-40B4-BE49-F238E27FC236}">
                <a16:creationId xmlns:a16="http://schemas.microsoft.com/office/drawing/2014/main" id="{80193CEA-85D1-49E0-89DD-F136CF781889}"/>
              </a:ext>
            </a:extLst>
          </p:cNvPr>
          <p:cNvSpPr>
            <a:spLocks noGrp="1"/>
          </p:cNvSpPr>
          <p:nvPr/>
        </p:nvSpPr>
        <p:spPr>
          <a:xfrm rot="2510946">
            <a:off x="11275107" y="6122697"/>
            <a:ext cx="20989" cy="20989"/>
          </a:xfrm>
          <a:prstGeom prst="ellipse">
            <a:avLst/>
          </a:prstGeom>
          <a:solidFill>
            <a:srgbClr val="67AD3F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694" name="lumia-token-particle">
            <a:extLst>
              <a:ext uri="{FF2B5EF4-FFF2-40B4-BE49-F238E27FC236}">
                <a16:creationId xmlns:a16="http://schemas.microsoft.com/office/drawing/2014/main" id="{71EF2F98-D9F6-44B2-90FF-A1F6816C5500}"/>
              </a:ext>
            </a:extLst>
          </p:cNvPr>
          <p:cNvSpPr>
            <a:spLocks noGrp="1"/>
          </p:cNvSpPr>
          <p:nvPr/>
        </p:nvSpPr>
        <p:spPr>
          <a:xfrm rot="1697556">
            <a:off x="9243771" y="6389366"/>
            <a:ext cx="34587" cy="34587"/>
          </a:xfrm>
          <a:prstGeom prst="roundRect">
            <a:avLst>
              <a:gd name="adj" fmla="val 18000"/>
            </a:avLst>
          </a:prstGeom>
          <a:solidFill>
            <a:srgbClr val="EFBB0A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695" name="lumia-token-particle">
            <a:extLst>
              <a:ext uri="{FF2B5EF4-FFF2-40B4-BE49-F238E27FC236}">
                <a16:creationId xmlns:a16="http://schemas.microsoft.com/office/drawing/2014/main" id="{2A55CDEA-FA82-4837-A59A-F2B98D44A92A}"/>
              </a:ext>
            </a:extLst>
          </p:cNvPr>
          <p:cNvSpPr>
            <a:spLocks noGrp="1"/>
          </p:cNvSpPr>
          <p:nvPr/>
        </p:nvSpPr>
        <p:spPr>
          <a:xfrm rot="2403213">
            <a:off x="11379788" y="5654736"/>
            <a:ext cx="57974" cy="57974"/>
          </a:xfrm>
          <a:prstGeom prst="ellipse">
            <a:avLst/>
          </a:prstGeom>
          <a:solidFill>
            <a:srgbClr val="66AD3F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696" name="lumia-token-particle">
            <a:extLst>
              <a:ext uri="{FF2B5EF4-FFF2-40B4-BE49-F238E27FC236}">
                <a16:creationId xmlns:a16="http://schemas.microsoft.com/office/drawing/2014/main" id="{654A8DEC-560C-44ED-ACC3-B896CB3392FB}"/>
              </a:ext>
            </a:extLst>
          </p:cNvPr>
          <p:cNvSpPr>
            <a:spLocks noGrp="1"/>
          </p:cNvSpPr>
          <p:nvPr/>
        </p:nvSpPr>
        <p:spPr>
          <a:xfrm rot="1869909">
            <a:off x="10874468" y="5900658"/>
            <a:ext cx="44853" cy="44853"/>
          </a:xfrm>
          <a:prstGeom prst="ellipse">
            <a:avLst/>
          </a:prstGeom>
          <a:solidFill>
            <a:srgbClr val="72AE3B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697" name="lumia-token-particle">
            <a:extLst>
              <a:ext uri="{FF2B5EF4-FFF2-40B4-BE49-F238E27FC236}">
                <a16:creationId xmlns:a16="http://schemas.microsoft.com/office/drawing/2014/main" id="{81863F40-E4A0-4076-81AB-310CD5B7AE65}"/>
              </a:ext>
            </a:extLst>
          </p:cNvPr>
          <p:cNvSpPr>
            <a:spLocks noGrp="1"/>
          </p:cNvSpPr>
          <p:nvPr/>
        </p:nvSpPr>
        <p:spPr>
          <a:xfrm rot="1590635">
            <a:off x="3804693" y="6440983"/>
            <a:ext cx="12831" cy="12831"/>
          </a:xfrm>
          <a:prstGeom prst="ellipse">
            <a:avLst/>
          </a:prstGeom>
          <a:solidFill>
            <a:srgbClr val="963E6D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698" name="lumia-token-particle-soft-glow">
            <a:extLst>
              <a:ext uri="{FF2B5EF4-FFF2-40B4-BE49-F238E27FC236}">
                <a16:creationId xmlns:a16="http://schemas.microsoft.com/office/drawing/2014/main" id="{65DBA022-5597-4439-9DB0-6A16A488C5F0}"/>
              </a:ext>
            </a:extLst>
          </p:cNvPr>
          <p:cNvSpPr>
            <a:spLocks noGrp="1"/>
          </p:cNvSpPr>
          <p:nvPr/>
        </p:nvSpPr>
        <p:spPr>
          <a:xfrm rot="2178731">
            <a:off x="9232666" y="5884292"/>
            <a:ext cx="175749" cy="175749"/>
          </a:xfrm>
          <a:prstGeom prst="ellipse">
            <a:avLst/>
          </a:prstGeom>
          <a:solidFill>
            <a:srgbClr val="EABA0C">
              <a:alpha val="6000"/>
            </a:srgbClr>
          </a:solidFill>
          <a:ln w="0">
            <a:noFill/>
            <a:prstDash val="solid"/>
          </a:ln>
        </p:spPr>
      </p:sp>
      <p:sp>
        <p:nvSpPr>
          <p:cNvPr id="699" name="lumia-token-particle">
            <a:extLst>
              <a:ext uri="{FF2B5EF4-FFF2-40B4-BE49-F238E27FC236}">
                <a16:creationId xmlns:a16="http://schemas.microsoft.com/office/drawing/2014/main" id="{D2F24E74-03E0-4B02-991A-016EB1FE5B88}"/>
              </a:ext>
            </a:extLst>
          </p:cNvPr>
          <p:cNvSpPr>
            <a:spLocks noGrp="1"/>
          </p:cNvSpPr>
          <p:nvPr/>
        </p:nvSpPr>
        <p:spPr>
          <a:xfrm rot="1568143">
            <a:off x="9283926" y="5935552"/>
            <a:ext cx="73229" cy="73229"/>
          </a:xfrm>
          <a:prstGeom prst="ellipse">
            <a:avLst/>
          </a:prstGeom>
          <a:solidFill>
            <a:srgbClr val="EABA0C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700" name="lumia-token-particle">
            <a:extLst>
              <a:ext uri="{FF2B5EF4-FFF2-40B4-BE49-F238E27FC236}">
                <a16:creationId xmlns:a16="http://schemas.microsoft.com/office/drawing/2014/main" id="{5D4998C3-4CEE-469C-A12A-C1E1E4B395AE}"/>
              </a:ext>
            </a:extLst>
          </p:cNvPr>
          <p:cNvSpPr>
            <a:spLocks noGrp="1"/>
          </p:cNvSpPr>
          <p:nvPr/>
        </p:nvSpPr>
        <p:spPr>
          <a:xfrm rot="1578120">
            <a:off x="5126267" y="6300594"/>
            <a:ext cx="8770" cy="8770"/>
          </a:xfrm>
          <a:prstGeom prst="roundRect">
            <a:avLst>
              <a:gd name="adj" fmla="val 43443"/>
            </a:avLst>
          </a:prstGeom>
          <a:solidFill>
            <a:srgbClr val="D24245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01" name="lumia-token-particle">
            <a:extLst>
              <a:ext uri="{FF2B5EF4-FFF2-40B4-BE49-F238E27FC236}">
                <a16:creationId xmlns:a16="http://schemas.microsoft.com/office/drawing/2014/main" id="{83D2C222-E05C-4EED-9B5D-4CCE4ADE4461}"/>
              </a:ext>
            </a:extLst>
          </p:cNvPr>
          <p:cNvSpPr>
            <a:spLocks noGrp="1"/>
          </p:cNvSpPr>
          <p:nvPr/>
        </p:nvSpPr>
        <p:spPr>
          <a:xfrm rot="559659">
            <a:off x="5557870" y="6295670"/>
            <a:ext cx="16407" cy="16407"/>
          </a:xfrm>
          <a:prstGeom prst="ellipse">
            <a:avLst/>
          </a:prstGeom>
          <a:solidFill>
            <a:srgbClr val="E84336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02" name="lumia-token-particle">
            <a:extLst>
              <a:ext uri="{FF2B5EF4-FFF2-40B4-BE49-F238E27FC236}">
                <a16:creationId xmlns:a16="http://schemas.microsoft.com/office/drawing/2014/main" id="{201DF405-FC8D-4CF2-8E80-3F506E49AFB0}"/>
              </a:ext>
            </a:extLst>
          </p:cNvPr>
          <p:cNvSpPr>
            <a:spLocks noGrp="1"/>
          </p:cNvSpPr>
          <p:nvPr/>
        </p:nvSpPr>
        <p:spPr>
          <a:xfrm rot="635138">
            <a:off x="2542430" y="6523900"/>
            <a:ext cx="19558" cy="19558"/>
          </a:xfrm>
          <a:prstGeom prst="ellipse">
            <a:avLst/>
          </a:prstGeom>
          <a:solidFill>
            <a:srgbClr val="573F9B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703" name="lumia-token-particle">
            <a:extLst>
              <a:ext uri="{FF2B5EF4-FFF2-40B4-BE49-F238E27FC236}">
                <a16:creationId xmlns:a16="http://schemas.microsoft.com/office/drawing/2014/main" id="{BC86B42C-D789-4EB4-892F-B7ADB004BB18}"/>
              </a:ext>
            </a:extLst>
          </p:cNvPr>
          <p:cNvSpPr>
            <a:spLocks noGrp="1"/>
          </p:cNvSpPr>
          <p:nvPr/>
        </p:nvSpPr>
        <p:spPr>
          <a:xfrm rot="24669">
            <a:off x="5853980" y="6022087"/>
            <a:ext cx="7348" cy="7348"/>
          </a:xfrm>
          <a:prstGeom prst="ellipse">
            <a:avLst/>
          </a:prstGeom>
          <a:solidFill>
            <a:srgbClr val="EB4A32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04" name="lumia-token-particle-soft-glow">
            <a:extLst>
              <a:ext uri="{FF2B5EF4-FFF2-40B4-BE49-F238E27FC236}">
                <a16:creationId xmlns:a16="http://schemas.microsoft.com/office/drawing/2014/main" id="{53C2E100-1E6E-4DE5-BCAF-CF8026C87026}"/>
              </a:ext>
            </a:extLst>
          </p:cNvPr>
          <p:cNvSpPr>
            <a:spLocks noGrp="1"/>
          </p:cNvSpPr>
          <p:nvPr/>
        </p:nvSpPr>
        <p:spPr>
          <a:xfrm rot="1771789">
            <a:off x="8417437" y="5843864"/>
            <a:ext cx="162665" cy="162665"/>
          </a:xfrm>
          <a:prstGeom prst="roundRect">
            <a:avLst>
              <a:gd name="adj" fmla="val 18000"/>
            </a:avLst>
          </a:prstGeom>
          <a:solidFill>
            <a:srgbClr val="F8A80D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05" name="lumia-token-particle">
            <a:extLst>
              <a:ext uri="{FF2B5EF4-FFF2-40B4-BE49-F238E27FC236}">
                <a16:creationId xmlns:a16="http://schemas.microsoft.com/office/drawing/2014/main" id="{2E5ED91D-096F-43ED-BC30-7D083373A43D}"/>
              </a:ext>
            </a:extLst>
          </p:cNvPr>
          <p:cNvSpPr>
            <a:spLocks noGrp="1"/>
          </p:cNvSpPr>
          <p:nvPr/>
        </p:nvSpPr>
        <p:spPr>
          <a:xfrm rot="912976">
            <a:off x="8464881" y="5891308"/>
            <a:ext cx="67777" cy="67777"/>
          </a:xfrm>
          <a:prstGeom prst="roundRect">
            <a:avLst>
              <a:gd name="adj" fmla="val 18000"/>
            </a:avLst>
          </a:prstGeom>
          <a:solidFill>
            <a:srgbClr val="F8A80D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706" name="lumia-token-particle">
            <a:extLst>
              <a:ext uri="{FF2B5EF4-FFF2-40B4-BE49-F238E27FC236}">
                <a16:creationId xmlns:a16="http://schemas.microsoft.com/office/drawing/2014/main" id="{CB9B2875-204A-44E6-A8AC-4A24CC8BA2F9}"/>
              </a:ext>
            </a:extLst>
          </p:cNvPr>
          <p:cNvSpPr>
            <a:spLocks noGrp="1"/>
          </p:cNvSpPr>
          <p:nvPr/>
        </p:nvSpPr>
        <p:spPr>
          <a:xfrm rot="1306649">
            <a:off x="4426069" y="6208189"/>
            <a:ext cx="12747" cy="12747"/>
          </a:xfrm>
          <a:prstGeom prst="ellipse">
            <a:avLst/>
          </a:prstGeom>
          <a:solidFill>
            <a:srgbClr val="AF405C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707" name="lumia-token-particle-soft-glow">
            <a:extLst>
              <a:ext uri="{FF2B5EF4-FFF2-40B4-BE49-F238E27FC236}">
                <a16:creationId xmlns:a16="http://schemas.microsoft.com/office/drawing/2014/main" id="{5F7A952F-BAF2-4665-86BF-7363139D572F}"/>
              </a:ext>
            </a:extLst>
          </p:cNvPr>
          <p:cNvSpPr>
            <a:spLocks noGrp="1"/>
          </p:cNvSpPr>
          <p:nvPr/>
        </p:nvSpPr>
        <p:spPr>
          <a:xfrm rot="1514189">
            <a:off x="9159038" y="6285395"/>
            <a:ext cx="122354" cy="122354"/>
          </a:xfrm>
          <a:prstGeom prst="roundRect">
            <a:avLst>
              <a:gd name="adj" fmla="val 18000"/>
            </a:avLst>
          </a:prstGeom>
          <a:solidFill>
            <a:srgbClr val="E3BA0E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08" name="lumia-token-particle">
            <a:extLst>
              <a:ext uri="{FF2B5EF4-FFF2-40B4-BE49-F238E27FC236}">
                <a16:creationId xmlns:a16="http://schemas.microsoft.com/office/drawing/2014/main" id="{E3A93770-97DE-481F-B33B-C33AE4A913BB}"/>
              </a:ext>
            </a:extLst>
          </p:cNvPr>
          <p:cNvSpPr>
            <a:spLocks noGrp="1"/>
          </p:cNvSpPr>
          <p:nvPr/>
        </p:nvSpPr>
        <p:spPr>
          <a:xfrm rot="908886">
            <a:off x="9194725" y="6321082"/>
            <a:ext cx="50981" cy="50981"/>
          </a:xfrm>
          <a:prstGeom prst="roundRect">
            <a:avLst>
              <a:gd name="adj" fmla="val 18000"/>
            </a:avLst>
          </a:prstGeom>
          <a:solidFill>
            <a:srgbClr val="E3BA0E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709" name="lumia-token-particle">
            <a:extLst>
              <a:ext uri="{FF2B5EF4-FFF2-40B4-BE49-F238E27FC236}">
                <a16:creationId xmlns:a16="http://schemas.microsoft.com/office/drawing/2014/main" id="{3E9C6AAC-9435-45E3-8CE6-8AB7D82D4F4C}"/>
              </a:ext>
            </a:extLst>
          </p:cNvPr>
          <p:cNvSpPr>
            <a:spLocks noGrp="1"/>
          </p:cNvSpPr>
          <p:nvPr/>
        </p:nvSpPr>
        <p:spPr>
          <a:xfrm rot="394699">
            <a:off x="4462537" y="6210640"/>
            <a:ext cx="8660" cy="8660"/>
          </a:xfrm>
          <a:prstGeom prst="roundRect">
            <a:avLst>
              <a:gd name="adj" fmla="val 43995"/>
            </a:avLst>
          </a:prstGeom>
          <a:solidFill>
            <a:srgbClr val="AD405D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710" name="lumia-token-particle">
            <a:extLst>
              <a:ext uri="{FF2B5EF4-FFF2-40B4-BE49-F238E27FC236}">
                <a16:creationId xmlns:a16="http://schemas.microsoft.com/office/drawing/2014/main" id="{33A039B1-97BE-4B9E-B424-14CC27CFB750}"/>
              </a:ext>
            </a:extLst>
          </p:cNvPr>
          <p:cNvSpPr>
            <a:spLocks noGrp="1"/>
          </p:cNvSpPr>
          <p:nvPr/>
        </p:nvSpPr>
        <p:spPr>
          <a:xfrm rot="1989772">
            <a:off x="10922237" y="6072714"/>
            <a:ext cx="27638" cy="27638"/>
          </a:xfrm>
          <a:prstGeom prst="ellipse">
            <a:avLst/>
          </a:prstGeom>
          <a:solidFill>
            <a:srgbClr val="7AAF38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711" name="lumia-token-particle-soft-glow">
            <a:extLst>
              <a:ext uri="{FF2B5EF4-FFF2-40B4-BE49-F238E27FC236}">
                <a16:creationId xmlns:a16="http://schemas.microsoft.com/office/drawing/2014/main" id="{B9D805F0-926E-43C4-AF3B-CF96C2960940}"/>
              </a:ext>
            </a:extLst>
          </p:cNvPr>
          <p:cNvSpPr>
            <a:spLocks noGrp="1"/>
          </p:cNvSpPr>
          <p:nvPr/>
        </p:nvSpPr>
        <p:spPr>
          <a:xfrm rot="946750">
            <a:off x="4111047" y="6126505"/>
            <a:ext cx="116147" cy="116147"/>
          </a:xfrm>
          <a:prstGeom prst="roundRect">
            <a:avLst>
              <a:gd name="adj" fmla="val 18000"/>
            </a:avLst>
          </a:prstGeom>
          <a:solidFill>
            <a:srgbClr val="A03F65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12" name="lumia-token-particle">
            <a:extLst>
              <a:ext uri="{FF2B5EF4-FFF2-40B4-BE49-F238E27FC236}">
                <a16:creationId xmlns:a16="http://schemas.microsoft.com/office/drawing/2014/main" id="{192B05D8-B80B-4221-AF6D-964636999460}"/>
              </a:ext>
            </a:extLst>
          </p:cNvPr>
          <p:cNvSpPr>
            <a:spLocks noGrp="1"/>
          </p:cNvSpPr>
          <p:nvPr/>
        </p:nvSpPr>
        <p:spPr>
          <a:xfrm rot="103521">
            <a:off x="4144923" y="6160381"/>
            <a:ext cx="48395" cy="48395"/>
          </a:xfrm>
          <a:prstGeom prst="roundRect">
            <a:avLst>
              <a:gd name="adj" fmla="val 18000"/>
            </a:avLst>
          </a:prstGeom>
          <a:solidFill>
            <a:srgbClr val="A03F65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713" name="lumia-token-particle">
            <a:extLst>
              <a:ext uri="{FF2B5EF4-FFF2-40B4-BE49-F238E27FC236}">
                <a16:creationId xmlns:a16="http://schemas.microsoft.com/office/drawing/2014/main" id="{82308AC6-AC14-4DB1-802E-A641CF8CFD75}"/>
              </a:ext>
            </a:extLst>
          </p:cNvPr>
          <p:cNvSpPr>
            <a:spLocks noGrp="1"/>
          </p:cNvSpPr>
          <p:nvPr/>
        </p:nvSpPr>
        <p:spPr>
          <a:xfrm rot="1264244">
            <a:off x="6563553" y="6098642"/>
            <a:ext cx="10105" cy="10105"/>
          </a:xfrm>
          <a:prstGeom prst="roundRect">
            <a:avLst>
              <a:gd name="adj" fmla="val 37704"/>
            </a:avLst>
          </a:prstGeom>
          <a:solidFill>
            <a:srgbClr val="F06D25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714" name="lumia-token-particle-soft-glow">
            <a:extLst>
              <a:ext uri="{FF2B5EF4-FFF2-40B4-BE49-F238E27FC236}">
                <a16:creationId xmlns:a16="http://schemas.microsoft.com/office/drawing/2014/main" id="{44DD4A06-9ECC-485F-A67B-B70DF18C7FCE}"/>
              </a:ext>
            </a:extLst>
          </p:cNvPr>
          <p:cNvSpPr>
            <a:spLocks noGrp="1"/>
          </p:cNvSpPr>
          <p:nvPr/>
        </p:nvSpPr>
        <p:spPr>
          <a:xfrm rot="2432012">
            <a:off x="9299683" y="5821687"/>
            <a:ext cx="192587" cy="192587"/>
          </a:xfrm>
          <a:prstGeom prst="roundRect">
            <a:avLst>
              <a:gd name="adj" fmla="val 18000"/>
            </a:avLst>
          </a:prstGeom>
          <a:solidFill>
            <a:srgbClr val="E5BA0D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15" name="lumia-token-particle">
            <a:extLst>
              <a:ext uri="{FF2B5EF4-FFF2-40B4-BE49-F238E27FC236}">
                <a16:creationId xmlns:a16="http://schemas.microsoft.com/office/drawing/2014/main" id="{2D4C957A-7DD7-42F5-844D-19CCC8D67FE0}"/>
              </a:ext>
            </a:extLst>
          </p:cNvPr>
          <p:cNvSpPr>
            <a:spLocks noGrp="1"/>
          </p:cNvSpPr>
          <p:nvPr/>
        </p:nvSpPr>
        <p:spPr>
          <a:xfrm rot="789597">
            <a:off x="9355854" y="5877858"/>
            <a:ext cx="80244" cy="80244"/>
          </a:xfrm>
          <a:prstGeom prst="roundRect">
            <a:avLst>
              <a:gd name="adj" fmla="val 18000"/>
            </a:avLst>
          </a:prstGeom>
          <a:solidFill>
            <a:srgbClr val="E5BA0D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716" name="lumia-token-particle-soft-glow">
            <a:extLst>
              <a:ext uri="{FF2B5EF4-FFF2-40B4-BE49-F238E27FC236}">
                <a16:creationId xmlns:a16="http://schemas.microsoft.com/office/drawing/2014/main" id="{25C6216D-374A-42D7-B95C-3791A8A08877}"/>
              </a:ext>
            </a:extLst>
          </p:cNvPr>
          <p:cNvSpPr>
            <a:spLocks noGrp="1"/>
          </p:cNvSpPr>
          <p:nvPr/>
        </p:nvSpPr>
        <p:spPr>
          <a:xfrm rot="11718">
            <a:off x="2462198" y="6241496"/>
            <a:ext cx="64307" cy="64307"/>
          </a:xfrm>
          <a:prstGeom prst="roundRect">
            <a:avLst>
              <a:gd name="adj" fmla="val 18000"/>
            </a:avLst>
          </a:prstGeom>
          <a:solidFill>
            <a:srgbClr val="56419C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17" name="lumia-token-particle">
            <a:extLst>
              <a:ext uri="{FF2B5EF4-FFF2-40B4-BE49-F238E27FC236}">
                <a16:creationId xmlns:a16="http://schemas.microsoft.com/office/drawing/2014/main" id="{141FFA39-2098-4255-843F-BA7BE037C7FB}"/>
              </a:ext>
            </a:extLst>
          </p:cNvPr>
          <p:cNvSpPr>
            <a:spLocks noGrp="1"/>
          </p:cNvSpPr>
          <p:nvPr/>
        </p:nvSpPr>
        <p:spPr>
          <a:xfrm rot="2251045">
            <a:off x="2480954" y="6260252"/>
            <a:ext cx="26795" cy="26795"/>
          </a:xfrm>
          <a:prstGeom prst="roundRect">
            <a:avLst>
              <a:gd name="adj" fmla="val 18000"/>
            </a:avLst>
          </a:prstGeom>
          <a:solidFill>
            <a:srgbClr val="56419C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718" name="lumia-token-particle">
            <a:extLst>
              <a:ext uri="{FF2B5EF4-FFF2-40B4-BE49-F238E27FC236}">
                <a16:creationId xmlns:a16="http://schemas.microsoft.com/office/drawing/2014/main" id="{DACA8E7A-A7CC-4E9F-B500-83A53A3DA16B}"/>
              </a:ext>
            </a:extLst>
          </p:cNvPr>
          <p:cNvSpPr>
            <a:spLocks noGrp="1"/>
          </p:cNvSpPr>
          <p:nvPr/>
        </p:nvSpPr>
        <p:spPr>
          <a:xfrm rot="574846">
            <a:off x="11439947" y="5820959"/>
            <a:ext cx="14165" cy="14165"/>
          </a:xfrm>
          <a:prstGeom prst="roundRect">
            <a:avLst>
              <a:gd name="adj" fmla="val 26897"/>
            </a:avLst>
          </a:prstGeom>
          <a:solidFill>
            <a:srgbClr val="5FAC42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719" name="lumia-token-particle">
            <a:extLst>
              <a:ext uri="{FF2B5EF4-FFF2-40B4-BE49-F238E27FC236}">
                <a16:creationId xmlns:a16="http://schemas.microsoft.com/office/drawing/2014/main" id="{DEAAA519-8984-4FE9-8E91-F48859961D95}"/>
              </a:ext>
            </a:extLst>
          </p:cNvPr>
          <p:cNvSpPr>
            <a:spLocks noGrp="1"/>
          </p:cNvSpPr>
          <p:nvPr/>
        </p:nvSpPr>
        <p:spPr>
          <a:xfrm rot="2108243">
            <a:off x="3386752" y="6100817"/>
            <a:ext cx="20429" cy="20429"/>
          </a:xfrm>
          <a:prstGeom prst="roundRect">
            <a:avLst>
              <a:gd name="adj" fmla="val 18650"/>
            </a:avLst>
          </a:prstGeom>
          <a:solidFill>
            <a:srgbClr val="7C3D7D">
              <a:alpha val="28000"/>
            </a:srgbClr>
          </a:solidFill>
          <a:ln w="0">
            <a:noFill/>
            <a:prstDash val="solid"/>
          </a:ln>
        </p:spPr>
      </p:sp>
      <p:sp>
        <p:nvSpPr>
          <p:cNvPr id="720" name="lumia-token-particle-soft-glow">
            <a:extLst>
              <a:ext uri="{FF2B5EF4-FFF2-40B4-BE49-F238E27FC236}">
                <a16:creationId xmlns:a16="http://schemas.microsoft.com/office/drawing/2014/main" id="{737323C3-6D76-481E-BEE6-6CC222DDB01E}"/>
              </a:ext>
            </a:extLst>
          </p:cNvPr>
          <p:cNvSpPr>
            <a:spLocks noGrp="1"/>
          </p:cNvSpPr>
          <p:nvPr/>
        </p:nvSpPr>
        <p:spPr>
          <a:xfrm rot="996481">
            <a:off x="4506585" y="6121252"/>
            <a:ext cx="92418" cy="92418"/>
          </a:xfrm>
          <a:prstGeom prst="roundRect">
            <a:avLst>
              <a:gd name="adj" fmla="val 18000"/>
            </a:avLst>
          </a:prstGeom>
          <a:solidFill>
            <a:srgbClr val="B34059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21" name="lumia-token-particle">
            <a:extLst>
              <a:ext uri="{FF2B5EF4-FFF2-40B4-BE49-F238E27FC236}">
                <a16:creationId xmlns:a16="http://schemas.microsoft.com/office/drawing/2014/main" id="{0ABA0DF0-544A-48A4-A15E-3D69591FF6BB}"/>
              </a:ext>
            </a:extLst>
          </p:cNvPr>
          <p:cNvSpPr>
            <a:spLocks noGrp="1"/>
          </p:cNvSpPr>
          <p:nvPr/>
        </p:nvSpPr>
        <p:spPr>
          <a:xfrm rot="192993">
            <a:off x="4533540" y="6148207"/>
            <a:ext cx="38508" cy="38508"/>
          </a:xfrm>
          <a:prstGeom prst="roundRect">
            <a:avLst>
              <a:gd name="adj" fmla="val 18000"/>
            </a:avLst>
          </a:prstGeom>
          <a:solidFill>
            <a:srgbClr val="B34059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722" name="lumia-token-particle">
            <a:extLst>
              <a:ext uri="{FF2B5EF4-FFF2-40B4-BE49-F238E27FC236}">
                <a16:creationId xmlns:a16="http://schemas.microsoft.com/office/drawing/2014/main" id="{3443A055-573E-4747-B8D2-510FF028988D}"/>
              </a:ext>
            </a:extLst>
          </p:cNvPr>
          <p:cNvSpPr>
            <a:spLocks noGrp="1"/>
          </p:cNvSpPr>
          <p:nvPr/>
        </p:nvSpPr>
        <p:spPr>
          <a:xfrm rot="2220783">
            <a:off x="5264636" y="6233718"/>
            <a:ext cx="20110" cy="20110"/>
          </a:xfrm>
          <a:prstGeom prst="ellipse">
            <a:avLst/>
          </a:prstGeom>
          <a:solidFill>
            <a:srgbClr val="D64242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723" name="lumia-token-particle">
            <a:extLst>
              <a:ext uri="{FF2B5EF4-FFF2-40B4-BE49-F238E27FC236}">
                <a16:creationId xmlns:a16="http://schemas.microsoft.com/office/drawing/2014/main" id="{53CA8E87-56B6-4B7D-A84E-9B33EADFA0A0}"/>
              </a:ext>
            </a:extLst>
          </p:cNvPr>
          <p:cNvSpPr>
            <a:spLocks noGrp="1"/>
          </p:cNvSpPr>
          <p:nvPr/>
        </p:nvSpPr>
        <p:spPr>
          <a:xfrm rot="81606">
            <a:off x="12154426" y="5735447"/>
            <a:ext cx="46674" cy="46674"/>
          </a:xfrm>
          <a:prstGeom prst="roundRect">
            <a:avLst>
              <a:gd name="adj" fmla="val 18000"/>
            </a:avLst>
          </a:prstGeom>
          <a:solidFill>
            <a:srgbClr val="3DA950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724" name="lumia-token-particle">
            <a:extLst>
              <a:ext uri="{FF2B5EF4-FFF2-40B4-BE49-F238E27FC236}">
                <a16:creationId xmlns:a16="http://schemas.microsoft.com/office/drawing/2014/main" id="{1314886F-C277-49A4-8545-6229A76397FF}"/>
              </a:ext>
            </a:extLst>
          </p:cNvPr>
          <p:cNvSpPr>
            <a:spLocks noGrp="1"/>
          </p:cNvSpPr>
          <p:nvPr/>
        </p:nvSpPr>
        <p:spPr>
          <a:xfrm rot="1825047">
            <a:off x="3773845" y="6189974"/>
            <a:ext cx="11853" cy="11853"/>
          </a:xfrm>
          <a:prstGeom prst="ellipse">
            <a:avLst/>
          </a:prstGeom>
          <a:solidFill>
            <a:srgbClr val="8E3E71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725" name="lumia-token-particle">
            <a:extLst>
              <a:ext uri="{FF2B5EF4-FFF2-40B4-BE49-F238E27FC236}">
                <a16:creationId xmlns:a16="http://schemas.microsoft.com/office/drawing/2014/main" id="{6585E226-A228-486B-81E8-739FEB752F94}"/>
              </a:ext>
            </a:extLst>
          </p:cNvPr>
          <p:cNvSpPr>
            <a:spLocks noGrp="1"/>
          </p:cNvSpPr>
          <p:nvPr/>
        </p:nvSpPr>
        <p:spPr>
          <a:xfrm rot="843326">
            <a:off x="10435120" y="6379473"/>
            <a:ext cx="21041" cy="21041"/>
          </a:xfrm>
          <a:prstGeom prst="ellipse">
            <a:avLst/>
          </a:prstGeom>
          <a:solidFill>
            <a:srgbClr val="9BB22B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726" name="lumia-token-particle">
            <a:extLst>
              <a:ext uri="{FF2B5EF4-FFF2-40B4-BE49-F238E27FC236}">
                <a16:creationId xmlns:a16="http://schemas.microsoft.com/office/drawing/2014/main" id="{0DAAC2E2-870B-4B9F-8AB8-91857BCD3367}"/>
              </a:ext>
            </a:extLst>
          </p:cNvPr>
          <p:cNvSpPr>
            <a:spLocks noGrp="1"/>
          </p:cNvSpPr>
          <p:nvPr/>
        </p:nvSpPr>
        <p:spPr>
          <a:xfrm rot="2050470">
            <a:off x="8950005" y="6102672"/>
            <a:ext cx="21803" cy="21803"/>
          </a:xfrm>
          <a:prstGeom prst="ellipse">
            <a:avLst/>
          </a:prstGeom>
          <a:solidFill>
            <a:srgbClr val="FBBB05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727" name="lumia-token-particle-soft-glow">
            <a:extLst>
              <a:ext uri="{FF2B5EF4-FFF2-40B4-BE49-F238E27FC236}">
                <a16:creationId xmlns:a16="http://schemas.microsoft.com/office/drawing/2014/main" id="{89585812-5675-4F58-A2DE-8F5A4B75F3FF}"/>
              </a:ext>
            </a:extLst>
          </p:cNvPr>
          <p:cNvSpPr>
            <a:spLocks noGrp="1"/>
          </p:cNvSpPr>
          <p:nvPr/>
        </p:nvSpPr>
        <p:spPr>
          <a:xfrm rot="2502000">
            <a:off x="7875713" y="6079014"/>
            <a:ext cx="93822" cy="93822"/>
          </a:xfrm>
          <a:prstGeom prst="ellipse">
            <a:avLst/>
          </a:prstGeom>
          <a:solidFill>
            <a:srgbClr val="F69614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28" name="lumia-token-particle">
            <a:extLst>
              <a:ext uri="{FF2B5EF4-FFF2-40B4-BE49-F238E27FC236}">
                <a16:creationId xmlns:a16="http://schemas.microsoft.com/office/drawing/2014/main" id="{6B16E0E7-C8C6-4A33-9399-D72D81DC9A65}"/>
              </a:ext>
            </a:extLst>
          </p:cNvPr>
          <p:cNvSpPr>
            <a:spLocks noGrp="1"/>
          </p:cNvSpPr>
          <p:nvPr/>
        </p:nvSpPr>
        <p:spPr>
          <a:xfrm rot="2428173">
            <a:off x="7903077" y="6106378"/>
            <a:ext cx="39093" cy="39093"/>
          </a:xfrm>
          <a:prstGeom prst="ellipse">
            <a:avLst/>
          </a:prstGeom>
          <a:solidFill>
            <a:srgbClr val="F69614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729" name="lumia-token-particle">
            <a:extLst>
              <a:ext uri="{FF2B5EF4-FFF2-40B4-BE49-F238E27FC236}">
                <a16:creationId xmlns:a16="http://schemas.microsoft.com/office/drawing/2014/main" id="{BCF7B03C-F7B0-4613-A0F3-C3253BA13C2E}"/>
              </a:ext>
            </a:extLst>
          </p:cNvPr>
          <p:cNvSpPr>
            <a:spLocks noGrp="1"/>
          </p:cNvSpPr>
          <p:nvPr/>
        </p:nvSpPr>
        <p:spPr>
          <a:xfrm rot="1152247">
            <a:off x="11218747" y="5547021"/>
            <a:ext cx="13194" cy="13194"/>
          </a:xfrm>
          <a:prstGeom prst="ellipse">
            <a:avLst/>
          </a:prstGeom>
          <a:solidFill>
            <a:srgbClr val="5EAC43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730" name="lumia-token-particle-soft-glow">
            <a:extLst>
              <a:ext uri="{FF2B5EF4-FFF2-40B4-BE49-F238E27FC236}">
                <a16:creationId xmlns:a16="http://schemas.microsoft.com/office/drawing/2014/main" id="{277983DD-4509-453F-91F6-950A5EA28748}"/>
              </a:ext>
            </a:extLst>
          </p:cNvPr>
          <p:cNvSpPr>
            <a:spLocks noGrp="1"/>
          </p:cNvSpPr>
          <p:nvPr/>
        </p:nvSpPr>
        <p:spPr>
          <a:xfrm rot="2095144">
            <a:off x="4226378" y="6251182"/>
            <a:ext cx="70460" cy="70460"/>
          </a:xfrm>
          <a:prstGeom prst="ellipse">
            <a:avLst/>
          </a:prstGeom>
          <a:solidFill>
            <a:srgbClr val="A83F60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31" name="lumia-token-particle">
            <a:extLst>
              <a:ext uri="{FF2B5EF4-FFF2-40B4-BE49-F238E27FC236}">
                <a16:creationId xmlns:a16="http://schemas.microsoft.com/office/drawing/2014/main" id="{0EA48BD6-F93A-4694-9798-050AB3D50607}"/>
              </a:ext>
            </a:extLst>
          </p:cNvPr>
          <p:cNvSpPr>
            <a:spLocks noGrp="1"/>
          </p:cNvSpPr>
          <p:nvPr/>
        </p:nvSpPr>
        <p:spPr>
          <a:xfrm rot="21720">
            <a:off x="4246929" y="6271732"/>
            <a:ext cx="29358" cy="29358"/>
          </a:xfrm>
          <a:prstGeom prst="ellipse">
            <a:avLst/>
          </a:prstGeom>
          <a:solidFill>
            <a:srgbClr val="A83F60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732" name="lumia-token-particle">
            <a:extLst>
              <a:ext uri="{FF2B5EF4-FFF2-40B4-BE49-F238E27FC236}">
                <a16:creationId xmlns:a16="http://schemas.microsoft.com/office/drawing/2014/main" id="{1CDE8C63-1230-4048-BE94-705E83B43772}"/>
              </a:ext>
            </a:extLst>
          </p:cNvPr>
          <p:cNvSpPr>
            <a:spLocks noGrp="1"/>
          </p:cNvSpPr>
          <p:nvPr/>
        </p:nvSpPr>
        <p:spPr>
          <a:xfrm rot="1496719">
            <a:off x="6793592" y="6309733"/>
            <a:ext cx="15737" cy="15737"/>
          </a:xfrm>
          <a:prstGeom prst="ellipse">
            <a:avLst/>
          </a:prstGeom>
          <a:solidFill>
            <a:srgbClr val="F17322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733" name="lumia-token-particle">
            <a:extLst>
              <a:ext uri="{FF2B5EF4-FFF2-40B4-BE49-F238E27FC236}">
                <a16:creationId xmlns:a16="http://schemas.microsoft.com/office/drawing/2014/main" id="{9BC16895-FE9E-47BA-93BA-208B8B0B8A84}"/>
              </a:ext>
            </a:extLst>
          </p:cNvPr>
          <p:cNvSpPr>
            <a:spLocks noGrp="1"/>
          </p:cNvSpPr>
          <p:nvPr/>
        </p:nvSpPr>
        <p:spPr>
          <a:xfrm rot="271541">
            <a:off x="7286173" y="6118095"/>
            <a:ext cx="8799" cy="8799"/>
          </a:xfrm>
          <a:prstGeom prst="ellipse">
            <a:avLst/>
          </a:prstGeom>
          <a:solidFill>
            <a:srgbClr val="F27F1D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734" name="lumia-token-particle-soft-glow">
            <a:extLst>
              <a:ext uri="{FF2B5EF4-FFF2-40B4-BE49-F238E27FC236}">
                <a16:creationId xmlns:a16="http://schemas.microsoft.com/office/drawing/2014/main" id="{F8944060-5608-483A-B50D-7439E3F2DD32}"/>
              </a:ext>
            </a:extLst>
          </p:cNvPr>
          <p:cNvSpPr>
            <a:spLocks noGrp="1"/>
          </p:cNvSpPr>
          <p:nvPr/>
        </p:nvSpPr>
        <p:spPr>
          <a:xfrm rot="279101">
            <a:off x="7488998" y="6449767"/>
            <a:ext cx="142774" cy="142774"/>
          </a:xfrm>
          <a:prstGeom prst="roundRect">
            <a:avLst>
              <a:gd name="adj" fmla="val 18000"/>
            </a:avLst>
          </a:prstGeom>
          <a:solidFill>
            <a:srgbClr val="F48C18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35" name="lumia-token-particle">
            <a:extLst>
              <a:ext uri="{FF2B5EF4-FFF2-40B4-BE49-F238E27FC236}">
                <a16:creationId xmlns:a16="http://schemas.microsoft.com/office/drawing/2014/main" id="{782FD230-C2CD-4B5F-A041-C72AFB8320CC}"/>
              </a:ext>
            </a:extLst>
          </p:cNvPr>
          <p:cNvSpPr>
            <a:spLocks noGrp="1"/>
          </p:cNvSpPr>
          <p:nvPr/>
        </p:nvSpPr>
        <p:spPr>
          <a:xfrm rot="306590">
            <a:off x="7530641" y="6491409"/>
            <a:ext cx="59489" cy="59489"/>
          </a:xfrm>
          <a:prstGeom prst="roundRect">
            <a:avLst>
              <a:gd name="adj" fmla="val 18000"/>
            </a:avLst>
          </a:prstGeom>
          <a:solidFill>
            <a:srgbClr val="F48C18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736" name="lumia-token-particle">
            <a:extLst>
              <a:ext uri="{FF2B5EF4-FFF2-40B4-BE49-F238E27FC236}">
                <a16:creationId xmlns:a16="http://schemas.microsoft.com/office/drawing/2014/main" id="{803ED64A-5C7A-41DE-81B7-891C0DC3CBCF}"/>
              </a:ext>
            </a:extLst>
          </p:cNvPr>
          <p:cNvSpPr>
            <a:spLocks noGrp="1"/>
          </p:cNvSpPr>
          <p:nvPr/>
        </p:nvSpPr>
        <p:spPr>
          <a:xfrm rot="512638">
            <a:off x="7006345" y="6172021"/>
            <a:ext cx="17252" cy="17252"/>
          </a:xfrm>
          <a:prstGeom prst="roundRect">
            <a:avLst>
              <a:gd name="adj" fmla="val 22084"/>
            </a:avLst>
          </a:prstGeom>
          <a:solidFill>
            <a:srgbClr val="F07123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737" name="lumia-token-particle">
            <a:extLst>
              <a:ext uri="{FF2B5EF4-FFF2-40B4-BE49-F238E27FC236}">
                <a16:creationId xmlns:a16="http://schemas.microsoft.com/office/drawing/2014/main" id="{DFCA1193-0D80-421F-91A3-541D1A1C2C57}"/>
              </a:ext>
            </a:extLst>
          </p:cNvPr>
          <p:cNvSpPr>
            <a:spLocks noGrp="1"/>
          </p:cNvSpPr>
          <p:nvPr/>
        </p:nvSpPr>
        <p:spPr>
          <a:xfrm rot="2580607">
            <a:off x="8594371" y="6370057"/>
            <a:ext cx="21048" cy="21048"/>
          </a:xfrm>
          <a:prstGeom prst="roundRect">
            <a:avLst>
              <a:gd name="adj" fmla="val 18101"/>
            </a:avLst>
          </a:prstGeom>
          <a:solidFill>
            <a:srgbClr val="F9B00A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738" name="lumia-token-particle-soft-glow">
            <a:extLst>
              <a:ext uri="{FF2B5EF4-FFF2-40B4-BE49-F238E27FC236}">
                <a16:creationId xmlns:a16="http://schemas.microsoft.com/office/drawing/2014/main" id="{F4239BCE-A47F-4B8E-BD27-0D783760884F}"/>
              </a:ext>
            </a:extLst>
          </p:cNvPr>
          <p:cNvSpPr>
            <a:spLocks noGrp="1"/>
          </p:cNvSpPr>
          <p:nvPr/>
        </p:nvSpPr>
        <p:spPr>
          <a:xfrm rot="515610">
            <a:off x="7498067" y="6152933"/>
            <a:ext cx="102355" cy="102355"/>
          </a:xfrm>
          <a:prstGeom prst="ellipse">
            <a:avLst/>
          </a:prstGeom>
          <a:solidFill>
            <a:srgbClr val="F48A19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39" name="lumia-token-particle">
            <a:extLst>
              <a:ext uri="{FF2B5EF4-FFF2-40B4-BE49-F238E27FC236}">
                <a16:creationId xmlns:a16="http://schemas.microsoft.com/office/drawing/2014/main" id="{5A8515D4-5DD0-4CD7-82BE-FF0653178DB1}"/>
              </a:ext>
            </a:extLst>
          </p:cNvPr>
          <p:cNvSpPr>
            <a:spLocks noGrp="1"/>
          </p:cNvSpPr>
          <p:nvPr/>
        </p:nvSpPr>
        <p:spPr>
          <a:xfrm rot="682807">
            <a:off x="7527920" y="6182786"/>
            <a:ext cx="42648" cy="42648"/>
          </a:xfrm>
          <a:prstGeom prst="ellipse">
            <a:avLst/>
          </a:prstGeom>
          <a:solidFill>
            <a:srgbClr val="F48A19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740" name="lumia-token-particle-soft-glow">
            <a:extLst>
              <a:ext uri="{FF2B5EF4-FFF2-40B4-BE49-F238E27FC236}">
                <a16:creationId xmlns:a16="http://schemas.microsoft.com/office/drawing/2014/main" id="{CD84776A-B578-4D5F-8526-7F15CDCAB7B8}"/>
              </a:ext>
            </a:extLst>
          </p:cNvPr>
          <p:cNvSpPr>
            <a:spLocks noGrp="1"/>
          </p:cNvSpPr>
          <p:nvPr/>
        </p:nvSpPr>
        <p:spPr>
          <a:xfrm rot="1598877">
            <a:off x="8321145" y="5990522"/>
            <a:ext cx="138843" cy="138843"/>
          </a:xfrm>
          <a:prstGeom prst="roundRect">
            <a:avLst>
              <a:gd name="adj" fmla="val 18000"/>
            </a:avLst>
          </a:prstGeom>
          <a:solidFill>
            <a:srgbClr val="F8A40F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41" name="lumia-token-particle">
            <a:extLst>
              <a:ext uri="{FF2B5EF4-FFF2-40B4-BE49-F238E27FC236}">
                <a16:creationId xmlns:a16="http://schemas.microsoft.com/office/drawing/2014/main" id="{6B6EAACA-1392-4F02-B114-5F83AE49BBD8}"/>
              </a:ext>
            </a:extLst>
          </p:cNvPr>
          <p:cNvSpPr>
            <a:spLocks noGrp="1"/>
          </p:cNvSpPr>
          <p:nvPr/>
        </p:nvSpPr>
        <p:spPr>
          <a:xfrm rot="796173">
            <a:off x="8361641" y="6031018"/>
            <a:ext cx="57851" cy="57851"/>
          </a:xfrm>
          <a:prstGeom prst="roundRect">
            <a:avLst>
              <a:gd name="adj" fmla="val 18000"/>
            </a:avLst>
          </a:prstGeom>
          <a:solidFill>
            <a:srgbClr val="F8A40F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742" name="lumia-token-particle">
            <a:extLst>
              <a:ext uri="{FF2B5EF4-FFF2-40B4-BE49-F238E27FC236}">
                <a16:creationId xmlns:a16="http://schemas.microsoft.com/office/drawing/2014/main" id="{2F267B94-20FD-4D27-9114-110E855BEEE5}"/>
              </a:ext>
            </a:extLst>
          </p:cNvPr>
          <p:cNvSpPr>
            <a:spLocks noGrp="1"/>
          </p:cNvSpPr>
          <p:nvPr/>
        </p:nvSpPr>
        <p:spPr>
          <a:xfrm rot="2563832">
            <a:off x="11870562" y="6277129"/>
            <a:ext cx="47587" cy="47587"/>
          </a:xfrm>
          <a:prstGeom prst="roundRect">
            <a:avLst>
              <a:gd name="adj" fmla="val 18000"/>
            </a:avLst>
          </a:prstGeom>
          <a:solidFill>
            <a:srgbClr val="48AA4B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743" name="lumia-token-particle">
            <a:extLst>
              <a:ext uri="{FF2B5EF4-FFF2-40B4-BE49-F238E27FC236}">
                <a16:creationId xmlns:a16="http://schemas.microsoft.com/office/drawing/2014/main" id="{25FF3D52-0AA0-49A5-9986-2786CA512988}"/>
              </a:ext>
            </a:extLst>
          </p:cNvPr>
          <p:cNvSpPr>
            <a:spLocks noGrp="1"/>
          </p:cNvSpPr>
          <p:nvPr/>
        </p:nvSpPr>
        <p:spPr>
          <a:xfrm rot="1623651">
            <a:off x="5486766" y="6184183"/>
            <a:ext cx="12908" cy="12908"/>
          </a:xfrm>
          <a:prstGeom prst="roundRect">
            <a:avLst>
              <a:gd name="adj" fmla="val 29517"/>
            </a:avLst>
          </a:prstGeom>
          <a:solidFill>
            <a:srgbClr val="EA4335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44" name="lumia-token-particle">
            <a:extLst>
              <a:ext uri="{FF2B5EF4-FFF2-40B4-BE49-F238E27FC236}">
                <a16:creationId xmlns:a16="http://schemas.microsoft.com/office/drawing/2014/main" id="{78BDFBB7-1C41-4F0A-81C7-7FBC659C6034}"/>
              </a:ext>
            </a:extLst>
          </p:cNvPr>
          <p:cNvSpPr>
            <a:spLocks noGrp="1"/>
          </p:cNvSpPr>
          <p:nvPr/>
        </p:nvSpPr>
        <p:spPr>
          <a:xfrm rot="1258915">
            <a:off x="8183535" y="6589355"/>
            <a:ext cx="9430" cy="9430"/>
          </a:xfrm>
          <a:prstGeom prst="roundRect">
            <a:avLst>
              <a:gd name="adj" fmla="val 40403"/>
            </a:avLst>
          </a:prstGeom>
          <a:solidFill>
            <a:srgbClr val="F79E11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745" name="lumia-token-particle">
            <a:extLst>
              <a:ext uri="{FF2B5EF4-FFF2-40B4-BE49-F238E27FC236}">
                <a16:creationId xmlns:a16="http://schemas.microsoft.com/office/drawing/2014/main" id="{A1C1265F-A1E9-4ED4-AFEE-9D41706CDBFC}"/>
              </a:ext>
            </a:extLst>
          </p:cNvPr>
          <p:cNvSpPr>
            <a:spLocks noGrp="1"/>
          </p:cNvSpPr>
          <p:nvPr/>
        </p:nvSpPr>
        <p:spPr>
          <a:xfrm rot="1429923">
            <a:off x="6576229" y="6261844"/>
            <a:ext cx="16159" cy="16159"/>
          </a:xfrm>
          <a:prstGeom prst="ellipse">
            <a:avLst/>
          </a:prstGeom>
          <a:solidFill>
            <a:srgbClr val="EF6926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746" name="lumia-token-particle">
            <a:extLst>
              <a:ext uri="{FF2B5EF4-FFF2-40B4-BE49-F238E27FC236}">
                <a16:creationId xmlns:a16="http://schemas.microsoft.com/office/drawing/2014/main" id="{72CBD069-8FFF-40E1-9FD8-51A3CC225699}"/>
              </a:ext>
            </a:extLst>
          </p:cNvPr>
          <p:cNvSpPr>
            <a:spLocks noGrp="1"/>
          </p:cNvSpPr>
          <p:nvPr/>
        </p:nvSpPr>
        <p:spPr>
          <a:xfrm rot="1601875">
            <a:off x="7403295" y="6146544"/>
            <a:ext cx="19138" cy="19138"/>
          </a:xfrm>
          <a:prstGeom prst="ellipse">
            <a:avLst/>
          </a:prstGeom>
          <a:solidFill>
            <a:srgbClr val="F48C18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747" name="lumia-token-particle-soft-glow">
            <a:extLst>
              <a:ext uri="{FF2B5EF4-FFF2-40B4-BE49-F238E27FC236}">
                <a16:creationId xmlns:a16="http://schemas.microsoft.com/office/drawing/2014/main" id="{1FEE7FD8-49C6-4A42-AB8B-5EF1579A6564}"/>
              </a:ext>
            </a:extLst>
          </p:cNvPr>
          <p:cNvSpPr>
            <a:spLocks noGrp="1"/>
          </p:cNvSpPr>
          <p:nvPr/>
        </p:nvSpPr>
        <p:spPr>
          <a:xfrm rot="420878">
            <a:off x="11328772" y="5861478"/>
            <a:ext cx="257812" cy="257812"/>
          </a:xfrm>
          <a:prstGeom prst="roundRect">
            <a:avLst>
              <a:gd name="adj" fmla="val 18000"/>
            </a:avLst>
          </a:prstGeom>
          <a:solidFill>
            <a:srgbClr val="70AE3B">
              <a:alpha val="7000"/>
            </a:srgbClr>
          </a:solidFill>
          <a:ln w="0">
            <a:noFill/>
            <a:prstDash val="solid"/>
          </a:ln>
        </p:spPr>
      </p:sp>
      <p:sp>
        <p:nvSpPr>
          <p:cNvPr id="748" name="lumia-token-particle">
            <a:extLst>
              <a:ext uri="{FF2B5EF4-FFF2-40B4-BE49-F238E27FC236}">
                <a16:creationId xmlns:a16="http://schemas.microsoft.com/office/drawing/2014/main" id="{82FB564D-DCA8-4924-839F-A903A8E9D2FB}"/>
              </a:ext>
            </a:extLst>
          </p:cNvPr>
          <p:cNvSpPr>
            <a:spLocks noGrp="1"/>
          </p:cNvSpPr>
          <p:nvPr/>
        </p:nvSpPr>
        <p:spPr>
          <a:xfrm rot="2391685">
            <a:off x="11403967" y="5936673"/>
            <a:ext cx="107422" cy="107422"/>
          </a:xfrm>
          <a:prstGeom prst="roundRect">
            <a:avLst>
              <a:gd name="adj" fmla="val 18000"/>
            </a:avLst>
          </a:prstGeom>
          <a:solidFill>
            <a:srgbClr val="70AE3B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9" name="lumia-token-particle">
            <a:extLst>
              <a:ext uri="{FF2B5EF4-FFF2-40B4-BE49-F238E27FC236}">
                <a16:creationId xmlns:a16="http://schemas.microsoft.com/office/drawing/2014/main" id="{864D7F0E-CD84-4A0D-86BF-664FB5B3854E}"/>
              </a:ext>
            </a:extLst>
          </p:cNvPr>
          <p:cNvSpPr>
            <a:spLocks noGrp="1"/>
          </p:cNvSpPr>
          <p:nvPr/>
        </p:nvSpPr>
        <p:spPr>
          <a:xfrm rot="2357078">
            <a:off x="5409700" y="6565131"/>
            <a:ext cx="10205" cy="10205"/>
          </a:xfrm>
          <a:prstGeom prst="roundRect">
            <a:avLst>
              <a:gd name="adj" fmla="val 37335"/>
            </a:avLst>
          </a:prstGeom>
          <a:solidFill>
            <a:srgbClr val="E3433A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50" name="lumia-token-particle-soft-glow">
            <a:extLst>
              <a:ext uri="{FF2B5EF4-FFF2-40B4-BE49-F238E27FC236}">
                <a16:creationId xmlns:a16="http://schemas.microsoft.com/office/drawing/2014/main" id="{C82D2731-666B-4A55-B648-F43E6E7BE313}"/>
              </a:ext>
            </a:extLst>
          </p:cNvPr>
          <p:cNvSpPr>
            <a:spLocks noGrp="1"/>
          </p:cNvSpPr>
          <p:nvPr/>
        </p:nvSpPr>
        <p:spPr>
          <a:xfrm rot="7175">
            <a:off x="5777640" y="6473463"/>
            <a:ext cx="70199" cy="70199"/>
          </a:xfrm>
          <a:prstGeom prst="ellipse">
            <a:avLst/>
          </a:prstGeom>
          <a:solidFill>
            <a:srgbClr val="EC4F30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51" name="lumia-token-particle">
            <a:extLst>
              <a:ext uri="{FF2B5EF4-FFF2-40B4-BE49-F238E27FC236}">
                <a16:creationId xmlns:a16="http://schemas.microsoft.com/office/drawing/2014/main" id="{05DCAFF8-BD0E-49B5-9992-7D25E6AE2FB2}"/>
              </a:ext>
            </a:extLst>
          </p:cNvPr>
          <p:cNvSpPr>
            <a:spLocks noGrp="1"/>
          </p:cNvSpPr>
          <p:nvPr/>
        </p:nvSpPr>
        <p:spPr>
          <a:xfrm rot="378613">
            <a:off x="5798115" y="6493938"/>
            <a:ext cx="29250" cy="29250"/>
          </a:xfrm>
          <a:prstGeom prst="ellipse">
            <a:avLst/>
          </a:prstGeom>
          <a:solidFill>
            <a:srgbClr val="EC4F30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752" name="lumia-token-particle">
            <a:extLst>
              <a:ext uri="{FF2B5EF4-FFF2-40B4-BE49-F238E27FC236}">
                <a16:creationId xmlns:a16="http://schemas.microsoft.com/office/drawing/2014/main" id="{368D8901-C58C-4704-8CEB-B96A2FAD1858}"/>
              </a:ext>
            </a:extLst>
          </p:cNvPr>
          <p:cNvSpPr>
            <a:spLocks noGrp="1"/>
          </p:cNvSpPr>
          <p:nvPr/>
        </p:nvSpPr>
        <p:spPr>
          <a:xfrm rot="389521">
            <a:off x="5033968" y="6212829"/>
            <a:ext cx="8627" cy="8627"/>
          </a:xfrm>
          <a:prstGeom prst="ellipse">
            <a:avLst/>
          </a:prstGeom>
          <a:solidFill>
            <a:srgbClr val="D04246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53" name="lumia-token-particle">
            <a:extLst>
              <a:ext uri="{FF2B5EF4-FFF2-40B4-BE49-F238E27FC236}">
                <a16:creationId xmlns:a16="http://schemas.microsoft.com/office/drawing/2014/main" id="{2AA4EE7B-8DC5-46FF-9064-DB1AB57C06E0}"/>
              </a:ext>
            </a:extLst>
          </p:cNvPr>
          <p:cNvSpPr>
            <a:spLocks noGrp="1"/>
          </p:cNvSpPr>
          <p:nvPr/>
        </p:nvSpPr>
        <p:spPr>
          <a:xfrm rot="54930">
            <a:off x="1968922" y="6367501"/>
            <a:ext cx="22932" cy="22932"/>
          </a:xfrm>
          <a:prstGeom prst="ellipse">
            <a:avLst/>
          </a:prstGeom>
          <a:solidFill>
            <a:srgbClr val="534CAA">
              <a:alpha val="26000"/>
            </a:srgbClr>
          </a:solidFill>
          <a:ln w="0">
            <a:noFill/>
            <a:prstDash val="solid"/>
          </a:ln>
        </p:spPr>
      </p:sp>
      <p:sp>
        <p:nvSpPr>
          <p:cNvPr id="754" name="lumia-token-particle-soft-glow">
            <a:extLst>
              <a:ext uri="{FF2B5EF4-FFF2-40B4-BE49-F238E27FC236}">
                <a16:creationId xmlns:a16="http://schemas.microsoft.com/office/drawing/2014/main" id="{4A184F30-144F-45F3-8A4C-75212B9AABEF}"/>
              </a:ext>
            </a:extLst>
          </p:cNvPr>
          <p:cNvSpPr>
            <a:spLocks noGrp="1"/>
          </p:cNvSpPr>
          <p:nvPr/>
        </p:nvSpPr>
        <p:spPr>
          <a:xfrm rot="604981">
            <a:off x="7802429" y="6208078"/>
            <a:ext cx="151933" cy="151933"/>
          </a:xfrm>
          <a:prstGeom prst="roundRect">
            <a:avLst>
              <a:gd name="adj" fmla="val 18000"/>
            </a:avLst>
          </a:prstGeom>
          <a:solidFill>
            <a:srgbClr val="F59415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55" name="lumia-token-particle">
            <a:extLst>
              <a:ext uri="{FF2B5EF4-FFF2-40B4-BE49-F238E27FC236}">
                <a16:creationId xmlns:a16="http://schemas.microsoft.com/office/drawing/2014/main" id="{CFC53EAB-3B30-4359-B9F0-B007F46EEA36}"/>
              </a:ext>
            </a:extLst>
          </p:cNvPr>
          <p:cNvSpPr>
            <a:spLocks noGrp="1"/>
          </p:cNvSpPr>
          <p:nvPr/>
        </p:nvSpPr>
        <p:spPr>
          <a:xfrm rot="2478720">
            <a:off x="7846743" y="6252392"/>
            <a:ext cx="63306" cy="63306"/>
          </a:xfrm>
          <a:prstGeom prst="roundRect">
            <a:avLst>
              <a:gd name="adj" fmla="val 18000"/>
            </a:avLst>
          </a:prstGeom>
          <a:solidFill>
            <a:srgbClr val="F59415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756" name="lumia-token-particle-soft-glow">
            <a:extLst>
              <a:ext uri="{FF2B5EF4-FFF2-40B4-BE49-F238E27FC236}">
                <a16:creationId xmlns:a16="http://schemas.microsoft.com/office/drawing/2014/main" id="{DAEC3E2C-7159-4BA8-9A0A-95B4F3833EE6}"/>
              </a:ext>
            </a:extLst>
          </p:cNvPr>
          <p:cNvSpPr>
            <a:spLocks noGrp="1"/>
          </p:cNvSpPr>
          <p:nvPr/>
        </p:nvSpPr>
        <p:spPr>
          <a:xfrm rot="1579223">
            <a:off x="8704813" y="6203750"/>
            <a:ext cx="118314" cy="118314"/>
          </a:xfrm>
          <a:prstGeom prst="ellipse">
            <a:avLst/>
          </a:prstGeom>
          <a:solidFill>
            <a:srgbClr val="F3BB08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57" name="lumia-token-particle">
            <a:extLst>
              <a:ext uri="{FF2B5EF4-FFF2-40B4-BE49-F238E27FC236}">
                <a16:creationId xmlns:a16="http://schemas.microsoft.com/office/drawing/2014/main" id="{221EF615-4BD6-4D5D-9A96-B1F9F5FF8105}"/>
              </a:ext>
            </a:extLst>
          </p:cNvPr>
          <p:cNvSpPr>
            <a:spLocks noGrp="1"/>
          </p:cNvSpPr>
          <p:nvPr/>
        </p:nvSpPr>
        <p:spPr>
          <a:xfrm rot="1617871">
            <a:off x="8739321" y="6238259"/>
            <a:ext cx="49297" cy="49297"/>
          </a:xfrm>
          <a:prstGeom prst="ellipse">
            <a:avLst/>
          </a:prstGeom>
          <a:solidFill>
            <a:srgbClr val="F3BB08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758" name="lumia-token-particle-soft-glow">
            <a:extLst>
              <a:ext uri="{FF2B5EF4-FFF2-40B4-BE49-F238E27FC236}">
                <a16:creationId xmlns:a16="http://schemas.microsoft.com/office/drawing/2014/main" id="{A0B8F5C2-B3AB-431A-8301-B575ED90F4E3}"/>
              </a:ext>
            </a:extLst>
          </p:cNvPr>
          <p:cNvSpPr>
            <a:spLocks noGrp="1"/>
          </p:cNvSpPr>
          <p:nvPr/>
        </p:nvSpPr>
        <p:spPr>
          <a:xfrm rot="1056891">
            <a:off x="10691767" y="5971655"/>
            <a:ext cx="233138" cy="233138"/>
          </a:xfrm>
          <a:prstGeom prst="ellipse">
            <a:avLst/>
          </a:prstGeom>
          <a:solidFill>
            <a:srgbClr val="87B033">
              <a:alpha val="7000"/>
            </a:srgbClr>
          </a:solidFill>
          <a:ln w="0">
            <a:noFill/>
            <a:prstDash val="solid"/>
          </a:ln>
        </p:spPr>
      </p:sp>
      <p:sp>
        <p:nvSpPr>
          <p:cNvPr id="759" name="lumia-token-particle">
            <a:extLst>
              <a:ext uri="{FF2B5EF4-FFF2-40B4-BE49-F238E27FC236}">
                <a16:creationId xmlns:a16="http://schemas.microsoft.com/office/drawing/2014/main" id="{BA727969-CADD-4EA7-8882-A91EF219AED2}"/>
              </a:ext>
            </a:extLst>
          </p:cNvPr>
          <p:cNvSpPr>
            <a:spLocks noGrp="1"/>
          </p:cNvSpPr>
          <p:nvPr/>
        </p:nvSpPr>
        <p:spPr>
          <a:xfrm rot="1839367">
            <a:off x="10759766" y="6039654"/>
            <a:ext cx="97141" cy="97141"/>
          </a:xfrm>
          <a:prstGeom prst="ellipse">
            <a:avLst/>
          </a:prstGeom>
          <a:solidFill>
            <a:srgbClr val="87B033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760" name="lumia-token-particle">
            <a:extLst>
              <a:ext uri="{FF2B5EF4-FFF2-40B4-BE49-F238E27FC236}">
                <a16:creationId xmlns:a16="http://schemas.microsoft.com/office/drawing/2014/main" id="{75C9C1DD-4F6F-4284-9655-86F6F1108171}"/>
              </a:ext>
            </a:extLst>
          </p:cNvPr>
          <p:cNvSpPr>
            <a:spLocks noGrp="1"/>
          </p:cNvSpPr>
          <p:nvPr/>
        </p:nvSpPr>
        <p:spPr>
          <a:xfrm rot="771021">
            <a:off x="3172360" y="6128131"/>
            <a:ext cx="11384" cy="11384"/>
          </a:xfrm>
          <a:prstGeom prst="ellipse">
            <a:avLst/>
          </a:prstGeom>
          <a:solidFill>
            <a:srgbClr val="713C84">
              <a:alpha val="18000"/>
            </a:srgbClr>
          </a:solidFill>
          <a:ln w="0">
            <a:noFill/>
            <a:prstDash val="solid"/>
          </a:ln>
        </p:spPr>
      </p:sp>
      <p:sp>
        <p:nvSpPr>
          <p:cNvPr id="761" name="lumia-token-particle">
            <a:extLst>
              <a:ext uri="{FF2B5EF4-FFF2-40B4-BE49-F238E27FC236}">
                <a16:creationId xmlns:a16="http://schemas.microsoft.com/office/drawing/2014/main" id="{70041FC3-9ECA-46A5-A996-E928FCE8FFBB}"/>
              </a:ext>
            </a:extLst>
          </p:cNvPr>
          <p:cNvSpPr>
            <a:spLocks noGrp="1"/>
          </p:cNvSpPr>
          <p:nvPr/>
        </p:nvSpPr>
        <p:spPr>
          <a:xfrm rot="1119462">
            <a:off x="1543266" y="6294456"/>
            <a:ext cx="16657" cy="16657"/>
          </a:xfrm>
          <a:prstGeom prst="roundRect">
            <a:avLst>
              <a:gd name="adj" fmla="val 22873"/>
            </a:avLst>
          </a:prstGeom>
          <a:solidFill>
            <a:srgbClr val="4F58BA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762" name="lumia-token-particle">
            <a:extLst>
              <a:ext uri="{FF2B5EF4-FFF2-40B4-BE49-F238E27FC236}">
                <a16:creationId xmlns:a16="http://schemas.microsoft.com/office/drawing/2014/main" id="{40E0B0F8-1380-49A1-890C-75AD461C9025}"/>
              </a:ext>
            </a:extLst>
          </p:cNvPr>
          <p:cNvSpPr>
            <a:spLocks noGrp="1"/>
          </p:cNvSpPr>
          <p:nvPr/>
        </p:nvSpPr>
        <p:spPr>
          <a:xfrm rot="1908392">
            <a:off x="11314450" y="6131969"/>
            <a:ext cx="25695" cy="25695"/>
          </a:xfrm>
          <a:prstGeom prst="ellipse">
            <a:avLst/>
          </a:prstGeom>
          <a:solidFill>
            <a:srgbClr val="67AD3F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763" name="lumia-token-particle">
            <a:extLst>
              <a:ext uri="{FF2B5EF4-FFF2-40B4-BE49-F238E27FC236}">
                <a16:creationId xmlns:a16="http://schemas.microsoft.com/office/drawing/2014/main" id="{E59D27C9-4236-4697-991F-0C31C4DE50C9}"/>
              </a:ext>
            </a:extLst>
          </p:cNvPr>
          <p:cNvSpPr>
            <a:spLocks noGrp="1"/>
          </p:cNvSpPr>
          <p:nvPr/>
        </p:nvSpPr>
        <p:spPr>
          <a:xfrm rot="318059">
            <a:off x="1835227" y="6319309"/>
            <a:ext cx="12020" cy="12020"/>
          </a:xfrm>
          <a:prstGeom prst="ellipse">
            <a:avLst/>
          </a:prstGeom>
          <a:solidFill>
            <a:srgbClr val="524FAF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764" name="lumia-token-particle">
            <a:extLst>
              <a:ext uri="{FF2B5EF4-FFF2-40B4-BE49-F238E27FC236}">
                <a16:creationId xmlns:a16="http://schemas.microsoft.com/office/drawing/2014/main" id="{92698692-14C6-4A74-BAE3-0CE727DD1122}"/>
              </a:ext>
            </a:extLst>
          </p:cNvPr>
          <p:cNvSpPr>
            <a:spLocks noGrp="1"/>
          </p:cNvSpPr>
          <p:nvPr/>
        </p:nvSpPr>
        <p:spPr>
          <a:xfrm rot="318545">
            <a:off x="1303737" y="6434161"/>
            <a:ext cx="6708" cy="6708"/>
          </a:xfrm>
          <a:prstGeom prst="ellipse">
            <a:avLst/>
          </a:prstGeom>
          <a:solidFill>
            <a:srgbClr val="4E5CC0">
              <a:alpha val="16000"/>
            </a:srgbClr>
          </a:solidFill>
          <a:ln w="0">
            <a:noFill/>
            <a:prstDash val="solid"/>
          </a:ln>
        </p:spPr>
      </p:sp>
      <p:sp>
        <p:nvSpPr>
          <p:cNvPr id="765" name="lumia-token-particle-soft-glow">
            <a:extLst>
              <a:ext uri="{FF2B5EF4-FFF2-40B4-BE49-F238E27FC236}">
                <a16:creationId xmlns:a16="http://schemas.microsoft.com/office/drawing/2014/main" id="{691A4FE6-BDA8-4A7A-8ACB-DF1F921A31A2}"/>
              </a:ext>
            </a:extLst>
          </p:cNvPr>
          <p:cNvSpPr>
            <a:spLocks noGrp="1"/>
          </p:cNvSpPr>
          <p:nvPr/>
        </p:nvSpPr>
        <p:spPr>
          <a:xfrm rot="2387725">
            <a:off x="1826169" y="6288329"/>
            <a:ext cx="82518" cy="82518"/>
          </a:xfrm>
          <a:prstGeom prst="roundRect">
            <a:avLst>
              <a:gd name="adj" fmla="val 18000"/>
            </a:avLst>
          </a:prstGeom>
          <a:solidFill>
            <a:srgbClr val="524FAF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66" name="lumia-token-particle">
            <a:extLst>
              <a:ext uri="{FF2B5EF4-FFF2-40B4-BE49-F238E27FC236}">
                <a16:creationId xmlns:a16="http://schemas.microsoft.com/office/drawing/2014/main" id="{47D02E5F-37C0-45D7-9A89-B3AF0B12941F}"/>
              </a:ext>
            </a:extLst>
          </p:cNvPr>
          <p:cNvSpPr>
            <a:spLocks noGrp="1"/>
          </p:cNvSpPr>
          <p:nvPr/>
        </p:nvSpPr>
        <p:spPr>
          <a:xfrm rot="2596863">
            <a:off x="1850237" y="6312397"/>
            <a:ext cx="34382" cy="34382"/>
          </a:xfrm>
          <a:prstGeom prst="roundRect">
            <a:avLst>
              <a:gd name="adj" fmla="val 18000"/>
            </a:avLst>
          </a:prstGeom>
          <a:solidFill>
            <a:srgbClr val="524FAF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767" name="lumia-token-particle-soft-glow">
            <a:extLst>
              <a:ext uri="{FF2B5EF4-FFF2-40B4-BE49-F238E27FC236}">
                <a16:creationId xmlns:a16="http://schemas.microsoft.com/office/drawing/2014/main" id="{7D0FA4C9-1E62-401F-AC0E-E5B89175BA21}"/>
              </a:ext>
            </a:extLst>
          </p:cNvPr>
          <p:cNvSpPr>
            <a:spLocks noGrp="1"/>
          </p:cNvSpPr>
          <p:nvPr/>
        </p:nvSpPr>
        <p:spPr>
          <a:xfrm rot="650061">
            <a:off x="7534504" y="6001551"/>
            <a:ext cx="118343" cy="118343"/>
          </a:xfrm>
          <a:prstGeom prst="ellipse">
            <a:avLst/>
          </a:prstGeom>
          <a:solidFill>
            <a:srgbClr val="F48E17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68" name="lumia-token-particle">
            <a:extLst>
              <a:ext uri="{FF2B5EF4-FFF2-40B4-BE49-F238E27FC236}">
                <a16:creationId xmlns:a16="http://schemas.microsoft.com/office/drawing/2014/main" id="{9EDF57AA-756E-48AE-B3BD-487326FDA69C}"/>
              </a:ext>
            </a:extLst>
          </p:cNvPr>
          <p:cNvSpPr>
            <a:spLocks noGrp="1"/>
          </p:cNvSpPr>
          <p:nvPr/>
        </p:nvSpPr>
        <p:spPr>
          <a:xfrm rot="225774">
            <a:off x="7569020" y="6036067"/>
            <a:ext cx="49309" cy="49309"/>
          </a:xfrm>
          <a:prstGeom prst="ellipse">
            <a:avLst/>
          </a:prstGeom>
          <a:solidFill>
            <a:srgbClr val="F48E17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769" name="lumia-token-particle-soft-glow">
            <a:extLst>
              <a:ext uri="{FF2B5EF4-FFF2-40B4-BE49-F238E27FC236}">
                <a16:creationId xmlns:a16="http://schemas.microsoft.com/office/drawing/2014/main" id="{638FFA2B-CB44-4938-877F-5A1DF9B11079}"/>
              </a:ext>
            </a:extLst>
          </p:cNvPr>
          <p:cNvSpPr>
            <a:spLocks noGrp="1"/>
          </p:cNvSpPr>
          <p:nvPr/>
        </p:nvSpPr>
        <p:spPr>
          <a:xfrm rot="1373824">
            <a:off x="3537651" y="6387085"/>
            <a:ext cx="100201" cy="100201"/>
          </a:xfrm>
          <a:prstGeom prst="ellipse">
            <a:avLst/>
          </a:prstGeom>
          <a:solidFill>
            <a:srgbClr val="8C3E73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70" name="lumia-token-particle">
            <a:extLst>
              <a:ext uri="{FF2B5EF4-FFF2-40B4-BE49-F238E27FC236}">
                <a16:creationId xmlns:a16="http://schemas.microsoft.com/office/drawing/2014/main" id="{F5F4C812-B024-4161-8479-E7B6B3C052B2}"/>
              </a:ext>
            </a:extLst>
          </p:cNvPr>
          <p:cNvSpPr>
            <a:spLocks noGrp="1"/>
          </p:cNvSpPr>
          <p:nvPr/>
        </p:nvSpPr>
        <p:spPr>
          <a:xfrm rot="2185550">
            <a:off x="3566877" y="6416310"/>
            <a:ext cx="41751" cy="41751"/>
          </a:xfrm>
          <a:prstGeom prst="ellipse">
            <a:avLst/>
          </a:prstGeom>
          <a:solidFill>
            <a:srgbClr val="8C3E73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771" name="lumia-token-particle">
            <a:extLst>
              <a:ext uri="{FF2B5EF4-FFF2-40B4-BE49-F238E27FC236}">
                <a16:creationId xmlns:a16="http://schemas.microsoft.com/office/drawing/2014/main" id="{82D229EE-1A62-4101-8558-A50FA0C6D365}"/>
              </a:ext>
            </a:extLst>
          </p:cNvPr>
          <p:cNvSpPr>
            <a:spLocks noGrp="1"/>
          </p:cNvSpPr>
          <p:nvPr/>
        </p:nvSpPr>
        <p:spPr>
          <a:xfrm rot="2542546">
            <a:off x="11199733" y="6447341"/>
            <a:ext cx="19893" cy="19893"/>
          </a:xfrm>
          <a:prstGeom prst="ellipse">
            <a:avLst/>
          </a:prstGeom>
          <a:solidFill>
            <a:srgbClr val="75AF3A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772" name="lumia-token-particle">
            <a:extLst>
              <a:ext uri="{FF2B5EF4-FFF2-40B4-BE49-F238E27FC236}">
                <a16:creationId xmlns:a16="http://schemas.microsoft.com/office/drawing/2014/main" id="{675C8C70-5A26-4565-B717-4722BD617E64}"/>
              </a:ext>
            </a:extLst>
          </p:cNvPr>
          <p:cNvSpPr>
            <a:spLocks noGrp="1"/>
          </p:cNvSpPr>
          <p:nvPr/>
        </p:nvSpPr>
        <p:spPr>
          <a:xfrm rot="546858">
            <a:off x="8278840" y="6505558"/>
            <a:ext cx="14665" cy="14665"/>
          </a:xfrm>
          <a:prstGeom prst="ellipse">
            <a:avLst/>
          </a:prstGeom>
          <a:solidFill>
            <a:srgbClr val="F8A50E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773" name="lumia-token-particle">
            <a:extLst>
              <a:ext uri="{FF2B5EF4-FFF2-40B4-BE49-F238E27FC236}">
                <a16:creationId xmlns:a16="http://schemas.microsoft.com/office/drawing/2014/main" id="{663319A9-463C-4779-BE5B-54D2BB84D6DF}"/>
              </a:ext>
            </a:extLst>
          </p:cNvPr>
          <p:cNvSpPr>
            <a:spLocks noGrp="1"/>
          </p:cNvSpPr>
          <p:nvPr/>
        </p:nvSpPr>
        <p:spPr>
          <a:xfrm rot="2041631">
            <a:off x="6171926" y="6138273"/>
            <a:ext cx="19197" cy="19197"/>
          </a:xfrm>
          <a:prstGeom prst="roundRect">
            <a:avLst>
              <a:gd name="adj" fmla="val 19846"/>
            </a:avLst>
          </a:prstGeom>
          <a:solidFill>
            <a:srgbClr val="EE5D2B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774" name="lumia-token-particle">
            <a:extLst>
              <a:ext uri="{FF2B5EF4-FFF2-40B4-BE49-F238E27FC236}">
                <a16:creationId xmlns:a16="http://schemas.microsoft.com/office/drawing/2014/main" id="{4E99AD2D-7BBB-4167-A20A-7127EA0FA08D}"/>
              </a:ext>
            </a:extLst>
          </p:cNvPr>
          <p:cNvSpPr>
            <a:spLocks noGrp="1"/>
          </p:cNvSpPr>
          <p:nvPr/>
        </p:nvSpPr>
        <p:spPr>
          <a:xfrm rot="1523703">
            <a:off x="592226" y="6351666"/>
            <a:ext cx="22697" cy="22697"/>
          </a:xfrm>
          <a:prstGeom prst="ellipse">
            <a:avLst/>
          </a:prstGeom>
          <a:solidFill>
            <a:srgbClr val="4774DE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775" name="lumia-token-particle">
            <a:extLst>
              <a:ext uri="{FF2B5EF4-FFF2-40B4-BE49-F238E27FC236}">
                <a16:creationId xmlns:a16="http://schemas.microsoft.com/office/drawing/2014/main" id="{129970F1-3AD5-4155-A463-0DB7E0239B8F}"/>
              </a:ext>
            </a:extLst>
          </p:cNvPr>
          <p:cNvSpPr>
            <a:spLocks noGrp="1"/>
          </p:cNvSpPr>
          <p:nvPr/>
        </p:nvSpPr>
        <p:spPr>
          <a:xfrm rot="1504873">
            <a:off x="6551515" y="6245631"/>
            <a:ext cx="24150" cy="24150"/>
          </a:xfrm>
          <a:prstGeom prst="ellipse">
            <a:avLst/>
          </a:prstGeom>
          <a:solidFill>
            <a:srgbClr val="EF6527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776" name="lumia-token-particle-soft-glow">
            <a:extLst>
              <a:ext uri="{FF2B5EF4-FFF2-40B4-BE49-F238E27FC236}">
                <a16:creationId xmlns:a16="http://schemas.microsoft.com/office/drawing/2014/main" id="{65A4D799-D8F9-42D8-9B06-E67856F56A7C}"/>
              </a:ext>
            </a:extLst>
          </p:cNvPr>
          <p:cNvSpPr>
            <a:spLocks noGrp="1"/>
          </p:cNvSpPr>
          <p:nvPr/>
        </p:nvSpPr>
        <p:spPr>
          <a:xfrm rot="71497">
            <a:off x="1052799" y="6247459"/>
            <a:ext cx="113788" cy="113788"/>
          </a:xfrm>
          <a:prstGeom prst="roundRect">
            <a:avLst>
              <a:gd name="adj" fmla="val 18000"/>
            </a:avLst>
          </a:prstGeom>
          <a:solidFill>
            <a:srgbClr val="4C62C8">
              <a:alpha val="5000"/>
            </a:srgbClr>
          </a:solidFill>
          <a:ln w="0">
            <a:noFill/>
            <a:prstDash val="solid"/>
          </a:ln>
        </p:spPr>
      </p:sp>
      <p:sp>
        <p:nvSpPr>
          <p:cNvPr id="777" name="lumia-token-particle">
            <a:extLst>
              <a:ext uri="{FF2B5EF4-FFF2-40B4-BE49-F238E27FC236}">
                <a16:creationId xmlns:a16="http://schemas.microsoft.com/office/drawing/2014/main" id="{39E7515B-7F5D-4A87-840A-04F12ECD7D69}"/>
              </a:ext>
            </a:extLst>
          </p:cNvPr>
          <p:cNvSpPr>
            <a:spLocks noGrp="1"/>
          </p:cNvSpPr>
          <p:nvPr/>
        </p:nvSpPr>
        <p:spPr>
          <a:xfrm rot="18473">
            <a:off x="1085987" y="6280648"/>
            <a:ext cx="47412" cy="47412"/>
          </a:xfrm>
          <a:prstGeom prst="roundRect">
            <a:avLst>
              <a:gd name="adj" fmla="val 18000"/>
            </a:avLst>
          </a:prstGeom>
          <a:solidFill>
            <a:srgbClr val="4C62C8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778" name="lumia-token-particle">
            <a:extLst>
              <a:ext uri="{FF2B5EF4-FFF2-40B4-BE49-F238E27FC236}">
                <a16:creationId xmlns:a16="http://schemas.microsoft.com/office/drawing/2014/main" id="{8D68C900-830C-4CD4-8FCF-DFFF5813BBAC}"/>
              </a:ext>
            </a:extLst>
          </p:cNvPr>
          <p:cNvSpPr>
            <a:spLocks noGrp="1"/>
          </p:cNvSpPr>
          <p:nvPr/>
        </p:nvSpPr>
        <p:spPr>
          <a:xfrm rot="1090197">
            <a:off x="10707121" y="5677121"/>
            <a:ext cx="56412" cy="56412"/>
          </a:xfrm>
          <a:prstGeom prst="roundRect">
            <a:avLst>
              <a:gd name="adj" fmla="val 18000"/>
            </a:avLst>
          </a:prstGeom>
          <a:solidFill>
            <a:srgbClr val="80B035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779" name="lumia-token-particle">
            <a:extLst>
              <a:ext uri="{FF2B5EF4-FFF2-40B4-BE49-F238E27FC236}">
                <a16:creationId xmlns:a16="http://schemas.microsoft.com/office/drawing/2014/main" id="{AD19B2FC-2E16-47B2-A972-29A401029A97}"/>
              </a:ext>
            </a:extLst>
          </p:cNvPr>
          <p:cNvSpPr>
            <a:spLocks noGrp="1"/>
          </p:cNvSpPr>
          <p:nvPr/>
        </p:nvSpPr>
        <p:spPr>
          <a:xfrm rot="1749339">
            <a:off x="2279564" y="6456659"/>
            <a:ext cx="23013" cy="23013"/>
          </a:xfrm>
          <a:prstGeom prst="ellipse">
            <a:avLst/>
          </a:prstGeom>
          <a:solidFill>
            <a:srgbClr val="56429D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780" name="lumia-token-particle-soft-glow">
            <a:extLst>
              <a:ext uri="{FF2B5EF4-FFF2-40B4-BE49-F238E27FC236}">
                <a16:creationId xmlns:a16="http://schemas.microsoft.com/office/drawing/2014/main" id="{F3B1B6F9-8E6C-431A-892F-24A09E2AD37D}"/>
              </a:ext>
            </a:extLst>
          </p:cNvPr>
          <p:cNvSpPr>
            <a:spLocks noGrp="1"/>
          </p:cNvSpPr>
          <p:nvPr/>
        </p:nvSpPr>
        <p:spPr>
          <a:xfrm rot="924736">
            <a:off x="5921320" y="6200622"/>
            <a:ext cx="71008" cy="71008"/>
          </a:xfrm>
          <a:prstGeom prst="roundRect">
            <a:avLst>
              <a:gd name="adj" fmla="val 18000"/>
            </a:avLst>
          </a:prstGeom>
          <a:solidFill>
            <a:srgbClr val="EC5130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81" name="lumia-token-particle">
            <a:extLst>
              <a:ext uri="{FF2B5EF4-FFF2-40B4-BE49-F238E27FC236}">
                <a16:creationId xmlns:a16="http://schemas.microsoft.com/office/drawing/2014/main" id="{FF2B60C3-941F-41F8-B43F-B8D4447594F0}"/>
              </a:ext>
            </a:extLst>
          </p:cNvPr>
          <p:cNvSpPr>
            <a:spLocks noGrp="1"/>
          </p:cNvSpPr>
          <p:nvPr/>
        </p:nvSpPr>
        <p:spPr>
          <a:xfrm rot="2395270">
            <a:off x="5942031" y="6221333"/>
            <a:ext cx="29587" cy="29587"/>
          </a:xfrm>
          <a:prstGeom prst="roundRect">
            <a:avLst>
              <a:gd name="adj" fmla="val 18000"/>
            </a:avLst>
          </a:prstGeom>
          <a:solidFill>
            <a:srgbClr val="EC5130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782" name="lumia-token-particle-soft-glow">
            <a:extLst>
              <a:ext uri="{FF2B5EF4-FFF2-40B4-BE49-F238E27FC236}">
                <a16:creationId xmlns:a16="http://schemas.microsoft.com/office/drawing/2014/main" id="{658E9890-56CE-402D-85A9-2D2CCB0B6D60}"/>
              </a:ext>
            </a:extLst>
          </p:cNvPr>
          <p:cNvSpPr>
            <a:spLocks noGrp="1"/>
          </p:cNvSpPr>
          <p:nvPr/>
        </p:nvSpPr>
        <p:spPr>
          <a:xfrm rot="869749">
            <a:off x="6753962" y="6384127"/>
            <a:ext cx="103100" cy="103100"/>
          </a:xfrm>
          <a:prstGeom prst="roundRect">
            <a:avLst>
              <a:gd name="adj" fmla="val 18000"/>
            </a:avLst>
          </a:prstGeom>
          <a:solidFill>
            <a:srgbClr val="F17720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83" name="lumia-token-particle">
            <a:extLst>
              <a:ext uri="{FF2B5EF4-FFF2-40B4-BE49-F238E27FC236}">
                <a16:creationId xmlns:a16="http://schemas.microsoft.com/office/drawing/2014/main" id="{93ABEB49-4BE9-4D7F-BCA1-85044B2F53D0}"/>
              </a:ext>
            </a:extLst>
          </p:cNvPr>
          <p:cNvSpPr>
            <a:spLocks noGrp="1"/>
          </p:cNvSpPr>
          <p:nvPr/>
        </p:nvSpPr>
        <p:spPr>
          <a:xfrm rot="99786">
            <a:off x="6784033" y="6414198"/>
            <a:ext cx="42958" cy="42958"/>
          </a:xfrm>
          <a:prstGeom prst="roundRect">
            <a:avLst>
              <a:gd name="adj" fmla="val 18000"/>
            </a:avLst>
          </a:prstGeom>
          <a:solidFill>
            <a:srgbClr val="F17720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784" name="lumia-token-particle">
            <a:extLst>
              <a:ext uri="{FF2B5EF4-FFF2-40B4-BE49-F238E27FC236}">
                <a16:creationId xmlns:a16="http://schemas.microsoft.com/office/drawing/2014/main" id="{C4D2C3BF-9C63-44AA-9758-531456C3643B}"/>
              </a:ext>
            </a:extLst>
          </p:cNvPr>
          <p:cNvSpPr>
            <a:spLocks noGrp="1"/>
          </p:cNvSpPr>
          <p:nvPr/>
        </p:nvSpPr>
        <p:spPr>
          <a:xfrm rot="215126">
            <a:off x="4010173" y="6282562"/>
            <a:ext cx="9265" cy="9265"/>
          </a:xfrm>
          <a:prstGeom prst="ellipse">
            <a:avLst/>
          </a:prstGeom>
          <a:solidFill>
            <a:srgbClr val="983F6B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785" name="lumia-token-particle">
            <a:extLst>
              <a:ext uri="{FF2B5EF4-FFF2-40B4-BE49-F238E27FC236}">
                <a16:creationId xmlns:a16="http://schemas.microsoft.com/office/drawing/2014/main" id="{72E47BF6-3042-47CB-B92F-9BD8AB530ED9}"/>
              </a:ext>
            </a:extLst>
          </p:cNvPr>
          <p:cNvSpPr>
            <a:spLocks noGrp="1"/>
          </p:cNvSpPr>
          <p:nvPr/>
        </p:nvSpPr>
        <p:spPr>
          <a:xfrm rot="2599559">
            <a:off x="8327220" y="5799286"/>
            <a:ext cx="10612" cy="10612"/>
          </a:xfrm>
          <a:prstGeom prst="ellipse">
            <a:avLst/>
          </a:prstGeom>
          <a:solidFill>
            <a:srgbClr val="F8A80D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786" name="lumia-token-particle">
            <a:extLst>
              <a:ext uri="{FF2B5EF4-FFF2-40B4-BE49-F238E27FC236}">
                <a16:creationId xmlns:a16="http://schemas.microsoft.com/office/drawing/2014/main" id="{951D6237-69FF-4A57-B3C4-AA341DD70EA1}"/>
              </a:ext>
            </a:extLst>
          </p:cNvPr>
          <p:cNvSpPr>
            <a:spLocks noGrp="1"/>
          </p:cNvSpPr>
          <p:nvPr/>
        </p:nvSpPr>
        <p:spPr>
          <a:xfrm rot="1506190">
            <a:off x="9140838" y="6182772"/>
            <a:ext cx="17530" cy="17530"/>
          </a:xfrm>
          <a:prstGeom prst="ellipse">
            <a:avLst/>
          </a:prstGeom>
          <a:solidFill>
            <a:srgbClr val="EABA0C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787" name="lumia-token-particle">
            <a:extLst>
              <a:ext uri="{FF2B5EF4-FFF2-40B4-BE49-F238E27FC236}">
                <a16:creationId xmlns:a16="http://schemas.microsoft.com/office/drawing/2014/main" id="{C1B77223-31F6-4F3D-9221-4619988E103E}"/>
              </a:ext>
            </a:extLst>
          </p:cNvPr>
          <p:cNvSpPr>
            <a:spLocks noGrp="1"/>
          </p:cNvSpPr>
          <p:nvPr/>
        </p:nvSpPr>
        <p:spPr>
          <a:xfrm rot="284339">
            <a:off x="2096779" y="6476232"/>
            <a:ext cx="13164" cy="13164"/>
          </a:xfrm>
          <a:prstGeom prst="roundRect">
            <a:avLst>
              <a:gd name="adj" fmla="val 28942"/>
            </a:avLst>
          </a:prstGeom>
          <a:solidFill>
            <a:srgbClr val="5546A4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788" name="lumia-token-particle-soft-glow">
            <a:extLst>
              <a:ext uri="{FF2B5EF4-FFF2-40B4-BE49-F238E27FC236}">
                <a16:creationId xmlns:a16="http://schemas.microsoft.com/office/drawing/2014/main" id="{791AA208-0F07-468C-B41D-D5B87E229156}"/>
              </a:ext>
            </a:extLst>
          </p:cNvPr>
          <p:cNvSpPr>
            <a:spLocks noGrp="1"/>
          </p:cNvSpPr>
          <p:nvPr/>
        </p:nvSpPr>
        <p:spPr>
          <a:xfrm rot="351313">
            <a:off x="8912888" y="6053708"/>
            <a:ext cx="165806" cy="165806"/>
          </a:xfrm>
          <a:prstGeom prst="ellipse">
            <a:avLst/>
          </a:prstGeom>
          <a:solidFill>
            <a:srgbClr val="F7BC07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89" name="lumia-token-particle">
            <a:extLst>
              <a:ext uri="{FF2B5EF4-FFF2-40B4-BE49-F238E27FC236}">
                <a16:creationId xmlns:a16="http://schemas.microsoft.com/office/drawing/2014/main" id="{DA835E60-8FEF-4E6F-993A-5EF8AB02F0F0}"/>
              </a:ext>
            </a:extLst>
          </p:cNvPr>
          <p:cNvSpPr>
            <a:spLocks noGrp="1"/>
          </p:cNvSpPr>
          <p:nvPr/>
        </p:nvSpPr>
        <p:spPr>
          <a:xfrm rot="2336823">
            <a:off x="8961248" y="6102069"/>
            <a:ext cx="69086" cy="69086"/>
          </a:xfrm>
          <a:prstGeom prst="ellipse">
            <a:avLst/>
          </a:prstGeom>
          <a:solidFill>
            <a:srgbClr val="F7BC07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790" name="lumia-token-particle-soft-glow">
            <a:extLst>
              <a:ext uri="{FF2B5EF4-FFF2-40B4-BE49-F238E27FC236}">
                <a16:creationId xmlns:a16="http://schemas.microsoft.com/office/drawing/2014/main" id="{E0B8CB63-234A-4D6E-954C-A3AE527A0C87}"/>
              </a:ext>
            </a:extLst>
          </p:cNvPr>
          <p:cNvSpPr>
            <a:spLocks noGrp="1"/>
          </p:cNvSpPr>
          <p:nvPr/>
        </p:nvSpPr>
        <p:spPr>
          <a:xfrm rot="923785">
            <a:off x="8991579" y="6032131"/>
            <a:ext cx="210609" cy="210609"/>
          </a:xfrm>
          <a:prstGeom prst="roundRect">
            <a:avLst>
              <a:gd name="adj" fmla="val 18000"/>
            </a:avLst>
          </a:prstGeom>
          <a:solidFill>
            <a:srgbClr val="E0B910">
              <a:alpha val="6000"/>
            </a:srgbClr>
          </a:solidFill>
          <a:ln w="0">
            <a:noFill/>
            <a:prstDash val="solid"/>
          </a:ln>
        </p:spPr>
      </p:sp>
      <p:sp>
        <p:nvSpPr>
          <p:cNvPr id="791" name="lumia-token-particle">
            <a:extLst>
              <a:ext uri="{FF2B5EF4-FFF2-40B4-BE49-F238E27FC236}">
                <a16:creationId xmlns:a16="http://schemas.microsoft.com/office/drawing/2014/main" id="{7D3E9606-5A35-4930-B4C7-390EB37FB314}"/>
              </a:ext>
            </a:extLst>
          </p:cNvPr>
          <p:cNvSpPr>
            <a:spLocks noGrp="1"/>
          </p:cNvSpPr>
          <p:nvPr/>
        </p:nvSpPr>
        <p:spPr>
          <a:xfrm rot="2464497">
            <a:off x="9053007" y="6093559"/>
            <a:ext cx="87754" cy="87754"/>
          </a:xfrm>
          <a:prstGeom prst="roundRect">
            <a:avLst>
              <a:gd name="adj" fmla="val 18000"/>
            </a:avLst>
          </a:prstGeom>
          <a:solidFill>
            <a:srgbClr val="E0B910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792" name="lumia-token-particle">
            <a:extLst>
              <a:ext uri="{FF2B5EF4-FFF2-40B4-BE49-F238E27FC236}">
                <a16:creationId xmlns:a16="http://schemas.microsoft.com/office/drawing/2014/main" id="{24DA7567-2404-4383-BEB6-274D1B7F2790}"/>
              </a:ext>
            </a:extLst>
          </p:cNvPr>
          <p:cNvSpPr>
            <a:spLocks noGrp="1"/>
          </p:cNvSpPr>
          <p:nvPr/>
        </p:nvSpPr>
        <p:spPr>
          <a:xfrm rot="1177732">
            <a:off x="9576193" y="6036061"/>
            <a:ext cx="22441" cy="22441"/>
          </a:xfrm>
          <a:prstGeom prst="ellipse">
            <a:avLst/>
          </a:prstGeom>
          <a:solidFill>
            <a:srgbClr val="D8B813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793" name="lumia-token-particle">
            <a:extLst>
              <a:ext uri="{FF2B5EF4-FFF2-40B4-BE49-F238E27FC236}">
                <a16:creationId xmlns:a16="http://schemas.microsoft.com/office/drawing/2014/main" id="{EBCBBC51-3C9C-42F1-ACCF-F22EA5A4D810}"/>
              </a:ext>
            </a:extLst>
          </p:cNvPr>
          <p:cNvSpPr>
            <a:spLocks noGrp="1"/>
          </p:cNvSpPr>
          <p:nvPr/>
        </p:nvSpPr>
        <p:spPr>
          <a:xfrm rot="1554894">
            <a:off x="11039756" y="5524035"/>
            <a:ext cx="22798" cy="22798"/>
          </a:xfrm>
          <a:prstGeom prst="roundRect">
            <a:avLst>
              <a:gd name="adj" fmla="val 18000"/>
            </a:avLst>
          </a:prstGeom>
          <a:solidFill>
            <a:srgbClr val="77AF39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794" name="lumia-token-particle">
            <a:extLst>
              <a:ext uri="{FF2B5EF4-FFF2-40B4-BE49-F238E27FC236}">
                <a16:creationId xmlns:a16="http://schemas.microsoft.com/office/drawing/2014/main" id="{EBE9DABB-E55E-4C03-ABDF-151C85C8F0C6}"/>
              </a:ext>
            </a:extLst>
          </p:cNvPr>
          <p:cNvSpPr>
            <a:spLocks noGrp="1"/>
          </p:cNvSpPr>
          <p:nvPr/>
        </p:nvSpPr>
        <p:spPr>
          <a:xfrm rot="2509500">
            <a:off x="8444568" y="6189775"/>
            <a:ext cx="14741" cy="14741"/>
          </a:xfrm>
          <a:prstGeom prst="roundRect">
            <a:avLst>
              <a:gd name="adj" fmla="val 25846"/>
            </a:avLst>
          </a:prstGeom>
          <a:solidFill>
            <a:srgbClr val="F9AE0B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795" name="lumia-token-particle">
            <a:extLst>
              <a:ext uri="{FF2B5EF4-FFF2-40B4-BE49-F238E27FC236}">
                <a16:creationId xmlns:a16="http://schemas.microsoft.com/office/drawing/2014/main" id="{1D658722-452C-4757-813D-110C58D8B73E}"/>
              </a:ext>
            </a:extLst>
          </p:cNvPr>
          <p:cNvSpPr>
            <a:spLocks noGrp="1"/>
          </p:cNvSpPr>
          <p:nvPr/>
        </p:nvSpPr>
        <p:spPr>
          <a:xfrm rot="898787">
            <a:off x="11847948" y="6047840"/>
            <a:ext cx="44768" cy="44768"/>
          </a:xfrm>
          <a:prstGeom prst="ellipse">
            <a:avLst/>
          </a:prstGeom>
          <a:solidFill>
            <a:srgbClr val="44AA4D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796" name="lumia-token-particle">
            <a:extLst>
              <a:ext uri="{FF2B5EF4-FFF2-40B4-BE49-F238E27FC236}">
                <a16:creationId xmlns:a16="http://schemas.microsoft.com/office/drawing/2014/main" id="{B76373C0-C0E1-4767-90D0-EF5AB3B36AB9}"/>
              </a:ext>
            </a:extLst>
          </p:cNvPr>
          <p:cNvSpPr>
            <a:spLocks noGrp="1"/>
          </p:cNvSpPr>
          <p:nvPr/>
        </p:nvSpPr>
        <p:spPr>
          <a:xfrm rot="115343">
            <a:off x="5891554" y="6242389"/>
            <a:ext cx="6874" cy="6874"/>
          </a:xfrm>
          <a:prstGeom prst="roundRect">
            <a:avLst>
              <a:gd name="adj" fmla="val 50000"/>
            </a:avLst>
          </a:prstGeom>
          <a:solidFill>
            <a:srgbClr val="EC522F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797" name="lumia-token-particle">
            <a:extLst>
              <a:ext uri="{FF2B5EF4-FFF2-40B4-BE49-F238E27FC236}">
                <a16:creationId xmlns:a16="http://schemas.microsoft.com/office/drawing/2014/main" id="{4B735F10-12B5-4029-B4AF-214CE8573593}"/>
              </a:ext>
            </a:extLst>
          </p:cNvPr>
          <p:cNvSpPr>
            <a:spLocks noGrp="1"/>
          </p:cNvSpPr>
          <p:nvPr/>
        </p:nvSpPr>
        <p:spPr>
          <a:xfrm rot="436805">
            <a:off x="9691447" y="6100504"/>
            <a:ext cx="23591" cy="23591"/>
          </a:xfrm>
          <a:prstGeom prst="roundRect">
            <a:avLst>
              <a:gd name="adj" fmla="val 18000"/>
            </a:avLst>
          </a:prstGeom>
          <a:solidFill>
            <a:srgbClr val="C3B61B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798" name="lumia-token-particle">
            <a:extLst>
              <a:ext uri="{FF2B5EF4-FFF2-40B4-BE49-F238E27FC236}">
                <a16:creationId xmlns:a16="http://schemas.microsoft.com/office/drawing/2014/main" id="{EB2A4881-DCB9-4B81-8045-E2B770F493B5}"/>
              </a:ext>
            </a:extLst>
          </p:cNvPr>
          <p:cNvSpPr>
            <a:spLocks noGrp="1"/>
          </p:cNvSpPr>
          <p:nvPr/>
        </p:nvSpPr>
        <p:spPr>
          <a:xfrm rot="1757400">
            <a:off x="12107618" y="5872632"/>
            <a:ext cx="23921" cy="23921"/>
          </a:xfrm>
          <a:prstGeom prst="roundRect">
            <a:avLst>
              <a:gd name="adj" fmla="val 18000"/>
            </a:avLst>
          </a:prstGeom>
          <a:solidFill>
            <a:srgbClr val="3EA94F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799" name="lumia-token-particle-soft-glow">
            <a:extLst>
              <a:ext uri="{FF2B5EF4-FFF2-40B4-BE49-F238E27FC236}">
                <a16:creationId xmlns:a16="http://schemas.microsoft.com/office/drawing/2014/main" id="{0AAACC48-1D90-4894-8EA3-97100E1D0AAA}"/>
              </a:ext>
            </a:extLst>
          </p:cNvPr>
          <p:cNvSpPr>
            <a:spLocks noGrp="1"/>
          </p:cNvSpPr>
          <p:nvPr/>
        </p:nvSpPr>
        <p:spPr>
          <a:xfrm rot="1823756">
            <a:off x="8174977" y="6109332"/>
            <a:ext cx="107481" cy="107481"/>
          </a:xfrm>
          <a:prstGeom prst="ellipse">
            <a:avLst/>
          </a:prstGeom>
          <a:solidFill>
            <a:srgbClr val="F7A110">
              <a:alpha val="6000"/>
            </a:srgbClr>
          </a:solidFill>
          <a:ln w="0">
            <a:noFill/>
            <a:prstDash val="solid"/>
          </a:ln>
        </p:spPr>
      </p:sp>
      <p:sp>
        <p:nvSpPr>
          <p:cNvPr id="800" name="lumia-token-particle">
            <a:extLst>
              <a:ext uri="{FF2B5EF4-FFF2-40B4-BE49-F238E27FC236}">
                <a16:creationId xmlns:a16="http://schemas.microsoft.com/office/drawing/2014/main" id="{FABB960E-DD42-4D1F-BC8D-DEB173FCE9ED}"/>
              </a:ext>
            </a:extLst>
          </p:cNvPr>
          <p:cNvSpPr>
            <a:spLocks noGrp="1"/>
          </p:cNvSpPr>
          <p:nvPr/>
        </p:nvSpPr>
        <p:spPr>
          <a:xfrm rot="1525882">
            <a:off x="8206326" y="6140680"/>
            <a:ext cx="44784" cy="44784"/>
          </a:xfrm>
          <a:prstGeom prst="ellipse">
            <a:avLst/>
          </a:prstGeom>
          <a:solidFill>
            <a:srgbClr val="F7A110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801" name="lumia-token-particle">
            <a:extLst>
              <a:ext uri="{FF2B5EF4-FFF2-40B4-BE49-F238E27FC236}">
                <a16:creationId xmlns:a16="http://schemas.microsoft.com/office/drawing/2014/main" id="{64EA4965-4B89-4393-8C28-72571CE87F85}"/>
              </a:ext>
            </a:extLst>
          </p:cNvPr>
          <p:cNvSpPr>
            <a:spLocks noGrp="1"/>
          </p:cNvSpPr>
          <p:nvPr/>
        </p:nvSpPr>
        <p:spPr>
          <a:xfrm rot="1451591">
            <a:off x="8255895" y="6095506"/>
            <a:ext cx="31599" cy="31599"/>
          </a:xfrm>
          <a:prstGeom prst="roundRect">
            <a:avLst>
              <a:gd name="adj" fmla="val 18000"/>
            </a:avLst>
          </a:prstGeom>
          <a:solidFill>
            <a:srgbClr val="F8A80D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802" name="lumia-token-particle">
            <a:extLst>
              <a:ext uri="{FF2B5EF4-FFF2-40B4-BE49-F238E27FC236}">
                <a16:creationId xmlns:a16="http://schemas.microsoft.com/office/drawing/2014/main" id="{B323BD92-B6A7-4E1E-B6F5-0E44CAD7AAA8}"/>
              </a:ext>
            </a:extLst>
          </p:cNvPr>
          <p:cNvSpPr>
            <a:spLocks noGrp="1"/>
          </p:cNvSpPr>
          <p:nvPr/>
        </p:nvSpPr>
        <p:spPr>
          <a:xfrm rot="1699326">
            <a:off x="11991769" y="5847502"/>
            <a:ext cx="54987" cy="54987"/>
          </a:xfrm>
          <a:prstGeom prst="roundRect">
            <a:avLst>
              <a:gd name="adj" fmla="val 18000"/>
            </a:avLst>
          </a:prstGeom>
          <a:solidFill>
            <a:srgbClr val="35A853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803" name="lumia-token-particle">
            <a:extLst>
              <a:ext uri="{FF2B5EF4-FFF2-40B4-BE49-F238E27FC236}">
                <a16:creationId xmlns:a16="http://schemas.microsoft.com/office/drawing/2014/main" id="{177089A9-9767-492E-A226-297340C4121B}"/>
              </a:ext>
            </a:extLst>
          </p:cNvPr>
          <p:cNvSpPr>
            <a:spLocks noGrp="1"/>
          </p:cNvSpPr>
          <p:nvPr/>
        </p:nvSpPr>
        <p:spPr>
          <a:xfrm rot="1490597">
            <a:off x="6326465" y="6654084"/>
            <a:ext cx="8588" cy="8588"/>
          </a:xfrm>
          <a:prstGeom prst="ellipse">
            <a:avLst/>
          </a:prstGeom>
          <a:solidFill>
            <a:srgbClr val="ED592C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804" name="lumia-token-particle">
            <a:extLst>
              <a:ext uri="{FF2B5EF4-FFF2-40B4-BE49-F238E27FC236}">
                <a16:creationId xmlns:a16="http://schemas.microsoft.com/office/drawing/2014/main" id="{2FD6A77E-83EA-4AD3-9379-363E7D5D83D8}"/>
              </a:ext>
            </a:extLst>
          </p:cNvPr>
          <p:cNvSpPr>
            <a:spLocks noGrp="1"/>
          </p:cNvSpPr>
          <p:nvPr/>
        </p:nvSpPr>
        <p:spPr>
          <a:xfrm rot="1924107">
            <a:off x="11765971" y="5801296"/>
            <a:ext cx="42716" cy="42716"/>
          </a:xfrm>
          <a:prstGeom prst="ellipse">
            <a:avLst/>
          </a:prstGeom>
          <a:solidFill>
            <a:srgbClr val="5EAC43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805" name="lumia-token-particle-soft-glow">
            <a:extLst>
              <a:ext uri="{FF2B5EF4-FFF2-40B4-BE49-F238E27FC236}">
                <a16:creationId xmlns:a16="http://schemas.microsoft.com/office/drawing/2014/main" id="{F3065B6B-CCC2-4AF5-91C8-3385EBB79D18}"/>
              </a:ext>
            </a:extLst>
          </p:cNvPr>
          <p:cNvSpPr>
            <a:spLocks noGrp="1"/>
          </p:cNvSpPr>
          <p:nvPr/>
        </p:nvSpPr>
        <p:spPr>
          <a:xfrm rot="1390277">
            <a:off x="5119685" y="6323861"/>
            <a:ext cx="88482" cy="88482"/>
          </a:xfrm>
          <a:prstGeom prst="roundRect">
            <a:avLst>
              <a:gd name="adj" fmla="val 18000"/>
            </a:avLst>
          </a:prstGeom>
          <a:solidFill>
            <a:srgbClr val="D04246">
              <a:alpha val="5000"/>
            </a:srgbClr>
          </a:solidFill>
          <a:ln w="0">
            <a:noFill/>
            <a:prstDash val="solid"/>
          </a:ln>
        </p:spPr>
      </p:sp>
      <p:sp>
        <p:nvSpPr>
          <p:cNvPr id="806" name="lumia-token-particle">
            <a:extLst>
              <a:ext uri="{FF2B5EF4-FFF2-40B4-BE49-F238E27FC236}">
                <a16:creationId xmlns:a16="http://schemas.microsoft.com/office/drawing/2014/main" id="{5FD44686-F3DA-4AB9-9B51-EDCC1D24AC64}"/>
              </a:ext>
            </a:extLst>
          </p:cNvPr>
          <p:cNvSpPr>
            <a:spLocks noGrp="1"/>
          </p:cNvSpPr>
          <p:nvPr/>
        </p:nvSpPr>
        <p:spPr>
          <a:xfrm rot="1829591">
            <a:off x="5145492" y="6349668"/>
            <a:ext cx="36868" cy="36868"/>
          </a:xfrm>
          <a:prstGeom prst="roundRect">
            <a:avLst>
              <a:gd name="adj" fmla="val 18000"/>
            </a:avLst>
          </a:prstGeom>
          <a:solidFill>
            <a:srgbClr val="D04246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807" name="lumia-token-particle">
            <a:extLst>
              <a:ext uri="{FF2B5EF4-FFF2-40B4-BE49-F238E27FC236}">
                <a16:creationId xmlns:a16="http://schemas.microsoft.com/office/drawing/2014/main" id="{E85A6D42-2AED-41A7-893E-26E7F59548AC}"/>
              </a:ext>
            </a:extLst>
          </p:cNvPr>
          <p:cNvSpPr>
            <a:spLocks noGrp="1"/>
          </p:cNvSpPr>
          <p:nvPr/>
        </p:nvSpPr>
        <p:spPr>
          <a:xfrm rot="1148854">
            <a:off x="2912092" y="6417174"/>
            <a:ext cx="24162" cy="24162"/>
          </a:xfrm>
          <a:prstGeom prst="ellipse">
            <a:avLst/>
          </a:prstGeom>
          <a:solidFill>
            <a:srgbClr val="673C8B">
              <a:alpha val="27000"/>
            </a:srgbClr>
          </a:solidFill>
          <a:ln w="0">
            <a:noFill/>
            <a:prstDash val="solid"/>
          </a:ln>
        </p:spPr>
      </p:sp>
      <p:sp>
        <p:nvSpPr>
          <p:cNvPr id="808" name="lumia-token-particle">
            <a:extLst>
              <a:ext uri="{FF2B5EF4-FFF2-40B4-BE49-F238E27FC236}">
                <a16:creationId xmlns:a16="http://schemas.microsoft.com/office/drawing/2014/main" id="{034DD581-A0A2-4005-8BCB-BF039172C0EB}"/>
              </a:ext>
            </a:extLst>
          </p:cNvPr>
          <p:cNvSpPr>
            <a:spLocks noGrp="1"/>
          </p:cNvSpPr>
          <p:nvPr/>
        </p:nvSpPr>
        <p:spPr>
          <a:xfrm rot="954446">
            <a:off x="10795518" y="5860218"/>
            <a:ext cx="23743" cy="23743"/>
          </a:xfrm>
          <a:prstGeom prst="ellipse">
            <a:avLst/>
          </a:prstGeom>
          <a:solidFill>
            <a:srgbClr val="7CAF37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09" name="lumia-token-particle-soft-glow">
            <a:extLst>
              <a:ext uri="{FF2B5EF4-FFF2-40B4-BE49-F238E27FC236}">
                <a16:creationId xmlns:a16="http://schemas.microsoft.com/office/drawing/2014/main" id="{EFB632E3-57B8-4C58-AAE7-C560DE011CA8}"/>
              </a:ext>
            </a:extLst>
          </p:cNvPr>
          <p:cNvSpPr>
            <a:spLocks noGrp="1"/>
          </p:cNvSpPr>
          <p:nvPr/>
        </p:nvSpPr>
        <p:spPr>
          <a:xfrm rot="1657405">
            <a:off x="7236965" y="6287939"/>
            <a:ext cx="134727" cy="134727"/>
          </a:xfrm>
          <a:prstGeom prst="ellipse">
            <a:avLst/>
          </a:prstGeom>
          <a:solidFill>
            <a:srgbClr val="F3821C">
              <a:alpha val="6000"/>
            </a:srgbClr>
          </a:solidFill>
          <a:ln w="0">
            <a:noFill/>
            <a:prstDash val="solid"/>
          </a:ln>
        </p:spPr>
      </p:sp>
      <p:sp>
        <p:nvSpPr>
          <p:cNvPr id="810" name="lumia-token-particle">
            <a:extLst>
              <a:ext uri="{FF2B5EF4-FFF2-40B4-BE49-F238E27FC236}">
                <a16:creationId xmlns:a16="http://schemas.microsoft.com/office/drawing/2014/main" id="{10BC02AE-63DF-4757-B5DE-44D04B3D2363}"/>
              </a:ext>
            </a:extLst>
          </p:cNvPr>
          <p:cNvSpPr>
            <a:spLocks noGrp="1"/>
          </p:cNvSpPr>
          <p:nvPr/>
        </p:nvSpPr>
        <p:spPr>
          <a:xfrm rot="1951164">
            <a:off x="7276260" y="6327234"/>
            <a:ext cx="56136" cy="56136"/>
          </a:xfrm>
          <a:prstGeom prst="ellipse">
            <a:avLst/>
          </a:prstGeom>
          <a:solidFill>
            <a:srgbClr val="F3821C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811" name="lumia-token-particle">
            <a:extLst>
              <a:ext uri="{FF2B5EF4-FFF2-40B4-BE49-F238E27FC236}">
                <a16:creationId xmlns:a16="http://schemas.microsoft.com/office/drawing/2014/main" id="{57F632CD-3602-4930-BB9B-2BF8CEC8ACFE}"/>
              </a:ext>
            </a:extLst>
          </p:cNvPr>
          <p:cNvSpPr>
            <a:spLocks noGrp="1"/>
          </p:cNvSpPr>
          <p:nvPr/>
        </p:nvSpPr>
        <p:spPr>
          <a:xfrm rot="97251">
            <a:off x="9942435" y="5779427"/>
            <a:ext cx="13730" cy="13730"/>
          </a:xfrm>
          <a:prstGeom prst="ellipse">
            <a:avLst/>
          </a:prstGeom>
          <a:solidFill>
            <a:srgbClr val="BBB61E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812" name="lumia-token-particle">
            <a:extLst>
              <a:ext uri="{FF2B5EF4-FFF2-40B4-BE49-F238E27FC236}">
                <a16:creationId xmlns:a16="http://schemas.microsoft.com/office/drawing/2014/main" id="{129C9CF1-4974-49D4-A95B-01A9AD75575E}"/>
              </a:ext>
            </a:extLst>
          </p:cNvPr>
          <p:cNvSpPr>
            <a:spLocks noGrp="1"/>
          </p:cNvSpPr>
          <p:nvPr/>
        </p:nvSpPr>
        <p:spPr>
          <a:xfrm rot="2601023">
            <a:off x="7065763" y="6267209"/>
            <a:ext cx="19785" cy="19785"/>
          </a:xfrm>
          <a:prstGeom prst="roundRect">
            <a:avLst>
              <a:gd name="adj" fmla="val 19257"/>
            </a:avLst>
          </a:prstGeom>
          <a:solidFill>
            <a:srgbClr val="F17721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813" name="lumia-token-particle">
            <a:extLst>
              <a:ext uri="{FF2B5EF4-FFF2-40B4-BE49-F238E27FC236}">
                <a16:creationId xmlns:a16="http://schemas.microsoft.com/office/drawing/2014/main" id="{55BEF57B-3C52-47B6-A4E2-DE6F0AF9D444}"/>
              </a:ext>
            </a:extLst>
          </p:cNvPr>
          <p:cNvSpPr>
            <a:spLocks noGrp="1"/>
          </p:cNvSpPr>
          <p:nvPr/>
        </p:nvSpPr>
        <p:spPr>
          <a:xfrm rot="1275780">
            <a:off x="6004389" y="6222297"/>
            <a:ext cx="23830" cy="23830"/>
          </a:xfrm>
          <a:prstGeom prst="roundRect">
            <a:avLst>
              <a:gd name="adj" fmla="val 18000"/>
            </a:avLst>
          </a:prstGeom>
          <a:solidFill>
            <a:srgbClr val="EB4E31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814" name="lumia-token-particle-soft-glow">
            <a:extLst>
              <a:ext uri="{FF2B5EF4-FFF2-40B4-BE49-F238E27FC236}">
                <a16:creationId xmlns:a16="http://schemas.microsoft.com/office/drawing/2014/main" id="{5A4C9890-6AE1-4483-8283-397F805A8DE6}"/>
              </a:ext>
            </a:extLst>
          </p:cNvPr>
          <p:cNvSpPr>
            <a:spLocks noGrp="1"/>
          </p:cNvSpPr>
          <p:nvPr/>
        </p:nvSpPr>
        <p:spPr>
          <a:xfrm rot="1356074">
            <a:off x="9984907" y="6011979"/>
            <a:ext cx="185940" cy="185940"/>
          </a:xfrm>
          <a:prstGeom prst="roundRect">
            <a:avLst>
              <a:gd name="adj" fmla="val 18000"/>
            </a:avLst>
          </a:prstGeom>
          <a:solidFill>
            <a:srgbClr val="A9B425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15" name="lumia-token-particle">
            <a:extLst>
              <a:ext uri="{FF2B5EF4-FFF2-40B4-BE49-F238E27FC236}">
                <a16:creationId xmlns:a16="http://schemas.microsoft.com/office/drawing/2014/main" id="{475EE0AC-1DD2-42B2-AF14-3A8D9E0936AB}"/>
              </a:ext>
            </a:extLst>
          </p:cNvPr>
          <p:cNvSpPr>
            <a:spLocks noGrp="1"/>
          </p:cNvSpPr>
          <p:nvPr/>
        </p:nvSpPr>
        <p:spPr>
          <a:xfrm rot="2170904">
            <a:off x="10039139" y="6066212"/>
            <a:ext cx="77475" cy="77475"/>
          </a:xfrm>
          <a:prstGeom prst="roundRect">
            <a:avLst>
              <a:gd name="adj" fmla="val 18000"/>
            </a:avLst>
          </a:prstGeom>
          <a:solidFill>
            <a:srgbClr val="A9B425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816" name="lumia-token-particle">
            <a:extLst>
              <a:ext uri="{FF2B5EF4-FFF2-40B4-BE49-F238E27FC236}">
                <a16:creationId xmlns:a16="http://schemas.microsoft.com/office/drawing/2014/main" id="{B10CE6E7-1920-4293-8BD3-0E075CC51C68}"/>
              </a:ext>
            </a:extLst>
          </p:cNvPr>
          <p:cNvSpPr>
            <a:spLocks noGrp="1"/>
          </p:cNvSpPr>
          <p:nvPr/>
        </p:nvSpPr>
        <p:spPr>
          <a:xfrm rot="15804">
            <a:off x="5675417" y="6145852"/>
            <a:ext cx="19396" cy="19396"/>
          </a:xfrm>
          <a:prstGeom prst="roundRect">
            <a:avLst>
              <a:gd name="adj" fmla="val 19644"/>
            </a:avLst>
          </a:prstGeom>
          <a:solidFill>
            <a:srgbClr val="EB4C32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817" name="lumia-token-particle">
            <a:extLst>
              <a:ext uri="{FF2B5EF4-FFF2-40B4-BE49-F238E27FC236}">
                <a16:creationId xmlns:a16="http://schemas.microsoft.com/office/drawing/2014/main" id="{0D1BF33F-5402-4EB4-8D12-854DE98B3592}"/>
              </a:ext>
            </a:extLst>
          </p:cNvPr>
          <p:cNvSpPr>
            <a:spLocks noGrp="1"/>
          </p:cNvSpPr>
          <p:nvPr/>
        </p:nvSpPr>
        <p:spPr>
          <a:xfrm rot="2672385">
            <a:off x="9859249" y="6122139"/>
            <a:ext cx="18911" cy="18911"/>
          </a:xfrm>
          <a:prstGeom prst="roundRect">
            <a:avLst>
              <a:gd name="adj" fmla="val 20147"/>
            </a:avLst>
          </a:prstGeom>
          <a:solidFill>
            <a:srgbClr val="B0B522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818" name="lumia-token-particle">
            <a:extLst>
              <a:ext uri="{FF2B5EF4-FFF2-40B4-BE49-F238E27FC236}">
                <a16:creationId xmlns:a16="http://schemas.microsoft.com/office/drawing/2014/main" id="{10DA15E1-5C37-4F42-8AE1-1307F72D5230}"/>
              </a:ext>
            </a:extLst>
          </p:cNvPr>
          <p:cNvSpPr>
            <a:spLocks noGrp="1"/>
          </p:cNvSpPr>
          <p:nvPr/>
        </p:nvSpPr>
        <p:spPr>
          <a:xfrm rot="1843300">
            <a:off x="7079844" y="6506690"/>
            <a:ext cx="15945" cy="15945"/>
          </a:xfrm>
          <a:prstGeom prst="roundRect">
            <a:avLst>
              <a:gd name="adj" fmla="val 23895"/>
            </a:avLst>
          </a:prstGeom>
          <a:solidFill>
            <a:srgbClr val="F17521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819" name="lumia-token-particle">
            <a:extLst>
              <a:ext uri="{FF2B5EF4-FFF2-40B4-BE49-F238E27FC236}">
                <a16:creationId xmlns:a16="http://schemas.microsoft.com/office/drawing/2014/main" id="{7AB5FEE3-6D64-4CB1-AD25-5A201B692929}"/>
              </a:ext>
            </a:extLst>
          </p:cNvPr>
          <p:cNvSpPr>
            <a:spLocks noGrp="1"/>
          </p:cNvSpPr>
          <p:nvPr/>
        </p:nvSpPr>
        <p:spPr>
          <a:xfrm rot="2587125">
            <a:off x="5501580" y="6363968"/>
            <a:ext cx="25214" cy="25214"/>
          </a:xfrm>
          <a:prstGeom prst="roundRect">
            <a:avLst>
              <a:gd name="adj" fmla="val 18000"/>
            </a:avLst>
          </a:prstGeom>
          <a:solidFill>
            <a:srgbClr val="E1433B">
              <a:alpha val="30000"/>
            </a:srgbClr>
          </a:solidFill>
          <a:ln w="0">
            <a:noFill/>
            <a:prstDash val="solid"/>
          </a:ln>
        </p:spPr>
      </p:sp>
      <p:sp>
        <p:nvSpPr>
          <p:cNvPr id="820" name="lumia-token-particle">
            <a:extLst>
              <a:ext uri="{FF2B5EF4-FFF2-40B4-BE49-F238E27FC236}">
                <a16:creationId xmlns:a16="http://schemas.microsoft.com/office/drawing/2014/main" id="{046D1D01-72E9-4E77-ADC1-0426A8142F1C}"/>
              </a:ext>
            </a:extLst>
          </p:cNvPr>
          <p:cNvSpPr>
            <a:spLocks noGrp="1"/>
          </p:cNvSpPr>
          <p:nvPr/>
        </p:nvSpPr>
        <p:spPr>
          <a:xfrm rot="118168">
            <a:off x="7157355" y="6347494"/>
            <a:ext cx="13829" cy="13829"/>
          </a:xfrm>
          <a:prstGeom prst="ellipse">
            <a:avLst/>
          </a:prstGeom>
          <a:solidFill>
            <a:srgbClr val="F2791F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821" name="lumia-token-particle">
            <a:extLst>
              <a:ext uri="{FF2B5EF4-FFF2-40B4-BE49-F238E27FC236}">
                <a16:creationId xmlns:a16="http://schemas.microsoft.com/office/drawing/2014/main" id="{06F37A39-5B64-49A8-B272-DE0665B5B3F5}"/>
              </a:ext>
            </a:extLst>
          </p:cNvPr>
          <p:cNvSpPr>
            <a:spLocks noGrp="1"/>
          </p:cNvSpPr>
          <p:nvPr/>
        </p:nvSpPr>
        <p:spPr>
          <a:xfrm rot="1915592">
            <a:off x="10376778" y="5994264"/>
            <a:ext cx="43040" cy="43040"/>
          </a:xfrm>
          <a:prstGeom prst="ellipse">
            <a:avLst/>
          </a:prstGeom>
          <a:solidFill>
            <a:srgbClr val="ACB424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822" name="lumia-token-particle">
            <a:extLst>
              <a:ext uri="{FF2B5EF4-FFF2-40B4-BE49-F238E27FC236}">
                <a16:creationId xmlns:a16="http://schemas.microsoft.com/office/drawing/2014/main" id="{BFECFF13-4B9A-444C-886A-CDF9DCB31901}"/>
              </a:ext>
            </a:extLst>
          </p:cNvPr>
          <p:cNvSpPr>
            <a:spLocks noGrp="1"/>
          </p:cNvSpPr>
          <p:nvPr/>
        </p:nvSpPr>
        <p:spPr>
          <a:xfrm rot="2389776">
            <a:off x="11428653" y="5648102"/>
            <a:ext cx="37302" cy="37302"/>
          </a:xfrm>
          <a:prstGeom prst="roundRect">
            <a:avLst>
              <a:gd name="adj" fmla="val 18000"/>
            </a:avLst>
          </a:prstGeom>
          <a:solidFill>
            <a:srgbClr val="52AB47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823" name="lumia-token-particle">
            <a:extLst>
              <a:ext uri="{FF2B5EF4-FFF2-40B4-BE49-F238E27FC236}">
                <a16:creationId xmlns:a16="http://schemas.microsoft.com/office/drawing/2014/main" id="{39CA62F8-FB26-4321-BE04-BBCB4F918B8B}"/>
              </a:ext>
            </a:extLst>
          </p:cNvPr>
          <p:cNvSpPr>
            <a:spLocks noGrp="1"/>
          </p:cNvSpPr>
          <p:nvPr/>
        </p:nvSpPr>
        <p:spPr>
          <a:xfrm rot="1421682">
            <a:off x="10905676" y="5794195"/>
            <a:ext cx="17930" cy="17930"/>
          </a:xfrm>
          <a:prstGeom prst="ellipse">
            <a:avLst/>
          </a:prstGeom>
          <a:solidFill>
            <a:srgbClr val="85B033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24" name="lumia-token-particle-soft-glow">
            <a:extLst>
              <a:ext uri="{FF2B5EF4-FFF2-40B4-BE49-F238E27FC236}">
                <a16:creationId xmlns:a16="http://schemas.microsoft.com/office/drawing/2014/main" id="{D3482821-F06D-4543-B892-02A4B500F60A}"/>
              </a:ext>
            </a:extLst>
          </p:cNvPr>
          <p:cNvSpPr>
            <a:spLocks noGrp="1"/>
          </p:cNvSpPr>
          <p:nvPr/>
        </p:nvSpPr>
        <p:spPr>
          <a:xfrm rot="556537">
            <a:off x="11653568" y="5357074"/>
            <a:ext cx="252836" cy="252836"/>
          </a:xfrm>
          <a:prstGeom prst="roundRect">
            <a:avLst>
              <a:gd name="adj" fmla="val 18000"/>
            </a:avLst>
          </a:prstGeom>
          <a:solidFill>
            <a:srgbClr val="3CA950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25" name="lumia-token-particle">
            <a:extLst>
              <a:ext uri="{FF2B5EF4-FFF2-40B4-BE49-F238E27FC236}">
                <a16:creationId xmlns:a16="http://schemas.microsoft.com/office/drawing/2014/main" id="{F90478D9-04BD-4360-8330-8FF96FF37249}"/>
              </a:ext>
            </a:extLst>
          </p:cNvPr>
          <p:cNvSpPr>
            <a:spLocks noGrp="1"/>
          </p:cNvSpPr>
          <p:nvPr/>
        </p:nvSpPr>
        <p:spPr>
          <a:xfrm rot="685285">
            <a:off x="11727312" y="5430818"/>
            <a:ext cx="105348" cy="105348"/>
          </a:xfrm>
          <a:prstGeom prst="roundRect">
            <a:avLst>
              <a:gd name="adj" fmla="val 18000"/>
            </a:avLst>
          </a:prstGeom>
          <a:solidFill>
            <a:srgbClr val="3CA950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826" name="lumia-token-particle">
            <a:extLst>
              <a:ext uri="{FF2B5EF4-FFF2-40B4-BE49-F238E27FC236}">
                <a16:creationId xmlns:a16="http://schemas.microsoft.com/office/drawing/2014/main" id="{04A3C923-4801-4421-9E55-17CE92BA7A16}"/>
              </a:ext>
            </a:extLst>
          </p:cNvPr>
          <p:cNvSpPr>
            <a:spLocks noGrp="1"/>
          </p:cNvSpPr>
          <p:nvPr/>
        </p:nvSpPr>
        <p:spPr>
          <a:xfrm rot="258537">
            <a:off x="5606651" y="6228968"/>
            <a:ext cx="8301" cy="8301"/>
          </a:xfrm>
          <a:prstGeom prst="roundRect">
            <a:avLst>
              <a:gd name="adj" fmla="val 45899"/>
            </a:avLst>
          </a:prstGeom>
          <a:solidFill>
            <a:srgbClr val="EA4534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827" name="lumia-token-particle">
            <a:extLst>
              <a:ext uri="{FF2B5EF4-FFF2-40B4-BE49-F238E27FC236}">
                <a16:creationId xmlns:a16="http://schemas.microsoft.com/office/drawing/2014/main" id="{95ADE6F3-D69F-4906-B689-D3D2D380028F}"/>
              </a:ext>
            </a:extLst>
          </p:cNvPr>
          <p:cNvSpPr>
            <a:spLocks noGrp="1"/>
          </p:cNvSpPr>
          <p:nvPr/>
        </p:nvSpPr>
        <p:spPr>
          <a:xfrm rot="905934">
            <a:off x="11926429" y="5592725"/>
            <a:ext cx="23324" cy="23324"/>
          </a:xfrm>
          <a:prstGeom prst="roundRect">
            <a:avLst>
              <a:gd name="adj" fmla="val 18000"/>
            </a:avLst>
          </a:prstGeom>
          <a:solidFill>
            <a:srgbClr val="45AA4C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28" name="lumia-token-particle">
            <a:extLst>
              <a:ext uri="{FF2B5EF4-FFF2-40B4-BE49-F238E27FC236}">
                <a16:creationId xmlns:a16="http://schemas.microsoft.com/office/drawing/2014/main" id="{02773BB9-38A8-4E02-A534-B4D486D60F73}"/>
              </a:ext>
            </a:extLst>
          </p:cNvPr>
          <p:cNvSpPr>
            <a:spLocks noGrp="1"/>
          </p:cNvSpPr>
          <p:nvPr/>
        </p:nvSpPr>
        <p:spPr>
          <a:xfrm rot="2098158">
            <a:off x="5695013" y="6551814"/>
            <a:ext cx="25761" cy="25761"/>
          </a:xfrm>
          <a:prstGeom prst="ellipse">
            <a:avLst/>
          </a:prstGeom>
          <a:solidFill>
            <a:srgbClr val="EA4634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829" name="lumia-token-particle">
            <a:extLst>
              <a:ext uri="{FF2B5EF4-FFF2-40B4-BE49-F238E27FC236}">
                <a16:creationId xmlns:a16="http://schemas.microsoft.com/office/drawing/2014/main" id="{E6854F58-FBC6-4BBA-9150-0C5A473B8234}"/>
              </a:ext>
            </a:extLst>
          </p:cNvPr>
          <p:cNvSpPr>
            <a:spLocks noGrp="1"/>
          </p:cNvSpPr>
          <p:nvPr/>
        </p:nvSpPr>
        <p:spPr>
          <a:xfrm rot="2385502">
            <a:off x="6637276" y="5982587"/>
            <a:ext cx="16029" cy="16029"/>
          </a:xfrm>
          <a:prstGeom prst="ellipse">
            <a:avLst/>
          </a:prstGeom>
          <a:solidFill>
            <a:srgbClr val="F06F24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830" name="lumia-token-particle">
            <a:extLst>
              <a:ext uri="{FF2B5EF4-FFF2-40B4-BE49-F238E27FC236}">
                <a16:creationId xmlns:a16="http://schemas.microsoft.com/office/drawing/2014/main" id="{86C1999B-17EB-4A84-A901-14614D58D2D4}"/>
              </a:ext>
            </a:extLst>
          </p:cNvPr>
          <p:cNvSpPr>
            <a:spLocks noGrp="1"/>
          </p:cNvSpPr>
          <p:nvPr/>
        </p:nvSpPr>
        <p:spPr>
          <a:xfrm rot="918836">
            <a:off x="6065646" y="6591495"/>
            <a:ext cx="10440" cy="10440"/>
          </a:xfrm>
          <a:prstGeom prst="ellipse">
            <a:avLst/>
          </a:prstGeom>
          <a:solidFill>
            <a:srgbClr val="EC532F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831" name="lumia-token-particle">
            <a:extLst>
              <a:ext uri="{FF2B5EF4-FFF2-40B4-BE49-F238E27FC236}">
                <a16:creationId xmlns:a16="http://schemas.microsoft.com/office/drawing/2014/main" id="{5B8706FC-0C51-498A-AFCF-3556023D449F}"/>
              </a:ext>
            </a:extLst>
          </p:cNvPr>
          <p:cNvSpPr>
            <a:spLocks noGrp="1"/>
          </p:cNvSpPr>
          <p:nvPr/>
        </p:nvSpPr>
        <p:spPr>
          <a:xfrm rot="1402963">
            <a:off x="12035035" y="5917687"/>
            <a:ext cx="24045" cy="24045"/>
          </a:xfrm>
          <a:prstGeom prst="ellipse">
            <a:avLst/>
          </a:prstGeom>
          <a:solidFill>
            <a:srgbClr val="36A852">
              <a:alpha val="25000"/>
            </a:srgbClr>
          </a:solidFill>
          <a:ln w="0">
            <a:noFill/>
            <a:prstDash val="solid"/>
          </a:ln>
        </p:spPr>
      </p:sp>
      <p:sp>
        <p:nvSpPr>
          <p:cNvPr id="832" name="lumia-token-particle">
            <a:extLst>
              <a:ext uri="{FF2B5EF4-FFF2-40B4-BE49-F238E27FC236}">
                <a16:creationId xmlns:a16="http://schemas.microsoft.com/office/drawing/2014/main" id="{E51DC5A3-0778-425E-95C1-11CD3B6AA0C8}"/>
              </a:ext>
            </a:extLst>
          </p:cNvPr>
          <p:cNvSpPr>
            <a:spLocks noGrp="1"/>
          </p:cNvSpPr>
          <p:nvPr/>
        </p:nvSpPr>
        <p:spPr>
          <a:xfrm rot="774443">
            <a:off x="9607300" y="5712447"/>
            <a:ext cx="13561" cy="13561"/>
          </a:xfrm>
          <a:prstGeom prst="ellipse">
            <a:avLst/>
          </a:prstGeom>
          <a:solidFill>
            <a:srgbClr val="D7B813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833" name="lumia-token-particle">
            <a:extLst>
              <a:ext uri="{FF2B5EF4-FFF2-40B4-BE49-F238E27FC236}">
                <a16:creationId xmlns:a16="http://schemas.microsoft.com/office/drawing/2014/main" id="{3F42D795-E2E6-4C5C-A131-F65034BA5BF5}"/>
              </a:ext>
            </a:extLst>
          </p:cNvPr>
          <p:cNvSpPr>
            <a:spLocks noGrp="1"/>
          </p:cNvSpPr>
          <p:nvPr/>
        </p:nvSpPr>
        <p:spPr>
          <a:xfrm rot="1371591">
            <a:off x="10719512" y="5599855"/>
            <a:ext cx="21588" cy="21588"/>
          </a:xfrm>
          <a:prstGeom prst="roundRect">
            <a:avLst>
              <a:gd name="adj" fmla="val 18000"/>
            </a:avLst>
          </a:prstGeom>
          <a:solidFill>
            <a:srgbClr val="8EB130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34" name="lumia-token-particle">
            <a:extLst>
              <a:ext uri="{FF2B5EF4-FFF2-40B4-BE49-F238E27FC236}">
                <a16:creationId xmlns:a16="http://schemas.microsoft.com/office/drawing/2014/main" id="{0F982130-C46F-49A5-8728-410B069A8A96}"/>
              </a:ext>
            </a:extLst>
          </p:cNvPr>
          <p:cNvSpPr>
            <a:spLocks noGrp="1"/>
          </p:cNvSpPr>
          <p:nvPr/>
        </p:nvSpPr>
        <p:spPr>
          <a:xfrm rot="1931624">
            <a:off x="8161642" y="6275180"/>
            <a:ext cx="28234" cy="28234"/>
          </a:xfrm>
          <a:prstGeom prst="roundRect">
            <a:avLst>
              <a:gd name="adj" fmla="val 18000"/>
            </a:avLst>
          </a:prstGeom>
          <a:solidFill>
            <a:srgbClr val="F8A60E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835" name="lumia-token-particle">
            <a:extLst>
              <a:ext uri="{FF2B5EF4-FFF2-40B4-BE49-F238E27FC236}">
                <a16:creationId xmlns:a16="http://schemas.microsoft.com/office/drawing/2014/main" id="{105B3022-6D8F-4278-AF9F-4D6C0AD9F6D9}"/>
              </a:ext>
            </a:extLst>
          </p:cNvPr>
          <p:cNvSpPr>
            <a:spLocks noGrp="1"/>
          </p:cNvSpPr>
          <p:nvPr/>
        </p:nvSpPr>
        <p:spPr>
          <a:xfrm rot="1371663">
            <a:off x="7692379" y="6469200"/>
            <a:ext cx="15190" cy="15190"/>
          </a:xfrm>
          <a:prstGeom prst="roundRect">
            <a:avLst>
              <a:gd name="adj" fmla="val 25082"/>
            </a:avLst>
          </a:prstGeom>
          <a:solidFill>
            <a:srgbClr val="F59515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836" name="lumia-token-particle">
            <a:extLst>
              <a:ext uri="{FF2B5EF4-FFF2-40B4-BE49-F238E27FC236}">
                <a16:creationId xmlns:a16="http://schemas.microsoft.com/office/drawing/2014/main" id="{196E750F-7B03-4D82-813A-0BFBA16A9AA8}"/>
              </a:ext>
            </a:extLst>
          </p:cNvPr>
          <p:cNvSpPr>
            <a:spLocks noGrp="1"/>
          </p:cNvSpPr>
          <p:nvPr/>
        </p:nvSpPr>
        <p:spPr>
          <a:xfrm rot="2561927">
            <a:off x="11506937" y="5704368"/>
            <a:ext cx="24493" cy="24493"/>
          </a:xfrm>
          <a:prstGeom prst="roundRect">
            <a:avLst>
              <a:gd name="adj" fmla="val 18000"/>
            </a:avLst>
          </a:prstGeom>
          <a:solidFill>
            <a:srgbClr val="50AB48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837" name="lumia-token-particle">
            <a:extLst>
              <a:ext uri="{FF2B5EF4-FFF2-40B4-BE49-F238E27FC236}">
                <a16:creationId xmlns:a16="http://schemas.microsoft.com/office/drawing/2014/main" id="{225B6339-5A54-4ABF-961F-1F99F53DAAA9}"/>
              </a:ext>
            </a:extLst>
          </p:cNvPr>
          <p:cNvSpPr>
            <a:spLocks noGrp="1"/>
          </p:cNvSpPr>
          <p:nvPr/>
        </p:nvSpPr>
        <p:spPr>
          <a:xfrm rot="1506382">
            <a:off x="3927317" y="6235089"/>
            <a:ext cx="7162" cy="7162"/>
          </a:xfrm>
          <a:prstGeom prst="ellipse">
            <a:avLst/>
          </a:prstGeom>
          <a:solidFill>
            <a:srgbClr val="9F3F66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838" name="lumia-token-particle-soft-glow">
            <a:extLst>
              <a:ext uri="{FF2B5EF4-FFF2-40B4-BE49-F238E27FC236}">
                <a16:creationId xmlns:a16="http://schemas.microsoft.com/office/drawing/2014/main" id="{CE9690C3-08EA-466E-88CB-4C629ED87FAD}"/>
              </a:ext>
            </a:extLst>
          </p:cNvPr>
          <p:cNvSpPr>
            <a:spLocks noGrp="1"/>
          </p:cNvSpPr>
          <p:nvPr/>
        </p:nvSpPr>
        <p:spPr>
          <a:xfrm rot="474966">
            <a:off x="11831651" y="5539454"/>
            <a:ext cx="242004" cy="242004"/>
          </a:xfrm>
          <a:prstGeom prst="ellipse">
            <a:avLst/>
          </a:prstGeom>
          <a:solidFill>
            <a:srgbClr val="42A94D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39" name="lumia-token-particle">
            <a:extLst>
              <a:ext uri="{FF2B5EF4-FFF2-40B4-BE49-F238E27FC236}">
                <a16:creationId xmlns:a16="http://schemas.microsoft.com/office/drawing/2014/main" id="{8916AA17-CC52-4041-8080-0EC3FCFDDA45}"/>
              </a:ext>
            </a:extLst>
          </p:cNvPr>
          <p:cNvSpPr>
            <a:spLocks noGrp="1"/>
          </p:cNvSpPr>
          <p:nvPr/>
        </p:nvSpPr>
        <p:spPr>
          <a:xfrm rot="1673181">
            <a:off x="11902236" y="5610038"/>
            <a:ext cx="100835" cy="100835"/>
          </a:xfrm>
          <a:prstGeom prst="ellipse">
            <a:avLst/>
          </a:prstGeom>
          <a:solidFill>
            <a:srgbClr val="42A94D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840" name="lumia-token-particle-soft-glow">
            <a:extLst>
              <a:ext uri="{FF2B5EF4-FFF2-40B4-BE49-F238E27FC236}">
                <a16:creationId xmlns:a16="http://schemas.microsoft.com/office/drawing/2014/main" id="{A3126A4D-2D49-4D7D-98FC-682C8A6D3BC9}"/>
              </a:ext>
            </a:extLst>
          </p:cNvPr>
          <p:cNvSpPr>
            <a:spLocks noGrp="1"/>
          </p:cNvSpPr>
          <p:nvPr/>
        </p:nvSpPr>
        <p:spPr>
          <a:xfrm rot="1886848">
            <a:off x="8537407" y="6018657"/>
            <a:ext cx="165783" cy="165783"/>
          </a:xfrm>
          <a:prstGeom prst="roundRect">
            <a:avLst>
              <a:gd name="adj" fmla="val 18000"/>
            </a:avLst>
          </a:prstGeom>
          <a:solidFill>
            <a:srgbClr val="FBBA06">
              <a:alpha val="6000"/>
            </a:srgbClr>
          </a:solidFill>
          <a:ln w="0">
            <a:noFill/>
            <a:prstDash val="solid"/>
          </a:ln>
        </p:spPr>
      </p:sp>
      <p:sp>
        <p:nvSpPr>
          <p:cNvPr id="841" name="lumia-token-particle">
            <a:extLst>
              <a:ext uri="{FF2B5EF4-FFF2-40B4-BE49-F238E27FC236}">
                <a16:creationId xmlns:a16="http://schemas.microsoft.com/office/drawing/2014/main" id="{9AEA2116-8DFC-40FC-972F-7214050DF5C5}"/>
              </a:ext>
            </a:extLst>
          </p:cNvPr>
          <p:cNvSpPr>
            <a:spLocks noGrp="1"/>
          </p:cNvSpPr>
          <p:nvPr/>
        </p:nvSpPr>
        <p:spPr>
          <a:xfrm rot="2316306">
            <a:off x="8585760" y="6067010"/>
            <a:ext cx="69076" cy="69076"/>
          </a:xfrm>
          <a:prstGeom prst="roundRect">
            <a:avLst>
              <a:gd name="adj" fmla="val 18000"/>
            </a:avLst>
          </a:prstGeom>
          <a:solidFill>
            <a:srgbClr val="FBBA06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842" name="lumia-token-particle">
            <a:extLst>
              <a:ext uri="{FF2B5EF4-FFF2-40B4-BE49-F238E27FC236}">
                <a16:creationId xmlns:a16="http://schemas.microsoft.com/office/drawing/2014/main" id="{F910DE2E-33F1-4C84-812E-F0D3D3CC8C90}"/>
              </a:ext>
            </a:extLst>
          </p:cNvPr>
          <p:cNvSpPr>
            <a:spLocks noGrp="1"/>
          </p:cNvSpPr>
          <p:nvPr/>
        </p:nvSpPr>
        <p:spPr>
          <a:xfrm rot="313079">
            <a:off x="4388050" y="6008079"/>
            <a:ext cx="12116" cy="12116"/>
          </a:xfrm>
          <a:prstGeom prst="roundRect">
            <a:avLst>
              <a:gd name="adj" fmla="val 31446"/>
            </a:avLst>
          </a:prstGeom>
          <a:solidFill>
            <a:srgbClr val="B1405A">
              <a:alpha val="19000"/>
            </a:srgbClr>
          </a:solidFill>
          <a:ln w="0">
            <a:noFill/>
            <a:prstDash val="solid"/>
          </a:ln>
        </p:spPr>
      </p:sp>
      <p:sp>
        <p:nvSpPr>
          <p:cNvPr id="843" name="lumia-token-particle">
            <a:extLst>
              <a:ext uri="{FF2B5EF4-FFF2-40B4-BE49-F238E27FC236}">
                <a16:creationId xmlns:a16="http://schemas.microsoft.com/office/drawing/2014/main" id="{EAA9281F-BFD0-4D7D-8E73-CA3B75F06BB6}"/>
              </a:ext>
            </a:extLst>
          </p:cNvPr>
          <p:cNvSpPr>
            <a:spLocks noGrp="1"/>
          </p:cNvSpPr>
          <p:nvPr/>
        </p:nvSpPr>
        <p:spPr>
          <a:xfrm rot="400093">
            <a:off x="1748802" y="6443382"/>
            <a:ext cx="6715" cy="6715"/>
          </a:xfrm>
          <a:prstGeom prst="roundRect">
            <a:avLst>
              <a:gd name="adj" fmla="val 50000"/>
            </a:avLst>
          </a:prstGeom>
          <a:solidFill>
            <a:srgbClr val="5154B5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844" name="lumia-token-particle">
            <a:extLst>
              <a:ext uri="{FF2B5EF4-FFF2-40B4-BE49-F238E27FC236}">
                <a16:creationId xmlns:a16="http://schemas.microsoft.com/office/drawing/2014/main" id="{0B354670-ECCB-4F1D-AC6B-5D829C5A271C}"/>
              </a:ext>
            </a:extLst>
          </p:cNvPr>
          <p:cNvSpPr>
            <a:spLocks noGrp="1"/>
          </p:cNvSpPr>
          <p:nvPr/>
        </p:nvSpPr>
        <p:spPr>
          <a:xfrm rot="1080578">
            <a:off x="11038396" y="5841924"/>
            <a:ext cx="29889" cy="29889"/>
          </a:xfrm>
          <a:prstGeom prst="ellipse">
            <a:avLst/>
          </a:prstGeom>
          <a:solidFill>
            <a:srgbClr val="69AD3E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845" name="lumia-token-particle">
            <a:extLst>
              <a:ext uri="{FF2B5EF4-FFF2-40B4-BE49-F238E27FC236}">
                <a16:creationId xmlns:a16="http://schemas.microsoft.com/office/drawing/2014/main" id="{C01769E1-D0A7-456A-924E-28DE0AB9238C}"/>
              </a:ext>
            </a:extLst>
          </p:cNvPr>
          <p:cNvSpPr>
            <a:spLocks noGrp="1"/>
          </p:cNvSpPr>
          <p:nvPr/>
        </p:nvSpPr>
        <p:spPr>
          <a:xfrm rot="1998522">
            <a:off x="9258569" y="6196384"/>
            <a:ext cx="19353" cy="19353"/>
          </a:xfrm>
          <a:prstGeom prst="roundRect">
            <a:avLst>
              <a:gd name="adj" fmla="val 19687"/>
            </a:avLst>
          </a:prstGeom>
          <a:solidFill>
            <a:srgbClr val="D6B814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846" name="lumia-token-particle">
            <a:extLst>
              <a:ext uri="{FF2B5EF4-FFF2-40B4-BE49-F238E27FC236}">
                <a16:creationId xmlns:a16="http://schemas.microsoft.com/office/drawing/2014/main" id="{98BBD906-F5B7-4136-B640-E0968E134506}"/>
              </a:ext>
            </a:extLst>
          </p:cNvPr>
          <p:cNvSpPr>
            <a:spLocks noGrp="1"/>
          </p:cNvSpPr>
          <p:nvPr/>
        </p:nvSpPr>
        <p:spPr>
          <a:xfrm rot="2301168">
            <a:off x="7807683" y="6271927"/>
            <a:ext cx="35521" cy="35521"/>
          </a:xfrm>
          <a:prstGeom prst="roundRect">
            <a:avLst>
              <a:gd name="adj" fmla="val 18000"/>
            </a:avLst>
          </a:prstGeom>
          <a:solidFill>
            <a:srgbClr val="F69913">
              <a:alpha val="33000"/>
            </a:srgbClr>
          </a:solidFill>
          <a:ln w="0">
            <a:noFill/>
            <a:prstDash val="solid"/>
          </a:ln>
        </p:spPr>
      </p:sp>
      <p:sp>
        <p:nvSpPr>
          <p:cNvPr id="847" name="lumia-token-particle-soft-glow">
            <a:extLst>
              <a:ext uri="{FF2B5EF4-FFF2-40B4-BE49-F238E27FC236}">
                <a16:creationId xmlns:a16="http://schemas.microsoft.com/office/drawing/2014/main" id="{D8B15727-B351-41B0-B018-7A39F4B30B43}"/>
              </a:ext>
            </a:extLst>
          </p:cNvPr>
          <p:cNvSpPr>
            <a:spLocks noGrp="1"/>
          </p:cNvSpPr>
          <p:nvPr/>
        </p:nvSpPr>
        <p:spPr>
          <a:xfrm rot="2193198">
            <a:off x="6435677" y="6308505"/>
            <a:ext cx="92415" cy="92415"/>
          </a:xfrm>
          <a:prstGeom prst="roundRect">
            <a:avLst>
              <a:gd name="adj" fmla="val 18000"/>
            </a:avLst>
          </a:prstGeom>
          <a:solidFill>
            <a:srgbClr val="EE6029">
              <a:alpha val="6000"/>
            </a:srgbClr>
          </a:solidFill>
          <a:ln w="0">
            <a:noFill/>
            <a:prstDash val="solid"/>
          </a:ln>
        </p:spPr>
      </p:sp>
      <p:sp>
        <p:nvSpPr>
          <p:cNvPr id="848" name="lumia-token-particle">
            <a:extLst>
              <a:ext uri="{FF2B5EF4-FFF2-40B4-BE49-F238E27FC236}">
                <a16:creationId xmlns:a16="http://schemas.microsoft.com/office/drawing/2014/main" id="{7F0EA141-3624-4B74-884E-8D8B7736FF69}"/>
              </a:ext>
            </a:extLst>
          </p:cNvPr>
          <p:cNvSpPr>
            <a:spLocks noGrp="1"/>
          </p:cNvSpPr>
          <p:nvPr/>
        </p:nvSpPr>
        <p:spPr>
          <a:xfrm rot="1547319">
            <a:off x="6462632" y="6335459"/>
            <a:ext cx="38506" cy="38506"/>
          </a:xfrm>
          <a:prstGeom prst="roundRect">
            <a:avLst>
              <a:gd name="adj" fmla="val 18000"/>
            </a:avLst>
          </a:prstGeom>
          <a:solidFill>
            <a:srgbClr val="EE6029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849" name="lumia-token-particle-soft-glow">
            <a:extLst>
              <a:ext uri="{FF2B5EF4-FFF2-40B4-BE49-F238E27FC236}">
                <a16:creationId xmlns:a16="http://schemas.microsoft.com/office/drawing/2014/main" id="{AFBF21AE-AB26-413A-A3FA-F6322C3B8E4B}"/>
              </a:ext>
            </a:extLst>
          </p:cNvPr>
          <p:cNvSpPr>
            <a:spLocks noGrp="1"/>
          </p:cNvSpPr>
          <p:nvPr/>
        </p:nvSpPr>
        <p:spPr>
          <a:xfrm rot="609418">
            <a:off x="6823917" y="6183625"/>
            <a:ext cx="109849" cy="109849"/>
          </a:xfrm>
          <a:prstGeom prst="ellipse">
            <a:avLst/>
          </a:prstGeom>
          <a:solidFill>
            <a:srgbClr val="F06E24">
              <a:alpha val="6000"/>
            </a:srgbClr>
          </a:solidFill>
          <a:ln w="0">
            <a:noFill/>
            <a:prstDash val="solid"/>
          </a:ln>
        </p:spPr>
      </p:sp>
      <p:sp>
        <p:nvSpPr>
          <p:cNvPr id="850" name="lumia-token-particle">
            <a:extLst>
              <a:ext uri="{FF2B5EF4-FFF2-40B4-BE49-F238E27FC236}">
                <a16:creationId xmlns:a16="http://schemas.microsoft.com/office/drawing/2014/main" id="{C8F63EAC-138E-41D4-810D-78502100669B}"/>
              </a:ext>
            </a:extLst>
          </p:cNvPr>
          <p:cNvSpPr>
            <a:spLocks noGrp="1"/>
          </p:cNvSpPr>
          <p:nvPr/>
        </p:nvSpPr>
        <p:spPr>
          <a:xfrm rot="1280866">
            <a:off x="6855956" y="6215664"/>
            <a:ext cx="45770" cy="45770"/>
          </a:xfrm>
          <a:prstGeom prst="ellipse">
            <a:avLst/>
          </a:prstGeom>
          <a:solidFill>
            <a:srgbClr val="F06E24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851" name="lumia-token-particle-soft-glow">
            <a:extLst>
              <a:ext uri="{FF2B5EF4-FFF2-40B4-BE49-F238E27FC236}">
                <a16:creationId xmlns:a16="http://schemas.microsoft.com/office/drawing/2014/main" id="{0AE58064-1C04-4483-B4D3-37A7984A79CD}"/>
              </a:ext>
            </a:extLst>
          </p:cNvPr>
          <p:cNvSpPr>
            <a:spLocks noGrp="1"/>
          </p:cNvSpPr>
          <p:nvPr/>
        </p:nvSpPr>
        <p:spPr>
          <a:xfrm rot="2217442">
            <a:off x="9192126" y="6229467"/>
            <a:ext cx="143864" cy="143864"/>
          </a:xfrm>
          <a:prstGeom prst="roundRect">
            <a:avLst>
              <a:gd name="adj" fmla="val 18000"/>
            </a:avLst>
          </a:prstGeom>
          <a:solidFill>
            <a:srgbClr val="F0BB09">
              <a:alpha val="6000"/>
            </a:srgbClr>
          </a:solidFill>
          <a:ln w="0">
            <a:noFill/>
            <a:prstDash val="solid"/>
          </a:ln>
        </p:spPr>
      </p:sp>
      <p:sp>
        <p:nvSpPr>
          <p:cNvPr id="852" name="lumia-token-particle">
            <a:extLst>
              <a:ext uri="{FF2B5EF4-FFF2-40B4-BE49-F238E27FC236}">
                <a16:creationId xmlns:a16="http://schemas.microsoft.com/office/drawing/2014/main" id="{C606CB25-7AE1-40E5-B042-29637A60A74A}"/>
              </a:ext>
            </a:extLst>
          </p:cNvPr>
          <p:cNvSpPr>
            <a:spLocks noGrp="1"/>
          </p:cNvSpPr>
          <p:nvPr/>
        </p:nvSpPr>
        <p:spPr>
          <a:xfrm rot="2538585">
            <a:off x="9234086" y="6271428"/>
            <a:ext cx="59943" cy="59943"/>
          </a:xfrm>
          <a:prstGeom prst="roundRect">
            <a:avLst>
              <a:gd name="adj" fmla="val 18000"/>
            </a:avLst>
          </a:prstGeom>
          <a:solidFill>
            <a:srgbClr val="F0BB09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853" name="lumia-token-particle">
            <a:extLst>
              <a:ext uri="{FF2B5EF4-FFF2-40B4-BE49-F238E27FC236}">
                <a16:creationId xmlns:a16="http://schemas.microsoft.com/office/drawing/2014/main" id="{941A35BB-EA87-46BF-99E0-EC14D95317F5}"/>
              </a:ext>
            </a:extLst>
          </p:cNvPr>
          <p:cNvSpPr>
            <a:spLocks noGrp="1"/>
          </p:cNvSpPr>
          <p:nvPr/>
        </p:nvSpPr>
        <p:spPr>
          <a:xfrm rot="17229">
            <a:off x="5771553" y="6448381"/>
            <a:ext cx="9103" cy="9103"/>
          </a:xfrm>
          <a:prstGeom prst="roundRect">
            <a:avLst>
              <a:gd name="adj" fmla="val 41856"/>
            </a:avLst>
          </a:prstGeom>
          <a:solidFill>
            <a:srgbClr val="EB4A32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854" name="lumia-token-particle">
            <a:extLst>
              <a:ext uri="{FF2B5EF4-FFF2-40B4-BE49-F238E27FC236}">
                <a16:creationId xmlns:a16="http://schemas.microsoft.com/office/drawing/2014/main" id="{4D165974-5FD2-4A4E-92D5-8CF85DE6F3CD}"/>
              </a:ext>
            </a:extLst>
          </p:cNvPr>
          <p:cNvSpPr>
            <a:spLocks noGrp="1"/>
          </p:cNvSpPr>
          <p:nvPr/>
        </p:nvSpPr>
        <p:spPr>
          <a:xfrm rot="2302419">
            <a:off x="11106482" y="6092049"/>
            <a:ext cx="40358" cy="40358"/>
          </a:xfrm>
          <a:prstGeom prst="ellipse">
            <a:avLst/>
          </a:prstGeom>
          <a:solidFill>
            <a:srgbClr val="7CAF37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855" name="lumia-token-particle">
            <a:extLst>
              <a:ext uri="{FF2B5EF4-FFF2-40B4-BE49-F238E27FC236}">
                <a16:creationId xmlns:a16="http://schemas.microsoft.com/office/drawing/2014/main" id="{E579F822-415C-4588-89D1-00A724209C04}"/>
              </a:ext>
            </a:extLst>
          </p:cNvPr>
          <p:cNvSpPr>
            <a:spLocks noGrp="1"/>
          </p:cNvSpPr>
          <p:nvPr/>
        </p:nvSpPr>
        <p:spPr>
          <a:xfrm rot="1091213">
            <a:off x="7235185" y="6496509"/>
            <a:ext cx="14131" cy="14131"/>
          </a:xfrm>
          <a:prstGeom prst="roundRect">
            <a:avLst>
              <a:gd name="adj" fmla="val 26961"/>
            </a:avLst>
          </a:prstGeom>
          <a:solidFill>
            <a:srgbClr val="F27C1E">
              <a:alpha val="21000"/>
            </a:srgbClr>
          </a:solidFill>
          <a:ln w="0">
            <a:noFill/>
            <a:prstDash val="solid"/>
          </a:ln>
        </p:spPr>
      </p:sp>
      <p:sp>
        <p:nvSpPr>
          <p:cNvPr id="856" name="lumia-token-particle-soft-glow">
            <a:extLst>
              <a:ext uri="{FF2B5EF4-FFF2-40B4-BE49-F238E27FC236}">
                <a16:creationId xmlns:a16="http://schemas.microsoft.com/office/drawing/2014/main" id="{FD51E38D-EACF-4EBB-AA5C-0BC593272919}"/>
              </a:ext>
            </a:extLst>
          </p:cNvPr>
          <p:cNvSpPr>
            <a:spLocks noGrp="1"/>
          </p:cNvSpPr>
          <p:nvPr/>
        </p:nvSpPr>
        <p:spPr>
          <a:xfrm rot="343901">
            <a:off x="5904270" y="6132978"/>
            <a:ext cx="73844" cy="73844"/>
          </a:xfrm>
          <a:prstGeom prst="roundRect">
            <a:avLst>
              <a:gd name="adj" fmla="val 18000"/>
            </a:avLst>
          </a:prstGeom>
          <a:solidFill>
            <a:srgbClr val="EC5130">
              <a:alpha val="6000"/>
            </a:srgbClr>
          </a:solidFill>
          <a:ln w="0">
            <a:noFill/>
            <a:prstDash val="solid"/>
          </a:ln>
        </p:spPr>
      </p:sp>
      <p:sp>
        <p:nvSpPr>
          <p:cNvPr id="857" name="lumia-token-particle">
            <a:extLst>
              <a:ext uri="{FF2B5EF4-FFF2-40B4-BE49-F238E27FC236}">
                <a16:creationId xmlns:a16="http://schemas.microsoft.com/office/drawing/2014/main" id="{D13AA9EC-4DA7-4615-A1DC-29BC2B57B2EA}"/>
              </a:ext>
            </a:extLst>
          </p:cNvPr>
          <p:cNvSpPr>
            <a:spLocks noGrp="1"/>
          </p:cNvSpPr>
          <p:nvPr/>
        </p:nvSpPr>
        <p:spPr>
          <a:xfrm rot="538859">
            <a:off x="5925808" y="6154515"/>
            <a:ext cx="30768" cy="30768"/>
          </a:xfrm>
          <a:prstGeom prst="roundRect">
            <a:avLst>
              <a:gd name="adj" fmla="val 18000"/>
            </a:avLst>
          </a:prstGeom>
          <a:solidFill>
            <a:srgbClr val="EC5130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858" name="lumia-token-particle">
            <a:extLst>
              <a:ext uri="{FF2B5EF4-FFF2-40B4-BE49-F238E27FC236}">
                <a16:creationId xmlns:a16="http://schemas.microsoft.com/office/drawing/2014/main" id="{1BFFFDFA-759F-4A6B-AB6D-CF4CECD90425}"/>
              </a:ext>
            </a:extLst>
          </p:cNvPr>
          <p:cNvSpPr>
            <a:spLocks noGrp="1"/>
          </p:cNvSpPr>
          <p:nvPr/>
        </p:nvSpPr>
        <p:spPr>
          <a:xfrm rot="133989">
            <a:off x="1400093" y="6140965"/>
            <a:ext cx="10119" cy="10119"/>
          </a:xfrm>
          <a:prstGeom prst="ellipse">
            <a:avLst/>
          </a:prstGeom>
          <a:solidFill>
            <a:srgbClr val="4E5BBE">
              <a:alpha val="17000"/>
            </a:srgbClr>
          </a:solidFill>
          <a:ln w="0">
            <a:noFill/>
            <a:prstDash val="solid"/>
          </a:ln>
        </p:spPr>
      </p:sp>
      <p:sp>
        <p:nvSpPr>
          <p:cNvPr id="859" name="lumia-token-particle-soft-glow">
            <a:extLst>
              <a:ext uri="{FF2B5EF4-FFF2-40B4-BE49-F238E27FC236}">
                <a16:creationId xmlns:a16="http://schemas.microsoft.com/office/drawing/2014/main" id="{374496F6-597D-422F-B201-2F1D7B817A4B}"/>
              </a:ext>
            </a:extLst>
          </p:cNvPr>
          <p:cNvSpPr>
            <a:spLocks noGrp="1"/>
          </p:cNvSpPr>
          <p:nvPr/>
        </p:nvSpPr>
        <p:spPr>
          <a:xfrm rot="790458">
            <a:off x="11317354" y="5688433"/>
            <a:ext cx="167910" cy="167910"/>
          </a:xfrm>
          <a:prstGeom prst="roundRect">
            <a:avLst>
              <a:gd name="adj" fmla="val 18000"/>
            </a:avLst>
          </a:prstGeom>
          <a:solidFill>
            <a:srgbClr val="5FAC42">
              <a:alpha val="7000"/>
            </a:srgbClr>
          </a:solidFill>
          <a:ln w="0">
            <a:noFill/>
            <a:prstDash val="solid"/>
          </a:ln>
        </p:spPr>
      </p:sp>
      <p:sp>
        <p:nvSpPr>
          <p:cNvPr id="860" name="lumia-token-particle">
            <a:extLst>
              <a:ext uri="{FF2B5EF4-FFF2-40B4-BE49-F238E27FC236}">
                <a16:creationId xmlns:a16="http://schemas.microsoft.com/office/drawing/2014/main" id="{F629214E-866E-4293-92FF-A1F559CF54CF}"/>
              </a:ext>
            </a:extLst>
          </p:cNvPr>
          <p:cNvSpPr>
            <a:spLocks noGrp="1"/>
          </p:cNvSpPr>
          <p:nvPr/>
        </p:nvSpPr>
        <p:spPr>
          <a:xfrm rot="1952255">
            <a:off x="11366327" y="5737407"/>
            <a:ext cx="69963" cy="69963"/>
          </a:xfrm>
          <a:prstGeom prst="roundRect">
            <a:avLst>
              <a:gd name="adj" fmla="val 18000"/>
            </a:avLst>
          </a:prstGeom>
          <a:solidFill>
            <a:srgbClr val="5FAC4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1" name="矩形 860">
            <a:extLst>
              <a:ext uri="{FF2B5EF4-FFF2-40B4-BE49-F238E27FC236}">
                <a16:creationId xmlns:a16="http://schemas.microsoft.com/office/drawing/2014/main" id="{1ADD6B79-3DE2-4563-8C71-386C7D37F434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63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63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05</a:t>
            </a:r>
          </a:p>
        </p:txBody>
      </p:sp>
      <p:sp>
        <p:nvSpPr>
          <p:cNvPr id="862" name="矩形 861">
            <a:extLst>
              <a:ext uri="{FF2B5EF4-FFF2-40B4-BE49-F238E27FC236}">
                <a16:creationId xmlns:a16="http://schemas.microsoft.com/office/drawing/2014/main" id="{18B1604E-544A-45A0-AB9E-E5E893D02AC4}"/>
              </a:ext>
            </a:extLst>
          </p:cNvPr>
          <p:cNvSpPr>
            <a:spLocks noGrp="1"/>
          </p:cNvSpPr>
          <p:nvPr/>
        </p:nvSpPr>
        <p:spPr>
          <a:xfrm>
            <a:off x="723900" y="238125"/>
            <a:ext cx="1828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1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FULL IMAGE</a:t>
            </a:r>
          </a:p>
        </p:txBody>
      </p:sp>
      <p:sp>
        <p:nvSpPr>
          <p:cNvPr id="863" name="矩形 862">
            <a:extLst>
              <a:ext uri="{FF2B5EF4-FFF2-40B4-BE49-F238E27FC236}">
                <a16:creationId xmlns:a16="http://schemas.microsoft.com/office/drawing/2014/main" id="{3EFD0087-0ADF-45A7-9C03-B84172DEC098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5143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4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3450" b="1" dirty="0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Architecture Overview</a:t>
            </a:r>
          </a:p>
        </p:txBody>
      </p:sp>
      <p:sp>
        <p:nvSpPr>
          <p:cNvPr id="864" name="lumia-stream-brand-bar-1">
            <a:extLst>
              <a:ext uri="{FF2B5EF4-FFF2-40B4-BE49-F238E27FC236}">
                <a16:creationId xmlns:a16="http://schemas.microsoft.com/office/drawing/2014/main" id="{89233499-CAFA-4F4B-8B68-0CD6DE6EEF69}"/>
              </a:ext>
            </a:extLst>
          </p:cNvPr>
          <p:cNvSpPr>
            <a:spLocks noGrp="1"/>
          </p:cNvSpPr>
          <p:nvPr/>
        </p:nvSpPr>
        <p:spPr>
          <a:xfrm>
            <a:off x="666750" y="1466850"/>
            <a:ext cx="190500" cy="24765"/>
          </a:xfrm>
          <a:prstGeom prst="roundRect">
            <a:avLst>
              <a:gd name="adj" fmla="val 42308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865" name="lumia-stream-brand-bar-2">
            <a:extLst>
              <a:ext uri="{FF2B5EF4-FFF2-40B4-BE49-F238E27FC236}">
                <a16:creationId xmlns:a16="http://schemas.microsoft.com/office/drawing/2014/main" id="{EB528872-CEEB-4470-B074-8752CD1041FA}"/>
              </a:ext>
            </a:extLst>
          </p:cNvPr>
          <p:cNvSpPr>
            <a:spLocks noGrp="1"/>
          </p:cNvSpPr>
          <p:nvPr/>
        </p:nvSpPr>
        <p:spPr>
          <a:xfrm>
            <a:off x="952500" y="1466850"/>
            <a:ext cx="190500" cy="24765"/>
          </a:xfrm>
          <a:prstGeom prst="roundRect">
            <a:avLst>
              <a:gd name="adj" fmla="val 42308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866" name="lumia-stream-brand-bar-3">
            <a:extLst>
              <a:ext uri="{FF2B5EF4-FFF2-40B4-BE49-F238E27FC236}">
                <a16:creationId xmlns:a16="http://schemas.microsoft.com/office/drawing/2014/main" id="{75927BAF-94EF-4635-9F30-17C77D20BA94}"/>
              </a:ext>
            </a:extLst>
          </p:cNvPr>
          <p:cNvSpPr>
            <a:spLocks noGrp="1"/>
          </p:cNvSpPr>
          <p:nvPr/>
        </p:nvSpPr>
        <p:spPr>
          <a:xfrm>
            <a:off x="1238250" y="1466850"/>
            <a:ext cx="190500" cy="24765"/>
          </a:xfrm>
          <a:prstGeom prst="roundRect">
            <a:avLst>
              <a:gd name="adj" fmla="val 42308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867" name="lumia-stream-brand-bar-4">
            <a:extLst>
              <a:ext uri="{FF2B5EF4-FFF2-40B4-BE49-F238E27FC236}">
                <a16:creationId xmlns:a16="http://schemas.microsoft.com/office/drawing/2014/main" id="{3CA5343C-75DD-4051-B9CA-885E88D1DBD5}"/>
              </a:ext>
            </a:extLst>
          </p:cNvPr>
          <p:cNvSpPr>
            <a:spLocks noGrp="1"/>
          </p:cNvSpPr>
          <p:nvPr/>
        </p:nvSpPr>
        <p:spPr>
          <a:xfrm>
            <a:off x="1524000" y="1466850"/>
            <a:ext cx="190500" cy="24765"/>
          </a:xfrm>
          <a:prstGeom prst="roundRect">
            <a:avLst>
              <a:gd name="adj" fmla="val 42308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868" name="lumia-stream-brand-bar-5">
            <a:extLst>
              <a:ext uri="{FF2B5EF4-FFF2-40B4-BE49-F238E27FC236}">
                <a16:creationId xmlns:a16="http://schemas.microsoft.com/office/drawing/2014/main" id="{32044191-B86E-4A48-A8A8-DCC6C9FBA58E}"/>
              </a:ext>
            </a:extLst>
          </p:cNvPr>
          <p:cNvSpPr>
            <a:spLocks noGrp="1"/>
          </p:cNvSpPr>
          <p:nvPr/>
        </p:nvSpPr>
        <p:spPr>
          <a:xfrm>
            <a:off x="1809750" y="1466850"/>
            <a:ext cx="190500" cy="24765"/>
          </a:xfrm>
          <a:prstGeom prst="roundRect">
            <a:avLst>
              <a:gd name="adj" fmla="val 42308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869" name="architecture-module">
            <a:extLst>
              <a:ext uri="{FF2B5EF4-FFF2-40B4-BE49-F238E27FC236}">
                <a16:creationId xmlns:a16="http://schemas.microsoft.com/office/drawing/2014/main" id="{C1E551CD-FB4A-49C5-812D-2A87C55DA2A5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28700" cy="723900"/>
          </a:xfrm>
          <a:prstGeom prst="roundRect">
            <a:avLst>
              <a:gd name="adj" fmla="val 10526"/>
            </a:avLst>
          </a:prstGeom>
          <a:solidFill>
            <a:srgbClr val="0A182B">
              <a:alpha val="94000"/>
            </a:srgbClr>
          </a:solidFill>
          <a:ln w="9525">
            <a:solidFill>
              <a:srgbClr val="4285F4">
                <a:alpha val="6000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Input</a:t>
            </a:r>
          </a:p>
          <a:p>
            <a: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870" name="architecture-module">
            <a:extLst>
              <a:ext uri="{FF2B5EF4-FFF2-40B4-BE49-F238E27FC236}">
                <a16:creationId xmlns:a16="http://schemas.microsoft.com/office/drawing/2014/main" id="{124E2F8B-04F1-48F6-B356-2EA5A6DB9B33}"/>
              </a:ext>
            </a:extLst>
          </p:cNvPr>
          <p:cNvSpPr>
            <a:spLocks noGrp="1"/>
          </p:cNvSpPr>
          <p:nvPr/>
        </p:nvSpPr>
        <p:spPr>
          <a:xfrm>
            <a:off x="2095500" y="3219450"/>
            <a:ext cx="1333500" cy="723900"/>
          </a:xfrm>
          <a:prstGeom prst="roundRect">
            <a:avLst>
              <a:gd name="adj" fmla="val 10526"/>
            </a:avLst>
          </a:prstGeom>
          <a:solidFill>
            <a:srgbClr val="0A182B">
              <a:alpha val="94000"/>
            </a:srgbClr>
          </a:solidFill>
          <a:ln w="9525">
            <a:solidFill>
              <a:srgbClr val="34A853">
                <a:alpha val="5800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Tokenizer</a:t>
            </a:r>
          </a:p>
        </p:txBody>
      </p:sp>
      <p:sp>
        <p:nvSpPr>
          <p:cNvPr id="871" name="architecture-module">
            <a:extLst>
              <a:ext uri="{FF2B5EF4-FFF2-40B4-BE49-F238E27FC236}">
                <a16:creationId xmlns:a16="http://schemas.microsoft.com/office/drawing/2014/main" id="{F4443D4F-EAF1-465C-9143-64D7F54DAAA8}"/>
              </a:ext>
            </a:extLst>
          </p:cNvPr>
          <p:cNvSpPr>
            <a:spLocks noGrp="1"/>
          </p:cNvSpPr>
          <p:nvPr/>
        </p:nvSpPr>
        <p:spPr>
          <a:xfrm>
            <a:off x="4038600" y="2457450"/>
            <a:ext cx="1866900" cy="2400300"/>
          </a:xfrm>
          <a:prstGeom prst="roundRect">
            <a:avLst>
              <a:gd name="adj" fmla="val 4592"/>
            </a:avLst>
          </a:prstGeom>
          <a:solidFill>
            <a:srgbClr val="0A182B">
              <a:alpha val="94000"/>
            </a:srgbClr>
          </a:solidFill>
          <a:ln w="9525">
            <a:solidFill>
              <a:srgbClr val="FBBC05">
                <a:alpha val="4800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2" name="矩形 871">
            <a:extLst>
              <a:ext uri="{FF2B5EF4-FFF2-40B4-BE49-F238E27FC236}">
                <a16:creationId xmlns:a16="http://schemas.microsoft.com/office/drawing/2014/main" id="{88D9E95E-68DD-4B2F-90BB-EB84C6938AB9}"/>
              </a:ext>
            </a:extLst>
          </p:cNvPr>
          <p:cNvSpPr>
            <a:spLocks noGrp="1"/>
          </p:cNvSpPr>
          <p:nvPr/>
        </p:nvSpPr>
        <p:spPr>
          <a:xfrm>
            <a:off x="4038600" y="270510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Encoder</a:t>
            </a:r>
          </a:p>
        </p:txBody>
      </p:sp>
      <p:sp>
        <p:nvSpPr>
          <p:cNvPr id="873" name="architecture-module">
            <a:extLst>
              <a:ext uri="{FF2B5EF4-FFF2-40B4-BE49-F238E27FC236}">
                <a16:creationId xmlns:a16="http://schemas.microsoft.com/office/drawing/2014/main" id="{BDDD6891-178A-4936-9EA8-E05E7684393E}"/>
              </a:ext>
            </a:extLst>
          </p:cNvPr>
          <p:cNvSpPr>
            <a:spLocks noGrp="1"/>
          </p:cNvSpPr>
          <p:nvPr/>
        </p:nvSpPr>
        <p:spPr>
          <a:xfrm>
            <a:off x="4286250" y="3200400"/>
            <a:ext cx="1371600" cy="438150"/>
          </a:xfrm>
          <a:prstGeom prst="roundRect">
            <a:avLst>
              <a:gd name="adj" fmla="val 17391"/>
            </a:avLst>
          </a:prstGeom>
          <a:solidFill>
            <a:srgbClr val="0C1D33">
              <a:alpha val="96000"/>
            </a:srgbClr>
          </a:solidFill>
          <a:ln w="9525">
            <a:solidFill>
              <a:srgbClr val="FBBC05">
                <a:alpha val="4200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88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Self-Attention</a:t>
            </a:r>
          </a:p>
        </p:txBody>
      </p:sp>
      <p:sp>
        <p:nvSpPr>
          <p:cNvPr id="874" name="architecture-module">
            <a:extLst>
              <a:ext uri="{FF2B5EF4-FFF2-40B4-BE49-F238E27FC236}">
                <a16:creationId xmlns:a16="http://schemas.microsoft.com/office/drawing/2014/main" id="{3761D60F-4526-488A-82CC-353762531CA7}"/>
              </a:ext>
            </a:extLst>
          </p:cNvPr>
          <p:cNvSpPr>
            <a:spLocks noGrp="1"/>
          </p:cNvSpPr>
          <p:nvPr/>
        </p:nvSpPr>
        <p:spPr>
          <a:xfrm>
            <a:off x="4286250" y="4038600"/>
            <a:ext cx="1371600" cy="438150"/>
          </a:xfrm>
          <a:prstGeom prst="roundRect">
            <a:avLst>
              <a:gd name="adj" fmla="val 17391"/>
            </a:avLst>
          </a:prstGeom>
          <a:solidFill>
            <a:srgbClr val="0C1D33">
              <a:alpha val="96000"/>
            </a:srgbClr>
          </a:solidFill>
          <a:ln w="9525">
            <a:solidFill>
              <a:srgbClr val="FBBC05">
                <a:alpha val="4200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88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Feed Forward</a:t>
            </a:r>
          </a:p>
        </p:txBody>
      </p:sp>
      <p:sp>
        <p:nvSpPr>
          <p:cNvPr id="875" name="encoder-flow">
            <a:extLst>
              <a:ext uri="{FF2B5EF4-FFF2-40B4-BE49-F238E27FC236}">
                <a16:creationId xmlns:a16="http://schemas.microsoft.com/office/drawing/2014/main" id="{FCF48DCC-929E-4C05-B416-02DAEF689D44}"/>
              </a:ext>
            </a:extLst>
          </p:cNvPr>
          <p:cNvSpPr>
            <a:spLocks noGrp="1"/>
          </p:cNvSpPr>
          <p:nvPr/>
        </p:nvSpPr>
        <p:spPr>
          <a:xfrm>
            <a:off x="4972050" y="3638550"/>
            <a:ext cx="9525" cy="400050"/>
          </a:xfrm>
          <a:custGeom>
            <a:avLst/>
            <a:gdLst/>
            <a:ahLst/>
            <a:cxnLst/>
            <a:rect l="0" t="0" r="0" b="0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9525">
            <a:solidFill>
              <a:srgbClr val="D5D9E3">
                <a:alpha val="45000"/>
              </a:srgbClr>
            </a:solidFill>
            <a:prstDash val="solid"/>
          </a:ln>
        </p:spPr>
      </p:sp>
      <p:sp>
        <p:nvSpPr>
          <p:cNvPr id="876" name="矩形 875">
            <a:extLst>
              <a:ext uri="{FF2B5EF4-FFF2-40B4-BE49-F238E27FC236}">
                <a16:creationId xmlns:a16="http://schemas.microsoft.com/office/drawing/2014/main" id="{260480B6-2072-4F37-8BDE-FE2940A0FB22}"/>
              </a:ext>
            </a:extLst>
          </p:cNvPr>
          <p:cNvSpPr>
            <a:spLocks noGrp="1"/>
          </p:cNvSpPr>
          <p:nvPr/>
        </p:nvSpPr>
        <p:spPr>
          <a:xfrm>
            <a:off x="5581650" y="4629150"/>
            <a:ext cx="266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1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x L</a:t>
            </a:r>
          </a:p>
        </p:txBody>
      </p:sp>
      <p:sp>
        <p:nvSpPr>
          <p:cNvPr id="877" name="architecture-module">
            <a:extLst>
              <a:ext uri="{FF2B5EF4-FFF2-40B4-BE49-F238E27FC236}">
                <a16:creationId xmlns:a16="http://schemas.microsoft.com/office/drawing/2014/main" id="{1DDB9841-795D-460F-BE10-B4F29B67E692}"/>
              </a:ext>
            </a:extLst>
          </p:cNvPr>
          <p:cNvSpPr>
            <a:spLocks noGrp="1"/>
          </p:cNvSpPr>
          <p:nvPr/>
        </p:nvSpPr>
        <p:spPr>
          <a:xfrm>
            <a:off x="6705600" y="2152650"/>
            <a:ext cx="2286000" cy="3009900"/>
          </a:xfrm>
          <a:prstGeom prst="roundRect">
            <a:avLst>
              <a:gd name="adj" fmla="val 3750"/>
            </a:avLst>
          </a:prstGeom>
          <a:solidFill>
            <a:srgbClr val="0A182B">
              <a:alpha val="94000"/>
            </a:srgbClr>
          </a:solidFill>
          <a:ln w="9525">
            <a:solidFill>
              <a:srgbClr val="EA4335">
                <a:alpha val="4800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8" name="矩形 877">
            <a:extLst>
              <a:ext uri="{FF2B5EF4-FFF2-40B4-BE49-F238E27FC236}">
                <a16:creationId xmlns:a16="http://schemas.microsoft.com/office/drawing/2014/main" id="{187E0724-028C-4200-8BBE-7A240416AFC4}"/>
              </a:ext>
            </a:extLst>
          </p:cNvPr>
          <p:cNvSpPr>
            <a:spLocks noGrp="1"/>
          </p:cNvSpPr>
          <p:nvPr/>
        </p:nvSpPr>
        <p:spPr>
          <a:xfrm>
            <a:off x="6705600" y="24003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75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Decoder</a:t>
            </a:r>
          </a:p>
        </p:txBody>
      </p:sp>
      <p:sp>
        <p:nvSpPr>
          <p:cNvPr id="879" name="architecture-module">
            <a:extLst>
              <a:ext uri="{FF2B5EF4-FFF2-40B4-BE49-F238E27FC236}">
                <a16:creationId xmlns:a16="http://schemas.microsoft.com/office/drawing/2014/main" id="{3341DCC0-492F-4C4A-9170-295A79970F1D}"/>
              </a:ext>
            </a:extLst>
          </p:cNvPr>
          <p:cNvSpPr>
            <a:spLocks noGrp="1"/>
          </p:cNvSpPr>
          <p:nvPr/>
        </p:nvSpPr>
        <p:spPr>
          <a:xfrm>
            <a:off x="6953250" y="2895600"/>
            <a:ext cx="1790700" cy="552450"/>
          </a:xfrm>
          <a:prstGeom prst="roundRect">
            <a:avLst>
              <a:gd name="adj" fmla="val 13793"/>
            </a:avLst>
          </a:prstGeom>
          <a:solidFill>
            <a:srgbClr val="0C1D33">
              <a:alpha val="96000"/>
            </a:srgbClr>
          </a:solidFill>
          <a:ln w="9525">
            <a:solidFill>
              <a:srgbClr val="EA4335">
                <a:alpha val="4200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13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Masked</a:t>
            </a:r>
          </a:p>
          <a:p>
            <a:pPr algn="ctr">
              <a:defRPr sz="1013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13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Self-Attention</a:t>
            </a:r>
          </a:p>
        </p:txBody>
      </p:sp>
      <p:sp>
        <p:nvSpPr>
          <p:cNvPr id="880" name="architecture-module">
            <a:extLst>
              <a:ext uri="{FF2B5EF4-FFF2-40B4-BE49-F238E27FC236}">
                <a16:creationId xmlns:a16="http://schemas.microsoft.com/office/drawing/2014/main" id="{970C7636-F8D0-4C8C-8B57-B29DB4403D0B}"/>
              </a:ext>
            </a:extLst>
          </p:cNvPr>
          <p:cNvSpPr>
            <a:spLocks noGrp="1"/>
          </p:cNvSpPr>
          <p:nvPr/>
        </p:nvSpPr>
        <p:spPr>
          <a:xfrm>
            <a:off x="6953250" y="3733800"/>
            <a:ext cx="1790700" cy="438150"/>
          </a:xfrm>
          <a:prstGeom prst="roundRect">
            <a:avLst>
              <a:gd name="adj" fmla="val 17391"/>
            </a:avLst>
          </a:prstGeom>
          <a:solidFill>
            <a:srgbClr val="0C1D33">
              <a:alpha val="96000"/>
            </a:srgbClr>
          </a:solidFill>
          <a:ln w="9525">
            <a:solidFill>
              <a:srgbClr val="EA4335">
                <a:alpha val="4200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88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Cross-Attention</a:t>
            </a:r>
          </a:p>
        </p:txBody>
      </p:sp>
      <p:sp>
        <p:nvSpPr>
          <p:cNvPr id="881" name="architecture-module">
            <a:extLst>
              <a:ext uri="{FF2B5EF4-FFF2-40B4-BE49-F238E27FC236}">
                <a16:creationId xmlns:a16="http://schemas.microsoft.com/office/drawing/2014/main" id="{B45D14DA-752C-4AF8-A641-7C4A91575802}"/>
              </a:ext>
            </a:extLst>
          </p:cNvPr>
          <p:cNvSpPr>
            <a:spLocks noGrp="1"/>
          </p:cNvSpPr>
          <p:nvPr/>
        </p:nvSpPr>
        <p:spPr>
          <a:xfrm>
            <a:off x="6953250" y="4533900"/>
            <a:ext cx="1790700" cy="438150"/>
          </a:xfrm>
          <a:prstGeom prst="roundRect">
            <a:avLst>
              <a:gd name="adj" fmla="val 17391"/>
            </a:avLst>
          </a:prstGeom>
          <a:solidFill>
            <a:srgbClr val="0C1D33">
              <a:alpha val="96000"/>
            </a:srgbClr>
          </a:solidFill>
          <a:ln w="9525">
            <a:solidFill>
              <a:srgbClr val="EA4335">
                <a:alpha val="4200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88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88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Feed Forward</a:t>
            </a:r>
          </a:p>
        </p:txBody>
      </p:sp>
      <p:sp>
        <p:nvSpPr>
          <p:cNvPr id="882" name="decoder-flow">
            <a:extLst>
              <a:ext uri="{FF2B5EF4-FFF2-40B4-BE49-F238E27FC236}">
                <a16:creationId xmlns:a16="http://schemas.microsoft.com/office/drawing/2014/main" id="{78A31324-95F4-453F-BA25-738C3F6D640E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9525" cy="285750"/>
          </a:xfrm>
          <a:custGeom>
            <a:avLst/>
            <a:gdLst/>
            <a:ahLst/>
            <a:cxnLst/>
            <a:rect l="0" t="0" r="0" b="0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9525">
            <a:solidFill>
              <a:srgbClr val="D5D9E3">
                <a:alpha val="45000"/>
              </a:srgbClr>
            </a:solidFill>
            <a:prstDash val="solid"/>
          </a:ln>
        </p:spPr>
      </p:sp>
      <p:sp>
        <p:nvSpPr>
          <p:cNvPr id="883" name="decoder-flow">
            <a:extLst>
              <a:ext uri="{FF2B5EF4-FFF2-40B4-BE49-F238E27FC236}">
                <a16:creationId xmlns:a16="http://schemas.microsoft.com/office/drawing/2014/main" id="{EE7C0E20-078C-4A64-81AF-EEE91518FE7D}"/>
              </a:ext>
            </a:extLst>
          </p:cNvPr>
          <p:cNvSpPr>
            <a:spLocks noGrp="1"/>
          </p:cNvSpPr>
          <p:nvPr/>
        </p:nvSpPr>
        <p:spPr>
          <a:xfrm>
            <a:off x="7848600" y="4171950"/>
            <a:ext cx="9525" cy="361950"/>
          </a:xfrm>
          <a:custGeom>
            <a:avLst/>
            <a:gdLst/>
            <a:ahLst/>
            <a:cxnLst/>
            <a:rect l="0" t="0" r="0" b="0"/>
            <a:pathLst>
              <a:path w="952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/>
          <a:ln w="9525">
            <a:solidFill>
              <a:srgbClr val="D5D9E3">
                <a:alpha val="45000"/>
              </a:srgbClr>
            </a:solidFill>
            <a:prstDash val="solid"/>
          </a:ln>
        </p:spPr>
      </p:sp>
      <p:sp>
        <p:nvSpPr>
          <p:cNvPr id="884" name="矩形 883">
            <a:extLst>
              <a:ext uri="{FF2B5EF4-FFF2-40B4-BE49-F238E27FC236}">
                <a16:creationId xmlns:a16="http://schemas.microsoft.com/office/drawing/2014/main" id="{CF95944F-F84E-4E9C-B5C1-E9C5D239B60C}"/>
              </a:ext>
            </a:extLst>
          </p:cNvPr>
          <p:cNvSpPr>
            <a:spLocks noGrp="1"/>
          </p:cNvSpPr>
          <p:nvPr/>
        </p:nvSpPr>
        <p:spPr>
          <a:xfrm>
            <a:off x="8686800" y="4914900"/>
            <a:ext cx="266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0" b="1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x L</a:t>
            </a:r>
          </a:p>
        </p:txBody>
      </p:sp>
      <p:sp>
        <p:nvSpPr>
          <p:cNvPr id="885" name="architecture-module">
            <a:extLst>
              <a:ext uri="{FF2B5EF4-FFF2-40B4-BE49-F238E27FC236}">
                <a16:creationId xmlns:a16="http://schemas.microsoft.com/office/drawing/2014/main" id="{973DDF3E-8E62-4D4F-9F4A-761B6125FAD4}"/>
              </a:ext>
            </a:extLst>
          </p:cNvPr>
          <p:cNvSpPr>
            <a:spLocks noGrp="1"/>
          </p:cNvSpPr>
          <p:nvPr/>
        </p:nvSpPr>
        <p:spPr>
          <a:xfrm>
            <a:off x="10172700" y="3219450"/>
            <a:ext cx="1409700" cy="723900"/>
          </a:xfrm>
          <a:prstGeom prst="roundRect">
            <a:avLst>
              <a:gd name="adj" fmla="val 10526"/>
            </a:avLst>
          </a:prstGeom>
          <a:solidFill>
            <a:srgbClr val="0A182B">
              <a:alpha val="94000"/>
            </a:srgbClr>
          </a:solidFill>
          <a:ln w="9525">
            <a:solidFill>
              <a:srgbClr val="583B95">
                <a:alpha val="58000"/>
              </a:srgbClr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Output</a:t>
            </a:r>
          </a:p>
          <a:p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Probabilities</a:t>
            </a:r>
          </a:p>
        </p:txBody>
      </p:sp>
      <p:cxnSp>
        <p:nvCxnSpPr>
          <p:cNvPr id="1778" name="直线箭头连接符 1777"/>
          <p:cNvCxnSpPr>
            <a:stCxn id="869" idx="3"/>
            <a:endCxn id="870" idx="1"/>
          </p:cNvCxnSpPr>
          <p:nvPr/>
        </p:nvCxnSpPr>
        <p:spPr>
          <a:xfrm>
            <a:off x="1638300" y="3581400"/>
            <a:ext cx="457200" cy="0"/>
          </a:xfrm>
          <a:prstGeom prst="straightConnector1">
            <a:avLst/>
          </a:prstGeom>
          <a:ln w="9525" cap="rnd">
            <a:solidFill>
              <a:srgbClr val="D5D9E3">
                <a:alpha val="60000"/>
              </a:srgbClr>
            </a:solidFill>
            <a:prstDash val="solid"/>
            <a:tailEnd type="triangle" w="sm" len="sm"/>
          </a:ln>
        </p:spPr>
      </p:cxnSp>
      <p:cxnSp>
        <p:nvCxnSpPr>
          <p:cNvPr id="1779" name="直线箭头连接符 1778"/>
          <p:cNvCxnSpPr>
            <a:stCxn id="870" idx="3"/>
            <a:endCxn id="871" idx="1"/>
          </p:cNvCxnSpPr>
          <p:nvPr/>
        </p:nvCxnSpPr>
        <p:spPr>
          <a:xfrm>
            <a:off x="3429000" y="3581400"/>
            <a:ext cx="609600" cy="76200"/>
          </a:xfrm>
          <a:prstGeom prst="straightConnector1">
            <a:avLst/>
          </a:prstGeom>
          <a:ln w="9525" cap="rnd">
            <a:solidFill>
              <a:srgbClr val="D5D9E3">
                <a:alpha val="60000"/>
              </a:srgbClr>
            </a:solidFill>
            <a:prstDash val="solid"/>
            <a:tailEnd type="triangle" w="sm" len="sm"/>
          </a:ln>
        </p:spPr>
      </p:cxnSp>
      <p:cxnSp>
        <p:nvCxnSpPr>
          <p:cNvPr id="1780" name="直线箭头连接符 1779"/>
          <p:cNvCxnSpPr>
            <a:stCxn id="871" idx="3"/>
            <a:endCxn id="877" idx="1"/>
          </p:cNvCxnSpPr>
          <p:nvPr/>
        </p:nvCxnSpPr>
        <p:spPr>
          <a:xfrm>
            <a:off x="5905500" y="3657600"/>
            <a:ext cx="800100" cy="0"/>
          </a:xfrm>
          <a:prstGeom prst="straightConnector1">
            <a:avLst/>
          </a:prstGeom>
          <a:ln w="9525" cap="rnd">
            <a:solidFill>
              <a:srgbClr val="D5D9E3">
                <a:alpha val="60000"/>
              </a:srgbClr>
            </a:solidFill>
            <a:prstDash val="solid"/>
            <a:tailEnd type="triangle" w="sm" len="sm"/>
          </a:ln>
        </p:spPr>
      </p:cxnSp>
      <p:cxnSp>
        <p:nvCxnSpPr>
          <p:cNvPr id="1781" name="直线箭头连接符 1780"/>
          <p:cNvCxnSpPr>
            <a:stCxn id="877" idx="3"/>
            <a:endCxn id="885" idx="1"/>
          </p:cNvCxnSpPr>
          <p:nvPr/>
        </p:nvCxnSpPr>
        <p:spPr>
          <a:xfrm flipV="1">
            <a:off x="8991600" y="3581400"/>
            <a:ext cx="1181100" cy="76200"/>
          </a:xfrm>
          <a:prstGeom prst="straightConnector1">
            <a:avLst/>
          </a:prstGeom>
          <a:ln w="9525" cap="rnd">
            <a:solidFill>
              <a:srgbClr val="D5D9E3">
                <a:alpha val="60000"/>
              </a:srgbClr>
            </a:solidFill>
            <a:prstDash val="solid"/>
            <a:tailEnd type="triangle" w="sm" len="sm"/>
          </a:ln>
        </p:spPr>
      </p:cxnSp>
      <p:cxnSp>
        <p:nvCxnSpPr>
          <p:cNvPr id="1782" name="直线箭头连接符 1781"/>
          <p:cNvCxnSpPr>
            <a:stCxn id="873" idx="3"/>
            <a:endCxn id="880" idx="1"/>
          </p:cNvCxnSpPr>
          <p:nvPr/>
        </p:nvCxnSpPr>
        <p:spPr>
          <a:xfrm>
            <a:off x="5657850" y="3419475"/>
            <a:ext cx="1295400" cy="533400"/>
          </a:xfrm>
          <a:prstGeom prst="straightConnector1">
            <a:avLst/>
          </a:prstGeom>
          <a:ln w="9525" cap="rnd">
            <a:solidFill>
              <a:srgbClr val="D5D9E3">
                <a:alpha val="50000"/>
              </a:srgbClr>
            </a:solidFill>
            <a:prstDash val="solid"/>
            <a:tailEnd type="triangle" w="sm" len="sm"/>
          </a:ln>
        </p:spPr>
      </p:cxnSp>
      <p:sp>
        <p:nvSpPr>
          <p:cNvPr id="891" name="矩形 890">
            <a:extLst>
              <a:ext uri="{FF2B5EF4-FFF2-40B4-BE49-F238E27FC236}">
                <a16:creationId xmlns:a16="http://schemas.microsoft.com/office/drawing/2014/main" id="{98BAD917-3687-41A7-97FF-CEF724DF6E55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05</a:t>
            </a:r>
          </a:p>
        </p:txBody>
      </p:sp>
      <p:sp>
        <p:nvSpPr>
          <p:cNvPr id="892" name="矩形 891">
            <a:extLst>
              <a:ext uri="{FF2B5EF4-FFF2-40B4-BE49-F238E27FC236}">
                <a16:creationId xmlns:a16="http://schemas.microsoft.com/office/drawing/2014/main" id="{F3CAD6BC-9FCC-4D04-B954-58CA775CA56B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63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766787633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8" name="deep-navy-background">
            <a:extLst>
              <a:ext uri="{FF2B5EF4-FFF2-40B4-BE49-F238E27FC236}">
                <a16:creationId xmlns:a16="http://schemas.microsoft.com/office/drawing/2014/main" id="{BFC7F94B-E6FD-41ED-8C5C-56D05F5D32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101F"/>
              </a:gs>
              <a:gs pos="72000">
                <a:srgbClr val="081426"/>
              </a:gs>
              <a:gs pos="100000">
                <a:srgbClr val="020812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2" name="lumia-token-stream-curve">
            <a:extLst>
              <a:ext uri="{FF2B5EF4-FFF2-40B4-BE49-F238E27FC236}">
                <a16:creationId xmlns:a16="http://schemas.microsoft.com/office/drawing/2014/main" id="{C2073F0F-27DC-444B-9293-805AFCB1AC2D}"/>
              </a:ext>
            </a:extLst>
          </p:cNvPr>
          <p:cNvSpPr>
            <a:spLocks noGrp="1"/>
          </p:cNvSpPr>
          <p:nvPr/>
        </p:nvSpPr>
        <p:spPr>
          <a:xfrm>
            <a:off x="0" y="5454434"/>
            <a:ext cx="108746" cy="22961"/>
          </a:xfrm>
          <a:custGeom>
            <a:avLst/>
            <a:gdLst/>
            <a:ahLst/>
            <a:cxnLst/>
            <a:rect l="0" t="0" r="0" b="0"/>
            <a:pathLst>
              <a:path w="108746" h="22961">
                <a:moveTo>
                  <a:pt x="0" y="0"/>
                </a:moveTo>
                <a:lnTo>
                  <a:pt x="108746" y="22961"/>
                </a:lnTo>
              </a:path>
            </a:pathLst>
          </a:custGeom>
          <a:noFill/>
          <a:ln w="3429">
            <a:solidFill>
              <a:srgbClr val="4285F4">
                <a:alpha val="7000"/>
              </a:srgbClr>
            </a:solidFill>
            <a:prstDash val="solid"/>
          </a:ln>
        </p:spPr>
      </p:sp>
      <p:sp>
        <p:nvSpPr>
          <p:cNvPr id="3" name="lumia-token-stream-curve">
            <a:extLst>
              <a:ext uri="{FF2B5EF4-FFF2-40B4-BE49-F238E27FC236}">
                <a16:creationId xmlns:a16="http://schemas.microsoft.com/office/drawing/2014/main" id="{1532C27E-B97F-40D3-85CD-38882FA2E4DF}"/>
              </a:ext>
            </a:extLst>
          </p:cNvPr>
          <p:cNvSpPr>
            <a:spLocks noGrp="1"/>
          </p:cNvSpPr>
          <p:nvPr/>
        </p:nvSpPr>
        <p:spPr>
          <a:xfrm>
            <a:off x="108746" y="5477395"/>
            <a:ext cx="218567" cy="20963"/>
          </a:xfrm>
          <a:custGeom>
            <a:avLst/>
            <a:gdLst/>
            <a:ahLst/>
            <a:cxnLst/>
            <a:rect l="0" t="0" r="0" b="0"/>
            <a:pathLst>
              <a:path w="218567" h="20963">
                <a:moveTo>
                  <a:pt x="0" y="0"/>
                </a:moveTo>
                <a:lnTo>
                  <a:pt x="218567" y="20963"/>
                </a:lnTo>
              </a:path>
            </a:pathLst>
          </a:custGeom>
          <a:noFill/>
          <a:ln w="3429">
            <a:solidFill>
              <a:srgbClr val="447EEC">
                <a:alpha val="7000"/>
              </a:srgbClr>
            </a:solidFill>
            <a:prstDash val="solid"/>
          </a:ln>
        </p:spPr>
      </p:sp>
      <p:sp>
        <p:nvSpPr>
          <p:cNvPr id="4" name="lumia-token-stream-curve">
            <a:extLst>
              <a:ext uri="{FF2B5EF4-FFF2-40B4-BE49-F238E27FC236}">
                <a16:creationId xmlns:a16="http://schemas.microsoft.com/office/drawing/2014/main" id="{2CC4034C-AF0F-472D-9FCC-7FFE462CBA2F}"/>
              </a:ext>
            </a:extLst>
          </p:cNvPr>
          <p:cNvSpPr>
            <a:spLocks noGrp="1"/>
          </p:cNvSpPr>
          <p:nvPr/>
        </p:nvSpPr>
        <p:spPr>
          <a:xfrm>
            <a:off x="327314" y="5498358"/>
            <a:ext cx="221020" cy="17691"/>
          </a:xfrm>
          <a:custGeom>
            <a:avLst/>
            <a:gdLst/>
            <a:ahLst/>
            <a:cxnLst/>
            <a:rect l="0" t="0" r="0" b="0"/>
            <a:pathLst>
              <a:path w="221020" h="17691">
                <a:moveTo>
                  <a:pt x="0" y="0"/>
                </a:moveTo>
                <a:lnTo>
                  <a:pt x="221020" y="17691"/>
                </a:lnTo>
              </a:path>
            </a:pathLst>
          </a:custGeom>
          <a:noFill/>
          <a:ln w="3429">
            <a:solidFill>
              <a:srgbClr val="4678E3">
                <a:alpha val="7000"/>
              </a:srgbClr>
            </a:solidFill>
            <a:prstDash val="solid"/>
          </a:ln>
        </p:spPr>
      </p:sp>
      <p:sp>
        <p:nvSpPr>
          <p:cNvPr id="5" name="lumia-token-stream-curve">
            <a:extLst>
              <a:ext uri="{FF2B5EF4-FFF2-40B4-BE49-F238E27FC236}">
                <a16:creationId xmlns:a16="http://schemas.microsoft.com/office/drawing/2014/main" id="{9E4709F9-3C26-492B-993B-2AAA8C115EF3}"/>
              </a:ext>
            </a:extLst>
          </p:cNvPr>
          <p:cNvSpPr>
            <a:spLocks noGrp="1"/>
          </p:cNvSpPr>
          <p:nvPr/>
        </p:nvSpPr>
        <p:spPr>
          <a:xfrm>
            <a:off x="548333" y="5516048"/>
            <a:ext cx="223460" cy="13206"/>
          </a:xfrm>
          <a:custGeom>
            <a:avLst/>
            <a:gdLst/>
            <a:ahLst/>
            <a:cxnLst/>
            <a:rect l="0" t="0" r="0" b="0"/>
            <a:pathLst>
              <a:path w="223460" h="13206">
                <a:moveTo>
                  <a:pt x="0" y="0"/>
                </a:moveTo>
                <a:lnTo>
                  <a:pt x="223460" y="13206"/>
                </a:lnTo>
              </a:path>
            </a:pathLst>
          </a:custGeom>
          <a:noFill/>
          <a:ln w="3429">
            <a:solidFill>
              <a:srgbClr val="4871DB">
                <a:alpha val="7000"/>
              </a:srgbClr>
            </a:solidFill>
            <a:prstDash val="solid"/>
          </a:ln>
        </p:spPr>
      </p:sp>
      <p:sp>
        <p:nvSpPr>
          <p:cNvPr id="6" name="lumia-token-stream-curve">
            <a:extLst>
              <a:ext uri="{FF2B5EF4-FFF2-40B4-BE49-F238E27FC236}">
                <a16:creationId xmlns:a16="http://schemas.microsoft.com/office/drawing/2014/main" id="{EAAD5011-4EF0-426A-B74B-212F71FC0F25}"/>
              </a:ext>
            </a:extLst>
          </p:cNvPr>
          <p:cNvSpPr>
            <a:spLocks noGrp="1"/>
          </p:cNvSpPr>
          <p:nvPr/>
        </p:nvSpPr>
        <p:spPr>
          <a:xfrm>
            <a:off x="771793" y="5529255"/>
            <a:ext cx="225887" cy="9525"/>
          </a:xfrm>
          <a:custGeom>
            <a:avLst/>
            <a:gdLst/>
            <a:ahLst/>
            <a:cxnLst/>
            <a:rect l="0" t="0" r="0" b="0"/>
            <a:pathLst>
              <a:path w="225887" h="9525">
                <a:moveTo>
                  <a:pt x="0" y="0"/>
                </a:moveTo>
                <a:lnTo>
                  <a:pt x="225887" y="7668"/>
                </a:lnTo>
              </a:path>
            </a:pathLst>
          </a:custGeom>
          <a:noFill/>
          <a:ln w="3429">
            <a:solidFill>
              <a:srgbClr val="4A6BD2">
                <a:alpha val="7000"/>
              </a:srgbClr>
            </a:solidFill>
            <a:prstDash val="solid"/>
          </a:ln>
        </p:spPr>
      </p:sp>
      <p:sp>
        <p:nvSpPr>
          <p:cNvPr id="7" name="lumia-token-stream-curve">
            <a:extLst>
              <a:ext uri="{FF2B5EF4-FFF2-40B4-BE49-F238E27FC236}">
                <a16:creationId xmlns:a16="http://schemas.microsoft.com/office/drawing/2014/main" id="{E08C228F-D6D1-491F-8B70-C8454E28E2B2}"/>
              </a:ext>
            </a:extLst>
          </p:cNvPr>
          <p:cNvSpPr>
            <a:spLocks noGrp="1"/>
          </p:cNvSpPr>
          <p:nvPr/>
        </p:nvSpPr>
        <p:spPr>
          <a:xfrm>
            <a:off x="997679" y="5536922"/>
            <a:ext cx="228301" cy="9525"/>
          </a:xfrm>
          <a:custGeom>
            <a:avLst/>
            <a:gdLst/>
            <a:ahLst/>
            <a:cxnLst/>
            <a:rect l="0" t="0" r="0" b="0"/>
            <a:pathLst>
              <a:path w="228301" h="9525">
                <a:moveTo>
                  <a:pt x="0" y="0"/>
                </a:moveTo>
                <a:lnTo>
                  <a:pt x="228301" y="1328"/>
                </a:lnTo>
              </a:path>
            </a:pathLst>
          </a:custGeom>
          <a:noFill/>
          <a:ln w="3429">
            <a:solidFill>
              <a:srgbClr val="4C64CA">
                <a:alpha val="7000"/>
              </a:srgbClr>
            </a:solidFill>
            <a:prstDash val="solid"/>
          </a:ln>
        </p:spPr>
      </p:sp>
      <p:sp>
        <p:nvSpPr>
          <p:cNvPr id="8" name="lumia-token-stream-curve">
            <a:extLst>
              <a:ext uri="{FF2B5EF4-FFF2-40B4-BE49-F238E27FC236}">
                <a16:creationId xmlns:a16="http://schemas.microsoft.com/office/drawing/2014/main" id="{E22AE410-F606-4FA8-A876-C26B39C76347}"/>
              </a:ext>
            </a:extLst>
          </p:cNvPr>
          <p:cNvSpPr>
            <a:spLocks noGrp="1"/>
          </p:cNvSpPr>
          <p:nvPr/>
        </p:nvSpPr>
        <p:spPr>
          <a:xfrm>
            <a:off x="1225980" y="5532773"/>
            <a:ext cx="230703" cy="9525"/>
          </a:xfrm>
          <a:custGeom>
            <a:avLst/>
            <a:gdLst/>
            <a:ahLst/>
            <a:cxnLst/>
            <a:rect l="0" t="0" r="0" b="0"/>
            <a:pathLst>
              <a:path w="230703" h="9525">
                <a:moveTo>
                  <a:pt x="0" y="5478"/>
                </a:moveTo>
                <a:lnTo>
                  <a:pt x="230703" y="0"/>
                </a:lnTo>
              </a:path>
            </a:pathLst>
          </a:custGeom>
          <a:noFill/>
          <a:ln w="3429">
            <a:solidFill>
              <a:srgbClr val="4E5EC1">
                <a:alpha val="7000"/>
              </a:srgbClr>
            </a:solidFill>
            <a:prstDash val="solid"/>
          </a:ln>
        </p:spPr>
      </p:sp>
      <p:sp>
        <p:nvSpPr>
          <p:cNvPr id="9" name="lumia-token-stream-curve">
            <a:extLst>
              <a:ext uri="{FF2B5EF4-FFF2-40B4-BE49-F238E27FC236}">
                <a16:creationId xmlns:a16="http://schemas.microsoft.com/office/drawing/2014/main" id="{EE85C2D5-7D99-4D60-8CC7-B1AE1FC7A4EE}"/>
              </a:ext>
            </a:extLst>
          </p:cNvPr>
          <p:cNvSpPr>
            <a:spLocks noGrp="1"/>
          </p:cNvSpPr>
          <p:nvPr/>
        </p:nvSpPr>
        <p:spPr>
          <a:xfrm>
            <a:off x="1456683" y="5520412"/>
            <a:ext cx="233092" cy="12361"/>
          </a:xfrm>
          <a:custGeom>
            <a:avLst/>
            <a:gdLst/>
            <a:ahLst/>
            <a:cxnLst/>
            <a:rect l="0" t="0" r="0" b="0"/>
            <a:pathLst>
              <a:path w="233092" h="12361">
                <a:moveTo>
                  <a:pt x="0" y="12361"/>
                </a:moveTo>
                <a:lnTo>
                  <a:pt x="233092" y="0"/>
                </a:lnTo>
              </a:path>
            </a:pathLst>
          </a:custGeom>
          <a:noFill/>
          <a:ln w="3429">
            <a:solidFill>
              <a:srgbClr val="5057B9">
                <a:alpha val="7000"/>
              </a:srgbClr>
            </a:solidFill>
            <a:prstDash val="solid"/>
          </a:ln>
        </p:spPr>
      </p:sp>
      <p:sp>
        <p:nvSpPr>
          <p:cNvPr id="10" name="lumia-token-stream-curve">
            <a:extLst>
              <a:ext uri="{FF2B5EF4-FFF2-40B4-BE49-F238E27FC236}">
                <a16:creationId xmlns:a16="http://schemas.microsoft.com/office/drawing/2014/main" id="{69E5CD1D-5AE3-4079-89FB-D3188E2E6924}"/>
              </a:ext>
            </a:extLst>
          </p:cNvPr>
          <p:cNvSpPr>
            <a:spLocks noGrp="1"/>
          </p:cNvSpPr>
          <p:nvPr/>
        </p:nvSpPr>
        <p:spPr>
          <a:xfrm>
            <a:off x="1689775" y="5501511"/>
            <a:ext cx="235468" cy="18901"/>
          </a:xfrm>
          <a:custGeom>
            <a:avLst/>
            <a:gdLst/>
            <a:ahLst/>
            <a:cxnLst/>
            <a:rect l="0" t="0" r="0" b="0"/>
            <a:pathLst>
              <a:path w="235468" h="18901">
                <a:moveTo>
                  <a:pt x="0" y="18901"/>
                </a:moveTo>
                <a:lnTo>
                  <a:pt x="235468" y="0"/>
                </a:lnTo>
              </a:path>
            </a:pathLst>
          </a:custGeom>
          <a:noFill/>
          <a:ln w="3429">
            <a:solidFill>
              <a:srgbClr val="5250B0">
                <a:alpha val="7000"/>
              </a:srgbClr>
            </a:solidFill>
            <a:prstDash val="solid"/>
          </a:ln>
        </p:spPr>
      </p:sp>
      <p:sp>
        <p:nvSpPr>
          <p:cNvPr id="11" name="lumia-token-stream-curve">
            <a:extLst>
              <a:ext uri="{FF2B5EF4-FFF2-40B4-BE49-F238E27FC236}">
                <a16:creationId xmlns:a16="http://schemas.microsoft.com/office/drawing/2014/main" id="{72636EE3-4068-40FB-BA9F-4570354647A7}"/>
              </a:ext>
            </a:extLst>
          </p:cNvPr>
          <p:cNvSpPr>
            <a:spLocks noGrp="1"/>
          </p:cNvSpPr>
          <p:nvPr/>
        </p:nvSpPr>
        <p:spPr>
          <a:xfrm>
            <a:off x="1925243" y="5476820"/>
            <a:ext cx="237832" cy="24691"/>
          </a:xfrm>
          <a:custGeom>
            <a:avLst/>
            <a:gdLst/>
            <a:ahLst/>
            <a:cxnLst/>
            <a:rect l="0" t="0" r="0" b="0"/>
            <a:pathLst>
              <a:path w="237832" h="24691">
                <a:moveTo>
                  <a:pt x="0" y="24691"/>
                </a:moveTo>
                <a:lnTo>
                  <a:pt x="237832" y="0"/>
                </a:lnTo>
              </a:path>
            </a:pathLst>
          </a:custGeom>
          <a:noFill/>
          <a:ln w="3429">
            <a:solidFill>
              <a:srgbClr val="544AA8">
                <a:alpha val="7000"/>
              </a:srgbClr>
            </a:solidFill>
            <a:prstDash val="solid"/>
          </a:ln>
        </p:spPr>
      </p:sp>
      <p:sp>
        <p:nvSpPr>
          <p:cNvPr id="12" name="lumia-token-stream-curve">
            <a:extLst>
              <a:ext uri="{FF2B5EF4-FFF2-40B4-BE49-F238E27FC236}">
                <a16:creationId xmlns:a16="http://schemas.microsoft.com/office/drawing/2014/main" id="{8E4C17DF-9445-4A2A-BAF3-5C2DDFD41AB8}"/>
              </a:ext>
            </a:extLst>
          </p:cNvPr>
          <p:cNvSpPr>
            <a:spLocks noGrp="1"/>
          </p:cNvSpPr>
          <p:nvPr/>
        </p:nvSpPr>
        <p:spPr>
          <a:xfrm>
            <a:off x="2163075" y="5447447"/>
            <a:ext cx="240182" cy="29373"/>
          </a:xfrm>
          <a:custGeom>
            <a:avLst/>
            <a:gdLst/>
            <a:ahLst/>
            <a:cxnLst/>
            <a:rect l="0" t="0" r="0" b="0"/>
            <a:pathLst>
              <a:path w="240182" h="29373">
                <a:moveTo>
                  <a:pt x="0" y="29373"/>
                </a:moveTo>
                <a:lnTo>
                  <a:pt x="240182" y="0"/>
                </a:lnTo>
              </a:path>
            </a:pathLst>
          </a:custGeom>
          <a:noFill/>
          <a:ln w="3429">
            <a:solidFill>
              <a:srgbClr val="5643A0">
                <a:alpha val="7000"/>
              </a:srgbClr>
            </a:solidFill>
            <a:prstDash val="solid"/>
          </a:ln>
        </p:spPr>
      </p:sp>
      <p:sp>
        <p:nvSpPr>
          <p:cNvPr id="13" name="lumia-token-stream-curve">
            <a:extLst>
              <a:ext uri="{FF2B5EF4-FFF2-40B4-BE49-F238E27FC236}">
                <a16:creationId xmlns:a16="http://schemas.microsoft.com/office/drawing/2014/main" id="{077CE3C6-277C-4C5B-8584-61999F71F9B2}"/>
              </a:ext>
            </a:extLst>
          </p:cNvPr>
          <p:cNvSpPr>
            <a:spLocks noGrp="1"/>
          </p:cNvSpPr>
          <p:nvPr/>
        </p:nvSpPr>
        <p:spPr>
          <a:xfrm>
            <a:off x="2403257" y="5414769"/>
            <a:ext cx="242521" cy="32678"/>
          </a:xfrm>
          <a:custGeom>
            <a:avLst/>
            <a:gdLst/>
            <a:ahLst/>
            <a:cxnLst/>
            <a:rect l="0" t="0" r="0" b="0"/>
            <a:pathLst>
              <a:path w="242521" h="32678">
                <a:moveTo>
                  <a:pt x="0" y="32678"/>
                </a:moveTo>
                <a:lnTo>
                  <a:pt x="242521" y="0"/>
                </a:lnTo>
              </a:path>
            </a:pathLst>
          </a:custGeom>
          <a:noFill/>
          <a:ln w="3429">
            <a:solidFill>
              <a:srgbClr val="583D97">
                <a:alpha val="7000"/>
              </a:srgbClr>
            </a:solidFill>
            <a:prstDash val="solid"/>
          </a:ln>
        </p:spPr>
      </p:sp>
      <p:sp>
        <p:nvSpPr>
          <p:cNvPr id="14" name="lumia-token-stream-curve">
            <a:extLst>
              <a:ext uri="{FF2B5EF4-FFF2-40B4-BE49-F238E27FC236}">
                <a16:creationId xmlns:a16="http://schemas.microsoft.com/office/drawing/2014/main" id="{A94BE610-79BD-45D5-9D91-0FC1E85DC4F5}"/>
              </a:ext>
            </a:extLst>
          </p:cNvPr>
          <p:cNvSpPr>
            <a:spLocks noGrp="1"/>
          </p:cNvSpPr>
          <p:nvPr/>
        </p:nvSpPr>
        <p:spPr>
          <a:xfrm>
            <a:off x="2645778" y="5380305"/>
            <a:ext cx="244846" cy="34463"/>
          </a:xfrm>
          <a:custGeom>
            <a:avLst/>
            <a:gdLst/>
            <a:ahLst/>
            <a:cxnLst/>
            <a:rect l="0" t="0" r="0" b="0"/>
            <a:pathLst>
              <a:path w="244846" h="34463">
                <a:moveTo>
                  <a:pt x="0" y="34463"/>
                </a:moveTo>
                <a:lnTo>
                  <a:pt x="244846" y="0"/>
                </a:lnTo>
              </a:path>
            </a:pathLst>
          </a:custGeom>
          <a:noFill/>
          <a:ln w="3429">
            <a:solidFill>
              <a:srgbClr val="623C8F">
                <a:alpha val="7000"/>
              </a:srgbClr>
            </a:solidFill>
            <a:prstDash val="solid"/>
          </a:ln>
        </p:spPr>
      </p:sp>
      <p:sp>
        <p:nvSpPr>
          <p:cNvPr id="15" name="lumia-token-stream-curve">
            <a:extLst>
              <a:ext uri="{FF2B5EF4-FFF2-40B4-BE49-F238E27FC236}">
                <a16:creationId xmlns:a16="http://schemas.microsoft.com/office/drawing/2014/main" id="{8145A748-EBC5-4063-BDEF-58027632B625}"/>
              </a:ext>
            </a:extLst>
          </p:cNvPr>
          <p:cNvSpPr>
            <a:spLocks noGrp="1"/>
          </p:cNvSpPr>
          <p:nvPr/>
        </p:nvSpPr>
        <p:spPr>
          <a:xfrm>
            <a:off x="2890624" y="5345572"/>
            <a:ext cx="247159" cy="34734"/>
          </a:xfrm>
          <a:custGeom>
            <a:avLst/>
            <a:gdLst/>
            <a:ahLst/>
            <a:cxnLst/>
            <a:rect l="0" t="0" r="0" b="0"/>
            <a:pathLst>
              <a:path w="247159" h="34734">
                <a:moveTo>
                  <a:pt x="0" y="34734"/>
                </a:moveTo>
                <a:lnTo>
                  <a:pt x="247159" y="0"/>
                </a:lnTo>
              </a:path>
            </a:pathLst>
          </a:custGeom>
          <a:noFill/>
          <a:ln w="3429">
            <a:solidFill>
              <a:srgbClr val="6F3C86">
                <a:alpha val="7000"/>
              </a:srgbClr>
            </a:solidFill>
            <a:prstDash val="solid"/>
          </a:ln>
        </p:spPr>
      </p:sp>
      <p:sp>
        <p:nvSpPr>
          <p:cNvPr id="16" name="lumia-token-stream-curve">
            <a:extLst>
              <a:ext uri="{FF2B5EF4-FFF2-40B4-BE49-F238E27FC236}">
                <a16:creationId xmlns:a16="http://schemas.microsoft.com/office/drawing/2014/main" id="{D7B847EE-D00E-4333-8070-CE26F7062404}"/>
              </a:ext>
            </a:extLst>
          </p:cNvPr>
          <p:cNvSpPr>
            <a:spLocks noGrp="1"/>
          </p:cNvSpPr>
          <p:nvPr/>
        </p:nvSpPr>
        <p:spPr>
          <a:xfrm>
            <a:off x="3137783" y="5311914"/>
            <a:ext cx="249459" cy="33658"/>
          </a:xfrm>
          <a:custGeom>
            <a:avLst/>
            <a:gdLst/>
            <a:ahLst/>
            <a:cxnLst/>
            <a:rect l="0" t="0" r="0" b="0"/>
            <a:pathLst>
              <a:path w="249459" h="33658">
                <a:moveTo>
                  <a:pt x="0" y="33658"/>
                </a:moveTo>
                <a:lnTo>
                  <a:pt x="249459" y="0"/>
                </a:lnTo>
              </a:path>
            </a:pathLst>
          </a:custGeom>
          <a:noFill/>
          <a:ln w="3429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17" name="lumia-token-stream-curve">
            <a:extLst>
              <a:ext uri="{FF2B5EF4-FFF2-40B4-BE49-F238E27FC236}">
                <a16:creationId xmlns:a16="http://schemas.microsoft.com/office/drawing/2014/main" id="{C66DE62A-0C55-48A8-9A9E-5EF739F37844}"/>
              </a:ext>
            </a:extLst>
          </p:cNvPr>
          <p:cNvSpPr>
            <a:spLocks noGrp="1"/>
          </p:cNvSpPr>
          <p:nvPr/>
        </p:nvSpPr>
        <p:spPr>
          <a:xfrm>
            <a:off x="3387242" y="5280353"/>
            <a:ext cx="251746" cy="31561"/>
          </a:xfrm>
          <a:custGeom>
            <a:avLst/>
            <a:gdLst/>
            <a:ahLst/>
            <a:cxnLst/>
            <a:rect l="0" t="0" r="0" b="0"/>
            <a:pathLst>
              <a:path w="251746" h="31561">
                <a:moveTo>
                  <a:pt x="0" y="31561"/>
                </a:moveTo>
                <a:lnTo>
                  <a:pt x="251746" y="0"/>
                </a:lnTo>
              </a:path>
            </a:pathLst>
          </a:custGeom>
          <a:noFill/>
          <a:ln w="3429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18" name="lumia-token-stream-curve">
            <a:extLst>
              <a:ext uri="{FF2B5EF4-FFF2-40B4-BE49-F238E27FC236}">
                <a16:creationId xmlns:a16="http://schemas.microsoft.com/office/drawing/2014/main" id="{C2495CAD-0132-4C2E-8600-21B6EBA3FDFC}"/>
              </a:ext>
            </a:extLst>
          </p:cNvPr>
          <p:cNvSpPr>
            <a:spLocks noGrp="1"/>
          </p:cNvSpPr>
          <p:nvPr/>
        </p:nvSpPr>
        <p:spPr>
          <a:xfrm>
            <a:off x="3638988" y="5251445"/>
            <a:ext cx="254021" cy="28908"/>
          </a:xfrm>
          <a:custGeom>
            <a:avLst/>
            <a:gdLst/>
            <a:ahLst/>
            <a:cxnLst/>
            <a:rect l="0" t="0" r="0" b="0"/>
            <a:pathLst>
              <a:path w="254021" h="28908">
                <a:moveTo>
                  <a:pt x="0" y="28908"/>
                </a:moveTo>
                <a:lnTo>
                  <a:pt x="254021" y="0"/>
                </a:lnTo>
              </a:path>
            </a:pathLst>
          </a:custGeom>
          <a:noFill/>
          <a:ln w="3429">
            <a:solidFill>
              <a:srgbClr val="963E6C">
                <a:alpha val="8000"/>
              </a:srgbClr>
            </a:solidFill>
            <a:prstDash val="solid"/>
          </a:ln>
        </p:spPr>
      </p:sp>
      <p:sp>
        <p:nvSpPr>
          <p:cNvPr id="19" name="lumia-token-stream-curve">
            <a:extLst>
              <a:ext uri="{FF2B5EF4-FFF2-40B4-BE49-F238E27FC236}">
                <a16:creationId xmlns:a16="http://schemas.microsoft.com/office/drawing/2014/main" id="{23FC4170-79C7-4589-8A05-99861DD67C5A}"/>
              </a:ext>
            </a:extLst>
          </p:cNvPr>
          <p:cNvSpPr>
            <a:spLocks noGrp="1"/>
          </p:cNvSpPr>
          <p:nvPr/>
        </p:nvSpPr>
        <p:spPr>
          <a:xfrm>
            <a:off x="3893009" y="5225185"/>
            <a:ext cx="256283" cy="26260"/>
          </a:xfrm>
          <a:custGeom>
            <a:avLst/>
            <a:gdLst/>
            <a:ahLst/>
            <a:cxnLst/>
            <a:rect l="0" t="0" r="0" b="0"/>
            <a:pathLst>
              <a:path w="256283" h="26260">
                <a:moveTo>
                  <a:pt x="0" y="26260"/>
                </a:moveTo>
                <a:lnTo>
                  <a:pt x="256283" y="0"/>
                </a:lnTo>
              </a:path>
            </a:pathLst>
          </a:custGeom>
          <a:noFill/>
          <a:ln w="3440">
            <a:solidFill>
              <a:srgbClr val="A33F64">
                <a:alpha val="8000"/>
              </a:srgbClr>
            </a:solidFill>
            <a:prstDash val="solid"/>
          </a:ln>
        </p:spPr>
      </p:sp>
      <p:sp>
        <p:nvSpPr>
          <p:cNvPr id="20" name="lumia-token-stream-curve">
            <a:extLst>
              <a:ext uri="{FF2B5EF4-FFF2-40B4-BE49-F238E27FC236}">
                <a16:creationId xmlns:a16="http://schemas.microsoft.com/office/drawing/2014/main" id="{D6BC65EA-15F1-4221-8102-1CE41537843C}"/>
              </a:ext>
            </a:extLst>
          </p:cNvPr>
          <p:cNvSpPr>
            <a:spLocks noGrp="1"/>
          </p:cNvSpPr>
          <p:nvPr/>
        </p:nvSpPr>
        <p:spPr>
          <a:xfrm>
            <a:off x="4149292" y="5200961"/>
            <a:ext cx="258532" cy="24224"/>
          </a:xfrm>
          <a:custGeom>
            <a:avLst/>
            <a:gdLst/>
            <a:ahLst/>
            <a:cxnLst/>
            <a:rect l="0" t="0" r="0" b="0"/>
            <a:pathLst>
              <a:path w="258532" h="24224">
                <a:moveTo>
                  <a:pt x="0" y="24224"/>
                </a:moveTo>
                <a:lnTo>
                  <a:pt x="258532" y="0"/>
                </a:lnTo>
              </a:path>
            </a:pathLst>
          </a:custGeom>
          <a:noFill/>
          <a:ln w="3464">
            <a:solidFill>
              <a:srgbClr val="B0405B">
                <a:alpha val="8000"/>
              </a:srgbClr>
            </a:solidFill>
            <a:prstDash val="solid"/>
          </a:ln>
        </p:spPr>
      </p:sp>
      <p:sp>
        <p:nvSpPr>
          <p:cNvPr id="21" name="lumia-token-stream-curve">
            <a:extLst>
              <a:ext uri="{FF2B5EF4-FFF2-40B4-BE49-F238E27FC236}">
                <a16:creationId xmlns:a16="http://schemas.microsoft.com/office/drawing/2014/main" id="{D0C6A645-9F64-4777-9812-5064A3780995}"/>
              </a:ext>
            </a:extLst>
          </p:cNvPr>
          <p:cNvSpPr>
            <a:spLocks noGrp="1"/>
          </p:cNvSpPr>
          <p:nvPr/>
        </p:nvSpPr>
        <p:spPr>
          <a:xfrm>
            <a:off x="4407825" y="5177571"/>
            <a:ext cx="260769" cy="23390"/>
          </a:xfrm>
          <a:custGeom>
            <a:avLst/>
            <a:gdLst/>
            <a:ahLst/>
            <a:cxnLst/>
            <a:rect l="0" t="0" r="0" b="0"/>
            <a:pathLst>
              <a:path w="260769" h="23390">
                <a:moveTo>
                  <a:pt x="0" y="23390"/>
                </a:moveTo>
                <a:lnTo>
                  <a:pt x="260769" y="0"/>
                </a:lnTo>
              </a:path>
            </a:pathLst>
          </a:custGeom>
          <a:noFill/>
          <a:ln w="3500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22" name="lumia-token-stream-curve">
            <a:extLst>
              <a:ext uri="{FF2B5EF4-FFF2-40B4-BE49-F238E27FC236}">
                <a16:creationId xmlns:a16="http://schemas.microsoft.com/office/drawing/2014/main" id="{1BD6F8A7-6368-42BA-961E-0A6D87228F10}"/>
              </a:ext>
            </a:extLst>
          </p:cNvPr>
          <p:cNvSpPr>
            <a:spLocks noGrp="1"/>
          </p:cNvSpPr>
          <p:nvPr/>
        </p:nvSpPr>
        <p:spPr>
          <a:xfrm>
            <a:off x="4668593" y="5153312"/>
            <a:ext cx="262993" cy="24259"/>
          </a:xfrm>
          <a:custGeom>
            <a:avLst/>
            <a:gdLst/>
            <a:ahLst/>
            <a:cxnLst/>
            <a:rect l="0" t="0" r="0" b="0"/>
            <a:pathLst>
              <a:path w="262993" h="24259">
                <a:moveTo>
                  <a:pt x="0" y="24259"/>
                </a:moveTo>
                <a:lnTo>
                  <a:pt x="262993" y="0"/>
                </a:lnTo>
              </a:path>
            </a:pathLst>
          </a:custGeom>
          <a:noFill/>
          <a:ln w="3547">
            <a:solidFill>
              <a:srgbClr val="CA414A">
                <a:alpha val="9000"/>
              </a:srgbClr>
            </a:solidFill>
            <a:prstDash val="solid"/>
          </a:ln>
        </p:spPr>
      </p:sp>
      <p:sp>
        <p:nvSpPr>
          <p:cNvPr id="23" name="lumia-token-stream-curve">
            <a:extLst>
              <a:ext uri="{FF2B5EF4-FFF2-40B4-BE49-F238E27FC236}">
                <a16:creationId xmlns:a16="http://schemas.microsoft.com/office/drawing/2014/main" id="{86BBEAB3-E0DB-4932-A3F9-695905638E00}"/>
              </a:ext>
            </a:extLst>
          </p:cNvPr>
          <p:cNvSpPr>
            <a:spLocks noGrp="1"/>
          </p:cNvSpPr>
          <p:nvPr/>
        </p:nvSpPr>
        <p:spPr>
          <a:xfrm>
            <a:off x="4931586" y="5126128"/>
            <a:ext cx="265204" cy="27184"/>
          </a:xfrm>
          <a:custGeom>
            <a:avLst/>
            <a:gdLst/>
            <a:ahLst/>
            <a:cxnLst/>
            <a:rect l="0" t="0" r="0" b="0"/>
            <a:pathLst>
              <a:path w="265204" h="27184">
                <a:moveTo>
                  <a:pt x="0" y="27184"/>
                </a:moveTo>
                <a:lnTo>
                  <a:pt x="265204" y="0"/>
                </a:lnTo>
              </a:path>
            </a:pathLst>
          </a:custGeom>
          <a:noFill/>
          <a:ln w="3604">
            <a:solidFill>
              <a:srgbClr val="D74242">
                <a:alpha val="9000"/>
              </a:srgbClr>
            </a:solidFill>
            <a:prstDash val="solid"/>
          </a:ln>
        </p:spPr>
      </p:sp>
      <p:sp>
        <p:nvSpPr>
          <p:cNvPr id="24" name="lumia-token-stream-curve">
            <a:extLst>
              <a:ext uri="{FF2B5EF4-FFF2-40B4-BE49-F238E27FC236}">
                <a16:creationId xmlns:a16="http://schemas.microsoft.com/office/drawing/2014/main" id="{8A0C1E58-5F08-47D8-834F-0BF5F99F6F45}"/>
              </a:ext>
            </a:extLst>
          </p:cNvPr>
          <p:cNvSpPr>
            <a:spLocks noGrp="1"/>
          </p:cNvSpPr>
          <p:nvPr/>
        </p:nvSpPr>
        <p:spPr>
          <a:xfrm>
            <a:off x="5196790" y="5093816"/>
            <a:ext cx="267402" cy="32312"/>
          </a:xfrm>
          <a:custGeom>
            <a:avLst/>
            <a:gdLst/>
            <a:ahLst/>
            <a:cxnLst/>
            <a:rect l="0" t="0" r="0" b="0"/>
            <a:pathLst>
              <a:path w="267402" h="32312">
                <a:moveTo>
                  <a:pt x="0" y="32312"/>
                </a:moveTo>
                <a:lnTo>
                  <a:pt x="267402" y="0"/>
                </a:lnTo>
              </a:path>
            </a:pathLst>
          </a:custGeom>
          <a:noFill/>
          <a:ln w="3671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25" name="lumia-token-stream-curve">
            <a:extLst>
              <a:ext uri="{FF2B5EF4-FFF2-40B4-BE49-F238E27FC236}">
                <a16:creationId xmlns:a16="http://schemas.microsoft.com/office/drawing/2014/main" id="{2E95A4E8-1A43-4345-80CF-02F5012FA047}"/>
              </a:ext>
            </a:extLst>
          </p:cNvPr>
          <p:cNvSpPr>
            <a:spLocks noGrp="1"/>
          </p:cNvSpPr>
          <p:nvPr/>
        </p:nvSpPr>
        <p:spPr>
          <a:xfrm>
            <a:off x="5464192" y="5054257"/>
            <a:ext cx="269588" cy="39559"/>
          </a:xfrm>
          <a:custGeom>
            <a:avLst/>
            <a:gdLst/>
            <a:ahLst/>
            <a:cxnLst/>
            <a:rect l="0" t="0" r="0" b="0"/>
            <a:pathLst>
              <a:path w="269588" h="39559">
                <a:moveTo>
                  <a:pt x="0" y="39559"/>
                </a:moveTo>
                <a:lnTo>
                  <a:pt x="269588" y="0"/>
                </a:lnTo>
              </a:path>
            </a:pathLst>
          </a:custGeom>
          <a:noFill/>
          <a:ln w="3746">
            <a:solidFill>
              <a:srgbClr val="EB4833">
                <a:alpha val="10000"/>
              </a:srgbClr>
            </a:solidFill>
            <a:prstDash val="solid"/>
          </a:ln>
        </p:spPr>
      </p:sp>
      <p:sp>
        <p:nvSpPr>
          <p:cNvPr id="26" name="lumia-token-stream-curve">
            <a:extLst>
              <a:ext uri="{FF2B5EF4-FFF2-40B4-BE49-F238E27FC236}">
                <a16:creationId xmlns:a16="http://schemas.microsoft.com/office/drawing/2014/main" id="{B550C794-985D-4D09-ACA5-58EB3A66E8EC}"/>
              </a:ext>
            </a:extLst>
          </p:cNvPr>
          <p:cNvSpPr>
            <a:spLocks noGrp="1"/>
          </p:cNvSpPr>
          <p:nvPr/>
        </p:nvSpPr>
        <p:spPr>
          <a:xfrm>
            <a:off x="5733780" y="5005665"/>
            <a:ext cx="271761" cy="48592"/>
          </a:xfrm>
          <a:custGeom>
            <a:avLst/>
            <a:gdLst/>
            <a:ahLst/>
            <a:cxnLst/>
            <a:rect l="0" t="0" r="0" b="0"/>
            <a:pathLst>
              <a:path w="271761" h="48592">
                <a:moveTo>
                  <a:pt x="0" y="48592"/>
                </a:moveTo>
                <a:lnTo>
                  <a:pt x="271761" y="0"/>
                </a:lnTo>
              </a:path>
            </a:pathLst>
          </a:custGeom>
          <a:noFill/>
          <a:ln w="3828">
            <a:solidFill>
              <a:srgbClr val="EC532F">
                <a:alpha val="10000"/>
              </a:srgbClr>
            </a:solidFill>
            <a:prstDash val="solid"/>
          </a:ln>
        </p:spPr>
      </p:sp>
      <p:sp>
        <p:nvSpPr>
          <p:cNvPr id="27" name="lumia-token-stream-curve">
            <a:extLst>
              <a:ext uri="{FF2B5EF4-FFF2-40B4-BE49-F238E27FC236}">
                <a16:creationId xmlns:a16="http://schemas.microsoft.com/office/drawing/2014/main" id="{138530EB-89C5-4631-BD09-379D1FAF3150}"/>
              </a:ext>
            </a:extLst>
          </p:cNvPr>
          <p:cNvSpPr>
            <a:spLocks noGrp="1"/>
          </p:cNvSpPr>
          <p:nvPr/>
        </p:nvSpPr>
        <p:spPr>
          <a:xfrm>
            <a:off x="6005541" y="4946803"/>
            <a:ext cx="273921" cy="58861"/>
          </a:xfrm>
          <a:custGeom>
            <a:avLst/>
            <a:gdLst/>
            <a:ahLst/>
            <a:cxnLst/>
            <a:rect l="0" t="0" r="0" b="0"/>
            <a:pathLst>
              <a:path w="273921" h="58861">
                <a:moveTo>
                  <a:pt x="0" y="58861"/>
                </a:moveTo>
                <a:lnTo>
                  <a:pt x="273921" y="0"/>
                </a:lnTo>
              </a:path>
            </a:pathLst>
          </a:custGeom>
          <a:noFill/>
          <a:ln w="3916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28" name="lumia-token-stream-curve">
            <a:extLst>
              <a:ext uri="{FF2B5EF4-FFF2-40B4-BE49-F238E27FC236}">
                <a16:creationId xmlns:a16="http://schemas.microsoft.com/office/drawing/2014/main" id="{4C680126-5A15-43B2-BA4C-4439BD038FA4}"/>
              </a:ext>
            </a:extLst>
          </p:cNvPr>
          <p:cNvSpPr>
            <a:spLocks noGrp="1"/>
          </p:cNvSpPr>
          <p:nvPr/>
        </p:nvSpPr>
        <p:spPr>
          <a:xfrm>
            <a:off x="6279463" y="4877157"/>
            <a:ext cx="276069" cy="69646"/>
          </a:xfrm>
          <a:custGeom>
            <a:avLst/>
            <a:gdLst/>
            <a:ahLst/>
            <a:cxnLst/>
            <a:rect l="0" t="0" r="0" b="0"/>
            <a:pathLst>
              <a:path w="276069" h="69646">
                <a:moveTo>
                  <a:pt x="0" y="69646"/>
                </a:moveTo>
                <a:lnTo>
                  <a:pt x="276069" y="0"/>
                </a:lnTo>
              </a:path>
            </a:pathLst>
          </a:custGeom>
          <a:noFill/>
          <a:ln w="4010">
            <a:solidFill>
              <a:srgbClr val="EF6926">
                <a:alpha val="11000"/>
              </a:srgbClr>
            </a:solidFill>
            <a:prstDash val="solid"/>
          </a:ln>
        </p:spPr>
      </p:sp>
      <p:sp>
        <p:nvSpPr>
          <p:cNvPr id="29" name="lumia-token-stream-curve">
            <a:extLst>
              <a:ext uri="{FF2B5EF4-FFF2-40B4-BE49-F238E27FC236}">
                <a16:creationId xmlns:a16="http://schemas.microsoft.com/office/drawing/2014/main" id="{A735B00B-1920-48D0-82DF-FAA47384F548}"/>
              </a:ext>
            </a:extLst>
          </p:cNvPr>
          <p:cNvSpPr>
            <a:spLocks noGrp="1"/>
          </p:cNvSpPr>
          <p:nvPr/>
        </p:nvSpPr>
        <p:spPr>
          <a:xfrm>
            <a:off x="6555532" y="4797022"/>
            <a:ext cx="278204" cy="80134"/>
          </a:xfrm>
          <a:custGeom>
            <a:avLst/>
            <a:gdLst/>
            <a:ahLst/>
            <a:cxnLst/>
            <a:rect l="0" t="0" r="0" b="0"/>
            <a:pathLst>
              <a:path w="278204" h="80134">
                <a:moveTo>
                  <a:pt x="0" y="80134"/>
                </a:moveTo>
                <a:lnTo>
                  <a:pt x="278204" y="0"/>
                </a:lnTo>
              </a:path>
            </a:pathLst>
          </a:custGeom>
          <a:noFill/>
          <a:ln w="4108">
            <a:solidFill>
              <a:srgbClr val="F17322">
                <a:alpha val="11000"/>
              </a:srgbClr>
            </a:solidFill>
            <a:prstDash val="solid"/>
          </a:ln>
        </p:spPr>
      </p:sp>
      <p:sp>
        <p:nvSpPr>
          <p:cNvPr id="30" name="lumia-token-stream-curve">
            <a:extLst>
              <a:ext uri="{FF2B5EF4-FFF2-40B4-BE49-F238E27FC236}">
                <a16:creationId xmlns:a16="http://schemas.microsoft.com/office/drawing/2014/main" id="{13B40CFD-4E19-4D63-A12A-133EF7DA4D93}"/>
              </a:ext>
            </a:extLst>
          </p:cNvPr>
          <p:cNvSpPr>
            <a:spLocks noGrp="1"/>
          </p:cNvSpPr>
          <p:nvPr/>
        </p:nvSpPr>
        <p:spPr>
          <a:xfrm>
            <a:off x="6833736" y="4707504"/>
            <a:ext cx="280326" cy="89519"/>
          </a:xfrm>
          <a:custGeom>
            <a:avLst/>
            <a:gdLst/>
            <a:ahLst/>
            <a:cxnLst/>
            <a:rect l="0" t="0" r="0" b="0"/>
            <a:pathLst>
              <a:path w="280326" h="89519">
                <a:moveTo>
                  <a:pt x="0" y="89519"/>
                </a:moveTo>
                <a:lnTo>
                  <a:pt x="280326" y="0"/>
                </a:lnTo>
              </a:path>
            </a:pathLst>
          </a:custGeom>
          <a:noFill/>
          <a:ln w="4209">
            <a:solidFill>
              <a:srgbClr val="F27E1E">
                <a:alpha val="12000"/>
              </a:srgbClr>
            </a:solidFill>
            <a:prstDash val="solid"/>
          </a:ln>
        </p:spPr>
      </p:sp>
      <p:sp>
        <p:nvSpPr>
          <p:cNvPr id="31" name="lumia-token-stream-curve">
            <a:extLst>
              <a:ext uri="{FF2B5EF4-FFF2-40B4-BE49-F238E27FC236}">
                <a16:creationId xmlns:a16="http://schemas.microsoft.com/office/drawing/2014/main" id="{D1FABC7E-BACE-4251-9849-EE23E5276DEC}"/>
              </a:ext>
            </a:extLst>
          </p:cNvPr>
          <p:cNvSpPr>
            <a:spLocks noGrp="1"/>
          </p:cNvSpPr>
          <p:nvPr/>
        </p:nvSpPr>
        <p:spPr>
          <a:xfrm>
            <a:off x="7114062" y="4610403"/>
            <a:ext cx="282436" cy="97101"/>
          </a:xfrm>
          <a:custGeom>
            <a:avLst/>
            <a:gdLst/>
            <a:ahLst/>
            <a:cxnLst/>
            <a:rect l="0" t="0" r="0" b="0"/>
            <a:pathLst>
              <a:path w="282436" h="97101">
                <a:moveTo>
                  <a:pt x="0" y="97101"/>
                </a:moveTo>
                <a:lnTo>
                  <a:pt x="282436" y="0"/>
                </a:lnTo>
              </a:path>
            </a:pathLst>
          </a:custGeom>
          <a:noFill/>
          <a:ln w="4313">
            <a:solidFill>
              <a:srgbClr val="F48919">
                <a:alpha val="12000"/>
              </a:srgbClr>
            </a:solidFill>
            <a:prstDash val="solid"/>
          </a:ln>
        </p:spPr>
      </p:sp>
      <p:sp>
        <p:nvSpPr>
          <p:cNvPr id="32" name="lumia-token-stream-curve">
            <a:extLst>
              <a:ext uri="{FF2B5EF4-FFF2-40B4-BE49-F238E27FC236}">
                <a16:creationId xmlns:a16="http://schemas.microsoft.com/office/drawing/2014/main" id="{ED68CE03-77A2-4454-99A9-04816F22D3F0}"/>
              </a:ext>
            </a:extLst>
          </p:cNvPr>
          <p:cNvSpPr>
            <a:spLocks noGrp="1"/>
          </p:cNvSpPr>
          <p:nvPr/>
        </p:nvSpPr>
        <p:spPr>
          <a:xfrm>
            <a:off x="7396498" y="4508014"/>
            <a:ext cx="284533" cy="102389"/>
          </a:xfrm>
          <a:custGeom>
            <a:avLst/>
            <a:gdLst/>
            <a:ahLst/>
            <a:cxnLst/>
            <a:rect l="0" t="0" r="0" b="0"/>
            <a:pathLst>
              <a:path w="284533" h="102389">
                <a:moveTo>
                  <a:pt x="0" y="102389"/>
                </a:moveTo>
                <a:lnTo>
                  <a:pt x="284533" y="0"/>
                </a:lnTo>
              </a:path>
            </a:pathLst>
          </a:custGeom>
          <a:noFill/>
          <a:ln w="4418">
            <a:solidFill>
              <a:srgbClr val="F59415">
                <a:alpha val="12000"/>
              </a:srgbClr>
            </a:solidFill>
            <a:prstDash val="solid"/>
          </a:ln>
        </p:spPr>
      </p:sp>
      <p:sp>
        <p:nvSpPr>
          <p:cNvPr id="33" name="lumia-token-stream-curve">
            <a:extLst>
              <a:ext uri="{FF2B5EF4-FFF2-40B4-BE49-F238E27FC236}">
                <a16:creationId xmlns:a16="http://schemas.microsoft.com/office/drawing/2014/main" id="{DD3A14A9-714C-439F-AE6A-804C45D77BB2}"/>
              </a:ext>
            </a:extLst>
          </p:cNvPr>
          <p:cNvSpPr>
            <a:spLocks noGrp="1"/>
          </p:cNvSpPr>
          <p:nvPr/>
        </p:nvSpPr>
        <p:spPr>
          <a:xfrm>
            <a:off x="7681030" y="4402836"/>
            <a:ext cx="286617" cy="105178"/>
          </a:xfrm>
          <a:custGeom>
            <a:avLst/>
            <a:gdLst/>
            <a:ahLst/>
            <a:cxnLst/>
            <a:rect l="0" t="0" r="0" b="0"/>
            <a:pathLst>
              <a:path w="286617" h="105178">
                <a:moveTo>
                  <a:pt x="0" y="105178"/>
                </a:moveTo>
                <a:lnTo>
                  <a:pt x="286617" y="0"/>
                </a:lnTo>
              </a:path>
            </a:pathLst>
          </a:custGeom>
          <a:noFill/>
          <a:ln w="4524">
            <a:solidFill>
              <a:srgbClr val="F79E11">
                <a:alpha val="13000"/>
              </a:srgbClr>
            </a:solidFill>
            <a:prstDash val="solid"/>
          </a:ln>
        </p:spPr>
      </p:sp>
      <p:sp>
        <p:nvSpPr>
          <p:cNvPr id="34" name="lumia-token-stream-curve">
            <a:extLst>
              <a:ext uri="{FF2B5EF4-FFF2-40B4-BE49-F238E27FC236}">
                <a16:creationId xmlns:a16="http://schemas.microsoft.com/office/drawing/2014/main" id="{4F5180DD-FEBB-4F35-988F-A34DD250582F}"/>
              </a:ext>
            </a:extLst>
          </p:cNvPr>
          <p:cNvSpPr>
            <a:spLocks noGrp="1"/>
          </p:cNvSpPr>
          <p:nvPr/>
        </p:nvSpPr>
        <p:spPr>
          <a:xfrm>
            <a:off x="7967647" y="4297242"/>
            <a:ext cx="288688" cy="105594"/>
          </a:xfrm>
          <a:custGeom>
            <a:avLst/>
            <a:gdLst/>
            <a:ahLst/>
            <a:cxnLst/>
            <a:rect l="0" t="0" r="0" b="0"/>
            <a:pathLst>
              <a:path w="288688" h="105594">
                <a:moveTo>
                  <a:pt x="0" y="105594"/>
                </a:moveTo>
                <a:lnTo>
                  <a:pt x="288688" y="0"/>
                </a:lnTo>
              </a:path>
            </a:pathLst>
          </a:custGeom>
          <a:noFill/>
          <a:ln w="4628">
            <a:solidFill>
              <a:srgbClr val="F8A90C">
                <a:alpha val="13000"/>
              </a:srgbClr>
            </a:solidFill>
            <a:prstDash val="solid"/>
          </a:ln>
        </p:spPr>
      </p:sp>
      <p:sp>
        <p:nvSpPr>
          <p:cNvPr id="35" name="lumia-token-stream-curve">
            <a:extLst>
              <a:ext uri="{FF2B5EF4-FFF2-40B4-BE49-F238E27FC236}">
                <a16:creationId xmlns:a16="http://schemas.microsoft.com/office/drawing/2014/main" id="{86D96519-C50B-4B6B-935B-73F991EF31D1}"/>
              </a:ext>
            </a:extLst>
          </p:cNvPr>
          <p:cNvSpPr>
            <a:spLocks noGrp="1"/>
          </p:cNvSpPr>
          <p:nvPr/>
        </p:nvSpPr>
        <p:spPr>
          <a:xfrm>
            <a:off x="8256335" y="4193139"/>
            <a:ext cx="290747" cy="104102"/>
          </a:xfrm>
          <a:custGeom>
            <a:avLst/>
            <a:gdLst/>
            <a:ahLst/>
            <a:cxnLst/>
            <a:rect l="0" t="0" r="0" b="0"/>
            <a:pathLst>
              <a:path w="290747" h="104102">
                <a:moveTo>
                  <a:pt x="0" y="104102"/>
                </a:moveTo>
                <a:lnTo>
                  <a:pt x="290747" y="0"/>
                </a:lnTo>
              </a:path>
            </a:pathLst>
          </a:custGeom>
          <a:noFill/>
          <a:ln w="4732">
            <a:solidFill>
              <a:srgbClr val="FAB408">
                <a:alpha val="13000"/>
              </a:srgbClr>
            </a:solidFill>
            <a:prstDash val="solid"/>
          </a:ln>
        </p:spPr>
      </p:sp>
      <p:sp>
        <p:nvSpPr>
          <p:cNvPr id="36" name="lumia-token-stream-curve">
            <a:extLst>
              <a:ext uri="{FF2B5EF4-FFF2-40B4-BE49-F238E27FC236}">
                <a16:creationId xmlns:a16="http://schemas.microsoft.com/office/drawing/2014/main" id="{067EBA04-5317-4FB8-8117-ABC1816111AD}"/>
              </a:ext>
            </a:extLst>
          </p:cNvPr>
          <p:cNvSpPr>
            <a:spLocks noGrp="1"/>
          </p:cNvSpPr>
          <p:nvPr/>
        </p:nvSpPr>
        <p:spPr>
          <a:xfrm>
            <a:off x="8547082" y="4091677"/>
            <a:ext cx="292793" cy="101462"/>
          </a:xfrm>
          <a:custGeom>
            <a:avLst/>
            <a:gdLst/>
            <a:ahLst/>
            <a:cxnLst/>
            <a:rect l="0" t="0" r="0" b="0"/>
            <a:pathLst>
              <a:path w="292793" h="101462">
                <a:moveTo>
                  <a:pt x="0" y="101462"/>
                </a:moveTo>
                <a:lnTo>
                  <a:pt x="292793" y="0"/>
                </a:lnTo>
              </a:path>
            </a:pathLst>
          </a:custGeom>
          <a:noFill/>
          <a:ln w="4832">
            <a:solidFill>
              <a:srgbClr val="F7BC07">
                <a:alpha val="14000"/>
              </a:srgbClr>
            </a:solidFill>
            <a:prstDash val="solid"/>
          </a:ln>
        </p:spPr>
      </p:sp>
      <p:sp>
        <p:nvSpPr>
          <p:cNvPr id="37" name="lumia-token-stream-curve">
            <a:extLst>
              <a:ext uri="{FF2B5EF4-FFF2-40B4-BE49-F238E27FC236}">
                <a16:creationId xmlns:a16="http://schemas.microsoft.com/office/drawing/2014/main" id="{32053A02-7CE0-4F86-A8BB-4F01235CEF21}"/>
              </a:ext>
            </a:extLst>
          </p:cNvPr>
          <p:cNvSpPr>
            <a:spLocks noGrp="1"/>
          </p:cNvSpPr>
          <p:nvPr/>
        </p:nvSpPr>
        <p:spPr>
          <a:xfrm>
            <a:off x="8839875" y="3993034"/>
            <a:ext cx="294826" cy="98643"/>
          </a:xfrm>
          <a:custGeom>
            <a:avLst/>
            <a:gdLst/>
            <a:ahLst/>
            <a:cxnLst/>
            <a:rect l="0" t="0" r="0" b="0"/>
            <a:pathLst>
              <a:path w="294826" h="98643">
                <a:moveTo>
                  <a:pt x="0" y="98643"/>
                </a:moveTo>
                <a:lnTo>
                  <a:pt x="294826" y="0"/>
                </a:lnTo>
              </a:path>
            </a:pathLst>
          </a:custGeom>
          <a:noFill/>
          <a:ln w="4929">
            <a:solidFill>
              <a:srgbClr val="E5BA0E">
                <a:alpha val="14000"/>
              </a:srgbClr>
            </a:solidFill>
            <a:prstDash val="solid"/>
          </a:ln>
        </p:spPr>
      </p:sp>
      <p:sp>
        <p:nvSpPr>
          <p:cNvPr id="38" name="lumia-token-stream-curve">
            <a:extLst>
              <a:ext uri="{FF2B5EF4-FFF2-40B4-BE49-F238E27FC236}">
                <a16:creationId xmlns:a16="http://schemas.microsoft.com/office/drawing/2014/main" id="{BFC66F0D-19D5-4783-8F52-F7FA443B86A9}"/>
              </a:ext>
            </a:extLst>
          </p:cNvPr>
          <p:cNvSpPr>
            <a:spLocks noGrp="1"/>
          </p:cNvSpPr>
          <p:nvPr/>
        </p:nvSpPr>
        <p:spPr>
          <a:xfrm>
            <a:off x="9134701" y="3896336"/>
            <a:ext cx="296847" cy="96698"/>
          </a:xfrm>
          <a:custGeom>
            <a:avLst/>
            <a:gdLst/>
            <a:ahLst/>
            <a:cxnLst/>
            <a:rect l="0" t="0" r="0" b="0"/>
            <a:pathLst>
              <a:path w="296847" h="96698">
                <a:moveTo>
                  <a:pt x="0" y="96698"/>
                </a:moveTo>
                <a:lnTo>
                  <a:pt x="296847" y="0"/>
                </a:lnTo>
              </a:path>
            </a:pathLst>
          </a:custGeom>
          <a:noFill/>
          <a:ln w="5022">
            <a:solidFill>
              <a:srgbClr val="D3B815">
                <a:alpha val="14000"/>
              </a:srgbClr>
            </a:solidFill>
            <a:prstDash val="solid"/>
          </a:ln>
        </p:spPr>
      </p:sp>
      <p:sp>
        <p:nvSpPr>
          <p:cNvPr id="39" name="lumia-token-stream-curve">
            <a:extLst>
              <a:ext uri="{FF2B5EF4-FFF2-40B4-BE49-F238E27FC236}">
                <a16:creationId xmlns:a16="http://schemas.microsoft.com/office/drawing/2014/main" id="{5A2D69FD-C8B2-4292-883B-AA131B06DA5F}"/>
              </a:ext>
            </a:extLst>
          </p:cNvPr>
          <p:cNvSpPr>
            <a:spLocks noGrp="1"/>
          </p:cNvSpPr>
          <p:nvPr/>
        </p:nvSpPr>
        <p:spPr>
          <a:xfrm>
            <a:off x="9431548" y="3799712"/>
            <a:ext cx="298855" cy="96624"/>
          </a:xfrm>
          <a:custGeom>
            <a:avLst/>
            <a:gdLst/>
            <a:ahLst/>
            <a:cxnLst/>
            <a:rect l="0" t="0" r="0" b="0"/>
            <a:pathLst>
              <a:path w="298855" h="96624">
                <a:moveTo>
                  <a:pt x="0" y="96624"/>
                </a:moveTo>
                <a:lnTo>
                  <a:pt x="298855" y="0"/>
                </a:lnTo>
              </a:path>
            </a:pathLst>
          </a:custGeom>
          <a:noFill/>
          <a:ln w="5109">
            <a:solidFill>
              <a:srgbClr val="C2B61C">
                <a:alpha val="15000"/>
              </a:srgbClr>
            </a:solidFill>
            <a:prstDash val="solid"/>
          </a:ln>
        </p:spPr>
      </p:sp>
      <p:sp>
        <p:nvSpPr>
          <p:cNvPr id="40" name="lumia-token-stream-curve">
            <a:extLst>
              <a:ext uri="{FF2B5EF4-FFF2-40B4-BE49-F238E27FC236}">
                <a16:creationId xmlns:a16="http://schemas.microsoft.com/office/drawing/2014/main" id="{BDD0141F-8285-401B-B947-1C0BB4A6940C}"/>
              </a:ext>
            </a:extLst>
          </p:cNvPr>
          <p:cNvSpPr>
            <a:spLocks noGrp="1"/>
          </p:cNvSpPr>
          <p:nvPr/>
        </p:nvSpPr>
        <p:spPr>
          <a:xfrm>
            <a:off x="9730402" y="3700501"/>
            <a:ext cx="300850" cy="99210"/>
          </a:xfrm>
          <a:custGeom>
            <a:avLst/>
            <a:gdLst/>
            <a:ahLst/>
            <a:cxnLst/>
            <a:rect l="0" t="0" r="0" b="0"/>
            <a:pathLst>
              <a:path w="300850" h="99210">
                <a:moveTo>
                  <a:pt x="0" y="99210"/>
                </a:moveTo>
                <a:lnTo>
                  <a:pt x="300850" y="0"/>
                </a:lnTo>
              </a:path>
            </a:pathLst>
          </a:custGeom>
          <a:noFill/>
          <a:ln w="5189">
            <a:solidFill>
              <a:srgbClr val="B0B422">
                <a:alpha val="15000"/>
              </a:srgbClr>
            </a:solidFill>
            <a:prstDash val="solid"/>
          </a:ln>
        </p:spPr>
      </p:sp>
      <p:sp>
        <p:nvSpPr>
          <p:cNvPr id="41" name="lumia-token-stream-curve">
            <a:extLst>
              <a:ext uri="{FF2B5EF4-FFF2-40B4-BE49-F238E27FC236}">
                <a16:creationId xmlns:a16="http://schemas.microsoft.com/office/drawing/2014/main" id="{694A863A-C49D-4A24-B3C0-F3F17819B014}"/>
              </a:ext>
            </a:extLst>
          </p:cNvPr>
          <p:cNvSpPr>
            <a:spLocks noGrp="1"/>
          </p:cNvSpPr>
          <p:nvPr/>
        </p:nvSpPr>
        <p:spPr>
          <a:xfrm>
            <a:off x="10031252" y="3595591"/>
            <a:ext cx="302832" cy="104910"/>
          </a:xfrm>
          <a:custGeom>
            <a:avLst/>
            <a:gdLst/>
            <a:ahLst/>
            <a:cxnLst/>
            <a:rect l="0" t="0" r="0" b="0"/>
            <a:pathLst>
              <a:path w="302832" h="104910">
                <a:moveTo>
                  <a:pt x="0" y="104910"/>
                </a:moveTo>
                <a:lnTo>
                  <a:pt x="302832" y="0"/>
                </a:lnTo>
              </a:path>
            </a:pathLst>
          </a:custGeom>
          <a:noFill/>
          <a:ln w="5262">
            <a:solidFill>
              <a:srgbClr val="9EB329">
                <a:alpha val="15000"/>
              </a:srgbClr>
            </a:solidFill>
            <a:prstDash val="solid"/>
          </a:ln>
        </p:spPr>
      </p:sp>
      <p:sp>
        <p:nvSpPr>
          <p:cNvPr id="42" name="lumia-token-stream-curve">
            <a:extLst>
              <a:ext uri="{FF2B5EF4-FFF2-40B4-BE49-F238E27FC236}">
                <a16:creationId xmlns:a16="http://schemas.microsoft.com/office/drawing/2014/main" id="{337766A5-5B6F-4DD2-A4A9-6DB7301CFFA1}"/>
              </a:ext>
            </a:extLst>
          </p:cNvPr>
          <p:cNvSpPr>
            <a:spLocks noGrp="1"/>
          </p:cNvSpPr>
          <p:nvPr/>
        </p:nvSpPr>
        <p:spPr>
          <a:xfrm>
            <a:off x="10334085" y="3481833"/>
            <a:ext cx="304802" cy="113758"/>
          </a:xfrm>
          <a:custGeom>
            <a:avLst/>
            <a:gdLst/>
            <a:ahLst/>
            <a:cxnLst/>
            <a:rect l="0" t="0" r="0" b="0"/>
            <a:pathLst>
              <a:path w="304802" h="113758">
                <a:moveTo>
                  <a:pt x="0" y="113758"/>
                </a:moveTo>
                <a:lnTo>
                  <a:pt x="304802" y="0"/>
                </a:lnTo>
              </a:path>
            </a:pathLst>
          </a:custGeom>
          <a:noFill/>
          <a:ln w="5327">
            <a:solidFill>
              <a:srgbClr val="8CB130">
                <a:alpha val="15000"/>
              </a:srgbClr>
            </a:solidFill>
            <a:prstDash val="solid"/>
          </a:ln>
        </p:spPr>
      </p:sp>
      <p:sp>
        <p:nvSpPr>
          <p:cNvPr id="43" name="lumia-token-stream-curve">
            <a:extLst>
              <a:ext uri="{FF2B5EF4-FFF2-40B4-BE49-F238E27FC236}">
                <a16:creationId xmlns:a16="http://schemas.microsoft.com/office/drawing/2014/main" id="{08B4E10E-0B63-451F-9CC5-6359B2C47E6E}"/>
              </a:ext>
            </a:extLst>
          </p:cNvPr>
          <p:cNvSpPr>
            <a:spLocks noGrp="1"/>
          </p:cNvSpPr>
          <p:nvPr/>
        </p:nvSpPr>
        <p:spPr>
          <a:xfrm>
            <a:off x="10638887" y="3356500"/>
            <a:ext cx="306759" cy="125334"/>
          </a:xfrm>
          <a:custGeom>
            <a:avLst/>
            <a:gdLst/>
            <a:ahLst/>
            <a:cxnLst/>
            <a:rect l="0" t="0" r="0" b="0"/>
            <a:pathLst>
              <a:path w="306759" h="125334">
                <a:moveTo>
                  <a:pt x="0" y="125334"/>
                </a:moveTo>
                <a:lnTo>
                  <a:pt x="306759" y="0"/>
                </a:lnTo>
              </a:path>
            </a:pathLst>
          </a:custGeom>
          <a:noFill/>
          <a:ln w="5381">
            <a:solidFill>
              <a:srgbClr val="7BAF37">
                <a:alpha val="15000"/>
              </a:srgbClr>
            </a:solidFill>
            <a:prstDash val="solid"/>
          </a:ln>
        </p:spPr>
      </p:sp>
      <p:sp>
        <p:nvSpPr>
          <p:cNvPr id="44" name="lumia-token-stream-curve">
            <a:extLst>
              <a:ext uri="{FF2B5EF4-FFF2-40B4-BE49-F238E27FC236}">
                <a16:creationId xmlns:a16="http://schemas.microsoft.com/office/drawing/2014/main" id="{131985AE-E9ED-4AE5-B980-9240A4B0DC23}"/>
              </a:ext>
            </a:extLst>
          </p:cNvPr>
          <p:cNvSpPr>
            <a:spLocks noGrp="1"/>
          </p:cNvSpPr>
          <p:nvPr/>
        </p:nvSpPr>
        <p:spPr>
          <a:xfrm>
            <a:off x="10945646" y="3217695"/>
            <a:ext cx="308704" cy="138805"/>
          </a:xfrm>
          <a:custGeom>
            <a:avLst/>
            <a:gdLst/>
            <a:ahLst/>
            <a:cxnLst/>
            <a:rect l="0" t="0" r="0" b="0"/>
            <a:pathLst>
              <a:path w="308704" h="138805">
                <a:moveTo>
                  <a:pt x="0" y="138805"/>
                </a:moveTo>
                <a:lnTo>
                  <a:pt x="308704" y="0"/>
                </a:lnTo>
              </a:path>
            </a:pathLst>
          </a:custGeom>
          <a:noFill/>
          <a:ln w="5426">
            <a:solidFill>
              <a:srgbClr val="69AD3E">
                <a:alpha val="15000"/>
              </a:srgbClr>
            </a:solidFill>
            <a:prstDash val="solid"/>
          </a:ln>
        </p:spPr>
      </p:sp>
      <p:sp>
        <p:nvSpPr>
          <p:cNvPr id="45" name="lumia-token-stream-curve">
            <a:extLst>
              <a:ext uri="{FF2B5EF4-FFF2-40B4-BE49-F238E27FC236}">
                <a16:creationId xmlns:a16="http://schemas.microsoft.com/office/drawing/2014/main" id="{1F57B95D-848A-496A-BE21-38F9509269BC}"/>
              </a:ext>
            </a:extLst>
          </p:cNvPr>
          <p:cNvSpPr>
            <a:spLocks noGrp="1"/>
          </p:cNvSpPr>
          <p:nvPr/>
        </p:nvSpPr>
        <p:spPr>
          <a:xfrm>
            <a:off x="11254350" y="3064668"/>
            <a:ext cx="310635" cy="153027"/>
          </a:xfrm>
          <a:custGeom>
            <a:avLst/>
            <a:gdLst/>
            <a:ahLst/>
            <a:cxnLst/>
            <a:rect l="0" t="0" r="0" b="0"/>
            <a:pathLst>
              <a:path w="310635" h="153027">
                <a:moveTo>
                  <a:pt x="0" y="153027"/>
                </a:moveTo>
                <a:lnTo>
                  <a:pt x="310635" y="0"/>
                </a:lnTo>
              </a:path>
            </a:pathLst>
          </a:custGeom>
          <a:noFill/>
          <a:ln w="5459">
            <a:solidFill>
              <a:srgbClr val="57AC45">
                <a:alpha val="16000"/>
              </a:srgbClr>
            </a:solidFill>
            <a:prstDash val="solid"/>
          </a:ln>
        </p:spPr>
      </p:sp>
      <p:sp>
        <p:nvSpPr>
          <p:cNvPr id="46" name="lumia-token-stream-curve">
            <a:extLst>
              <a:ext uri="{FF2B5EF4-FFF2-40B4-BE49-F238E27FC236}">
                <a16:creationId xmlns:a16="http://schemas.microsoft.com/office/drawing/2014/main" id="{1895A809-791A-46B9-B30F-27672B0FE1C6}"/>
              </a:ext>
            </a:extLst>
          </p:cNvPr>
          <p:cNvSpPr>
            <a:spLocks noGrp="1"/>
          </p:cNvSpPr>
          <p:nvPr/>
        </p:nvSpPr>
        <p:spPr>
          <a:xfrm>
            <a:off x="11564985" y="2897964"/>
            <a:ext cx="312554" cy="166704"/>
          </a:xfrm>
          <a:custGeom>
            <a:avLst/>
            <a:gdLst/>
            <a:ahLst/>
            <a:cxnLst/>
            <a:rect l="0" t="0" r="0" b="0"/>
            <a:pathLst>
              <a:path w="312554" h="166704">
                <a:moveTo>
                  <a:pt x="0" y="166704"/>
                </a:moveTo>
                <a:lnTo>
                  <a:pt x="312554" y="0"/>
                </a:lnTo>
              </a:path>
            </a:pathLst>
          </a:custGeom>
          <a:noFill/>
          <a:ln w="5479">
            <a:solidFill>
              <a:srgbClr val="46AA4C">
                <a:alpha val="16000"/>
              </a:srgbClr>
            </a:solidFill>
            <a:prstDash val="solid"/>
          </a:ln>
        </p:spPr>
      </p:sp>
      <p:sp>
        <p:nvSpPr>
          <p:cNvPr id="47" name="lumia-token-stream-curve">
            <a:extLst>
              <a:ext uri="{FF2B5EF4-FFF2-40B4-BE49-F238E27FC236}">
                <a16:creationId xmlns:a16="http://schemas.microsoft.com/office/drawing/2014/main" id="{A7B7BC24-31F5-4EA5-B9F8-A782D95CFB77}"/>
              </a:ext>
            </a:extLst>
          </p:cNvPr>
          <p:cNvSpPr>
            <a:spLocks noGrp="1"/>
          </p:cNvSpPr>
          <p:nvPr/>
        </p:nvSpPr>
        <p:spPr>
          <a:xfrm>
            <a:off x="11877539" y="2719378"/>
            <a:ext cx="314461" cy="178586"/>
          </a:xfrm>
          <a:custGeom>
            <a:avLst/>
            <a:gdLst/>
            <a:ahLst/>
            <a:cxnLst/>
            <a:rect l="0" t="0" r="0" b="0"/>
            <a:pathLst>
              <a:path w="314461" h="178586">
                <a:moveTo>
                  <a:pt x="0" y="178586"/>
                </a:moveTo>
                <a:lnTo>
                  <a:pt x="314461" y="0"/>
                </a:lnTo>
              </a:path>
            </a:pathLst>
          </a:custGeom>
          <a:noFill/>
          <a:ln w="5486">
            <a:solidFill>
              <a:srgbClr val="34A853">
                <a:alpha val="16000"/>
              </a:srgbClr>
            </a:solidFill>
            <a:prstDash val="solid"/>
          </a:ln>
        </p:spPr>
      </p:sp>
      <p:sp>
        <p:nvSpPr>
          <p:cNvPr id="48" name="lumia-token-stream-curve">
            <a:extLst>
              <a:ext uri="{FF2B5EF4-FFF2-40B4-BE49-F238E27FC236}">
                <a16:creationId xmlns:a16="http://schemas.microsoft.com/office/drawing/2014/main" id="{F3A583C2-0CC0-4DE8-9CD6-E57EDC136A9E}"/>
              </a:ext>
            </a:extLst>
          </p:cNvPr>
          <p:cNvSpPr>
            <a:spLocks noGrp="1"/>
          </p:cNvSpPr>
          <p:nvPr/>
        </p:nvSpPr>
        <p:spPr>
          <a:xfrm>
            <a:off x="94857" y="5475838"/>
            <a:ext cx="206929" cy="9904"/>
          </a:xfrm>
          <a:custGeom>
            <a:avLst/>
            <a:gdLst/>
            <a:ahLst/>
            <a:cxnLst/>
            <a:rect l="0" t="0" r="0" b="0"/>
            <a:pathLst>
              <a:path w="206929" h="9904">
                <a:moveTo>
                  <a:pt x="0" y="0"/>
                </a:moveTo>
                <a:lnTo>
                  <a:pt x="206929" y="9904"/>
                </a:lnTo>
              </a:path>
            </a:pathLst>
          </a:custGeom>
          <a:noFill/>
          <a:ln w="3653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49" name="lumia-token-stream-curve">
            <a:extLst>
              <a:ext uri="{FF2B5EF4-FFF2-40B4-BE49-F238E27FC236}">
                <a16:creationId xmlns:a16="http://schemas.microsoft.com/office/drawing/2014/main" id="{9B2D493B-B321-42F3-BA62-39266326E7D5}"/>
              </a:ext>
            </a:extLst>
          </p:cNvPr>
          <p:cNvSpPr>
            <a:spLocks noGrp="1"/>
          </p:cNvSpPr>
          <p:nvPr/>
        </p:nvSpPr>
        <p:spPr>
          <a:xfrm>
            <a:off x="301786" y="5485742"/>
            <a:ext cx="209515" cy="9525"/>
          </a:xfrm>
          <a:custGeom>
            <a:avLst/>
            <a:gdLst/>
            <a:ahLst/>
            <a:cxnLst/>
            <a:rect l="0" t="0" r="0" b="0"/>
            <a:pathLst>
              <a:path w="209515" h="9525">
                <a:moveTo>
                  <a:pt x="0" y="0"/>
                </a:moveTo>
                <a:lnTo>
                  <a:pt x="209515" y="4418"/>
                </a:lnTo>
              </a:path>
            </a:pathLst>
          </a:custGeom>
          <a:noFill/>
          <a:ln w="3653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50" name="lumia-token-stream-curve">
            <a:extLst>
              <a:ext uri="{FF2B5EF4-FFF2-40B4-BE49-F238E27FC236}">
                <a16:creationId xmlns:a16="http://schemas.microsoft.com/office/drawing/2014/main" id="{002AD3BD-74F0-481D-B298-EC13A9C5E17E}"/>
              </a:ext>
            </a:extLst>
          </p:cNvPr>
          <p:cNvSpPr>
            <a:spLocks noGrp="1"/>
          </p:cNvSpPr>
          <p:nvPr/>
        </p:nvSpPr>
        <p:spPr>
          <a:xfrm>
            <a:off x="511301" y="5488772"/>
            <a:ext cx="212095" cy="9525"/>
          </a:xfrm>
          <a:custGeom>
            <a:avLst/>
            <a:gdLst/>
            <a:ahLst/>
            <a:cxnLst/>
            <a:rect l="0" t="0" r="0" b="0"/>
            <a:pathLst>
              <a:path w="212095" h="9525">
                <a:moveTo>
                  <a:pt x="0" y="1389"/>
                </a:moveTo>
                <a:lnTo>
                  <a:pt x="212095" y="0"/>
                </a:lnTo>
              </a:path>
            </a:pathLst>
          </a:custGeom>
          <a:noFill/>
          <a:ln w="3653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51" name="lumia-token-stream-curve">
            <a:extLst>
              <a:ext uri="{FF2B5EF4-FFF2-40B4-BE49-F238E27FC236}">
                <a16:creationId xmlns:a16="http://schemas.microsoft.com/office/drawing/2014/main" id="{91919489-A343-4B5D-A470-A3C7445D380A}"/>
              </a:ext>
            </a:extLst>
          </p:cNvPr>
          <p:cNvSpPr>
            <a:spLocks noGrp="1"/>
          </p:cNvSpPr>
          <p:nvPr/>
        </p:nvSpPr>
        <p:spPr>
          <a:xfrm>
            <a:off x="723395" y="5481562"/>
            <a:ext cx="214668" cy="9525"/>
          </a:xfrm>
          <a:custGeom>
            <a:avLst/>
            <a:gdLst/>
            <a:ahLst/>
            <a:cxnLst/>
            <a:rect l="0" t="0" r="0" b="0"/>
            <a:pathLst>
              <a:path w="214668" h="9525">
                <a:moveTo>
                  <a:pt x="0" y="7210"/>
                </a:moveTo>
                <a:lnTo>
                  <a:pt x="214668" y="0"/>
                </a:lnTo>
              </a:path>
            </a:pathLst>
          </a:custGeom>
          <a:noFill/>
          <a:ln w="3653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52" name="lumia-token-stream-curve">
            <a:extLst>
              <a:ext uri="{FF2B5EF4-FFF2-40B4-BE49-F238E27FC236}">
                <a16:creationId xmlns:a16="http://schemas.microsoft.com/office/drawing/2014/main" id="{8D2B9EFD-E526-4F2C-9A2F-D04A39798677}"/>
              </a:ext>
            </a:extLst>
          </p:cNvPr>
          <p:cNvSpPr>
            <a:spLocks noGrp="1"/>
          </p:cNvSpPr>
          <p:nvPr/>
        </p:nvSpPr>
        <p:spPr>
          <a:xfrm>
            <a:off x="938063" y="5468842"/>
            <a:ext cx="217235" cy="12720"/>
          </a:xfrm>
          <a:custGeom>
            <a:avLst/>
            <a:gdLst/>
            <a:ahLst/>
            <a:cxnLst/>
            <a:rect l="0" t="0" r="0" b="0"/>
            <a:pathLst>
              <a:path w="217235" h="12720">
                <a:moveTo>
                  <a:pt x="0" y="12720"/>
                </a:moveTo>
                <a:lnTo>
                  <a:pt x="217235" y="0"/>
                </a:lnTo>
              </a:path>
            </a:pathLst>
          </a:custGeom>
          <a:noFill/>
          <a:ln w="3653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53" name="lumia-token-stream-curve">
            <a:extLst>
              <a:ext uri="{FF2B5EF4-FFF2-40B4-BE49-F238E27FC236}">
                <a16:creationId xmlns:a16="http://schemas.microsoft.com/office/drawing/2014/main" id="{1F805B81-B3C2-4E79-88C3-CCC289C8C325}"/>
              </a:ext>
            </a:extLst>
          </p:cNvPr>
          <p:cNvSpPr>
            <a:spLocks noGrp="1"/>
          </p:cNvSpPr>
          <p:nvPr/>
        </p:nvSpPr>
        <p:spPr>
          <a:xfrm>
            <a:off x="1155298" y="5451241"/>
            <a:ext cx="219795" cy="17601"/>
          </a:xfrm>
          <a:custGeom>
            <a:avLst/>
            <a:gdLst/>
            <a:ahLst/>
            <a:cxnLst/>
            <a:rect l="0" t="0" r="0" b="0"/>
            <a:pathLst>
              <a:path w="219795" h="17601">
                <a:moveTo>
                  <a:pt x="0" y="17601"/>
                </a:moveTo>
                <a:lnTo>
                  <a:pt x="219795" y="0"/>
                </a:lnTo>
              </a:path>
            </a:pathLst>
          </a:custGeom>
          <a:noFill/>
          <a:ln w="3653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54" name="lumia-token-stream-curve">
            <a:extLst>
              <a:ext uri="{FF2B5EF4-FFF2-40B4-BE49-F238E27FC236}">
                <a16:creationId xmlns:a16="http://schemas.microsoft.com/office/drawing/2014/main" id="{9E3574EB-BCBF-4C16-A001-B5FC4DCB5B75}"/>
              </a:ext>
            </a:extLst>
          </p:cNvPr>
          <p:cNvSpPr>
            <a:spLocks noGrp="1"/>
          </p:cNvSpPr>
          <p:nvPr/>
        </p:nvSpPr>
        <p:spPr>
          <a:xfrm>
            <a:off x="1375093" y="5429677"/>
            <a:ext cx="222349" cy="21564"/>
          </a:xfrm>
          <a:custGeom>
            <a:avLst/>
            <a:gdLst/>
            <a:ahLst/>
            <a:cxnLst/>
            <a:rect l="0" t="0" r="0" b="0"/>
            <a:pathLst>
              <a:path w="222349" h="21564">
                <a:moveTo>
                  <a:pt x="0" y="21564"/>
                </a:moveTo>
                <a:lnTo>
                  <a:pt x="222349" y="0"/>
                </a:lnTo>
              </a:path>
            </a:pathLst>
          </a:custGeom>
          <a:noFill/>
          <a:ln w="3653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55" name="lumia-token-stream-curve">
            <a:extLst>
              <a:ext uri="{FF2B5EF4-FFF2-40B4-BE49-F238E27FC236}">
                <a16:creationId xmlns:a16="http://schemas.microsoft.com/office/drawing/2014/main" id="{AA675409-AA32-4F1C-8923-0440308AA820}"/>
              </a:ext>
            </a:extLst>
          </p:cNvPr>
          <p:cNvSpPr>
            <a:spLocks noGrp="1"/>
          </p:cNvSpPr>
          <p:nvPr/>
        </p:nvSpPr>
        <p:spPr>
          <a:xfrm>
            <a:off x="1597441" y="5405293"/>
            <a:ext cx="224896" cy="24384"/>
          </a:xfrm>
          <a:custGeom>
            <a:avLst/>
            <a:gdLst/>
            <a:ahLst/>
            <a:cxnLst/>
            <a:rect l="0" t="0" r="0" b="0"/>
            <a:pathLst>
              <a:path w="224896" h="24384">
                <a:moveTo>
                  <a:pt x="0" y="24384"/>
                </a:moveTo>
                <a:lnTo>
                  <a:pt x="224896" y="0"/>
                </a:lnTo>
              </a:path>
            </a:pathLst>
          </a:custGeom>
          <a:noFill/>
          <a:ln w="3653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56" name="lumia-token-stream-curve">
            <a:extLst>
              <a:ext uri="{FF2B5EF4-FFF2-40B4-BE49-F238E27FC236}">
                <a16:creationId xmlns:a16="http://schemas.microsoft.com/office/drawing/2014/main" id="{44B383D7-4CAD-48BA-90C0-E62A2DEE9BA3}"/>
              </a:ext>
            </a:extLst>
          </p:cNvPr>
          <p:cNvSpPr>
            <a:spLocks noGrp="1"/>
          </p:cNvSpPr>
          <p:nvPr/>
        </p:nvSpPr>
        <p:spPr>
          <a:xfrm>
            <a:off x="1822337" y="5379370"/>
            <a:ext cx="227437" cy="25922"/>
          </a:xfrm>
          <a:custGeom>
            <a:avLst/>
            <a:gdLst/>
            <a:ahLst/>
            <a:cxnLst/>
            <a:rect l="0" t="0" r="0" b="0"/>
            <a:pathLst>
              <a:path w="227437" h="25922">
                <a:moveTo>
                  <a:pt x="0" y="25922"/>
                </a:moveTo>
                <a:lnTo>
                  <a:pt x="227437" y="0"/>
                </a:lnTo>
              </a:path>
            </a:pathLst>
          </a:custGeom>
          <a:noFill/>
          <a:ln w="3653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57" name="lumia-token-stream-curve">
            <a:extLst>
              <a:ext uri="{FF2B5EF4-FFF2-40B4-BE49-F238E27FC236}">
                <a16:creationId xmlns:a16="http://schemas.microsoft.com/office/drawing/2014/main" id="{BFC4F1A4-B5E8-4860-9C71-B01774796F4B}"/>
              </a:ext>
            </a:extLst>
          </p:cNvPr>
          <p:cNvSpPr>
            <a:spLocks noGrp="1"/>
          </p:cNvSpPr>
          <p:nvPr/>
        </p:nvSpPr>
        <p:spPr>
          <a:xfrm>
            <a:off x="2049774" y="5353222"/>
            <a:ext cx="229971" cy="26149"/>
          </a:xfrm>
          <a:custGeom>
            <a:avLst/>
            <a:gdLst/>
            <a:ahLst/>
            <a:cxnLst/>
            <a:rect l="0" t="0" r="0" b="0"/>
            <a:pathLst>
              <a:path w="229971" h="26149">
                <a:moveTo>
                  <a:pt x="0" y="26149"/>
                </a:moveTo>
                <a:lnTo>
                  <a:pt x="229971" y="0"/>
                </a:lnTo>
              </a:path>
            </a:pathLst>
          </a:custGeom>
          <a:noFill/>
          <a:ln w="3653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58" name="lumia-token-stream-curve">
            <a:extLst>
              <a:ext uri="{FF2B5EF4-FFF2-40B4-BE49-F238E27FC236}">
                <a16:creationId xmlns:a16="http://schemas.microsoft.com/office/drawing/2014/main" id="{47C197D0-989B-46C8-A735-C37A39835179}"/>
              </a:ext>
            </a:extLst>
          </p:cNvPr>
          <p:cNvSpPr>
            <a:spLocks noGrp="1"/>
          </p:cNvSpPr>
          <p:nvPr/>
        </p:nvSpPr>
        <p:spPr>
          <a:xfrm>
            <a:off x="2279745" y="5328066"/>
            <a:ext cx="232499" cy="25155"/>
          </a:xfrm>
          <a:custGeom>
            <a:avLst/>
            <a:gdLst/>
            <a:ahLst/>
            <a:cxnLst/>
            <a:rect l="0" t="0" r="0" b="0"/>
            <a:pathLst>
              <a:path w="232499" h="25155">
                <a:moveTo>
                  <a:pt x="0" y="25155"/>
                </a:moveTo>
                <a:lnTo>
                  <a:pt x="232499" y="0"/>
                </a:lnTo>
              </a:path>
            </a:pathLst>
          </a:custGeom>
          <a:noFill/>
          <a:ln w="3653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59" name="lumia-token-stream-curve">
            <a:extLst>
              <a:ext uri="{FF2B5EF4-FFF2-40B4-BE49-F238E27FC236}">
                <a16:creationId xmlns:a16="http://schemas.microsoft.com/office/drawing/2014/main" id="{B33356B8-8A85-40F6-8D4A-77BA93DD3366}"/>
              </a:ext>
            </a:extLst>
          </p:cNvPr>
          <p:cNvSpPr>
            <a:spLocks noGrp="1"/>
          </p:cNvSpPr>
          <p:nvPr/>
        </p:nvSpPr>
        <p:spPr>
          <a:xfrm>
            <a:off x="2512244" y="5304906"/>
            <a:ext cx="235020" cy="23160"/>
          </a:xfrm>
          <a:custGeom>
            <a:avLst/>
            <a:gdLst/>
            <a:ahLst/>
            <a:cxnLst/>
            <a:rect l="0" t="0" r="0" b="0"/>
            <a:pathLst>
              <a:path w="235020" h="23160">
                <a:moveTo>
                  <a:pt x="0" y="23160"/>
                </a:moveTo>
                <a:lnTo>
                  <a:pt x="235020" y="0"/>
                </a:lnTo>
              </a:path>
            </a:pathLst>
          </a:custGeom>
          <a:noFill/>
          <a:ln w="3653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60" name="lumia-token-stream-curve">
            <a:extLst>
              <a:ext uri="{FF2B5EF4-FFF2-40B4-BE49-F238E27FC236}">
                <a16:creationId xmlns:a16="http://schemas.microsoft.com/office/drawing/2014/main" id="{8EA7E9BD-F90C-471A-8F85-A0A85570C033}"/>
              </a:ext>
            </a:extLst>
          </p:cNvPr>
          <p:cNvSpPr>
            <a:spLocks noGrp="1"/>
          </p:cNvSpPr>
          <p:nvPr/>
        </p:nvSpPr>
        <p:spPr>
          <a:xfrm>
            <a:off x="2747265" y="5284407"/>
            <a:ext cx="237535" cy="20500"/>
          </a:xfrm>
          <a:custGeom>
            <a:avLst/>
            <a:gdLst/>
            <a:ahLst/>
            <a:cxnLst/>
            <a:rect l="0" t="0" r="0" b="0"/>
            <a:pathLst>
              <a:path w="237535" h="20500">
                <a:moveTo>
                  <a:pt x="0" y="20500"/>
                </a:moveTo>
                <a:lnTo>
                  <a:pt x="237535" y="0"/>
                </a:lnTo>
              </a:path>
            </a:pathLst>
          </a:custGeom>
          <a:noFill/>
          <a:ln w="3653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61" name="lumia-token-stream-curve">
            <a:extLst>
              <a:ext uri="{FF2B5EF4-FFF2-40B4-BE49-F238E27FC236}">
                <a16:creationId xmlns:a16="http://schemas.microsoft.com/office/drawing/2014/main" id="{AC247D30-950A-43A5-9032-A73A32F0F24B}"/>
              </a:ext>
            </a:extLst>
          </p:cNvPr>
          <p:cNvSpPr>
            <a:spLocks noGrp="1"/>
          </p:cNvSpPr>
          <p:nvPr/>
        </p:nvSpPr>
        <p:spPr>
          <a:xfrm>
            <a:off x="2984800" y="5266798"/>
            <a:ext cx="240044" cy="17608"/>
          </a:xfrm>
          <a:custGeom>
            <a:avLst/>
            <a:gdLst/>
            <a:ahLst/>
            <a:cxnLst/>
            <a:rect l="0" t="0" r="0" b="0"/>
            <a:pathLst>
              <a:path w="240044" h="17608">
                <a:moveTo>
                  <a:pt x="0" y="17608"/>
                </a:moveTo>
                <a:lnTo>
                  <a:pt x="240044" y="0"/>
                </a:lnTo>
              </a:path>
            </a:pathLst>
          </a:custGeom>
          <a:noFill/>
          <a:ln w="3653">
            <a:solidFill>
              <a:srgbClr val="6F3C86">
                <a:alpha val="8000"/>
              </a:srgbClr>
            </a:solidFill>
            <a:prstDash val="solid"/>
          </a:ln>
        </p:spPr>
      </p:sp>
      <p:sp>
        <p:nvSpPr>
          <p:cNvPr id="62" name="lumia-token-stream-curve">
            <a:extLst>
              <a:ext uri="{FF2B5EF4-FFF2-40B4-BE49-F238E27FC236}">
                <a16:creationId xmlns:a16="http://schemas.microsoft.com/office/drawing/2014/main" id="{625C9216-1589-4FE6-A2E7-6689FA4E9BC7}"/>
              </a:ext>
            </a:extLst>
          </p:cNvPr>
          <p:cNvSpPr>
            <a:spLocks noGrp="1"/>
          </p:cNvSpPr>
          <p:nvPr/>
        </p:nvSpPr>
        <p:spPr>
          <a:xfrm>
            <a:off x="3224844" y="5251815"/>
            <a:ext cx="242546" cy="14983"/>
          </a:xfrm>
          <a:custGeom>
            <a:avLst/>
            <a:gdLst/>
            <a:ahLst/>
            <a:cxnLst/>
            <a:rect l="0" t="0" r="0" b="0"/>
            <a:pathLst>
              <a:path w="242546" h="14983">
                <a:moveTo>
                  <a:pt x="0" y="14983"/>
                </a:moveTo>
                <a:lnTo>
                  <a:pt x="242546" y="0"/>
                </a:lnTo>
              </a:path>
            </a:pathLst>
          </a:custGeom>
          <a:noFill/>
          <a:ln w="3653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63" name="lumia-token-stream-curve">
            <a:extLst>
              <a:ext uri="{FF2B5EF4-FFF2-40B4-BE49-F238E27FC236}">
                <a16:creationId xmlns:a16="http://schemas.microsoft.com/office/drawing/2014/main" id="{3D66EEE8-0DD6-4ACF-85D7-80BDA247583E}"/>
              </a:ext>
            </a:extLst>
          </p:cNvPr>
          <p:cNvSpPr>
            <a:spLocks noGrp="1"/>
          </p:cNvSpPr>
          <p:nvPr/>
        </p:nvSpPr>
        <p:spPr>
          <a:xfrm>
            <a:off x="3467390" y="5238672"/>
            <a:ext cx="245041" cy="13143"/>
          </a:xfrm>
          <a:custGeom>
            <a:avLst/>
            <a:gdLst/>
            <a:ahLst/>
            <a:cxnLst/>
            <a:rect l="0" t="0" r="0" b="0"/>
            <a:pathLst>
              <a:path w="245041" h="13143">
                <a:moveTo>
                  <a:pt x="0" y="13143"/>
                </a:moveTo>
                <a:lnTo>
                  <a:pt x="245041" y="0"/>
                </a:lnTo>
              </a:path>
            </a:pathLst>
          </a:custGeom>
          <a:noFill/>
          <a:ln w="3653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64" name="lumia-token-stream-curve">
            <a:extLst>
              <a:ext uri="{FF2B5EF4-FFF2-40B4-BE49-F238E27FC236}">
                <a16:creationId xmlns:a16="http://schemas.microsoft.com/office/drawing/2014/main" id="{4DFDBDE8-E559-4992-86CF-7E323B4EE8DD}"/>
              </a:ext>
            </a:extLst>
          </p:cNvPr>
          <p:cNvSpPr>
            <a:spLocks noGrp="1"/>
          </p:cNvSpPr>
          <p:nvPr/>
        </p:nvSpPr>
        <p:spPr>
          <a:xfrm>
            <a:off x="3712431" y="5226094"/>
            <a:ext cx="247530" cy="12578"/>
          </a:xfrm>
          <a:custGeom>
            <a:avLst/>
            <a:gdLst/>
            <a:ahLst/>
            <a:cxnLst/>
            <a:rect l="0" t="0" r="0" b="0"/>
            <a:pathLst>
              <a:path w="247530" h="12578">
                <a:moveTo>
                  <a:pt x="0" y="12578"/>
                </a:moveTo>
                <a:lnTo>
                  <a:pt x="247530" y="0"/>
                </a:lnTo>
              </a:path>
            </a:pathLst>
          </a:custGeom>
          <a:noFill/>
          <a:ln w="3653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65" name="lumia-token-stream-curve">
            <a:extLst>
              <a:ext uri="{FF2B5EF4-FFF2-40B4-BE49-F238E27FC236}">
                <a16:creationId xmlns:a16="http://schemas.microsoft.com/office/drawing/2014/main" id="{0C873C80-E420-4615-BB39-EF4E789FFCD3}"/>
              </a:ext>
            </a:extLst>
          </p:cNvPr>
          <p:cNvSpPr>
            <a:spLocks noGrp="1"/>
          </p:cNvSpPr>
          <p:nvPr/>
        </p:nvSpPr>
        <p:spPr>
          <a:xfrm>
            <a:off x="3959961" y="5212403"/>
            <a:ext cx="250013" cy="13691"/>
          </a:xfrm>
          <a:custGeom>
            <a:avLst/>
            <a:gdLst/>
            <a:ahLst/>
            <a:cxnLst/>
            <a:rect l="0" t="0" r="0" b="0"/>
            <a:pathLst>
              <a:path w="250013" h="13691">
                <a:moveTo>
                  <a:pt x="0" y="13691"/>
                </a:moveTo>
                <a:lnTo>
                  <a:pt x="250013" y="0"/>
                </a:lnTo>
              </a:path>
            </a:pathLst>
          </a:custGeom>
          <a:noFill/>
          <a:ln w="3664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66" name="lumia-token-stream-curve">
            <a:extLst>
              <a:ext uri="{FF2B5EF4-FFF2-40B4-BE49-F238E27FC236}">
                <a16:creationId xmlns:a16="http://schemas.microsoft.com/office/drawing/2014/main" id="{2685248F-D5A3-4CB6-81B4-1FF07C7FBC74}"/>
              </a:ext>
            </a:extLst>
          </p:cNvPr>
          <p:cNvSpPr>
            <a:spLocks noGrp="1"/>
          </p:cNvSpPr>
          <p:nvPr/>
        </p:nvSpPr>
        <p:spPr>
          <a:xfrm>
            <a:off x="4209974" y="5195646"/>
            <a:ext cx="252489" cy="16757"/>
          </a:xfrm>
          <a:custGeom>
            <a:avLst/>
            <a:gdLst/>
            <a:ahLst/>
            <a:cxnLst/>
            <a:rect l="0" t="0" r="0" b="0"/>
            <a:pathLst>
              <a:path w="252489" h="16757">
                <a:moveTo>
                  <a:pt x="0" y="16757"/>
                </a:moveTo>
                <a:lnTo>
                  <a:pt x="252489" y="0"/>
                </a:lnTo>
              </a:path>
            </a:pathLst>
          </a:custGeom>
          <a:noFill/>
          <a:ln w="3690">
            <a:solidFill>
              <a:srgbClr val="B0405B">
                <a:alpha val="9000"/>
              </a:srgbClr>
            </a:solidFill>
            <a:prstDash val="solid"/>
          </a:ln>
        </p:spPr>
      </p:sp>
      <p:sp>
        <p:nvSpPr>
          <p:cNvPr id="67" name="lumia-token-stream-curve">
            <a:extLst>
              <a:ext uri="{FF2B5EF4-FFF2-40B4-BE49-F238E27FC236}">
                <a16:creationId xmlns:a16="http://schemas.microsoft.com/office/drawing/2014/main" id="{4EB59B8E-9F57-441F-928A-45BBC09165A7}"/>
              </a:ext>
            </a:extLst>
          </p:cNvPr>
          <p:cNvSpPr>
            <a:spLocks noGrp="1"/>
          </p:cNvSpPr>
          <p:nvPr/>
        </p:nvSpPr>
        <p:spPr>
          <a:xfrm>
            <a:off x="4462463" y="5173774"/>
            <a:ext cx="254959" cy="21872"/>
          </a:xfrm>
          <a:custGeom>
            <a:avLst/>
            <a:gdLst/>
            <a:ahLst/>
            <a:cxnLst/>
            <a:rect l="0" t="0" r="0" b="0"/>
            <a:pathLst>
              <a:path w="254959" h="21872">
                <a:moveTo>
                  <a:pt x="0" y="21872"/>
                </a:moveTo>
                <a:lnTo>
                  <a:pt x="254959" y="0"/>
                </a:lnTo>
              </a:path>
            </a:pathLst>
          </a:custGeom>
          <a:noFill/>
          <a:ln w="3728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68" name="lumia-token-stream-curve">
            <a:extLst>
              <a:ext uri="{FF2B5EF4-FFF2-40B4-BE49-F238E27FC236}">
                <a16:creationId xmlns:a16="http://schemas.microsoft.com/office/drawing/2014/main" id="{9080CBFA-35E0-48FA-A728-04D0B8E2A248}"/>
              </a:ext>
            </a:extLst>
          </p:cNvPr>
          <p:cNvSpPr>
            <a:spLocks noGrp="1"/>
          </p:cNvSpPr>
          <p:nvPr/>
        </p:nvSpPr>
        <p:spPr>
          <a:xfrm>
            <a:off x="4717422" y="5144840"/>
            <a:ext cx="257422" cy="28934"/>
          </a:xfrm>
          <a:custGeom>
            <a:avLst/>
            <a:gdLst/>
            <a:ahLst/>
            <a:cxnLst/>
            <a:rect l="0" t="0" r="0" b="0"/>
            <a:pathLst>
              <a:path w="257422" h="28934">
                <a:moveTo>
                  <a:pt x="0" y="28934"/>
                </a:moveTo>
                <a:lnTo>
                  <a:pt x="257422" y="0"/>
                </a:lnTo>
              </a:path>
            </a:pathLst>
          </a:custGeom>
          <a:noFill/>
          <a:ln w="3778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69" name="lumia-token-stream-curve">
            <a:extLst>
              <a:ext uri="{FF2B5EF4-FFF2-40B4-BE49-F238E27FC236}">
                <a16:creationId xmlns:a16="http://schemas.microsoft.com/office/drawing/2014/main" id="{C455719D-5B65-452D-9C09-26281DF3F19E}"/>
              </a:ext>
            </a:extLst>
          </p:cNvPr>
          <p:cNvSpPr>
            <a:spLocks noGrp="1"/>
          </p:cNvSpPr>
          <p:nvPr/>
        </p:nvSpPr>
        <p:spPr>
          <a:xfrm>
            <a:off x="4974844" y="5107209"/>
            <a:ext cx="259879" cy="37631"/>
          </a:xfrm>
          <a:custGeom>
            <a:avLst/>
            <a:gdLst/>
            <a:ahLst/>
            <a:cxnLst/>
            <a:rect l="0" t="0" r="0" b="0"/>
            <a:pathLst>
              <a:path w="259879" h="37631">
                <a:moveTo>
                  <a:pt x="0" y="37631"/>
                </a:moveTo>
                <a:lnTo>
                  <a:pt x="259879" y="0"/>
                </a:lnTo>
              </a:path>
            </a:pathLst>
          </a:custGeom>
          <a:noFill/>
          <a:ln w="3839">
            <a:solidFill>
              <a:srgbClr val="D74242">
                <a:alpha val="10000"/>
              </a:srgbClr>
            </a:solidFill>
            <a:prstDash val="solid"/>
          </a:ln>
        </p:spPr>
      </p:sp>
      <p:sp>
        <p:nvSpPr>
          <p:cNvPr id="70" name="lumia-token-stream-curve">
            <a:extLst>
              <a:ext uri="{FF2B5EF4-FFF2-40B4-BE49-F238E27FC236}">
                <a16:creationId xmlns:a16="http://schemas.microsoft.com/office/drawing/2014/main" id="{7183DFAC-7E54-4098-8D35-D2CA9B835DA5}"/>
              </a:ext>
            </a:extLst>
          </p:cNvPr>
          <p:cNvSpPr>
            <a:spLocks noGrp="1"/>
          </p:cNvSpPr>
          <p:nvPr/>
        </p:nvSpPr>
        <p:spPr>
          <a:xfrm>
            <a:off x="5234723" y="5059745"/>
            <a:ext cx="262329" cy="47464"/>
          </a:xfrm>
          <a:custGeom>
            <a:avLst/>
            <a:gdLst/>
            <a:ahLst/>
            <a:cxnLst/>
            <a:rect l="0" t="0" r="0" b="0"/>
            <a:pathLst>
              <a:path w="262329" h="47464">
                <a:moveTo>
                  <a:pt x="0" y="47464"/>
                </a:moveTo>
                <a:lnTo>
                  <a:pt x="262329" y="0"/>
                </a:lnTo>
              </a:path>
            </a:pathLst>
          </a:custGeom>
          <a:noFill/>
          <a:ln w="3910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71" name="lumia-token-stream-curve">
            <a:extLst>
              <a:ext uri="{FF2B5EF4-FFF2-40B4-BE49-F238E27FC236}">
                <a16:creationId xmlns:a16="http://schemas.microsoft.com/office/drawing/2014/main" id="{A764E1B1-4C22-4FF2-B6E4-0DB7BB33DE27}"/>
              </a:ext>
            </a:extLst>
          </p:cNvPr>
          <p:cNvSpPr>
            <a:spLocks noGrp="1"/>
          </p:cNvSpPr>
          <p:nvPr/>
        </p:nvSpPr>
        <p:spPr>
          <a:xfrm>
            <a:off x="5497052" y="5001964"/>
            <a:ext cx="264773" cy="57781"/>
          </a:xfrm>
          <a:custGeom>
            <a:avLst/>
            <a:gdLst/>
            <a:ahLst/>
            <a:cxnLst/>
            <a:rect l="0" t="0" r="0" b="0"/>
            <a:pathLst>
              <a:path w="264773" h="57781">
                <a:moveTo>
                  <a:pt x="0" y="57781"/>
                </a:moveTo>
                <a:lnTo>
                  <a:pt x="264773" y="0"/>
                </a:lnTo>
              </a:path>
            </a:pathLst>
          </a:custGeom>
          <a:noFill/>
          <a:ln w="3990">
            <a:solidFill>
              <a:srgbClr val="EB4833">
                <a:alpha val="11000"/>
              </a:srgbClr>
            </a:solidFill>
            <a:prstDash val="solid"/>
          </a:ln>
        </p:spPr>
      </p:sp>
      <p:sp>
        <p:nvSpPr>
          <p:cNvPr id="72" name="lumia-token-stream-curve">
            <a:extLst>
              <a:ext uri="{FF2B5EF4-FFF2-40B4-BE49-F238E27FC236}">
                <a16:creationId xmlns:a16="http://schemas.microsoft.com/office/drawing/2014/main" id="{B6ACE1A9-6284-45BE-8D3A-1402F6BEF232}"/>
              </a:ext>
            </a:extLst>
          </p:cNvPr>
          <p:cNvSpPr>
            <a:spLocks noGrp="1"/>
          </p:cNvSpPr>
          <p:nvPr/>
        </p:nvSpPr>
        <p:spPr>
          <a:xfrm>
            <a:off x="5761824" y="4934119"/>
            <a:ext cx="267210" cy="67845"/>
          </a:xfrm>
          <a:custGeom>
            <a:avLst/>
            <a:gdLst/>
            <a:ahLst/>
            <a:cxnLst/>
            <a:rect l="0" t="0" r="0" b="0"/>
            <a:pathLst>
              <a:path w="267210" h="67845">
                <a:moveTo>
                  <a:pt x="0" y="67845"/>
                </a:moveTo>
                <a:lnTo>
                  <a:pt x="267210" y="0"/>
                </a:lnTo>
              </a:path>
            </a:pathLst>
          </a:custGeom>
          <a:noFill/>
          <a:ln w="4077">
            <a:solidFill>
              <a:srgbClr val="EC532F">
                <a:alpha val="11000"/>
              </a:srgbClr>
            </a:solidFill>
            <a:prstDash val="solid"/>
          </a:ln>
        </p:spPr>
      </p:sp>
      <p:sp>
        <p:nvSpPr>
          <p:cNvPr id="73" name="lumia-token-stream-curve">
            <a:extLst>
              <a:ext uri="{FF2B5EF4-FFF2-40B4-BE49-F238E27FC236}">
                <a16:creationId xmlns:a16="http://schemas.microsoft.com/office/drawing/2014/main" id="{4E77730E-5F44-4C5B-8B47-728AF744B4ED}"/>
              </a:ext>
            </a:extLst>
          </p:cNvPr>
          <p:cNvSpPr>
            <a:spLocks noGrp="1"/>
          </p:cNvSpPr>
          <p:nvPr/>
        </p:nvSpPr>
        <p:spPr>
          <a:xfrm>
            <a:off x="6029034" y="4857207"/>
            <a:ext cx="269641" cy="76912"/>
          </a:xfrm>
          <a:custGeom>
            <a:avLst/>
            <a:gdLst/>
            <a:ahLst/>
            <a:cxnLst/>
            <a:rect l="0" t="0" r="0" b="0"/>
            <a:pathLst>
              <a:path w="269641" h="76912">
                <a:moveTo>
                  <a:pt x="0" y="76912"/>
                </a:moveTo>
                <a:lnTo>
                  <a:pt x="269641" y="0"/>
                </a:lnTo>
              </a:path>
            </a:pathLst>
          </a:custGeom>
          <a:noFill/>
          <a:ln w="4172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74" name="lumia-token-stream-curve">
            <a:extLst>
              <a:ext uri="{FF2B5EF4-FFF2-40B4-BE49-F238E27FC236}">
                <a16:creationId xmlns:a16="http://schemas.microsoft.com/office/drawing/2014/main" id="{F75C52A4-A9C1-40B9-A1BC-945EA06B7C33}"/>
              </a:ext>
            </a:extLst>
          </p:cNvPr>
          <p:cNvSpPr>
            <a:spLocks noGrp="1"/>
          </p:cNvSpPr>
          <p:nvPr/>
        </p:nvSpPr>
        <p:spPr>
          <a:xfrm>
            <a:off x="6298675" y="4772888"/>
            <a:ext cx="272065" cy="84319"/>
          </a:xfrm>
          <a:custGeom>
            <a:avLst/>
            <a:gdLst/>
            <a:ahLst/>
            <a:cxnLst/>
            <a:rect l="0" t="0" r="0" b="0"/>
            <a:pathLst>
              <a:path w="272065" h="84319">
                <a:moveTo>
                  <a:pt x="0" y="84319"/>
                </a:moveTo>
                <a:lnTo>
                  <a:pt x="272065" y="0"/>
                </a:lnTo>
              </a:path>
            </a:pathLst>
          </a:custGeom>
          <a:noFill/>
          <a:ln w="4271">
            <a:solidFill>
              <a:srgbClr val="EF6926">
                <a:alpha val="12000"/>
              </a:srgbClr>
            </a:solidFill>
            <a:prstDash val="solid"/>
          </a:ln>
        </p:spPr>
      </p:sp>
      <p:sp>
        <p:nvSpPr>
          <p:cNvPr id="75" name="lumia-token-stream-curve">
            <a:extLst>
              <a:ext uri="{FF2B5EF4-FFF2-40B4-BE49-F238E27FC236}">
                <a16:creationId xmlns:a16="http://schemas.microsoft.com/office/drawing/2014/main" id="{00499460-40AA-4365-A22E-B3752DB6798A}"/>
              </a:ext>
            </a:extLst>
          </p:cNvPr>
          <p:cNvSpPr>
            <a:spLocks noGrp="1"/>
          </p:cNvSpPr>
          <p:nvPr/>
        </p:nvSpPr>
        <p:spPr>
          <a:xfrm>
            <a:off x="6570740" y="4683314"/>
            <a:ext cx="274483" cy="89574"/>
          </a:xfrm>
          <a:custGeom>
            <a:avLst/>
            <a:gdLst/>
            <a:ahLst/>
            <a:cxnLst/>
            <a:rect l="0" t="0" r="0" b="0"/>
            <a:pathLst>
              <a:path w="274483" h="89574">
                <a:moveTo>
                  <a:pt x="0" y="89574"/>
                </a:moveTo>
                <a:lnTo>
                  <a:pt x="274483" y="0"/>
                </a:lnTo>
              </a:path>
            </a:pathLst>
          </a:custGeom>
          <a:noFill/>
          <a:ln w="4376">
            <a:solidFill>
              <a:srgbClr val="F17322">
                <a:alpha val="12000"/>
              </a:srgbClr>
            </a:solidFill>
            <a:prstDash val="solid"/>
          </a:ln>
        </p:spPr>
      </p:sp>
      <p:sp>
        <p:nvSpPr>
          <p:cNvPr id="76" name="lumia-token-stream-curve">
            <a:extLst>
              <a:ext uri="{FF2B5EF4-FFF2-40B4-BE49-F238E27FC236}">
                <a16:creationId xmlns:a16="http://schemas.microsoft.com/office/drawing/2014/main" id="{0800118C-51A5-4F8E-8D32-29FEAC1895F7}"/>
              </a:ext>
            </a:extLst>
          </p:cNvPr>
          <p:cNvSpPr>
            <a:spLocks noGrp="1"/>
          </p:cNvSpPr>
          <p:nvPr/>
        </p:nvSpPr>
        <p:spPr>
          <a:xfrm>
            <a:off x="6845223" y="4590886"/>
            <a:ext cx="276894" cy="92428"/>
          </a:xfrm>
          <a:custGeom>
            <a:avLst/>
            <a:gdLst/>
            <a:ahLst/>
            <a:cxnLst/>
            <a:rect l="0" t="0" r="0" b="0"/>
            <a:pathLst>
              <a:path w="276894" h="92428">
                <a:moveTo>
                  <a:pt x="0" y="92428"/>
                </a:moveTo>
                <a:lnTo>
                  <a:pt x="276894" y="0"/>
                </a:lnTo>
              </a:path>
            </a:pathLst>
          </a:custGeom>
          <a:noFill/>
          <a:ln w="4484">
            <a:solidFill>
              <a:srgbClr val="F27E1E">
                <a:alpha val="13000"/>
              </a:srgbClr>
            </a:solidFill>
            <a:prstDash val="solid"/>
          </a:ln>
        </p:spPr>
      </p:sp>
      <p:sp>
        <p:nvSpPr>
          <p:cNvPr id="77" name="lumia-token-stream-curve">
            <a:extLst>
              <a:ext uri="{FF2B5EF4-FFF2-40B4-BE49-F238E27FC236}">
                <a16:creationId xmlns:a16="http://schemas.microsoft.com/office/drawing/2014/main" id="{F02A012F-159D-494D-8EB3-D5F15B71E009}"/>
              </a:ext>
            </a:extLst>
          </p:cNvPr>
          <p:cNvSpPr>
            <a:spLocks noGrp="1"/>
          </p:cNvSpPr>
          <p:nvPr/>
        </p:nvSpPr>
        <p:spPr>
          <a:xfrm>
            <a:off x="7122118" y="4497957"/>
            <a:ext cx="279299" cy="92929"/>
          </a:xfrm>
          <a:custGeom>
            <a:avLst/>
            <a:gdLst/>
            <a:ahLst/>
            <a:cxnLst/>
            <a:rect l="0" t="0" r="0" b="0"/>
            <a:pathLst>
              <a:path w="279299" h="92929">
                <a:moveTo>
                  <a:pt x="0" y="92929"/>
                </a:moveTo>
                <a:lnTo>
                  <a:pt x="279299" y="0"/>
                </a:lnTo>
              </a:path>
            </a:pathLst>
          </a:custGeom>
          <a:noFill/>
          <a:ln w="4594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78" name="lumia-token-stream-curve">
            <a:extLst>
              <a:ext uri="{FF2B5EF4-FFF2-40B4-BE49-F238E27FC236}">
                <a16:creationId xmlns:a16="http://schemas.microsoft.com/office/drawing/2014/main" id="{B92BC96A-68E5-47CE-A1C3-467F67927180}"/>
              </a:ext>
            </a:extLst>
          </p:cNvPr>
          <p:cNvSpPr>
            <a:spLocks noGrp="1"/>
          </p:cNvSpPr>
          <p:nvPr/>
        </p:nvSpPr>
        <p:spPr>
          <a:xfrm>
            <a:off x="7401417" y="4406520"/>
            <a:ext cx="281698" cy="91437"/>
          </a:xfrm>
          <a:custGeom>
            <a:avLst/>
            <a:gdLst/>
            <a:ahLst/>
            <a:cxnLst/>
            <a:rect l="0" t="0" r="0" b="0"/>
            <a:pathLst>
              <a:path w="281698" h="91437">
                <a:moveTo>
                  <a:pt x="0" y="91437"/>
                </a:moveTo>
                <a:lnTo>
                  <a:pt x="281698" y="0"/>
                </a:lnTo>
              </a:path>
            </a:pathLst>
          </a:custGeom>
          <a:noFill/>
          <a:ln w="4706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79" name="lumia-token-stream-curve">
            <a:extLst>
              <a:ext uri="{FF2B5EF4-FFF2-40B4-BE49-F238E27FC236}">
                <a16:creationId xmlns:a16="http://schemas.microsoft.com/office/drawing/2014/main" id="{74C2F302-004B-43E0-9295-CF7B017195FE}"/>
              </a:ext>
            </a:extLst>
          </p:cNvPr>
          <p:cNvSpPr>
            <a:spLocks noGrp="1"/>
          </p:cNvSpPr>
          <p:nvPr/>
        </p:nvSpPr>
        <p:spPr>
          <a:xfrm>
            <a:off x="7683115" y="4317918"/>
            <a:ext cx="284090" cy="88602"/>
          </a:xfrm>
          <a:custGeom>
            <a:avLst/>
            <a:gdLst/>
            <a:ahLst/>
            <a:cxnLst/>
            <a:rect l="0" t="0" r="0" b="0"/>
            <a:pathLst>
              <a:path w="284090" h="88602">
                <a:moveTo>
                  <a:pt x="0" y="88602"/>
                </a:moveTo>
                <a:lnTo>
                  <a:pt x="284090" y="0"/>
                </a:lnTo>
              </a:path>
            </a:pathLst>
          </a:custGeom>
          <a:noFill/>
          <a:ln w="4819">
            <a:solidFill>
              <a:srgbClr val="F79E11">
                <a:alpha val="14000"/>
              </a:srgbClr>
            </a:solidFill>
            <a:prstDash val="solid"/>
          </a:ln>
        </p:spPr>
      </p:sp>
      <p:sp>
        <p:nvSpPr>
          <p:cNvPr id="80" name="lumia-token-stream-curve">
            <a:extLst>
              <a:ext uri="{FF2B5EF4-FFF2-40B4-BE49-F238E27FC236}">
                <a16:creationId xmlns:a16="http://schemas.microsoft.com/office/drawing/2014/main" id="{9BB6A6D1-C237-47FD-ACD9-88BD428AFA53}"/>
              </a:ext>
            </a:extLst>
          </p:cNvPr>
          <p:cNvSpPr>
            <a:spLocks noGrp="1"/>
          </p:cNvSpPr>
          <p:nvPr/>
        </p:nvSpPr>
        <p:spPr>
          <a:xfrm>
            <a:off x="7967205" y="4232615"/>
            <a:ext cx="286475" cy="85304"/>
          </a:xfrm>
          <a:custGeom>
            <a:avLst/>
            <a:gdLst/>
            <a:ahLst/>
            <a:cxnLst/>
            <a:rect l="0" t="0" r="0" b="0"/>
            <a:pathLst>
              <a:path w="286475" h="85304">
                <a:moveTo>
                  <a:pt x="0" y="85304"/>
                </a:moveTo>
                <a:lnTo>
                  <a:pt x="286475" y="0"/>
                </a:lnTo>
              </a:path>
            </a:pathLst>
          </a:custGeom>
          <a:noFill/>
          <a:ln w="4930">
            <a:solidFill>
              <a:srgbClr val="F8A90C">
                <a:alpha val="14000"/>
              </a:srgbClr>
            </a:solidFill>
            <a:prstDash val="solid"/>
          </a:ln>
        </p:spPr>
      </p:sp>
      <p:sp>
        <p:nvSpPr>
          <p:cNvPr id="81" name="lumia-token-stream-curve">
            <a:extLst>
              <a:ext uri="{FF2B5EF4-FFF2-40B4-BE49-F238E27FC236}">
                <a16:creationId xmlns:a16="http://schemas.microsoft.com/office/drawing/2014/main" id="{04A32C6A-A0E0-4EAB-BAE7-3C8110921F10}"/>
              </a:ext>
            </a:extLst>
          </p:cNvPr>
          <p:cNvSpPr>
            <a:spLocks noGrp="1"/>
          </p:cNvSpPr>
          <p:nvPr/>
        </p:nvSpPr>
        <p:spPr>
          <a:xfrm>
            <a:off x="8253680" y="4150068"/>
            <a:ext cx="288854" cy="82546"/>
          </a:xfrm>
          <a:custGeom>
            <a:avLst/>
            <a:gdLst/>
            <a:ahLst/>
            <a:cxnLst/>
            <a:rect l="0" t="0" r="0" b="0"/>
            <a:pathLst>
              <a:path w="288854" h="82546">
                <a:moveTo>
                  <a:pt x="0" y="82546"/>
                </a:moveTo>
                <a:lnTo>
                  <a:pt x="288854" y="0"/>
                </a:lnTo>
              </a:path>
            </a:pathLst>
          </a:custGeom>
          <a:noFill/>
          <a:ln w="5040">
            <a:solidFill>
              <a:srgbClr val="FAB408">
                <a:alpha val="14000"/>
              </a:srgbClr>
            </a:solidFill>
            <a:prstDash val="solid"/>
          </a:ln>
        </p:spPr>
      </p:sp>
      <p:sp>
        <p:nvSpPr>
          <p:cNvPr id="82" name="lumia-token-stream-curve">
            <a:extLst>
              <a:ext uri="{FF2B5EF4-FFF2-40B4-BE49-F238E27FC236}">
                <a16:creationId xmlns:a16="http://schemas.microsoft.com/office/drawing/2014/main" id="{BFB451B2-4C05-49AB-A26C-20F5D5BC965F}"/>
              </a:ext>
            </a:extLst>
          </p:cNvPr>
          <p:cNvSpPr>
            <a:spLocks noGrp="1"/>
          </p:cNvSpPr>
          <p:nvPr/>
        </p:nvSpPr>
        <p:spPr>
          <a:xfrm>
            <a:off x="8542535" y="4068734"/>
            <a:ext cx="291227" cy="81335"/>
          </a:xfrm>
          <a:custGeom>
            <a:avLst/>
            <a:gdLst/>
            <a:ahLst/>
            <a:cxnLst/>
            <a:rect l="0" t="0" r="0" b="0"/>
            <a:pathLst>
              <a:path w="291227" h="81335">
                <a:moveTo>
                  <a:pt x="0" y="81335"/>
                </a:moveTo>
                <a:lnTo>
                  <a:pt x="291227" y="0"/>
                </a:lnTo>
              </a:path>
            </a:pathLst>
          </a:custGeom>
          <a:noFill/>
          <a:ln w="5147">
            <a:solidFill>
              <a:srgbClr val="F7BC07">
                <a:alpha val="15000"/>
              </a:srgbClr>
            </a:solidFill>
            <a:prstDash val="solid"/>
          </a:ln>
        </p:spPr>
      </p:sp>
      <p:sp>
        <p:nvSpPr>
          <p:cNvPr id="83" name="lumia-token-stream-curve">
            <a:extLst>
              <a:ext uri="{FF2B5EF4-FFF2-40B4-BE49-F238E27FC236}">
                <a16:creationId xmlns:a16="http://schemas.microsoft.com/office/drawing/2014/main" id="{1615DBAF-72DD-4BB9-9ACB-525F39E7B835}"/>
              </a:ext>
            </a:extLst>
          </p:cNvPr>
          <p:cNvSpPr>
            <a:spLocks noGrp="1"/>
          </p:cNvSpPr>
          <p:nvPr/>
        </p:nvSpPr>
        <p:spPr>
          <a:xfrm>
            <a:off x="8833762" y="3986198"/>
            <a:ext cx="293593" cy="82535"/>
          </a:xfrm>
          <a:custGeom>
            <a:avLst/>
            <a:gdLst/>
            <a:ahLst/>
            <a:cxnLst/>
            <a:rect l="0" t="0" r="0" b="0"/>
            <a:pathLst>
              <a:path w="293593" h="82535">
                <a:moveTo>
                  <a:pt x="0" y="82535"/>
                </a:moveTo>
                <a:lnTo>
                  <a:pt x="293593" y="0"/>
                </a:lnTo>
              </a:path>
            </a:pathLst>
          </a:custGeom>
          <a:noFill/>
          <a:ln w="5251">
            <a:solidFill>
              <a:srgbClr val="E5BA0E">
                <a:alpha val="15000"/>
              </a:srgbClr>
            </a:solidFill>
            <a:prstDash val="solid"/>
          </a:ln>
        </p:spPr>
      </p:sp>
      <p:sp>
        <p:nvSpPr>
          <p:cNvPr id="84" name="lumia-token-stream-curve">
            <a:extLst>
              <a:ext uri="{FF2B5EF4-FFF2-40B4-BE49-F238E27FC236}">
                <a16:creationId xmlns:a16="http://schemas.microsoft.com/office/drawing/2014/main" id="{CB966508-E31A-41AD-9998-F58D25C05279}"/>
              </a:ext>
            </a:extLst>
          </p:cNvPr>
          <p:cNvSpPr>
            <a:spLocks noGrp="1"/>
          </p:cNvSpPr>
          <p:nvPr/>
        </p:nvSpPr>
        <p:spPr>
          <a:xfrm>
            <a:off x="9127355" y="3899456"/>
            <a:ext cx="295953" cy="86742"/>
          </a:xfrm>
          <a:custGeom>
            <a:avLst/>
            <a:gdLst/>
            <a:ahLst/>
            <a:cxnLst/>
            <a:rect l="0" t="0" r="0" b="0"/>
            <a:pathLst>
              <a:path w="295953" h="86742">
                <a:moveTo>
                  <a:pt x="0" y="86742"/>
                </a:moveTo>
                <a:lnTo>
                  <a:pt x="295953" y="0"/>
                </a:lnTo>
              </a:path>
            </a:pathLst>
          </a:custGeom>
          <a:noFill/>
          <a:ln w="5349">
            <a:solidFill>
              <a:srgbClr val="D3B815">
                <a:alpha val="15000"/>
              </a:srgbClr>
            </a:solidFill>
            <a:prstDash val="solid"/>
          </a:ln>
        </p:spPr>
      </p:sp>
      <p:sp>
        <p:nvSpPr>
          <p:cNvPr id="85" name="lumia-token-stream-curve">
            <a:extLst>
              <a:ext uri="{FF2B5EF4-FFF2-40B4-BE49-F238E27FC236}">
                <a16:creationId xmlns:a16="http://schemas.microsoft.com/office/drawing/2014/main" id="{89D0794A-EB48-4CB7-B876-A2A95131BB2E}"/>
              </a:ext>
            </a:extLst>
          </p:cNvPr>
          <p:cNvSpPr>
            <a:spLocks noGrp="1"/>
          </p:cNvSpPr>
          <p:nvPr/>
        </p:nvSpPr>
        <p:spPr>
          <a:xfrm>
            <a:off x="9423308" y="3805284"/>
            <a:ext cx="298306" cy="94173"/>
          </a:xfrm>
          <a:custGeom>
            <a:avLst/>
            <a:gdLst/>
            <a:ahLst/>
            <a:cxnLst/>
            <a:rect l="0" t="0" r="0" b="0"/>
            <a:pathLst>
              <a:path w="298306" h="94173">
                <a:moveTo>
                  <a:pt x="0" y="94173"/>
                </a:moveTo>
                <a:lnTo>
                  <a:pt x="298306" y="0"/>
                </a:lnTo>
              </a:path>
            </a:pathLst>
          </a:custGeom>
          <a:noFill/>
          <a:ln w="5442">
            <a:solidFill>
              <a:srgbClr val="C2B61C">
                <a:alpha val="16000"/>
              </a:srgbClr>
            </a:solidFill>
            <a:prstDash val="solid"/>
          </a:ln>
        </p:spPr>
      </p:sp>
      <p:sp>
        <p:nvSpPr>
          <p:cNvPr id="86" name="lumia-token-stream-curve">
            <a:extLst>
              <a:ext uri="{FF2B5EF4-FFF2-40B4-BE49-F238E27FC236}">
                <a16:creationId xmlns:a16="http://schemas.microsoft.com/office/drawing/2014/main" id="{890DF2F2-B2C6-4F22-9667-DA7BECE26CE3}"/>
              </a:ext>
            </a:extLst>
          </p:cNvPr>
          <p:cNvSpPr>
            <a:spLocks noGrp="1"/>
          </p:cNvSpPr>
          <p:nvPr/>
        </p:nvSpPr>
        <p:spPr>
          <a:xfrm>
            <a:off x="9721614" y="3700671"/>
            <a:ext cx="300653" cy="104613"/>
          </a:xfrm>
          <a:custGeom>
            <a:avLst/>
            <a:gdLst/>
            <a:ahLst/>
            <a:cxnLst/>
            <a:rect l="0" t="0" r="0" b="0"/>
            <a:pathLst>
              <a:path w="300653" h="104613">
                <a:moveTo>
                  <a:pt x="0" y="104613"/>
                </a:moveTo>
                <a:lnTo>
                  <a:pt x="300653" y="0"/>
                </a:lnTo>
              </a:path>
            </a:pathLst>
          </a:custGeom>
          <a:noFill/>
          <a:ln w="5528">
            <a:solidFill>
              <a:srgbClr val="B0B422">
                <a:alpha val="16000"/>
              </a:srgbClr>
            </a:solidFill>
            <a:prstDash val="solid"/>
          </a:ln>
        </p:spPr>
      </p:sp>
      <p:sp>
        <p:nvSpPr>
          <p:cNvPr id="87" name="lumia-token-stream-curve">
            <a:extLst>
              <a:ext uri="{FF2B5EF4-FFF2-40B4-BE49-F238E27FC236}">
                <a16:creationId xmlns:a16="http://schemas.microsoft.com/office/drawing/2014/main" id="{910073FF-7648-4FAA-97E9-BE92A0A4394F}"/>
              </a:ext>
            </a:extLst>
          </p:cNvPr>
          <p:cNvSpPr>
            <a:spLocks noGrp="1"/>
          </p:cNvSpPr>
          <p:nvPr/>
        </p:nvSpPr>
        <p:spPr>
          <a:xfrm>
            <a:off x="10022267" y="3583260"/>
            <a:ext cx="302993" cy="117410"/>
          </a:xfrm>
          <a:custGeom>
            <a:avLst/>
            <a:gdLst/>
            <a:ahLst/>
            <a:cxnLst/>
            <a:rect l="0" t="0" r="0" b="0"/>
            <a:pathLst>
              <a:path w="302993" h="117410">
                <a:moveTo>
                  <a:pt x="0" y="117410"/>
                </a:moveTo>
                <a:lnTo>
                  <a:pt x="302993" y="0"/>
                </a:lnTo>
              </a:path>
            </a:pathLst>
          </a:custGeom>
          <a:noFill/>
          <a:ln w="5605">
            <a:solidFill>
              <a:srgbClr val="9EB329">
                <a:alpha val="16000"/>
              </a:srgbClr>
            </a:solidFill>
            <a:prstDash val="solid"/>
          </a:ln>
        </p:spPr>
      </p:sp>
      <p:sp>
        <p:nvSpPr>
          <p:cNvPr id="88" name="lumia-token-stream-curve">
            <a:extLst>
              <a:ext uri="{FF2B5EF4-FFF2-40B4-BE49-F238E27FC236}">
                <a16:creationId xmlns:a16="http://schemas.microsoft.com/office/drawing/2014/main" id="{C17FC93A-2C6E-4161-8A3A-6CD4EE3B3D9E}"/>
              </a:ext>
            </a:extLst>
          </p:cNvPr>
          <p:cNvSpPr>
            <a:spLocks noGrp="1"/>
          </p:cNvSpPr>
          <p:nvPr/>
        </p:nvSpPr>
        <p:spPr>
          <a:xfrm>
            <a:off x="10325260" y="3451713"/>
            <a:ext cx="305327" cy="131547"/>
          </a:xfrm>
          <a:custGeom>
            <a:avLst/>
            <a:gdLst/>
            <a:ahLst/>
            <a:cxnLst/>
            <a:rect l="0" t="0" r="0" b="0"/>
            <a:pathLst>
              <a:path w="305327" h="131547">
                <a:moveTo>
                  <a:pt x="0" y="131547"/>
                </a:moveTo>
                <a:lnTo>
                  <a:pt x="305327" y="0"/>
                </a:lnTo>
              </a:path>
            </a:pathLst>
          </a:custGeom>
          <a:noFill/>
          <a:ln w="5674">
            <a:solidFill>
              <a:srgbClr val="8CB130">
                <a:alpha val="16000"/>
              </a:srgbClr>
            </a:solidFill>
            <a:prstDash val="solid"/>
          </a:ln>
        </p:spPr>
      </p:sp>
      <p:sp>
        <p:nvSpPr>
          <p:cNvPr id="89" name="lumia-token-stream-curve">
            <a:extLst>
              <a:ext uri="{FF2B5EF4-FFF2-40B4-BE49-F238E27FC236}">
                <a16:creationId xmlns:a16="http://schemas.microsoft.com/office/drawing/2014/main" id="{E695B857-D411-4AE8-9063-EF9B79B94F78}"/>
              </a:ext>
            </a:extLst>
          </p:cNvPr>
          <p:cNvSpPr>
            <a:spLocks noGrp="1"/>
          </p:cNvSpPr>
          <p:nvPr/>
        </p:nvSpPr>
        <p:spPr>
          <a:xfrm>
            <a:off x="10630586" y="3305948"/>
            <a:ext cx="307654" cy="145764"/>
          </a:xfrm>
          <a:custGeom>
            <a:avLst/>
            <a:gdLst/>
            <a:ahLst/>
            <a:cxnLst/>
            <a:rect l="0" t="0" r="0" b="0"/>
            <a:pathLst>
              <a:path w="307654" h="145764">
                <a:moveTo>
                  <a:pt x="0" y="145764"/>
                </a:moveTo>
                <a:lnTo>
                  <a:pt x="307654" y="0"/>
                </a:lnTo>
              </a:path>
            </a:pathLst>
          </a:custGeom>
          <a:noFill/>
          <a:ln w="5732">
            <a:solidFill>
              <a:srgbClr val="7BAF37">
                <a:alpha val="16000"/>
              </a:srgbClr>
            </a:solidFill>
            <a:prstDash val="solid"/>
          </a:ln>
        </p:spPr>
      </p:sp>
      <p:sp>
        <p:nvSpPr>
          <p:cNvPr id="90" name="lumia-token-stream-curve">
            <a:extLst>
              <a:ext uri="{FF2B5EF4-FFF2-40B4-BE49-F238E27FC236}">
                <a16:creationId xmlns:a16="http://schemas.microsoft.com/office/drawing/2014/main" id="{6E6EA3E6-1C54-4E5B-B4B9-824A0A439C94}"/>
              </a:ext>
            </a:extLst>
          </p:cNvPr>
          <p:cNvSpPr>
            <a:spLocks noGrp="1"/>
          </p:cNvSpPr>
          <p:nvPr/>
        </p:nvSpPr>
        <p:spPr>
          <a:xfrm>
            <a:off x="10938240" y="3147211"/>
            <a:ext cx="309975" cy="158738"/>
          </a:xfrm>
          <a:custGeom>
            <a:avLst/>
            <a:gdLst/>
            <a:ahLst/>
            <a:cxnLst/>
            <a:rect l="0" t="0" r="0" b="0"/>
            <a:pathLst>
              <a:path w="309975" h="158738">
                <a:moveTo>
                  <a:pt x="0" y="158738"/>
                </a:moveTo>
                <a:lnTo>
                  <a:pt x="309975" y="0"/>
                </a:lnTo>
              </a:path>
            </a:pathLst>
          </a:custGeom>
          <a:noFill/>
          <a:ln w="5780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91" name="lumia-token-stream-curve">
            <a:extLst>
              <a:ext uri="{FF2B5EF4-FFF2-40B4-BE49-F238E27FC236}">
                <a16:creationId xmlns:a16="http://schemas.microsoft.com/office/drawing/2014/main" id="{8640FB60-D690-4E1A-A353-8F7E9F7F67D7}"/>
              </a:ext>
            </a:extLst>
          </p:cNvPr>
          <p:cNvSpPr>
            <a:spLocks noGrp="1"/>
          </p:cNvSpPr>
          <p:nvPr/>
        </p:nvSpPr>
        <p:spPr>
          <a:xfrm>
            <a:off x="11248215" y="2977930"/>
            <a:ext cx="312289" cy="169281"/>
          </a:xfrm>
          <a:custGeom>
            <a:avLst/>
            <a:gdLst/>
            <a:ahLst/>
            <a:cxnLst/>
            <a:rect l="0" t="0" r="0" b="0"/>
            <a:pathLst>
              <a:path w="312289" h="169281">
                <a:moveTo>
                  <a:pt x="0" y="169281"/>
                </a:moveTo>
                <a:lnTo>
                  <a:pt x="312289" y="0"/>
                </a:lnTo>
              </a:path>
            </a:pathLst>
          </a:custGeom>
          <a:noFill/>
          <a:ln w="5815">
            <a:solidFill>
              <a:srgbClr val="57AC45">
                <a:alpha val="17000"/>
              </a:srgbClr>
            </a:solidFill>
            <a:prstDash val="solid"/>
          </a:ln>
        </p:spPr>
      </p:sp>
      <p:sp>
        <p:nvSpPr>
          <p:cNvPr id="92" name="lumia-token-stream-curve">
            <a:extLst>
              <a:ext uri="{FF2B5EF4-FFF2-40B4-BE49-F238E27FC236}">
                <a16:creationId xmlns:a16="http://schemas.microsoft.com/office/drawing/2014/main" id="{D3491C2D-AD4E-493D-A5C6-4FE1556DADFF}"/>
              </a:ext>
            </a:extLst>
          </p:cNvPr>
          <p:cNvSpPr>
            <a:spLocks noGrp="1"/>
          </p:cNvSpPr>
          <p:nvPr/>
        </p:nvSpPr>
        <p:spPr>
          <a:xfrm>
            <a:off x="11560504" y="2801391"/>
            <a:ext cx="314597" cy="176539"/>
          </a:xfrm>
          <a:custGeom>
            <a:avLst/>
            <a:gdLst/>
            <a:ahLst/>
            <a:cxnLst/>
            <a:rect l="0" t="0" r="0" b="0"/>
            <a:pathLst>
              <a:path w="314597" h="176539">
                <a:moveTo>
                  <a:pt x="0" y="176539"/>
                </a:moveTo>
                <a:lnTo>
                  <a:pt x="314597" y="0"/>
                </a:lnTo>
              </a:path>
            </a:pathLst>
          </a:custGeom>
          <a:noFill/>
          <a:ln w="5837">
            <a:solidFill>
              <a:srgbClr val="46AA4C">
                <a:alpha val="17000"/>
              </a:srgbClr>
            </a:solidFill>
            <a:prstDash val="solid"/>
          </a:ln>
        </p:spPr>
      </p:sp>
      <p:sp>
        <p:nvSpPr>
          <p:cNvPr id="93" name="lumia-token-stream-curve">
            <a:extLst>
              <a:ext uri="{FF2B5EF4-FFF2-40B4-BE49-F238E27FC236}">
                <a16:creationId xmlns:a16="http://schemas.microsoft.com/office/drawing/2014/main" id="{95B4B99B-8BBE-47DB-9AFB-4359CC8391CE}"/>
              </a:ext>
            </a:extLst>
          </p:cNvPr>
          <p:cNvSpPr>
            <a:spLocks noGrp="1"/>
          </p:cNvSpPr>
          <p:nvPr/>
        </p:nvSpPr>
        <p:spPr>
          <a:xfrm>
            <a:off x="11875102" y="2621241"/>
            <a:ext cx="316898" cy="180150"/>
          </a:xfrm>
          <a:custGeom>
            <a:avLst/>
            <a:gdLst/>
            <a:ahLst/>
            <a:cxnLst/>
            <a:rect l="0" t="0" r="0" b="0"/>
            <a:pathLst>
              <a:path w="316898" h="180150">
                <a:moveTo>
                  <a:pt x="0" y="180150"/>
                </a:moveTo>
                <a:lnTo>
                  <a:pt x="316898" y="0"/>
                </a:lnTo>
              </a:path>
            </a:pathLst>
          </a:custGeom>
          <a:noFill/>
          <a:ln w="5844">
            <a:solidFill>
              <a:srgbClr val="34A853">
                <a:alpha val="17000"/>
              </a:srgbClr>
            </a:solidFill>
            <a:prstDash val="solid"/>
          </a:ln>
        </p:spPr>
      </p:sp>
      <p:sp>
        <p:nvSpPr>
          <p:cNvPr id="94" name="lumia-token-stream-curve">
            <a:extLst>
              <a:ext uri="{FF2B5EF4-FFF2-40B4-BE49-F238E27FC236}">
                <a16:creationId xmlns:a16="http://schemas.microsoft.com/office/drawing/2014/main" id="{0DC5D86D-B550-485F-8605-02446FD984C1}"/>
              </a:ext>
            </a:extLst>
          </p:cNvPr>
          <p:cNvSpPr>
            <a:spLocks noGrp="1"/>
          </p:cNvSpPr>
          <p:nvPr/>
        </p:nvSpPr>
        <p:spPr>
          <a:xfrm>
            <a:off x="47183" y="5578277"/>
            <a:ext cx="209092" cy="11515"/>
          </a:xfrm>
          <a:custGeom>
            <a:avLst/>
            <a:gdLst/>
            <a:ahLst/>
            <a:cxnLst/>
            <a:rect l="0" t="0" r="0" b="0"/>
            <a:pathLst>
              <a:path w="209092" h="11515">
                <a:moveTo>
                  <a:pt x="0" y="11515"/>
                </a:moveTo>
                <a:lnTo>
                  <a:pt x="209092" y="0"/>
                </a:lnTo>
              </a:path>
            </a:pathLst>
          </a:custGeom>
          <a:noFill/>
          <a:ln w="3876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95" name="lumia-token-stream-curve">
            <a:extLst>
              <a:ext uri="{FF2B5EF4-FFF2-40B4-BE49-F238E27FC236}">
                <a16:creationId xmlns:a16="http://schemas.microsoft.com/office/drawing/2014/main" id="{A810FE8C-A44C-4FF1-B166-6B65A5BE74D5}"/>
              </a:ext>
            </a:extLst>
          </p:cNvPr>
          <p:cNvSpPr>
            <a:spLocks noGrp="1"/>
          </p:cNvSpPr>
          <p:nvPr/>
        </p:nvSpPr>
        <p:spPr>
          <a:xfrm>
            <a:off x="256275" y="5562331"/>
            <a:ext cx="211649" cy="15946"/>
          </a:xfrm>
          <a:custGeom>
            <a:avLst/>
            <a:gdLst/>
            <a:ahLst/>
            <a:cxnLst/>
            <a:rect l="0" t="0" r="0" b="0"/>
            <a:pathLst>
              <a:path w="211649" h="15946">
                <a:moveTo>
                  <a:pt x="0" y="15946"/>
                </a:moveTo>
                <a:lnTo>
                  <a:pt x="211649" y="0"/>
                </a:lnTo>
              </a:path>
            </a:pathLst>
          </a:custGeom>
          <a:noFill/>
          <a:ln w="3876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96" name="lumia-token-stream-curve">
            <a:extLst>
              <a:ext uri="{FF2B5EF4-FFF2-40B4-BE49-F238E27FC236}">
                <a16:creationId xmlns:a16="http://schemas.microsoft.com/office/drawing/2014/main" id="{770B9892-1119-4120-B630-0E600E9D017F}"/>
              </a:ext>
            </a:extLst>
          </p:cNvPr>
          <p:cNvSpPr>
            <a:spLocks noGrp="1"/>
          </p:cNvSpPr>
          <p:nvPr/>
        </p:nvSpPr>
        <p:spPr>
          <a:xfrm>
            <a:off x="467924" y="5542690"/>
            <a:ext cx="214199" cy="19641"/>
          </a:xfrm>
          <a:custGeom>
            <a:avLst/>
            <a:gdLst/>
            <a:ahLst/>
            <a:cxnLst/>
            <a:rect l="0" t="0" r="0" b="0"/>
            <a:pathLst>
              <a:path w="214199" h="19641">
                <a:moveTo>
                  <a:pt x="0" y="19641"/>
                </a:moveTo>
                <a:lnTo>
                  <a:pt x="214199" y="0"/>
                </a:lnTo>
              </a:path>
            </a:pathLst>
          </a:custGeom>
          <a:noFill/>
          <a:ln w="3876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97" name="lumia-token-stream-curve">
            <a:extLst>
              <a:ext uri="{FF2B5EF4-FFF2-40B4-BE49-F238E27FC236}">
                <a16:creationId xmlns:a16="http://schemas.microsoft.com/office/drawing/2014/main" id="{39664978-845F-401E-B2AA-A6C7B298F94B}"/>
              </a:ext>
            </a:extLst>
          </p:cNvPr>
          <p:cNvSpPr>
            <a:spLocks noGrp="1"/>
          </p:cNvSpPr>
          <p:nvPr/>
        </p:nvSpPr>
        <p:spPr>
          <a:xfrm>
            <a:off x="682123" y="5520342"/>
            <a:ext cx="216741" cy="22349"/>
          </a:xfrm>
          <a:custGeom>
            <a:avLst/>
            <a:gdLst/>
            <a:ahLst/>
            <a:cxnLst/>
            <a:rect l="0" t="0" r="0" b="0"/>
            <a:pathLst>
              <a:path w="216741" h="22349">
                <a:moveTo>
                  <a:pt x="0" y="22349"/>
                </a:moveTo>
                <a:lnTo>
                  <a:pt x="216741" y="0"/>
                </a:lnTo>
              </a:path>
            </a:pathLst>
          </a:custGeom>
          <a:noFill/>
          <a:ln w="3876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98" name="lumia-token-stream-curve">
            <a:extLst>
              <a:ext uri="{FF2B5EF4-FFF2-40B4-BE49-F238E27FC236}">
                <a16:creationId xmlns:a16="http://schemas.microsoft.com/office/drawing/2014/main" id="{74127D08-9FF2-4543-B199-54D98A2F8B7E}"/>
              </a:ext>
            </a:extLst>
          </p:cNvPr>
          <p:cNvSpPr>
            <a:spLocks noGrp="1"/>
          </p:cNvSpPr>
          <p:nvPr/>
        </p:nvSpPr>
        <p:spPr>
          <a:xfrm>
            <a:off x="898863" y="5496455"/>
            <a:ext cx="219274" cy="23886"/>
          </a:xfrm>
          <a:custGeom>
            <a:avLst/>
            <a:gdLst/>
            <a:ahLst/>
            <a:cxnLst/>
            <a:rect l="0" t="0" r="0" b="0"/>
            <a:pathLst>
              <a:path w="219274" h="23886">
                <a:moveTo>
                  <a:pt x="0" y="23886"/>
                </a:moveTo>
                <a:lnTo>
                  <a:pt x="219274" y="0"/>
                </a:lnTo>
              </a:path>
            </a:pathLst>
          </a:custGeom>
          <a:noFill/>
          <a:ln w="3876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99" name="lumia-token-stream-curve">
            <a:extLst>
              <a:ext uri="{FF2B5EF4-FFF2-40B4-BE49-F238E27FC236}">
                <a16:creationId xmlns:a16="http://schemas.microsoft.com/office/drawing/2014/main" id="{AC98A378-BDAA-4FDD-A606-7841DBDCEC9A}"/>
              </a:ext>
            </a:extLst>
          </p:cNvPr>
          <p:cNvSpPr>
            <a:spLocks noGrp="1"/>
          </p:cNvSpPr>
          <p:nvPr/>
        </p:nvSpPr>
        <p:spPr>
          <a:xfrm>
            <a:off x="1118138" y="5472296"/>
            <a:ext cx="221800" cy="24159"/>
          </a:xfrm>
          <a:custGeom>
            <a:avLst/>
            <a:gdLst/>
            <a:ahLst/>
            <a:cxnLst/>
            <a:rect l="0" t="0" r="0" b="0"/>
            <a:pathLst>
              <a:path w="221800" h="24159">
                <a:moveTo>
                  <a:pt x="0" y="24159"/>
                </a:moveTo>
                <a:lnTo>
                  <a:pt x="221800" y="0"/>
                </a:lnTo>
              </a:path>
            </a:pathLst>
          </a:custGeom>
          <a:noFill/>
          <a:ln w="3876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100" name="lumia-token-stream-curve">
            <a:extLst>
              <a:ext uri="{FF2B5EF4-FFF2-40B4-BE49-F238E27FC236}">
                <a16:creationId xmlns:a16="http://schemas.microsoft.com/office/drawing/2014/main" id="{2C685C10-809E-4A1B-9120-C68CC40FCE5A}"/>
              </a:ext>
            </a:extLst>
          </p:cNvPr>
          <p:cNvSpPr>
            <a:spLocks noGrp="1"/>
          </p:cNvSpPr>
          <p:nvPr/>
        </p:nvSpPr>
        <p:spPr>
          <a:xfrm>
            <a:off x="1339938" y="5449119"/>
            <a:ext cx="224318" cy="23178"/>
          </a:xfrm>
          <a:custGeom>
            <a:avLst/>
            <a:gdLst/>
            <a:ahLst/>
            <a:cxnLst/>
            <a:rect l="0" t="0" r="0" b="0"/>
            <a:pathLst>
              <a:path w="224318" h="23178">
                <a:moveTo>
                  <a:pt x="0" y="23178"/>
                </a:moveTo>
                <a:lnTo>
                  <a:pt x="224318" y="0"/>
                </a:lnTo>
              </a:path>
            </a:pathLst>
          </a:custGeom>
          <a:noFill/>
          <a:ln w="3876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101" name="lumia-token-stream-curve">
            <a:extLst>
              <a:ext uri="{FF2B5EF4-FFF2-40B4-BE49-F238E27FC236}">
                <a16:creationId xmlns:a16="http://schemas.microsoft.com/office/drawing/2014/main" id="{45F0D883-E49B-42A1-8A27-5CD32AADCB4C}"/>
              </a:ext>
            </a:extLst>
          </p:cNvPr>
          <p:cNvSpPr>
            <a:spLocks noGrp="1"/>
          </p:cNvSpPr>
          <p:nvPr/>
        </p:nvSpPr>
        <p:spPr>
          <a:xfrm>
            <a:off x="1564256" y="5428049"/>
            <a:ext cx="226828" cy="21070"/>
          </a:xfrm>
          <a:custGeom>
            <a:avLst/>
            <a:gdLst/>
            <a:ahLst/>
            <a:cxnLst/>
            <a:rect l="0" t="0" r="0" b="0"/>
            <a:pathLst>
              <a:path w="226828" h="21070">
                <a:moveTo>
                  <a:pt x="0" y="21070"/>
                </a:moveTo>
                <a:lnTo>
                  <a:pt x="226828" y="0"/>
                </a:lnTo>
              </a:path>
            </a:pathLst>
          </a:custGeom>
          <a:noFill/>
          <a:ln w="3876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102" name="lumia-token-stream-curve">
            <a:extLst>
              <a:ext uri="{FF2B5EF4-FFF2-40B4-BE49-F238E27FC236}">
                <a16:creationId xmlns:a16="http://schemas.microsoft.com/office/drawing/2014/main" id="{64430348-043A-4C4F-89E7-C2E2EBB103A8}"/>
              </a:ext>
            </a:extLst>
          </p:cNvPr>
          <p:cNvSpPr>
            <a:spLocks noGrp="1"/>
          </p:cNvSpPr>
          <p:nvPr/>
        </p:nvSpPr>
        <p:spPr>
          <a:xfrm>
            <a:off x="1791084" y="5409968"/>
            <a:ext cx="229330" cy="18080"/>
          </a:xfrm>
          <a:custGeom>
            <a:avLst/>
            <a:gdLst/>
            <a:ahLst/>
            <a:cxnLst/>
            <a:rect l="0" t="0" r="0" b="0"/>
            <a:pathLst>
              <a:path w="229330" h="18080">
                <a:moveTo>
                  <a:pt x="0" y="18080"/>
                </a:moveTo>
                <a:lnTo>
                  <a:pt x="229330" y="0"/>
                </a:lnTo>
              </a:path>
            </a:pathLst>
          </a:custGeom>
          <a:noFill/>
          <a:ln w="3876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103" name="lumia-token-stream-curve">
            <a:extLst>
              <a:ext uri="{FF2B5EF4-FFF2-40B4-BE49-F238E27FC236}">
                <a16:creationId xmlns:a16="http://schemas.microsoft.com/office/drawing/2014/main" id="{F78AB04B-18D7-4580-AF16-A33FF8F969C9}"/>
              </a:ext>
            </a:extLst>
          </p:cNvPr>
          <p:cNvSpPr>
            <a:spLocks noGrp="1"/>
          </p:cNvSpPr>
          <p:nvPr/>
        </p:nvSpPr>
        <p:spPr>
          <a:xfrm>
            <a:off x="2020414" y="5395409"/>
            <a:ext cx="231824" cy="14559"/>
          </a:xfrm>
          <a:custGeom>
            <a:avLst/>
            <a:gdLst/>
            <a:ahLst/>
            <a:cxnLst/>
            <a:rect l="0" t="0" r="0" b="0"/>
            <a:pathLst>
              <a:path w="231824" h="14559">
                <a:moveTo>
                  <a:pt x="0" y="14559"/>
                </a:moveTo>
                <a:lnTo>
                  <a:pt x="231824" y="0"/>
                </a:lnTo>
              </a:path>
            </a:pathLst>
          </a:custGeom>
          <a:noFill/>
          <a:ln w="3876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104" name="lumia-token-stream-curve">
            <a:extLst>
              <a:ext uri="{FF2B5EF4-FFF2-40B4-BE49-F238E27FC236}">
                <a16:creationId xmlns:a16="http://schemas.microsoft.com/office/drawing/2014/main" id="{979F3FF5-83D0-4523-8420-DF161E650F88}"/>
              </a:ext>
            </a:extLst>
          </p:cNvPr>
          <p:cNvSpPr>
            <a:spLocks noGrp="1"/>
          </p:cNvSpPr>
          <p:nvPr/>
        </p:nvSpPr>
        <p:spPr>
          <a:xfrm>
            <a:off x="2252239" y="5384467"/>
            <a:ext cx="234310" cy="10942"/>
          </a:xfrm>
          <a:custGeom>
            <a:avLst/>
            <a:gdLst/>
            <a:ahLst/>
            <a:cxnLst/>
            <a:rect l="0" t="0" r="0" b="0"/>
            <a:pathLst>
              <a:path w="234310" h="10942">
                <a:moveTo>
                  <a:pt x="0" y="10942"/>
                </a:moveTo>
                <a:lnTo>
                  <a:pt x="234310" y="0"/>
                </a:lnTo>
              </a:path>
            </a:pathLst>
          </a:custGeom>
          <a:noFill/>
          <a:ln w="3876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105" name="lumia-token-stream-curve">
            <a:extLst>
              <a:ext uri="{FF2B5EF4-FFF2-40B4-BE49-F238E27FC236}">
                <a16:creationId xmlns:a16="http://schemas.microsoft.com/office/drawing/2014/main" id="{13246843-FC8D-4A87-9D6C-560DB0636684}"/>
              </a:ext>
            </a:extLst>
          </p:cNvPr>
          <p:cNvSpPr>
            <a:spLocks noGrp="1"/>
          </p:cNvSpPr>
          <p:nvPr/>
        </p:nvSpPr>
        <p:spPr>
          <a:xfrm>
            <a:off x="2486549" y="5376749"/>
            <a:ext cx="236789" cy="9525"/>
          </a:xfrm>
          <a:custGeom>
            <a:avLst/>
            <a:gdLst/>
            <a:ahLst/>
            <a:cxnLst/>
            <a:rect l="0" t="0" r="0" b="0"/>
            <a:pathLst>
              <a:path w="236789" h="9525">
                <a:moveTo>
                  <a:pt x="0" y="7718"/>
                </a:moveTo>
                <a:lnTo>
                  <a:pt x="236789" y="0"/>
                </a:lnTo>
              </a:path>
            </a:pathLst>
          </a:custGeom>
          <a:noFill/>
          <a:ln w="3876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106" name="lumia-token-stream-curve">
            <a:extLst>
              <a:ext uri="{FF2B5EF4-FFF2-40B4-BE49-F238E27FC236}">
                <a16:creationId xmlns:a16="http://schemas.microsoft.com/office/drawing/2014/main" id="{B8594521-600F-42CB-9E7D-2CE934F760F5}"/>
              </a:ext>
            </a:extLst>
          </p:cNvPr>
          <p:cNvSpPr>
            <a:spLocks noGrp="1"/>
          </p:cNvSpPr>
          <p:nvPr/>
        </p:nvSpPr>
        <p:spPr>
          <a:xfrm>
            <a:off x="2723338" y="5371366"/>
            <a:ext cx="239259" cy="9525"/>
          </a:xfrm>
          <a:custGeom>
            <a:avLst/>
            <a:gdLst/>
            <a:ahLst/>
            <a:cxnLst/>
            <a:rect l="0" t="0" r="0" b="0"/>
            <a:pathLst>
              <a:path w="239259" h="9525">
                <a:moveTo>
                  <a:pt x="0" y="5383"/>
                </a:moveTo>
                <a:lnTo>
                  <a:pt x="239259" y="0"/>
                </a:lnTo>
              </a:path>
            </a:pathLst>
          </a:custGeom>
          <a:noFill/>
          <a:ln w="3876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107" name="lumia-token-stream-curve">
            <a:extLst>
              <a:ext uri="{FF2B5EF4-FFF2-40B4-BE49-F238E27FC236}">
                <a16:creationId xmlns:a16="http://schemas.microsoft.com/office/drawing/2014/main" id="{45968F61-6F87-45BD-B501-37F96C746F49}"/>
              </a:ext>
            </a:extLst>
          </p:cNvPr>
          <p:cNvSpPr>
            <a:spLocks noGrp="1"/>
          </p:cNvSpPr>
          <p:nvPr/>
        </p:nvSpPr>
        <p:spPr>
          <a:xfrm>
            <a:off x="2962597" y="5366966"/>
            <a:ext cx="241721" cy="9525"/>
          </a:xfrm>
          <a:custGeom>
            <a:avLst/>
            <a:gdLst/>
            <a:ahLst/>
            <a:cxnLst/>
            <a:rect l="0" t="0" r="0" b="0"/>
            <a:pathLst>
              <a:path w="241721" h="9525">
                <a:moveTo>
                  <a:pt x="0" y="4400"/>
                </a:moveTo>
                <a:lnTo>
                  <a:pt x="241721" y="0"/>
                </a:lnTo>
              </a:path>
            </a:pathLst>
          </a:custGeom>
          <a:noFill/>
          <a:ln w="3876">
            <a:solidFill>
              <a:srgbClr val="6F3C86">
                <a:alpha val="8000"/>
              </a:srgbClr>
            </a:solidFill>
            <a:prstDash val="solid"/>
          </a:ln>
        </p:spPr>
      </p:sp>
      <p:sp>
        <p:nvSpPr>
          <p:cNvPr id="108" name="lumia-token-stream-curve">
            <a:extLst>
              <a:ext uri="{FF2B5EF4-FFF2-40B4-BE49-F238E27FC236}">
                <a16:creationId xmlns:a16="http://schemas.microsoft.com/office/drawing/2014/main" id="{F47486B2-DB62-481D-962B-2DE43044347B}"/>
              </a:ext>
            </a:extLst>
          </p:cNvPr>
          <p:cNvSpPr>
            <a:spLocks noGrp="1"/>
          </p:cNvSpPr>
          <p:nvPr/>
        </p:nvSpPr>
        <p:spPr>
          <a:xfrm>
            <a:off x="3204318" y="5361822"/>
            <a:ext cx="244176" cy="9525"/>
          </a:xfrm>
          <a:custGeom>
            <a:avLst/>
            <a:gdLst/>
            <a:ahLst/>
            <a:cxnLst/>
            <a:rect l="0" t="0" r="0" b="0"/>
            <a:pathLst>
              <a:path w="244176" h="9525">
                <a:moveTo>
                  <a:pt x="0" y="5145"/>
                </a:moveTo>
                <a:lnTo>
                  <a:pt x="244176" y="0"/>
                </a:lnTo>
              </a:path>
            </a:pathLst>
          </a:custGeom>
          <a:noFill/>
          <a:ln w="3876">
            <a:solidFill>
              <a:srgbClr val="7C3D7E">
                <a:alpha val="8000"/>
              </a:srgbClr>
            </a:solidFill>
            <a:prstDash val="solid"/>
          </a:ln>
        </p:spPr>
      </p:sp>
      <p:sp>
        <p:nvSpPr>
          <p:cNvPr id="109" name="lumia-token-stream-curve">
            <a:extLst>
              <a:ext uri="{FF2B5EF4-FFF2-40B4-BE49-F238E27FC236}">
                <a16:creationId xmlns:a16="http://schemas.microsoft.com/office/drawing/2014/main" id="{7CC87F91-6CC1-4644-893E-AAD80B854D26}"/>
              </a:ext>
            </a:extLst>
          </p:cNvPr>
          <p:cNvSpPr>
            <a:spLocks noGrp="1"/>
          </p:cNvSpPr>
          <p:nvPr/>
        </p:nvSpPr>
        <p:spPr>
          <a:xfrm>
            <a:off x="3448494" y="5353962"/>
            <a:ext cx="246622" cy="9525"/>
          </a:xfrm>
          <a:custGeom>
            <a:avLst/>
            <a:gdLst/>
            <a:ahLst/>
            <a:cxnLst/>
            <a:rect l="0" t="0" r="0" b="0"/>
            <a:pathLst>
              <a:path w="246622" h="9525">
                <a:moveTo>
                  <a:pt x="0" y="7860"/>
                </a:moveTo>
                <a:lnTo>
                  <a:pt x="246622" y="0"/>
                </a:lnTo>
              </a:path>
            </a:pathLst>
          </a:custGeom>
          <a:noFill/>
          <a:ln w="3876">
            <a:solidFill>
              <a:srgbClr val="893E75">
                <a:alpha val="8000"/>
              </a:srgbClr>
            </a:solidFill>
            <a:prstDash val="solid"/>
          </a:ln>
        </p:spPr>
      </p:sp>
      <p:sp>
        <p:nvSpPr>
          <p:cNvPr id="110" name="lumia-token-stream-curve">
            <a:extLst>
              <a:ext uri="{FF2B5EF4-FFF2-40B4-BE49-F238E27FC236}">
                <a16:creationId xmlns:a16="http://schemas.microsoft.com/office/drawing/2014/main" id="{7059A425-BE48-4470-BD24-235CE1981EC9}"/>
              </a:ext>
            </a:extLst>
          </p:cNvPr>
          <p:cNvSpPr>
            <a:spLocks noGrp="1"/>
          </p:cNvSpPr>
          <p:nvPr/>
        </p:nvSpPr>
        <p:spPr>
          <a:xfrm>
            <a:off x="3695116" y="5341341"/>
            <a:ext cx="249061" cy="12620"/>
          </a:xfrm>
          <a:custGeom>
            <a:avLst/>
            <a:gdLst/>
            <a:ahLst/>
            <a:cxnLst/>
            <a:rect l="0" t="0" r="0" b="0"/>
            <a:pathLst>
              <a:path w="249061" h="12620">
                <a:moveTo>
                  <a:pt x="0" y="12620"/>
                </a:moveTo>
                <a:lnTo>
                  <a:pt x="249061" y="0"/>
                </a:lnTo>
              </a:path>
            </a:pathLst>
          </a:custGeom>
          <a:noFill/>
          <a:ln w="3877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111" name="lumia-token-stream-curve">
            <a:extLst>
              <a:ext uri="{FF2B5EF4-FFF2-40B4-BE49-F238E27FC236}">
                <a16:creationId xmlns:a16="http://schemas.microsoft.com/office/drawing/2014/main" id="{55C06AD8-F0CF-42C4-B7A6-3382B6FE6B42}"/>
              </a:ext>
            </a:extLst>
          </p:cNvPr>
          <p:cNvSpPr>
            <a:spLocks noGrp="1"/>
          </p:cNvSpPr>
          <p:nvPr/>
        </p:nvSpPr>
        <p:spPr>
          <a:xfrm>
            <a:off x="3944177" y="5322032"/>
            <a:ext cx="251491" cy="19310"/>
          </a:xfrm>
          <a:custGeom>
            <a:avLst/>
            <a:gdLst/>
            <a:ahLst/>
            <a:cxnLst/>
            <a:rect l="0" t="0" r="0" b="0"/>
            <a:pathLst>
              <a:path w="251491" h="19310">
                <a:moveTo>
                  <a:pt x="0" y="19310"/>
                </a:moveTo>
                <a:lnTo>
                  <a:pt x="251491" y="0"/>
                </a:lnTo>
              </a:path>
            </a:pathLst>
          </a:custGeom>
          <a:noFill/>
          <a:ln w="3889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112" name="lumia-token-stream-curve">
            <a:extLst>
              <a:ext uri="{FF2B5EF4-FFF2-40B4-BE49-F238E27FC236}">
                <a16:creationId xmlns:a16="http://schemas.microsoft.com/office/drawing/2014/main" id="{AB9E5A2F-D8A4-4BE8-89CF-BA6A8509B218}"/>
              </a:ext>
            </a:extLst>
          </p:cNvPr>
          <p:cNvSpPr>
            <a:spLocks noGrp="1"/>
          </p:cNvSpPr>
          <p:nvPr/>
        </p:nvSpPr>
        <p:spPr>
          <a:xfrm>
            <a:off x="4195668" y="5294417"/>
            <a:ext cx="253914" cy="27614"/>
          </a:xfrm>
          <a:custGeom>
            <a:avLst/>
            <a:gdLst/>
            <a:ahLst/>
            <a:cxnLst/>
            <a:rect l="0" t="0" r="0" b="0"/>
            <a:pathLst>
              <a:path w="253914" h="27614">
                <a:moveTo>
                  <a:pt x="0" y="27614"/>
                </a:moveTo>
                <a:lnTo>
                  <a:pt x="253914" y="0"/>
                </a:lnTo>
              </a:path>
            </a:pathLst>
          </a:custGeom>
          <a:noFill/>
          <a:ln w="3915">
            <a:solidFill>
              <a:srgbClr val="B0405B">
                <a:alpha val="9000"/>
              </a:srgbClr>
            </a:solidFill>
            <a:prstDash val="solid"/>
          </a:ln>
        </p:spPr>
      </p:sp>
      <p:sp>
        <p:nvSpPr>
          <p:cNvPr id="113" name="lumia-token-stream-curve">
            <a:extLst>
              <a:ext uri="{FF2B5EF4-FFF2-40B4-BE49-F238E27FC236}">
                <a16:creationId xmlns:a16="http://schemas.microsoft.com/office/drawing/2014/main" id="{959ECC32-5392-40A0-B73C-BE5340432A2B}"/>
              </a:ext>
            </a:extLst>
          </p:cNvPr>
          <p:cNvSpPr>
            <a:spLocks noGrp="1"/>
          </p:cNvSpPr>
          <p:nvPr/>
        </p:nvSpPr>
        <p:spPr>
          <a:xfrm>
            <a:off x="4449582" y="5257378"/>
            <a:ext cx="256329" cy="37039"/>
          </a:xfrm>
          <a:custGeom>
            <a:avLst/>
            <a:gdLst/>
            <a:ahLst/>
            <a:cxnLst/>
            <a:rect l="0" t="0" r="0" b="0"/>
            <a:pathLst>
              <a:path w="256329" h="37039">
                <a:moveTo>
                  <a:pt x="0" y="37039"/>
                </a:moveTo>
                <a:lnTo>
                  <a:pt x="256329" y="0"/>
                </a:lnTo>
              </a:path>
            </a:pathLst>
          </a:custGeom>
          <a:noFill/>
          <a:ln w="3956">
            <a:solidFill>
              <a:srgbClr val="BD4153">
                <a:alpha val="9000"/>
              </a:srgbClr>
            </a:solidFill>
            <a:prstDash val="solid"/>
          </a:ln>
        </p:spPr>
      </p:sp>
      <p:sp>
        <p:nvSpPr>
          <p:cNvPr id="114" name="lumia-token-stream-curve">
            <a:extLst>
              <a:ext uri="{FF2B5EF4-FFF2-40B4-BE49-F238E27FC236}">
                <a16:creationId xmlns:a16="http://schemas.microsoft.com/office/drawing/2014/main" id="{A7F0D55A-B93B-4029-B912-CA824B0B8686}"/>
              </a:ext>
            </a:extLst>
          </p:cNvPr>
          <p:cNvSpPr>
            <a:spLocks noGrp="1"/>
          </p:cNvSpPr>
          <p:nvPr/>
        </p:nvSpPr>
        <p:spPr>
          <a:xfrm>
            <a:off x="4705910" y="5210428"/>
            <a:ext cx="258735" cy="46950"/>
          </a:xfrm>
          <a:custGeom>
            <a:avLst/>
            <a:gdLst/>
            <a:ahLst/>
            <a:cxnLst/>
            <a:rect l="0" t="0" r="0" b="0"/>
            <a:pathLst>
              <a:path w="258735" h="46950">
                <a:moveTo>
                  <a:pt x="0" y="46950"/>
                </a:moveTo>
                <a:lnTo>
                  <a:pt x="258735" y="0"/>
                </a:lnTo>
              </a:path>
            </a:pathLst>
          </a:custGeom>
          <a:noFill/>
          <a:ln w="4009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115" name="lumia-token-stream-curve">
            <a:extLst>
              <a:ext uri="{FF2B5EF4-FFF2-40B4-BE49-F238E27FC236}">
                <a16:creationId xmlns:a16="http://schemas.microsoft.com/office/drawing/2014/main" id="{B834ECC7-A437-43EC-A3C3-58400FEB5519}"/>
              </a:ext>
            </a:extLst>
          </p:cNvPr>
          <p:cNvSpPr>
            <a:spLocks noGrp="1"/>
          </p:cNvSpPr>
          <p:nvPr/>
        </p:nvSpPr>
        <p:spPr>
          <a:xfrm>
            <a:off x="4964646" y="5153802"/>
            <a:ext cx="261134" cy="56626"/>
          </a:xfrm>
          <a:custGeom>
            <a:avLst/>
            <a:gdLst/>
            <a:ahLst/>
            <a:cxnLst/>
            <a:rect l="0" t="0" r="0" b="0"/>
            <a:pathLst>
              <a:path w="261134" h="56626">
                <a:moveTo>
                  <a:pt x="0" y="56626"/>
                </a:moveTo>
                <a:lnTo>
                  <a:pt x="261134" y="0"/>
                </a:lnTo>
              </a:path>
            </a:pathLst>
          </a:custGeom>
          <a:noFill/>
          <a:ln w="4074">
            <a:solidFill>
              <a:srgbClr val="D74242">
                <a:alpha val="10000"/>
              </a:srgbClr>
            </a:solidFill>
            <a:prstDash val="solid"/>
          </a:ln>
        </p:spPr>
      </p:sp>
      <p:sp>
        <p:nvSpPr>
          <p:cNvPr id="116" name="lumia-token-stream-curve">
            <a:extLst>
              <a:ext uri="{FF2B5EF4-FFF2-40B4-BE49-F238E27FC236}">
                <a16:creationId xmlns:a16="http://schemas.microsoft.com/office/drawing/2014/main" id="{D4438095-A477-4015-9705-3B385725204B}"/>
              </a:ext>
            </a:extLst>
          </p:cNvPr>
          <p:cNvSpPr>
            <a:spLocks noGrp="1"/>
          </p:cNvSpPr>
          <p:nvPr/>
        </p:nvSpPr>
        <p:spPr>
          <a:xfrm>
            <a:off x="5225780" y="5088461"/>
            <a:ext cx="263525" cy="65341"/>
          </a:xfrm>
          <a:custGeom>
            <a:avLst/>
            <a:gdLst/>
            <a:ahLst/>
            <a:cxnLst/>
            <a:rect l="0" t="0" r="0" b="0"/>
            <a:pathLst>
              <a:path w="263525" h="65341">
                <a:moveTo>
                  <a:pt x="0" y="65341"/>
                </a:moveTo>
                <a:lnTo>
                  <a:pt x="263525" y="0"/>
                </a:lnTo>
              </a:path>
            </a:pathLst>
          </a:custGeom>
          <a:noFill/>
          <a:ln w="4149">
            <a:solidFill>
              <a:srgbClr val="E44339">
                <a:alpha val="10000"/>
              </a:srgbClr>
            </a:solidFill>
            <a:prstDash val="solid"/>
          </a:ln>
        </p:spPr>
      </p:sp>
      <p:sp>
        <p:nvSpPr>
          <p:cNvPr id="117" name="lumia-token-stream-curve">
            <a:extLst>
              <a:ext uri="{FF2B5EF4-FFF2-40B4-BE49-F238E27FC236}">
                <a16:creationId xmlns:a16="http://schemas.microsoft.com/office/drawing/2014/main" id="{336662FE-B246-43D9-ACA4-2F1FC99B06C5}"/>
              </a:ext>
            </a:extLst>
          </p:cNvPr>
          <p:cNvSpPr>
            <a:spLocks noGrp="1"/>
          </p:cNvSpPr>
          <p:nvPr/>
        </p:nvSpPr>
        <p:spPr>
          <a:xfrm>
            <a:off x="5489305" y="5016019"/>
            <a:ext cx="265908" cy="72442"/>
          </a:xfrm>
          <a:custGeom>
            <a:avLst/>
            <a:gdLst/>
            <a:ahLst/>
            <a:cxnLst/>
            <a:rect l="0" t="0" r="0" b="0"/>
            <a:pathLst>
              <a:path w="265908" h="72442">
                <a:moveTo>
                  <a:pt x="0" y="72442"/>
                </a:moveTo>
                <a:lnTo>
                  <a:pt x="265908" y="0"/>
                </a:lnTo>
              </a:path>
            </a:pathLst>
          </a:custGeom>
          <a:noFill/>
          <a:ln w="4234">
            <a:solidFill>
              <a:srgbClr val="EB4833">
                <a:alpha val="11000"/>
              </a:srgbClr>
            </a:solidFill>
            <a:prstDash val="solid"/>
          </a:ln>
        </p:spPr>
      </p:sp>
      <p:sp>
        <p:nvSpPr>
          <p:cNvPr id="118" name="lumia-token-stream-curve">
            <a:extLst>
              <a:ext uri="{FF2B5EF4-FFF2-40B4-BE49-F238E27FC236}">
                <a16:creationId xmlns:a16="http://schemas.microsoft.com/office/drawing/2014/main" id="{D81A774C-2695-4329-844E-7AFF2E764753}"/>
              </a:ext>
            </a:extLst>
          </p:cNvPr>
          <p:cNvSpPr>
            <a:spLocks noGrp="1"/>
          </p:cNvSpPr>
          <p:nvPr/>
        </p:nvSpPr>
        <p:spPr>
          <a:xfrm>
            <a:off x="5755213" y="4938587"/>
            <a:ext cx="268283" cy="77432"/>
          </a:xfrm>
          <a:custGeom>
            <a:avLst/>
            <a:gdLst/>
            <a:ahLst/>
            <a:cxnLst/>
            <a:rect l="0" t="0" r="0" b="0"/>
            <a:pathLst>
              <a:path w="268283" h="77432">
                <a:moveTo>
                  <a:pt x="0" y="77432"/>
                </a:moveTo>
                <a:lnTo>
                  <a:pt x="268283" y="0"/>
                </a:lnTo>
              </a:path>
            </a:pathLst>
          </a:custGeom>
          <a:noFill/>
          <a:ln w="4327">
            <a:solidFill>
              <a:srgbClr val="EC532F">
                <a:alpha val="11000"/>
              </a:srgbClr>
            </a:solidFill>
            <a:prstDash val="solid"/>
          </a:ln>
        </p:spPr>
      </p:sp>
      <p:sp>
        <p:nvSpPr>
          <p:cNvPr id="119" name="lumia-token-stream-curve">
            <a:extLst>
              <a:ext uri="{FF2B5EF4-FFF2-40B4-BE49-F238E27FC236}">
                <a16:creationId xmlns:a16="http://schemas.microsoft.com/office/drawing/2014/main" id="{5E18FDBA-6C35-40FD-9EB6-610CB717D64F}"/>
              </a:ext>
            </a:extLst>
          </p:cNvPr>
          <p:cNvSpPr>
            <a:spLocks noGrp="1"/>
          </p:cNvSpPr>
          <p:nvPr/>
        </p:nvSpPr>
        <p:spPr>
          <a:xfrm>
            <a:off x="6023496" y="4858544"/>
            <a:ext cx="270650" cy="80043"/>
          </a:xfrm>
          <a:custGeom>
            <a:avLst/>
            <a:gdLst/>
            <a:ahLst/>
            <a:cxnLst/>
            <a:rect l="0" t="0" r="0" b="0"/>
            <a:pathLst>
              <a:path w="270650" h="80043">
                <a:moveTo>
                  <a:pt x="0" y="80043"/>
                </a:moveTo>
                <a:lnTo>
                  <a:pt x="270650" y="0"/>
                </a:lnTo>
              </a:path>
            </a:pathLst>
          </a:custGeom>
          <a:noFill/>
          <a:ln w="4427">
            <a:solidFill>
              <a:srgbClr val="EE5E2A">
                <a:alpha val="11000"/>
              </a:srgbClr>
            </a:solidFill>
            <a:prstDash val="solid"/>
          </a:ln>
        </p:spPr>
      </p:sp>
      <p:sp>
        <p:nvSpPr>
          <p:cNvPr id="120" name="lumia-token-stream-curve">
            <a:extLst>
              <a:ext uri="{FF2B5EF4-FFF2-40B4-BE49-F238E27FC236}">
                <a16:creationId xmlns:a16="http://schemas.microsoft.com/office/drawing/2014/main" id="{6ECF1B8A-2D1A-4C57-925D-3ABC2C32B834}"/>
              </a:ext>
            </a:extLst>
          </p:cNvPr>
          <p:cNvSpPr>
            <a:spLocks noGrp="1"/>
          </p:cNvSpPr>
          <p:nvPr/>
        </p:nvSpPr>
        <p:spPr>
          <a:xfrm>
            <a:off x="6294146" y="4778255"/>
            <a:ext cx="273009" cy="80289"/>
          </a:xfrm>
          <a:custGeom>
            <a:avLst/>
            <a:gdLst/>
            <a:ahLst/>
            <a:cxnLst/>
            <a:rect l="0" t="0" r="0" b="0"/>
            <a:pathLst>
              <a:path w="273009" h="80289">
                <a:moveTo>
                  <a:pt x="0" y="80289"/>
                </a:moveTo>
                <a:lnTo>
                  <a:pt x="273009" y="0"/>
                </a:lnTo>
              </a:path>
            </a:pathLst>
          </a:custGeom>
          <a:noFill/>
          <a:ln w="4533">
            <a:solidFill>
              <a:srgbClr val="EF6926">
                <a:alpha val="12000"/>
              </a:srgbClr>
            </a:solidFill>
            <a:prstDash val="solid"/>
          </a:ln>
        </p:spPr>
      </p:sp>
      <p:sp>
        <p:nvSpPr>
          <p:cNvPr id="121" name="lumia-token-stream-curve">
            <a:extLst>
              <a:ext uri="{FF2B5EF4-FFF2-40B4-BE49-F238E27FC236}">
                <a16:creationId xmlns:a16="http://schemas.microsoft.com/office/drawing/2014/main" id="{56995151-0BF1-49DC-95B1-C276F9AAF5A3}"/>
              </a:ext>
            </a:extLst>
          </p:cNvPr>
          <p:cNvSpPr>
            <a:spLocks noGrp="1"/>
          </p:cNvSpPr>
          <p:nvPr/>
        </p:nvSpPr>
        <p:spPr>
          <a:xfrm>
            <a:off x="6567155" y="4699774"/>
            <a:ext cx="275360" cy="78481"/>
          </a:xfrm>
          <a:custGeom>
            <a:avLst/>
            <a:gdLst/>
            <a:ahLst/>
            <a:cxnLst/>
            <a:rect l="0" t="0" r="0" b="0"/>
            <a:pathLst>
              <a:path w="275360" h="78481">
                <a:moveTo>
                  <a:pt x="0" y="78481"/>
                </a:moveTo>
                <a:lnTo>
                  <a:pt x="275360" y="0"/>
                </a:lnTo>
              </a:path>
            </a:pathLst>
          </a:custGeom>
          <a:noFill/>
          <a:ln w="4644">
            <a:solidFill>
              <a:srgbClr val="F17322">
                <a:alpha val="12000"/>
              </a:srgbClr>
            </a:solidFill>
            <a:prstDash val="solid"/>
          </a:ln>
        </p:spPr>
      </p:sp>
      <p:sp>
        <p:nvSpPr>
          <p:cNvPr id="122" name="lumia-token-stream-curve">
            <a:extLst>
              <a:ext uri="{FF2B5EF4-FFF2-40B4-BE49-F238E27FC236}">
                <a16:creationId xmlns:a16="http://schemas.microsoft.com/office/drawing/2014/main" id="{A4C14B43-D9AB-417A-BBCD-09F6F018DB74}"/>
              </a:ext>
            </a:extLst>
          </p:cNvPr>
          <p:cNvSpPr>
            <a:spLocks noGrp="1"/>
          </p:cNvSpPr>
          <p:nvPr/>
        </p:nvSpPr>
        <p:spPr>
          <a:xfrm>
            <a:off x="6842515" y="4624557"/>
            <a:ext cx="277704" cy="75217"/>
          </a:xfrm>
          <a:custGeom>
            <a:avLst/>
            <a:gdLst/>
            <a:ahLst/>
            <a:cxnLst/>
            <a:rect l="0" t="0" r="0" b="0"/>
            <a:pathLst>
              <a:path w="277704" h="75217">
                <a:moveTo>
                  <a:pt x="0" y="75217"/>
                </a:moveTo>
                <a:lnTo>
                  <a:pt x="277704" y="0"/>
                </a:lnTo>
              </a:path>
            </a:pathLst>
          </a:custGeom>
          <a:noFill/>
          <a:ln w="4758">
            <a:solidFill>
              <a:srgbClr val="F27E1E">
                <a:alpha val="13000"/>
              </a:srgbClr>
            </a:solidFill>
            <a:prstDash val="solid"/>
          </a:ln>
        </p:spPr>
      </p:sp>
      <p:sp>
        <p:nvSpPr>
          <p:cNvPr id="123" name="lumia-token-stream-curve">
            <a:extLst>
              <a:ext uri="{FF2B5EF4-FFF2-40B4-BE49-F238E27FC236}">
                <a16:creationId xmlns:a16="http://schemas.microsoft.com/office/drawing/2014/main" id="{2B740C0D-9E45-4375-BCB1-1315CED63D19}"/>
              </a:ext>
            </a:extLst>
          </p:cNvPr>
          <p:cNvSpPr>
            <a:spLocks noGrp="1"/>
          </p:cNvSpPr>
          <p:nvPr/>
        </p:nvSpPr>
        <p:spPr>
          <a:xfrm>
            <a:off x="7120219" y="4553229"/>
            <a:ext cx="280039" cy="71328"/>
          </a:xfrm>
          <a:custGeom>
            <a:avLst/>
            <a:gdLst/>
            <a:ahLst/>
            <a:cxnLst/>
            <a:rect l="0" t="0" r="0" b="0"/>
            <a:pathLst>
              <a:path w="280039" h="71328">
                <a:moveTo>
                  <a:pt x="0" y="71328"/>
                </a:moveTo>
                <a:lnTo>
                  <a:pt x="280039" y="0"/>
                </a:lnTo>
              </a:path>
            </a:pathLst>
          </a:custGeom>
          <a:noFill/>
          <a:ln w="4876">
            <a:solidFill>
              <a:srgbClr val="F48919">
                <a:alpha val="13000"/>
              </a:srgbClr>
            </a:solidFill>
            <a:prstDash val="solid"/>
          </a:ln>
        </p:spPr>
      </p:sp>
      <p:sp>
        <p:nvSpPr>
          <p:cNvPr id="124" name="lumia-token-stream-curve">
            <a:extLst>
              <a:ext uri="{FF2B5EF4-FFF2-40B4-BE49-F238E27FC236}">
                <a16:creationId xmlns:a16="http://schemas.microsoft.com/office/drawing/2014/main" id="{9A225074-8F28-4581-A5B1-5ABDDB22D8B0}"/>
              </a:ext>
            </a:extLst>
          </p:cNvPr>
          <p:cNvSpPr>
            <a:spLocks noGrp="1"/>
          </p:cNvSpPr>
          <p:nvPr/>
        </p:nvSpPr>
        <p:spPr>
          <a:xfrm>
            <a:off x="7400257" y="4485444"/>
            <a:ext cx="282366" cy="67785"/>
          </a:xfrm>
          <a:custGeom>
            <a:avLst/>
            <a:gdLst/>
            <a:ahLst/>
            <a:cxnLst/>
            <a:rect l="0" t="0" r="0" b="0"/>
            <a:pathLst>
              <a:path w="282366" h="67785">
                <a:moveTo>
                  <a:pt x="0" y="67785"/>
                </a:moveTo>
                <a:lnTo>
                  <a:pt x="282366" y="0"/>
                </a:lnTo>
              </a:path>
            </a:pathLst>
          </a:custGeom>
          <a:noFill/>
          <a:ln w="4994">
            <a:solidFill>
              <a:srgbClr val="F59415">
                <a:alpha val="13000"/>
              </a:srgbClr>
            </a:solidFill>
            <a:prstDash val="solid"/>
          </a:ln>
        </p:spPr>
      </p:sp>
      <p:sp>
        <p:nvSpPr>
          <p:cNvPr id="125" name="lumia-token-stream-curve">
            <a:extLst>
              <a:ext uri="{FF2B5EF4-FFF2-40B4-BE49-F238E27FC236}">
                <a16:creationId xmlns:a16="http://schemas.microsoft.com/office/drawing/2014/main" id="{6F60384D-F328-4998-A001-39B6177913F6}"/>
              </a:ext>
            </a:extLst>
          </p:cNvPr>
          <p:cNvSpPr>
            <a:spLocks noGrp="1"/>
          </p:cNvSpPr>
          <p:nvPr/>
        </p:nvSpPr>
        <p:spPr>
          <a:xfrm>
            <a:off x="7682624" y="4419856"/>
            <a:ext cx="284686" cy="65588"/>
          </a:xfrm>
          <a:custGeom>
            <a:avLst/>
            <a:gdLst/>
            <a:ahLst/>
            <a:cxnLst/>
            <a:rect l="0" t="0" r="0" b="0"/>
            <a:pathLst>
              <a:path w="284686" h="65588">
                <a:moveTo>
                  <a:pt x="0" y="65588"/>
                </a:moveTo>
                <a:lnTo>
                  <a:pt x="284686" y="0"/>
                </a:lnTo>
              </a:path>
            </a:pathLst>
          </a:custGeom>
          <a:noFill/>
          <a:ln w="5114">
            <a:solidFill>
              <a:srgbClr val="F79E11">
                <a:alpha val="14000"/>
              </a:srgbClr>
            </a:solidFill>
            <a:prstDash val="solid"/>
          </a:ln>
        </p:spPr>
      </p:sp>
      <p:sp>
        <p:nvSpPr>
          <p:cNvPr id="126" name="lumia-token-stream-curve">
            <a:extLst>
              <a:ext uri="{FF2B5EF4-FFF2-40B4-BE49-F238E27FC236}">
                <a16:creationId xmlns:a16="http://schemas.microsoft.com/office/drawing/2014/main" id="{8E1852C7-1B49-4B73-883A-6BF0A5C0D22D}"/>
              </a:ext>
            </a:extLst>
          </p:cNvPr>
          <p:cNvSpPr>
            <a:spLocks noGrp="1"/>
          </p:cNvSpPr>
          <p:nvPr/>
        </p:nvSpPr>
        <p:spPr>
          <a:xfrm>
            <a:off x="7967309" y="4354223"/>
            <a:ext cx="286997" cy="65633"/>
          </a:xfrm>
          <a:custGeom>
            <a:avLst/>
            <a:gdLst/>
            <a:ahLst/>
            <a:cxnLst/>
            <a:rect l="0" t="0" r="0" b="0"/>
            <a:pathLst>
              <a:path w="286997" h="65633">
                <a:moveTo>
                  <a:pt x="0" y="65633"/>
                </a:moveTo>
                <a:lnTo>
                  <a:pt x="286997" y="0"/>
                </a:lnTo>
              </a:path>
            </a:pathLst>
          </a:custGeom>
          <a:noFill/>
          <a:ln w="5232">
            <a:solidFill>
              <a:srgbClr val="F8A90C">
                <a:alpha val="14000"/>
              </a:srgbClr>
            </a:solidFill>
            <a:prstDash val="solid"/>
          </a:ln>
        </p:spPr>
      </p:sp>
      <p:sp>
        <p:nvSpPr>
          <p:cNvPr id="127" name="lumia-token-stream-curve">
            <a:extLst>
              <a:ext uri="{FF2B5EF4-FFF2-40B4-BE49-F238E27FC236}">
                <a16:creationId xmlns:a16="http://schemas.microsoft.com/office/drawing/2014/main" id="{DA4F6281-C98A-4D2F-906E-823D140C072D}"/>
              </a:ext>
            </a:extLst>
          </p:cNvPr>
          <p:cNvSpPr>
            <a:spLocks noGrp="1"/>
          </p:cNvSpPr>
          <p:nvPr/>
        </p:nvSpPr>
        <p:spPr>
          <a:xfrm>
            <a:off x="8254306" y="4285639"/>
            <a:ext cx="289301" cy="68585"/>
          </a:xfrm>
          <a:custGeom>
            <a:avLst/>
            <a:gdLst/>
            <a:ahLst/>
            <a:cxnLst/>
            <a:rect l="0" t="0" r="0" b="0"/>
            <a:pathLst>
              <a:path w="289301" h="68585">
                <a:moveTo>
                  <a:pt x="0" y="68585"/>
                </a:moveTo>
                <a:lnTo>
                  <a:pt x="289301" y="0"/>
                </a:lnTo>
              </a:path>
            </a:pathLst>
          </a:custGeom>
          <a:noFill/>
          <a:ln w="5349">
            <a:solidFill>
              <a:srgbClr val="FAB408">
                <a:alpha val="14000"/>
              </a:srgbClr>
            </a:solidFill>
            <a:prstDash val="solid"/>
          </a:ln>
        </p:spPr>
      </p:sp>
      <p:sp>
        <p:nvSpPr>
          <p:cNvPr id="128" name="lumia-token-stream-curve">
            <a:extLst>
              <a:ext uri="{FF2B5EF4-FFF2-40B4-BE49-F238E27FC236}">
                <a16:creationId xmlns:a16="http://schemas.microsoft.com/office/drawing/2014/main" id="{C2E4F308-30E2-4B5A-BE48-F088AF8B2598}"/>
              </a:ext>
            </a:extLst>
          </p:cNvPr>
          <p:cNvSpPr>
            <a:spLocks noGrp="1"/>
          </p:cNvSpPr>
          <p:nvPr/>
        </p:nvSpPr>
        <p:spPr>
          <a:xfrm>
            <a:off x="8543607" y="4210871"/>
            <a:ext cx="291596" cy="74768"/>
          </a:xfrm>
          <a:custGeom>
            <a:avLst/>
            <a:gdLst/>
            <a:ahLst/>
            <a:cxnLst/>
            <a:rect l="0" t="0" r="0" b="0"/>
            <a:pathLst>
              <a:path w="291596" h="74768">
                <a:moveTo>
                  <a:pt x="0" y="74768"/>
                </a:moveTo>
                <a:lnTo>
                  <a:pt x="291596" y="0"/>
                </a:lnTo>
              </a:path>
            </a:pathLst>
          </a:custGeom>
          <a:noFill/>
          <a:ln w="5463">
            <a:solidFill>
              <a:srgbClr val="F7BC07">
                <a:alpha val="15000"/>
              </a:srgbClr>
            </a:solidFill>
            <a:prstDash val="solid"/>
          </a:ln>
        </p:spPr>
      </p:sp>
      <p:sp>
        <p:nvSpPr>
          <p:cNvPr id="129" name="lumia-token-stream-curve">
            <a:extLst>
              <a:ext uri="{FF2B5EF4-FFF2-40B4-BE49-F238E27FC236}">
                <a16:creationId xmlns:a16="http://schemas.microsoft.com/office/drawing/2014/main" id="{A36DCD3C-DDB1-40A0-A58F-980172737F84}"/>
              </a:ext>
            </a:extLst>
          </p:cNvPr>
          <p:cNvSpPr>
            <a:spLocks noGrp="1"/>
          </p:cNvSpPr>
          <p:nvPr/>
        </p:nvSpPr>
        <p:spPr>
          <a:xfrm>
            <a:off x="8835203" y="4126773"/>
            <a:ext cx="293884" cy="84098"/>
          </a:xfrm>
          <a:custGeom>
            <a:avLst/>
            <a:gdLst/>
            <a:ahLst/>
            <a:cxnLst/>
            <a:rect l="0" t="0" r="0" b="0"/>
            <a:pathLst>
              <a:path w="293884" h="84098">
                <a:moveTo>
                  <a:pt x="0" y="84098"/>
                </a:moveTo>
                <a:lnTo>
                  <a:pt x="293884" y="0"/>
                </a:lnTo>
              </a:path>
            </a:pathLst>
          </a:custGeom>
          <a:noFill/>
          <a:ln w="5572">
            <a:solidFill>
              <a:srgbClr val="E5BA0E">
                <a:alpha val="15000"/>
              </a:srgbClr>
            </a:solidFill>
            <a:prstDash val="solid"/>
          </a:ln>
        </p:spPr>
      </p:sp>
      <p:sp>
        <p:nvSpPr>
          <p:cNvPr id="130" name="lumia-token-stream-curve">
            <a:extLst>
              <a:ext uri="{FF2B5EF4-FFF2-40B4-BE49-F238E27FC236}">
                <a16:creationId xmlns:a16="http://schemas.microsoft.com/office/drawing/2014/main" id="{1ADD09AD-10ED-4640-85F2-CF05A646AD69}"/>
              </a:ext>
            </a:extLst>
          </p:cNvPr>
          <p:cNvSpPr>
            <a:spLocks noGrp="1"/>
          </p:cNvSpPr>
          <p:nvPr/>
        </p:nvSpPr>
        <p:spPr>
          <a:xfrm>
            <a:off x="9129087" y="4030706"/>
            <a:ext cx="296164" cy="96066"/>
          </a:xfrm>
          <a:custGeom>
            <a:avLst/>
            <a:gdLst/>
            <a:ahLst/>
            <a:cxnLst/>
            <a:rect l="0" t="0" r="0" b="0"/>
            <a:pathLst>
              <a:path w="296164" h="96066">
                <a:moveTo>
                  <a:pt x="0" y="96066"/>
                </a:moveTo>
                <a:lnTo>
                  <a:pt x="296164" y="0"/>
                </a:lnTo>
              </a:path>
            </a:pathLst>
          </a:custGeom>
          <a:noFill/>
          <a:ln w="5677">
            <a:solidFill>
              <a:srgbClr val="D3B815">
                <a:alpha val="15000"/>
              </a:srgbClr>
            </a:solidFill>
            <a:prstDash val="solid"/>
          </a:ln>
        </p:spPr>
      </p:sp>
      <p:sp>
        <p:nvSpPr>
          <p:cNvPr id="131" name="lumia-token-stream-curve">
            <a:extLst>
              <a:ext uri="{FF2B5EF4-FFF2-40B4-BE49-F238E27FC236}">
                <a16:creationId xmlns:a16="http://schemas.microsoft.com/office/drawing/2014/main" id="{E5F72C14-1664-4392-8170-ABCABC3375F1}"/>
              </a:ext>
            </a:extLst>
          </p:cNvPr>
          <p:cNvSpPr>
            <a:spLocks noGrp="1"/>
          </p:cNvSpPr>
          <p:nvPr/>
        </p:nvSpPr>
        <p:spPr>
          <a:xfrm>
            <a:off x="9425251" y="3920929"/>
            <a:ext cx="298435" cy="109778"/>
          </a:xfrm>
          <a:custGeom>
            <a:avLst/>
            <a:gdLst/>
            <a:ahLst/>
            <a:cxnLst/>
            <a:rect l="0" t="0" r="0" b="0"/>
            <a:pathLst>
              <a:path w="298435" h="109778">
                <a:moveTo>
                  <a:pt x="0" y="109778"/>
                </a:moveTo>
                <a:lnTo>
                  <a:pt x="298435" y="0"/>
                </a:lnTo>
              </a:path>
            </a:pathLst>
          </a:custGeom>
          <a:noFill/>
          <a:ln w="5775">
            <a:solidFill>
              <a:srgbClr val="C2B61C">
                <a:alpha val="16000"/>
              </a:srgbClr>
            </a:solidFill>
            <a:prstDash val="solid"/>
          </a:ln>
        </p:spPr>
      </p:sp>
      <p:sp>
        <p:nvSpPr>
          <p:cNvPr id="132" name="lumia-token-stream-curve">
            <a:extLst>
              <a:ext uri="{FF2B5EF4-FFF2-40B4-BE49-F238E27FC236}">
                <a16:creationId xmlns:a16="http://schemas.microsoft.com/office/drawing/2014/main" id="{2A3894F3-4EDA-4104-8385-A3372A023718}"/>
              </a:ext>
            </a:extLst>
          </p:cNvPr>
          <p:cNvSpPr>
            <a:spLocks noGrp="1"/>
          </p:cNvSpPr>
          <p:nvPr/>
        </p:nvSpPr>
        <p:spPr>
          <a:xfrm>
            <a:off x="9723686" y="3796873"/>
            <a:ext cx="300699" cy="124056"/>
          </a:xfrm>
          <a:custGeom>
            <a:avLst/>
            <a:gdLst/>
            <a:ahLst/>
            <a:cxnLst/>
            <a:rect l="0" t="0" r="0" b="0"/>
            <a:pathLst>
              <a:path w="300699" h="124056">
                <a:moveTo>
                  <a:pt x="0" y="124056"/>
                </a:moveTo>
                <a:lnTo>
                  <a:pt x="300699" y="0"/>
                </a:lnTo>
              </a:path>
            </a:pathLst>
          </a:custGeom>
          <a:noFill/>
          <a:ln w="5866">
            <a:solidFill>
              <a:srgbClr val="B0B422">
                <a:alpha val="16000"/>
              </a:srgbClr>
            </a:solidFill>
            <a:prstDash val="solid"/>
          </a:ln>
        </p:spPr>
      </p:sp>
      <p:sp>
        <p:nvSpPr>
          <p:cNvPr id="133" name="lumia-token-stream-curve">
            <a:extLst>
              <a:ext uri="{FF2B5EF4-FFF2-40B4-BE49-F238E27FC236}">
                <a16:creationId xmlns:a16="http://schemas.microsoft.com/office/drawing/2014/main" id="{46D51D29-4926-41B3-8AA9-1E362289ADEF}"/>
              </a:ext>
            </a:extLst>
          </p:cNvPr>
          <p:cNvSpPr>
            <a:spLocks noGrp="1"/>
          </p:cNvSpPr>
          <p:nvPr/>
        </p:nvSpPr>
        <p:spPr>
          <a:xfrm>
            <a:off x="10024385" y="3659277"/>
            <a:ext cx="302955" cy="137596"/>
          </a:xfrm>
          <a:custGeom>
            <a:avLst/>
            <a:gdLst/>
            <a:ahLst/>
            <a:cxnLst/>
            <a:rect l="0" t="0" r="0" b="0"/>
            <a:pathLst>
              <a:path w="302955" h="137596">
                <a:moveTo>
                  <a:pt x="0" y="137596"/>
                </a:moveTo>
                <a:lnTo>
                  <a:pt x="302955" y="0"/>
                </a:lnTo>
              </a:path>
            </a:pathLst>
          </a:custGeom>
          <a:noFill/>
          <a:ln w="5949">
            <a:solidFill>
              <a:srgbClr val="9EB329">
                <a:alpha val="16000"/>
              </a:srgbClr>
            </a:solidFill>
            <a:prstDash val="solid"/>
          </a:ln>
        </p:spPr>
      </p:sp>
      <p:sp>
        <p:nvSpPr>
          <p:cNvPr id="134" name="lumia-token-stream-curve">
            <a:extLst>
              <a:ext uri="{FF2B5EF4-FFF2-40B4-BE49-F238E27FC236}">
                <a16:creationId xmlns:a16="http://schemas.microsoft.com/office/drawing/2014/main" id="{CE42C865-A2B0-4801-8D22-095AC7DDA442}"/>
              </a:ext>
            </a:extLst>
          </p:cNvPr>
          <p:cNvSpPr>
            <a:spLocks noGrp="1"/>
          </p:cNvSpPr>
          <p:nvPr/>
        </p:nvSpPr>
        <p:spPr>
          <a:xfrm>
            <a:off x="10327340" y="3510126"/>
            <a:ext cx="305203" cy="149150"/>
          </a:xfrm>
          <a:custGeom>
            <a:avLst/>
            <a:gdLst/>
            <a:ahLst/>
            <a:cxnLst/>
            <a:rect l="0" t="0" r="0" b="0"/>
            <a:pathLst>
              <a:path w="305203" h="149150">
                <a:moveTo>
                  <a:pt x="0" y="149150"/>
                </a:moveTo>
                <a:lnTo>
                  <a:pt x="305203" y="0"/>
                </a:lnTo>
              </a:path>
            </a:pathLst>
          </a:custGeom>
          <a:noFill/>
          <a:ln w="6021">
            <a:solidFill>
              <a:srgbClr val="8CB130">
                <a:alpha val="16000"/>
              </a:srgbClr>
            </a:solidFill>
            <a:prstDash val="solid"/>
          </a:ln>
        </p:spPr>
      </p:sp>
      <p:sp>
        <p:nvSpPr>
          <p:cNvPr id="135" name="lumia-token-stream-curve">
            <a:extLst>
              <a:ext uri="{FF2B5EF4-FFF2-40B4-BE49-F238E27FC236}">
                <a16:creationId xmlns:a16="http://schemas.microsoft.com/office/drawing/2014/main" id="{8D2C27C8-862F-45BA-A1C4-202D9B57A17D}"/>
              </a:ext>
            </a:extLst>
          </p:cNvPr>
          <p:cNvSpPr>
            <a:spLocks noGrp="1"/>
          </p:cNvSpPr>
          <p:nvPr/>
        </p:nvSpPr>
        <p:spPr>
          <a:xfrm>
            <a:off x="10632543" y="3352409"/>
            <a:ext cx="307443" cy="157718"/>
          </a:xfrm>
          <a:custGeom>
            <a:avLst/>
            <a:gdLst/>
            <a:ahLst/>
            <a:cxnLst/>
            <a:rect l="0" t="0" r="0" b="0"/>
            <a:pathLst>
              <a:path w="307443" h="157718">
                <a:moveTo>
                  <a:pt x="0" y="157718"/>
                </a:moveTo>
                <a:lnTo>
                  <a:pt x="307443" y="0"/>
                </a:lnTo>
              </a:path>
            </a:pathLst>
          </a:custGeom>
          <a:noFill/>
          <a:ln w="6083">
            <a:solidFill>
              <a:srgbClr val="7BAF37">
                <a:alpha val="16000"/>
              </a:srgbClr>
            </a:solidFill>
            <a:prstDash val="solid"/>
          </a:ln>
        </p:spPr>
      </p:sp>
      <p:sp>
        <p:nvSpPr>
          <p:cNvPr id="136" name="lumia-token-stream-curve">
            <a:extLst>
              <a:ext uri="{FF2B5EF4-FFF2-40B4-BE49-F238E27FC236}">
                <a16:creationId xmlns:a16="http://schemas.microsoft.com/office/drawing/2014/main" id="{9A5CEA0E-9880-451C-B2A1-9581CFBBD133}"/>
              </a:ext>
            </a:extLst>
          </p:cNvPr>
          <p:cNvSpPr>
            <a:spLocks noGrp="1"/>
          </p:cNvSpPr>
          <p:nvPr/>
        </p:nvSpPr>
        <p:spPr>
          <a:xfrm>
            <a:off x="10939986" y="3189694"/>
            <a:ext cx="309675" cy="162715"/>
          </a:xfrm>
          <a:custGeom>
            <a:avLst/>
            <a:gdLst/>
            <a:ahLst/>
            <a:cxnLst/>
            <a:rect l="0" t="0" r="0" b="0"/>
            <a:pathLst>
              <a:path w="309675" h="162715">
                <a:moveTo>
                  <a:pt x="0" y="162715"/>
                </a:moveTo>
                <a:lnTo>
                  <a:pt x="309675" y="0"/>
                </a:lnTo>
              </a:path>
            </a:pathLst>
          </a:custGeom>
          <a:noFill/>
          <a:ln w="6134">
            <a:solidFill>
              <a:srgbClr val="69AD3E">
                <a:alpha val="17000"/>
              </a:srgbClr>
            </a:solidFill>
            <a:prstDash val="solid"/>
          </a:ln>
        </p:spPr>
      </p:sp>
      <p:sp>
        <p:nvSpPr>
          <p:cNvPr id="137" name="lumia-token-stream-curve">
            <a:extLst>
              <a:ext uri="{FF2B5EF4-FFF2-40B4-BE49-F238E27FC236}">
                <a16:creationId xmlns:a16="http://schemas.microsoft.com/office/drawing/2014/main" id="{E490B573-91A6-4638-B9FD-82D07FCE9926}"/>
              </a:ext>
            </a:extLst>
          </p:cNvPr>
          <p:cNvSpPr>
            <a:spLocks noGrp="1"/>
          </p:cNvSpPr>
          <p:nvPr/>
        </p:nvSpPr>
        <p:spPr>
          <a:xfrm>
            <a:off x="11249662" y="3025598"/>
            <a:ext cx="311899" cy="164096"/>
          </a:xfrm>
          <a:custGeom>
            <a:avLst/>
            <a:gdLst/>
            <a:ahLst/>
            <a:cxnLst/>
            <a:rect l="0" t="0" r="0" b="0"/>
            <a:pathLst>
              <a:path w="311899" h="164096">
                <a:moveTo>
                  <a:pt x="0" y="164096"/>
                </a:moveTo>
                <a:lnTo>
                  <a:pt x="311899" y="0"/>
                </a:lnTo>
              </a:path>
            </a:pathLst>
          </a:custGeom>
          <a:noFill/>
          <a:ln w="6171">
            <a:solidFill>
              <a:srgbClr val="57AC45">
                <a:alpha val="17000"/>
              </a:srgbClr>
            </a:solidFill>
            <a:prstDash val="solid"/>
          </a:ln>
        </p:spPr>
      </p:sp>
      <p:sp>
        <p:nvSpPr>
          <p:cNvPr id="138" name="lumia-token-stream-curve">
            <a:extLst>
              <a:ext uri="{FF2B5EF4-FFF2-40B4-BE49-F238E27FC236}">
                <a16:creationId xmlns:a16="http://schemas.microsoft.com/office/drawing/2014/main" id="{B50F5E2B-BF20-469F-AE3B-39C680DB50D9}"/>
              </a:ext>
            </a:extLst>
          </p:cNvPr>
          <p:cNvSpPr>
            <a:spLocks noGrp="1"/>
          </p:cNvSpPr>
          <p:nvPr/>
        </p:nvSpPr>
        <p:spPr>
          <a:xfrm>
            <a:off x="11561561" y="2863209"/>
            <a:ext cx="314115" cy="162390"/>
          </a:xfrm>
          <a:custGeom>
            <a:avLst/>
            <a:gdLst/>
            <a:ahLst/>
            <a:cxnLst/>
            <a:rect l="0" t="0" r="0" b="0"/>
            <a:pathLst>
              <a:path w="314115" h="162390">
                <a:moveTo>
                  <a:pt x="0" y="162390"/>
                </a:moveTo>
                <a:lnTo>
                  <a:pt x="314115" y="0"/>
                </a:lnTo>
              </a:path>
            </a:pathLst>
          </a:custGeom>
          <a:noFill/>
          <a:ln w="6194">
            <a:solidFill>
              <a:srgbClr val="46AA4C">
                <a:alpha val="17000"/>
              </a:srgbClr>
            </a:solidFill>
            <a:prstDash val="solid"/>
          </a:ln>
        </p:spPr>
      </p:sp>
      <p:sp>
        <p:nvSpPr>
          <p:cNvPr id="139" name="lumia-token-stream-curve">
            <a:extLst>
              <a:ext uri="{FF2B5EF4-FFF2-40B4-BE49-F238E27FC236}">
                <a16:creationId xmlns:a16="http://schemas.microsoft.com/office/drawing/2014/main" id="{6C7BA8BE-8019-4EAE-BBDD-E6E06EBF1225}"/>
              </a:ext>
            </a:extLst>
          </p:cNvPr>
          <p:cNvSpPr>
            <a:spLocks noGrp="1"/>
          </p:cNvSpPr>
          <p:nvPr/>
        </p:nvSpPr>
        <p:spPr>
          <a:xfrm>
            <a:off x="11875676" y="2704550"/>
            <a:ext cx="316324" cy="158659"/>
          </a:xfrm>
          <a:custGeom>
            <a:avLst/>
            <a:gdLst/>
            <a:ahLst/>
            <a:cxnLst/>
            <a:rect l="0" t="0" r="0" b="0"/>
            <a:pathLst>
              <a:path w="316324" h="158659">
                <a:moveTo>
                  <a:pt x="0" y="158659"/>
                </a:moveTo>
                <a:lnTo>
                  <a:pt x="316324" y="0"/>
                </a:lnTo>
              </a:path>
            </a:pathLst>
          </a:custGeom>
          <a:noFill/>
          <a:ln w="6202">
            <a:solidFill>
              <a:srgbClr val="34A853">
                <a:alpha val="17000"/>
              </a:srgbClr>
            </a:solidFill>
            <a:prstDash val="solid"/>
          </a:ln>
        </p:spPr>
      </p:sp>
      <p:sp>
        <p:nvSpPr>
          <p:cNvPr id="140" name="lumia-token-stream-curve">
            <a:extLst>
              <a:ext uri="{FF2B5EF4-FFF2-40B4-BE49-F238E27FC236}">
                <a16:creationId xmlns:a16="http://schemas.microsoft.com/office/drawing/2014/main" id="{F925348A-FBC1-49D6-A4E4-C674C7306BEC}"/>
              </a:ext>
            </a:extLst>
          </p:cNvPr>
          <p:cNvSpPr>
            <a:spLocks noGrp="1"/>
          </p:cNvSpPr>
          <p:nvPr/>
        </p:nvSpPr>
        <p:spPr>
          <a:xfrm>
            <a:off x="161724" y="5605956"/>
            <a:ext cx="203896" cy="9525"/>
          </a:xfrm>
          <a:custGeom>
            <a:avLst/>
            <a:gdLst/>
            <a:ahLst/>
            <a:cxnLst/>
            <a:rect l="0" t="0" r="0" b="0"/>
            <a:pathLst>
              <a:path w="203896" h="9525">
                <a:moveTo>
                  <a:pt x="0" y="8066"/>
                </a:moveTo>
                <a:lnTo>
                  <a:pt x="203896" y="0"/>
                </a:lnTo>
              </a:path>
            </a:pathLst>
          </a:custGeom>
          <a:noFill/>
          <a:ln w="4100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141" name="lumia-token-stream-curve">
            <a:extLst>
              <a:ext uri="{FF2B5EF4-FFF2-40B4-BE49-F238E27FC236}">
                <a16:creationId xmlns:a16="http://schemas.microsoft.com/office/drawing/2014/main" id="{EE0A6A4D-CE00-47F2-B5A7-02A11DB954EE}"/>
              </a:ext>
            </a:extLst>
          </p:cNvPr>
          <p:cNvSpPr>
            <a:spLocks noGrp="1"/>
          </p:cNvSpPr>
          <p:nvPr/>
        </p:nvSpPr>
        <p:spPr>
          <a:xfrm>
            <a:off x="365620" y="5597404"/>
            <a:ext cx="206522" cy="9525"/>
          </a:xfrm>
          <a:custGeom>
            <a:avLst/>
            <a:gdLst/>
            <a:ahLst/>
            <a:cxnLst/>
            <a:rect l="0" t="0" r="0" b="0"/>
            <a:pathLst>
              <a:path w="206522" h="9525">
                <a:moveTo>
                  <a:pt x="0" y="8552"/>
                </a:moveTo>
                <a:lnTo>
                  <a:pt x="206522" y="0"/>
                </a:lnTo>
              </a:path>
            </a:pathLst>
          </a:custGeom>
          <a:noFill/>
          <a:ln w="4100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142" name="lumia-token-stream-curve">
            <a:extLst>
              <a:ext uri="{FF2B5EF4-FFF2-40B4-BE49-F238E27FC236}">
                <a16:creationId xmlns:a16="http://schemas.microsoft.com/office/drawing/2014/main" id="{EFD0BBFB-963C-4005-A990-36BAE4DA68B2}"/>
              </a:ext>
            </a:extLst>
          </p:cNvPr>
          <p:cNvSpPr>
            <a:spLocks noGrp="1"/>
          </p:cNvSpPr>
          <p:nvPr/>
        </p:nvSpPr>
        <p:spPr>
          <a:xfrm>
            <a:off x="572142" y="5589444"/>
            <a:ext cx="209143" cy="9525"/>
          </a:xfrm>
          <a:custGeom>
            <a:avLst/>
            <a:gdLst/>
            <a:ahLst/>
            <a:cxnLst/>
            <a:rect l="0" t="0" r="0" b="0"/>
            <a:pathLst>
              <a:path w="209143" h="9525">
                <a:moveTo>
                  <a:pt x="0" y="7960"/>
                </a:moveTo>
                <a:lnTo>
                  <a:pt x="209143" y="0"/>
                </a:lnTo>
              </a:path>
            </a:pathLst>
          </a:custGeom>
          <a:noFill/>
          <a:ln w="4100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143" name="lumia-token-stream-curve">
            <a:extLst>
              <a:ext uri="{FF2B5EF4-FFF2-40B4-BE49-F238E27FC236}">
                <a16:creationId xmlns:a16="http://schemas.microsoft.com/office/drawing/2014/main" id="{72B03088-B67C-4471-B61E-3A2F961A4D2A}"/>
              </a:ext>
            </a:extLst>
          </p:cNvPr>
          <p:cNvSpPr>
            <a:spLocks noGrp="1"/>
          </p:cNvSpPr>
          <p:nvPr/>
        </p:nvSpPr>
        <p:spPr>
          <a:xfrm>
            <a:off x="781285" y="5583055"/>
            <a:ext cx="211761" cy="9525"/>
          </a:xfrm>
          <a:custGeom>
            <a:avLst/>
            <a:gdLst/>
            <a:ahLst/>
            <a:cxnLst/>
            <a:rect l="0" t="0" r="0" b="0"/>
            <a:pathLst>
              <a:path w="211761" h="9525">
                <a:moveTo>
                  <a:pt x="0" y="6389"/>
                </a:moveTo>
                <a:lnTo>
                  <a:pt x="211761" y="0"/>
                </a:lnTo>
              </a:path>
            </a:pathLst>
          </a:custGeom>
          <a:noFill/>
          <a:ln w="4100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144" name="lumia-token-stream-curve">
            <a:extLst>
              <a:ext uri="{FF2B5EF4-FFF2-40B4-BE49-F238E27FC236}">
                <a16:creationId xmlns:a16="http://schemas.microsoft.com/office/drawing/2014/main" id="{A214548B-70A0-4AC2-B861-6436ED308A38}"/>
              </a:ext>
            </a:extLst>
          </p:cNvPr>
          <p:cNvSpPr>
            <a:spLocks noGrp="1"/>
          </p:cNvSpPr>
          <p:nvPr/>
        </p:nvSpPr>
        <p:spPr>
          <a:xfrm>
            <a:off x="993046" y="5579026"/>
            <a:ext cx="214374" cy="9525"/>
          </a:xfrm>
          <a:custGeom>
            <a:avLst/>
            <a:gdLst/>
            <a:ahLst/>
            <a:cxnLst/>
            <a:rect l="0" t="0" r="0" b="0"/>
            <a:pathLst>
              <a:path w="214374" h="9525">
                <a:moveTo>
                  <a:pt x="0" y="4029"/>
                </a:moveTo>
                <a:lnTo>
                  <a:pt x="214374" y="0"/>
                </a:lnTo>
              </a:path>
            </a:pathLst>
          </a:custGeom>
          <a:noFill/>
          <a:ln w="4100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145" name="lumia-token-stream-curve">
            <a:extLst>
              <a:ext uri="{FF2B5EF4-FFF2-40B4-BE49-F238E27FC236}">
                <a16:creationId xmlns:a16="http://schemas.microsoft.com/office/drawing/2014/main" id="{A4773C04-F056-43F1-8664-0715B7B0B1E8}"/>
              </a:ext>
            </a:extLst>
          </p:cNvPr>
          <p:cNvSpPr>
            <a:spLocks noGrp="1"/>
          </p:cNvSpPr>
          <p:nvPr/>
        </p:nvSpPr>
        <p:spPr>
          <a:xfrm>
            <a:off x="1207419" y="5577870"/>
            <a:ext cx="216982" cy="9525"/>
          </a:xfrm>
          <a:custGeom>
            <a:avLst/>
            <a:gdLst/>
            <a:ahLst/>
            <a:cxnLst/>
            <a:rect l="0" t="0" r="0" b="0"/>
            <a:pathLst>
              <a:path w="216982" h="9525">
                <a:moveTo>
                  <a:pt x="0" y="1156"/>
                </a:moveTo>
                <a:lnTo>
                  <a:pt x="216982" y="0"/>
                </a:lnTo>
              </a:path>
            </a:pathLst>
          </a:custGeom>
          <a:noFill/>
          <a:ln w="4100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146" name="lumia-token-stream-curve">
            <a:extLst>
              <a:ext uri="{FF2B5EF4-FFF2-40B4-BE49-F238E27FC236}">
                <a16:creationId xmlns:a16="http://schemas.microsoft.com/office/drawing/2014/main" id="{2CDCC4A5-F56B-445E-925F-1F489FFFB569}"/>
              </a:ext>
            </a:extLst>
          </p:cNvPr>
          <p:cNvSpPr>
            <a:spLocks noGrp="1"/>
          </p:cNvSpPr>
          <p:nvPr/>
        </p:nvSpPr>
        <p:spPr>
          <a:xfrm>
            <a:off x="1424401" y="5577870"/>
            <a:ext cx="219586" cy="9525"/>
          </a:xfrm>
          <a:custGeom>
            <a:avLst/>
            <a:gdLst/>
            <a:ahLst/>
            <a:cxnLst/>
            <a:rect l="0" t="0" r="0" b="0"/>
            <a:pathLst>
              <a:path w="219586" h="9525">
                <a:moveTo>
                  <a:pt x="0" y="0"/>
                </a:moveTo>
                <a:lnTo>
                  <a:pt x="219586" y="1884"/>
                </a:lnTo>
              </a:path>
            </a:pathLst>
          </a:custGeom>
          <a:noFill/>
          <a:ln w="4100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147" name="lumia-token-stream-curve">
            <a:extLst>
              <a:ext uri="{FF2B5EF4-FFF2-40B4-BE49-F238E27FC236}">
                <a16:creationId xmlns:a16="http://schemas.microsoft.com/office/drawing/2014/main" id="{1457AF0D-2650-46F8-AC01-0CBE36CE4F41}"/>
              </a:ext>
            </a:extLst>
          </p:cNvPr>
          <p:cNvSpPr>
            <a:spLocks noGrp="1"/>
          </p:cNvSpPr>
          <p:nvPr/>
        </p:nvSpPr>
        <p:spPr>
          <a:xfrm>
            <a:off x="1643987" y="5579754"/>
            <a:ext cx="222186" cy="9525"/>
          </a:xfrm>
          <a:custGeom>
            <a:avLst/>
            <a:gdLst/>
            <a:ahLst/>
            <a:cxnLst/>
            <a:rect l="0" t="0" r="0" b="0"/>
            <a:pathLst>
              <a:path w="222186" h="9525">
                <a:moveTo>
                  <a:pt x="0" y="0"/>
                </a:moveTo>
                <a:lnTo>
                  <a:pt x="222186" y="4690"/>
                </a:lnTo>
              </a:path>
            </a:pathLst>
          </a:custGeom>
          <a:noFill/>
          <a:ln w="4100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148" name="lumia-token-stream-curve">
            <a:extLst>
              <a:ext uri="{FF2B5EF4-FFF2-40B4-BE49-F238E27FC236}">
                <a16:creationId xmlns:a16="http://schemas.microsoft.com/office/drawing/2014/main" id="{1F1AA717-3E35-4B46-8930-C363F2EBE85A}"/>
              </a:ext>
            </a:extLst>
          </p:cNvPr>
          <p:cNvSpPr>
            <a:spLocks noGrp="1"/>
          </p:cNvSpPr>
          <p:nvPr/>
        </p:nvSpPr>
        <p:spPr>
          <a:xfrm>
            <a:off x="1866173" y="5584444"/>
            <a:ext cx="224781" cy="9525"/>
          </a:xfrm>
          <a:custGeom>
            <a:avLst/>
            <a:gdLst/>
            <a:ahLst/>
            <a:cxnLst/>
            <a:rect l="0" t="0" r="0" b="0"/>
            <a:pathLst>
              <a:path w="224781" h="9525">
                <a:moveTo>
                  <a:pt x="0" y="0"/>
                </a:moveTo>
                <a:lnTo>
                  <a:pt x="224781" y="6844"/>
                </a:lnTo>
              </a:path>
            </a:pathLst>
          </a:custGeom>
          <a:noFill/>
          <a:ln w="4100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149" name="lumia-token-stream-curve">
            <a:extLst>
              <a:ext uri="{FF2B5EF4-FFF2-40B4-BE49-F238E27FC236}">
                <a16:creationId xmlns:a16="http://schemas.microsoft.com/office/drawing/2014/main" id="{414ECBCE-5ABB-464F-B452-7CAB21CD4BC3}"/>
              </a:ext>
            </a:extLst>
          </p:cNvPr>
          <p:cNvSpPr>
            <a:spLocks noGrp="1"/>
          </p:cNvSpPr>
          <p:nvPr/>
        </p:nvSpPr>
        <p:spPr>
          <a:xfrm>
            <a:off x="2090954" y="5591288"/>
            <a:ext cx="227372" cy="9525"/>
          </a:xfrm>
          <a:custGeom>
            <a:avLst/>
            <a:gdLst/>
            <a:ahLst/>
            <a:cxnLst/>
            <a:rect l="0" t="0" r="0" b="0"/>
            <a:pathLst>
              <a:path w="227372" h="9525">
                <a:moveTo>
                  <a:pt x="0" y="0"/>
                </a:moveTo>
                <a:lnTo>
                  <a:pt x="227372" y="7937"/>
                </a:lnTo>
              </a:path>
            </a:pathLst>
          </a:custGeom>
          <a:noFill/>
          <a:ln w="4100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150" name="lumia-token-stream-curve">
            <a:extLst>
              <a:ext uri="{FF2B5EF4-FFF2-40B4-BE49-F238E27FC236}">
                <a16:creationId xmlns:a16="http://schemas.microsoft.com/office/drawing/2014/main" id="{1BEA60FC-9144-48E3-91F2-8DD28087E0DC}"/>
              </a:ext>
            </a:extLst>
          </p:cNvPr>
          <p:cNvSpPr>
            <a:spLocks noGrp="1"/>
          </p:cNvSpPr>
          <p:nvPr/>
        </p:nvSpPr>
        <p:spPr>
          <a:xfrm>
            <a:off x="2318326" y="5599225"/>
            <a:ext cx="229958" cy="9525"/>
          </a:xfrm>
          <a:custGeom>
            <a:avLst/>
            <a:gdLst/>
            <a:ahLst/>
            <a:cxnLst/>
            <a:rect l="0" t="0" r="0" b="0"/>
            <a:pathLst>
              <a:path w="229958" h="9525">
                <a:moveTo>
                  <a:pt x="0" y="0"/>
                </a:moveTo>
                <a:lnTo>
                  <a:pt x="229958" y="7612"/>
                </a:lnTo>
              </a:path>
            </a:pathLst>
          </a:custGeom>
          <a:noFill/>
          <a:ln w="4100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151" name="lumia-token-stream-curve">
            <a:extLst>
              <a:ext uri="{FF2B5EF4-FFF2-40B4-BE49-F238E27FC236}">
                <a16:creationId xmlns:a16="http://schemas.microsoft.com/office/drawing/2014/main" id="{13A164D1-DAA1-4F0F-BD20-325C376E8EE8}"/>
              </a:ext>
            </a:extLst>
          </p:cNvPr>
          <p:cNvSpPr>
            <a:spLocks noGrp="1"/>
          </p:cNvSpPr>
          <p:nvPr/>
        </p:nvSpPr>
        <p:spPr>
          <a:xfrm>
            <a:off x="2548284" y="5606836"/>
            <a:ext cx="232540" cy="9525"/>
          </a:xfrm>
          <a:custGeom>
            <a:avLst/>
            <a:gdLst/>
            <a:ahLst/>
            <a:cxnLst/>
            <a:rect l="0" t="0" r="0" b="0"/>
            <a:pathLst>
              <a:path w="232540" h="9525">
                <a:moveTo>
                  <a:pt x="0" y="0"/>
                </a:moveTo>
                <a:lnTo>
                  <a:pt x="232540" y="5599"/>
                </a:lnTo>
              </a:path>
            </a:pathLst>
          </a:custGeom>
          <a:noFill/>
          <a:ln w="4100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152" name="lumia-token-stream-curve">
            <a:extLst>
              <a:ext uri="{FF2B5EF4-FFF2-40B4-BE49-F238E27FC236}">
                <a16:creationId xmlns:a16="http://schemas.microsoft.com/office/drawing/2014/main" id="{D3E5B3EB-3B9B-4C2D-A152-DC4B6F312AF4}"/>
              </a:ext>
            </a:extLst>
          </p:cNvPr>
          <p:cNvSpPr>
            <a:spLocks noGrp="1"/>
          </p:cNvSpPr>
          <p:nvPr/>
        </p:nvSpPr>
        <p:spPr>
          <a:xfrm>
            <a:off x="2780824" y="5612436"/>
            <a:ext cx="235118" cy="9525"/>
          </a:xfrm>
          <a:custGeom>
            <a:avLst/>
            <a:gdLst/>
            <a:ahLst/>
            <a:cxnLst/>
            <a:rect l="0" t="0" r="0" b="0"/>
            <a:pathLst>
              <a:path w="235118" h="9525">
                <a:moveTo>
                  <a:pt x="0" y="0"/>
                </a:moveTo>
                <a:lnTo>
                  <a:pt x="235118" y="1754"/>
                </a:lnTo>
              </a:path>
            </a:pathLst>
          </a:custGeom>
          <a:noFill/>
          <a:ln w="4100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153" name="lumia-token-stream-curve">
            <a:extLst>
              <a:ext uri="{FF2B5EF4-FFF2-40B4-BE49-F238E27FC236}">
                <a16:creationId xmlns:a16="http://schemas.microsoft.com/office/drawing/2014/main" id="{3B898D3C-21C3-4EB4-9939-2A5E912A53BF}"/>
              </a:ext>
            </a:extLst>
          </p:cNvPr>
          <p:cNvSpPr>
            <a:spLocks noGrp="1"/>
          </p:cNvSpPr>
          <p:nvPr/>
        </p:nvSpPr>
        <p:spPr>
          <a:xfrm>
            <a:off x="3015942" y="5610265"/>
            <a:ext cx="237691" cy="9525"/>
          </a:xfrm>
          <a:custGeom>
            <a:avLst/>
            <a:gdLst/>
            <a:ahLst/>
            <a:cxnLst/>
            <a:rect l="0" t="0" r="0" b="0"/>
            <a:pathLst>
              <a:path w="237691" h="9525">
                <a:moveTo>
                  <a:pt x="0" y="3924"/>
                </a:moveTo>
                <a:lnTo>
                  <a:pt x="237691" y="0"/>
                </a:lnTo>
              </a:path>
            </a:pathLst>
          </a:custGeom>
          <a:noFill/>
          <a:ln w="4100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154" name="lumia-token-stream-curve">
            <a:extLst>
              <a:ext uri="{FF2B5EF4-FFF2-40B4-BE49-F238E27FC236}">
                <a16:creationId xmlns:a16="http://schemas.microsoft.com/office/drawing/2014/main" id="{98D7A9F7-E96F-4F06-93F1-E8CF1623F3EC}"/>
              </a:ext>
            </a:extLst>
          </p:cNvPr>
          <p:cNvSpPr>
            <a:spLocks noGrp="1"/>
          </p:cNvSpPr>
          <p:nvPr/>
        </p:nvSpPr>
        <p:spPr>
          <a:xfrm>
            <a:off x="3253633" y="5598997"/>
            <a:ext cx="240260" cy="11269"/>
          </a:xfrm>
          <a:custGeom>
            <a:avLst/>
            <a:gdLst/>
            <a:ahLst/>
            <a:cxnLst/>
            <a:rect l="0" t="0" r="0" b="0"/>
            <a:pathLst>
              <a:path w="240260" h="11269">
                <a:moveTo>
                  <a:pt x="0" y="11269"/>
                </a:moveTo>
                <a:lnTo>
                  <a:pt x="240260" y="0"/>
                </a:lnTo>
              </a:path>
            </a:pathLst>
          </a:custGeom>
          <a:noFill/>
          <a:ln w="4100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155" name="lumia-token-stream-curve">
            <a:extLst>
              <a:ext uri="{FF2B5EF4-FFF2-40B4-BE49-F238E27FC236}">
                <a16:creationId xmlns:a16="http://schemas.microsoft.com/office/drawing/2014/main" id="{AB5B5196-BA4B-45F7-8DE2-B1EEC399D82E}"/>
              </a:ext>
            </a:extLst>
          </p:cNvPr>
          <p:cNvSpPr>
            <a:spLocks noGrp="1"/>
          </p:cNvSpPr>
          <p:nvPr/>
        </p:nvSpPr>
        <p:spPr>
          <a:xfrm>
            <a:off x="3493893" y="5579045"/>
            <a:ext cx="242824" cy="19952"/>
          </a:xfrm>
          <a:custGeom>
            <a:avLst/>
            <a:gdLst/>
            <a:ahLst/>
            <a:cxnLst/>
            <a:rect l="0" t="0" r="0" b="0"/>
            <a:pathLst>
              <a:path w="242824" h="19952">
                <a:moveTo>
                  <a:pt x="0" y="19952"/>
                </a:moveTo>
                <a:lnTo>
                  <a:pt x="242824" y="0"/>
                </a:lnTo>
              </a:path>
            </a:pathLst>
          </a:custGeom>
          <a:noFill/>
          <a:ln w="4100">
            <a:solidFill>
              <a:srgbClr val="893E75">
                <a:alpha val="9000"/>
              </a:srgbClr>
            </a:solidFill>
            <a:prstDash val="solid"/>
          </a:ln>
        </p:spPr>
      </p:sp>
      <p:sp>
        <p:nvSpPr>
          <p:cNvPr id="156" name="lumia-token-stream-curve">
            <a:extLst>
              <a:ext uri="{FF2B5EF4-FFF2-40B4-BE49-F238E27FC236}">
                <a16:creationId xmlns:a16="http://schemas.microsoft.com/office/drawing/2014/main" id="{166F287C-D276-4720-AF32-E097D8D34623}"/>
              </a:ext>
            </a:extLst>
          </p:cNvPr>
          <p:cNvSpPr>
            <a:spLocks noGrp="1"/>
          </p:cNvSpPr>
          <p:nvPr/>
        </p:nvSpPr>
        <p:spPr>
          <a:xfrm>
            <a:off x="3736717" y="5549546"/>
            <a:ext cx="245384" cy="29499"/>
          </a:xfrm>
          <a:custGeom>
            <a:avLst/>
            <a:gdLst/>
            <a:ahLst/>
            <a:cxnLst/>
            <a:rect l="0" t="0" r="0" b="0"/>
            <a:pathLst>
              <a:path w="245384" h="29499">
                <a:moveTo>
                  <a:pt x="0" y="29499"/>
                </a:moveTo>
                <a:lnTo>
                  <a:pt x="245384" y="0"/>
                </a:lnTo>
              </a:path>
            </a:pathLst>
          </a:custGeom>
          <a:noFill/>
          <a:ln w="4100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157" name="lumia-token-stream-curve">
            <a:extLst>
              <a:ext uri="{FF2B5EF4-FFF2-40B4-BE49-F238E27FC236}">
                <a16:creationId xmlns:a16="http://schemas.microsoft.com/office/drawing/2014/main" id="{A5247668-F321-4500-97D2-889C207A770F}"/>
              </a:ext>
            </a:extLst>
          </p:cNvPr>
          <p:cNvSpPr>
            <a:spLocks noGrp="1"/>
          </p:cNvSpPr>
          <p:nvPr/>
        </p:nvSpPr>
        <p:spPr>
          <a:xfrm>
            <a:off x="3982101" y="5510224"/>
            <a:ext cx="247940" cy="39322"/>
          </a:xfrm>
          <a:custGeom>
            <a:avLst/>
            <a:gdLst/>
            <a:ahLst/>
            <a:cxnLst/>
            <a:rect l="0" t="0" r="0" b="0"/>
            <a:pathLst>
              <a:path w="247940" h="39322">
                <a:moveTo>
                  <a:pt x="0" y="39322"/>
                </a:moveTo>
                <a:lnTo>
                  <a:pt x="247940" y="0"/>
                </a:lnTo>
              </a:path>
            </a:pathLst>
          </a:custGeom>
          <a:noFill/>
          <a:ln w="4113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158" name="lumia-token-stream-curve">
            <a:extLst>
              <a:ext uri="{FF2B5EF4-FFF2-40B4-BE49-F238E27FC236}">
                <a16:creationId xmlns:a16="http://schemas.microsoft.com/office/drawing/2014/main" id="{A545A904-1687-44F9-88C8-A328DBFADF06}"/>
              </a:ext>
            </a:extLst>
          </p:cNvPr>
          <p:cNvSpPr>
            <a:spLocks noGrp="1"/>
          </p:cNvSpPr>
          <p:nvPr/>
        </p:nvSpPr>
        <p:spPr>
          <a:xfrm>
            <a:off x="4230041" y="5461451"/>
            <a:ext cx="250491" cy="48773"/>
          </a:xfrm>
          <a:custGeom>
            <a:avLst/>
            <a:gdLst/>
            <a:ahLst/>
            <a:cxnLst/>
            <a:rect l="0" t="0" r="0" b="0"/>
            <a:pathLst>
              <a:path w="250491" h="48773">
                <a:moveTo>
                  <a:pt x="0" y="48773"/>
                </a:moveTo>
                <a:lnTo>
                  <a:pt x="250491" y="0"/>
                </a:lnTo>
              </a:path>
            </a:pathLst>
          </a:custGeom>
          <a:noFill/>
          <a:ln w="4141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159" name="lumia-token-stream-curve">
            <a:extLst>
              <a:ext uri="{FF2B5EF4-FFF2-40B4-BE49-F238E27FC236}">
                <a16:creationId xmlns:a16="http://schemas.microsoft.com/office/drawing/2014/main" id="{1AF42989-945A-4046-AF5C-B0B67704DAC0}"/>
              </a:ext>
            </a:extLst>
          </p:cNvPr>
          <p:cNvSpPr>
            <a:spLocks noGrp="1"/>
          </p:cNvSpPr>
          <p:nvPr/>
        </p:nvSpPr>
        <p:spPr>
          <a:xfrm>
            <a:off x="4480531" y="5404248"/>
            <a:ext cx="253038" cy="57203"/>
          </a:xfrm>
          <a:custGeom>
            <a:avLst/>
            <a:gdLst/>
            <a:ahLst/>
            <a:cxnLst/>
            <a:rect l="0" t="0" r="0" b="0"/>
            <a:pathLst>
              <a:path w="253038" h="57203">
                <a:moveTo>
                  <a:pt x="0" y="57203"/>
                </a:moveTo>
                <a:lnTo>
                  <a:pt x="253038" y="0"/>
                </a:lnTo>
              </a:path>
            </a:pathLst>
          </a:custGeom>
          <a:noFill/>
          <a:ln w="4184">
            <a:solidFill>
              <a:srgbClr val="BD4153">
                <a:alpha val="10000"/>
              </a:srgbClr>
            </a:solidFill>
            <a:prstDash val="solid"/>
          </a:ln>
        </p:spPr>
      </p:sp>
      <p:sp>
        <p:nvSpPr>
          <p:cNvPr id="160" name="lumia-token-stream-curve">
            <a:extLst>
              <a:ext uri="{FF2B5EF4-FFF2-40B4-BE49-F238E27FC236}">
                <a16:creationId xmlns:a16="http://schemas.microsoft.com/office/drawing/2014/main" id="{F374747E-C2E2-43B8-8A13-00EEE97834BF}"/>
              </a:ext>
            </a:extLst>
          </p:cNvPr>
          <p:cNvSpPr>
            <a:spLocks noGrp="1"/>
          </p:cNvSpPr>
          <p:nvPr/>
        </p:nvSpPr>
        <p:spPr>
          <a:xfrm>
            <a:off x="4733569" y="5340213"/>
            <a:ext cx="255580" cy="64035"/>
          </a:xfrm>
          <a:custGeom>
            <a:avLst/>
            <a:gdLst/>
            <a:ahLst/>
            <a:cxnLst/>
            <a:rect l="0" t="0" r="0" b="0"/>
            <a:pathLst>
              <a:path w="255580" h="64035">
                <a:moveTo>
                  <a:pt x="0" y="64035"/>
                </a:moveTo>
                <a:lnTo>
                  <a:pt x="255580" y="0"/>
                </a:lnTo>
              </a:path>
            </a:pathLst>
          </a:custGeom>
          <a:noFill/>
          <a:ln w="4241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161" name="lumia-token-stream-curve">
            <a:extLst>
              <a:ext uri="{FF2B5EF4-FFF2-40B4-BE49-F238E27FC236}">
                <a16:creationId xmlns:a16="http://schemas.microsoft.com/office/drawing/2014/main" id="{ECC7C536-E56C-48C0-96EE-A909BE7477B4}"/>
              </a:ext>
            </a:extLst>
          </p:cNvPr>
          <p:cNvSpPr>
            <a:spLocks noGrp="1"/>
          </p:cNvSpPr>
          <p:nvPr/>
        </p:nvSpPr>
        <p:spPr>
          <a:xfrm>
            <a:off x="4989149" y="5271383"/>
            <a:ext cx="258118" cy="68830"/>
          </a:xfrm>
          <a:custGeom>
            <a:avLst/>
            <a:gdLst/>
            <a:ahLst/>
            <a:cxnLst/>
            <a:rect l="0" t="0" r="0" b="0"/>
            <a:pathLst>
              <a:path w="258118" h="68830">
                <a:moveTo>
                  <a:pt x="0" y="68830"/>
                </a:moveTo>
                <a:lnTo>
                  <a:pt x="258118" y="0"/>
                </a:lnTo>
              </a:path>
            </a:pathLst>
          </a:custGeom>
          <a:noFill/>
          <a:ln w="4309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162" name="lumia-token-stream-curve">
            <a:extLst>
              <a:ext uri="{FF2B5EF4-FFF2-40B4-BE49-F238E27FC236}">
                <a16:creationId xmlns:a16="http://schemas.microsoft.com/office/drawing/2014/main" id="{7BDA9A26-2F87-48E4-B7BC-3958602EBFA8}"/>
              </a:ext>
            </a:extLst>
          </p:cNvPr>
          <p:cNvSpPr>
            <a:spLocks noGrp="1"/>
          </p:cNvSpPr>
          <p:nvPr/>
        </p:nvSpPr>
        <p:spPr>
          <a:xfrm>
            <a:off x="5247266" y="5200032"/>
            <a:ext cx="260651" cy="71352"/>
          </a:xfrm>
          <a:custGeom>
            <a:avLst/>
            <a:gdLst/>
            <a:ahLst/>
            <a:cxnLst/>
            <a:rect l="0" t="0" r="0" b="0"/>
            <a:pathLst>
              <a:path w="260651" h="71352">
                <a:moveTo>
                  <a:pt x="0" y="71352"/>
                </a:moveTo>
                <a:lnTo>
                  <a:pt x="260651" y="0"/>
                </a:lnTo>
              </a:path>
            </a:pathLst>
          </a:custGeom>
          <a:noFill/>
          <a:ln w="4389">
            <a:solidFill>
              <a:srgbClr val="E44339">
                <a:alpha val="11000"/>
              </a:srgbClr>
            </a:solidFill>
            <a:prstDash val="solid"/>
          </a:ln>
        </p:spPr>
      </p:sp>
      <p:sp>
        <p:nvSpPr>
          <p:cNvPr id="163" name="lumia-token-stream-curve">
            <a:extLst>
              <a:ext uri="{FF2B5EF4-FFF2-40B4-BE49-F238E27FC236}">
                <a16:creationId xmlns:a16="http://schemas.microsoft.com/office/drawing/2014/main" id="{25E47602-9982-47FF-945A-047F68885D2D}"/>
              </a:ext>
            </a:extLst>
          </p:cNvPr>
          <p:cNvSpPr>
            <a:spLocks noGrp="1"/>
          </p:cNvSpPr>
          <p:nvPr/>
        </p:nvSpPr>
        <p:spPr>
          <a:xfrm>
            <a:off x="5507918" y="5128421"/>
            <a:ext cx="263180" cy="71611"/>
          </a:xfrm>
          <a:custGeom>
            <a:avLst/>
            <a:gdLst/>
            <a:ahLst/>
            <a:cxnLst/>
            <a:rect l="0" t="0" r="0" b="0"/>
            <a:pathLst>
              <a:path w="263180" h="71611">
                <a:moveTo>
                  <a:pt x="0" y="71611"/>
                </a:moveTo>
                <a:lnTo>
                  <a:pt x="263180" y="0"/>
                </a:lnTo>
              </a:path>
            </a:pathLst>
          </a:custGeom>
          <a:noFill/>
          <a:ln w="4478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164" name="lumia-token-stream-curve">
            <a:extLst>
              <a:ext uri="{FF2B5EF4-FFF2-40B4-BE49-F238E27FC236}">
                <a16:creationId xmlns:a16="http://schemas.microsoft.com/office/drawing/2014/main" id="{7076A54A-D5A7-4700-9BB9-E8AE560BF50D}"/>
              </a:ext>
            </a:extLst>
          </p:cNvPr>
          <p:cNvSpPr>
            <a:spLocks noGrp="1"/>
          </p:cNvSpPr>
          <p:nvPr/>
        </p:nvSpPr>
        <p:spPr>
          <a:xfrm>
            <a:off x="5771098" y="5058537"/>
            <a:ext cx="265705" cy="69884"/>
          </a:xfrm>
          <a:custGeom>
            <a:avLst/>
            <a:gdLst/>
            <a:ahLst/>
            <a:cxnLst/>
            <a:rect l="0" t="0" r="0" b="0"/>
            <a:pathLst>
              <a:path w="265705" h="69884">
                <a:moveTo>
                  <a:pt x="0" y="69884"/>
                </a:moveTo>
                <a:lnTo>
                  <a:pt x="265705" y="0"/>
                </a:lnTo>
              </a:path>
            </a:pathLst>
          </a:custGeom>
          <a:noFill/>
          <a:ln w="4577">
            <a:solidFill>
              <a:srgbClr val="EC532F">
                <a:alpha val="12000"/>
              </a:srgbClr>
            </a:solidFill>
            <a:prstDash val="solid"/>
          </a:ln>
        </p:spPr>
      </p:sp>
      <p:sp>
        <p:nvSpPr>
          <p:cNvPr id="165" name="lumia-token-stream-curve">
            <a:extLst>
              <a:ext uri="{FF2B5EF4-FFF2-40B4-BE49-F238E27FC236}">
                <a16:creationId xmlns:a16="http://schemas.microsoft.com/office/drawing/2014/main" id="{C02F37B7-3539-47E9-9F8C-BB448ABC229C}"/>
              </a:ext>
            </a:extLst>
          </p:cNvPr>
          <p:cNvSpPr>
            <a:spLocks noGrp="1"/>
          </p:cNvSpPr>
          <p:nvPr/>
        </p:nvSpPr>
        <p:spPr>
          <a:xfrm>
            <a:off x="6036803" y="4991828"/>
            <a:ext cx="268225" cy="66708"/>
          </a:xfrm>
          <a:custGeom>
            <a:avLst/>
            <a:gdLst/>
            <a:ahLst/>
            <a:cxnLst/>
            <a:rect l="0" t="0" r="0" b="0"/>
            <a:pathLst>
              <a:path w="268225" h="66708">
                <a:moveTo>
                  <a:pt x="0" y="66708"/>
                </a:moveTo>
                <a:lnTo>
                  <a:pt x="268225" y="0"/>
                </a:lnTo>
              </a:path>
            </a:pathLst>
          </a:custGeom>
          <a:noFill/>
          <a:ln w="4682">
            <a:solidFill>
              <a:srgbClr val="EE5E2A">
                <a:alpha val="12000"/>
              </a:srgbClr>
            </a:solidFill>
            <a:prstDash val="solid"/>
          </a:ln>
        </p:spPr>
      </p:sp>
      <p:sp>
        <p:nvSpPr>
          <p:cNvPr id="166" name="lumia-token-stream-curve">
            <a:extLst>
              <a:ext uri="{FF2B5EF4-FFF2-40B4-BE49-F238E27FC236}">
                <a16:creationId xmlns:a16="http://schemas.microsoft.com/office/drawing/2014/main" id="{137436AD-EC37-4555-8362-CEAAE78F7797}"/>
              </a:ext>
            </a:extLst>
          </p:cNvPr>
          <p:cNvSpPr>
            <a:spLocks noGrp="1"/>
          </p:cNvSpPr>
          <p:nvPr/>
        </p:nvSpPr>
        <p:spPr>
          <a:xfrm>
            <a:off x="6305028" y="4928993"/>
            <a:ext cx="270741" cy="62835"/>
          </a:xfrm>
          <a:custGeom>
            <a:avLst/>
            <a:gdLst/>
            <a:ahLst/>
            <a:cxnLst/>
            <a:rect l="0" t="0" r="0" b="0"/>
            <a:pathLst>
              <a:path w="270741" h="62835">
                <a:moveTo>
                  <a:pt x="0" y="62835"/>
                </a:moveTo>
                <a:lnTo>
                  <a:pt x="270741" y="0"/>
                </a:lnTo>
              </a:path>
            </a:pathLst>
          </a:custGeom>
          <a:noFill/>
          <a:ln w="4794">
            <a:solidFill>
              <a:srgbClr val="EF6926">
                <a:alpha val="13000"/>
              </a:srgbClr>
            </a:solidFill>
            <a:prstDash val="solid"/>
          </a:ln>
        </p:spPr>
      </p:sp>
      <p:sp>
        <p:nvSpPr>
          <p:cNvPr id="167" name="lumia-token-stream-curve">
            <a:extLst>
              <a:ext uri="{FF2B5EF4-FFF2-40B4-BE49-F238E27FC236}">
                <a16:creationId xmlns:a16="http://schemas.microsoft.com/office/drawing/2014/main" id="{699024F2-89AF-4070-95E3-D1794E4B5253}"/>
              </a:ext>
            </a:extLst>
          </p:cNvPr>
          <p:cNvSpPr>
            <a:spLocks noGrp="1"/>
          </p:cNvSpPr>
          <p:nvPr/>
        </p:nvSpPr>
        <p:spPr>
          <a:xfrm>
            <a:off x="6575769" y="4869830"/>
            <a:ext cx="273253" cy="59163"/>
          </a:xfrm>
          <a:custGeom>
            <a:avLst/>
            <a:gdLst/>
            <a:ahLst/>
            <a:cxnLst/>
            <a:rect l="0" t="0" r="0" b="0"/>
            <a:pathLst>
              <a:path w="273253" h="59163">
                <a:moveTo>
                  <a:pt x="0" y="59163"/>
                </a:moveTo>
                <a:lnTo>
                  <a:pt x="273253" y="0"/>
                </a:lnTo>
              </a:path>
            </a:pathLst>
          </a:custGeom>
          <a:noFill/>
          <a:ln w="4912">
            <a:solidFill>
              <a:srgbClr val="F17322">
                <a:alpha val="13000"/>
              </a:srgbClr>
            </a:solidFill>
            <a:prstDash val="solid"/>
          </a:ln>
        </p:spPr>
      </p:sp>
      <p:sp>
        <p:nvSpPr>
          <p:cNvPr id="168" name="lumia-token-stream-curve">
            <a:extLst>
              <a:ext uri="{FF2B5EF4-FFF2-40B4-BE49-F238E27FC236}">
                <a16:creationId xmlns:a16="http://schemas.microsoft.com/office/drawing/2014/main" id="{AB62C615-31F5-4204-B48C-FC9173199A43}"/>
              </a:ext>
            </a:extLst>
          </p:cNvPr>
          <p:cNvSpPr>
            <a:spLocks noGrp="1"/>
          </p:cNvSpPr>
          <p:nvPr/>
        </p:nvSpPr>
        <p:spPr>
          <a:xfrm>
            <a:off x="6849022" y="4813198"/>
            <a:ext cx="275760" cy="56632"/>
          </a:xfrm>
          <a:custGeom>
            <a:avLst/>
            <a:gdLst/>
            <a:ahLst/>
            <a:cxnLst/>
            <a:rect l="0" t="0" r="0" b="0"/>
            <a:pathLst>
              <a:path w="275760" h="56632">
                <a:moveTo>
                  <a:pt x="0" y="56632"/>
                </a:moveTo>
                <a:lnTo>
                  <a:pt x="275760" y="0"/>
                </a:lnTo>
              </a:path>
            </a:pathLst>
          </a:custGeom>
          <a:noFill/>
          <a:ln w="5033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169" name="lumia-token-stream-curve">
            <a:extLst>
              <a:ext uri="{FF2B5EF4-FFF2-40B4-BE49-F238E27FC236}">
                <a16:creationId xmlns:a16="http://schemas.microsoft.com/office/drawing/2014/main" id="{8D946E63-C944-4223-96EE-6C429FAACEED}"/>
              </a:ext>
            </a:extLst>
          </p:cNvPr>
          <p:cNvSpPr>
            <a:spLocks noGrp="1"/>
          </p:cNvSpPr>
          <p:nvPr/>
        </p:nvSpPr>
        <p:spPr>
          <a:xfrm>
            <a:off x="7124782" y="4757079"/>
            <a:ext cx="278262" cy="56119"/>
          </a:xfrm>
          <a:custGeom>
            <a:avLst/>
            <a:gdLst/>
            <a:ahLst/>
            <a:cxnLst/>
            <a:rect l="0" t="0" r="0" b="0"/>
            <a:pathLst>
              <a:path w="278262" h="56119">
                <a:moveTo>
                  <a:pt x="0" y="56119"/>
                </a:moveTo>
                <a:lnTo>
                  <a:pt x="278262" y="0"/>
                </a:lnTo>
              </a:path>
            </a:pathLst>
          </a:custGeom>
          <a:noFill/>
          <a:ln w="5157">
            <a:solidFill>
              <a:srgbClr val="F48919">
                <a:alpha val="14000"/>
              </a:srgbClr>
            </a:solidFill>
            <a:prstDash val="solid"/>
          </a:ln>
        </p:spPr>
      </p:sp>
      <p:sp>
        <p:nvSpPr>
          <p:cNvPr id="170" name="lumia-token-stream-curve">
            <a:extLst>
              <a:ext uri="{FF2B5EF4-FFF2-40B4-BE49-F238E27FC236}">
                <a16:creationId xmlns:a16="http://schemas.microsoft.com/office/drawing/2014/main" id="{7EDBA8C7-C4CB-4941-B1E5-F7C8C0160A07}"/>
              </a:ext>
            </a:extLst>
          </p:cNvPr>
          <p:cNvSpPr>
            <a:spLocks noGrp="1"/>
          </p:cNvSpPr>
          <p:nvPr/>
        </p:nvSpPr>
        <p:spPr>
          <a:xfrm>
            <a:off x="7403044" y="4698766"/>
            <a:ext cx="280760" cy="58312"/>
          </a:xfrm>
          <a:custGeom>
            <a:avLst/>
            <a:gdLst/>
            <a:ahLst/>
            <a:cxnLst/>
            <a:rect l="0" t="0" r="0" b="0"/>
            <a:pathLst>
              <a:path w="280760" h="58312">
                <a:moveTo>
                  <a:pt x="0" y="58312"/>
                </a:moveTo>
                <a:lnTo>
                  <a:pt x="280760" y="0"/>
                </a:lnTo>
              </a:path>
            </a:pathLst>
          </a:custGeom>
          <a:noFill/>
          <a:ln w="5283">
            <a:solidFill>
              <a:srgbClr val="F59415">
                <a:alpha val="14000"/>
              </a:srgbClr>
            </a:solidFill>
            <a:prstDash val="solid"/>
          </a:ln>
        </p:spPr>
      </p:sp>
      <p:sp>
        <p:nvSpPr>
          <p:cNvPr id="171" name="lumia-token-stream-curve">
            <a:extLst>
              <a:ext uri="{FF2B5EF4-FFF2-40B4-BE49-F238E27FC236}">
                <a16:creationId xmlns:a16="http://schemas.microsoft.com/office/drawing/2014/main" id="{DFDE4E57-C2C6-4DBE-B7A8-C6E9575D77C8}"/>
              </a:ext>
            </a:extLst>
          </p:cNvPr>
          <p:cNvSpPr>
            <a:spLocks noGrp="1"/>
          </p:cNvSpPr>
          <p:nvPr/>
        </p:nvSpPr>
        <p:spPr>
          <a:xfrm>
            <a:off x="7683805" y="4635156"/>
            <a:ext cx="283254" cy="63610"/>
          </a:xfrm>
          <a:custGeom>
            <a:avLst/>
            <a:gdLst/>
            <a:ahLst/>
            <a:cxnLst/>
            <a:rect l="0" t="0" r="0" b="0"/>
            <a:pathLst>
              <a:path w="283254" h="63610">
                <a:moveTo>
                  <a:pt x="0" y="63610"/>
                </a:moveTo>
                <a:lnTo>
                  <a:pt x="283254" y="0"/>
                </a:lnTo>
              </a:path>
            </a:pathLst>
          </a:custGeom>
          <a:noFill/>
          <a:ln w="5409">
            <a:solidFill>
              <a:srgbClr val="F79E11">
                <a:alpha val="15000"/>
              </a:srgbClr>
            </a:solidFill>
            <a:prstDash val="solid"/>
          </a:ln>
        </p:spPr>
      </p:sp>
      <p:sp>
        <p:nvSpPr>
          <p:cNvPr id="172" name="lumia-token-stream-curve">
            <a:extLst>
              <a:ext uri="{FF2B5EF4-FFF2-40B4-BE49-F238E27FC236}">
                <a16:creationId xmlns:a16="http://schemas.microsoft.com/office/drawing/2014/main" id="{457ED76B-FD98-4F22-9648-98C7FA4C0D89}"/>
              </a:ext>
            </a:extLst>
          </p:cNvPr>
          <p:cNvSpPr>
            <a:spLocks noGrp="1"/>
          </p:cNvSpPr>
          <p:nvPr/>
        </p:nvSpPr>
        <p:spPr>
          <a:xfrm>
            <a:off x="7967059" y="4563110"/>
            <a:ext cx="285744" cy="72046"/>
          </a:xfrm>
          <a:custGeom>
            <a:avLst/>
            <a:gdLst/>
            <a:ahLst/>
            <a:cxnLst/>
            <a:rect l="0" t="0" r="0" b="0"/>
            <a:pathLst>
              <a:path w="285744" h="72046">
                <a:moveTo>
                  <a:pt x="0" y="72046"/>
                </a:moveTo>
                <a:lnTo>
                  <a:pt x="285744" y="0"/>
                </a:lnTo>
              </a:path>
            </a:pathLst>
          </a:custGeom>
          <a:noFill/>
          <a:ln w="5534">
            <a:solidFill>
              <a:srgbClr val="F8A90C">
                <a:alpha val="15000"/>
              </a:srgbClr>
            </a:solidFill>
            <a:prstDash val="solid"/>
          </a:ln>
        </p:spPr>
      </p:sp>
      <p:sp>
        <p:nvSpPr>
          <p:cNvPr id="173" name="lumia-token-stream-curve">
            <a:extLst>
              <a:ext uri="{FF2B5EF4-FFF2-40B4-BE49-F238E27FC236}">
                <a16:creationId xmlns:a16="http://schemas.microsoft.com/office/drawing/2014/main" id="{42D9C1FC-8764-4188-98FB-3D072067E5B4}"/>
              </a:ext>
            </a:extLst>
          </p:cNvPr>
          <p:cNvSpPr>
            <a:spLocks noGrp="1"/>
          </p:cNvSpPr>
          <p:nvPr/>
        </p:nvSpPr>
        <p:spPr>
          <a:xfrm>
            <a:off x="8252803" y="4479859"/>
            <a:ext cx="288229" cy="83251"/>
          </a:xfrm>
          <a:custGeom>
            <a:avLst/>
            <a:gdLst/>
            <a:ahLst/>
            <a:cxnLst/>
            <a:rect l="0" t="0" r="0" b="0"/>
            <a:pathLst>
              <a:path w="288229" h="83251">
                <a:moveTo>
                  <a:pt x="0" y="83251"/>
                </a:moveTo>
                <a:lnTo>
                  <a:pt x="288229" y="0"/>
                </a:lnTo>
              </a:path>
            </a:pathLst>
          </a:custGeom>
          <a:noFill/>
          <a:ln w="5657">
            <a:solidFill>
              <a:srgbClr val="FAB408">
                <a:alpha val="15000"/>
              </a:srgbClr>
            </a:solidFill>
            <a:prstDash val="solid"/>
          </a:ln>
        </p:spPr>
      </p:sp>
      <p:sp>
        <p:nvSpPr>
          <p:cNvPr id="174" name="lumia-token-stream-curve">
            <a:extLst>
              <a:ext uri="{FF2B5EF4-FFF2-40B4-BE49-F238E27FC236}">
                <a16:creationId xmlns:a16="http://schemas.microsoft.com/office/drawing/2014/main" id="{F40B651D-007D-407E-BED0-971435213CE3}"/>
              </a:ext>
            </a:extLst>
          </p:cNvPr>
          <p:cNvSpPr>
            <a:spLocks noGrp="1"/>
          </p:cNvSpPr>
          <p:nvPr/>
        </p:nvSpPr>
        <p:spPr>
          <a:xfrm>
            <a:off x="8541031" y="4383382"/>
            <a:ext cx="290709" cy="96477"/>
          </a:xfrm>
          <a:custGeom>
            <a:avLst/>
            <a:gdLst/>
            <a:ahLst/>
            <a:cxnLst/>
            <a:rect l="0" t="0" r="0" b="0"/>
            <a:pathLst>
              <a:path w="290709" h="96477">
                <a:moveTo>
                  <a:pt x="0" y="96477"/>
                </a:moveTo>
                <a:lnTo>
                  <a:pt x="290709" y="0"/>
                </a:lnTo>
              </a:path>
            </a:pathLst>
          </a:custGeom>
          <a:noFill/>
          <a:ln w="5778">
            <a:solidFill>
              <a:srgbClr val="F7BC07">
                <a:alpha val="16000"/>
              </a:srgbClr>
            </a:solidFill>
            <a:prstDash val="solid"/>
          </a:ln>
        </p:spPr>
      </p:sp>
      <p:sp>
        <p:nvSpPr>
          <p:cNvPr id="175" name="lumia-token-stream-curve">
            <a:extLst>
              <a:ext uri="{FF2B5EF4-FFF2-40B4-BE49-F238E27FC236}">
                <a16:creationId xmlns:a16="http://schemas.microsoft.com/office/drawing/2014/main" id="{4D755573-DD87-4E36-A3B5-DD6B94F9BF49}"/>
              </a:ext>
            </a:extLst>
          </p:cNvPr>
          <p:cNvSpPr>
            <a:spLocks noGrp="1"/>
          </p:cNvSpPr>
          <p:nvPr/>
        </p:nvSpPr>
        <p:spPr>
          <a:xfrm>
            <a:off x="8831741" y="4272716"/>
            <a:ext cx="293185" cy="110666"/>
          </a:xfrm>
          <a:custGeom>
            <a:avLst/>
            <a:gdLst/>
            <a:ahLst/>
            <a:cxnLst/>
            <a:rect l="0" t="0" r="0" b="0"/>
            <a:pathLst>
              <a:path w="293185" h="110666">
                <a:moveTo>
                  <a:pt x="0" y="110666"/>
                </a:moveTo>
                <a:lnTo>
                  <a:pt x="293185" y="0"/>
                </a:lnTo>
              </a:path>
            </a:pathLst>
          </a:custGeom>
          <a:noFill/>
          <a:ln w="5894">
            <a:solidFill>
              <a:srgbClr val="E5BA0E">
                <a:alpha val="16000"/>
              </a:srgbClr>
            </a:solidFill>
            <a:prstDash val="solid"/>
          </a:ln>
        </p:spPr>
      </p:sp>
      <p:sp>
        <p:nvSpPr>
          <p:cNvPr id="176" name="lumia-token-stream-curve">
            <a:extLst>
              <a:ext uri="{FF2B5EF4-FFF2-40B4-BE49-F238E27FC236}">
                <a16:creationId xmlns:a16="http://schemas.microsoft.com/office/drawing/2014/main" id="{FF3C020A-2BDD-4EAC-AEBE-01E89E949245}"/>
              </a:ext>
            </a:extLst>
          </p:cNvPr>
          <p:cNvSpPr>
            <a:spLocks noGrp="1"/>
          </p:cNvSpPr>
          <p:nvPr/>
        </p:nvSpPr>
        <p:spPr>
          <a:xfrm>
            <a:off x="9124926" y="4148142"/>
            <a:ext cx="295657" cy="124575"/>
          </a:xfrm>
          <a:custGeom>
            <a:avLst/>
            <a:gdLst/>
            <a:ahLst/>
            <a:cxnLst/>
            <a:rect l="0" t="0" r="0" b="0"/>
            <a:pathLst>
              <a:path w="295657" h="124575">
                <a:moveTo>
                  <a:pt x="0" y="124575"/>
                </a:moveTo>
                <a:lnTo>
                  <a:pt x="295657" y="0"/>
                </a:lnTo>
              </a:path>
            </a:pathLst>
          </a:custGeom>
          <a:noFill/>
          <a:ln w="6004">
            <a:solidFill>
              <a:srgbClr val="D3B815">
                <a:alpha val="16000"/>
              </a:srgbClr>
            </a:solidFill>
            <a:prstDash val="solid"/>
          </a:ln>
        </p:spPr>
      </p:sp>
      <p:sp>
        <p:nvSpPr>
          <p:cNvPr id="177" name="lumia-token-stream-curve">
            <a:extLst>
              <a:ext uri="{FF2B5EF4-FFF2-40B4-BE49-F238E27FC236}">
                <a16:creationId xmlns:a16="http://schemas.microsoft.com/office/drawing/2014/main" id="{9059A6AB-31AB-42FE-B622-1AF99A2C6DF7}"/>
              </a:ext>
            </a:extLst>
          </p:cNvPr>
          <p:cNvSpPr>
            <a:spLocks noGrp="1"/>
          </p:cNvSpPr>
          <p:nvPr/>
        </p:nvSpPr>
        <p:spPr>
          <a:xfrm>
            <a:off x="9420583" y="4011201"/>
            <a:ext cx="298125" cy="136940"/>
          </a:xfrm>
          <a:custGeom>
            <a:avLst/>
            <a:gdLst/>
            <a:ahLst/>
            <a:cxnLst/>
            <a:rect l="0" t="0" r="0" b="0"/>
            <a:pathLst>
              <a:path w="298125" h="136940">
                <a:moveTo>
                  <a:pt x="0" y="136940"/>
                </a:moveTo>
                <a:lnTo>
                  <a:pt x="298125" y="0"/>
                </a:lnTo>
              </a:path>
            </a:pathLst>
          </a:custGeom>
          <a:noFill/>
          <a:ln w="6108">
            <a:solidFill>
              <a:srgbClr val="C2B61C">
                <a:alpha val="17000"/>
              </a:srgbClr>
            </a:solidFill>
            <a:prstDash val="solid"/>
          </a:ln>
        </p:spPr>
      </p:sp>
      <p:sp>
        <p:nvSpPr>
          <p:cNvPr id="178" name="lumia-token-stream-curve">
            <a:extLst>
              <a:ext uri="{FF2B5EF4-FFF2-40B4-BE49-F238E27FC236}">
                <a16:creationId xmlns:a16="http://schemas.microsoft.com/office/drawing/2014/main" id="{20ABB4DE-3ABA-43EC-A80E-FFC521092A01}"/>
              </a:ext>
            </a:extLst>
          </p:cNvPr>
          <p:cNvSpPr>
            <a:spLocks noGrp="1"/>
          </p:cNvSpPr>
          <p:nvPr/>
        </p:nvSpPr>
        <p:spPr>
          <a:xfrm>
            <a:off x="9718708" y="3864543"/>
            <a:ext cx="300588" cy="146659"/>
          </a:xfrm>
          <a:custGeom>
            <a:avLst/>
            <a:gdLst/>
            <a:ahLst/>
            <a:cxnLst/>
            <a:rect l="0" t="0" r="0" b="0"/>
            <a:pathLst>
              <a:path w="300588" h="146659">
                <a:moveTo>
                  <a:pt x="0" y="146659"/>
                </a:moveTo>
                <a:lnTo>
                  <a:pt x="300588" y="0"/>
                </a:lnTo>
              </a:path>
            </a:pathLst>
          </a:custGeom>
          <a:noFill/>
          <a:ln w="6205">
            <a:solidFill>
              <a:srgbClr val="B0B422">
                <a:alpha val="17000"/>
              </a:srgbClr>
            </a:solidFill>
            <a:prstDash val="solid"/>
          </a:ln>
        </p:spPr>
      </p:sp>
      <p:sp>
        <p:nvSpPr>
          <p:cNvPr id="179" name="lumia-token-stream-curve">
            <a:extLst>
              <a:ext uri="{FF2B5EF4-FFF2-40B4-BE49-F238E27FC236}">
                <a16:creationId xmlns:a16="http://schemas.microsoft.com/office/drawing/2014/main" id="{4ADFDFB0-722E-478C-8FFE-EB51130267FF}"/>
              </a:ext>
            </a:extLst>
          </p:cNvPr>
          <p:cNvSpPr>
            <a:spLocks noGrp="1"/>
          </p:cNvSpPr>
          <p:nvPr/>
        </p:nvSpPr>
        <p:spPr>
          <a:xfrm>
            <a:off x="10019295" y="3711582"/>
            <a:ext cx="303046" cy="152960"/>
          </a:xfrm>
          <a:custGeom>
            <a:avLst/>
            <a:gdLst/>
            <a:ahLst/>
            <a:cxnLst/>
            <a:rect l="0" t="0" r="0" b="0"/>
            <a:pathLst>
              <a:path w="303046" h="152960">
                <a:moveTo>
                  <a:pt x="0" y="152960"/>
                </a:moveTo>
                <a:lnTo>
                  <a:pt x="303046" y="0"/>
                </a:lnTo>
              </a:path>
            </a:pathLst>
          </a:custGeom>
          <a:noFill/>
          <a:ln w="6292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180" name="lumia-token-stream-curve">
            <a:extLst>
              <a:ext uri="{FF2B5EF4-FFF2-40B4-BE49-F238E27FC236}">
                <a16:creationId xmlns:a16="http://schemas.microsoft.com/office/drawing/2014/main" id="{C2954735-0823-4354-BB13-DB9A1F6A8242}"/>
              </a:ext>
            </a:extLst>
          </p:cNvPr>
          <p:cNvSpPr>
            <a:spLocks noGrp="1"/>
          </p:cNvSpPr>
          <p:nvPr/>
        </p:nvSpPr>
        <p:spPr>
          <a:xfrm>
            <a:off x="10322341" y="3556033"/>
            <a:ext cx="305500" cy="155549"/>
          </a:xfrm>
          <a:custGeom>
            <a:avLst/>
            <a:gdLst/>
            <a:ahLst/>
            <a:cxnLst/>
            <a:rect l="0" t="0" r="0" b="0"/>
            <a:pathLst>
              <a:path w="305500" h="155549">
                <a:moveTo>
                  <a:pt x="0" y="155549"/>
                </a:moveTo>
                <a:lnTo>
                  <a:pt x="305500" y="0"/>
                </a:lnTo>
              </a:path>
            </a:pathLst>
          </a:custGeom>
          <a:noFill/>
          <a:ln w="6369">
            <a:solidFill>
              <a:srgbClr val="8CB130">
                <a:alpha val="17000"/>
              </a:srgbClr>
            </a:solidFill>
            <a:prstDash val="solid"/>
          </a:ln>
        </p:spPr>
      </p:sp>
      <p:sp>
        <p:nvSpPr>
          <p:cNvPr id="181" name="lumia-token-stream-curve">
            <a:extLst>
              <a:ext uri="{FF2B5EF4-FFF2-40B4-BE49-F238E27FC236}">
                <a16:creationId xmlns:a16="http://schemas.microsoft.com/office/drawing/2014/main" id="{8576DC3A-F773-43E6-9F95-4D088905B747}"/>
              </a:ext>
            </a:extLst>
          </p:cNvPr>
          <p:cNvSpPr>
            <a:spLocks noGrp="1"/>
          </p:cNvSpPr>
          <p:nvPr/>
        </p:nvSpPr>
        <p:spPr>
          <a:xfrm>
            <a:off x="10627842" y="3401351"/>
            <a:ext cx="307950" cy="154682"/>
          </a:xfrm>
          <a:custGeom>
            <a:avLst/>
            <a:gdLst/>
            <a:ahLst/>
            <a:cxnLst/>
            <a:rect l="0" t="0" r="0" b="0"/>
            <a:pathLst>
              <a:path w="307950" h="154682">
                <a:moveTo>
                  <a:pt x="0" y="154682"/>
                </a:moveTo>
                <a:lnTo>
                  <a:pt x="307950" y="0"/>
                </a:lnTo>
              </a:path>
            </a:pathLst>
          </a:custGeom>
          <a:noFill/>
          <a:ln w="6434">
            <a:solidFill>
              <a:srgbClr val="7BAF37">
                <a:alpha val="18000"/>
              </a:srgbClr>
            </a:solidFill>
            <a:prstDash val="solid"/>
          </a:ln>
        </p:spPr>
      </p:sp>
      <p:sp>
        <p:nvSpPr>
          <p:cNvPr id="182" name="lumia-token-stream-curve">
            <a:extLst>
              <a:ext uri="{FF2B5EF4-FFF2-40B4-BE49-F238E27FC236}">
                <a16:creationId xmlns:a16="http://schemas.microsoft.com/office/drawing/2014/main" id="{3A119F85-90A7-479E-BA5C-505ED7F4B3AA}"/>
              </a:ext>
            </a:extLst>
          </p:cNvPr>
          <p:cNvSpPr>
            <a:spLocks noGrp="1"/>
          </p:cNvSpPr>
          <p:nvPr/>
        </p:nvSpPr>
        <p:spPr>
          <a:xfrm>
            <a:off x="10935791" y="3250178"/>
            <a:ext cx="310395" cy="151172"/>
          </a:xfrm>
          <a:custGeom>
            <a:avLst/>
            <a:gdLst/>
            <a:ahLst/>
            <a:cxnLst/>
            <a:rect l="0" t="0" r="0" b="0"/>
            <a:pathLst>
              <a:path w="310395" h="151172">
                <a:moveTo>
                  <a:pt x="0" y="151172"/>
                </a:moveTo>
                <a:lnTo>
                  <a:pt x="310395" y="0"/>
                </a:lnTo>
              </a:path>
            </a:pathLst>
          </a:custGeom>
          <a:noFill/>
          <a:ln w="6488">
            <a:solidFill>
              <a:srgbClr val="69AD3E">
                <a:alpha val="18000"/>
              </a:srgbClr>
            </a:solidFill>
            <a:prstDash val="solid"/>
          </a:ln>
        </p:spPr>
      </p:sp>
      <p:sp>
        <p:nvSpPr>
          <p:cNvPr id="183" name="lumia-token-stream-curve">
            <a:extLst>
              <a:ext uri="{FF2B5EF4-FFF2-40B4-BE49-F238E27FC236}">
                <a16:creationId xmlns:a16="http://schemas.microsoft.com/office/drawing/2014/main" id="{EFDE2170-A982-4F25-9B56-3F380ECC8086}"/>
              </a:ext>
            </a:extLst>
          </p:cNvPr>
          <p:cNvSpPr>
            <a:spLocks noGrp="1"/>
          </p:cNvSpPr>
          <p:nvPr/>
        </p:nvSpPr>
        <p:spPr>
          <a:xfrm>
            <a:off x="11246187" y="3103878"/>
            <a:ext cx="312836" cy="146300"/>
          </a:xfrm>
          <a:custGeom>
            <a:avLst/>
            <a:gdLst/>
            <a:ahLst/>
            <a:cxnLst/>
            <a:rect l="0" t="0" r="0" b="0"/>
            <a:pathLst>
              <a:path w="312836" h="146300">
                <a:moveTo>
                  <a:pt x="0" y="146300"/>
                </a:moveTo>
                <a:lnTo>
                  <a:pt x="312836" y="0"/>
                </a:lnTo>
              </a:path>
            </a:pathLst>
          </a:custGeom>
          <a:noFill/>
          <a:ln w="6527">
            <a:solidFill>
              <a:srgbClr val="57AC45">
                <a:alpha val="18000"/>
              </a:srgbClr>
            </a:solidFill>
            <a:prstDash val="solid"/>
          </a:ln>
        </p:spPr>
      </p:sp>
      <p:sp>
        <p:nvSpPr>
          <p:cNvPr id="184" name="lumia-token-stream-curve">
            <a:extLst>
              <a:ext uri="{FF2B5EF4-FFF2-40B4-BE49-F238E27FC236}">
                <a16:creationId xmlns:a16="http://schemas.microsoft.com/office/drawing/2014/main" id="{FD37F606-92B9-40F7-820B-D26C5760AF3E}"/>
              </a:ext>
            </a:extLst>
          </p:cNvPr>
          <p:cNvSpPr>
            <a:spLocks noGrp="1"/>
          </p:cNvSpPr>
          <p:nvPr/>
        </p:nvSpPr>
        <p:spPr>
          <a:xfrm>
            <a:off x="11559023" y="2962232"/>
            <a:ext cx="315273" cy="141646"/>
          </a:xfrm>
          <a:custGeom>
            <a:avLst/>
            <a:gdLst/>
            <a:ahLst/>
            <a:cxnLst/>
            <a:rect l="0" t="0" r="0" b="0"/>
            <a:pathLst>
              <a:path w="315273" h="141646">
                <a:moveTo>
                  <a:pt x="0" y="141646"/>
                </a:moveTo>
                <a:lnTo>
                  <a:pt x="315273" y="0"/>
                </a:lnTo>
              </a:path>
            </a:pathLst>
          </a:custGeom>
          <a:noFill/>
          <a:ln w="6551">
            <a:solidFill>
              <a:srgbClr val="46AA4C">
                <a:alpha val="18000"/>
              </a:srgbClr>
            </a:solidFill>
            <a:prstDash val="solid"/>
          </a:ln>
        </p:spPr>
      </p:sp>
      <p:sp>
        <p:nvSpPr>
          <p:cNvPr id="185" name="lumia-token-stream-curve">
            <a:extLst>
              <a:ext uri="{FF2B5EF4-FFF2-40B4-BE49-F238E27FC236}">
                <a16:creationId xmlns:a16="http://schemas.microsoft.com/office/drawing/2014/main" id="{83AA6746-7180-46BA-8560-C38A8A4F4BBA}"/>
              </a:ext>
            </a:extLst>
          </p:cNvPr>
          <p:cNvSpPr>
            <a:spLocks noGrp="1"/>
          </p:cNvSpPr>
          <p:nvPr/>
        </p:nvSpPr>
        <p:spPr>
          <a:xfrm>
            <a:off x="11874295" y="2823378"/>
            <a:ext cx="317705" cy="138855"/>
          </a:xfrm>
          <a:custGeom>
            <a:avLst/>
            <a:gdLst/>
            <a:ahLst/>
            <a:cxnLst/>
            <a:rect l="0" t="0" r="0" b="0"/>
            <a:pathLst>
              <a:path w="317705" h="138855">
                <a:moveTo>
                  <a:pt x="0" y="138855"/>
                </a:moveTo>
                <a:lnTo>
                  <a:pt x="317705" y="0"/>
                </a:lnTo>
              </a:path>
            </a:pathLst>
          </a:custGeom>
          <a:noFill/>
          <a:ln w="6560">
            <a:solidFill>
              <a:srgbClr val="34A853">
                <a:alpha val="18000"/>
              </a:srgbClr>
            </a:solidFill>
            <a:prstDash val="solid"/>
          </a:ln>
        </p:spPr>
      </p:sp>
      <p:sp>
        <p:nvSpPr>
          <p:cNvPr id="186" name="lumia-token-stream-curve">
            <a:extLst>
              <a:ext uri="{FF2B5EF4-FFF2-40B4-BE49-F238E27FC236}">
                <a16:creationId xmlns:a16="http://schemas.microsoft.com/office/drawing/2014/main" id="{6AE76A0E-1113-4F3D-B86D-44621A49B251}"/>
              </a:ext>
            </a:extLst>
          </p:cNvPr>
          <p:cNvSpPr>
            <a:spLocks noGrp="1"/>
          </p:cNvSpPr>
          <p:nvPr/>
        </p:nvSpPr>
        <p:spPr>
          <a:xfrm>
            <a:off x="0" y="5686426"/>
            <a:ext cx="148917" cy="9525"/>
          </a:xfrm>
          <a:custGeom>
            <a:avLst/>
            <a:gdLst/>
            <a:ahLst/>
            <a:cxnLst/>
            <a:rect l="0" t="0" r="0" b="0"/>
            <a:pathLst>
              <a:path w="148917" h="9525">
                <a:moveTo>
                  <a:pt x="0" y="0"/>
                </a:moveTo>
                <a:lnTo>
                  <a:pt x="148917" y="2021"/>
                </a:lnTo>
              </a:path>
            </a:pathLst>
          </a:custGeom>
          <a:noFill/>
          <a:ln w="4324">
            <a:solidFill>
              <a:srgbClr val="4285F4">
                <a:alpha val="8000"/>
              </a:srgbClr>
            </a:solidFill>
            <a:prstDash val="solid"/>
          </a:ln>
        </p:spPr>
      </p:sp>
      <p:sp>
        <p:nvSpPr>
          <p:cNvPr id="187" name="lumia-token-stream-curve">
            <a:extLst>
              <a:ext uri="{FF2B5EF4-FFF2-40B4-BE49-F238E27FC236}">
                <a16:creationId xmlns:a16="http://schemas.microsoft.com/office/drawing/2014/main" id="{D7B615CD-088C-4920-9C59-63CF477EE36D}"/>
              </a:ext>
            </a:extLst>
          </p:cNvPr>
          <p:cNvSpPr>
            <a:spLocks noGrp="1"/>
          </p:cNvSpPr>
          <p:nvPr/>
        </p:nvSpPr>
        <p:spPr>
          <a:xfrm>
            <a:off x="148917" y="5688447"/>
            <a:ext cx="216683" cy="9525"/>
          </a:xfrm>
          <a:custGeom>
            <a:avLst/>
            <a:gdLst/>
            <a:ahLst/>
            <a:cxnLst/>
            <a:rect l="0" t="0" r="0" b="0"/>
            <a:pathLst>
              <a:path w="216683" h="9525">
                <a:moveTo>
                  <a:pt x="0" y="0"/>
                </a:moveTo>
                <a:lnTo>
                  <a:pt x="216683" y="4521"/>
                </a:lnTo>
              </a:path>
            </a:pathLst>
          </a:custGeom>
          <a:noFill/>
          <a:ln w="4324">
            <a:solidFill>
              <a:srgbClr val="447EEC">
                <a:alpha val="8000"/>
              </a:srgbClr>
            </a:solidFill>
            <a:prstDash val="solid"/>
          </a:ln>
        </p:spPr>
      </p:sp>
      <p:sp>
        <p:nvSpPr>
          <p:cNvPr id="188" name="lumia-token-stream-curve">
            <a:extLst>
              <a:ext uri="{FF2B5EF4-FFF2-40B4-BE49-F238E27FC236}">
                <a16:creationId xmlns:a16="http://schemas.microsoft.com/office/drawing/2014/main" id="{52241F7F-F5BD-4776-AAAE-3C6AF3EE8387}"/>
              </a:ext>
            </a:extLst>
          </p:cNvPr>
          <p:cNvSpPr>
            <a:spLocks noGrp="1"/>
          </p:cNvSpPr>
          <p:nvPr/>
        </p:nvSpPr>
        <p:spPr>
          <a:xfrm>
            <a:off x="365601" y="5692968"/>
            <a:ext cx="219162" cy="9525"/>
          </a:xfrm>
          <a:custGeom>
            <a:avLst/>
            <a:gdLst/>
            <a:ahLst/>
            <a:cxnLst/>
            <a:rect l="0" t="0" r="0" b="0"/>
            <a:pathLst>
              <a:path w="219162" h="9525">
                <a:moveTo>
                  <a:pt x="0" y="0"/>
                </a:moveTo>
                <a:lnTo>
                  <a:pt x="219162" y="7671"/>
                </a:lnTo>
              </a:path>
            </a:pathLst>
          </a:custGeom>
          <a:noFill/>
          <a:ln w="4324">
            <a:solidFill>
              <a:srgbClr val="4678E3">
                <a:alpha val="8000"/>
              </a:srgbClr>
            </a:solidFill>
            <a:prstDash val="solid"/>
          </a:ln>
        </p:spPr>
      </p:sp>
      <p:sp>
        <p:nvSpPr>
          <p:cNvPr id="189" name="lumia-token-stream-curve">
            <a:extLst>
              <a:ext uri="{FF2B5EF4-FFF2-40B4-BE49-F238E27FC236}">
                <a16:creationId xmlns:a16="http://schemas.microsoft.com/office/drawing/2014/main" id="{087DDBC1-FA34-4622-917F-83DAC9EC9E32}"/>
              </a:ext>
            </a:extLst>
          </p:cNvPr>
          <p:cNvSpPr>
            <a:spLocks noGrp="1"/>
          </p:cNvSpPr>
          <p:nvPr/>
        </p:nvSpPr>
        <p:spPr>
          <a:xfrm>
            <a:off x="584763" y="5700639"/>
            <a:ext cx="221630" cy="11094"/>
          </a:xfrm>
          <a:custGeom>
            <a:avLst/>
            <a:gdLst/>
            <a:ahLst/>
            <a:cxnLst/>
            <a:rect l="0" t="0" r="0" b="0"/>
            <a:pathLst>
              <a:path w="221630" h="11094">
                <a:moveTo>
                  <a:pt x="0" y="0"/>
                </a:moveTo>
                <a:lnTo>
                  <a:pt x="221630" y="11094"/>
                </a:lnTo>
              </a:path>
            </a:pathLst>
          </a:custGeom>
          <a:noFill/>
          <a:ln w="4324">
            <a:solidFill>
              <a:srgbClr val="4871DB">
                <a:alpha val="8000"/>
              </a:srgbClr>
            </a:solidFill>
            <a:prstDash val="solid"/>
          </a:ln>
        </p:spPr>
      </p:sp>
      <p:sp>
        <p:nvSpPr>
          <p:cNvPr id="190" name="lumia-token-stream-curve">
            <a:extLst>
              <a:ext uri="{FF2B5EF4-FFF2-40B4-BE49-F238E27FC236}">
                <a16:creationId xmlns:a16="http://schemas.microsoft.com/office/drawing/2014/main" id="{E388DC5D-2EC2-41D8-BB95-08DF71931FE5}"/>
              </a:ext>
            </a:extLst>
          </p:cNvPr>
          <p:cNvSpPr>
            <a:spLocks noGrp="1"/>
          </p:cNvSpPr>
          <p:nvPr/>
        </p:nvSpPr>
        <p:spPr>
          <a:xfrm>
            <a:off x="806393" y="5711732"/>
            <a:ext cx="224086" cy="14356"/>
          </a:xfrm>
          <a:custGeom>
            <a:avLst/>
            <a:gdLst/>
            <a:ahLst/>
            <a:cxnLst/>
            <a:rect l="0" t="0" r="0" b="0"/>
            <a:pathLst>
              <a:path w="224086" h="14356">
                <a:moveTo>
                  <a:pt x="0" y="0"/>
                </a:moveTo>
                <a:lnTo>
                  <a:pt x="224086" y="14356"/>
                </a:lnTo>
              </a:path>
            </a:pathLst>
          </a:custGeom>
          <a:noFill/>
          <a:ln w="4324">
            <a:solidFill>
              <a:srgbClr val="4A6BD2">
                <a:alpha val="8000"/>
              </a:srgbClr>
            </a:solidFill>
            <a:prstDash val="solid"/>
          </a:ln>
        </p:spPr>
      </p:sp>
      <p:sp>
        <p:nvSpPr>
          <p:cNvPr id="191" name="lumia-token-stream-curve">
            <a:extLst>
              <a:ext uri="{FF2B5EF4-FFF2-40B4-BE49-F238E27FC236}">
                <a16:creationId xmlns:a16="http://schemas.microsoft.com/office/drawing/2014/main" id="{A71B927B-E45D-46AD-BBD1-70E4A99BA4BD}"/>
              </a:ext>
            </a:extLst>
          </p:cNvPr>
          <p:cNvSpPr>
            <a:spLocks noGrp="1"/>
          </p:cNvSpPr>
          <p:nvPr/>
        </p:nvSpPr>
        <p:spPr>
          <a:xfrm>
            <a:off x="1030480" y="5726088"/>
            <a:ext cx="226531" cy="16996"/>
          </a:xfrm>
          <a:custGeom>
            <a:avLst/>
            <a:gdLst/>
            <a:ahLst/>
            <a:cxnLst/>
            <a:rect l="0" t="0" r="0" b="0"/>
            <a:pathLst>
              <a:path w="226531" h="16996">
                <a:moveTo>
                  <a:pt x="0" y="0"/>
                </a:moveTo>
                <a:lnTo>
                  <a:pt x="226531" y="16996"/>
                </a:lnTo>
              </a:path>
            </a:pathLst>
          </a:custGeom>
          <a:noFill/>
          <a:ln w="4324">
            <a:solidFill>
              <a:srgbClr val="4C64CA">
                <a:alpha val="8000"/>
              </a:srgbClr>
            </a:solidFill>
            <a:prstDash val="solid"/>
          </a:ln>
        </p:spPr>
      </p:sp>
      <p:sp>
        <p:nvSpPr>
          <p:cNvPr id="192" name="lumia-token-stream-curve">
            <a:extLst>
              <a:ext uri="{FF2B5EF4-FFF2-40B4-BE49-F238E27FC236}">
                <a16:creationId xmlns:a16="http://schemas.microsoft.com/office/drawing/2014/main" id="{67B72FAB-E96C-47F5-B33B-F05521AD9EB5}"/>
              </a:ext>
            </a:extLst>
          </p:cNvPr>
          <p:cNvSpPr>
            <a:spLocks noGrp="1"/>
          </p:cNvSpPr>
          <p:nvPr/>
        </p:nvSpPr>
        <p:spPr>
          <a:xfrm>
            <a:off x="1257010" y="5743084"/>
            <a:ext cx="228964" cy="18561"/>
          </a:xfrm>
          <a:custGeom>
            <a:avLst/>
            <a:gdLst/>
            <a:ahLst/>
            <a:cxnLst/>
            <a:rect l="0" t="0" r="0" b="0"/>
            <a:pathLst>
              <a:path w="228964" h="18561">
                <a:moveTo>
                  <a:pt x="0" y="0"/>
                </a:moveTo>
                <a:lnTo>
                  <a:pt x="228964" y="18561"/>
                </a:lnTo>
              </a:path>
            </a:pathLst>
          </a:custGeom>
          <a:noFill/>
          <a:ln w="4324">
            <a:solidFill>
              <a:srgbClr val="4E5EC1">
                <a:alpha val="8000"/>
              </a:srgbClr>
            </a:solidFill>
            <a:prstDash val="solid"/>
          </a:ln>
        </p:spPr>
      </p:sp>
      <p:sp>
        <p:nvSpPr>
          <p:cNvPr id="193" name="lumia-token-stream-curve">
            <a:extLst>
              <a:ext uri="{FF2B5EF4-FFF2-40B4-BE49-F238E27FC236}">
                <a16:creationId xmlns:a16="http://schemas.microsoft.com/office/drawing/2014/main" id="{ADB34D2E-430F-415D-BE1A-81E3AC52BFF8}"/>
              </a:ext>
            </a:extLst>
          </p:cNvPr>
          <p:cNvSpPr>
            <a:spLocks noGrp="1"/>
          </p:cNvSpPr>
          <p:nvPr/>
        </p:nvSpPr>
        <p:spPr>
          <a:xfrm>
            <a:off x="1485975" y="5761645"/>
            <a:ext cx="231386" cy="18652"/>
          </a:xfrm>
          <a:custGeom>
            <a:avLst/>
            <a:gdLst/>
            <a:ahLst/>
            <a:cxnLst/>
            <a:rect l="0" t="0" r="0" b="0"/>
            <a:pathLst>
              <a:path w="231386" h="18652">
                <a:moveTo>
                  <a:pt x="0" y="0"/>
                </a:moveTo>
                <a:lnTo>
                  <a:pt x="231386" y="18652"/>
                </a:lnTo>
              </a:path>
            </a:pathLst>
          </a:custGeom>
          <a:noFill/>
          <a:ln w="4324">
            <a:solidFill>
              <a:srgbClr val="5057B9">
                <a:alpha val="8000"/>
              </a:srgbClr>
            </a:solidFill>
            <a:prstDash val="solid"/>
          </a:ln>
        </p:spPr>
      </p:sp>
      <p:sp>
        <p:nvSpPr>
          <p:cNvPr id="194" name="lumia-token-stream-curve">
            <a:extLst>
              <a:ext uri="{FF2B5EF4-FFF2-40B4-BE49-F238E27FC236}">
                <a16:creationId xmlns:a16="http://schemas.microsoft.com/office/drawing/2014/main" id="{8B506C5A-C491-4A15-88FE-A6646FB2ED05}"/>
              </a:ext>
            </a:extLst>
          </p:cNvPr>
          <p:cNvSpPr>
            <a:spLocks noGrp="1"/>
          </p:cNvSpPr>
          <p:nvPr/>
        </p:nvSpPr>
        <p:spPr>
          <a:xfrm>
            <a:off x="1717361" y="5780298"/>
            <a:ext cx="233797" cy="16964"/>
          </a:xfrm>
          <a:custGeom>
            <a:avLst/>
            <a:gdLst/>
            <a:ahLst/>
            <a:cxnLst/>
            <a:rect l="0" t="0" r="0" b="0"/>
            <a:pathLst>
              <a:path w="233797" h="16964">
                <a:moveTo>
                  <a:pt x="0" y="0"/>
                </a:moveTo>
                <a:lnTo>
                  <a:pt x="233797" y="16964"/>
                </a:lnTo>
              </a:path>
            </a:pathLst>
          </a:custGeom>
          <a:noFill/>
          <a:ln w="4324">
            <a:solidFill>
              <a:srgbClr val="5250B0">
                <a:alpha val="8000"/>
              </a:srgbClr>
            </a:solidFill>
            <a:prstDash val="solid"/>
          </a:ln>
        </p:spPr>
      </p:sp>
      <p:sp>
        <p:nvSpPr>
          <p:cNvPr id="195" name="lumia-token-stream-curve">
            <a:extLst>
              <a:ext uri="{FF2B5EF4-FFF2-40B4-BE49-F238E27FC236}">
                <a16:creationId xmlns:a16="http://schemas.microsoft.com/office/drawing/2014/main" id="{2B1548A0-EE77-489C-9C55-15C364FDD3BA}"/>
              </a:ext>
            </a:extLst>
          </p:cNvPr>
          <p:cNvSpPr>
            <a:spLocks noGrp="1"/>
          </p:cNvSpPr>
          <p:nvPr/>
        </p:nvSpPr>
        <p:spPr>
          <a:xfrm>
            <a:off x="1951158" y="5797262"/>
            <a:ext cx="236196" cy="13323"/>
          </a:xfrm>
          <a:custGeom>
            <a:avLst/>
            <a:gdLst/>
            <a:ahLst/>
            <a:cxnLst/>
            <a:rect l="0" t="0" r="0" b="0"/>
            <a:pathLst>
              <a:path w="236196" h="13323">
                <a:moveTo>
                  <a:pt x="0" y="0"/>
                </a:moveTo>
                <a:lnTo>
                  <a:pt x="236196" y="13323"/>
                </a:lnTo>
              </a:path>
            </a:pathLst>
          </a:custGeom>
          <a:noFill/>
          <a:ln w="4324">
            <a:solidFill>
              <a:srgbClr val="544AA8">
                <a:alpha val="8000"/>
              </a:srgbClr>
            </a:solidFill>
            <a:prstDash val="solid"/>
          </a:ln>
        </p:spPr>
      </p:sp>
      <p:sp>
        <p:nvSpPr>
          <p:cNvPr id="196" name="lumia-token-stream-curve">
            <a:extLst>
              <a:ext uri="{FF2B5EF4-FFF2-40B4-BE49-F238E27FC236}">
                <a16:creationId xmlns:a16="http://schemas.microsoft.com/office/drawing/2014/main" id="{AFE89D31-315E-4E17-8779-32394D864370}"/>
              </a:ext>
            </a:extLst>
          </p:cNvPr>
          <p:cNvSpPr>
            <a:spLocks noGrp="1"/>
          </p:cNvSpPr>
          <p:nvPr/>
        </p:nvSpPr>
        <p:spPr>
          <a:xfrm>
            <a:off x="2187353" y="5810585"/>
            <a:ext cx="238584" cy="9525"/>
          </a:xfrm>
          <a:custGeom>
            <a:avLst/>
            <a:gdLst/>
            <a:ahLst/>
            <a:cxnLst/>
            <a:rect l="0" t="0" r="0" b="0"/>
            <a:pathLst>
              <a:path w="238584" h="9525">
                <a:moveTo>
                  <a:pt x="0" y="0"/>
                </a:moveTo>
                <a:lnTo>
                  <a:pt x="238584" y="7713"/>
                </a:lnTo>
              </a:path>
            </a:pathLst>
          </a:custGeom>
          <a:noFill/>
          <a:ln w="4324">
            <a:solidFill>
              <a:srgbClr val="5643A0">
                <a:alpha val="8000"/>
              </a:srgbClr>
            </a:solidFill>
            <a:prstDash val="solid"/>
          </a:ln>
        </p:spPr>
      </p:sp>
      <p:sp>
        <p:nvSpPr>
          <p:cNvPr id="197" name="lumia-token-stream-curve">
            <a:extLst>
              <a:ext uri="{FF2B5EF4-FFF2-40B4-BE49-F238E27FC236}">
                <a16:creationId xmlns:a16="http://schemas.microsoft.com/office/drawing/2014/main" id="{8D4D7E94-21F2-44D8-B5AF-3FF3A1625B5D}"/>
              </a:ext>
            </a:extLst>
          </p:cNvPr>
          <p:cNvSpPr>
            <a:spLocks noGrp="1"/>
          </p:cNvSpPr>
          <p:nvPr/>
        </p:nvSpPr>
        <p:spPr>
          <a:xfrm>
            <a:off x="2425937" y="5818298"/>
            <a:ext cx="240960" cy="9525"/>
          </a:xfrm>
          <a:custGeom>
            <a:avLst/>
            <a:gdLst/>
            <a:ahLst/>
            <a:cxnLst/>
            <a:rect l="0" t="0" r="0" b="0"/>
            <a:pathLst>
              <a:path w="240960" h="9525">
                <a:moveTo>
                  <a:pt x="0" y="0"/>
                </a:moveTo>
                <a:lnTo>
                  <a:pt x="240960" y="298"/>
                </a:lnTo>
              </a:path>
            </a:pathLst>
          </a:custGeom>
          <a:noFill/>
          <a:ln w="4324">
            <a:solidFill>
              <a:srgbClr val="583D97">
                <a:alpha val="8000"/>
              </a:srgbClr>
            </a:solidFill>
            <a:prstDash val="solid"/>
          </a:ln>
        </p:spPr>
      </p:sp>
      <p:sp>
        <p:nvSpPr>
          <p:cNvPr id="198" name="lumia-token-stream-curve">
            <a:extLst>
              <a:ext uri="{FF2B5EF4-FFF2-40B4-BE49-F238E27FC236}">
                <a16:creationId xmlns:a16="http://schemas.microsoft.com/office/drawing/2014/main" id="{188053E0-3C7B-4782-8FB0-1CA3777B23E9}"/>
              </a:ext>
            </a:extLst>
          </p:cNvPr>
          <p:cNvSpPr>
            <a:spLocks noGrp="1"/>
          </p:cNvSpPr>
          <p:nvPr/>
        </p:nvSpPr>
        <p:spPr>
          <a:xfrm>
            <a:off x="2666897" y="5810010"/>
            <a:ext cx="243325" cy="9525"/>
          </a:xfrm>
          <a:custGeom>
            <a:avLst/>
            <a:gdLst/>
            <a:ahLst/>
            <a:cxnLst/>
            <a:rect l="0" t="0" r="0" b="0"/>
            <a:pathLst>
              <a:path w="243325" h="9525">
                <a:moveTo>
                  <a:pt x="0" y="8585"/>
                </a:moveTo>
                <a:lnTo>
                  <a:pt x="243325" y="0"/>
                </a:lnTo>
              </a:path>
            </a:pathLst>
          </a:custGeom>
          <a:noFill/>
          <a:ln w="4324">
            <a:solidFill>
              <a:srgbClr val="623C8F">
                <a:alpha val="8000"/>
              </a:srgbClr>
            </a:solidFill>
            <a:prstDash val="solid"/>
          </a:ln>
        </p:spPr>
      </p:sp>
      <p:sp>
        <p:nvSpPr>
          <p:cNvPr id="199" name="lumia-token-stream-curve">
            <a:extLst>
              <a:ext uri="{FF2B5EF4-FFF2-40B4-BE49-F238E27FC236}">
                <a16:creationId xmlns:a16="http://schemas.microsoft.com/office/drawing/2014/main" id="{BFCD1FF9-92E2-4D57-8FD0-B066B88700AF}"/>
              </a:ext>
            </a:extLst>
          </p:cNvPr>
          <p:cNvSpPr>
            <a:spLocks noGrp="1"/>
          </p:cNvSpPr>
          <p:nvPr/>
        </p:nvSpPr>
        <p:spPr>
          <a:xfrm>
            <a:off x="2910222" y="5791573"/>
            <a:ext cx="245678" cy="18437"/>
          </a:xfrm>
          <a:custGeom>
            <a:avLst/>
            <a:gdLst/>
            <a:ahLst/>
            <a:cxnLst/>
            <a:rect l="0" t="0" r="0" b="0"/>
            <a:pathLst>
              <a:path w="245678" h="18437">
                <a:moveTo>
                  <a:pt x="0" y="18437"/>
                </a:moveTo>
                <a:lnTo>
                  <a:pt x="245678" y="0"/>
                </a:lnTo>
              </a:path>
            </a:pathLst>
          </a:custGeom>
          <a:noFill/>
          <a:ln w="4324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200" name="lumia-token-stream-curve">
            <a:extLst>
              <a:ext uri="{FF2B5EF4-FFF2-40B4-BE49-F238E27FC236}">
                <a16:creationId xmlns:a16="http://schemas.microsoft.com/office/drawing/2014/main" id="{1079AC32-D093-4BB3-A51C-AD439F7DBBA9}"/>
              </a:ext>
            </a:extLst>
          </p:cNvPr>
          <p:cNvSpPr>
            <a:spLocks noGrp="1"/>
          </p:cNvSpPr>
          <p:nvPr/>
        </p:nvSpPr>
        <p:spPr>
          <a:xfrm>
            <a:off x="3155900" y="5762933"/>
            <a:ext cx="248020" cy="28640"/>
          </a:xfrm>
          <a:custGeom>
            <a:avLst/>
            <a:gdLst/>
            <a:ahLst/>
            <a:cxnLst/>
            <a:rect l="0" t="0" r="0" b="0"/>
            <a:pathLst>
              <a:path w="248020" h="28640">
                <a:moveTo>
                  <a:pt x="0" y="28640"/>
                </a:moveTo>
                <a:lnTo>
                  <a:pt x="248020" y="0"/>
                </a:lnTo>
              </a:path>
            </a:pathLst>
          </a:custGeom>
          <a:noFill/>
          <a:ln w="4324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201" name="lumia-token-stream-curve">
            <a:extLst>
              <a:ext uri="{FF2B5EF4-FFF2-40B4-BE49-F238E27FC236}">
                <a16:creationId xmlns:a16="http://schemas.microsoft.com/office/drawing/2014/main" id="{EB76220D-D0C7-4FE1-965F-5A5F0F09E9E8}"/>
              </a:ext>
            </a:extLst>
          </p:cNvPr>
          <p:cNvSpPr>
            <a:spLocks noGrp="1"/>
          </p:cNvSpPr>
          <p:nvPr/>
        </p:nvSpPr>
        <p:spPr>
          <a:xfrm>
            <a:off x="3403920" y="5724428"/>
            <a:ext cx="250351" cy="38506"/>
          </a:xfrm>
          <a:custGeom>
            <a:avLst/>
            <a:gdLst/>
            <a:ahLst/>
            <a:cxnLst/>
            <a:rect l="0" t="0" r="0" b="0"/>
            <a:pathLst>
              <a:path w="250351" h="38506">
                <a:moveTo>
                  <a:pt x="0" y="38506"/>
                </a:moveTo>
                <a:lnTo>
                  <a:pt x="250351" y="0"/>
                </a:lnTo>
              </a:path>
            </a:pathLst>
          </a:custGeom>
          <a:noFill/>
          <a:ln w="4324">
            <a:solidFill>
              <a:srgbClr val="893E75">
                <a:alpha val="9000"/>
              </a:srgbClr>
            </a:solidFill>
            <a:prstDash val="solid"/>
          </a:ln>
        </p:spPr>
      </p:sp>
      <p:sp>
        <p:nvSpPr>
          <p:cNvPr id="202" name="lumia-token-stream-curve">
            <a:extLst>
              <a:ext uri="{FF2B5EF4-FFF2-40B4-BE49-F238E27FC236}">
                <a16:creationId xmlns:a16="http://schemas.microsoft.com/office/drawing/2014/main" id="{6FA54C40-FEBD-417C-A448-7F4762CE863D}"/>
              </a:ext>
            </a:extLst>
          </p:cNvPr>
          <p:cNvSpPr>
            <a:spLocks noGrp="1"/>
          </p:cNvSpPr>
          <p:nvPr/>
        </p:nvSpPr>
        <p:spPr>
          <a:xfrm>
            <a:off x="3654271" y="5677084"/>
            <a:ext cx="252670" cy="47343"/>
          </a:xfrm>
          <a:custGeom>
            <a:avLst/>
            <a:gdLst/>
            <a:ahLst/>
            <a:cxnLst/>
            <a:rect l="0" t="0" r="0" b="0"/>
            <a:pathLst>
              <a:path w="252670" h="47343">
                <a:moveTo>
                  <a:pt x="0" y="47343"/>
                </a:moveTo>
                <a:lnTo>
                  <a:pt x="252670" y="0"/>
                </a:lnTo>
              </a:path>
            </a:pathLst>
          </a:custGeom>
          <a:noFill/>
          <a:ln w="4324">
            <a:solidFill>
              <a:srgbClr val="963E6C">
                <a:alpha val="9000"/>
              </a:srgbClr>
            </a:solidFill>
            <a:prstDash val="solid"/>
          </a:ln>
        </p:spPr>
      </p:sp>
      <p:sp>
        <p:nvSpPr>
          <p:cNvPr id="203" name="lumia-token-stream-curve">
            <a:extLst>
              <a:ext uri="{FF2B5EF4-FFF2-40B4-BE49-F238E27FC236}">
                <a16:creationId xmlns:a16="http://schemas.microsoft.com/office/drawing/2014/main" id="{800C9CE6-B5BD-4159-A66D-A1F739E629FC}"/>
              </a:ext>
            </a:extLst>
          </p:cNvPr>
          <p:cNvSpPr>
            <a:spLocks noGrp="1"/>
          </p:cNvSpPr>
          <p:nvPr/>
        </p:nvSpPr>
        <p:spPr>
          <a:xfrm>
            <a:off x="3906942" y="5622551"/>
            <a:ext cx="254978" cy="54534"/>
          </a:xfrm>
          <a:custGeom>
            <a:avLst/>
            <a:gdLst/>
            <a:ahLst/>
            <a:cxnLst/>
            <a:rect l="0" t="0" r="0" b="0"/>
            <a:pathLst>
              <a:path w="254978" h="54534">
                <a:moveTo>
                  <a:pt x="0" y="54534"/>
                </a:moveTo>
                <a:lnTo>
                  <a:pt x="254978" y="0"/>
                </a:lnTo>
              </a:path>
            </a:pathLst>
          </a:custGeom>
          <a:noFill/>
          <a:ln w="4337">
            <a:solidFill>
              <a:srgbClr val="A33F64">
                <a:alpha val="9000"/>
              </a:srgbClr>
            </a:solidFill>
            <a:prstDash val="solid"/>
          </a:ln>
        </p:spPr>
      </p:sp>
      <p:sp>
        <p:nvSpPr>
          <p:cNvPr id="204" name="lumia-token-stream-curve">
            <a:extLst>
              <a:ext uri="{FF2B5EF4-FFF2-40B4-BE49-F238E27FC236}">
                <a16:creationId xmlns:a16="http://schemas.microsoft.com/office/drawing/2014/main" id="{7C4AA6EB-95B2-414E-B254-D7CF8B17010D}"/>
              </a:ext>
            </a:extLst>
          </p:cNvPr>
          <p:cNvSpPr>
            <a:spLocks noGrp="1"/>
          </p:cNvSpPr>
          <p:nvPr/>
        </p:nvSpPr>
        <p:spPr>
          <a:xfrm>
            <a:off x="4161920" y="5562949"/>
            <a:ext cx="257275" cy="59602"/>
          </a:xfrm>
          <a:custGeom>
            <a:avLst/>
            <a:gdLst/>
            <a:ahLst/>
            <a:cxnLst/>
            <a:rect l="0" t="0" r="0" b="0"/>
            <a:pathLst>
              <a:path w="257275" h="59602">
                <a:moveTo>
                  <a:pt x="0" y="59602"/>
                </a:moveTo>
                <a:lnTo>
                  <a:pt x="257275" y="0"/>
                </a:lnTo>
              </a:path>
            </a:pathLst>
          </a:custGeom>
          <a:noFill/>
          <a:ln w="4367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205" name="lumia-token-stream-curve">
            <a:extLst>
              <a:ext uri="{FF2B5EF4-FFF2-40B4-BE49-F238E27FC236}">
                <a16:creationId xmlns:a16="http://schemas.microsoft.com/office/drawing/2014/main" id="{54EC2A3D-4942-48F1-87E2-EDD50F2A5A7F}"/>
              </a:ext>
            </a:extLst>
          </p:cNvPr>
          <p:cNvSpPr>
            <a:spLocks noGrp="1"/>
          </p:cNvSpPr>
          <p:nvPr/>
        </p:nvSpPr>
        <p:spPr>
          <a:xfrm>
            <a:off x="4419195" y="5500669"/>
            <a:ext cx="259560" cy="62280"/>
          </a:xfrm>
          <a:custGeom>
            <a:avLst/>
            <a:gdLst/>
            <a:ahLst/>
            <a:cxnLst/>
            <a:rect l="0" t="0" r="0" b="0"/>
            <a:pathLst>
              <a:path w="259560" h="62280">
                <a:moveTo>
                  <a:pt x="0" y="62280"/>
                </a:moveTo>
                <a:lnTo>
                  <a:pt x="259560" y="0"/>
                </a:lnTo>
              </a:path>
            </a:pathLst>
          </a:custGeom>
          <a:noFill/>
          <a:ln w="4412">
            <a:solidFill>
              <a:srgbClr val="BD4153">
                <a:alpha val="10000"/>
              </a:srgbClr>
            </a:solidFill>
            <a:prstDash val="solid"/>
          </a:ln>
        </p:spPr>
      </p:sp>
      <p:sp>
        <p:nvSpPr>
          <p:cNvPr id="206" name="lumia-token-stream-curve">
            <a:extLst>
              <a:ext uri="{FF2B5EF4-FFF2-40B4-BE49-F238E27FC236}">
                <a16:creationId xmlns:a16="http://schemas.microsoft.com/office/drawing/2014/main" id="{2E7AFCBA-8315-4AEA-A389-0D840C8329CB}"/>
              </a:ext>
            </a:extLst>
          </p:cNvPr>
          <p:cNvSpPr>
            <a:spLocks noGrp="1"/>
          </p:cNvSpPr>
          <p:nvPr/>
        </p:nvSpPr>
        <p:spPr>
          <a:xfrm>
            <a:off x="4678755" y="5438112"/>
            <a:ext cx="261833" cy="62556"/>
          </a:xfrm>
          <a:custGeom>
            <a:avLst/>
            <a:gdLst/>
            <a:ahLst/>
            <a:cxnLst/>
            <a:rect l="0" t="0" r="0" b="0"/>
            <a:pathLst>
              <a:path w="261833" h="62556">
                <a:moveTo>
                  <a:pt x="0" y="62556"/>
                </a:moveTo>
                <a:lnTo>
                  <a:pt x="261833" y="0"/>
                </a:lnTo>
              </a:path>
            </a:pathLst>
          </a:custGeom>
          <a:noFill/>
          <a:ln w="4472">
            <a:solidFill>
              <a:srgbClr val="CA414A">
                <a:alpha val="10000"/>
              </a:srgbClr>
            </a:solidFill>
            <a:prstDash val="solid"/>
          </a:ln>
        </p:spPr>
      </p:sp>
      <p:sp>
        <p:nvSpPr>
          <p:cNvPr id="207" name="lumia-token-stream-curve">
            <a:extLst>
              <a:ext uri="{FF2B5EF4-FFF2-40B4-BE49-F238E27FC236}">
                <a16:creationId xmlns:a16="http://schemas.microsoft.com/office/drawing/2014/main" id="{6925A3BE-3DE1-4FB0-B45D-E9FB6D67996E}"/>
              </a:ext>
            </a:extLst>
          </p:cNvPr>
          <p:cNvSpPr>
            <a:spLocks noGrp="1"/>
          </p:cNvSpPr>
          <p:nvPr/>
        </p:nvSpPr>
        <p:spPr>
          <a:xfrm>
            <a:off x="4940588" y="5377417"/>
            <a:ext cx="264096" cy="60696"/>
          </a:xfrm>
          <a:custGeom>
            <a:avLst/>
            <a:gdLst/>
            <a:ahLst/>
            <a:cxnLst/>
            <a:rect l="0" t="0" r="0" b="0"/>
            <a:pathLst>
              <a:path w="264096" h="60696">
                <a:moveTo>
                  <a:pt x="0" y="60696"/>
                </a:moveTo>
                <a:lnTo>
                  <a:pt x="264096" y="0"/>
                </a:lnTo>
              </a:path>
            </a:pathLst>
          </a:custGeom>
          <a:noFill/>
          <a:ln w="4544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208" name="lumia-token-stream-curve">
            <a:extLst>
              <a:ext uri="{FF2B5EF4-FFF2-40B4-BE49-F238E27FC236}">
                <a16:creationId xmlns:a16="http://schemas.microsoft.com/office/drawing/2014/main" id="{4E50D81F-DE5F-425B-A6D2-44859F8F8894}"/>
              </a:ext>
            </a:extLst>
          </p:cNvPr>
          <p:cNvSpPr>
            <a:spLocks noGrp="1"/>
          </p:cNvSpPr>
          <p:nvPr/>
        </p:nvSpPr>
        <p:spPr>
          <a:xfrm>
            <a:off x="5204684" y="5320185"/>
            <a:ext cx="266347" cy="57232"/>
          </a:xfrm>
          <a:custGeom>
            <a:avLst/>
            <a:gdLst/>
            <a:ahLst/>
            <a:cxnLst/>
            <a:rect l="0" t="0" r="0" b="0"/>
            <a:pathLst>
              <a:path w="266347" h="57232">
                <a:moveTo>
                  <a:pt x="0" y="57232"/>
                </a:moveTo>
                <a:lnTo>
                  <a:pt x="266347" y="0"/>
                </a:lnTo>
              </a:path>
            </a:pathLst>
          </a:custGeom>
          <a:noFill/>
          <a:ln w="4628">
            <a:solidFill>
              <a:srgbClr val="E44339">
                <a:alpha val="11000"/>
              </a:srgbClr>
            </a:solidFill>
            <a:prstDash val="solid"/>
          </a:ln>
        </p:spPr>
      </p:sp>
      <p:sp>
        <p:nvSpPr>
          <p:cNvPr id="209" name="lumia-token-stream-curve">
            <a:extLst>
              <a:ext uri="{FF2B5EF4-FFF2-40B4-BE49-F238E27FC236}">
                <a16:creationId xmlns:a16="http://schemas.microsoft.com/office/drawing/2014/main" id="{4083A8EC-07F0-4E0B-B1C7-5ACD2E441CFA}"/>
              </a:ext>
            </a:extLst>
          </p:cNvPr>
          <p:cNvSpPr>
            <a:spLocks noGrp="1"/>
          </p:cNvSpPr>
          <p:nvPr/>
        </p:nvSpPr>
        <p:spPr>
          <a:xfrm>
            <a:off x="5471030" y="5267261"/>
            <a:ext cx="268586" cy="52923"/>
          </a:xfrm>
          <a:custGeom>
            <a:avLst/>
            <a:gdLst/>
            <a:ahLst/>
            <a:cxnLst/>
            <a:rect l="0" t="0" r="0" b="0"/>
            <a:pathLst>
              <a:path w="268586" h="52923">
                <a:moveTo>
                  <a:pt x="0" y="52923"/>
                </a:moveTo>
                <a:lnTo>
                  <a:pt x="268586" y="0"/>
                </a:lnTo>
              </a:path>
            </a:pathLst>
          </a:custGeom>
          <a:noFill/>
          <a:ln w="4723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210" name="lumia-token-stream-curve">
            <a:extLst>
              <a:ext uri="{FF2B5EF4-FFF2-40B4-BE49-F238E27FC236}">
                <a16:creationId xmlns:a16="http://schemas.microsoft.com/office/drawing/2014/main" id="{F2F2E6A7-7A4F-41A7-8483-84037C9810D6}"/>
              </a:ext>
            </a:extLst>
          </p:cNvPr>
          <p:cNvSpPr>
            <a:spLocks noGrp="1"/>
          </p:cNvSpPr>
          <p:nvPr/>
        </p:nvSpPr>
        <p:spPr>
          <a:xfrm>
            <a:off x="5739616" y="5218576"/>
            <a:ext cx="270814" cy="48685"/>
          </a:xfrm>
          <a:custGeom>
            <a:avLst/>
            <a:gdLst/>
            <a:ahLst/>
            <a:cxnLst/>
            <a:rect l="0" t="0" r="0" b="0"/>
            <a:pathLst>
              <a:path w="270814" h="48685">
                <a:moveTo>
                  <a:pt x="0" y="48685"/>
                </a:moveTo>
                <a:lnTo>
                  <a:pt x="270814" y="0"/>
                </a:lnTo>
              </a:path>
            </a:pathLst>
          </a:custGeom>
          <a:noFill/>
          <a:ln w="4826">
            <a:solidFill>
              <a:srgbClr val="EC532F">
                <a:alpha val="12000"/>
              </a:srgbClr>
            </a:solidFill>
            <a:prstDash val="solid"/>
          </a:ln>
        </p:spPr>
      </p:sp>
      <p:sp>
        <p:nvSpPr>
          <p:cNvPr id="211" name="lumia-token-stream-curve">
            <a:extLst>
              <a:ext uri="{FF2B5EF4-FFF2-40B4-BE49-F238E27FC236}">
                <a16:creationId xmlns:a16="http://schemas.microsoft.com/office/drawing/2014/main" id="{08658426-B9AE-49BA-BC7E-4E8D4C965910}"/>
              </a:ext>
            </a:extLst>
          </p:cNvPr>
          <p:cNvSpPr>
            <a:spLocks noGrp="1"/>
          </p:cNvSpPr>
          <p:nvPr/>
        </p:nvSpPr>
        <p:spPr>
          <a:xfrm>
            <a:off x="6010430" y="5173091"/>
            <a:ext cx="273031" cy="45485"/>
          </a:xfrm>
          <a:custGeom>
            <a:avLst/>
            <a:gdLst/>
            <a:ahLst/>
            <a:cxnLst/>
            <a:rect l="0" t="0" r="0" b="0"/>
            <a:pathLst>
              <a:path w="273031" h="45485">
                <a:moveTo>
                  <a:pt x="0" y="45485"/>
                </a:moveTo>
                <a:lnTo>
                  <a:pt x="273031" y="0"/>
                </a:lnTo>
              </a:path>
            </a:pathLst>
          </a:custGeom>
          <a:noFill/>
          <a:ln w="4938">
            <a:solidFill>
              <a:srgbClr val="EE5E2A">
                <a:alpha val="12000"/>
              </a:srgbClr>
            </a:solidFill>
            <a:prstDash val="solid"/>
          </a:ln>
        </p:spPr>
      </p:sp>
      <p:sp>
        <p:nvSpPr>
          <p:cNvPr id="212" name="lumia-token-stream-curve">
            <a:extLst>
              <a:ext uri="{FF2B5EF4-FFF2-40B4-BE49-F238E27FC236}">
                <a16:creationId xmlns:a16="http://schemas.microsoft.com/office/drawing/2014/main" id="{A1EC9E5D-C6B0-4D4B-9CF8-93D20F0DE76B}"/>
              </a:ext>
            </a:extLst>
          </p:cNvPr>
          <p:cNvSpPr>
            <a:spLocks noGrp="1"/>
          </p:cNvSpPr>
          <p:nvPr/>
        </p:nvSpPr>
        <p:spPr>
          <a:xfrm>
            <a:off x="6283461" y="5128856"/>
            <a:ext cx="275236" cy="44235"/>
          </a:xfrm>
          <a:custGeom>
            <a:avLst/>
            <a:gdLst/>
            <a:ahLst/>
            <a:cxnLst/>
            <a:rect l="0" t="0" r="0" b="0"/>
            <a:pathLst>
              <a:path w="275236" h="44235">
                <a:moveTo>
                  <a:pt x="0" y="44235"/>
                </a:moveTo>
                <a:lnTo>
                  <a:pt x="275236" y="0"/>
                </a:lnTo>
              </a:path>
            </a:pathLst>
          </a:custGeom>
          <a:noFill/>
          <a:ln w="5056">
            <a:solidFill>
              <a:srgbClr val="EF6926">
                <a:alpha val="13000"/>
              </a:srgbClr>
            </a:solidFill>
            <a:prstDash val="solid"/>
          </a:ln>
        </p:spPr>
      </p:sp>
      <p:sp>
        <p:nvSpPr>
          <p:cNvPr id="213" name="lumia-token-stream-curve">
            <a:extLst>
              <a:ext uri="{FF2B5EF4-FFF2-40B4-BE49-F238E27FC236}">
                <a16:creationId xmlns:a16="http://schemas.microsoft.com/office/drawing/2014/main" id="{75BD66B8-62EC-46A5-BF1E-600BE155F67B}"/>
              </a:ext>
            </a:extLst>
          </p:cNvPr>
          <p:cNvSpPr>
            <a:spLocks noGrp="1"/>
          </p:cNvSpPr>
          <p:nvPr/>
        </p:nvSpPr>
        <p:spPr>
          <a:xfrm>
            <a:off x="6558697" y="5083190"/>
            <a:ext cx="277430" cy="45666"/>
          </a:xfrm>
          <a:custGeom>
            <a:avLst/>
            <a:gdLst/>
            <a:ahLst/>
            <a:cxnLst/>
            <a:rect l="0" t="0" r="0" b="0"/>
            <a:pathLst>
              <a:path w="277430" h="45666">
                <a:moveTo>
                  <a:pt x="0" y="45666"/>
                </a:moveTo>
                <a:lnTo>
                  <a:pt x="277430" y="0"/>
                </a:lnTo>
              </a:path>
            </a:pathLst>
          </a:custGeom>
          <a:noFill/>
          <a:ln w="5180">
            <a:solidFill>
              <a:srgbClr val="F17322">
                <a:alpha val="13000"/>
              </a:srgbClr>
            </a:solidFill>
            <a:prstDash val="solid"/>
          </a:ln>
        </p:spPr>
      </p:sp>
      <p:sp>
        <p:nvSpPr>
          <p:cNvPr id="214" name="lumia-token-stream-curve">
            <a:extLst>
              <a:ext uri="{FF2B5EF4-FFF2-40B4-BE49-F238E27FC236}">
                <a16:creationId xmlns:a16="http://schemas.microsoft.com/office/drawing/2014/main" id="{B911F2EF-58CA-484B-AA14-C4637EEE0D79}"/>
              </a:ext>
            </a:extLst>
          </p:cNvPr>
          <p:cNvSpPr>
            <a:spLocks noGrp="1"/>
          </p:cNvSpPr>
          <p:nvPr/>
        </p:nvSpPr>
        <p:spPr>
          <a:xfrm>
            <a:off x="6836126" y="5032958"/>
            <a:ext cx="279612" cy="50232"/>
          </a:xfrm>
          <a:custGeom>
            <a:avLst/>
            <a:gdLst/>
            <a:ahLst/>
            <a:cxnLst/>
            <a:rect l="0" t="0" r="0" b="0"/>
            <a:pathLst>
              <a:path w="279612" h="50232">
                <a:moveTo>
                  <a:pt x="0" y="50232"/>
                </a:moveTo>
                <a:lnTo>
                  <a:pt x="279612" y="0"/>
                </a:lnTo>
              </a:path>
            </a:pathLst>
          </a:custGeom>
          <a:noFill/>
          <a:ln w="5307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215" name="lumia-token-stream-curve">
            <a:extLst>
              <a:ext uri="{FF2B5EF4-FFF2-40B4-BE49-F238E27FC236}">
                <a16:creationId xmlns:a16="http://schemas.microsoft.com/office/drawing/2014/main" id="{B7339A5E-5BB3-4F7F-B869-9E5260EA1005}"/>
              </a:ext>
            </a:extLst>
          </p:cNvPr>
          <p:cNvSpPr>
            <a:spLocks noGrp="1"/>
          </p:cNvSpPr>
          <p:nvPr/>
        </p:nvSpPr>
        <p:spPr>
          <a:xfrm>
            <a:off x="7115738" y="4974935"/>
            <a:ext cx="281783" cy="58023"/>
          </a:xfrm>
          <a:custGeom>
            <a:avLst/>
            <a:gdLst/>
            <a:ahLst/>
            <a:cxnLst/>
            <a:rect l="0" t="0" r="0" b="0"/>
            <a:pathLst>
              <a:path w="281783" h="58023">
                <a:moveTo>
                  <a:pt x="0" y="58023"/>
                </a:moveTo>
                <a:lnTo>
                  <a:pt x="281783" y="0"/>
                </a:lnTo>
              </a:path>
            </a:pathLst>
          </a:custGeom>
          <a:noFill/>
          <a:ln w="5438">
            <a:solidFill>
              <a:srgbClr val="F48919">
                <a:alpha val="14000"/>
              </a:srgbClr>
            </a:solidFill>
            <a:prstDash val="solid"/>
          </a:ln>
        </p:spPr>
      </p:sp>
      <p:sp>
        <p:nvSpPr>
          <p:cNvPr id="216" name="lumia-token-stream-curve">
            <a:extLst>
              <a:ext uri="{FF2B5EF4-FFF2-40B4-BE49-F238E27FC236}">
                <a16:creationId xmlns:a16="http://schemas.microsoft.com/office/drawing/2014/main" id="{0F472B93-71CF-46EC-B4E1-C16489E4803D}"/>
              </a:ext>
            </a:extLst>
          </p:cNvPr>
          <p:cNvSpPr>
            <a:spLocks noGrp="1"/>
          </p:cNvSpPr>
          <p:nvPr/>
        </p:nvSpPr>
        <p:spPr>
          <a:xfrm>
            <a:off x="7397522" y="4906202"/>
            <a:ext cx="283943" cy="68733"/>
          </a:xfrm>
          <a:custGeom>
            <a:avLst/>
            <a:gdLst/>
            <a:ahLst/>
            <a:cxnLst/>
            <a:rect l="0" t="0" r="0" b="0"/>
            <a:pathLst>
              <a:path w="283943" h="68733">
                <a:moveTo>
                  <a:pt x="0" y="68733"/>
                </a:moveTo>
                <a:lnTo>
                  <a:pt x="283943" y="0"/>
                </a:lnTo>
              </a:path>
            </a:pathLst>
          </a:custGeom>
          <a:noFill/>
          <a:ln w="5571">
            <a:solidFill>
              <a:srgbClr val="F59415">
                <a:alpha val="14000"/>
              </a:srgbClr>
            </a:solidFill>
            <a:prstDash val="solid"/>
          </a:ln>
        </p:spPr>
      </p:sp>
      <p:sp>
        <p:nvSpPr>
          <p:cNvPr id="217" name="lumia-token-stream-curve">
            <a:extLst>
              <a:ext uri="{FF2B5EF4-FFF2-40B4-BE49-F238E27FC236}">
                <a16:creationId xmlns:a16="http://schemas.microsoft.com/office/drawing/2014/main" id="{010B1F79-A55A-4C04-A53B-1FE5D518094E}"/>
              </a:ext>
            </a:extLst>
          </p:cNvPr>
          <p:cNvSpPr>
            <a:spLocks noGrp="1"/>
          </p:cNvSpPr>
          <p:nvPr/>
        </p:nvSpPr>
        <p:spPr>
          <a:xfrm>
            <a:off x="7681464" y="4824530"/>
            <a:ext cx="286091" cy="81672"/>
          </a:xfrm>
          <a:custGeom>
            <a:avLst/>
            <a:gdLst/>
            <a:ahLst/>
            <a:cxnLst/>
            <a:rect l="0" t="0" r="0" b="0"/>
            <a:pathLst>
              <a:path w="286091" h="81672">
                <a:moveTo>
                  <a:pt x="0" y="81672"/>
                </a:moveTo>
                <a:lnTo>
                  <a:pt x="286091" y="0"/>
                </a:lnTo>
              </a:path>
            </a:pathLst>
          </a:custGeom>
          <a:noFill/>
          <a:ln w="5704">
            <a:solidFill>
              <a:srgbClr val="F79E11">
                <a:alpha val="15000"/>
              </a:srgbClr>
            </a:solidFill>
            <a:prstDash val="solid"/>
          </a:ln>
        </p:spPr>
      </p:sp>
      <p:sp>
        <p:nvSpPr>
          <p:cNvPr id="218" name="lumia-token-stream-curve">
            <a:extLst>
              <a:ext uri="{FF2B5EF4-FFF2-40B4-BE49-F238E27FC236}">
                <a16:creationId xmlns:a16="http://schemas.microsoft.com/office/drawing/2014/main" id="{093F6AFE-12F2-4F32-BF8F-D3F2972F25E6}"/>
              </a:ext>
            </a:extLst>
          </p:cNvPr>
          <p:cNvSpPr>
            <a:spLocks noGrp="1"/>
          </p:cNvSpPr>
          <p:nvPr/>
        </p:nvSpPr>
        <p:spPr>
          <a:xfrm>
            <a:off x="7967555" y="4728700"/>
            <a:ext cx="288228" cy="95830"/>
          </a:xfrm>
          <a:custGeom>
            <a:avLst/>
            <a:gdLst/>
            <a:ahLst/>
            <a:cxnLst/>
            <a:rect l="0" t="0" r="0" b="0"/>
            <a:pathLst>
              <a:path w="288228" h="95830">
                <a:moveTo>
                  <a:pt x="0" y="95830"/>
                </a:moveTo>
                <a:lnTo>
                  <a:pt x="288228" y="0"/>
                </a:lnTo>
              </a:path>
            </a:pathLst>
          </a:custGeom>
          <a:noFill/>
          <a:ln w="5836">
            <a:solidFill>
              <a:srgbClr val="F8A90C">
                <a:alpha val="15000"/>
              </a:srgbClr>
            </a:solidFill>
            <a:prstDash val="solid"/>
          </a:ln>
        </p:spPr>
      </p:sp>
      <p:sp>
        <p:nvSpPr>
          <p:cNvPr id="219" name="lumia-token-stream-curve">
            <a:extLst>
              <a:ext uri="{FF2B5EF4-FFF2-40B4-BE49-F238E27FC236}">
                <a16:creationId xmlns:a16="http://schemas.microsoft.com/office/drawing/2014/main" id="{CB2BC433-5F3C-412E-9ABC-ED9BCC71FE31}"/>
              </a:ext>
            </a:extLst>
          </p:cNvPr>
          <p:cNvSpPr>
            <a:spLocks noGrp="1"/>
          </p:cNvSpPr>
          <p:nvPr/>
        </p:nvSpPr>
        <p:spPr>
          <a:xfrm>
            <a:off x="8255783" y="4618708"/>
            <a:ext cx="290353" cy="109992"/>
          </a:xfrm>
          <a:custGeom>
            <a:avLst/>
            <a:gdLst/>
            <a:ahLst/>
            <a:cxnLst/>
            <a:rect l="0" t="0" r="0" b="0"/>
            <a:pathLst>
              <a:path w="290353" h="109992">
                <a:moveTo>
                  <a:pt x="0" y="109992"/>
                </a:moveTo>
                <a:lnTo>
                  <a:pt x="290353" y="0"/>
                </a:lnTo>
              </a:path>
            </a:pathLst>
          </a:custGeom>
          <a:noFill/>
          <a:ln w="5966">
            <a:solidFill>
              <a:srgbClr val="FAB408">
                <a:alpha val="15000"/>
              </a:srgbClr>
            </a:solidFill>
            <a:prstDash val="solid"/>
          </a:ln>
        </p:spPr>
      </p:sp>
      <p:sp>
        <p:nvSpPr>
          <p:cNvPr id="220" name="lumia-token-stream-curve">
            <a:extLst>
              <a:ext uri="{FF2B5EF4-FFF2-40B4-BE49-F238E27FC236}">
                <a16:creationId xmlns:a16="http://schemas.microsoft.com/office/drawing/2014/main" id="{FBFFAD27-47D1-4E1F-A87E-33FB2480FA24}"/>
              </a:ext>
            </a:extLst>
          </p:cNvPr>
          <p:cNvSpPr>
            <a:spLocks noGrp="1"/>
          </p:cNvSpPr>
          <p:nvPr/>
        </p:nvSpPr>
        <p:spPr>
          <a:xfrm>
            <a:off x="8546136" y="4495818"/>
            <a:ext cx="292467" cy="122890"/>
          </a:xfrm>
          <a:custGeom>
            <a:avLst/>
            <a:gdLst/>
            <a:ahLst/>
            <a:cxnLst/>
            <a:rect l="0" t="0" r="0" b="0"/>
            <a:pathLst>
              <a:path w="292467" h="122890">
                <a:moveTo>
                  <a:pt x="0" y="122890"/>
                </a:moveTo>
                <a:lnTo>
                  <a:pt x="292467" y="0"/>
                </a:lnTo>
              </a:path>
            </a:pathLst>
          </a:custGeom>
          <a:noFill/>
          <a:ln w="6093">
            <a:solidFill>
              <a:srgbClr val="F7BC07">
                <a:alpha val="16000"/>
              </a:srgbClr>
            </a:solidFill>
            <a:prstDash val="solid"/>
          </a:ln>
        </p:spPr>
      </p:sp>
      <p:sp>
        <p:nvSpPr>
          <p:cNvPr id="221" name="lumia-token-stream-curve">
            <a:extLst>
              <a:ext uri="{FF2B5EF4-FFF2-40B4-BE49-F238E27FC236}">
                <a16:creationId xmlns:a16="http://schemas.microsoft.com/office/drawing/2014/main" id="{0B23DFA4-8803-4305-9FBF-A737FBA33B37}"/>
              </a:ext>
            </a:extLst>
          </p:cNvPr>
          <p:cNvSpPr>
            <a:spLocks noGrp="1"/>
          </p:cNvSpPr>
          <p:nvPr/>
        </p:nvSpPr>
        <p:spPr>
          <a:xfrm>
            <a:off x="8838603" y="4362441"/>
            <a:ext cx="294570" cy="133377"/>
          </a:xfrm>
          <a:custGeom>
            <a:avLst/>
            <a:gdLst/>
            <a:ahLst/>
            <a:cxnLst/>
            <a:rect l="0" t="0" r="0" b="0"/>
            <a:pathLst>
              <a:path w="294570" h="133377">
                <a:moveTo>
                  <a:pt x="0" y="133377"/>
                </a:moveTo>
                <a:lnTo>
                  <a:pt x="294570" y="0"/>
                </a:lnTo>
              </a:path>
            </a:pathLst>
          </a:custGeom>
          <a:noFill/>
          <a:ln w="6215">
            <a:solidFill>
              <a:srgbClr val="E5BA0E">
                <a:alpha val="16000"/>
              </a:srgbClr>
            </a:solidFill>
            <a:prstDash val="solid"/>
          </a:ln>
        </p:spPr>
      </p:sp>
      <p:sp>
        <p:nvSpPr>
          <p:cNvPr id="222" name="lumia-token-stream-curve">
            <a:extLst>
              <a:ext uri="{FF2B5EF4-FFF2-40B4-BE49-F238E27FC236}">
                <a16:creationId xmlns:a16="http://schemas.microsoft.com/office/drawing/2014/main" id="{A31B64B4-B312-4D19-BD62-DB7CE70D4EEB}"/>
              </a:ext>
            </a:extLst>
          </p:cNvPr>
          <p:cNvSpPr>
            <a:spLocks noGrp="1"/>
          </p:cNvSpPr>
          <p:nvPr/>
        </p:nvSpPr>
        <p:spPr>
          <a:xfrm>
            <a:off x="9133172" y="4221845"/>
            <a:ext cx="296661" cy="140596"/>
          </a:xfrm>
          <a:custGeom>
            <a:avLst/>
            <a:gdLst/>
            <a:ahLst/>
            <a:cxnLst/>
            <a:rect l="0" t="0" r="0" b="0"/>
            <a:pathLst>
              <a:path w="296661" h="140596">
                <a:moveTo>
                  <a:pt x="0" y="140596"/>
                </a:moveTo>
                <a:lnTo>
                  <a:pt x="296661" y="0"/>
                </a:lnTo>
              </a:path>
            </a:pathLst>
          </a:custGeom>
          <a:noFill/>
          <a:ln w="6332">
            <a:solidFill>
              <a:srgbClr val="D3B815">
                <a:alpha val="16000"/>
              </a:srgbClr>
            </a:solidFill>
            <a:prstDash val="solid"/>
          </a:ln>
        </p:spPr>
      </p:sp>
      <p:sp>
        <p:nvSpPr>
          <p:cNvPr id="223" name="lumia-token-stream-curve">
            <a:extLst>
              <a:ext uri="{FF2B5EF4-FFF2-40B4-BE49-F238E27FC236}">
                <a16:creationId xmlns:a16="http://schemas.microsoft.com/office/drawing/2014/main" id="{119E3158-D363-4BE3-955B-304FF07B8F3F}"/>
              </a:ext>
            </a:extLst>
          </p:cNvPr>
          <p:cNvSpPr>
            <a:spLocks noGrp="1"/>
          </p:cNvSpPr>
          <p:nvPr/>
        </p:nvSpPr>
        <p:spPr>
          <a:xfrm>
            <a:off x="9429833" y="4077724"/>
            <a:ext cx="298740" cy="144121"/>
          </a:xfrm>
          <a:custGeom>
            <a:avLst/>
            <a:gdLst/>
            <a:ahLst/>
            <a:cxnLst/>
            <a:rect l="0" t="0" r="0" b="0"/>
            <a:pathLst>
              <a:path w="298740" h="144121">
                <a:moveTo>
                  <a:pt x="0" y="144121"/>
                </a:moveTo>
                <a:lnTo>
                  <a:pt x="298740" y="0"/>
                </a:lnTo>
              </a:path>
            </a:pathLst>
          </a:custGeom>
          <a:noFill/>
          <a:ln w="6442">
            <a:solidFill>
              <a:srgbClr val="C2B61C">
                <a:alpha val="17000"/>
              </a:srgbClr>
            </a:solidFill>
            <a:prstDash val="solid"/>
          </a:ln>
        </p:spPr>
      </p:sp>
      <p:sp>
        <p:nvSpPr>
          <p:cNvPr id="224" name="lumia-token-stream-curve">
            <a:extLst>
              <a:ext uri="{FF2B5EF4-FFF2-40B4-BE49-F238E27FC236}">
                <a16:creationId xmlns:a16="http://schemas.microsoft.com/office/drawing/2014/main" id="{13205F51-7848-4E54-A361-308F94BCAF1A}"/>
              </a:ext>
            </a:extLst>
          </p:cNvPr>
          <p:cNvSpPr>
            <a:spLocks noGrp="1"/>
          </p:cNvSpPr>
          <p:nvPr/>
        </p:nvSpPr>
        <p:spPr>
          <a:xfrm>
            <a:off x="9728574" y="3933681"/>
            <a:ext cx="300809" cy="144043"/>
          </a:xfrm>
          <a:custGeom>
            <a:avLst/>
            <a:gdLst/>
            <a:ahLst/>
            <a:cxnLst/>
            <a:rect l="0" t="0" r="0" b="0"/>
            <a:pathLst>
              <a:path w="300809" h="144043">
                <a:moveTo>
                  <a:pt x="0" y="144043"/>
                </a:moveTo>
                <a:lnTo>
                  <a:pt x="300809" y="0"/>
                </a:lnTo>
              </a:path>
            </a:pathLst>
          </a:custGeom>
          <a:noFill/>
          <a:ln w="6543">
            <a:solidFill>
              <a:srgbClr val="B0B422">
                <a:alpha val="17000"/>
              </a:srgbClr>
            </a:solidFill>
            <a:prstDash val="solid"/>
          </a:ln>
        </p:spPr>
      </p:sp>
      <p:sp>
        <p:nvSpPr>
          <p:cNvPr id="225" name="lumia-token-stream-curve">
            <a:extLst>
              <a:ext uri="{FF2B5EF4-FFF2-40B4-BE49-F238E27FC236}">
                <a16:creationId xmlns:a16="http://schemas.microsoft.com/office/drawing/2014/main" id="{56A774B3-42DF-4451-8125-CD2D9F3871EF}"/>
              </a:ext>
            </a:extLst>
          </p:cNvPr>
          <p:cNvSpPr>
            <a:spLocks noGrp="1"/>
          </p:cNvSpPr>
          <p:nvPr/>
        </p:nvSpPr>
        <p:spPr>
          <a:xfrm>
            <a:off x="10029382" y="3792686"/>
            <a:ext cx="302866" cy="140995"/>
          </a:xfrm>
          <a:custGeom>
            <a:avLst/>
            <a:gdLst/>
            <a:ahLst/>
            <a:cxnLst/>
            <a:rect l="0" t="0" r="0" b="0"/>
            <a:pathLst>
              <a:path w="302866" h="140995">
                <a:moveTo>
                  <a:pt x="0" y="140995"/>
                </a:moveTo>
                <a:lnTo>
                  <a:pt x="302866" y="0"/>
                </a:lnTo>
              </a:path>
            </a:pathLst>
          </a:custGeom>
          <a:noFill/>
          <a:ln w="6635">
            <a:solidFill>
              <a:srgbClr val="9EB329">
                <a:alpha val="17000"/>
              </a:srgbClr>
            </a:solidFill>
            <a:prstDash val="solid"/>
          </a:ln>
        </p:spPr>
      </p:sp>
      <p:sp>
        <p:nvSpPr>
          <p:cNvPr id="226" name="lumia-token-stream-curve">
            <a:extLst>
              <a:ext uri="{FF2B5EF4-FFF2-40B4-BE49-F238E27FC236}">
                <a16:creationId xmlns:a16="http://schemas.microsoft.com/office/drawing/2014/main" id="{99184A52-0A9B-49CA-98C7-CD671CC2BD33}"/>
              </a:ext>
            </a:extLst>
          </p:cNvPr>
          <p:cNvSpPr>
            <a:spLocks noGrp="1"/>
          </p:cNvSpPr>
          <p:nvPr/>
        </p:nvSpPr>
        <p:spPr>
          <a:xfrm>
            <a:off x="10332248" y="3656599"/>
            <a:ext cx="304911" cy="136087"/>
          </a:xfrm>
          <a:custGeom>
            <a:avLst/>
            <a:gdLst/>
            <a:ahLst/>
            <a:cxnLst/>
            <a:rect l="0" t="0" r="0" b="0"/>
            <a:pathLst>
              <a:path w="304911" h="136087">
                <a:moveTo>
                  <a:pt x="0" y="136087"/>
                </a:moveTo>
                <a:lnTo>
                  <a:pt x="304911" y="0"/>
                </a:lnTo>
              </a:path>
            </a:pathLst>
          </a:custGeom>
          <a:noFill/>
          <a:ln w="6716">
            <a:solidFill>
              <a:srgbClr val="8CB130">
                <a:alpha val="17000"/>
              </a:srgbClr>
            </a:solidFill>
            <a:prstDash val="solid"/>
          </a:ln>
        </p:spPr>
      </p:sp>
      <p:sp>
        <p:nvSpPr>
          <p:cNvPr id="227" name="lumia-token-stream-curve">
            <a:extLst>
              <a:ext uri="{FF2B5EF4-FFF2-40B4-BE49-F238E27FC236}">
                <a16:creationId xmlns:a16="http://schemas.microsoft.com/office/drawing/2014/main" id="{38C0F555-22F0-4E28-91A5-EF48445BDF76}"/>
              </a:ext>
            </a:extLst>
          </p:cNvPr>
          <p:cNvSpPr>
            <a:spLocks noGrp="1"/>
          </p:cNvSpPr>
          <p:nvPr/>
        </p:nvSpPr>
        <p:spPr>
          <a:xfrm>
            <a:off x="10637160" y="3525827"/>
            <a:ext cx="306945" cy="130772"/>
          </a:xfrm>
          <a:custGeom>
            <a:avLst/>
            <a:gdLst/>
            <a:ahLst/>
            <a:cxnLst/>
            <a:rect l="0" t="0" r="0" b="0"/>
            <a:pathLst>
              <a:path w="306945" h="130772">
                <a:moveTo>
                  <a:pt x="0" y="130772"/>
                </a:moveTo>
                <a:lnTo>
                  <a:pt x="306945" y="0"/>
                </a:lnTo>
              </a:path>
            </a:pathLst>
          </a:custGeom>
          <a:noFill/>
          <a:ln w="6785">
            <a:solidFill>
              <a:srgbClr val="7BAF37">
                <a:alpha val="18000"/>
              </a:srgbClr>
            </a:solidFill>
            <a:prstDash val="solid"/>
          </a:ln>
        </p:spPr>
      </p:sp>
      <p:sp>
        <p:nvSpPr>
          <p:cNvPr id="228" name="lumia-token-stream-curve">
            <a:extLst>
              <a:ext uri="{FF2B5EF4-FFF2-40B4-BE49-F238E27FC236}">
                <a16:creationId xmlns:a16="http://schemas.microsoft.com/office/drawing/2014/main" id="{16F345C5-2DD5-4AFD-8F55-35E8C63EE222}"/>
              </a:ext>
            </a:extLst>
          </p:cNvPr>
          <p:cNvSpPr>
            <a:spLocks noGrp="1"/>
          </p:cNvSpPr>
          <p:nvPr/>
        </p:nvSpPr>
        <p:spPr>
          <a:xfrm>
            <a:off x="10944105" y="3399182"/>
            <a:ext cx="308968" cy="126645"/>
          </a:xfrm>
          <a:custGeom>
            <a:avLst/>
            <a:gdLst/>
            <a:ahLst/>
            <a:cxnLst/>
            <a:rect l="0" t="0" r="0" b="0"/>
            <a:pathLst>
              <a:path w="308968" h="126645">
                <a:moveTo>
                  <a:pt x="0" y="126645"/>
                </a:moveTo>
                <a:lnTo>
                  <a:pt x="308968" y="0"/>
                </a:lnTo>
              </a:path>
            </a:pathLst>
          </a:custGeom>
          <a:noFill/>
          <a:ln w="6841">
            <a:solidFill>
              <a:srgbClr val="69AD3E">
                <a:alpha val="18000"/>
              </a:srgbClr>
            </a:solidFill>
            <a:prstDash val="solid"/>
          </a:ln>
        </p:spPr>
      </p:sp>
      <p:sp>
        <p:nvSpPr>
          <p:cNvPr id="229" name="lumia-token-stream-curve">
            <a:extLst>
              <a:ext uri="{FF2B5EF4-FFF2-40B4-BE49-F238E27FC236}">
                <a16:creationId xmlns:a16="http://schemas.microsoft.com/office/drawing/2014/main" id="{B6203FFF-D6DD-438C-8A62-9569BE8AA056}"/>
              </a:ext>
            </a:extLst>
          </p:cNvPr>
          <p:cNvSpPr>
            <a:spLocks noGrp="1"/>
          </p:cNvSpPr>
          <p:nvPr/>
        </p:nvSpPr>
        <p:spPr>
          <a:xfrm>
            <a:off x="11253073" y="3273976"/>
            <a:ext cx="310979" cy="125206"/>
          </a:xfrm>
          <a:custGeom>
            <a:avLst/>
            <a:gdLst/>
            <a:ahLst/>
            <a:cxnLst/>
            <a:rect l="0" t="0" r="0" b="0"/>
            <a:pathLst>
              <a:path w="310979" h="125206">
                <a:moveTo>
                  <a:pt x="0" y="125206"/>
                </a:moveTo>
                <a:lnTo>
                  <a:pt x="310979" y="0"/>
                </a:lnTo>
              </a:path>
            </a:pathLst>
          </a:custGeom>
          <a:noFill/>
          <a:ln w="6883">
            <a:solidFill>
              <a:srgbClr val="57AC45">
                <a:alpha val="18000"/>
              </a:srgbClr>
            </a:solidFill>
            <a:prstDash val="solid"/>
          </a:ln>
        </p:spPr>
      </p:sp>
      <p:sp>
        <p:nvSpPr>
          <p:cNvPr id="230" name="lumia-token-stream-curve">
            <a:extLst>
              <a:ext uri="{FF2B5EF4-FFF2-40B4-BE49-F238E27FC236}">
                <a16:creationId xmlns:a16="http://schemas.microsoft.com/office/drawing/2014/main" id="{9D6A99CA-3679-48C0-8449-D807DE5AC680}"/>
              </a:ext>
            </a:extLst>
          </p:cNvPr>
          <p:cNvSpPr>
            <a:spLocks noGrp="1"/>
          </p:cNvSpPr>
          <p:nvPr/>
        </p:nvSpPr>
        <p:spPr>
          <a:xfrm>
            <a:off x="11564053" y="3146355"/>
            <a:ext cx="312979" cy="127622"/>
          </a:xfrm>
          <a:custGeom>
            <a:avLst/>
            <a:gdLst/>
            <a:ahLst/>
            <a:cxnLst/>
            <a:rect l="0" t="0" r="0" b="0"/>
            <a:pathLst>
              <a:path w="312979" h="127622">
                <a:moveTo>
                  <a:pt x="0" y="127622"/>
                </a:moveTo>
                <a:lnTo>
                  <a:pt x="312979" y="0"/>
                </a:lnTo>
              </a:path>
            </a:pathLst>
          </a:custGeom>
          <a:noFill/>
          <a:ln w="6909">
            <a:solidFill>
              <a:srgbClr val="46AA4C">
                <a:alpha val="18000"/>
              </a:srgbClr>
            </a:solidFill>
            <a:prstDash val="solid"/>
          </a:ln>
        </p:spPr>
      </p:sp>
      <p:sp>
        <p:nvSpPr>
          <p:cNvPr id="231" name="lumia-token-stream-curve">
            <a:extLst>
              <a:ext uri="{FF2B5EF4-FFF2-40B4-BE49-F238E27FC236}">
                <a16:creationId xmlns:a16="http://schemas.microsoft.com/office/drawing/2014/main" id="{774111ED-97EB-471B-A084-F8ED86FE7AA4}"/>
              </a:ext>
            </a:extLst>
          </p:cNvPr>
          <p:cNvSpPr>
            <a:spLocks noGrp="1"/>
          </p:cNvSpPr>
          <p:nvPr/>
        </p:nvSpPr>
        <p:spPr>
          <a:xfrm>
            <a:off x="11877032" y="3011832"/>
            <a:ext cx="314968" cy="134523"/>
          </a:xfrm>
          <a:custGeom>
            <a:avLst/>
            <a:gdLst/>
            <a:ahLst/>
            <a:cxnLst/>
            <a:rect l="0" t="0" r="0" b="0"/>
            <a:pathLst>
              <a:path w="314968" h="134523">
                <a:moveTo>
                  <a:pt x="0" y="134523"/>
                </a:moveTo>
                <a:lnTo>
                  <a:pt x="314968" y="0"/>
                </a:lnTo>
              </a:path>
            </a:pathLst>
          </a:custGeom>
          <a:noFill/>
          <a:ln w="6918">
            <a:solidFill>
              <a:srgbClr val="34A853">
                <a:alpha val="18000"/>
              </a:srgbClr>
            </a:solidFill>
            <a:prstDash val="solid"/>
          </a:ln>
        </p:spPr>
      </p:sp>
      <p:sp>
        <p:nvSpPr>
          <p:cNvPr id="232" name="lumia-token-stream-curve">
            <a:extLst>
              <a:ext uri="{FF2B5EF4-FFF2-40B4-BE49-F238E27FC236}">
                <a16:creationId xmlns:a16="http://schemas.microsoft.com/office/drawing/2014/main" id="{B1AAB820-996A-4845-AAAA-B5286959E003}"/>
              </a:ext>
            </a:extLst>
          </p:cNvPr>
          <p:cNvSpPr>
            <a:spLocks noGrp="1"/>
          </p:cNvSpPr>
          <p:nvPr/>
        </p:nvSpPr>
        <p:spPr>
          <a:xfrm>
            <a:off x="0" y="5644465"/>
            <a:ext cx="69057" cy="9525"/>
          </a:xfrm>
          <a:custGeom>
            <a:avLst/>
            <a:gdLst/>
            <a:ahLst/>
            <a:cxnLst/>
            <a:rect l="0" t="0" r="0" b="0"/>
            <a:pathLst>
              <a:path w="69057" h="9525">
                <a:moveTo>
                  <a:pt x="0" y="0"/>
                </a:moveTo>
                <a:lnTo>
                  <a:pt x="69057" y="2332"/>
                </a:lnTo>
              </a:path>
            </a:pathLst>
          </a:custGeom>
          <a:noFill/>
          <a:ln w="4547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233" name="lumia-token-stream-curve">
            <a:extLst>
              <a:ext uri="{FF2B5EF4-FFF2-40B4-BE49-F238E27FC236}">
                <a16:creationId xmlns:a16="http://schemas.microsoft.com/office/drawing/2014/main" id="{85864DC2-76FE-4351-A5F2-D00B64956D1B}"/>
              </a:ext>
            </a:extLst>
          </p:cNvPr>
          <p:cNvSpPr>
            <a:spLocks noGrp="1"/>
          </p:cNvSpPr>
          <p:nvPr/>
        </p:nvSpPr>
        <p:spPr>
          <a:xfrm>
            <a:off x="69057" y="5646797"/>
            <a:ext cx="220428" cy="9525"/>
          </a:xfrm>
          <a:custGeom>
            <a:avLst/>
            <a:gdLst/>
            <a:ahLst/>
            <a:cxnLst/>
            <a:rect l="0" t="0" r="0" b="0"/>
            <a:pathLst>
              <a:path w="220428" h="9525">
                <a:moveTo>
                  <a:pt x="0" y="0"/>
                </a:moveTo>
                <a:lnTo>
                  <a:pt x="220428" y="7033"/>
                </a:lnTo>
              </a:path>
            </a:pathLst>
          </a:custGeom>
          <a:noFill/>
          <a:ln w="4547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234" name="lumia-token-stream-curve">
            <a:extLst>
              <a:ext uri="{FF2B5EF4-FFF2-40B4-BE49-F238E27FC236}">
                <a16:creationId xmlns:a16="http://schemas.microsoft.com/office/drawing/2014/main" id="{86B30BB7-42D8-45BA-B3B7-B862A7061A54}"/>
              </a:ext>
            </a:extLst>
          </p:cNvPr>
          <p:cNvSpPr>
            <a:spLocks noGrp="1"/>
          </p:cNvSpPr>
          <p:nvPr/>
        </p:nvSpPr>
        <p:spPr>
          <a:xfrm>
            <a:off x="289486" y="5653830"/>
            <a:ext cx="222855" cy="10977"/>
          </a:xfrm>
          <a:custGeom>
            <a:avLst/>
            <a:gdLst/>
            <a:ahLst/>
            <a:cxnLst/>
            <a:rect l="0" t="0" r="0" b="0"/>
            <a:pathLst>
              <a:path w="222855" h="10977">
                <a:moveTo>
                  <a:pt x="0" y="0"/>
                </a:moveTo>
                <a:lnTo>
                  <a:pt x="222855" y="10977"/>
                </a:lnTo>
              </a:path>
            </a:pathLst>
          </a:custGeom>
          <a:noFill/>
          <a:ln w="4547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235" name="lumia-token-stream-curve">
            <a:extLst>
              <a:ext uri="{FF2B5EF4-FFF2-40B4-BE49-F238E27FC236}">
                <a16:creationId xmlns:a16="http://schemas.microsoft.com/office/drawing/2014/main" id="{EC5BD9D4-2D2C-4DBE-9929-F07FE4F805F7}"/>
              </a:ext>
            </a:extLst>
          </p:cNvPr>
          <p:cNvSpPr>
            <a:spLocks noGrp="1"/>
          </p:cNvSpPr>
          <p:nvPr/>
        </p:nvSpPr>
        <p:spPr>
          <a:xfrm>
            <a:off x="512340" y="5664807"/>
            <a:ext cx="225267" cy="13726"/>
          </a:xfrm>
          <a:custGeom>
            <a:avLst/>
            <a:gdLst/>
            <a:ahLst/>
            <a:cxnLst/>
            <a:rect l="0" t="0" r="0" b="0"/>
            <a:pathLst>
              <a:path w="225267" h="13726">
                <a:moveTo>
                  <a:pt x="0" y="0"/>
                </a:moveTo>
                <a:lnTo>
                  <a:pt x="225267" y="13726"/>
                </a:lnTo>
              </a:path>
            </a:pathLst>
          </a:custGeom>
          <a:noFill/>
          <a:ln w="4547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236" name="lumia-token-stream-curve">
            <a:extLst>
              <a:ext uri="{FF2B5EF4-FFF2-40B4-BE49-F238E27FC236}">
                <a16:creationId xmlns:a16="http://schemas.microsoft.com/office/drawing/2014/main" id="{4F6ABB0A-2C7F-4187-BE33-41DE62B006FF}"/>
              </a:ext>
            </a:extLst>
          </p:cNvPr>
          <p:cNvSpPr>
            <a:spLocks noGrp="1"/>
          </p:cNvSpPr>
          <p:nvPr/>
        </p:nvSpPr>
        <p:spPr>
          <a:xfrm>
            <a:off x="737607" y="5678533"/>
            <a:ext cx="227665" cy="14903"/>
          </a:xfrm>
          <a:custGeom>
            <a:avLst/>
            <a:gdLst/>
            <a:ahLst/>
            <a:cxnLst/>
            <a:rect l="0" t="0" r="0" b="0"/>
            <a:pathLst>
              <a:path w="227665" h="14903">
                <a:moveTo>
                  <a:pt x="0" y="0"/>
                </a:moveTo>
                <a:lnTo>
                  <a:pt x="227665" y="14903"/>
                </a:lnTo>
              </a:path>
            </a:pathLst>
          </a:custGeom>
          <a:noFill/>
          <a:ln w="4547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237" name="lumia-token-stream-curve">
            <a:extLst>
              <a:ext uri="{FF2B5EF4-FFF2-40B4-BE49-F238E27FC236}">
                <a16:creationId xmlns:a16="http://schemas.microsoft.com/office/drawing/2014/main" id="{C017FA18-2F89-4A66-A67D-EE6D6C67F0B9}"/>
              </a:ext>
            </a:extLst>
          </p:cNvPr>
          <p:cNvSpPr>
            <a:spLocks noGrp="1"/>
          </p:cNvSpPr>
          <p:nvPr/>
        </p:nvSpPr>
        <p:spPr>
          <a:xfrm>
            <a:off x="965273" y="5693436"/>
            <a:ext cx="230050" cy="14227"/>
          </a:xfrm>
          <a:custGeom>
            <a:avLst/>
            <a:gdLst/>
            <a:ahLst/>
            <a:cxnLst/>
            <a:rect l="0" t="0" r="0" b="0"/>
            <a:pathLst>
              <a:path w="230050" h="14227">
                <a:moveTo>
                  <a:pt x="0" y="0"/>
                </a:moveTo>
                <a:lnTo>
                  <a:pt x="230050" y="14227"/>
                </a:lnTo>
              </a:path>
            </a:pathLst>
          </a:custGeom>
          <a:noFill/>
          <a:ln w="4547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238" name="lumia-token-stream-curve">
            <a:extLst>
              <a:ext uri="{FF2B5EF4-FFF2-40B4-BE49-F238E27FC236}">
                <a16:creationId xmlns:a16="http://schemas.microsoft.com/office/drawing/2014/main" id="{63B71DBB-8B68-47E9-9F93-A43BA0A32C37}"/>
              </a:ext>
            </a:extLst>
          </p:cNvPr>
          <p:cNvSpPr>
            <a:spLocks noGrp="1"/>
          </p:cNvSpPr>
          <p:nvPr/>
        </p:nvSpPr>
        <p:spPr>
          <a:xfrm>
            <a:off x="1195323" y="5707663"/>
            <a:ext cx="232420" cy="11549"/>
          </a:xfrm>
          <a:custGeom>
            <a:avLst/>
            <a:gdLst/>
            <a:ahLst/>
            <a:cxnLst/>
            <a:rect l="0" t="0" r="0" b="0"/>
            <a:pathLst>
              <a:path w="232420" h="11549">
                <a:moveTo>
                  <a:pt x="0" y="0"/>
                </a:moveTo>
                <a:lnTo>
                  <a:pt x="232420" y="11549"/>
                </a:lnTo>
              </a:path>
            </a:pathLst>
          </a:custGeom>
          <a:noFill/>
          <a:ln w="4547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239" name="lumia-token-stream-curve">
            <a:extLst>
              <a:ext uri="{FF2B5EF4-FFF2-40B4-BE49-F238E27FC236}">
                <a16:creationId xmlns:a16="http://schemas.microsoft.com/office/drawing/2014/main" id="{B9F2EAF5-7A60-437E-9806-7B9599BE7668}"/>
              </a:ext>
            </a:extLst>
          </p:cNvPr>
          <p:cNvSpPr>
            <a:spLocks noGrp="1"/>
          </p:cNvSpPr>
          <p:nvPr/>
        </p:nvSpPr>
        <p:spPr>
          <a:xfrm>
            <a:off x="1427743" y="5719212"/>
            <a:ext cx="234777" cy="9525"/>
          </a:xfrm>
          <a:custGeom>
            <a:avLst/>
            <a:gdLst/>
            <a:ahLst/>
            <a:cxnLst/>
            <a:rect l="0" t="0" r="0" b="0"/>
            <a:pathLst>
              <a:path w="234777" h="9525">
                <a:moveTo>
                  <a:pt x="0" y="0"/>
                </a:moveTo>
                <a:lnTo>
                  <a:pt x="234777" y="6882"/>
                </a:lnTo>
              </a:path>
            </a:pathLst>
          </a:custGeom>
          <a:noFill/>
          <a:ln w="4547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240" name="lumia-token-stream-curve">
            <a:extLst>
              <a:ext uri="{FF2B5EF4-FFF2-40B4-BE49-F238E27FC236}">
                <a16:creationId xmlns:a16="http://schemas.microsoft.com/office/drawing/2014/main" id="{5DB0D9DC-1F59-4A37-B42A-DC015591360D}"/>
              </a:ext>
            </a:extLst>
          </p:cNvPr>
          <p:cNvSpPr>
            <a:spLocks noGrp="1"/>
          </p:cNvSpPr>
          <p:nvPr/>
        </p:nvSpPr>
        <p:spPr>
          <a:xfrm>
            <a:off x="1662520" y="5726094"/>
            <a:ext cx="237119" cy="9525"/>
          </a:xfrm>
          <a:custGeom>
            <a:avLst/>
            <a:gdLst/>
            <a:ahLst/>
            <a:cxnLst/>
            <a:rect l="0" t="0" r="0" b="0"/>
            <a:pathLst>
              <a:path w="237119" h="9525">
                <a:moveTo>
                  <a:pt x="0" y="0"/>
                </a:moveTo>
                <a:lnTo>
                  <a:pt x="237119" y="407"/>
                </a:lnTo>
              </a:path>
            </a:pathLst>
          </a:custGeom>
          <a:noFill/>
          <a:ln w="4547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241" name="lumia-token-stream-curve">
            <a:extLst>
              <a:ext uri="{FF2B5EF4-FFF2-40B4-BE49-F238E27FC236}">
                <a16:creationId xmlns:a16="http://schemas.microsoft.com/office/drawing/2014/main" id="{55AD53E3-C890-4855-AC32-735FDDDB4F16}"/>
              </a:ext>
            </a:extLst>
          </p:cNvPr>
          <p:cNvSpPr>
            <a:spLocks noGrp="1"/>
          </p:cNvSpPr>
          <p:nvPr/>
        </p:nvSpPr>
        <p:spPr>
          <a:xfrm>
            <a:off x="1899639" y="5718978"/>
            <a:ext cx="239448" cy="9525"/>
          </a:xfrm>
          <a:custGeom>
            <a:avLst/>
            <a:gdLst/>
            <a:ahLst/>
            <a:cxnLst/>
            <a:rect l="0" t="0" r="0" b="0"/>
            <a:pathLst>
              <a:path w="239448" h="9525">
                <a:moveTo>
                  <a:pt x="0" y="7522"/>
                </a:moveTo>
                <a:lnTo>
                  <a:pt x="239448" y="0"/>
                </a:lnTo>
              </a:path>
            </a:pathLst>
          </a:custGeom>
          <a:noFill/>
          <a:ln w="4547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242" name="lumia-token-stream-curve">
            <a:extLst>
              <a:ext uri="{FF2B5EF4-FFF2-40B4-BE49-F238E27FC236}">
                <a16:creationId xmlns:a16="http://schemas.microsoft.com/office/drawing/2014/main" id="{49553944-A10C-43A5-A856-DE78FE36E587}"/>
              </a:ext>
            </a:extLst>
          </p:cNvPr>
          <p:cNvSpPr>
            <a:spLocks noGrp="1"/>
          </p:cNvSpPr>
          <p:nvPr/>
        </p:nvSpPr>
        <p:spPr>
          <a:xfrm>
            <a:off x="2139087" y="5702578"/>
            <a:ext cx="241762" cy="16400"/>
          </a:xfrm>
          <a:custGeom>
            <a:avLst/>
            <a:gdLst/>
            <a:ahLst/>
            <a:cxnLst/>
            <a:rect l="0" t="0" r="0" b="0"/>
            <a:pathLst>
              <a:path w="241762" h="16400">
                <a:moveTo>
                  <a:pt x="0" y="16400"/>
                </a:moveTo>
                <a:lnTo>
                  <a:pt x="241762" y="0"/>
                </a:lnTo>
              </a:path>
            </a:pathLst>
          </a:custGeom>
          <a:noFill/>
          <a:ln w="4547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243" name="lumia-token-stream-curve">
            <a:extLst>
              <a:ext uri="{FF2B5EF4-FFF2-40B4-BE49-F238E27FC236}">
                <a16:creationId xmlns:a16="http://schemas.microsoft.com/office/drawing/2014/main" id="{8E918C09-7195-46FB-AD33-04EFD1468432}"/>
              </a:ext>
            </a:extLst>
          </p:cNvPr>
          <p:cNvSpPr>
            <a:spLocks noGrp="1"/>
          </p:cNvSpPr>
          <p:nvPr/>
        </p:nvSpPr>
        <p:spPr>
          <a:xfrm>
            <a:off x="2380849" y="5676972"/>
            <a:ext cx="244063" cy="25606"/>
          </a:xfrm>
          <a:custGeom>
            <a:avLst/>
            <a:gdLst/>
            <a:ahLst/>
            <a:cxnLst/>
            <a:rect l="0" t="0" r="0" b="0"/>
            <a:pathLst>
              <a:path w="244063" h="25606">
                <a:moveTo>
                  <a:pt x="0" y="25606"/>
                </a:moveTo>
                <a:lnTo>
                  <a:pt x="244063" y="0"/>
                </a:lnTo>
              </a:path>
            </a:pathLst>
          </a:custGeom>
          <a:noFill/>
          <a:ln w="4547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244" name="lumia-token-stream-curve">
            <a:extLst>
              <a:ext uri="{FF2B5EF4-FFF2-40B4-BE49-F238E27FC236}">
                <a16:creationId xmlns:a16="http://schemas.microsoft.com/office/drawing/2014/main" id="{7B5896A9-7A9E-4DEA-90FC-7959AF92DDAB}"/>
              </a:ext>
            </a:extLst>
          </p:cNvPr>
          <p:cNvSpPr>
            <a:spLocks noGrp="1"/>
          </p:cNvSpPr>
          <p:nvPr/>
        </p:nvSpPr>
        <p:spPr>
          <a:xfrm>
            <a:off x="2624912" y="5642513"/>
            <a:ext cx="246349" cy="34459"/>
          </a:xfrm>
          <a:custGeom>
            <a:avLst/>
            <a:gdLst/>
            <a:ahLst/>
            <a:cxnLst/>
            <a:rect l="0" t="0" r="0" b="0"/>
            <a:pathLst>
              <a:path w="246349" h="34459">
                <a:moveTo>
                  <a:pt x="0" y="34459"/>
                </a:moveTo>
                <a:lnTo>
                  <a:pt x="246349" y="0"/>
                </a:lnTo>
              </a:path>
            </a:pathLst>
          </a:custGeom>
          <a:noFill/>
          <a:ln w="4547">
            <a:solidFill>
              <a:srgbClr val="623C8F">
                <a:alpha val="9000"/>
              </a:srgbClr>
            </a:solidFill>
            <a:prstDash val="solid"/>
          </a:ln>
        </p:spPr>
      </p:sp>
      <p:sp>
        <p:nvSpPr>
          <p:cNvPr id="245" name="lumia-token-stream-curve">
            <a:extLst>
              <a:ext uri="{FF2B5EF4-FFF2-40B4-BE49-F238E27FC236}">
                <a16:creationId xmlns:a16="http://schemas.microsoft.com/office/drawing/2014/main" id="{A615B927-9EC8-4C8D-AEDB-C8D3749BB124}"/>
              </a:ext>
            </a:extLst>
          </p:cNvPr>
          <p:cNvSpPr>
            <a:spLocks noGrp="1"/>
          </p:cNvSpPr>
          <p:nvPr/>
        </p:nvSpPr>
        <p:spPr>
          <a:xfrm>
            <a:off x="2871261" y="5600239"/>
            <a:ext cx="248622" cy="42275"/>
          </a:xfrm>
          <a:custGeom>
            <a:avLst/>
            <a:gdLst/>
            <a:ahLst/>
            <a:cxnLst/>
            <a:rect l="0" t="0" r="0" b="0"/>
            <a:pathLst>
              <a:path w="248622" h="42275">
                <a:moveTo>
                  <a:pt x="0" y="42275"/>
                </a:moveTo>
                <a:lnTo>
                  <a:pt x="248622" y="0"/>
                </a:lnTo>
              </a:path>
            </a:pathLst>
          </a:custGeom>
          <a:noFill/>
          <a:ln w="4547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246" name="lumia-token-stream-curve">
            <a:extLst>
              <a:ext uri="{FF2B5EF4-FFF2-40B4-BE49-F238E27FC236}">
                <a16:creationId xmlns:a16="http://schemas.microsoft.com/office/drawing/2014/main" id="{9D5A7DCA-ED23-4236-9AD9-77095F5CF403}"/>
              </a:ext>
            </a:extLst>
          </p:cNvPr>
          <p:cNvSpPr>
            <a:spLocks noGrp="1"/>
          </p:cNvSpPr>
          <p:nvPr/>
        </p:nvSpPr>
        <p:spPr>
          <a:xfrm>
            <a:off x="3119883" y="5551793"/>
            <a:ext cx="250880" cy="48446"/>
          </a:xfrm>
          <a:custGeom>
            <a:avLst/>
            <a:gdLst/>
            <a:ahLst/>
            <a:cxnLst/>
            <a:rect l="0" t="0" r="0" b="0"/>
            <a:pathLst>
              <a:path w="250880" h="48446">
                <a:moveTo>
                  <a:pt x="0" y="48446"/>
                </a:moveTo>
                <a:lnTo>
                  <a:pt x="250880" y="0"/>
                </a:lnTo>
              </a:path>
            </a:pathLst>
          </a:custGeom>
          <a:noFill/>
          <a:ln w="4547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247" name="lumia-token-stream-curve">
            <a:extLst>
              <a:ext uri="{FF2B5EF4-FFF2-40B4-BE49-F238E27FC236}">
                <a16:creationId xmlns:a16="http://schemas.microsoft.com/office/drawing/2014/main" id="{0D896479-2CF2-4F88-A17F-0B999436B18B}"/>
              </a:ext>
            </a:extLst>
          </p:cNvPr>
          <p:cNvSpPr>
            <a:spLocks noGrp="1"/>
          </p:cNvSpPr>
          <p:nvPr/>
        </p:nvSpPr>
        <p:spPr>
          <a:xfrm>
            <a:off x="3370763" y="5499288"/>
            <a:ext cx="253125" cy="52504"/>
          </a:xfrm>
          <a:custGeom>
            <a:avLst/>
            <a:gdLst/>
            <a:ahLst/>
            <a:cxnLst/>
            <a:rect l="0" t="0" r="0" b="0"/>
            <a:pathLst>
              <a:path w="253125" h="52504">
                <a:moveTo>
                  <a:pt x="0" y="52504"/>
                </a:moveTo>
                <a:lnTo>
                  <a:pt x="253125" y="0"/>
                </a:lnTo>
              </a:path>
            </a:pathLst>
          </a:custGeom>
          <a:noFill/>
          <a:ln w="4547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248" name="lumia-token-stream-curve">
            <a:extLst>
              <a:ext uri="{FF2B5EF4-FFF2-40B4-BE49-F238E27FC236}">
                <a16:creationId xmlns:a16="http://schemas.microsoft.com/office/drawing/2014/main" id="{3828B164-A774-446A-8D6C-556ED5280FC1}"/>
              </a:ext>
            </a:extLst>
          </p:cNvPr>
          <p:cNvSpPr>
            <a:spLocks noGrp="1"/>
          </p:cNvSpPr>
          <p:nvPr/>
        </p:nvSpPr>
        <p:spPr>
          <a:xfrm>
            <a:off x="3623888" y="5445102"/>
            <a:ext cx="255356" cy="54187"/>
          </a:xfrm>
          <a:custGeom>
            <a:avLst/>
            <a:gdLst/>
            <a:ahLst/>
            <a:cxnLst/>
            <a:rect l="0" t="0" r="0" b="0"/>
            <a:pathLst>
              <a:path w="255356" h="54187">
                <a:moveTo>
                  <a:pt x="0" y="54187"/>
                </a:moveTo>
                <a:lnTo>
                  <a:pt x="255356" y="0"/>
                </a:lnTo>
              </a:path>
            </a:pathLst>
          </a:custGeom>
          <a:noFill/>
          <a:ln w="4548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249" name="lumia-token-stream-curve">
            <a:extLst>
              <a:ext uri="{FF2B5EF4-FFF2-40B4-BE49-F238E27FC236}">
                <a16:creationId xmlns:a16="http://schemas.microsoft.com/office/drawing/2014/main" id="{985EBAD6-D0E8-4B9F-8828-833B0B2365E2}"/>
              </a:ext>
            </a:extLst>
          </p:cNvPr>
          <p:cNvSpPr>
            <a:spLocks noGrp="1"/>
          </p:cNvSpPr>
          <p:nvPr/>
        </p:nvSpPr>
        <p:spPr>
          <a:xfrm>
            <a:off x="3879244" y="5391623"/>
            <a:ext cx="257572" cy="53479"/>
          </a:xfrm>
          <a:custGeom>
            <a:avLst/>
            <a:gdLst/>
            <a:ahLst/>
            <a:cxnLst/>
            <a:rect l="0" t="0" r="0" b="0"/>
            <a:pathLst>
              <a:path w="257572" h="53479">
                <a:moveTo>
                  <a:pt x="0" y="53479"/>
                </a:moveTo>
                <a:lnTo>
                  <a:pt x="257572" y="0"/>
                </a:lnTo>
              </a:path>
            </a:pathLst>
          </a:custGeom>
          <a:noFill/>
          <a:ln w="4562">
            <a:solidFill>
              <a:srgbClr val="A33F64">
                <a:alpha val="10000"/>
              </a:srgbClr>
            </a:solidFill>
            <a:prstDash val="solid"/>
          </a:ln>
        </p:spPr>
      </p:sp>
      <p:sp>
        <p:nvSpPr>
          <p:cNvPr id="250" name="lumia-token-stream-curve">
            <a:extLst>
              <a:ext uri="{FF2B5EF4-FFF2-40B4-BE49-F238E27FC236}">
                <a16:creationId xmlns:a16="http://schemas.microsoft.com/office/drawing/2014/main" id="{D4DB9A66-4195-4014-A62C-C73C2F8A4BFA}"/>
              </a:ext>
            </a:extLst>
          </p:cNvPr>
          <p:cNvSpPr>
            <a:spLocks noGrp="1"/>
          </p:cNvSpPr>
          <p:nvPr/>
        </p:nvSpPr>
        <p:spPr>
          <a:xfrm>
            <a:off x="4136816" y="5340988"/>
            <a:ext cx="259775" cy="50635"/>
          </a:xfrm>
          <a:custGeom>
            <a:avLst/>
            <a:gdLst/>
            <a:ahLst/>
            <a:cxnLst/>
            <a:rect l="0" t="0" r="0" b="0"/>
            <a:pathLst>
              <a:path w="259775" h="50635">
                <a:moveTo>
                  <a:pt x="0" y="50635"/>
                </a:moveTo>
                <a:lnTo>
                  <a:pt x="259775" y="0"/>
                </a:lnTo>
              </a:path>
            </a:pathLst>
          </a:custGeom>
          <a:noFill/>
          <a:ln w="4593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251" name="lumia-token-stream-curve">
            <a:extLst>
              <a:ext uri="{FF2B5EF4-FFF2-40B4-BE49-F238E27FC236}">
                <a16:creationId xmlns:a16="http://schemas.microsoft.com/office/drawing/2014/main" id="{70AB06F9-DDAF-4D4C-B2FD-98F0D744A08A}"/>
              </a:ext>
            </a:extLst>
          </p:cNvPr>
          <p:cNvSpPr>
            <a:spLocks noGrp="1"/>
          </p:cNvSpPr>
          <p:nvPr/>
        </p:nvSpPr>
        <p:spPr>
          <a:xfrm>
            <a:off x="4396591" y="5294813"/>
            <a:ext cx="261963" cy="46175"/>
          </a:xfrm>
          <a:custGeom>
            <a:avLst/>
            <a:gdLst/>
            <a:ahLst/>
            <a:cxnLst/>
            <a:rect l="0" t="0" r="0" b="0"/>
            <a:pathLst>
              <a:path w="261963" h="46175">
                <a:moveTo>
                  <a:pt x="0" y="46175"/>
                </a:moveTo>
                <a:lnTo>
                  <a:pt x="261963" y="0"/>
                </a:lnTo>
              </a:path>
            </a:pathLst>
          </a:custGeom>
          <a:noFill/>
          <a:ln w="4641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252" name="lumia-token-stream-curve">
            <a:extLst>
              <a:ext uri="{FF2B5EF4-FFF2-40B4-BE49-F238E27FC236}">
                <a16:creationId xmlns:a16="http://schemas.microsoft.com/office/drawing/2014/main" id="{FD187FCE-F444-4CFA-BE0D-3D334881F8BF}"/>
              </a:ext>
            </a:extLst>
          </p:cNvPr>
          <p:cNvSpPr>
            <a:spLocks noGrp="1"/>
          </p:cNvSpPr>
          <p:nvPr/>
        </p:nvSpPr>
        <p:spPr>
          <a:xfrm>
            <a:off x="4658554" y="5253973"/>
            <a:ext cx="264138" cy="40840"/>
          </a:xfrm>
          <a:custGeom>
            <a:avLst/>
            <a:gdLst/>
            <a:ahLst/>
            <a:cxnLst/>
            <a:rect l="0" t="0" r="0" b="0"/>
            <a:pathLst>
              <a:path w="264138" h="40840">
                <a:moveTo>
                  <a:pt x="0" y="40840"/>
                </a:moveTo>
                <a:lnTo>
                  <a:pt x="264138" y="0"/>
                </a:lnTo>
              </a:path>
            </a:pathLst>
          </a:custGeom>
          <a:noFill/>
          <a:ln w="4703">
            <a:solidFill>
              <a:srgbClr val="CA414A">
                <a:alpha val="11000"/>
              </a:srgbClr>
            </a:solidFill>
            <a:prstDash val="solid"/>
          </a:ln>
        </p:spPr>
      </p:sp>
      <p:sp>
        <p:nvSpPr>
          <p:cNvPr id="253" name="lumia-token-stream-curve">
            <a:extLst>
              <a:ext uri="{FF2B5EF4-FFF2-40B4-BE49-F238E27FC236}">
                <a16:creationId xmlns:a16="http://schemas.microsoft.com/office/drawing/2014/main" id="{040C8E15-AB6D-454D-A3AF-8A146278ADF2}"/>
              </a:ext>
            </a:extLst>
          </p:cNvPr>
          <p:cNvSpPr>
            <a:spLocks noGrp="1"/>
          </p:cNvSpPr>
          <p:nvPr/>
        </p:nvSpPr>
        <p:spPr>
          <a:xfrm>
            <a:off x="4922692" y="5218445"/>
            <a:ext cx="266299" cy="35529"/>
          </a:xfrm>
          <a:custGeom>
            <a:avLst/>
            <a:gdLst/>
            <a:ahLst/>
            <a:cxnLst/>
            <a:rect l="0" t="0" r="0" b="0"/>
            <a:pathLst>
              <a:path w="266299" h="35529">
                <a:moveTo>
                  <a:pt x="0" y="35529"/>
                </a:moveTo>
                <a:lnTo>
                  <a:pt x="266299" y="0"/>
                </a:lnTo>
              </a:path>
            </a:pathLst>
          </a:custGeom>
          <a:noFill/>
          <a:ln w="4779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254" name="lumia-token-stream-curve">
            <a:extLst>
              <a:ext uri="{FF2B5EF4-FFF2-40B4-BE49-F238E27FC236}">
                <a16:creationId xmlns:a16="http://schemas.microsoft.com/office/drawing/2014/main" id="{B3B0AB63-FC5E-4FEC-A6BF-3EDC5B230EC4}"/>
              </a:ext>
            </a:extLst>
          </p:cNvPr>
          <p:cNvSpPr>
            <a:spLocks noGrp="1"/>
          </p:cNvSpPr>
          <p:nvPr/>
        </p:nvSpPr>
        <p:spPr>
          <a:xfrm>
            <a:off x="5188991" y="5187243"/>
            <a:ext cx="268445" cy="31202"/>
          </a:xfrm>
          <a:custGeom>
            <a:avLst/>
            <a:gdLst/>
            <a:ahLst/>
            <a:cxnLst/>
            <a:rect l="0" t="0" r="0" b="0"/>
            <a:pathLst>
              <a:path w="268445" h="31202">
                <a:moveTo>
                  <a:pt x="0" y="31202"/>
                </a:moveTo>
                <a:lnTo>
                  <a:pt x="268445" y="0"/>
                </a:lnTo>
              </a:path>
            </a:pathLst>
          </a:custGeom>
          <a:noFill/>
          <a:ln w="4868">
            <a:solidFill>
              <a:srgbClr val="E44339">
                <a:alpha val="12000"/>
              </a:srgbClr>
            </a:solidFill>
            <a:prstDash val="solid"/>
          </a:ln>
        </p:spPr>
      </p:sp>
      <p:sp>
        <p:nvSpPr>
          <p:cNvPr id="255" name="lumia-token-stream-curve">
            <a:extLst>
              <a:ext uri="{FF2B5EF4-FFF2-40B4-BE49-F238E27FC236}">
                <a16:creationId xmlns:a16="http://schemas.microsoft.com/office/drawing/2014/main" id="{F8B944CA-7DBC-4DBD-AA20-48926B83AB68}"/>
              </a:ext>
            </a:extLst>
          </p:cNvPr>
          <p:cNvSpPr>
            <a:spLocks noGrp="1"/>
          </p:cNvSpPr>
          <p:nvPr/>
        </p:nvSpPr>
        <p:spPr>
          <a:xfrm>
            <a:off x="5457436" y="5158471"/>
            <a:ext cx="270578" cy="28772"/>
          </a:xfrm>
          <a:custGeom>
            <a:avLst/>
            <a:gdLst/>
            <a:ahLst/>
            <a:cxnLst/>
            <a:rect l="0" t="0" r="0" b="0"/>
            <a:pathLst>
              <a:path w="270578" h="28772">
                <a:moveTo>
                  <a:pt x="0" y="28772"/>
                </a:moveTo>
                <a:lnTo>
                  <a:pt x="270578" y="0"/>
                </a:lnTo>
              </a:path>
            </a:pathLst>
          </a:custGeom>
          <a:noFill/>
          <a:ln w="4967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256" name="lumia-token-stream-curve">
            <a:extLst>
              <a:ext uri="{FF2B5EF4-FFF2-40B4-BE49-F238E27FC236}">
                <a16:creationId xmlns:a16="http://schemas.microsoft.com/office/drawing/2014/main" id="{86562201-FF79-4069-BFC1-EBE97401B82E}"/>
              </a:ext>
            </a:extLst>
          </p:cNvPr>
          <p:cNvSpPr>
            <a:spLocks noGrp="1"/>
          </p:cNvSpPr>
          <p:nvPr/>
        </p:nvSpPr>
        <p:spPr>
          <a:xfrm>
            <a:off x="5728014" y="5129476"/>
            <a:ext cx="272697" cy="28995"/>
          </a:xfrm>
          <a:custGeom>
            <a:avLst/>
            <a:gdLst/>
            <a:ahLst/>
            <a:cxnLst/>
            <a:rect l="0" t="0" r="0" b="0"/>
            <a:pathLst>
              <a:path w="272697" h="28995">
                <a:moveTo>
                  <a:pt x="0" y="28995"/>
                </a:moveTo>
                <a:lnTo>
                  <a:pt x="272697" y="0"/>
                </a:lnTo>
              </a:path>
            </a:pathLst>
          </a:custGeom>
          <a:noFill/>
          <a:ln w="5076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257" name="lumia-token-stream-curve">
            <a:extLst>
              <a:ext uri="{FF2B5EF4-FFF2-40B4-BE49-F238E27FC236}">
                <a16:creationId xmlns:a16="http://schemas.microsoft.com/office/drawing/2014/main" id="{FB860C3D-0515-44F1-B711-804A2D0C9595}"/>
              </a:ext>
            </a:extLst>
          </p:cNvPr>
          <p:cNvSpPr>
            <a:spLocks noGrp="1"/>
          </p:cNvSpPr>
          <p:nvPr/>
        </p:nvSpPr>
        <p:spPr>
          <a:xfrm>
            <a:off x="6000711" y="5097118"/>
            <a:ext cx="274802" cy="32358"/>
          </a:xfrm>
          <a:custGeom>
            <a:avLst/>
            <a:gdLst/>
            <a:ahLst/>
            <a:cxnLst/>
            <a:rect l="0" t="0" r="0" b="0"/>
            <a:pathLst>
              <a:path w="274802" h="32358">
                <a:moveTo>
                  <a:pt x="0" y="32358"/>
                </a:moveTo>
                <a:lnTo>
                  <a:pt x="274802" y="0"/>
                </a:lnTo>
              </a:path>
            </a:pathLst>
          </a:custGeom>
          <a:noFill/>
          <a:ln w="5193">
            <a:solidFill>
              <a:srgbClr val="EE5E2A">
                <a:alpha val="13000"/>
              </a:srgbClr>
            </a:solidFill>
            <a:prstDash val="solid"/>
          </a:ln>
        </p:spPr>
      </p:sp>
      <p:sp>
        <p:nvSpPr>
          <p:cNvPr id="258" name="lumia-token-stream-curve">
            <a:extLst>
              <a:ext uri="{FF2B5EF4-FFF2-40B4-BE49-F238E27FC236}">
                <a16:creationId xmlns:a16="http://schemas.microsoft.com/office/drawing/2014/main" id="{D93EC78B-0A87-4E40-A84D-8F37ACDC280D}"/>
              </a:ext>
            </a:extLst>
          </p:cNvPr>
          <p:cNvSpPr>
            <a:spLocks noGrp="1"/>
          </p:cNvSpPr>
          <p:nvPr/>
        </p:nvSpPr>
        <p:spPr>
          <a:xfrm>
            <a:off x="6275513" y="5058110"/>
            <a:ext cx="276892" cy="39009"/>
          </a:xfrm>
          <a:custGeom>
            <a:avLst/>
            <a:gdLst/>
            <a:ahLst/>
            <a:cxnLst/>
            <a:rect l="0" t="0" r="0" b="0"/>
            <a:pathLst>
              <a:path w="276892" h="39009">
                <a:moveTo>
                  <a:pt x="0" y="39009"/>
                </a:moveTo>
                <a:lnTo>
                  <a:pt x="276892" y="0"/>
                </a:lnTo>
              </a:path>
            </a:pathLst>
          </a:custGeom>
          <a:noFill/>
          <a:ln w="5317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259" name="lumia-token-stream-curve">
            <a:extLst>
              <a:ext uri="{FF2B5EF4-FFF2-40B4-BE49-F238E27FC236}">
                <a16:creationId xmlns:a16="http://schemas.microsoft.com/office/drawing/2014/main" id="{0281ADB7-29CA-4EF4-A7A7-B82666312B6F}"/>
              </a:ext>
            </a:extLst>
          </p:cNvPr>
          <p:cNvSpPr>
            <a:spLocks noGrp="1"/>
          </p:cNvSpPr>
          <p:nvPr/>
        </p:nvSpPr>
        <p:spPr>
          <a:xfrm>
            <a:off x="6552405" y="5009400"/>
            <a:ext cx="278969" cy="48710"/>
          </a:xfrm>
          <a:custGeom>
            <a:avLst/>
            <a:gdLst/>
            <a:ahLst/>
            <a:cxnLst/>
            <a:rect l="0" t="0" r="0" b="0"/>
            <a:pathLst>
              <a:path w="278969" h="48710">
                <a:moveTo>
                  <a:pt x="0" y="48710"/>
                </a:moveTo>
                <a:lnTo>
                  <a:pt x="278969" y="0"/>
                </a:lnTo>
              </a:path>
            </a:pathLst>
          </a:custGeom>
          <a:noFill/>
          <a:ln w="5447">
            <a:solidFill>
              <a:srgbClr val="F17322">
                <a:alpha val="14000"/>
              </a:srgbClr>
            </a:solidFill>
            <a:prstDash val="solid"/>
          </a:ln>
        </p:spPr>
      </p:sp>
      <p:sp>
        <p:nvSpPr>
          <p:cNvPr id="260" name="lumia-token-stream-curve">
            <a:extLst>
              <a:ext uri="{FF2B5EF4-FFF2-40B4-BE49-F238E27FC236}">
                <a16:creationId xmlns:a16="http://schemas.microsoft.com/office/drawing/2014/main" id="{57594E5D-7187-4974-A32D-2F4A918EF6C8}"/>
              </a:ext>
            </a:extLst>
          </p:cNvPr>
          <p:cNvSpPr>
            <a:spLocks noGrp="1"/>
          </p:cNvSpPr>
          <p:nvPr/>
        </p:nvSpPr>
        <p:spPr>
          <a:xfrm>
            <a:off x="6831374" y="4948557"/>
            <a:ext cx="281032" cy="60842"/>
          </a:xfrm>
          <a:custGeom>
            <a:avLst/>
            <a:gdLst/>
            <a:ahLst/>
            <a:cxnLst/>
            <a:rect l="0" t="0" r="0" b="0"/>
            <a:pathLst>
              <a:path w="281032" h="60842">
                <a:moveTo>
                  <a:pt x="0" y="60842"/>
                </a:moveTo>
                <a:lnTo>
                  <a:pt x="281032" y="0"/>
                </a:lnTo>
              </a:path>
            </a:pathLst>
          </a:custGeom>
          <a:noFill/>
          <a:ln w="5582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261" name="lumia-token-stream-curve">
            <a:extLst>
              <a:ext uri="{FF2B5EF4-FFF2-40B4-BE49-F238E27FC236}">
                <a16:creationId xmlns:a16="http://schemas.microsoft.com/office/drawing/2014/main" id="{3B958AAA-85B9-4E4E-B17D-FE16F841B05C}"/>
              </a:ext>
            </a:extLst>
          </p:cNvPr>
          <p:cNvSpPr>
            <a:spLocks noGrp="1"/>
          </p:cNvSpPr>
          <p:nvPr/>
        </p:nvSpPr>
        <p:spPr>
          <a:xfrm>
            <a:off x="7112406" y="4874098"/>
            <a:ext cx="283081" cy="74459"/>
          </a:xfrm>
          <a:custGeom>
            <a:avLst/>
            <a:gdLst/>
            <a:ahLst/>
            <a:cxnLst/>
            <a:rect l="0" t="0" r="0" b="0"/>
            <a:pathLst>
              <a:path w="283081" h="74459">
                <a:moveTo>
                  <a:pt x="0" y="74459"/>
                </a:moveTo>
                <a:lnTo>
                  <a:pt x="283081" y="0"/>
                </a:lnTo>
              </a:path>
            </a:pathLst>
          </a:custGeom>
          <a:noFill/>
          <a:ln w="5719">
            <a:solidFill>
              <a:srgbClr val="F48919">
                <a:alpha val="15000"/>
              </a:srgbClr>
            </a:solidFill>
            <a:prstDash val="solid"/>
          </a:ln>
        </p:spPr>
      </p:sp>
      <p:sp>
        <p:nvSpPr>
          <p:cNvPr id="262" name="lumia-token-stream-curve">
            <a:extLst>
              <a:ext uri="{FF2B5EF4-FFF2-40B4-BE49-F238E27FC236}">
                <a16:creationId xmlns:a16="http://schemas.microsoft.com/office/drawing/2014/main" id="{8FD01D96-05F7-42D6-9990-A66F22CDA146}"/>
              </a:ext>
            </a:extLst>
          </p:cNvPr>
          <p:cNvSpPr>
            <a:spLocks noGrp="1"/>
          </p:cNvSpPr>
          <p:nvPr/>
        </p:nvSpPr>
        <p:spPr>
          <a:xfrm>
            <a:off x="7395486" y="4785709"/>
            <a:ext cx="285115" cy="88389"/>
          </a:xfrm>
          <a:custGeom>
            <a:avLst/>
            <a:gdLst/>
            <a:ahLst/>
            <a:cxnLst/>
            <a:rect l="0" t="0" r="0" b="0"/>
            <a:pathLst>
              <a:path w="285115" h="88389">
                <a:moveTo>
                  <a:pt x="0" y="88389"/>
                </a:moveTo>
                <a:lnTo>
                  <a:pt x="285115" y="0"/>
                </a:lnTo>
              </a:path>
            </a:pathLst>
          </a:custGeom>
          <a:noFill/>
          <a:ln w="5859">
            <a:solidFill>
              <a:srgbClr val="F59415">
                <a:alpha val="15000"/>
              </a:srgbClr>
            </a:solidFill>
            <a:prstDash val="solid"/>
          </a:ln>
        </p:spPr>
      </p:sp>
      <p:sp>
        <p:nvSpPr>
          <p:cNvPr id="263" name="lumia-token-stream-curve">
            <a:extLst>
              <a:ext uri="{FF2B5EF4-FFF2-40B4-BE49-F238E27FC236}">
                <a16:creationId xmlns:a16="http://schemas.microsoft.com/office/drawing/2014/main" id="{0DB38212-12FC-4C9E-B889-FF2B98A88980}"/>
              </a:ext>
            </a:extLst>
          </p:cNvPr>
          <p:cNvSpPr>
            <a:spLocks noGrp="1"/>
          </p:cNvSpPr>
          <p:nvPr/>
        </p:nvSpPr>
        <p:spPr>
          <a:xfrm>
            <a:off x="7680602" y="4684335"/>
            <a:ext cx="287136" cy="101374"/>
          </a:xfrm>
          <a:custGeom>
            <a:avLst/>
            <a:gdLst/>
            <a:ahLst/>
            <a:cxnLst/>
            <a:rect l="0" t="0" r="0" b="0"/>
            <a:pathLst>
              <a:path w="287136" h="101374">
                <a:moveTo>
                  <a:pt x="0" y="101374"/>
                </a:moveTo>
                <a:lnTo>
                  <a:pt x="287136" y="0"/>
                </a:lnTo>
              </a:path>
            </a:pathLst>
          </a:custGeom>
          <a:noFill/>
          <a:ln w="5999">
            <a:solidFill>
              <a:srgbClr val="F79E11">
                <a:alpha val="16000"/>
              </a:srgbClr>
            </a:solidFill>
            <a:prstDash val="solid"/>
          </a:ln>
        </p:spPr>
      </p:sp>
      <p:sp>
        <p:nvSpPr>
          <p:cNvPr id="264" name="lumia-token-stream-curve">
            <a:extLst>
              <a:ext uri="{FF2B5EF4-FFF2-40B4-BE49-F238E27FC236}">
                <a16:creationId xmlns:a16="http://schemas.microsoft.com/office/drawing/2014/main" id="{D9CDC593-53F5-4B2C-BE6C-5C622404EB98}"/>
              </a:ext>
            </a:extLst>
          </p:cNvPr>
          <p:cNvSpPr>
            <a:spLocks noGrp="1"/>
          </p:cNvSpPr>
          <p:nvPr/>
        </p:nvSpPr>
        <p:spPr>
          <a:xfrm>
            <a:off x="7967738" y="4572100"/>
            <a:ext cx="289143" cy="112235"/>
          </a:xfrm>
          <a:custGeom>
            <a:avLst/>
            <a:gdLst/>
            <a:ahLst/>
            <a:cxnLst/>
            <a:rect l="0" t="0" r="0" b="0"/>
            <a:pathLst>
              <a:path w="289143" h="112235">
                <a:moveTo>
                  <a:pt x="0" y="112235"/>
                </a:moveTo>
                <a:lnTo>
                  <a:pt x="289143" y="0"/>
                </a:lnTo>
              </a:path>
            </a:pathLst>
          </a:custGeom>
          <a:noFill/>
          <a:ln w="6138">
            <a:solidFill>
              <a:srgbClr val="F8A90C">
                <a:alpha val="16000"/>
              </a:srgbClr>
            </a:solidFill>
            <a:prstDash val="solid"/>
          </a:ln>
        </p:spPr>
      </p:sp>
      <p:sp>
        <p:nvSpPr>
          <p:cNvPr id="265" name="lumia-token-stream-curve">
            <a:extLst>
              <a:ext uri="{FF2B5EF4-FFF2-40B4-BE49-F238E27FC236}">
                <a16:creationId xmlns:a16="http://schemas.microsoft.com/office/drawing/2014/main" id="{6953B467-9CF4-4C03-BC44-BC891E343CAD}"/>
              </a:ext>
            </a:extLst>
          </p:cNvPr>
          <p:cNvSpPr>
            <a:spLocks noGrp="1"/>
          </p:cNvSpPr>
          <p:nvPr/>
        </p:nvSpPr>
        <p:spPr>
          <a:xfrm>
            <a:off x="8256881" y="4452066"/>
            <a:ext cx="291136" cy="120034"/>
          </a:xfrm>
          <a:custGeom>
            <a:avLst/>
            <a:gdLst/>
            <a:ahLst/>
            <a:cxnLst/>
            <a:rect l="0" t="0" r="0" b="0"/>
            <a:pathLst>
              <a:path w="291136" h="120034">
                <a:moveTo>
                  <a:pt x="0" y="120034"/>
                </a:moveTo>
                <a:lnTo>
                  <a:pt x="291136" y="0"/>
                </a:lnTo>
              </a:path>
            </a:pathLst>
          </a:custGeom>
          <a:noFill/>
          <a:ln w="6275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266" name="lumia-token-stream-curve">
            <a:extLst>
              <a:ext uri="{FF2B5EF4-FFF2-40B4-BE49-F238E27FC236}">
                <a16:creationId xmlns:a16="http://schemas.microsoft.com/office/drawing/2014/main" id="{4F15DDD1-F48F-4523-AB4D-2D04D93D5217}"/>
              </a:ext>
            </a:extLst>
          </p:cNvPr>
          <p:cNvSpPr>
            <a:spLocks noGrp="1"/>
          </p:cNvSpPr>
          <p:nvPr/>
        </p:nvSpPr>
        <p:spPr>
          <a:xfrm>
            <a:off x="8548017" y="4327844"/>
            <a:ext cx="293115" cy="124222"/>
          </a:xfrm>
          <a:custGeom>
            <a:avLst/>
            <a:gdLst/>
            <a:ahLst/>
            <a:cxnLst/>
            <a:rect l="0" t="0" r="0" b="0"/>
            <a:pathLst>
              <a:path w="293115" h="124222">
                <a:moveTo>
                  <a:pt x="0" y="124222"/>
                </a:moveTo>
                <a:lnTo>
                  <a:pt x="293115" y="0"/>
                </a:lnTo>
              </a:path>
            </a:pathLst>
          </a:custGeom>
          <a:noFill/>
          <a:ln w="6408">
            <a:solidFill>
              <a:srgbClr val="F7BC07">
                <a:alpha val="17000"/>
              </a:srgbClr>
            </a:solidFill>
            <a:prstDash val="solid"/>
          </a:ln>
        </p:spPr>
      </p:sp>
      <p:sp>
        <p:nvSpPr>
          <p:cNvPr id="267" name="lumia-token-stream-curve">
            <a:extLst>
              <a:ext uri="{FF2B5EF4-FFF2-40B4-BE49-F238E27FC236}">
                <a16:creationId xmlns:a16="http://schemas.microsoft.com/office/drawing/2014/main" id="{7E8B8361-A0C0-425A-B29A-195307FC5620}"/>
              </a:ext>
            </a:extLst>
          </p:cNvPr>
          <p:cNvSpPr>
            <a:spLocks noGrp="1"/>
          </p:cNvSpPr>
          <p:nvPr/>
        </p:nvSpPr>
        <p:spPr>
          <a:xfrm>
            <a:off x="8841132" y="4203110"/>
            <a:ext cx="295080" cy="124734"/>
          </a:xfrm>
          <a:custGeom>
            <a:avLst/>
            <a:gdLst/>
            <a:ahLst/>
            <a:cxnLst/>
            <a:rect l="0" t="0" r="0" b="0"/>
            <a:pathLst>
              <a:path w="295080" h="124734">
                <a:moveTo>
                  <a:pt x="0" y="124734"/>
                </a:moveTo>
                <a:lnTo>
                  <a:pt x="295080" y="0"/>
                </a:lnTo>
              </a:path>
            </a:pathLst>
          </a:custGeom>
          <a:noFill/>
          <a:ln w="6537">
            <a:solidFill>
              <a:srgbClr val="E5BA0E">
                <a:alpha val="17000"/>
              </a:srgbClr>
            </a:solidFill>
            <a:prstDash val="solid"/>
          </a:ln>
        </p:spPr>
      </p:sp>
      <p:sp>
        <p:nvSpPr>
          <p:cNvPr id="268" name="lumia-token-stream-curve">
            <a:extLst>
              <a:ext uri="{FF2B5EF4-FFF2-40B4-BE49-F238E27FC236}">
                <a16:creationId xmlns:a16="http://schemas.microsoft.com/office/drawing/2014/main" id="{F0607194-3F73-4E2D-9A44-9921B39FA0EC}"/>
              </a:ext>
            </a:extLst>
          </p:cNvPr>
          <p:cNvSpPr>
            <a:spLocks noGrp="1"/>
          </p:cNvSpPr>
          <p:nvPr/>
        </p:nvSpPr>
        <p:spPr>
          <a:xfrm>
            <a:off x="9136211" y="4081075"/>
            <a:ext cx="297031" cy="122035"/>
          </a:xfrm>
          <a:custGeom>
            <a:avLst/>
            <a:gdLst/>
            <a:ahLst/>
            <a:cxnLst/>
            <a:rect l="0" t="0" r="0" b="0"/>
            <a:pathLst>
              <a:path w="297031" h="122035">
                <a:moveTo>
                  <a:pt x="0" y="122035"/>
                </a:moveTo>
                <a:lnTo>
                  <a:pt x="297031" y="0"/>
                </a:lnTo>
              </a:path>
            </a:pathLst>
          </a:custGeom>
          <a:noFill/>
          <a:ln w="6659">
            <a:solidFill>
              <a:srgbClr val="D3B815">
                <a:alpha val="18000"/>
              </a:srgbClr>
            </a:solidFill>
            <a:prstDash val="solid"/>
          </a:ln>
        </p:spPr>
      </p:sp>
      <p:sp>
        <p:nvSpPr>
          <p:cNvPr id="269" name="lumia-token-stream-curve">
            <a:extLst>
              <a:ext uri="{FF2B5EF4-FFF2-40B4-BE49-F238E27FC236}">
                <a16:creationId xmlns:a16="http://schemas.microsoft.com/office/drawing/2014/main" id="{CB801DC0-2BB6-4D55-8DF8-48463BCE155B}"/>
              </a:ext>
            </a:extLst>
          </p:cNvPr>
          <p:cNvSpPr>
            <a:spLocks noGrp="1"/>
          </p:cNvSpPr>
          <p:nvPr/>
        </p:nvSpPr>
        <p:spPr>
          <a:xfrm>
            <a:off x="9433242" y="3963998"/>
            <a:ext cx="298967" cy="117077"/>
          </a:xfrm>
          <a:custGeom>
            <a:avLst/>
            <a:gdLst/>
            <a:ahLst/>
            <a:cxnLst/>
            <a:rect l="0" t="0" r="0" b="0"/>
            <a:pathLst>
              <a:path w="298967" h="117077">
                <a:moveTo>
                  <a:pt x="0" y="117077"/>
                </a:moveTo>
                <a:lnTo>
                  <a:pt x="298967" y="0"/>
                </a:lnTo>
              </a:path>
            </a:pathLst>
          </a:custGeom>
          <a:noFill/>
          <a:ln w="6775">
            <a:solidFill>
              <a:srgbClr val="C2B61C">
                <a:alpha val="18000"/>
              </a:srgbClr>
            </a:solidFill>
            <a:prstDash val="solid"/>
          </a:ln>
        </p:spPr>
      </p:sp>
      <p:sp>
        <p:nvSpPr>
          <p:cNvPr id="270" name="lumia-token-stream-curve">
            <a:extLst>
              <a:ext uri="{FF2B5EF4-FFF2-40B4-BE49-F238E27FC236}">
                <a16:creationId xmlns:a16="http://schemas.microsoft.com/office/drawing/2014/main" id="{473AABE0-4853-433C-A5A1-47A6021760EE}"/>
              </a:ext>
            </a:extLst>
          </p:cNvPr>
          <p:cNvSpPr>
            <a:spLocks noGrp="1"/>
          </p:cNvSpPr>
          <p:nvPr/>
        </p:nvSpPr>
        <p:spPr>
          <a:xfrm>
            <a:off x="9732209" y="3852800"/>
            <a:ext cx="300890" cy="111198"/>
          </a:xfrm>
          <a:custGeom>
            <a:avLst/>
            <a:gdLst/>
            <a:ahLst/>
            <a:cxnLst/>
            <a:rect l="0" t="0" r="0" b="0"/>
            <a:pathLst>
              <a:path w="300890" h="111198">
                <a:moveTo>
                  <a:pt x="0" y="111198"/>
                </a:moveTo>
                <a:lnTo>
                  <a:pt x="300890" y="0"/>
                </a:lnTo>
              </a:path>
            </a:pathLst>
          </a:custGeom>
          <a:noFill/>
          <a:ln w="6881">
            <a:solidFill>
              <a:srgbClr val="B0B422">
                <a:alpha val="18000"/>
              </a:srgbClr>
            </a:solidFill>
            <a:prstDash val="solid"/>
          </a:ln>
        </p:spPr>
      </p:sp>
      <p:sp>
        <p:nvSpPr>
          <p:cNvPr id="271" name="lumia-token-stream-curve">
            <a:extLst>
              <a:ext uri="{FF2B5EF4-FFF2-40B4-BE49-F238E27FC236}">
                <a16:creationId xmlns:a16="http://schemas.microsoft.com/office/drawing/2014/main" id="{3205BAF6-58BF-4160-8029-84E6E321D182}"/>
              </a:ext>
            </a:extLst>
          </p:cNvPr>
          <p:cNvSpPr>
            <a:spLocks noGrp="1"/>
          </p:cNvSpPr>
          <p:nvPr/>
        </p:nvSpPr>
        <p:spPr>
          <a:xfrm>
            <a:off x="10033100" y="3746853"/>
            <a:ext cx="302799" cy="105947"/>
          </a:xfrm>
          <a:custGeom>
            <a:avLst/>
            <a:gdLst/>
            <a:ahLst/>
            <a:cxnLst/>
            <a:rect l="0" t="0" r="0" b="0"/>
            <a:pathLst>
              <a:path w="302799" h="105947">
                <a:moveTo>
                  <a:pt x="0" y="105947"/>
                </a:moveTo>
                <a:lnTo>
                  <a:pt x="302799" y="0"/>
                </a:lnTo>
              </a:path>
            </a:pathLst>
          </a:custGeom>
          <a:noFill/>
          <a:ln w="6978">
            <a:solidFill>
              <a:srgbClr val="9EB329">
                <a:alpha val="18000"/>
              </a:srgbClr>
            </a:solidFill>
            <a:prstDash val="solid"/>
          </a:ln>
        </p:spPr>
      </p:sp>
      <p:sp>
        <p:nvSpPr>
          <p:cNvPr id="272" name="lumia-token-stream-curve">
            <a:extLst>
              <a:ext uri="{FF2B5EF4-FFF2-40B4-BE49-F238E27FC236}">
                <a16:creationId xmlns:a16="http://schemas.microsoft.com/office/drawing/2014/main" id="{D1370899-6515-4699-9CC9-AF59CB84BB7B}"/>
              </a:ext>
            </a:extLst>
          </p:cNvPr>
          <p:cNvSpPr>
            <a:spLocks noGrp="1"/>
          </p:cNvSpPr>
          <p:nvPr/>
        </p:nvSpPr>
        <p:spPr>
          <a:xfrm>
            <a:off x="10335899" y="3643987"/>
            <a:ext cx="304694" cy="102865"/>
          </a:xfrm>
          <a:custGeom>
            <a:avLst/>
            <a:gdLst/>
            <a:ahLst/>
            <a:cxnLst/>
            <a:rect l="0" t="0" r="0" b="0"/>
            <a:pathLst>
              <a:path w="304694" h="102865">
                <a:moveTo>
                  <a:pt x="0" y="102865"/>
                </a:moveTo>
                <a:lnTo>
                  <a:pt x="304694" y="0"/>
                </a:lnTo>
              </a:path>
            </a:pathLst>
          </a:custGeom>
          <a:noFill/>
          <a:ln w="7064">
            <a:solidFill>
              <a:srgbClr val="8CB130">
                <a:alpha val="19000"/>
              </a:srgbClr>
            </a:solidFill>
            <a:prstDash val="solid"/>
          </a:ln>
        </p:spPr>
      </p:sp>
      <p:sp>
        <p:nvSpPr>
          <p:cNvPr id="273" name="lumia-token-stream-curve">
            <a:extLst>
              <a:ext uri="{FF2B5EF4-FFF2-40B4-BE49-F238E27FC236}">
                <a16:creationId xmlns:a16="http://schemas.microsoft.com/office/drawing/2014/main" id="{8F3A4FBD-F4CF-40FF-89CB-F08843F276DE}"/>
              </a:ext>
            </a:extLst>
          </p:cNvPr>
          <p:cNvSpPr>
            <a:spLocks noGrp="1"/>
          </p:cNvSpPr>
          <p:nvPr/>
        </p:nvSpPr>
        <p:spPr>
          <a:xfrm>
            <a:off x="10640593" y="3540731"/>
            <a:ext cx="306575" cy="103257"/>
          </a:xfrm>
          <a:custGeom>
            <a:avLst/>
            <a:gdLst/>
            <a:ahLst/>
            <a:cxnLst/>
            <a:rect l="0" t="0" r="0" b="0"/>
            <a:pathLst>
              <a:path w="306575" h="103257">
                <a:moveTo>
                  <a:pt x="0" y="103257"/>
                </a:moveTo>
                <a:lnTo>
                  <a:pt x="306575" y="0"/>
                </a:lnTo>
              </a:path>
            </a:pathLst>
          </a:custGeom>
          <a:noFill/>
          <a:ln w="7136">
            <a:solidFill>
              <a:srgbClr val="7BAF37">
                <a:alpha val="19000"/>
              </a:srgbClr>
            </a:solidFill>
            <a:prstDash val="solid"/>
          </a:ln>
        </p:spPr>
      </p:sp>
      <p:sp>
        <p:nvSpPr>
          <p:cNvPr id="274" name="lumia-token-stream-curve">
            <a:extLst>
              <a:ext uri="{FF2B5EF4-FFF2-40B4-BE49-F238E27FC236}">
                <a16:creationId xmlns:a16="http://schemas.microsoft.com/office/drawing/2014/main" id="{42967451-B832-49CF-9B4D-38AA36C74C20}"/>
              </a:ext>
            </a:extLst>
          </p:cNvPr>
          <p:cNvSpPr>
            <a:spLocks noGrp="1"/>
          </p:cNvSpPr>
          <p:nvPr/>
        </p:nvSpPr>
        <p:spPr>
          <a:xfrm>
            <a:off x="10947169" y="3432752"/>
            <a:ext cx="308442" cy="107979"/>
          </a:xfrm>
          <a:custGeom>
            <a:avLst/>
            <a:gdLst/>
            <a:ahLst/>
            <a:cxnLst/>
            <a:rect l="0" t="0" r="0" b="0"/>
            <a:pathLst>
              <a:path w="308442" h="107979">
                <a:moveTo>
                  <a:pt x="0" y="107979"/>
                </a:moveTo>
                <a:lnTo>
                  <a:pt x="308442" y="0"/>
                </a:lnTo>
              </a:path>
            </a:pathLst>
          </a:custGeom>
          <a:noFill/>
          <a:ln w="7195">
            <a:solidFill>
              <a:srgbClr val="69AD3E">
                <a:alpha val="19000"/>
              </a:srgbClr>
            </a:solidFill>
            <a:prstDash val="solid"/>
          </a:ln>
        </p:spPr>
      </p:sp>
      <p:sp>
        <p:nvSpPr>
          <p:cNvPr id="275" name="lumia-token-stream-curve">
            <a:extLst>
              <a:ext uri="{FF2B5EF4-FFF2-40B4-BE49-F238E27FC236}">
                <a16:creationId xmlns:a16="http://schemas.microsoft.com/office/drawing/2014/main" id="{3910F654-C514-4D0F-A65B-96612671722B}"/>
              </a:ext>
            </a:extLst>
          </p:cNvPr>
          <p:cNvSpPr>
            <a:spLocks noGrp="1"/>
          </p:cNvSpPr>
          <p:nvPr/>
        </p:nvSpPr>
        <p:spPr>
          <a:xfrm>
            <a:off x="11255611" y="3315466"/>
            <a:ext cx="310295" cy="117285"/>
          </a:xfrm>
          <a:custGeom>
            <a:avLst/>
            <a:gdLst/>
            <a:ahLst/>
            <a:cxnLst/>
            <a:rect l="0" t="0" r="0" b="0"/>
            <a:pathLst>
              <a:path w="310295" h="117285">
                <a:moveTo>
                  <a:pt x="0" y="117285"/>
                </a:moveTo>
                <a:lnTo>
                  <a:pt x="310295" y="0"/>
                </a:lnTo>
              </a:path>
            </a:pathLst>
          </a:custGeom>
          <a:noFill/>
          <a:ln w="7239">
            <a:solidFill>
              <a:srgbClr val="57AC45">
                <a:alpha val="19000"/>
              </a:srgbClr>
            </a:solidFill>
            <a:prstDash val="solid"/>
          </a:ln>
        </p:spPr>
      </p:sp>
      <p:sp>
        <p:nvSpPr>
          <p:cNvPr id="276" name="lumia-token-stream-curve">
            <a:extLst>
              <a:ext uri="{FF2B5EF4-FFF2-40B4-BE49-F238E27FC236}">
                <a16:creationId xmlns:a16="http://schemas.microsoft.com/office/drawing/2014/main" id="{96101532-2CA7-4B91-A8A5-DF9A7773F1C8}"/>
              </a:ext>
            </a:extLst>
          </p:cNvPr>
          <p:cNvSpPr>
            <a:spLocks noGrp="1"/>
          </p:cNvSpPr>
          <p:nvPr/>
        </p:nvSpPr>
        <p:spPr>
          <a:xfrm>
            <a:off x="11565906" y="3184713"/>
            <a:ext cx="312134" cy="130754"/>
          </a:xfrm>
          <a:custGeom>
            <a:avLst/>
            <a:gdLst/>
            <a:ahLst/>
            <a:cxnLst/>
            <a:rect l="0" t="0" r="0" b="0"/>
            <a:pathLst>
              <a:path w="312134" h="130754">
                <a:moveTo>
                  <a:pt x="0" y="130754"/>
                </a:moveTo>
                <a:lnTo>
                  <a:pt x="312134" y="0"/>
                </a:lnTo>
              </a:path>
            </a:pathLst>
          </a:custGeom>
          <a:noFill/>
          <a:ln w="7266">
            <a:solidFill>
              <a:srgbClr val="46AA4C">
                <a:alpha val="19000"/>
              </a:srgbClr>
            </a:solidFill>
            <a:prstDash val="solid"/>
          </a:ln>
        </p:spPr>
      </p:sp>
      <p:sp>
        <p:nvSpPr>
          <p:cNvPr id="277" name="lumia-token-stream-curve">
            <a:extLst>
              <a:ext uri="{FF2B5EF4-FFF2-40B4-BE49-F238E27FC236}">
                <a16:creationId xmlns:a16="http://schemas.microsoft.com/office/drawing/2014/main" id="{89D42F8C-9237-44D9-8D9D-E412DEDB0189}"/>
              </a:ext>
            </a:extLst>
          </p:cNvPr>
          <p:cNvSpPr>
            <a:spLocks noGrp="1"/>
          </p:cNvSpPr>
          <p:nvPr/>
        </p:nvSpPr>
        <p:spPr>
          <a:xfrm>
            <a:off x="11878041" y="3037397"/>
            <a:ext cx="313959" cy="147315"/>
          </a:xfrm>
          <a:custGeom>
            <a:avLst/>
            <a:gdLst/>
            <a:ahLst/>
            <a:cxnLst/>
            <a:rect l="0" t="0" r="0" b="0"/>
            <a:pathLst>
              <a:path w="313959" h="147315">
                <a:moveTo>
                  <a:pt x="0" y="147315"/>
                </a:moveTo>
                <a:lnTo>
                  <a:pt x="313959" y="0"/>
                </a:lnTo>
              </a:path>
            </a:pathLst>
          </a:custGeom>
          <a:noFill/>
          <a:ln w="7275">
            <a:solidFill>
              <a:srgbClr val="34A853">
                <a:alpha val="19000"/>
              </a:srgbClr>
            </a:solidFill>
            <a:prstDash val="solid"/>
          </a:ln>
        </p:spPr>
      </p:sp>
      <p:sp>
        <p:nvSpPr>
          <p:cNvPr id="278" name="lumia-token-stream-curve">
            <a:extLst>
              <a:ext uri="{FF2B5EF4-FFF2-40B4-BE49-F238E27FC236}">
                <a16:creationId xmlns:a16="http://schemas.microsoft.com/office/drawing/2014/main" id="{81B60A19-1FD8-47D7-889D-C223EE044664}"/>
              </a:ext>
            </a:extLst>
          </p:cNvPr>
          <p:cNvSpPr>
            <a:spLocks noGrp="1"/>
          </p:cNvSpPr>
          <p:nvPr/>
        </p:nvSpPr>
        <p:spPr>
          <a:xfrm>
            <a:off x="160572" y="5716072"/>
            <a:ext cx="203948" cy="36554"/>
          </a:xfrm>
          <a:custGeom>
            <a:avLst/>
            <a:gdLst/>
            <a:ahLst/>
            <a:cxnLst/>
            <a:rect l="0" t="0" r="0" b="0"/>
            <a:pathLst>
              <a:path w="203948" h="36554">
                <a:moveTo>
                  <a:pt x="0" y="0"/>
                </a:moveTo>
                <a:lnTo>
                  <a:pt x="203948" y="36554"/>
                </a:lnTo>
              </a:path>
            </a:pathLst>
          </a:custGeom>
          <a:noFill/>
          <a:ln w="4771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279" name="lumia-token-stream-curve">
            <a:extLst>
              <a:ext uri="{FF2B5EF4-FFF2-40B4-BE49-F238E27FC236}">
                <a16:creationId xmlns:a16="http://schemas.microsoft.com/office/drawing/2014/main" id="{2A2C9250-180A-474A-BBB2-2C3C05CDCC82}"/>
              </a:ext>
            </a:extLst>
          </p:cNvPr>
          <p:cNvSpPr>
            <a:spLocks noGrp="1"/>
          </p:cNvSpPr>
          <p:nvPr/>
        </p:nvSpPr>
        <p:spPr>
          <a:xfrm>
            <a:off x="364520" y="5752626"/>
            <a:ext cx="206573" cy="33701"/>
          </a:xfrm>
          <a:custGeom>
            <a:avLst/>
            <a:gdLst/>
            <a:ahLst/>
            <a:cxnLst/>
            <a:rect l="0" t="0" r="0" b="0"/>
            <a:pathLst>
              <a:path w="206573" h="33701">
                <a:moveTo>
                  <a:pt x="0" y="0"/>
                </a:moveTo>
                <a:lnTo>
                  <a:pt x="206573" y="33701"/>
                </a:lnTo>
              </a:path>
            </a:pathLst>
          </a:custGeom>
          <a:noFill/>
          <a:ln w="4771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280" name="lumia-token-stream-curve">
            <a:extLst>
              <a:ext uri="{FF2B5EF4-FFF2-40B4-BE49-F238E27FC236}">
                <a16:creationId xmlns:a16="http://schemas.microsoft.com/office/drawing/2014/main" id="{BEA75BB3-7F28-4C6D-A409-E4CE5FCD50A0}"/>
              </a:ext>
            </a:extLst>
          </p:cNvPr>
          <p:cNvSpPr>
            <a:spLocks noGrp="1"/>
          </p:cNvSpPr>
          <p:nvPr/>
        </p:nvSpPr>
        <p:spPr>
          <a:xfrm>
            <a:off x="571093" y="5786327"/>
            <a:ext cx="209194" cy="29336"/>
          </a:xfrm>
          <a:custGeom>
            <a:avLst/>
            <a:gdLst/>
            <a:ahLst/>
            <a:cxnLst/>
            <a:rect l="0" t="0" r="0" b="0"/>
            <a:pathLst>
              <a:path w="209194" h="29336">
                <a:moveTo>
                  <a:pt x="0" y="0"/>
                </a:moveTo>
                <a:lnTo>
                  <a:pt x="209194" y="29336"/>
                </a:lnTo>
              </a:path>
            </a:pathLst>
          </a:custGeom>
          <a:noFill/>
          <a:ln w="4771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281" name="lumia-token-stream-curve">
            <a:extLst>
              <a:ext uri="{FF2B5EF4-FFF2-40B4-BE49-F238E27FC236}">
                <a16:creationId xmlns:a16="http://schemas.microsoft.com/office/drawing/2014/main" id="{90E78A81-4310-4EB7-A7B6-FE5726CB2143}"/>
              </a:ext>
            </a:extLst>
          </p:cNvPr>
          <p:cNvSpPr>
            <a:spLocks noGrp="1"/>
          </p:cNvSpPr>
          <p:nvPr/>
        </p:nvSpPr>
        <p:spPr>
          <a:xfrm>
            <a:off x="780287" y="5815662"/>
            <a:ext cx="211811" cy="23522"/>
          </a:xfrm>
          <a:custGeom>
            <a:avLst/>
            <a:gdLst/>
            <a:ahLst/>
            <a:cxnLst/>
            <a:rect l="0" t="0" r="0" b="0"/>
            <a:pathLst>
              <a:path w="211811" h="23522">
                <a:moveTo>
                  <a:pt x="0" y="0"/>
                </a:moveTo>
                <a:lnTo>
                  <a:pt x="211811" y="23522"/>
                </a:lnTo>
              </a:path>
            </a:pathLst>
          </a:custGeom>
          <a:noFill/>
          <a:ln w="4771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282" name="lumia-token-stream-curve">
            <a:extLst>
              <a:ext uri="{FF2B5EF4-FFF2-40B4-BE49-F238E27FC236}">
                <a16:creationId xmlns:a16="http://schemas.microsoft.com/office/drawing/2014/main" id="{64DF5DBB-FCB2-4CD7-934D-07884AD619A0}"/>
              </a:ext>
            </a:extLst>
          </p:cNvPr>
          <p:cNvSpPr>
            <a:spLocks noGrp="1"/>
          </p:cNvSpPr>
          <p:nvPr/>
        </p:nvSpPr>
        <p:spPr>
          <a:xfrm>
            <a:off x="992098" y="5839184"/>
            <a:ext cx="214423" cy="16431"/>
          </a:xfrm>
          <a:custGeom>
            <a:avLst/>
            <a:gdLst/>
            <a:ahLst/>
            <a:cxnLst/>
            <a:rect l="0" t="0" r="0" b="0"/>
            <a:pathLst>
              <a:path w="214423" h="16431">
                <a:moveTo>
                  <a:pt x="0" y="0"/>
                </a:moveTo>
                <a:lnTo>
                  <a:pt x="214423" y="16431"/>
                </a:lnTo>
              </a:path>
            </a:pathLst>
          </a:custGeom>
          <a:noFill/>
          <a:ln w="4771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283" name="lumia-token-stream-curve">
            <a:extLst>
              <a:ext uri="{FF2B5EF4-FFF2-40B4-BE49-F238E27FC236}">
                <a16:creationId xmlns:a16="http://schemas.microsoft.com/office/drawing/2014/main" id="{6FD98E3A-DBAC-4E80-8A5E-A40BD77B2100}"/>
              </a:ext>
            </a:extLst>
          </p:cNvPr>
          <p:cNvSpPr>
            <a:spLocks noGrp="1"/>
          </p:cNvSpPr>
          <p:nvPr/>
        </p:nvSpPr>
        <p:spPr>
          <a:xfrm>
            <a:off x="1206521" y="5855615"/>
            <a:ext cx="217030" cy="9525"/>
          </a:xfrm>
          <a:custGeom>
            <a:avLst/>
            <a:gdLst/>
            <a:ahLst/>
            <a:cxnLst/>
            <a:rect l="0" t="0" r="0" b="0"/>
            <a:pathLst>
              <a:path w="217030" h="9525">
                <a:moveTo>
                  <a:pt x="0" y="0"/>
                </a:moveTo>
                <a:lnTo>
                  <a:pt x="217030" y="8344"/>
                </a:lnTo>
              </a:path>
            </a:pathLst>
          </a:custGeom>
          <a:noFill/>
          <a:ln w="4771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284" name="lumia-token-stream-curve">
            <a:extLst>
              <a:ext uri="{FF2B5EF4-FFF2-40B4-BE49-F238E27FC236}">
                <a16:creationId xmlns:a16="http://schemas.microsoft.com/office/drawing/2014/main" id="{557BCD2B-252B-453B-A44E-7F972602D7DD}"/>
              </a:ext>
            </a:extLst>
          </p:cNvPr>
          <p:cNvSpPr>
            <a:spLocks noGrp="1"/>
          </p:cNvSpPr>
          <p:nvPr/>
        </p:nvSpPr>
        <p:spPr>
          <a:xfrm>
            <a:off x="1423551" y="5863597"/>
            <a:ext cx="219634" cy="9525"/>
          </a:xfrm>
          <a:custGeom>
            <a:avLst/>
            <a:gdLst/>
            <a:ahLst/>
            <a:cxnLst/>
            <a:rect l="0" t="0" r="0" b="0"/>
            <a:pathLst>
              <a:path w="219634" h="9525">
                <a:moveTo>
                  <a:pt x="0" y="361"/>
                </a:moveTo>
                <a:lnTo>
                  <a:pt x="219634" y="0"/>
                </a:lnTo>
              </a:path>
            </a:pathLst>
          </a:custGeom>
          <a:noFill/>
          <a:ln w="4771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285" name="lumia-token-stream-curve">
            <a:extLst>
              <a:ext uri="{FF2B5EF4-FFF2-40B4-BE49-F238E27FC236}">
                <a16:creationId xmlns:a16="http://schemas.microsoft.com/office/drawing/2014/main" id="{A133231E-1667-49F3-9774-564A7D4FF6EE}"/>
              </a:ext>
            </a:extLst>
          </p:cNvPr>
          <p:cNvSpPr>
            <a:spLocks noGrp="1"/>
          </p:cNvSpPr>
          <p:nvPr/>
        </p:nvSpPr>
        <p:spPr>
          <a:xfrm>
            <a:off x="1643185" y="5854367"/>
            <a:ext cx="222232" cy="9525"/>
          </a:xfrm>
          <a:custGeom>
            <a:avLst/>
            <a:gdLst/>
            <a:ahLst/>
            <a:cxnLst/>
            <a:rect l="0" t="0" r="0" b="0"/>
            <a:pathLst>
              <a:path w="222232" h="9525">
                <a:moveTo>
                  <a:pt x="0" y="9231"/>
                </a:moveTo>
                <a:lnTo>
                  <a:pt x="222232" y="0"/>
                </a:lnTo>
              </a:path>
            </a:pathLst>
          </a:custGeom>
          <a:noFill/>
          <a:ln w="4771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286" name="lumia-token-stream-curve">
            <a:extLst>
              <a:ext uri="{FF2B5EF4-FFF2-40B4-BE49-F238E27FC236}">
                <a16:creationId xmlns:a16="http://schemas.microsoft.com/office/drawing/2014/main" id="{EC428D5C-C14D-4378-8C94-0D805DF93F0B}"/>
              </a:ext>
            </a:extLst>
          </p:cNvPr>
          <p:cNvSpPr>
            <a:spLocks noGrp="1"/>
          </p:cNvSpPr>
          <p:nvPr/>
        </p:nvSpPr>
        <p:spPr>
          <a:xfrm>
            <a:off x="1865417" y="5836601"/>
            <a:ext cx="224827" cy="17766"/>
          </a:xfrm>
          <a:custGeom>
            <a:avLst/>
            <a:gdLst/>
            <a:ahLst/>
            <a:cxnLst/>
            <a:rect l="0" t="0" r="0" b="0"/>
            <a:pathLst>
              <a:path w="224827" h="17766">
                <a:moveTo>
                  <a:pt x="0" y="17766"/>
                </a:moveTo>
                <a:lnTo>
                  <a:pt x="224827" y="0"/>
                </a:lnTo>
              </a:path>
            </a:pathLst>
          </a:custGeom>
          <a:noFill/>
          <a:ln w="4771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287" name="lumia-token-stream-curve">
            <a:extLst>
              <a:ext uri="{FF2B5EF4-FFF2-40B4-BE49-F238E27FC236}">
                <a16:creationId xmlns:a16="http://schemas.microsoft.com/office/drawing/2014/main" id="{A3EABEE7-58A5-4890-89ED-CB93659FB1C7}"/>
              </a:ext>
            </a:extLst>
          </p:cNvPr>
          <p:cNvSpPr>
            <a:spLocks noGrp="1"/>
          </p:cNvSpPr>
          <p:nvPr/>
        </p:nvSpPr>
        <p:spPr>
          <a:xfrm>
            <a:off x="2090244" y="5811139"/>
            <a:ext cx="227417" cy="25462"/>
          </a:xfrm>
          <a:custGeom>
            <a:avLst/>
            <a:gdLst/>
            <a:ahLst/>
            <a:cxnLst/>
            <a:rect l="0" t="0" r="0" b="0"/>
            <a:pathLst>
              <a:path w="227417" h="25462">
                <a:moveTo>
                  <a:pt x="0" y="25462"/>
                </a:moveTo>
                <a:lnTo>
                  <a:pt x="227417" y="0"/>
                </a:lnTo>
              </a:path>
            </a:pathLst>
          </a:custGeom>
          <a:noFill/>
          <a:ln w="4771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288" name="lumia-token-stream-curve">
            <a:extLst>
              <a:ext uri="{FF2B5EF4-FFF2-40B4-BE49-F238E27FC236}">
                <a16:creationId xmlns:a16="http://schemas.microsoft.com/office/drawing/2014/main" id="{73284C72-4CEE-4633-8CCC-F332A54D0928}"/>
              </a:ext>
            </a:extLst>
          </p:cNvPr>
          <p:cNvSpPr>
            <a:spLocks noGrp="1"/>
          </p:cNvSpPr>
          <p:nvPr/>
        </p:nvSpPr>
        <p:spPr>
          <a:xfrm>
            <a:off x="2317661" y="5779288"/>
            <a:ext cx="230002" cy="31851"/>
          </a:xfrm>
          <a:custGeom>
            <a:avLst/>
            <a:gdLst/>
            <a:ahLst/>
            <a:cxnLst/>
            <a:rect l="0" t="0" r="0" b="0"/>
            <a:pathLst>
              <a:path w="230002" h="31851">
                <a:moveTo>
                  <a:pt x="0" y="31851"/>
                </a:moveTo>
                <a:lnTo>
                  <a:pt x="230002" y="0"/>
                </a:lnTo>
              </a:path>
            </a:pathLst>
          </a:custGeom>
          <a:noFill/>
          <a:ln w="4771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289" name="lumia-token-stream-curve">
            <a:extLst>
              <a:ext uri="{FF2B5EF4-FFF2-40B4-BE49-F238E27FC236}">
                <a16:creationId xmlns:a16="http://schemas.microsoft.com/office/drawing/2014/main" id="{5FDFEFB7-31CE-49D3-8D8E-267D8DB91215}"/>
              </a:ext>
            </a:extLst>
          </p:cNvPr>
          <p:cNvSpPr>
            <a:spLocks noGrp="1"/>
          </p:cNvSpPr>
          <p:nvPr/>
        </p:nvSpPr>
        <p:spPr>
          <a:xfrm>
            <a:off x="2547663" y="5742733"/>
            <a:ext cx="232583" cy="36554"/>
          </a:xfrm>
          <a:custGeom>
            <a:avLst/>
            <a:gdLst/>
            <a:ahLst/>
            <a:cxnLst/>
            <a:rect l="0" t="0" r="0" b="0"/>
            <a:pathLst>
              <a:path w="232583" h="36554">
                <a:moveTo>
                  <a:pt x="0" y="36554"/>
                </a:moveTo>
                <a:lnTo>
                  <a:pt x="232583" y="0"/>
                </a:lnTo>
              </a:path>
            </a:pathLst>
          </a:custGeom>
          <a:noFill/>
          <a:ln w="4771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290" name="lumia-token-stream-curve">
            <a:extLst>
              <a:ext uri="{FF2B5EF4-FFF2-40B4-BE49-F238E27FC236}">
                <a16:creationId xmlns:a16="http://schemas.microsoft.com/office/drawing/2014/main" id="{8DA4623C-4B40-4FF3-A2A9-A9D1D65C0284}"/>
              </a:ext>
            </a:extLst>
          </p:cNvPr>
          <p:cNvSpPr>
            <a:spLocks noGrp="1"/>
          </p:cNvSpPr>
          <p:nvPr/>
        </p:nvSpPr>
        <p:spPr>
          <a:xfrm>
            <a:off x="2780246" y="5703415"/>
            <a:ext cx="235159" cy="39318"/>
          </a:xfrm>
          <a:custGeom>
            <a:avLst/>
            <a:gdLst/>
            <a:ahLst/>
            <a:cxnLst/>
            <a:rect l="0" t="0" r="0" b="0"/>
            <a:pathLst>
              <a:path w="235159" h="39318">
                <a:moveTo>
                  <a:pt x="0" y="39318"/>
                </a:moveTo>
                <a:lnTo>
                  <a:pt x="235159" y="0"/>
                </a:lnTo>
              </a:path>
            </a:pathLst>
          </a:custGeom>
          <a:noFill/>
          <a:ln w="4771">
            <a:solidFill>
              <a:srgbClr val="623C8F">
                <a:alpha val="9000"/>
              </a:srgbClr>
            </a:solidFill>
            <a:prstDash val="solid"/>
          </a:ln>
        </p:spPr>
      </p:sp>
      <p:sp>
        <p:nvSpPr>
          <p:cNvPr id="291" name="lumia-token-stream-curve">
            <a:extLst>
              <a:ext uri="{FF2B5EF4-FFF2-40B4-BE49-F238E27FC236}">
                <a16:creationId xmlns:a16="http://schemas.microsoft.com/office/drawing/2014/main" id="{20CE4C6C-0BF5-42A2-83A8-39E3BC48F3C6}"/>
              </a:ext>
            </a:extLst>
          </p:cNvPr>
          <p:cNvSpPr>
            <a:spLocks noGrp="1"/>
          </p:cNvSpPr>
          <p:nvPr/>
        </p:nvSpPr>
        <p:spPr>
          <a:xfrm>
            <a:off x="3015405" y="5663359"/>
            <a:ext cx="237732" cy="40056"/>
          </a:xfrm>
          <a:custGeom>
            <a:avLst/>
            <a:gdLst/>
            <a:ahLst/>
            <a:cxnLst/>
            <a:rect l="0" t="0" r="0" b="0"/>
            <a:pathLst>
              <a:path w="237732" h="40056">
                <a:moveTo>
                  <a:pt x="0" y="40056"/>
                </a:moveTo>
                <a:lnTo>
                  <a:pt x="237732" y="0"/>
                </a:lnTo>
              </a:path>
            </a:pathLst>
          </a:custGeom>
          <a:noFill/>
          <a:ln w="4771">
            <a:solidFill>
              <a:srgbClr val="6F3C86">
                <a:alpha val="9000"/>
              </a:srgbClr>
            </a:solidFill>
            <a:prstDash val="solid"/>
          </a:ln>
        </p:spPr>
      </p:sp>
      <p:sp>
        <p:nvSpPr>
          <p:cNvPr id="292" name="lumia-token-stream-curve">
            <a:extLst>
              <a:ext uri="{FF2B5EF4-FFF2-40B4-BE49-F238E27FC236}">
                <a16:creationId xmlns:a16="http://schemas.microsoft.com/office/drawing/2014/main" id="{5285CB12-B306-4A99-A85E-B276EAD9FDEB}"/>
              </a:ext>
            </a:extLst>
          </p:cNvPr>
          <p:cNvSpPr>
            <a:spLocks noGrp="1"/>
          </p:cNvSpPr>
          <p:nvPr/>
        </p:nvSpPr>
        <p:spPr>
          <a:xfrm>
            <a:off x="3253137" y="5624484"/>
            <a:ext cx="240299" cy="38875"/>
          </a:xfrm>
          <a:custGeom>
            <a:avLst/>
            <a:gdLst/>
            <a:ahLst/>
            <a:cxnLst/>
            <a:rect l="0" t="0" r="0" b="0"/>
            <a:pathLst>
              <a:path w="240299" h="38875">
                <a:moveTo>
                  <a:pt x="0" y="38875"/>
                </a:moveTo>
                <a:lnTo>
                  <a:pt x="240299" y="0"/>
                </a:lnTo>
              </a:path>
            </a:pathLst>
          </a:custGeom>
          <a:noFill/>
          <a:ln w="4771">
            <a:solidFill>
              <a:srgbClr val="7C3D7E">
                <a:alpha val="9000"/>
              </a:srgbClr>
            </a:solidFill>
            <a:prstDash val="solid"/>
          </a:ln>
        </p:spPr>
      </p:sp>
      <p:sp>
        <p:nvSpPr>
          <p:cNvPr id="293" name="lumia-token-stream-curve">
            <a:extLst>
              <a:ext uri="{FF2B5EF4-FFF2-40B4-BE49-F238E27FC236}">
                <a16:creationId xmlns:a16="http://schemas.microsoft.com/office/drawing/2014/main" id="{D9CF7ABC-9AA6-4FDF-9C44-2904A1FBB35D}"/>
              </a:ext>
            </a:extLst>
          </p:cNvPr>
          <p:cNvSpPr>
            <a:spLocks noGrp="1"/>
          </p:cNvSpPr>
          <p:nvPr/>
        </p:nvSpPr>
        <p:spPr>
          <a:xfrm>
            <a:off x="3493436" y="5588407"/>
            <a:ext cx="242862" cy="36077"/>
          </a:xfrm>
          <a:custGeom>
            <a:avLst/>
            <a:gdLst/>
            <a:ahLst/>
            <a:cxnLst/>
            <a:rect l="0" t="0" r="0" b="0"/>
            <a:pathLst>
              <a:path w="242862" h="36077">
                <a:moveTo>
                  <a:pt x="0" y="36077"/>
                </a:moveTo>
                <a:lnTo>
                  <a:pt x="242862" y="0"/>
                </a:lnTo>
              </a:path>
            </a:pathLst>
          </a:custGeom>
          <a:noFill/>
          <a:ln w="4771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294" name="lumia-token-stream-curve">
            <a:extLst>
              <a:ext uri="{FF2B5EF4-FFF2-40B4-BE49-F238E27FC236}">
                <a16:creationId xmlns:a16="http://schemas.microsoft.com/office/drawing/2014/main" id="{1A65613D-4AA8-4269-8C5C-EBC58D896946}"/>
              </a:ext>
            </a:extLst>
          </p:cNvPr>
          <p:cNvSpPr>
            <a:spLocks noGrp="1"/>
          </p:cNvSpPr>
          <p:nvPr/>
        </p:nvSpPr>
        <p:spPr>
          <a:xfrm>
            <a:off x="3736298" y="5556248"/>
            <a:ext cx="245421" cy="32158"/>
          </a:xfrm>
          <a:custGeom>
            <a:avLst/>
            <a:gdLst/>
            <a:ahLst/>
            <a:cxnLst/>
            <a:rect l="0" t="0" r="0" b="0"/>
            <a:pathLst>
              <a:path w="245421" h="32158">
                <a:moveTo>
                  <a:pt x="0" y="32158"/>
                </a:moveTo>
                <a:lnTo>
                  <a:pt x="245421" y="0"/>
                </a:lnTo>
              </a:path>
            </a:pathLst>
          </a:custGeom>
          <a:noFill/>
          <a:ln w="4771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295" name="lumia-token-stream-curve">
            <a:extLst>
              <a:ext uri="{FF2B5EF4-FFF2-40B4-BE49-F238E27FC236}">
                <a16:creationId xmlns:a16="http://schemas.microsoft.com/office/drawing/2014/main" id="{15608AED-DB43-42E7-8F6C-E52F8B4318F2}"/>
              </a:ext>
            </a:extLst>
          </p:cNvPr>
          <p:cNvSpPr>
            <a:spLocks noGrp="1"/>
          </p:cNvSpPr>
          <p:nvPr/>
        </p:nvSpPr>
        <p:spPr>
          <a:xfrm>
            <a:off x="3981719" y="5528481"/>
            <a:ext cx="247975" cy="27768"/>
          </a:xfrm>
          <a:custGeom>
            <a:avLst/>
            <a:gdLst/>
            <a:ahLst/>
            <a:cxnLst/>
            <a:rect l="0" t="0" r="0" b="0"/>
            <a:pathLst>
              <a:path w="247975" h="27768">
                <a:moveTo>
                  <a:pt x="0" y="27768"/>
                </a:moveTo>
                <a:lnTo>
                  <a:pt x="247975" y="0"/>
                </a:lnTo>
              </a:path>
            </a:pathLst>
          </a:custGeom>
          <a:noFill/>
          <a:ln w="4786">
            <a:solidFill>
              <a:srgbClr val="A33F64">
                <a:alpha val="10000"/>
              </a:srgbClr>
            </a:solidFill>
            <a:prstDash val="solid"/>
          </a:ln>
        </p:spPr>
      </p:sp>
      <p:sp>
        <p:nvSpPr>
          <p:cNvPr id="296" name="lumia-token-stream-curve">
            <a:extLst>
              <a:ext uri="{FF2B5EF4-FFF2-40B4-BE49-F238E27FC236}">
                <a16:creationId xmlns:a16="http://schemas.microsoft.com/office/drawing/2014/main" id="{7308CCF8-F6C3-4C4A-BA12-B1E3F4E48D6D}"/>
              </a:ext>
            </a:extLst>
          </p:cNvPr>
          <p:cNvSpPr>
            <a:spLocks noGrp="1"/>
          </p:cNvSpPr>
          <p:nvPr/>
        </p:nvSpPr>
        <p:spPr>
          <a:xfrm>
            <a:off x="4229695" y="5504821"/>
            <a:ext cx="250525" cy="23660"/>
          </a:xfrm>
          <a:custGeom>
            <a:avLst/>
            <a:gdLst/>
            <a:ahLst/>
            <a:cxnLst/>
            <a:rect l="0" t="0" r="0" b="0"/>
            <a:pathLst>
              <a:path w="250525" h="23660">
                <a:moveTo>
                  <a:pt x="0" y="23660"/>
                </a:moveTo>
                <a:lnTo>
                  <a:pt x="250525" y="0"/>
                </a:lnTo>
              </a:path>
            </a:pathLst>
          </a:custGeom>
          <a:noFill/>
          <a:ln w="4819">
            <a:solidFill>
              <a:srgbClr val="B0405B">
                <a:alpha val="10000"/>
              </a:srgbClr>
            </a:solidFill>
            <a:prstDash val="solid"/>
          </a:ln>
        </p:spPr>
      </p:sp>
      <p:sp>
        <p:nvSpPr>
          <p:cNvPr id="297" name="lumia-token-stream-curve">
            <a:extLst>
              <a:ext uri="{FF2B5EF4-FFF2-40B4-BE49-F238E27FC236}">
                <a16:creationId xmlns:a16="http://schemas.microsoft.com/office/drawing/2014/main" id="{99D0BDB2-E23E-47B2-A9DE-BF46496AA8AC}"/>
              </a:ext>
            </a:extLst>
          </p:cNvPr>
          <p:cNvSpPr>
            <a:spLocks noGrp="1"/>
          </p:cNvSpPr>
          <p:nvPr/>
        </p:nvSpPr>
        <p:spPr>
          <a:xfrm>
            <a:off x="4480220" y="5484198"/>
            <a:ext cx="253071" cy="20623"/>
          </a:xfrm>
          <a:custGeom>
            <a:avLst/>
            <a:gdLst/>
            <a:ahLst/>
            <a:cxnLst/>
            <a:rect l="0" t="0" r="0" b="0"/>
            <a:pathLst>
              <a:path w="253071" h="20623">
                <a:moveTo>
                  <a:pt x="0" y="20623"/>
                </a:moveTo>
                <a:lnTo>
                  <a:pt x="253071" y="0"/>
                </a:lnTo>
              </a:path>
            </a:pathLst>
          </a:custGeom>
          <a:noFill/>
          <a:ln w="4869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298" name="lumia-token-stream-curve">
            <a:extLst>
              <a:ext uri="{FF2B5EF4-FFF2-40B4-BE49-F238E27FC236}">
                <a16:creationId xmlns:a16="http://schemas.microsoft.com/office/drawing/2014/main" id="{19BBC3DA-C806-430E-AF41-65C08ECB6ACA}"/>
              </a:ext>
            </a:extLst>
          </p:cNvPr>
          <p:cNvSpPr>
            <a:spLocks noGrp="1"/>
          </p:cNvSpPr>
          <p:nvPr/>
        </p:nvSpPr>
        <p:spPr>
          <a:xfrm>
            <a:off x="4733291" y="5464799"/>
            <a:ext cx="255612" cy="19399"/>
          </a:xfrm>
          <a:custGeom>
            <a:avLst/>
            <a:gdLst/>
            <a:ahLst/>
            <a:cxnLst/>
            <a:rect l="0" t="0" r="0" b="0"/>
            <a:pathLst>
              <a:path w="255612" h="19399">
                <a:moveTo>
                  <a:pt x="0" y="19399"/>
                </a:moveTo>
                <a:lnTo>
                  <a:pt x="255612" y="0"/>
                </a:lnTo>
              </a:path>
            </a:pathLst>
          </a:custGeom>
          <a:noFill/>
          <a:ln w="4935">
            <a:solidFill>
              <a:srgbClr val="CA414A">
                <a:alpha val="11000"/>
              </a:srgbClr>
            </a:solidFill>
            <a:prstDash val="solid"/>
          </a:ln>
        </p:spPr>
      </p:sp>
      <p:sp>
        <p:nvSpPr>
          <p:cNvPr id="299" name="lumia-token-stream-curve">
            <a:extLst>
              <a:ext uri="{FF2B5EF4-FFF2-40B4-BE49-F238E27FC236}">
                <a16:creationId xmlns:a16="http://schemas.microsoft.com/office/drawing/2014/main" id="{2150159D-892C-4DD2-A46F-169593245ABD}"/>
              </a:ext>
            </a:extLst>
          </p:cNvPr>
          <p:cNvSpPr>
            <a:spLocks noGrp="1"/>
          </p:cNvSpPr>
          <p:nvPr/>
        </p:nvSpPr>
        <p:spPr>
          <a:xfrm>
            <a:off x="4988902" y="5444202"/>
            <a:ext cx="258148" cy="20597"/>
          </a:xfrm>
          <a:custGeom>
            <a:avLst/>
            <a:gdLst/>
            <a:ahLst/>
            <a:cxnLst/>
            <a:rect l="0" t="0" r="0" b="0"/>
            <a:pathLst>
              <a:path w="258148" h="20597">
                <a:moveTo>
                  <a:pt x="0" y="20597"/>
                </a:moveTo>
                <a:lnTo>
                  <a:pt x="258148" y="0"/>
                </a:lnTo>
              </a:path>
            </a:pathLst>
          </a:custGeom>
          <a:noFill/>
          <a:ln w="5014">
            <a:solidFill>
              <a:srgbClr val="D74242">
                <a:alpha val="11000"/>
              </a:srgbClr>
            </a:solidFill>
            <a:prstDash val="solid"/>
          </a:ln>
        </p:spPr>
      </p:sp>
      <p:sp>
        <p:nvSpPr>
          <p:cNvPr id="300" name="lumia-token-stream-curve">
            <a:extLst>
              <a:ext uri="{FF2B5EF4-FFF2-40B4-BE49-F238E27FC236}">
                <a16:creationId xmlns:a16="http://schemas.microsoft.com/office/drawing/2014/main" id="{59DDFE9D-3236-41B6-A46E-18EAE1E27C6A}"/>
              </a:ext>
            </a:extLst>
          </p:cNvPr>
          <p:cNvSpPr>
            <a:spLocks noGrp="1"/>
          </p:cNvSpPr>
          <p:nvPr/>
        </p:nvSpPr>
        <p:spPr>
          <a:xfrm>
            <a:off x="5247050" y="5419590"/>
            <a:ext cx="260680" cy="24613"/>
          </a:xfrm>
          <a:custGeom>
            <a:avLst/>
            <a:gdLst/>
            <a:ahLst/>
            <a:cxnLst/>
            <a:rect l="0" t="0" r="0" b="0"/>
            <a:pathLst>
              <a:path w="260680" h="24613">
                <a:moveTo>
                  <a:pt x="0" y="24613"/>
                </a:moveTo>
                <a:lnTo>
                  <a:pt x="260680" y="0"/>
                </a:lnTo>
              </a:path>
            </a:pathLst>
          </a:custGeom>
          <a:noFill/>
          <a:ln w="5107">
            <a:solidFill>
              <a:srgbClr val="E44339">
                <a:alpha val="12000"/>
              </a:srgbClr>
            </a:solidFill>
            <a:prstDash val="solid"/>
          </a:ln>
        </p:spPr>
      </p:sp>
      <p:sp>
        <p:nvSpPr>
          <p:cNvPr id="301" name="lumia-token-stream-curve">
            <a:extLst>
              <a:ext uri="{FF2B5EF4-FFF2-40B4-BE49-F238E27FC236}">
                <a16:creationId xmlns:a16="http://schemas.microsoft.com/office/drawing/2014/main" id="{93CF5147-5527-4C29-B028-8E0D1F672602}"/>
              </a:ext>
            </a:extLst>
          </p:cNvPr>
          <p:cNvSpPr>
            <a:spLocks noGrp="1"/>
          </p:cNvSpPr>
          <p:nvPr/>
        </p:nvSpPr>
        <p:spPr>
          <a:xfrm>
            <a:off x="5507730" y="5388023"/>
            <a:ext cx="263208" cy="31566"/>
          </a:xfrm>
          <a:custGeom>
            <a:avLst/>
            <a:gdLst/>
            <a:ahLst/>
            <a:cxnLst/>
            <a:rect l="0" t="0" r="0" b="0"/>
            <a:pathLst>
              <a:path w="263208" h="31566">
                <a:moveTo>
                  <a:pt x="0" y="31566"/>
                </a:moveTo>
                <a:lnTo>
                  <a:pt x="263208" y="0"/>
                </a:lnTo>
              </a:path>
            </a:pathLst>
          </a:custGeom>
          <a:noFill/>
          <a:ln w="5211">
            <a:solidFill>
              <a:srgbClr val="EB4833">
                <a:alpha val="12000"/>
              </a:srgbClr>
            </a:solidFill>
            <a:prstDash val="solid"/>
          </a:ln>
        </p:spPr>
      </p:sp>
      <p:sp>
        <p:nvSpPr>
          <p:cNvPr id="302" name="lumia-token-stream-curve">
            <a:extLst>
              <a:ext uri="{FF2B5EF4-FFF2-40B4-BE49-F238E27FC236}">
                <a16:creationId xmlns:a16="http://schemas.microsoft.com/office/drawing/2014/main" id="{987B7B9C-86D4-415B-B680-CCED69711B23}"/>
              </a:ext>
            </a:extLst>
          </p:cNvPr>
          <p:cNvSpPr>
            <a:spLocks noGrp="1"/>
          </p:cNvSpPr>
          <p:nvPr/>
        </p:nvSpPr>
        <p:spPr>
          <a:xfrm>
            <a:off x="5770938" y="5346761"/>
            <a:ext cx="265731" cy="41262"/>
          </a:xfrm>
          <a:custGeom>
            <a:avLst/>
            <a:gdLst/>
            <a:ahLst/>
            <a:cxnLst/>
            <a:rect l="0" t="0" r="0" b="0"/>
            <a:pathLst>
              <a:path w="265731" h="41262">
                <a:moveTo>
                  <a:pt x="0" y="41262"/>
                </a:moveTo>
                <a:lnTo>
                  <a:pt x="265731" y="0"/>
                </a:lnTo>
              </a:path>
            </a:pathLst>
          </a:custGeom>
          <a:noFill/>
          <a:ln w="5325">
            <a:solidFill>
              <a:srgbClr val="EC532F">
                <a:alpha val="13000"/>
              </a:srgbClr>
            </a:solidFill>
            <a:prstDash val="solid"/>
          </a:ln>
        </p:spPr>
      </p:sp>
      <p:sp>
        <p:nvSpPr>
          <p:cNvPr id="303" name="lumia-token-stream-curve">
            <a:extLst>
              <a:ext uri="{FF2B5EF4-FFF2-40B4-BE49-F238E27FC236}">
                <a16:creationId xmlns:a16="http://schemas.microsoft.com/office/drawing/2014/main" id="{20F443CE-30D5-4594-BB03-31BEC776FFC7}"/>
              </a:ext>
            </a:extLst>
          </p:cNvPr>
          <p:cNvSpPr>
            <a:spLocks noGrp="1"/>
          </p:cNvSpPr>
          <p:nvPr/>
        </p:nvSpPr>
        <p:spPr>
          <a:xfrm>
            <a:off x="6036669" y="5293576"/>
            <a:ext cx="268250" cy="53185"/>
          </a:xfrm>
          <a:custGeom>
            <a:avLst/>
            <a:gdLst/>
            <a:ahLst/>
            <a:cxnLst/>
            <a:rect l="0" t="0" r="0" b="0"/>
            <a:pathLst>
              <a:path w="268250" h="53185">
                <a:moveTo>
                  <a:pt x="0" y="53185"/>
                </a:moveTo>
                <a:lnTo>
                  <a:pt x="268250" y="0"/>
                </a:lnTo>
              </a:path>
            </a:pathLst>
          </a:custGeom>
          <a:noFill/>
          <a:ln w="5449">
            <a:solidFill>
              <a:srgbClr val="EE5E2A">
                <a:alpha val="13000"/>
              </a:srgbClr>
            </a:solidFill>
            <a:prstDash val="solid"/>
          </a:ln>
        </p:spPr>
      </p:sp>
      <p:sp>
        <p:nvSpPr>
          <p:cNvPr id="304" name="lumia-token-stream-curve">
            <a:extLst>
              <a:ext uri="{FF2B5EF4-FFF2-40B4-BE49-F238E27FC236}">
                <a16:creationId xmlns:a16="http://schemas.microsoft.com/office/drawing/2014/main" id="{2A8B0884-091C-4099-A512-A4B857ED3AA3}"/>
              </a:ext>
            </a:extLst>
          </p:cNvPr>
          <p:cNvSpPr>
            <a:spLocks noGrp="1"/>
          </p:cNvSpPr>
          <p:nvPr/>
        </p:nvSpPr>
        <p:spPr>
          <a:xfrm>
            <a:off x="6304919" y="5227042"/>
            <a:ext cx="270764" cy="66535"/>
          </a:xfrm>
          <a:custGeom>
            <a:avLst/>
            <a:gdLst/>
            <a:ahLst/>
            <a:cxnLst/>
            <a:rect l="0" t="0" r="0" b="0"/>
            <a:pathLst>
              <a:path w="270764" h="66535">
                <a:moveTo>
                  <a:pt x="0" y="66535"/>
                </a:moveTo>
                <a:lnTo>
                  <a:pt x="270764" y="0"/>
                </a:lnTo>
              </a:path>
            </a:pathLst>
          </a:custGeom>
          <a:noFill/>
          <a:ln w="5579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305" name="lumia-token-stream-curve">
            <a:extLst>
              <a:ext uri="{FF2B5EF4-FFF2-40B4-BE49-F238E27FC236}">
                <a16:creationId xmlns:a16="http://schemas.microsoft.com/office/drawing/2014/main" id="{5B44A455-1FA9-4FE7-9589-D94B044CB886}"/>
              </a:ext>
            </a:extLst>
          </p:cNvPr>
          <p:cNvSpPr>
            <a:spLocks noGrp="1"/>
          </p:cNvSpPr>
          <p:nvPr/>
        </p:nvSpPr>
        <p:spPr>
          <a:xfrm>
            <a:off x="6575683" y="5146747"/>
            <a:ext cx="273274" cy="80295"/>
          </a:xfrm>
          <a:custGeom>
            <a:avLst/>
            <a:gdLst/>
            <a:ahLst/>
            <a:cxnLst/>
            <a:rect l="0" t="0" r="0" b="0"/>
            <a:pathLst>
              <a:path w="273274" h="80295">
                <a:moveTo>
                  <a:pt x="0" y="80295"/>
                </a:moveTo>
                <a:lnTo>
                  <a:pt x="273274" y="0"/>
                </a:lnTo>
              </a:path>
            </a:pathLst>
          </a:custGeom>
          <a:noFill/>
          <a:ln w="5715">
            <a:solidFill>
              <a:srgbClr val="F17322">
                <a:alpha val="14000"/>
              </a:srgbClr>
            </a:solidFill>
            <a:prstDash val="solid"/>
          </a:ln>
        </p:spPr>
      </p:sp>
      <p:sp>
        <p:nvSpPr>
          <p:cNvPr id="306" name="lumia-token-stream-curve">
            <a:extLst>
              <a:ext uri="{FF2B5EF4-FFF2-40B4-BE49-F238E27FC236}">
                <a16:creationId xmlns:a16="http://schemas.microsoft.com/office/drawing/2014/main" id="{A38AB29E-6625-44EC-9589-98D3FE8F45D3}"/>
              </a:ext>
            </a:extLst>
          </p:cNvPr>
          <p:cNvSpPr>
            <a:spLocks noGrp="1"/>
          </p:cNvSpPr>
          <p:nvPr/>
        </p:nvSpPr>
        <p:spPr>
          <a:xfrm>
            <a:off x="6848957" y="5053401"/>
            <a:ext cx="275779" cy="93345"/>
          </a:xfrm>
          <a:custGeom>
            <a:avLst/>
            <a:gdLst/>
            <a:ahLst/>
            <a:cxnLst/>
            <a:rect l="0" t="0" r="0" b="0"/>
            <a:pathLst>
              <a:path w="275779" h="93345">
                <a:moveTo>
                  <a:pt x="0" y="93345"/>
                </a:moveTo>
                <a:lnTo>
                  <a:pt x="275779" y="0"/>
                </a:lnTo>
              </a:path>
            </a:pathLst>
          </a:custGeom>
          <a:noFill/>
          <a:ln w="5856">
            <a:solidFill>
              <a:srgbClr val="F27E1E">
                <a:alpha val="14000"/>
              </a:srgbClr>
            </a:solidFill>
            <a:prstDash val="solid"/>
          </a:ln>
        </p:spPr>
      </p:sp>
      <p:sp>
        <p:nvSpPr>
          <p:cNvPr id="307" name="lumia-token-stream-curve">
            <a:extLst>
              <a:ext uri="{FF2B5EF4-FFF2-40B4-BE49-F238E27FC236}">
                <a16:creationId xmlns:a16="http://schemas.microsoft.com/office/drawing/2014/main" id="{E588F2D5-575E-4380-8A51-BADC00AA349C}"/>
              </a:ext>
            </a:extLst>
          </p:cNvPr>
          <p:cNvSpPr>
            <a:spLocks noGrp="1"/>
          </p:cNvSpPr>
          <p:nvPr/>
        </p:nvSpPr>
        <p:spPr>
          <a:xfrm>
            <a:off x="7124736" y="4948812"/>
            <a:ext cx="278280" cy="104589"/>
          </a:xfrm>
          <a:custGeom>
            <a:avLst/>
            <a:gdLst/>
            <a:ahLst/>
            <a:cxnLst/>
            <a:rect l="0" t="0" r="0" b="0"/>
            <a:pathLst>
              <a:path w="278280" h="104589">
                <a:moveTo>
                  <a:pt x="0" y="104589"/>
                </a:moveTo>
                <a:lnTo>
                  <a:pt x="278280" y="0"/>
                </a:lnTo>
              </a:path>
            </a:pathLst>
          </a:custGeom>
          <a:noFill/>
          <a:ln w="6001">
            <a:solidFill>
              <a:srgbClr val="F48919">
                <a:alpha val="15000"/>
              </a:srgbClr>
            </a:solidFill>
            <a:prstDash val="solid"/>
          </a:ln>
        </p:spPr>
      </p:sp>
      <p:sp>
        <p:nvSpPr>
          <p:cNvPr id="308" name="lumia-token-stream-curve">
            <a:extLst>
              <a:ext uri="{FF2B5EF4-FFF2-40B4-BE49-F238E27FC236}">
                <a16:creationId xmlns:a16="http://schemas.microsoft.com/office/drawing/2014/main" id="{ADEA1090-8C28-44A4-84CE-573243522F73}"/>
              </a:ext>
            </a:extLst>
          </p:cNvPr>
          <p:cNvSpPr>
            <a:spLocks noGrp="1"/>
          </p:cNvSpPr>
          <p:nvPr/>
        </p:nvSpPr>
        <p:spPr>
          <a:xfrm>
            <a:off x="7403016" y="4835715"/>
            <a:ext cx="280777" cy="113097"/>
          </a:xfrm>
          <a:custGeom>
            <a:avLst/>
            <a:gdLst/>
            <a:ahLst/>
            <a:cxnLst/>
            <a:rect l="0" t="0" r="0" b="0"/>
            <a:pathLst>
              <a:path w="280777" h="113097">
                <a:moveTo>
                  <a:pt x="0" y="113097"/>
                </a:moveTo>
                <a:lnTo>
                  <a:pt x="280777" y="0"/>
                </a:lnTo>
              </a:path>
            </a:pathLst>
          </a:custGeom>
          <a:noFill/>
          <a:ln w="6147">
            <a:solidFill>
              <a:srgbClr val="F59415">
                <a:alpha val="15000"/>
              </a:srgbClr>
            </a:solidFill>
            <a:prstDash val="solid"/>
          </a:ln>
        </p:spPr>
      </p:sp>
      <p:sp>
        <p:nvSpPr>
          <p:cNvPr id="309" name="lumia-token-stream-curve">
            <a:extLst>
              <a:ext uri="{FF2B5EF4-FFF2-40B4-BE49-F238E27FC236}">
                <a16:creationId xmlns:a16="http://schemas.microsoft.com/office/drawing/2014/main" id="{C5873333-364E-49A9-A487-76D0652C0382}"/>
              </a:ext>
            </a:extLst>
          </p:cNvPr>
          <p:cNvSpPr>
            <a:spLocks noGrp="1"/>
          </p:cNvSpPr>
          <p:nvPr/>
        </p:nvSpPr>
        <p:spPr>
          <a:xfrm>
            <a:off x="7683793" y="4717474"/>
            <a:ext cx="283269" cy="118241"/>
          </a:xfrm>
          <a:custGeom>
            <a:avLst/>
            <a:gdLst/>
            <a:ahLst/>
            <a:cxnLst/>
            <a:rect l="0" t="0" r="0" b="0"/>
            <a:pathLst>
              <a:path w="283269" h="118241">
                <a:moveTo>
                  <a:pt x="0" y="118241"/>
                </a:moveTo>
                <a:lnTo>
                  <a:pt x="283269" y="0"/>
                </a:lnTo>
              </a:path>
            </a:pathLst>
          </a:custGeom>
          <a:noFill/>
          <a:ln w="6294">
            <a:solidFill>
              <a:srgbClr val="F79E11">
                <a:alpha val="16000"/>
              </a:srgbClr>
            </a:solidFill>
            <a:prstDash val="solid"/>
          </a:ln>
        </p:spPr>
      </p:sp>
      <p:sp>
        <p:nvSpPr>
          <p:cNvPr id="310" name="lumia-token-stream-curve">
            <a:extLst>
              <a:ext uri="{FF2B5EF4-FFF2-40B4-BE49-F238E27FC236}">
                <a16:creationId xmlns:a16="http://schemas.microsoft.com/office/drawing/2014/main" id="{F7EAC829-0E58-40BC-80A3-BE73F749DD44}"/>
              </a:ext>
            </a:extLst>
          </p:cNvPr>
          <p:cNvSpPr>
            <a:spLocks noGrp="1"/>
          </p:cNvSpPr>
          <p:nvPr/>
        </p:nvSpPr>
        <p:spPr>
          <a:xfrm>
            <a:off x="7967061" y="4597674"/>
            <a:ext cx="285756" cy="119800"/>
          </a:xfrm>
          <a:custGeom>
            <a:avLst/>
            <a:gdLst/>
            <a:ahLst/>
            <a:cxnLst/>
            <a:rect l="0" t="0" r="0" b="0"/>
            <a:pathLst>
              <a:path w="285756" h="119800">
                <a:moveTo>
                  <a:pt x="0" y="119800"/>
                </a:moveTo>
                <a:lnTo>
                  <a:pt x="285756" y="0"/>
                </a:lnTo>
              </a:path>
            </a:pathLst>
          </a:custGeom>
          <a:noFill/>
          <a:ln w="6440">
            <a:solidFill>
              <a:srgbClr val="F8A90C">
                <a:alpha val="16000"/>
              </a:srgbClr>
            </a:solidFill>
            <a:prstDash val="solid"/>
          </a:ln>
        </p:spPr>
      </p:sp>
      <p:sp>
        <p:nvSpPr>
          <p:cNvPr id="311" name="lumia-token-stream-curve">
            <a:extLst>
              <a:ext uri="{FF2B5EF4-FFF2-40B4-BE49-F238E27FC236}">
                <a16:creationId xmlns:a16="http://schemas.microsoft.com/office/drawing/2014/main" id="{CDC08901-942A-42AA-8115-84E45F1066C6}"/>
              </a:ext>
            </a:extLst>
          </p:cNvPr>
          <p:cNvSpPr>
            <a:spLocks noGrp="1"/>
          </p:cNvSpPr>
          <p:nvPr/>
        </p:nvSpPr>
        <p:spPr>
          <a:xfrm>
            <a:off x="8252818" y="4479649"/>
            <a:ext cx="288239" cy="118025"/>
          </a:xfrm>
          <a:custGeom>
            <a:avLst/>
            <a:gdLst/>
            <a:ahLst/>
            <a:cxnLst/>
            <a:rect l="0" t="0" r="0" b="0"/>
            <a:pathLst>
              <a:path w="288239" h="118025">
                <a:moveTo>
                  <a:pt x="0" y="118025"/>
                </a:moveTo>
                <a:lnTo>
                  <a:pt x="288239" y="0"/>
                </a:lnTo>
              </a:path>
            </a:pathLst>
          </a:custGeom>
          <a:noFill/>
          <a:ln w="6583">
            <a:solidFill>
              <a:srgbClr val="FAB408">
                <a:alpha val="17000"/>
              </a:srgbClr>
            </a:solidFill>
            <a:prstDash val="solid"/>
          </a:ln>
        </p:spPr>
      </p:sp>
      <p:sp>
        <p:nvSpPr>
          <p:cNvPr id="312" name="lumia-token-stream-curve">
            <a:extLst>
              <a:ext uri="{FF2B5EF4-FFF2-40B4-BE49-F238E27FC236}">
                <a16:creationId xmlns:a16="http://schemas.microsoft.com/office/drawing/2014/main" id="{711494FB-C0C1-4D56-865C-3FE001A1D67C}"/>
              </a:ext>
            </a:extLst>
          </p:cNvPr>
          <p:cNvSpPr>
            <a:spLocks noGrp="1"/>
          </p:cNvSpPr>
          <p:nvPr/>
        </p:nvSpPr>
        <p:spPr>
          <a:xfrm>
            <a:off x="8541057" y="4366008"/>
            <a:ext cx="290718" cy="113641"/>
          </a:xfrm>
          <a:custGeom>
            <a:avLst/>
            <a:gdLst/>
            <a:ahLst/>
            <a:cxnLst/>
            <a:rect l="0" t="0" r="0" b="0"/>
            <a:pathLst>
              <a:path w="290718" h="113641">
                <a:moveTo>
                  <a:pt x="0" y="113641"/>
                </a:moveTo>
                <a:lnTo>
                  <a:pt x="290718" y="0"/>
                </a:lnTo>
              </a:path>
            </a:pathLst>
          </a:custGeom>
          <a:noFill/>
          <a:ln w="6723">
            <a:solidFill>
              <a:srgbClr val="F7BC07">
                <a:alpha val="17000"/>
              </a:srgbClr>
            </a:solidFill>
            <a:prstDash val="solid"/>
          </a:ln>
        </p:spPr>
      </p:sp>
      <p:sp>
        <p:nvSpPr>
          <p:cNvPr id="313" name="lumia-token-stream-curve">
            <a:extLst>
              <a:ext uri="{FF2B5EF4-FFF2-40B4-BE49-F238E27FC236}">
                <a16:creationId xmlns:a16="http://schemas.microsoft.com/office/drawing/2014/main" id="{C5C0972D-B82A-4707-9888-866A71C406EF}"/>
              </a:ext>
            </a:extLst>
          </p:cNvPr>
          <p:cNvSpPr>
            <a:spLocks noGrp="1"/>
          </p:cNvSpPr>
          <p:nvPr/>
        </p:nvSpPr>
        <p:spPr>
          <a:xfrm>
            <a:off x="8831775" y="4258226"/>
            <a:ext cx="293192" cy="107783"/>
          </a:xfrm>
          <a:custGeom>
            <a:avLst/>
            <a:gdLst/>
            <a:ahLst/>
            <a:cxnLst/>
            <a:rect l="0" t="0" r="0" b="0"/>
            <a:pathLst>
              <a:path w="293192" h="107783">
                <a:moveTo>
                  <a:pt x="0" y="107783"/>
                </a:moveTo>
                <a:lnTo>
                  <a:pt x="293192" y="0"/>
                </a:lnTo>
              </a:path>
            </a:pathLst>
          </a:custGeom>
          <a:noFill/>
          <a:ln w="6858">
            <a:solidFill>
              <a:srgbClr val="E5BA0E">
                <a:alpha val="17000"/>
              </a:srgbClr>
            </a:solidFill>
            <a:prstDash val="solid"/>
          </a:ln>
        </p:spPr>
      </p:sp>
      <p:sp>
        <p:nvSpPr>
          <p:cNvPr id="314" name="lumia-token-stream-curve">
            <a:extLst>
              <a:ext uri="{FF2B5EF4-FFF2-40B4-BE49-F238E27FC236}">
                <a16:creationId xmlns:a16="http://schemas.microsoft.com/office/drawing/2014/main" id="{7BF4F54D-78D4-4A22-B9D0-FB7C33370D26}"/>
              </a:ext>
            </a:extLst>
          </p:cNvPr>
          <p:cNvSpPr>
            <a:spLocks noGrp="1"/>
          </p:cNvSpPr>
          <p:nvPr/>
        </p:nvSpPr>
        <p:spPr>
          <a:xfrm>
            <a:off x="9124968" y="4156355"/>
            <a:ext cx="295662" cy="101870"/>
          </a:xfrm>
          <a:custGeom>
            <a:avLst/>
            <a:gdLst/>
            <a:ahLst/>
            <a:cxnLst/>
            <a:rect l="0" t="0" r="0" b="0"/>
            <a:pathLst>
              <a:path w="295662" h="101870">
                <a:moveTo>
                  <a:pt x="0" y="101870"/>
                </a:moveTo>
                <a:lnTo>
                  <a:pt x="295662" y="0"/>
                </a:lnTo>
              </a:path>
            </a:pathLst>
          </a:custGeom>
          <a:noFill/>
          <a:ln w="6987">
            <a:solidFill>
              <a:srgbClr val="D3B815">
                <a:alpha val="18000"/>
              </a:srgbClr>
            </a:solidFill>
            <a:prstDash val="solid"/>
          </a:ln>
        </p:spPr>
      </p:sp>
      <p:sp>
        <p:nvSpPr>
          <p:cNvPr id="315" name="lumia-token-stream-curve">
            <a:extLst>
              <a:ext uri="{FF2B5EF4-FFF2-40B4-BE49-F238E27FC236}">
                <a16:creationId xmlns:a16="http://schemas.microsoft.com/office/drawing/2014/main" id="{EBEA4ADD-2BDD-45A2-8C92-DC02388C0A56}"/>
              </a:ext>
            </a:extLst>
          </p:cNvPr>
          <p:cNvSpPr>
            <a:spLocks noGrp="1"/>
          </p:cNvSpPr>
          <p:nvPr/>
        </p:nvSpPr>
        <p:spPr>
          <a:xfrm>
            <a:off x="9420630" y="4058928"/>
            <a:ext cx="298128" cy="97427"/>
          </a:xfrm>
          <a:custGeom>
            <a:avLst/>
            <a:gdLst/>
            <a:ahLst/>
            <a:cxnLst/>
            <a:rect l="0" t="0" r="0" b="0"/>
            <a:pathLst>
              <a:path w="298128" h="97427">
                <a:moveTo>
                  <a:pt x="0" y="97427"/>
                </a:moveTo>
                <a:lnTo>
                  <a:pt x="298128" y="0"/>
                </a:lnTo>
              </a:path>
            </a:pathLst>
          </a:custGeom>
          <a:noFill/>
          <a:ln w="7108">
            <a:solidFill>
              <a:srgbClr val="C2B61C">
                <a:alpha val="18000"/>
              </a:srgbClr>
            </a:solidFill>
            <a:prstDash val="solid"/>
          </a:ln>
        </p:spPr>
      </p:sp>
      <p:sp>
        <p:nvSpPr>
          <p:cNvPr id="316" name="lumia-token-stream-curve">
            <a:extLst>
              <a:ext uri="{FF2B5EF4-FFF2-40B4-BE49-F238E27FC236}">
                <a16:creationId xmlns:a16="http://schemas.microsoft.com/office/drawing/2014/main" id="{E81C0F9C-3DA4-40DD-AC28-6721907BC9CC}"/>
              </a:ext>
            </a:extLst>
          </p:cNvPr>
          <p:cNvSpPr>
            <a:spLocks noGrp="1"/>
          </p:cNvSpPr>
          <p:nvPr/>
        </p:nvSpPr>
        <p:spPr>
          <a:xfrm>
            <a:off x="9718758" y="3963061"/>
            <a:ext cx="300589" cy="95868"/>
          </a:xfrm>
          <a:custGeom>
            <a:avLst/>
            <a:gdLst/>
            <a:ahLst/>
            <a:cxnLst/>
            <a:rect l="0" t="0" r="0" b="0"/>
            <a:pathLst>
              <a:path w="300589" h="95868">
                <a:moveTo>
                  <a:pt x="0" y="95868"/>
                </a:moveTo>
                <a:lnTo>
                  <a:pt x="300589" y="0"/>
                </a:lnTo>
              </a:path>
            </a:pathLst>
          </a:custGeom>
          <a:noFill/>
          <a:ln w="7220">
            <a:solidFill>
              <a:srgbClr val="B0B422">
                <a:alpha val="18000"/>
              </a:srgbClr>
            </a:solidFill>
            <a:prstDash val="solid"/>
          </a:ln>
        </p:spPr>
      </p:sp>
      <p:sp>
        <p:nvSpPr>
          <p:cNvPr id="317" name="lumia-token-stream-curve">
            <a:extLst>
              <a:ext uri="{FF2B5EF4-FFF2-40B4-BE49-F238E27FC236}">
                <a16:creationId xmlns:a16="http://schemas.microsoft.com/office/drawing/2014/main" id="{391C3088-14F2-404F-ABAF-4BDBFC473ED5}"/>
              </a:ext>
            </a:extLst>
          </p:cNvPr>
          <p:cNvSpPr>
            <a:spLocks noGrp="1"/>
          </p:cNvSpPr>
          <p:nvPr/>
        </p:nvSpPr>
        <p:spPr>
          <a:xfrm>
            <a:off x="10019347" y="3864779"/>
            <a:ext cx="303045" cy="98281"/>
          </a:xfrm>
          <a:custGeom>
            <a:avLst/>
            <a:gdLst/>
            <a:ahLst/>
            <a:cxnLst/>
            <a:rect l="0" t="0" r="0" b="0"/>
            <a:pathLst>
              <a:path w="303045" h="98281">
                <a:moveTo>
                  <a:pt x="0" y="98281"/>
                </a:moveTo>
                <a:lnTo>
                  <a:pt x="303045" y="0"/>
                </a:lnTo>
              </a:path>
            </a:pathLst>
          </a:custGeom>
          <a:noFill/>
          <a:ln w="7321">
            <a:solidFill>
              <a:srgbClr val="9EB329">
                <a:alpha val="18000"/>
              </a:srgbClr>
            </a:solidFill>
            <a:prstDash val="solid"/>
          </a:ln>
        </p:spPr>
      </p:sp>
      <p:sp>
        <p:nvSpPr>
          <p:cNvPr id="318" name="lumia-token-stream-curve">
            <a:extLst>
              <a:ext uri="{FF2B5EF4-FFF2-40B4-BE49-F238E27FC236}">
                <a16:creationId xmlns:a16="http://schemas.microsoft.com/office/drawing/2014/main" id="{3DBADDBC-160E-4198-AFCA-B69A9A03158F}"/>
              </a:ext>
            </a:extLst>
          </p:cNvPr>
          <p:cNvSpPr>
            <a:spLocks noGrp="1"/>
          </p:cNvSpPr>
          <p:nvPr/>
        </p:nvSpPr>
        <p:spPr>
          <a:xfrm>
            <a:off x="10322392" y="3759534"/>
            <a:ext cx="305497" cy="105246"/>
          </a:xfrm>
          <a:custGeom>
            <a:avLst/>
            <a:gdLst/>
            <a:ahLst/>
            <a:cxnLst/>
            <a:rect l="0" t="0" r="0" b="0"/>
            <a:pathLst>
              <a:path w="305497" h="105246">
                <a:moveTo>
                  <a:pt x="0" y="105246"/>
                </a:moveTo>
                <a:lnTo>
                  <a:pt x="305497" y="0"/>
                </a:lnTo>
              </a:path>
            </a:pathLst>
          </a:custGeom>
          <a:noFill/>
          <a:ln w="7411">
            <a:solidFill>
              <a:srgbClr val="8CB130">
                <a:alpha val="19000"/>
              </a:srgbClr>
            </a:solidFill>
            <a:prstDash val="solid"/>
          </a:ln>
        </p:spPr>
      </p:sp>
      <p:sp>
        <p:nvSpPr>
          <p:cNvPr id="319" name="lumia-token-stream-curve">
            <a:extLst>
              <a:ext uri="{FF2B5EF4-FFF2-40B4-BE49-F238E27FC236}">
                <a16:creationId xmlns:a16="http://schemas.microsoft.com/office/drawing/2014/main" id="{BFD2ACA2-4C94-4DA3-9AFE-627719B1F0B0}"/>
              </a:ext>
            </a:extLst>
          </p:cNvPr>
          <p:cNvSpPr>
            <a:spLocks noGrp="1"/>
          </p:cNvSpPr>
          <p:nvPr/>
        </p:nvSpPr>
        <p:spPr>
          <a:xfrm>
            <a:off x="10627889" y="3642832"/>
            <a:ext cx="307945" cy="116702"/>
          </a:xfrm>
          <a:custGeom>
            <a:avLst/>
            <a:gdLst/>
            <a:ahLst/>
            <a:cxnLst/>
            <a:rect l="0" t="0" r="0" b="0"/>
            <a:pathLst>
              <a:path w="307945" h="116702">
                <a:moveTo>
                  <a:pt x="0" y="116702"/>
                </a:moveTo>
                <a:lnTo>
                  <a:pt x="307945" y="0"/>
                </a:lnTo>
              </a:path>
            </a:pathLst>
          </a:custGeom>
          <a:noFill/>
          <a:ln w="7487">
            <a:solidFill>
              <a:srgbClr val="7BAF37">
                <a:alpha val="19000"/>
              </a:srgbClr>
            </a:solidFill>
            <a:prstDash val="solid"/>
          </a:ln>
        </p:spPr>
      </p:sp>
      <p:sp>
        <p:nvSpPr>
          <p:cNvPr id="320" name="lumia-token-stream-curve">
            <a:extLst>
              <a:ext uri="{FF2B5EF4-FFF2-40B4-BE49-F238E27FC236}">
                <a16:creationId xmlns:a16="http://schemas.microsoft.com/office/drawing/2014/main" id="{43A5164F-381D-4F04-9702-1C5598378AC6}"/>
              </a:ext>
            </a:extLst>
          </p:cNvPr>
          <p:cNvSpPr>
            <a:spLocks noGrp="1"/>
          </p:cNvSpPr>
          <p:nvPr/>
        </p:nvSpPr>
        <p:spPr>
          <a:xfrm>
            <a:off x="10935834" y="3510916"/>
            <a:ext cx="310388" cy="131916"/>
          </a:xfrm>
          <a:custGeom>
            <a:avLst/>
            <a:gdLst/>
            <a:ahLst/>
            <a:cxnLst/>
            <a:rect l="0" t="0" r="0" b="0"/>
            <a:pathLst>
              <a:path w="310388" h="131916">
                <a:moveTo>
                  <a:pt x="0" y="131916"/>
                </a:moveTo>
                <a:lnTo>
                  <a:pt x="310388" y="0"/>
                </a:lnTo>
              </a:path>
            </a:pathLst>
          </a:custGeom>
          <a:noFill/>
          <a:ln w="7549">
            <a:solidFill>
              <a:srgbClr val="69AD3E">
                <a:alpha val="19000"/>
              </a:srgbClr>
            </a:solidFill>
            <a:prstDash val="solid"/>
          </a:ln>
        </p:spPr>
      </p:sp>
      <p:sp>
        <p:nvSpPr>
          <p:cNvPr id="321" name="lumia-token-stream-curve">
            <a:extLst>
              <a:ext uri="{FF2B5EF4-FFF2-40B4-BE49-F238E27FC236}">
                <a16:creationId xmlns:a16="http://schemas.microsoft.com/office/drawing/2014/main" id="{9ED56F6F-B6B3-45A5-8357-CC53527624E6}"/>
              </a:ext>
            </a:extLst>
          </p:cNvPr>
          <p:cNvSpPr>
            <a:spLocks noGrp="1"/>
          </p:cNvSpPr>
          <p:nvPr/>
        </p:nvSpPr>
        <p:spPr>
          <a:xfrm>
            <a:off x="11246222" y="3361370"/>
            <a:ext cx="312827" cy="149545"/>
          </a:xfrm>
          <a:custGeom>
            <a:avLst/>
            <a:gdLst/>
            <a:ahLst/>
            <a:cxnLst/>
            <a:rect l="0" t="0" r="0" b="0"/>
            <a:pathLst>
              <a:path w="312827" h="149545">
                <a:moveTo>
                  <a:pt x="0" y="149545"/>
                </a:moveTo>
                <a:lnTo>
                  <a:pt x="312827" y="0"/>
                </a:lnTo>
              </a:path>
            </a:pathLst>
          </a:custGeom>
          <a:noFill/>
          <a:ln w="7595">
            <a:solidFill>
              <a:srgbClr val="57AC45">
                <a:alpha val="19000"/>
              </a:srgbClr>
            </a:solidFill>
            <a:prstDash val="solid"/>
          </a:ln>
        </p:spPr>
      </p:sp>
      <p:sp>
        <p:nvSpPr>
          <p:cNvPr id="322" name="lumia-token-stream-curve">
            <a:extLst>
              <a:ext uri="{FF2B5EF4-FFF2-40B4-BE49-F238E27FC236}">
                <a16:creationId xmlns:a16="http://schemas.microsoft.com/office/drawing/2014/main" id="{06BBC1D9-E50F-4099-A51C-7BA90A5A23DB}"/>
              </a:ext>
            </a:extLst>
          </p:cNvPr>
          <p:cNvSpPr>
            <a:spLocks noGrp="1"/>
          </p:cNvSpPr>
          <p:nvPr/>
        </p:nvSpPr>
        <p:spPr>
          <a:xfrm>
            <a:off x="11559048" y="3193564"/>
            <a:ext cx="315261" cy="167807"/>
          </a:xfrm>
          <a:custGeom>
            <a:avLst/>
            <a:gdLst/>
            <a:ahLst/>
            <a:cxnLst/>
            <a:rect l="0" t="0" r="0" b="0"/>
            <a:pathLst>
              <a:path w="315261" h="167807">
                <a:moveTo>
                  <a:pt x="0" y="167807"/>
                </a:moveTo>
                <a:lnTo>
                  <a:pt x="315261" y="0"/>
                </a:lnTo>
              </a:path>
            </a:pathLst>
          </a:custGeom>
          <a:noFill/>
          <a:ln w="7623">
            <a:solidFill>
              <a:srgbClr val="46AA4C">
                <a:alpha val="19000"/>
              </a:srgbClr>
            </a:solidFill>
            <a:prstDash val="solid"/>
          </a:ln>
        </p:spPr>
      </p:sp>
      <p:sp>
        <p:nvSpPr>
          <p:cNvPr id="323" name="lumia-token-stream-curve">
            <a:extLst>
              <a:ext uri="{FF2B5EF4-FFF2-40B4-BE49-F238E27FC236}">
                <a16:creationId xmlns:a16="http://schemas.microsoft.com/office/drawing/2014/main" id="{3D79C8B5-084F-4F7A-AF65-1EFD82684540}"/>
              </a:ext>
            </a:extLst>
          </p:cNvPr>
          <p:cNvSpPr>
            <a:spLocks noGrp="1"/>
          </p:cNvSpPr>
          <p:nvPr/>
        </p:nvSpPr>
        <p:spPr>
          <a:xfrm>
            <a:off x="11874309" y="3008832"/>
            <a:ext cx="317691" cy="184732"/>
          </a:xfrm>
          <a:custGeom>
            <a:avLst/>
            <a:gdLst/>
            <a:ahLst/>
            <a:cxnLst/>
            <a:rect l="0" t="0" r="0" b="0"/>
            <a:pathLst>
              <a:path w="317691" h="184732">
                <a:moveTo>
                  <a:pt x="0" y="184732"/>
                </a:moveTo>
                <a:lnTo>
                  <a:pt x="317691" y="0"/>
                </a:lnTo>
              </a:path>
            </a:pathLst>
          </a:custGeom>
          <a:noFill/>
          <a:ln w="7633">
            <a:solidFill>
              <a:srgbClr val="34A853">
                <a:alpha val="19000"/>
              </a:srgbClr>
            </a:solidFill>
            <a:prstDash val="solid"/>
          </a:ln>
        </p:spPr>
      </p:sp>
      <p:sp>
        <p:nvSpPr>
          <p:cNvPr id="324" name="lumia-token-stream-curve">
            <a:extLst>
              <a:ext uri="{FF2B5EF4-FFF2-40B4-BE49-F238E27FC236}">
                <a16:creationId xmlns:a16="http://schemas.microsoft.com/office/drawing/2014/main" id="{F79555D1-940D-4529-B6E1-E99A40B99E1F}"/>
              </a:ext>
            </a:extLst>
          </p:cNvPr>
          <p:cNvSpPr>
            <a:spLocks noGrp="1"/>
          </p:cNvSpPr>
          <p:nvPr/>
        </p:nvSpPr>
        <p:spPr>
          <a:xfrm>
            <a:off x="34968" y="5983096"/>
            <a:ext cx="209646" cy="15926"/>
          </a:xfrm>
          <a:custGeom>
            <a:avLst/>
            <a:gdLst/>
            <a:ahLst/>
            <a:cxnLst/>
            <a:rect l="0" t="0" r="0" b="0"/>
            <a:pathLst>
              <a:path w="209646" h="15926">
                <a:moveTo>
                  <a:pt x="0" y="0"/>
                </a:moveTo>
                <a:lnTo>
                  <a:pt x="209646" y="15926"/>
                </a:lnTo>
              </a:path>
            </a:pathLst>
          </a:custGeom>
          <a:noFill/>
          <a:ln w="4994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325" name="lumia-token-stream-curve">
            <a:extLst>
              <a:ext uri="{FF2B5EF4-FFF2-40B4-BE49-F238E27FC236}">
                <a16:creationId xmlns:a16="http://schemas.microsoft.com/office/drawing/2014/main" id="{DF2F9095-BB47-43E1-8C8B-EC6951AA5839}"/>
              </a:ext>
            </a:extLst>
          </p:cNvPr>
          <p:cNvSpPr>
            <a:spLocks noGrp="1"/>
          </p:cNvSpPr>
          <p:nvPr/>
        </p:nvSpPr>
        <p:spPr>
          <a:xfrm>
            <a:off x="244613" y="5999021"/>
            <a:ext cx="212196" cy="9714"/>
          </a:xfrm>
          <a:custGeom>
            <a:avLst/>
            <a:gdLst/>
            <a:ahLst/>
            <a:cxnLst/>
            <a:rect l="0" t="0" r="0" b="0"/>
            <a:pathLst>
              <a:path w="212196" h="9714">
                <a:moveTo>
                  <a:pt x="0" y="0"/>
                </a:moveTo>
                <a:lnTo>
                  <a:pt x="212196" y="9714"/>
                </a:lnTo>
              </a:path>
            </a:pathLst>
          </a:custGeom>
          <a:noFill/>
          <a:ln w="4994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326" name="lumia-token-stream-curve">
            <a:extLst>
              <a:ext uri="{FF2B5EF4-FFF2-40B4-BE49-F238E27FC236}">
                <a16:creationId xmlns:a16="http://schemas.microsoft.com/office/drawing/2014/main" id="{71B8B0C0-9D4E-4DBB-8D0C-0DA8A648B10A}"/>
              </a:ext>
            </a:extLst>
          </p:cNvPr>
          <p:cNvSpPr>
            <a:spLocks noGrp="1"/>
          </p:cNvSpPr>
          <p:nvPr/>
        </p:nvSpPr>
        <p:spPr>
          <a:xfrm>
            <a:off x="456809" y="6008735"/>
            <a:ext cx="214738" cy="9525"/>
          </a:xfrm>
          <a:custGeom>
            <a:avLst/>
            <a:gdLst/>
            <a:ahLst/>
            <a:cxnLst/>
            <a:rect l="0" t="0" r="0" b="0"/>
            <a:pathLst>
              <a:path w="214738" h="9525">
                <a:moveTo>
                  <a:pt x="0" y="0"/>
                </a:moveTo>
                <a:lnTo>
                  <a:pt x="214738" y="2545"/>
                </a:lnTo>
              </a:path>
            </a:pathLst>
          </a:custGeom>
          <a:noFill/>
          <a:ln w="4994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327" name="lumia-token-stream-curve">
            <a:extLst>
              <a:ext uri="{FF2B5EF4-FFF2-40B4-BE49-F238E27FC236}">
                <a16:creationId xmlns:a16="http://schemas.microsoft.com/office/drawing/2014/main" id="{7009770C-FAED-4365-B9AC-EF2B82601294}"/>
              </a:ext>
            </a:extLst>
          </p:cNvPr>
          <p:cNvSpPr>
            <a:spLocks noGrp="1"/>
          </p:cNvSpPr>
          <p:nvPr/>
        </p:nvSpPr>
        <p:spPr>
          <a:xfrm>
            <a:off x="671547" y="6006093"/>
            <a:ext cx="217272" cy="9525"/>
          </a:xfrm>
          <a:custGeom>
            <a:avLst/>
            <a:gdLst/>
            <a:ahLst/>
            <a:cxnLst/>
            <a:rect l="0" t="0" r="0" b="0"/>
            <a:pathLst>
              <a:path w="217272" h="9525">
                <a:moveTo>
                  <a:pt x="0" y="5188"/>
                </a:moveTo>
                <a:lnTo>
                  <a:pt x="217272" y="0"/>
                </a:lnTo>
              </a:path>
            </a:pathLst>
          </a:custGeom>
          <a:noFill/>
          <a:ln w="4994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328" name="lumia-token-stream-curve">
            <a:extLst>
              <a:ext uri="{FF2B5EF4-FFF2-40B4-BE49-F238E27FC236}">
                <a16:creationId xmlns:a16="http://schemas.microsoft.com/office/drawing/2014/main" id="{D120CB79-F15E-4A3C-8086-65805AA26A48}"/>
              </a:ext>
            </a:extLst>
          </p:cNvPr>
          <p:cNvSpPr>
            <a:spLocks noGrp="1"/>
          </p:cNvSpPr>
          <p:nvPr/>
        </p:nvSpPr>
        <p:spPr>
          <a:xfrm>
            <a:off x="888819" y="5993074"/>
            <a:ext cx="219797" cy="13019"/>
          </a:xfrm>
          <a:custGeom>
            <a:avLst/>
            <a:gdLst/>
            <a:ahLst/>
            <a:cxnLst/>
            <a:rect l="0" t="0" r="0" b="0"/>
            <a:pathLst>
              <a:path w="219797" h="13019">
                <a:moveTo>
                  <a:pt x="0" y="13019"/>
                </a:moveTo>
                <a:lnTo>
                  <a:pt x="219797" y="0"/>
                </a:lnTo>
              </a:path>
            </a:pathLst>
          </a:custGeom>
          <a:noFill/>
          <a:ln w="4994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329" name="lumia-token-stream-curve">
            <a:extLst>
              <a:ext uri="{FF2B5EF4-FFF2-40B4-BE49-F238E27FC236}">
                <a16:creationId xmlns:a16="http://schemas.microsoft.com/office/drawing/2014/main" id="{008055C6-4844-4BF3-BFFC-0E2D672B1603}"/>
              </a:ext>
            </a:extLst>
          </p:cNvPr>
          <p:cNvSpPr>
            <a:spLocks noGrp="1"/>
          </p:cNvSpPr>
          <p:nvPr/>
        </p:nvSpPr>
        <p:spPr>
          <a:xfrm>
            <a:off x="1108616" y="5972627"/>
            <a:ext cx="222314" cy="20447"/>
          </a:xfrm>
          <a:custGeom>
            <a:avLst/>
            <a:gdLst/>
            <a:ahLst/>
            <a:cxnLst/>
            <a:rect l="0" t="0" r="0" b="0"/>
            <a:pathLst>
              <a:path w="222314" h="20447">
                <a:moveTo>
                  <a:pt x="0" y="20447"/>
                </a:moveTo>
                <a:lnTo>
                  <a:pt x="222314" y="0"/>
                </a:lnTo>
              </a:path>
            </a:pathLst>
          </a:custGeom>
          <a:noFill/>
          <a:ln w="4994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330" name="lumia-token-stream-curve">
            <a:extLst>
              <a:ext uri="{FF2B5EF4-FFF2-40B4-BE49-F238E27FC236}">
                <a16:creationId xmlns:a16="http://schemas.microsoft.com/office/drawing/2014/main" id="{962233DF-4922-4D1C-BC11-A597CB739C3C}"/>
              </a:ext>
            </a:extLst>
          </p:cNvPr>
          <p:cNvSpPr>
            <a:spLocks noGrp="1"/>
          </p:cNvSpPr>
          <p:nvPr/>
        </p:nvSpPr>
        <p:spPr>
          <a:xfrm>
            <a:off x="1330930" y="5945657"/>
            <a:ext cx="224823" cy="26970"/>
          </a:xfrm>
          <a:custGeom>
            <a:avLst/>
            <a:gdLst/>
            <a:ahLst/>
            <a:cxnLst/>
            <a:rect l="0" t="0" r="0" b="0"/>
            <a:pathLst>
              <a:path w="224823" h="26970">
                <a:moveTo>
                  <a:pt x="0" y="26970"/>
                </a:moveTo>
                <a:lnTo>
                  <a:pt x="224823" y="0"/>
                </a:lnTo>
              </a:path>
            </a:pathLst>
          </a:custGeom>
          <a:noFill/>
          <a:ln w="4994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331" name="lumia-token-stream-curve">
            <a:extLst>
              <a:ext uri="{FF2B5EF4-FFF2-40B4-BE49-F238E27FC236}">
                <a16:creationId xmlns:a16="http://schemas.microsoft.com/office/drawing/2014/main" id="{059B7034-BBA7-459E-BBC6-0AFDDF3E6B21}"/>
              </a:ext>
            </a:extLst>
          </p:cNvPr>
          <p:cNvSpPr>
            <a:spLocks noGrp="1"/>
          </p:cNvSpPr>
          <p:nvPr/>
        </p:nvSpPr>
        <p:spPr>
          <a:xfrm>
            <a:off x="1555753" y="5913522"/>
            <a:ext cx="227323" cy="32135"/>
          </a:xfrm>
          <a:custGeom>
            <a:avLst/>
            <a:gdLst/>
            <a:ahLst/>
            <a:cxnLst/>
            <a:rect l="0" t="0" r="0" b="0"/>
            <a:pathLst>
              <a:path w="227323" h="32135">
                <a:moveTo>
                  <a:pt x="0" y="32135"/>
                </a:moveTo>
                <a:lnTo>
                  <a:pt x="227323" y="0"/>
                </a:lnTo>
              </a:path>
            </a:pathLst>
          </a:custGeom>
          <a:noFill/>
          <a:ln w="4994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332" name="lumia-token-stream-curve">
            <a:extLst>
              <a:ext uri="{FF2B5EF4-FFF2-40B4-BE49-F238E27FC236}">
                <a16:creationId xmlns:a16="http://schemas.microsoft.com/office/drawing/2014/main" id="{3ABF7432-047C-4854-AC82-0C0F1F9C658C}"/>
              </a:ext>
            </a:extLst>
          </p:cNvPr>
          <p:cNvSpPr>
            <a:spLocks noGrp="1"/>
          </p:cNvSpPr>
          <p:nvPr/>
        </p:nvSpPr>
        <p:spPr>
          <a:xfrm>
            <a:off x="1783076" y="5877945"/>
            <a:ext cx="229815" cy="35576"/>
          </a:xfrm>
          <a:custGeom>
            <a:avLst/>
            <a:gdLst/>
            <a:ahLst/>
            <a:cxnLst/>
            <a:rect l="0" t="0" r="0" b="0"/>
            <a:pathLst>
              <a:path w="229815" h="35576">
                <a:moveTo>
                  <a:pt x="0" y="35576"/>
                </a:moveTo>
                <a:lnTo>
                  <a:pt x="229815" y="0"/>
                </a:lnTo>
              </a:path>
            </a:pathLst>
          </a:custGeom>
          <a:noFill/>
          <a:ln w="4994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333" name="lumia-token-stream-curve">
            <a:extLst>
              <a:ext uri="{FF2B5EF4-FFF2-40B4-BE49-F238E27FC236}">
                <a16:creationId xmlns:a16="http://schemas.microsoft.com/office/drawing/2014/main" id="{2825240F-2C9D-4A84-B06C-549D4557ED7E}"/>
              </a:ext>
            </a:extLst>
          </p:cNvPr>
          <p:cNvSpPr>
            <a:spLocks noGrp="1"/>
          </p:cNvSpPr>
          <p:nvPr/>
        </p:nvSpPr>
        <p:spPr>
          <a:xfrm>
            <a:off x="2012892" y="5840882"/>
            <a:ext cx="232299" cy="37063"/>
          </a:xfrm>
          <a:custGeom>
            <a:avLst/>
            <a:gdLst/>
            <a:ahLst/>
            <a:cxnLst/>
            <a:rect l="0" t="0" r="0" b="0"/>
            <a:pathLst>
              <a:path w="232299" h="37063">
                <a:moveTo>
                  <a:pt x="0" y="37063"/>
                </a:moveTo>
                <a:lnTo>
                  <a:pt x="232299" y="0"/>
                </a:lnTo>
              </a:path>
            </a:pathLst>
          </a:custGeom>
          <a:noFill/>
          <a:ln w="4994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334" name="lumia-token-stream-curve">
            <a:extLst>
              <a:ext uri="{FF2B5EF4-FFF2-40B4-BE49-F238E27FC236}">
                <a16:creationId xmlns:a16="http://schemas.microsoft.com/office/drawing/2014/main" id="{077D702D-4DE8-4644-B336-C4EFFD823252}"/>
              </a:ext>
            </a:extLst>
          </p:cNvPr>
          <p:cNvSpPr>
            <a:spLocks noGrp="1"/>
          </p:cNvSpPr>
          <p:nvPr/>
        </p:nvSpPr>
        <p:spPr>
          <a:xfrm>
            <a:off x="2245191" y="5804351"/>
            <a:ext cx="234775" cy="36531"/>
          </a:xfrm>
          <a:custGeom>
            <a:avLst/>
            <a:gdLst/>
            <a:ahLst/>
            <a:cxnLst/>
            <a:rect l="0" t="0" r="0" b="0"/>
            <a:pathLst>
              <a:path w="234775" h="36531">
                <a:moveTo>
                  <a:pt x="0" y="36531"/>
                </a:moveTo>
                <a:lnTo>
                  <a:pt x="234775" y="0"/>
                </a:lnTo>
              </a:path>
            </a:pathLst>
          </a:custGeom>
          <a:noFill/>
          <a:ln w="4994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335" name="lumia-token-stream-curve">
            <a:extLst>
              <a:ext uri="{FF2B5EF4-FFF2-40B4-BE49-F238E27FC236}">
                <a16:creationId xmlns:a16="http://schemas.microsoft.com/office/drawing/2014/main" id="{9CFB534A-8447-4F2E-A089-7849DD6373F6}"/>
              </a:ext>
            </a:extLst>
          </p:cNvPr>
          <p:cNvSpPr>
            <a:spLocks noGrp="1"/>
          </p:cNvSpPr>
          <p:nvPr/>
        </p:nvSpPr>
        <p:spPr>
          <a:xfrm>
            <a:off x="2479966" y="5770244"/>
            <a:ext cx="237242" cy="34107"/>
          </a:xfrm>
          <a:custGeom>
            <a:avLst/>
            <a:gdLst/>
            <a:ahLst/>
            <a:cxnLst/>
            <a:rect l="0" t="0" r="0" b="0"/>
            <a:pathLst>
              <a:path w="237242" h="34107">
                <a:moveTo>
                  <a:pt x="0" y="34107"/>
                </a:moveTo>
                <a:lnTo>
                  <a:pt x="237242" y="0"/>
                </a:lnTo>
              </a:path>
            </a:pathLst>
          </a:custGeom>
          <a:noFill/>
          <a:ln w="4994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336" name="lumia-token-stream-curve">
            <a:extLst>
              <a:ext uri="{FF2B5EF4-FFF2-40B4-BE49-F238E27FC236}">
                <a16:creationId xmlns:a16="http://schemas.microsoft.com/office/drawing/2014/main" id="{E8A352E0-9CA7-4E32-8FE8-BDE8056A581F}"/>
              </a:ext>
            </a:extLst>
          </p:cNvPr>
          <p:cNvSpPr>
            <a:spLocks noGrp="1"/>
          </p:cNvSpPr>
          <p:nvPr/>
        </p:nvSpPr>
        <p:spPr>
          <a:xfrm>
            <a:off x="2717207" y="5740133"/>
            <a:ext cx="239701" cy="30111"/>
          </a:xfrm>
          <a:custGeom>
            <a:avLst/>
            <a:gdLst/>
            <a:ahLst/>
            <a:cxnLst/>
            <a:rect l="0" t="0" r="0" b="0"/>
            <a:pathLst>
              <a:path w="239701" h="30111">
                <a:moveTo>
                  <a:pt x="0" y="30111"/>
                </a:moveTo>
                <a:lnTo>
                  <a:pt x="239701" y="0"/>
                </a:lnTo>
              </a:path>
            </a:pathLst>
          </a:custGeom>
          <a:noFill/>
          <a:ln w="4994">
            <a:solidFill>
              <a:srgbClr val="623C8F">
                <a:alpha val="10000"/>
              </a:srgbClr>
            </a:solidFill>
            <a:prstDash val="solid"/>
          </a:ln>
        </p:spPr>
      </p:sp>
      <p:sp>
        <p:nvSpPr>
          <p:cNvPr id="337" name="lumia-token-stream-curve">
            <a:extLst>
              <a:ext uri="{FF2B5EF4-FFF2-40B4-BE49-F238E27FC236}">
                <a16:creationId xmlns:a16="http://schemas.microsoft.com/office/drawing/2014/main" id="{95EDECB2-4810-4073-A784-CAE977BE96CF}"/>
              </a:ext>
            </a:extLst>
          </p:cNvPr>
          <p:cNvSpPr>
            <a:spLocks noGrp="1"/>
          </p:cNvSpPr>
          <p:nvPr/>
        </p:nvSpPr>
        <p:spPr>
          <a:xfrm>
            <a:off x="2956908" y="5715083"/>
            <a:ext cx="242151" cy="25050"/>
          </a:xfrm>
          <a:custGeom>
            <a:avLst/>
            <a:gdLst/>
            <a:ahLst/>
            <a:cxnLst/>
            <a:rect l="0" t="0" r="0" b="0"/>
            <a:pathLst>
              <a:path w="242151" h="25050">
                <a:moveTo>
                  <a:pt x="0" y="25050"/>
                </a:moveTo>
                <a:lnTo>
                  <a:pt x="242151" y="0"/>
                </a:lnTo>
              </a:path>
            </a:pathLst>
          </a:custGeom>
          <a:noFill/>
          <a:ln w="4994">
            <a:solidFill>
              <a:srgbClr val="6F3C86">
                <a:alpha val="10000"/>
              </a:srgbClr>
            </a:solidFill>
            <a:prstDash val="solid"/>
          </a:ln>
        </p:spPr>
      </p:sp>
      <p:sp>
        <p:nvSpPr>
          <p:cNvPr id="338" name="lumia-token-stream-curve">
            <a:extLst>
              <a:ext uri="{FF2B5EF4-FFF2-40B4-BE49-F238E27FC236}">
                <a16:creationId xmlns:a16="http://schemas.microsoft.com/office/drawing/2014/main" id="{24A65B94-4A46-4CAE-BBE1-14A6A48F05FC}"/>
              </a:ext>
            </a:extLst>
          </p:cNvPr>
          <p:cNvSpPr>
            <a:spLocks noGrp="1"/>
          </p:cNvSpPr>
          <p:nvPr/>
        </p:nvSpPr>
        <p:spPr>
          <a:xfrm>
            <a:off x="3199059" y="5695506"/>
            <a:ext cx="244593" cy="19578"/>
          </a:xfrm>
          <a:custGeom>
            <a:avLst/>
            <a:gdLst/>
            <a:ahLst/>
            <a:cxnLst/>
            <a:rect l="0" t="0" r="0" b="0"/>
            <a:pathLst>
              <a:path w="244593" h="19578">
                <a:moveTo>
                  <a:pt x="0" y="19578"/>
                </a:moveTo>
                <a:lnTo>
                  <a:pt x="244593" y="0"/>
                </a:lnTo>
              </a:path>
            </a:pathLst>
          </a:custGeom>
          <a:noFill/>
          <a:ln w="4994">
            <a:solidFill>
              <a:srgbClr val="7C3D7E">
                <a:alpha val="10000"/>
              </a:srgbClr>
            </a:solidFill>
            <a:prstDash val="solid"/>
          </a:ln>
        </p:spPr>
      </p:sp>
      <p:sp>
        <p:nvSpPr>
          <p:cNvPr id="339" name="lumia-token-stream-curve">
            <a:extLst>
              <a:ext uri="{FF2B5EF4-FFF2-40B4-BE49-F238E27FC236}">
                <a16:creationId xmlns:a16="http://schemas.microsoft.com/office/drawing/2014/main" id="{1C6A3118-198B-4B6B-B1DD-D1CC68885B04}"/>
              </a:ext>
            </a:extLst>
          </p:cNvPr>
          <p:cNvSpPr>
            <a:spLocks noGrp="1"/>
          </p:cNvSpPr>
          <p:nvPr/>
        </p:nvSpPr>
        <p:spPr>
          <a:xfrm>
            <a:off x="3443652" y="5681057"/>
            <a:ext cx="247027" cy="14448"/>
          </a:xfrm>
          <a:custGeom>
            <a:avLst/>
            <a:gdLst/>
            <a:ahLst/>
            <a:cxnLst/>
            <a:rect l="0" t="0" r="0" b="0"/>
            <a:pathLst>
              <a:path w="247027" h="14448">
                <a:moveTo>
                  <a:pt x="0" y="14448"/>
                </a:moveTo>
                <a:lnTo>
                  <a:pt x="247027" y="0"/>
                </a:lnTo>
              </a:path>
            </a:pathLst>
          </a:custGeom>
          <a:noFill/>
          <a:ln w="4994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340" name="lumia-token-stream-curve">
            <a:extLst>
              <a:ext uri="{FF2B5EF4-FFF2-40B4-BE49-F238E27FC236}">
                <a16:creationId xmlns:a16="http://schemas.microsoft.com/office/drawing/2014/main" id="{1C6320D7-90B8-41D2-8507-1CD481188B78}"/>
              </a:ext>
            </a:extLst>
          </p:cNvPr>
          <p:cNvSpPr>
            <a:spLocks noGrp="1"/>
          </p:cNvSpPr>
          <p:nvPr/>
        </p:nvSpPr>
        <p:spPr>
          <a:xfrm>
            <a:off x="3690679" y="5670614"/>
            <a:ext cx="249453" cy="10444"/>
          </a:xfrm>
          <a:custGeom>
            <a:avLst/>
            <a:gdLst/>
            <a:ahLst/>
            <a:cxnLst/>
            <a:rect l="0" t="0" r="0" b="0"/>
            <a:pathLst>
              <a:path w="249453" h="10444">
                <a:moveTo>
                  <a:pt x="0" y="10444"/>
                </a:moveTo>
                <a:lnTo>
                  <a:pt x="249453" y="0"/>
                </a:lnTo>
              </a:path>
            </a:pathLst>
          </a:custGeom>
          <a:noFill/>
          <a:ln w="4995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341" name="lumia-token-stream-curve">
            <a:extLst>
              <a:ext uri="{FF2B5EF4-FFF2-40B4-BE49-F238E27FC236}">
                <a16:creationId xmlns:a16="http://schemas.microsoft.com/office/drawing/2014/main" id="{6D60D969-CC11-465C-A8EF-C5A0C62BDFD4}"/>
              </a:ext>
            </a:extLst>
          </p:cNvPr>
          <p:cNvSpPr>
            <a:spLocks noGrp="1"/>
          </p:cNvSpPr>
          <p:nvPr/>
        </p:nvSpPr>
        <p:spPr>
          <a:xfrm>
            <a:off x="3940132" y="5662317"/>
            <a:ext cx="251870" cy="9525"/>
          </a:xfrm>
          <a:custGeom>
            <a:avLst/>
            <a:gdLst/>
            <a:ahLst/>
            <a:cxnLst/>
            <a:rect l="0" t="0" r="0" b="0"/>
            <a:pathLst>
              <a:path w="251870" h="9525">
                <a:moveTo>
                  <a:pt x="0" y="8297"/>
                </a:moveTo>
                <a:lnTo>
                  <a:pt x="251870" y="0"/>
                </a:lnTo>
              </a:path>
            </a:pathLst>
          </a:custGeom>
          <a:noFill/>
          <a:ln w="5010">
            <a:solidFill>
              <a:srgbClr val="A33F64">
                <a:alpha val="11000"/>
              </a:srgbClr>
            </a:solidFill>
            <a:prstDash val="solid"/>
          </a:ln>
        </p:spPr>
      </p:sp>
      <p:sp>
        <p:nvSpPr>
          <p:cNvPr id="342" name="lumia-token-stream-curve">
            <a:extLst>
              <a:ext uri="{FF2B5EF4-FFF2-40B4-BE49-F238E27FC236}">
                <a16:creationId xmlns:a16="http://schemas.microsoft.com/office/drawing/2014/main" id="{81AEA963-BA2A-4095-8AB4-42995521F808}"/>
              </a:ext>
            </a:extLst>
          </p:cNvPr>
          <p:cNvSpPr>
            <a:spLocks noGrp="1"/>
          </p:cNvSpPr>
          <p:nvPr/>
        </p:nvSpPr>
        <p:spPr>
          <a:xfrm>
            <a:off x="4192002" y="5653707"/>
            <a:ext cx="254279" cy="9525"/>
          </a:xfrm>
          <a:custGeom>
            <a:avLst/>
            <a:gdLst/>
            <a:ahLst/>
            <a:cxnLst/>
            <a:rect l="0" t="0" r="0" b="0"/>
            <a:pathLst>
              <a:path w="254279" h="9525">
                <a:moveTo>
                  <a:pt x="0" y="8610"/>
                </a:moveTo>
                <a:lnTo>
                  <a:pt x="254279" y="0"/>
                </a:lnTo>
              </a:path>
            </a:pathLst>
          </a:custGeom>
          <a:noFill/>
          <a:ln w="5045">
            <a:solidFill>
              <a:srgbClr val="B0405B">
                <a:alpha val="11000"/>
              </a:srgbClr>
            </a:solidFill>
            <a:prstDash val="solid"/>
          </a:ln>
        </p:spPr>
      </p:sp>
      <p:sp>
        <p:nvSpPr>
          <p:cNvPr id="343" name="lumia-token-stream-curve">
            <a:extLst>
              <a:ext uri="{FF2B5EF4-FFF2-40B4-BE49-F238E27FC236}">
                <a16:creationId xmlns:a16="http://schemas.microsoft.com/office/drawing/2014/main" id="{93D7D0EB-F621-4132-ACD4-4934998E188B}"/>
              </a:ext>
            </a:extLst>
          </p:cNvPr>
          <p:cNvSpPr>
            <a:spLocks noGrp="1"/>
          </p:cNvSpPr>
          <p:nvPr/>
        </p:nvSpPr>
        <p:spPr>
          <a:xfrm>
            <a:off x="4446281" y="5641933"/>
            <a:ext cx="256680" cy="11774"/>
          </a:xfrm>
          <a:custGeom>
            <a:avLst/>
            <a:gdLst/>
            <a:ahLst/>
            <a:cxnLst/>
            <a:rect l="0" t="0" r="0" b="0"/>
            <a:pathLst>
              <a:path w="256680" h="11774">
                <a:moveTo>
                  <a:pt x="0" y="11774"/>
                </a:moveTo>
                <a:lnTo>
                  <a:pt x="256680" y="0"/>
                </a:lnTo>
              </a:path>
            </a:pathLst>
          </a:custGeom>
          <a:noFill/>
          <a:ln w="5097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344" name="lumia-token-stream-curve">
            <a:extLst>
              <a:ext uri="{FF2B5EF4-FFF2-40B4-BE49-F238E27FC236}">
                <a16:creationId xmlns:a16="http://schemas.microsoft.com/office/drawing/2014/main" id="{70AE1BB6-59A0-469A-8CA3-70632D96DB1B}"/>
              </a:ext>
            </a:extLst>
          </p:cNvPr>
          <p:cNvSpPr>
            <a:spLocks noGrp="1"/>
          </p:cNvSpPr>
          <p:nvPr/>
        </p:nvSpPr>
        <p:spPr>
          <a:xfrm>
            <a:off x="4702961" y="5624020"/>
            <a:ext cx="259072" cy="17913"/>
          </a:xfrm>
          <a:custGeom>
            <a:avLst/>
            <a:gdLst/>
            <a:ahLst/>
            <a:cxnLst/>
            <a:rect l="0" t="0" r="0" b="0"/>
            <a:pathLst>
              <a:path w="259072" h="17913">
                <a:moveTo>
                  <a:pt x="0" y="17913"/>
                </a:moveTo>
                <a:lnTo>
                  <a:pt x="259072" y="0"/>
                </a:lnTo>
              </a:path>
            </a:pathLst>
          </a:custGeom>
          <a:noFill/>
          <a:ln w="5166">
            <a:solidFill>
              <a:srgbClr val="CA414A">
                <a:alpha val="12000"/>
              </a:srgbClr>
            </a:solidFill>
            <a:prstDash val="solid"/>
          </a:ln>
        </p:spPr>
      </p:sp>
      <p:sp>
        <p:nvSpPr>
          <p:cNvPr id="345" name="lumia-token-stream-curve">
            <a:extLst>
              <a:ext uri="{FF2B5EF4-FFF2-40B4-BE49-F238E27FC236}">
                <a16:creationId xmlns:a16="http://schemas.microsoft.com/office/drawing/2014/main" id="{814D3433-1E7B-4801-9BB2-372A8090F8D2}"/>
              </a:ext>
            </a:extLst>
          </p:cNvPr>
          <p:cNvSpPr>
            <a:spLocks noGrp="1"/>
          </p:cNvSpPr>
          <p:nvPr/>
        </p:nvSpPr>
        <p:spPr>
          <a:xfrm>
            <a:off x="4962032" y="5597177"/>
            <a:ext cx="261456" cy="26843"/>
          </a:xfrm>
          <a:custGeom>
            <a:avLst/>
            <a:gdLst/>
            <a:ahLst/>
            <a:cxnLst/>
            <a:rect l="0" t="0" r="0" b="0"/>
            <a:pathLst>
              <a:path w="261456" h="26843">
                <a:moveTo>
                  <a:pt x="0" y="26843"/>
                </a:moveTo>
                <a:lnTo>
                  <a:pt x="261456" y="0"/>
                </a:lnTo>
              </a:path>
            </a:pathLst>
          </a:custGeom>
          <a:noFill/>
          <a:ln w="5249">
            <a:solidFill>
              <a:srgbClr val="D74242">
                <a:alpha val="12000"/>
              </a:srgbClr>
            </a:solidFill>
            <a:prstDash val="solid"/>
          </a:ln>
        </p:spPr>
      </p:sp>
      <p:sp>
        <p:nvSpPr>
          <p:cNvPr id="346" name="lumia-token-stream-curve">
            <a:extLst>
              <a:ext uri="{FF2B5EF4-FFF2-40B4-BE49-F238E27FC236}">
                <a16:creationId xmlns:a16="http://schemas.microsoft.com/office/drawing/2014/main" id="{CDA273C1-45E7-4A2E-95E7-B79E7A294752}"/>
              </a:ext>
            </a:extLst>
          </p:cNvPr>
          <p:cNvSpPr>
            <a:spLocks noGrp="1"/>
          </p:cNvSpPr>
          <p:nvPr/>
        </p:nvSpPr>
        <p:spPr>
          <a:xfrm>
            <a:off x="5223488" y="5559108"/>
            <a:ext cx="263831" cy="38069"/>
          </a:xfrm>
          <a:custGeom>
            <a:avLst/>
            <a:gdLst/>
            <a:ahLst/>
            <a:cxnLst/>
            <a:rect l="0" t="0" r="0" b="0"/>
            <a:pathLst>
              <a:path w="263831" h="38069">
                <a:moveTo>
                  <a:pt x="0" y="38069"/>
                </a:moveTo>
                <a:lnTo>
                  <a:pt x="263831" y="0"/>
                </a:lnTo>
              </a:path>
            </a:pathLst>
          </a:custGeom>
          <a:noFill/>
          <a:ln w="5346">
            <a:solidFill>
              <a:srgbClr val="E44339">
                <a:alpha val="13000"/>
              </a:srgbClr>
            </a:solidFill>
            <a:prstDash val="solid"/>
          </a:ln>
        </p:spPr>
      </p:sp>
      <p:sp>
        <p:nvSpPr>
          <p:cNvPr id="347" name="lumia-token-stream-curve">
            <a:extLst>
              <a:ext uri="{FF2B5EF4-FFF2-40B4-BE49-F238E27FC236}">
                <a16:creationId xmlns:a16="http://schemas.microsoft.com/office/drawing/2014/main" id="{709DE15A-2A65-4673-85E8-96345F0AE42D}"/>
              </a:ext>
            </a:extLst>
          </p:cNvPr>
          <p:cNvSpPr>
            <a:spLocks noGrp="1"/>
          </p:cNvSpPr>
          <p:nvPr/>
        </p:nvSpPr>
        <p:spPr>
          <a:xfrm>
            <a:off x="5487320" y="5508291"/>
            <a:ext cx="266199" cy="50817"/>
          </a:xfrm>
          <a:custGeom>
            <a:avLst/>
            <a:gdLst/>
            <a:ahLst/>
            <a:cxnLst/>
            <a:rect l="0" t="0" r="0" b="0"/>
            <a:pathLst>
              <a:path w="266199" h="50817">
                <a:moveTo>
                  <a:pt x="0" y="50817"/>
                </a:moveTo>
                <a:lnTo>
                  <a:pt x="266199" y="0"/>
                </a:lnTo>
              </a:path>
            </a:pathLst>
          </a:custGeom>
          <a:noFill/>
          <a:ln w="5455">
            <a:solidFill>
              <a:srgbClr val="EB4833">
                <a:alpha val="13000"/>
              </a:srgbClr>
            </a:solidFill>
            <a:prstDash val="solid"/>
          </a:ln>
        </p:spPr>
      </p:sp>
      <p:sp>
        <p:nvSpPr>
          <p:cNvPr id="348" name="lumia-token-stream-curve">
            <a:extLst>
              <a:ext uri="{FF2B5EF4-FFF2-40B4-BE49-F238E27FC236}">
                <a16:creationId xmlns:a16="http://schemas.microsoft.com/office/drawing/2014/main" id="{9C0EB180-9F72-4AE0-B090-D334937E3E34}"/>
              </a:ext>
            </a:extLst>
          </p:cNvPr>
          <p:cNvSpPr>
            <a:spLocks noGrp="1"/>
          </p:cNvSpPr>
          <p:nvPr/>
        </p:nvSpPr>
        <p:spPr>
          <a:xfrm>
            <a:off x="5753519" y="5444192"/>
            <a:ext cx="268558" cy="64098"/>
          </a:xfrm>
          <a:custGeom>
            <a:avLst/>
            <a:gdLst/>
            <a:ahLst/>
            <a:cxnLst/>
            <a:rect l="0" t="0" r="0" b="0"/>
            <a:pathLst>
              <a:path w="268558" h="64098">
                <a:moveTo>
                  <a:pt x="0" y="64098"/>
                </a:moveTo>
                <a:lnTo>
                  <a:pt x="268558" y="0"/>
                </a:lnTo>
              </a:path>
            </a:pathLst>
          </a:custGeom>
          <a:noFill/>
          <a:ln w="5575">
            <a:solidFill>
              <a:srgbClr val="EC532F">
                <a:alpha val="14000"/>
              </a:srgbClr>
            </a:solidFill>
            <a:prstDash val="solid"/>
          </a:ln>
        </p:spPr>
      </p:sp>
      <p:sp>
        <p:nvSpPr>
          <p:cNvPr id="349" name="lumia-token-stream-curve">
            <a:extLst>
              <a:ext uri="{FF2B5EF4-FFF2-40B4-BE49-F238E27FC236}">
                <a16:creationId xmlns:a16="http://schemas.microsoft.com/office/drawing/2014/main" id="{E9F10205-41CB-4A25-BC04-CBD48644FFDB}"/>
              </a:ext>
            </a:extLst>
          </p:cNvPr>
          <p:cNvSpPr>
            <a:spLocks noGrp="1"/>
          </p:cNvSpPr>
          <p:nvPr/>
        </p:nvSpPr>
        <p:spPr>
          <a:xfrm>
            <a:off x="6022076" y="5367378"/>
            <a:ext cx="270909" cy="76814"/>
          </a:xfrm>
          <a:custGeom>
            <a:avLst/>
            <a:gdLst/>
            <a:ahLst/>
            <a:cxnLst/>
            <a:rect l="0" t="0" r="0" b="0"/>
            <a:pathLst>
              <a:path w="270909" h="76814">
                <a:moveTo>
                  <a:pt x="0" y="76814"/>
                </a:moveTo>
                <a:lnTo>
                  <a:pt x="270909" y="0"/>
                </a:lnTo>
              </a:path>
            </a:pathLst>
          </a:custGeom>
          <a:noFill/>
          <a:ln w="5704">
            <a:solidFill>
              <a:srgbClr val="EE5E2A">
                <a:alpha val="14000"/>
              </a:srgbClr>
            </a:solidFill>
            <a:prstDash val="solid"/>
          </a:ln>
        </p:spPr>
      </p:sp>
      <p:sp>
        <p:nvSpPr>
          <p:cNvPr id="350" name="lumia-token-stream-curve">
            <a:extLst>
              <a:ext uri="{FF2B5EF4-FFF2-40B4-BE49-F238E27FC236}">
                <a16:creationId xmlns:a16="http://schemas.microsoft.com/office/drawing/2014/main" id="{83C90C03-4F62-4122-8090-AB9A5A999A17}"/>
              </a:ext>
            </a:extLst>
          </p:cNvPr>
          <p:cNvSpPr>
            <a:spLocks noGrp="1"/>
          </p:cNvSpPr>
          <p:nvPr/>
        </p:nvSpPr>
        <p:spPr>
          <a:xfrm>
            <a:off x="6292985" y="5279501"/>
            <a:ext cx="273251" cy="87877"/>
          </a:xfrm>
          <a:custGeom>
            <a:avLst/>
            <a:gdLst/>
            <a:ahLst/>
            <a:cxnLst/>
            <a:rect l="0" t="0" r="0" b="0"/>
            <a:pathLst>
              <a:path w="273251" h="87877">
                <a:moveTo>
                  <a:pt x="0" y="87877"/>
                </a:moveTo>
                <a:lnTo>
                  <a:pt x="273251" y="0"/>
                </a:lnTo>
              </a:path>
            </a:pathLst>
          </a:custGeom>
          <a:noFill/>
          <a:ln w="5840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351" name="lumia-token-stream-curve">
            <a:extLst>
              <a:ext uri="{FF2B5EF4-FFF2-40B4-BE49-F238E27FC236}">
                <a16:creationId xmlns:a16="http://schemas.microsoft.com/office/drawing/2014/main" id="{84A21924-E386-41E7-8AF3-826F8E98205F}"/>
              </a:ext>
            </a:extLst>
          </p:cNvPr>
          <p:cNvSpPr>
            <a:spLocks noGrp="1"/>
          </p:cNvSpPr>
          <p:nvPr/>
        </p:nvSpPr>
        <p:spPr>
          <a:xfrm>
            <a:off x="6566236" y="5183155"/>
            <a:ext cx="275585" cy="96346"/>
          </a:xfrm>
          <a:custGeom>
            <a:avLst/>
            <a:gdLst/>
            <a:ahLst/>
            <a:cxnLst/>
            <a:rect l="0" t="0" r="0" b="0"/>
            <a:pathLst>
              <a:path w="275585" h="96346">
                <a:moveTo>
                  <a:pt x="0" y="96346"/>
                </a:moveTo>
                <a:lnTo>
                  <a:pt x="275585" y="0"/>
                </a:lnTo>
              </a:path>
            </a:pathLst>
          </a:custGeom>
          <a:noFill/>
          <a:ln w="5983">
            <a:solidFill>
              <a:srgbClr val="F17322">
                <a:alpha val="15000"/>
              </a:srgbClr>
            </a:solidFill>
            <a:prstDash val="solid"/>
          </a:ln>
        </p:spPr>
      </p:sp>
      <p:sp>
        <p:nvSpPr>
          <p:cNvPr id="352" name="lumia-token-stream-curve">
            <a:extLst>
              <a:ext uri="{FF2B5EF4-FFF2-40B4-BE49-F238E27FC236}">
                <a16:creationId xmlns:a16="http://schemas.microsoft.com/office/drawing/2014/main" id="{41B5B4C1-C652-4CCA-BDCD-312AEB9E82F4}"/>
              </a:ext>
            </a:extLst>
          </p:cNvPr>
          <p:cNvSpPr>
            <a:spLocks noGrp="1"/>
          </p:cNvSpPr>
          <p:nvPr/>
        </p:nvSpPr>
        <p:spPr>
          <a:xfrm>
            <a:off x="6841821" y="5081600"/>
            <a:ext cx="277911" cy="101555"/>
          </a:xfrm>
          <a:custGeom>
            <a:avLst/>
            <a:gdLst/>
            <a:ahLst/>
            <a:cxnLst/>
            <a:rect l="0" t="0" r="0" b="0"/>
            <a:pathLst>
              <a:path w="277911" h="101555">
                <a:moveTo>
                  <a:pt x="0" y="101555"/>
                </a:moveTo>
                <a:lnTo>
                  <a:pt x="277911" y="0"/>
                </a:lnTo>
              </a:path>
            </a:pathLst>
          </a:custGeom>
          <a:noFill/>
          <a:ln w="6131">
            <a:solidFill>
              <a:srgbClr val="F27E1E">
                <a:alpha val="15000"/>
              </a:srgbClr>
            </a:solidFill>
            <a:prstDash val="solid"/>
          </a:ln>
        </p:spPr>
      </p:sp>
      <p:sp>
        <p:nvSpPr>
          <p:cNvPr id="353" name="lumia-token-stream-curve">
            <a:extLst>
              <a:ext uri="{FF2B5EF4-FFF2-40B4-BE49-F238E27FC236}">
                <a16:creationId xmlns:a16="http://schemas.microsoft.com/office/drawing/2014/main" id="{1BD2DCD6-C25F-4E3C-BA51-5C7D2B689615}"/>
              </a:ext>
            </a:extLst>
          </p:cNvPr>
          <p:cNvSpPr>
            <a:spLocks noGrp="1"/>
          </p:cNvSpPr>
          <p:nvPr/>
        </p:nvSpPr>
        <p:spPr>
          <a:xfrm>
            <a:off x="7119732" y="4978379"/>
            <a:ext cx="280228" cy="103221"/>
          </a:xfrm>
          <a:custGeom>
            <a:avLst/>
            <a:gdLst/>
            <a:ahLst/>
            <a:cxnLst/>
            <a:rect l="0" t="0" r="0" b="0"/>
            <a:pathLst>
              <a:path w="280228" h="103221">
                <a:moveTo>
                  <a:pt x="0" y="103221"/>
                </a:moveTo>
                <a:lnTo>
                  <a:pt x="280228" y="0"/>
                </a:lnTo>
              </a:path>
            </a:pathLst>
          </a:custGeom>
          <a:noFill/>
          <a:ln w="6282">
            <a:solidFill>
              <a:srgbClr val="F48919">
                <a:alpha val="16000"/>
              </a:srgbClr>
            </a:solidFill>
            <a:prstDash val="solid"/>
          </a:ln>
        </p:spPr>
      </p:sp>
      <p:sp>
        <p:nvSpPr>
          <p:cNvPr id="354" name="lumia-token-stream-curve">
            <a:extLst>
              <a:ext uri="{FF2B5EF4-FFF2-40B4-BE49-F238E27FC236}">
                <a16:creationId xmlns:a16="http://schemas.microsoft.com/office/drawing/2014/main" id="{4E9254FC-5411-4F47-8154-539C0F6AD8B2}"/>
              </a:ext>
            </a:extLst>
          </p:cNvPr>
          <p:cNvSpPr>
            <a:spLocks noGrp="1"/>
          </p:cNvSpPr>
          <p:nvPr/>
        </p:nvSpPr>
        <p:spPr>
          <a:xfrm>
            <a:off x="7399960" y="4876874"/>
            <a:ext cx="282537" cy="101505"/>
          </a:xfrm>
          <a:custGeom>
            <a:avLst/>
            <a:gdLst/>
            <a:ahLst/>
            <a:cxnLst/>
            <a:rect l="0" t="0" r="0" b="0"/>
            <a:pathLst>
              <a:path w="282537" h="101505">
                <a:moveTo>
                  <a:pt x="0" y="101505"/>
                </a:moveTo>
                <a:lnTo>
                  <a:pt x="282537" y="0"/>
                </a:lnTo>
              </a:path>
            </a:pathLst>
          </a:custGeom>
          <a:noFill/>
          <a:ln w="6435">
            <a:solidFill>
              <a:srgbClr val="F59415">
                <a:alpha val="16000"/>
              </a:srgbClr>
            </a:solidFill>
            <a:prstDash val="solid"/>
          </a:ln>
        </p:spPr>
      </p:sp>
      <p:sp>
        <p:nvSpPr>
          <p:cNvPr id="355" name="lumia-token-stream-curve">
            <a:extLst>
              <a:ext uri="{FF2B5EF4-FFF2-40B4-BE49-F238E27FC236}">
                <a16:creationId xmlns:a16="http://schemas.microsoft.com/office/drawing/2014/main" id="{5DF9438D-42F6-47E1-A19B-B65346BDFEAF}"/>
              </a:ext>
            </a:extLst>
          </p:cNvPr>
          <p:cNvSpPr>
            <a:spLocks noGrp="1"/>
          </p:cNvSpPr>
          <p:nvPr/>
        </p:nvSpPr>
        <p:spPr>
          <a:xfrm>
            <a:off x="7682498" y="4779843"/>
            <a:ext cx="284838" cy="97030"/>
          </a:xfrm>
          <a:custGeom>
            <a:avLst/>
            <a:gdLst/>
            <a:ahLst/>
            <a:cxnLst/>
            <a:rect l="0" t="0" r="0" b="0"/>
            <a:pathLst>
              <a:path w="284838" h="97030">
                <a:moveTo>
                  <a:pt x="0" y="97030"/>
                </a:moveTo>
                <a:lnTo>
                  <a:pt x="284838" y="0"/>
                </a:lnTo>
              </a:path>
            </a:pathLst>
          </a:custGeom>
          <a:noFill/>
          <a:ln w="6589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356" name="lumia-token-stream-curve">
            <a:extLst>
              <a:ext uri="{FF2B5EF4-FFF2-40B4-BE49-F238E27FC236}">
                <a16:creationId xmlns:a16="http://schemas.microsoft.com/office/drawing/2014/main" id="{D3B9E678-8066-4489-8532-01259064D7AD}"/>
              </a:ext>
            </a:extLst>
          </p:cNvPr>
          <p:cNvSpPr>
            <a:spLocks noGrp="1"/>
          </p:cNvSpPr>
          <p:nvPr/>
        </p:nvSpPr>
        <p:spPr>
          <a:xfrm>
            <a:off x="7967336" y="4689014"/>
            <a:ext cx="287131" cy="90829"/>
          </a:xfrm>
          <a:custGeom>
            <a:avLst/>
            <a:gdLst/>
            <a:ahLst/>
            <a:cxnLst/>
            <a:rect l="0" t="0" r="0" b="0"/>
            <a:pathLst>
              <a:path w="287131" h="90829">
                <a:moveTo>
                  <a:pt x="0" y="90829"/>
                </a:moveTo>
                <a:lnTo>
                  <a:pt x="287131" y="0"/>
                </a:lnTo>
              </a:path>
            </a:pathLst>
          </a:custGeom>
          <a:noFill/>
          <a:ln w="6741">
            <a:solidFill>
              <a:srgbClr val="F8A90C">
                <a:alpha val="17000"/>
              </a:srgbClr>
            </a:solidFill>
            <a:prstDash val="solid"/>
          </a:ln>
        </p:spPr>
      </p:sp>
      <p:sp>
        <p:nvSpPr>
          <p:cNvPr id="357" name="lumia-token-stream-curve">
            <a:extLst>
              <a:ext uri="{FF2B5EF4-FFF2-40B4-BE49-F238E27FC236}">
                <a16:creationId xmlns:a16="http://schemas.microsoft.com/office/drawing/2014/main" id="{2222EC79-4ACB-4990-A324-61285EDBA67C}"/>
              </a:ext>
            </a:extLst>
          </p:cNvPr>
          <p:cNvSpPr>
            <a:spLocks noGrp="1"/>
          </p:cNvSpPr>
          <p:nvPr/>
        </p:nvSpPr>
        <p:spPr>
          <a:xfrm>
            <a:off x="8254467" y="4604778"/>
            <a:ext cx="289415" cy="84237"/>
          </a:xfrm>
          <a:custGeom>
            <a:avLst/>
            <a:gdLst/>
            <a:ahLst/>
            <a:cxnLst/>
            <a:rect l="0" t="0" r="0" b="0"/>
            <a:pathLst>
              <a:path w="289415" h="84237">
                <a:moveTo>
                  <a:pt x="0" y="84237"/>
                </a:moveTo>
                <a:lnTo>
                  <a:pt x="289415" y="0"/>
                </a:lnTo>
              </a:path>
            </a:pathLst>
          </a:custGeom>
          <a:noFill/>
          <a:ln w="6892">
            <a:solidFill>
              <a:srgbClr val="FAB408">
                <a:alpha val="18000"/>
              </a:srgbClr>
            </a:solidFill>
            <a:prstDash val="solid"/>
          </a:ln>
        </p:spPr>
      </p:sp>
      <p:sp>
        <p:nvSpPr>
          <p:cNvPr id="358" name="lumia-token-stream-curve">
            <a:extLst>
              <a:ext uri="{FF2B5EF4-FFF2-40B4-BE49-F238E27FC236}">
                <a16:creationId xmlns:a16="http://schemas.microsoft.com/office/drawing/2014/main" id="{5F66EBF4-9871-4E61-A878-34AEF2400F82}"/>
              </a:ext>
            </a:extLst>
          </p:cNvPr>
          <p:cNvSpPr>
            <a:spLocks noGrp="1"/>
          </p:cNvSpPr>
          <p:nvPr/>
        </p:nvSpPr>
        <p:spPr>
          <a:xfrm>
            <a:off x="8543882" y="4526047"/>
            <a:ext cx="291691" cy="78730"/>
          </a:xfrm>
          <a:custGeom>
            <a:avLst/>
            <a:gdLst/>
            <a:ahLst/>
            <a:cxnLst/>
            <a:rect l="0" t="0" r="0" b="0"/>
            <a:pathLst>
              <a:path w="291691" h="78730">
                <a:moveTo>
                  <a:pt x="0" y="78730"/>
                </a:moveTo>
                <a:lnTo>
                  <a:pt x="291691" y="0"/>
                </a:lnTo>
              </a:path>
            </a:pathLst>
          </a:custGeom>
          <a:noFill/>
          <a:ln w="7038">
            <a:solidFill>
              <a:srgbClr val="F7BC07">
                <a:alpha val="18000"/>
              </a:srgbClr>
            </a:solidFill>
            <a:prstDash val="solid"/>
          </a:ln>
        </p:spPr>
      </p:sp>
      <p:sp>
        <p:nvSpPr>
          <p:cNvPr id="359" name="lumia-token-stream-curve">
            <a:extLst>
              <a:ext uri="{FF2B5EF4-FFF2-40B4-BE49-F238E27FC236}">
                <a16:creationId xmlns:a16="http://schemas.microsoft.com/office/drawing/2014/main" id="{F5C75FE3-5FC1-43B2-989A-A16AB101C517}"/>
              </a:ext>
            </a:extLst>
          </p:cNvPr>
          <p:cNvSpPr>
            <a:spLocks noGrp="1"/>
          </p:cNvSpPr>
          <p:nvPr/>
        </p:nvSpPr>
        <p:spPr>
          <a:xfrm>
            <a:off x="8835572" y="4450313"/>
            <a:ext cx="293958" cy="75735"/>
          </a:xfrm>
          <a:custGeom>
            <a:avLst/>
            <a:gdLst/>
            <a:ahLst/>
            <a:cxnLst/>
            <a:rect l="0" t="0" r="0" b="0"/>
            <a:pathLst>
              <a:path w="293958" h="75735">
                <a:moveTo>
                  <a:pt x="0" y="75735"/>
                </a:moveTo>
                <a:lnTo>
                  <a:pt x="293958" y="0"/>
                </a:lnTo>
              </a:path>
            </a:pathLst>
          </a:custGeom>
          <a:noFill/>
          <a:ln w="7180">
            <a:solidFill>
              <a:srgbClr val="E5BA0E">
                <a:alpha val="18000"/>
              </a:srgbClr>
            </a:solidFill>
            <a:prstDash val="solid"/>
          </a:ln>
        </p:spPr>
      </p:sp>
      <p:sp>
        <p:nvSpPr>
          <p:cNvPr id="360" name="lumia-token-stream-curve">
            <a:extLst>
              <a:ext uri="{FF2B5EF4-FFF2-40B4-BE49-F238E27FC236}">
                <a16:creationId xmlns:a16="http://schemas.microsoft.com/office/drawing/2014/main" id="{44C2D3C7-B928-409D-A2FF-C44A7CC936EC}"/>
              </a:ext>
            </a:extLst>
          </p:cNvPr>
          <p:cNvSpPr>
            <a:spLocks noGrp="1"/>
          </p:cNvSpPr>
          <p:nvPr/>
        </p:nvSpPr>
        <p:spPr>
          <a:xfrm>
            <a:off x="9129531" y="4373893"/>
            <a:ext cx="296218" cy="76420"/>
          </a:xfrm>
          <a:custGeom>
            <a:avLst/>
            <a:gdLst/>
            <a:ahLst/>
            <a:cxnLst/>
            <a:rect l="0" t="0" r="0" b="0"/>
            <a:pathLst>
              <a:path w="296218" h="76420">
                <a:moveTo>
                  <a:pt x="0" y="76420"/>
                </a:moveTo>
                <a:lnTo>
                  <a:pt x="296218" y="0"/>
                </a:lnTo>
              </a:path>
            </a:pathLst>
          </a:custGeom>
          <a:noFill/>
          <a:ln w="7315">
            <a:solidFill>
              <a:srgbClr val="D3B815">
                <a:alpha val="19000"/>
              </a:srgbClr>
            </a:solidFill>
            <a:prstDash val="solid"/>
          </a:ln>
        </p:spPr>
      </p:sp>
      <p:sp>
        <p:nvSpPr>
          <p:cNvPr id="361" name="lumia-token-stream-curve">
            <a:extLst>
              <a:ext uri="{FF2B5EF4-FFF2-40B4-BE49-F238E27FC236}">
                <a16:creationId xmlns:a16="http://schemas.microsoft.com/office/drawing/2014/main" id="{B13E4737-3C7F-4F6D-943A-61521CA5E49B}"/>
              </a:ext>
            </a:extLst>
          </p:cNvPr>
          <p:cNvSpPr>
            <a:spLocks noGrp="1"/>
          </p:cNvSpPr>
          <p:nvPr/>
        </p:nvSpPr>
        <p:spPr>
          <a:xfrm>
            <a:off x="9425748" y="4292379"/>
            <a:ext cx="298469" cy="81514"/>
          </a:xfrm>
          <a:custGeom>
            <a:avLst/>
            <a:gdLst/>
            <a:ahLst/>
            <a:cxnLst/>
            <a:rect l="0" t="0" r="0" b="0"/>
            <a:pathLst>
              <a:path w="298469" h="81514">
                <a:moveTo>
                  <a:pt x="0" y="81514"/>
                </a:moveTo>
                <a:lnTo>
                  <a:pt x="298469" y="0"/>
                </a:lnTo>
              </a:path>
            </a:pathLst>
          </a:custGeom>
          <a:noFill/>
          <a:ln w="7441">
            <a:solidFill>
              <a:srgbClr val="C2B61C">
                <a:alpha val="19000"/>
              </a:srgbClr>
            </a:solidFill>
            <a:prstDash val="solid"/>
          </a:ln>
        </p:spPr>
      </p:sp>
      <p:sp>
        <p:nvSpPr>
          <p:cNvPr id="362" name="lumia-token-stream-curve">
            <a:extLst>
              <a:ext uri="{FF2B5EF4-FFF2-40B4-BE49-F238E27FC236}">
                <a16:creationId xmlns:a16="http://schemas.microsoft.com/office/drawing/2014/main" id="{ED3553A9-32E3-4049-9C4A-BA648814A48B}"/>
              </a:ext>
            </a:extLst>
          </p:cNvPr>
          <p:cNvSpPr>
            <a:spLocks noGrp="1"/>
          </p:cNvSpPr>
          <p:nvPr/>
        </p:nvSpPr>
        <p:spPr>
          <a:xfrm>
            <a:off x="9724217" y="4201212"/>
            <a:ext cx="300711" cy="91167"/>
          </a:xfrm>
          <a:custGeom>
            <a:avLst/>
            <a:gdLst/>
            <a:ahLst/>
            <a:cxnLst/>
            <a:rect l="0" t="0" r="0" b="0"/>
            <a:pathLst>
              <a:path w="300711" h="91167">
                <a:moveTo>
                  <a:pt x="0" y="91167"/>
                </a:moveTo>
                <a:lnTo>
                  <a:pt x="300711" y="0"/>
                </a:lnTo>
              </a:path>
            </a:pathLst>
          </a:custGeom>
          <a:noFill/>
          <a:ln w="7558">
            <a:solidFill>
              <a:srgbClr val="B0B422">
                <a:alpha val="19000"/>
              </a:srgbClr>
            </a:solidFill>
            <a:prstDash val="solid"/>
          </a:ln>
        </p:spPr>
      </p:sp>
      <p:sp>
        <p:nvSpPr>
          <p:cNvPr id="363" name="lumia-token-stream-curve">
            <a:extLst>
              <a:ext uri="{FF2B5EF4-FFF2-40B4-BE49-F238E27FC236}">
                <a16:creationId xmlns:a16="http://schemas.microsoft.com/office/drawing/2014/main" id="{0AD0A248-BDFF-476B-A7BA-85F99F7AC584}"/>
              </a:ext>
            </a:extLst>
          </p:cNvPr>
          <p:cNvSpPr>
            <a:spLocks noGrp="1"/>
          </p:cNvSpPr>
          <p:nvPr/>
        </p:nvSpPr>
        <p:spPr>
          <a:xfrm>
            <a:off x="10024928" y="4096317"/>
            <a:ext cx="302945" cy="104895"/>
          </a:xfrm>
          <a:custGeom>
            <a:avLst/>
            <a:gdLst/>
            <a:ahLst/>
            <a:cxnLst/>
            <a:rect l="0" t="0" r="0" b="0"/>
            <a:pathLst>
              <a:path w="302945" h="104895">
                <a:moveTo>
                  <a:pt x="0" y="104895"/>
                </a:moveTo>
                <a:lnTo>
                  <a:pt x="302945" y="0"/>
                </a:lnTo>
              </a:path>
            </a:pathLst>
          </a:custGeom>
          <a:noFill/>
          <a:ln w="7665">
            <a:solidFill>
              <a:srgbClr val="9EB329">
                <a:alpha val="20000"/>
              </a:srgbClr>
            </a:solidFill>
            <a:prstDash val="solid"/>
          </a:ln>
        </p:spPr>
      </p:sp>
      <p:sp>
        <p:nvSpPr>
          <p:cNvPr id="364" name="lumia-token-stream-curve">
            <a:extLst>
              <a:ext uri="{FF2B5EF4-FFF2-40B4-BE49-F238E27FC236}">
                <a16:creationId xmlns:a16="http://schemas.microsoft.com/office/drawing/2014/main" id="{44CD7338-174D-440D-9B69-3F93007FA274}"/>
              </a:ext>
            </a:extLst>
          </p:cNvPr>
          <p:cNvSpPr>
            <a:spLocks noGrp="1"/>
          </p:cNvSpPr>
          <p:nvPr/>
        </p:nvSpPr>
        <p:spPr>
          <a:xfrm>
            <a:off x="10327873" y="3974717"/>
            <a:ext cx="305171" cy="121600"/>
          </a:xfrm>
          <a:custGeom>
            <a:avLst/>
            <a:gdLst/>
            <a:ahLst/>
            <a:cxnLst/>
            <a:rect l="0" t="0" r="0" b="0"/>
            <a:pathLst>
              <a:path w="305171" h="121600">
                <a:moveTo>
                  <a:pt x="0" y="121600"/>
                </a:moveTo>
                <a:lnTo>
                  <a:pt x="305171" y="0"/>
                </a:lnTo>
              </a:path>
            </a:pathLst>
          </a:custGeom>
          <a:noFill/>
          <a:ln w="7758">
            <a:solidFill>
              <a:srgbClr val="8CB130">
                <a:alpha val="20000"/>
              </a:srgbClr>
            </a:solidFill>
            <a:prstDash val="solid"/>
          </a:ln>
        </p:spPr>
      </p:sp>
      <p:sp>
        <p:nvSpPr>
          <p:cNvPr id="365" name="lumia-token-stream-curve">
            <a:extLst>
              <a:ext uri="{FF2B5EF4-FFF2-40B4-BE49-F238E27FC236}">
                <a16:creationId xmlns:a16="http://schemas.microsoft.com/office/drawing/2014/main" id="{663E3202-5501-4E50-A56D-53F891143A10}"/>
              </a:ext>
            </a:extLst>
          </p:cNvPr>
          <p:cNvSpPr>
            <a:spLocks noGrp="1"/>
          </p:cNvSpPr>
          <p:nvPr/>
        </p:nvSpPr>
        <p:spPr>
          <a:xfrm>
            <a:off x="10633045" y="3835016"/>
            <a:ext cx="307389" cy="139701"/>
          </a:xfrm>
          <a:custGeom>
            <a:avLst/>
            <a:gdLst/>
            <a:ahLst/>
            <a:cxnLst/>
            <a:rect l="0" t="0" r="0" b="0"/>
            <a:pathLst>
              <a:path w="307389" h="139701">
                <a:moveTo>
                  <a:pt x="0" y="139701"/>
                </a:moveTo>
                <a:lnTo>
                  <a:pt x="307389" y="0"/>
                </a:lnTo>
              </a:path>
            </a:pathLst>
          </a:custGeom>
          <a:noFill/>
          <a:ln w="7838">
            <a:solidFill>
              <a:srgbClr val="7BAF37">
                <a:alpha val="20000"/>
              </a:srgbClr>
            </a:solidFill>
            <a:prstDash val="solid"/>
          </a:ln>
        </p:spPr>
      </p:sp>
      <p:sp>
        <p:nvSpPr>
          <p:cNvPr id="366" name="lumia-token-stream-curve">
            <a:extLst>
              <a:ext uri="{FF2B5EF4-FFF2-40B4-BE49-F238E27FC236}">
                <a16:creationId xmlns:a16="http://schemas.microsoft.com/office/drawing/2014/main" id="{E4722129-C2B1-4667-99DB-9547E7F0A0CD}"/>
              </a:ext>
            </a:extLst>
          </p:cNvPr>
          <p:cNvSpPr>
            <a:spLocks noGrp="1"/>
          </p:cNvSpPr>
          <p:nvPr/>
        </p:nvSpPr>
        <p:spPr>
          <a:xfrm>
            <a:off x="10940434" y="3677674"/>
            <a:ext cx="309598" cy="157342"/>
          </a:xfrm>
          <a:custGeom>
            <a:avLst/>
            <a:gdLst/>
            <a:ahLst/>
            <a:cxnLst/>
            <a:rect l="0" t="0" r="0" b="0"/>
            <a:pathLst>
              <a:path w="309598" h="157342">
                <a:moveTo>
                  <a:pt x="0" y="157342"/>
                </a:moveTo>
                <a:lnTo>
                  <a:pt x="309598" y="0"/>
                </a:lnTo>
              </a:path>
            </a:pathLst>
          </a:custGeom>
          <a:noFill/>
          <a:ln w="7903">
            <a:solidFill>
              <a:srgbClr val="69AD3E">
                <a:alpha val="20000"/>
              </a:srgbClr>
            </a:solidFill>
            <a:prstDash val="solid"/>
          </a:ln>
        </p:spPr>
      </p:sp>
      <p:sp>
        <p:nvSpPr>
          <p:cNvPr id="367" name="lumia-token-stream-curve">
            <a:extLst>
              <a:ext uri="{FF2B5EF4-FFF2-40B4-BE49-F238E27FC236}">
                <a16:creationId xmlns:a16="http://schemas.microsoft.com/office/drawing/2014/main" id="{609A4B55-9DC6-439B-8B5C-18F214A76C29}"/>
              </a:ext>
            </a:extLst>
          </p:cNvPr>
          <p:cNvSpPr>
            <a:spLocks noGrp="1"/>
          </p:cNvSpPr>
          <p:nvPr/>
        </p:nvSpPr>
        <p:spPr>
          <a:xfrm>
            <a:off x="11250032" y="3505015"/>
            <a:ext cx="311799" cy="172658"/>
          </a:xfrm>
          <a:custGeom>
            <a:avLst/>
            <a:gdLst/>
            <a:ahLst/>
            <a:cxnLst/>
            <a:rect l="0" t="0" r="0" b="0"/>
            <a:pathLst>
              <a:path w="311799" h="172658">
                <a:moveTo>
                  <a:pt x="0" y="172658"/>
                </a:moveTo>
                <a:lnTo>
                  <a:pt x="311799" y="0"/>
                </a:lnTo>
              </a:path>
            </a:pathLst>
          </a:custGeom>
          <a:noFill/>
          <a:ln w="7951">
            <a:solidFill>
              <a:srgbClr val="57AC45">
                <a:alpha val="20000"/>
              </a:srgbClr>
            </a:solidFill>
            <a:prstDash val="solid"/>
          </a:ln>
        </p:spPr>
      </p:sp>
      <p:sp>
        <p:nvSpPr>
          <p:cNvPr id="368" name="lumia-token-stream-curve">
            <a:extLst>
              <a:ext uri="{FF2B5EF4-FFF2-40B4-BE49-F238E27FC236}">
                <a16:creationId xmlns:a16="http://schemas.microsoft.com/office/drawing/2014/main" id="{EF5123CC-F4B7-4BD9-9965-BAB32DF432CB}"/>
              </a:ext>
            </a:extLst>
          </p:cNvPr>
          <p:cNvSpPr>
            <a:spLocks noGrp="1"/>
          </p:cNvSpPr>
          <p:nvPr/>
        </p:nvSpPr>
        <p:spPr>
          <a:xfrm>
            <a:off x="11561831" y="3320945"/>
            <a:ext cx="313992" cy="184070"/>
          </a:xfrm>
          <a:custGeom>
            <a:avLst/>
            <a:gdLst/>
            <a:ahLst/>
            <a:cxnLst/>
            <a:rect l="0" t="0" r="0" b="0"/>
            <a:pathLst>
              <a:path w="313992" h="184070">
                <a:moveTo>
                  <a:pt x="0" y="184070"/>
                </a:moveTo>
                <a:lnTo>
                  <a:pt x="313992" y="0"/>
                </a:lnTo>
              </a:path>
            </a:pathLst>
          </a:custGeom>
          <a:noFill/>
          <a:ln w="7981">
            <a:solidFill>
              <a:srgbClr val="46AA4C">
                <a:alpha val="20000"/>
              </a:srgbClr>
            </a:solidFill>
            <a:prstDash val="solid"/>
          </a:ln>
        </p:spPr>
      </p:sp>
      <p:sp>
        <p:nvSpPr>
          <p:cNvPr id="369" name="lumia-token-stream-curve">
            <a:extLst>
              <a:ext uri="{FF2B5EF4-FFF2-40B4-BE49-F238E27FC236}">
                <a16:creationId xmlns:a16="http://schemas.microsoft.com/office/drawing/2014/main" id="{C5927E1C-9C2C-4D5C-981F-AA7B28CCE3CC}"/>
              </a:ext>
            </a:extLst>
          </p:cNvPr>
          <p:cNvSpPr>
            <a:spLocks noGrp="1"/>
          </p:cNvSpPr>
          <p:nvPr/>
        </p:nvSpPr>
        <p:spPr>
          <a:xfrm>
            <a:off x="11875824" y="3130391"/>
            <a:ext cx="316176" cy="190554"/>
          </a:xfrm>
          <a:custGeom>
            <a:avLst/>
            <a:gdLst/>
            <a:ahLst/>
            <a:cxnLst/>
            <a:rect l="0" t="0" r="0" b="0"/>
            <a:pathLst>
              <a:path w="316176" h="190554">
                <a:moveTo>
                  <a:pt x="0" y="190554"/>
                </a:moveTo>
                <a:lnTo>
                  <a:pt x="316176" y="0"/>
                </a:lnTo>
              </a:path>
            </a:pathLst>
          </a:custGeom>
          <a:noFill/>
          <a:ln w="7991">
            <a:solidFill>
              <a:srgbClr val="34A853">
                <a:alpha val="20000"/>
              </a:srgbClr>
            </a:solidFill>
            <a:prstDash val="solid"/>
          </a:ln>
        </p:spPr>
      </p:sp>
      <p:sp>
        <p:nvSpPr>
          <p:cNvPr id="370" name="lumia-token-stream-curve">
            <a:extLst>
              <a:ext uri="{FF2B5EF4-FFF2-40B4-BE49-F238E27FC236}">
                <a16:creationId xmlns:a16="http://schemas.microsoft.com/office/drawing/2014/main" id="{3032E7FC-6B90-4CA1-90B3-6AE376160438}"/>
              </a:ext>
            </a:extLst>
          </p:cNvPr>
          <p:cNvSpPr>
            <a:spLocks noGrp="1"/>
          </p:cNvSpPr>
          <p:nvPr/>
        </p:nvSpPr>
        <p:spPr>
          <a:xfrm>
            <a:off x="86495" y="5947228"/>
            <a:ext cx="207308" cy="9525"/>
          </a:xfrm>
          <a:custGeom>
            <a:avLst/>
            <a:gdLst/>
            <a:ahLst/>
            <a:cxnLst/>
            <a:rect l="0" t="0" r="0" b="0"/>
            <a:pathLst>
              <a:path w="207308" h="9525">
                <a:moveTo>
                  <a:pt x="0" y="0"/>
                </a:moveTo>
                <a:lnTo>
                  <a:pt x="207308" y="3941"/>
                </a:lnTo>
              </a:path>
            </a:pathLst>
          </a:custGeom>
          <a:noFill/>
          <a:ln w="5218">
            <a:solidFill>
              <a:srgbClr val="4285F4">
                <a:alpha val="9000"/>
              </a:srgbClr>
            </a:solidFill>
            <a:prstDash val="solid"/>
          </a:ln>
        </p:spPr>
      </p:sp>
      <p:sp>
        <p:nvSpPr>
          <p:cNvPr id="371" name="lumia-token-stream-curve">
            <a:extLst>
              <a:ext uri="{FF2B5EF4-FFF2-40B4-BE49-F238E27FC236}">
                <a16:creationId xmlns:a16="http://schemas.microsoft.com/office/drawing/2014/main" id="{80D30F80-5154-4940-9614-919095E37D92}"/>
              </a:ext>
            </a:extLst>
          </p:cNvPr>
          <p:cNvSpPr>
            <a:spLocks noGrp="1"/>
          </p:cNvSpPr>
          <p:nvPr/>
        </p:nvSpPr>
        <p:spPr>
          <a:xfrm>
            <a:off x="293803" y="5947617"/>
            <a:ext cx="209889" cy="9525"/>
          </a:xfrm>
          <a:custGeom>
            <a:avLst/>
            <a:gdLst/>
            <a:ahLst/>
            <a:cxnLst/>
            <a:rect l="0" t="0" r="0" b="0"/>
            <a:pathLst>
              <a:path w="209889" h="9525">
                <a:moveTo>
                  <a:pt x="0" y="3552"/>
                </a:moveTo>
                <a:lnTo>
                  <a:pt x="209889" y="0"/>
                </a:lnTo>
              </a:path>
            </a:pathLst>
          </a:custGeom>
          <a:noFill/>
          <a:ln w="5218">
            <a:solidFill>
              <a:srgbClr val="447EEC">
                <a:alpha val="9000"/>
              </a:srgbClr>
            </a:solidFill>
            <a:prstDash val="solid"/>
          </a:ln>
        </p:spPr>
      </p:sp>
      <p:sp>
        <p:nvSpPr>
          <p:cNvPr id="372" name="lumia-token-stream-curve">
            <a:extLst>
              <a:ext uri="{FF2B5EF4-FFF2-40B4-BE49-F238E27FC236}">
                <a16:creationId xmlns:a16="http://schemas.microsoft.com/office/drawing/2014/main" id="{4FAB1FE2-123C-4882-A5D6-A446DEB39E4C}"/>
              </a:ext>
            </a:extLst>
          </p:cNvPr>
          <p:cNvSpPr>
            <a:spLocks noGrp="1"/>
          </p:cNvSpPr>
          <p:nvPr/>
        </p:nvSpPr>
        <p:spPr>
          <a:xfrm>
            <a:off x="503693" y="5937305"/>
            <a:ext cx="212464" cy="10312"/>
          </a:xfrm>
          <a:custGeom>
            <a:avLst/>
            <a:gdLst/>
            <a:ahLst/>
            <a:cxnLst/>
            <a:rect l="0" t="0" r="0" b="0"/>
            <a:pathLst>
              <a:path w="212464" h="10312">
                <a:moveTo>
                  <a:pt x="0" y="10312"/>
                </a:moveTo>
                <a:lnTo>
                  <a:pt x="212464" y="0"/>
                </a:lnTo>
              </a:path>
            </a:pathLst>
          </a:custGeom>
          <a:noFill/>
          <a:ln w="5218">
            <a:solidFill>
              <a:srgbClr val="4678E3">
                <a:alpha val="9000"/>
              </a:srgbClr>
            </a:solidFill>
            <a:prstDash val="solid"/>
          </a:ln>
        </p:spPr>
      </p:sp>
      <p:sp>
        <p:nvSpPr>
          <p:cNvPr id="373" name="lumia-token-stream-curve">
            <a:extLst>
              <a:ext uri="{FF2B5EF4-FFF2-40B4-BE49-F238E27FC236}">
                <a16:creationId xmlns:a16="http://schemas.microsoft.com/office/drawing/2014/main" id="{2B4E5D32-9EDB-422D-97E2-9EBD1A005279}"/>
              </a:ext>
            </a:extLst>
          </p:cNvPr>
          <p:cNvSpPr>
            <a:spLocks noGrp="1"/>
          </p:cNvSpPr>
          <p:nvPr/>
        </p:nvSpPr>
        <p:spPr>
          <a:xfrm>
            <a:off x="716156" y="5921366"/>
            <a:ext cx="215031" cy="15939"/>
          </a:xfrm>
          <a:custGeom>
            <a:avLst/>
            <a:gdLst/>
            <a:ahLst/>
            <a:cxnLst/>
            <a:rect l="0" t="0" r="0" b="0"/>
            <a:pathLst>
              <a:path w="215031" h="15939">
                <a:moveTo>
                  <a:pt x="0" y="15939"/>
                </a:moveTo>
                <a:lnTo>
                  <a:pt x="215031" y="0"/>
                </a:lnTo>
              </a:path>
            </a:pathLst>
          </a:custGeom>
          <a:noFill/>
          <a:ln w="5218">
            <a:solidFill>
              <a:srgbClr val="4871DB">
                <a:alpha val="9000"/>
              </a:srgbClr>
            </a:solidFill>
            <a:prstDash val="solid"/>
          </a:ln>
        </p:spPr>
      </p:sp>
      <p:sp>
        <p:nvSpPr>
          <p:cNvPr id="374" name="lumia-token-stream-curve">
            <a:extLst>
              <a:ext uri="{FF2B5EF4-FFF2-40B4-BE49-F238E27FC236}">
                <a16:creationId xmlns:a16="http://schemas.microsoft.com/office/drawing/2014/main" id="{377B24C1-24A6-48CF-BCE8-2EF2CDC8AF27}"/>
              </a:ext>
            </a:extLst>
          </p:cNvPr>
          <p:cNvSpPr>
            <a:spLocks noGrp="1"/>
          </p:cNvSpPr>
          <p:nvPr/>
        </p:nvSpPr>
        <p:spPr>
          <a:xfrm>
            <a:off x="931188" y="5901275"/>
            <a:ext cx="217592" cy="20091"/>
          </a:xfrm>
          <a:custGeom>
            <a:avLst/>
            <a:gdLst/>
            <a:ahLst/>
            <a:cxnLst/>
            <a:rect l="0" t="0" r="0" b="0"/>
            <a:pathLst>
              <a:path w="217592" h="20091">
                <a:moveTo>
                  <a:pt x="0" y="20091"/>
                </a:moveTo>
                <a:lnTo>
                  <a:pt x="217592" y="0"/>
                </a:lnTo>
              </a:path>
            </a:pathLst>
          </a:custGeom>
          <a:noFill/>
          <a:ln w="5218">
            <a:solidFill>
              <a:srgbClr val="4A6BD2">
                <a:alpha val="9000"/>
              </a:srgbClr>
            </a:solidFill>
            <a:prstDash val="solid"/>
          </a:ln>
        </p:spPr>
      </p:sp>
      <p:sp>
        <p:nvSpPr>
          <p:cNvPr id="375" name="lumia-token-stream-curve">
            <a:extLst>
              <a:ext uri="{FF2B5EF4-FFF2-40B4-BE49-F238E27FC236}">
                <a16:creationId xmlns:a16="http://schemas.microsoft.com/office/drawing/2014/main" id="{23630A6D-21A3-4342-8CEB-F250125C7335}"/>
              </a:ext>
            </a:extLst>
          </p:cNvPr>
          <p:cNvSpPr>
            <a:spLocks noGrp="1"/>
          </p:cNvSpPr>
          <p:nvPr/>
        </p:nvSpPr>
        <p:spPr>
          <a:xfrm>
            <a:off x="1148780" y="5878749"/>
            <a:ext cx="220147" cy="22526"/>
          </a:xfrm>
          <a:custGeom>
            <a:avLst/>
            <a:gdLst/>
            <a:ahLst/>
            <a:cxnLst/>
            <a:rect l="0" t="0" r="0" b="0"/>
            <a:pathLst>
              <a:path w="220147" h="22526">
                <a:moveTo>
                  <a:pt x="0" y="22526"/>
                </a:moveTo>
                <a:lnTo>
                  <a:pt x="220147" y="0"/>
                </a:lnTo>
              </a:path>
            </a:pathLst>
          </a:custGeom>
          <a:noFill/>
          <a:ln w="5218">
            <a:solidFill>
              <a:srgbClr val="4C64CA">
                <a:alpha val="9000"/>
              </a:srgbClr>
            </a:solidFill>
            <a:prstDash val="solid"/>
          </a:ln>
        </p:spPr>
      </p:sp>
      <p:sp>
        <p:nvSpPr>
          <p:cNvPr id="376" name="lumia-token-stream-curve">
            <a:extLst>
              <a:ext uri="{FF2B5EF4-FFF2-40B4-BE49-F238E27FC236}">
                <a16:creationId xmlns:a16="http://schemas.microsoft.com/office/drawing/2014/main" id="{012EFB5C-5E58-4C53-9121-81BEB5956D80}"/>
              </a:ext>
            </a:extLst>
          </p:cNvPr>
          <p:cNvSpPr>
            <a:spLocks noGrp="1"/>
          </p:cNvSpPr>
          <p:nvPr/>
        </p:nvSpPr>
        <p:spPr>
          <a:xfrm>
            <a:off x="1368927" y="5855622"/>
            <a:ext cx="222694" cy="23126"/>
          </a:xfrm>
          <a:custGeom>
            <a:avLst/>
            <a:gdLst/>
            <a:ahLst/>
            <a:cxnLst/>
            <a:rect l="0" t="0" r="0" b="0"/>
            <a:pathLst>
              <a:path w="222694" h="23126">
                <a:moveTo>
                  <a:pt x="0" y="23126"/>
                </a:moveTo>
                <a:lnTo>
                  <a:pt x="222694" y="0"/>
                </a:lnTo>
              </a:path>
            </a:pathLst>
          </a:custGeom>
          <a:noFill/>
          <a:ln w="5218">
            <a:solidFill>
              <a:srgbClr val="4E5EC1">
                <a:alpha val="9000"/>
              </a:srgbClr>
            </a:solidFill>
            <a:prstDash val="solid"/>
          </a:ln>
        </p:spPr>
      </p:sp>
      <p:sp>
        <p:nvSpPr>
          <p:cNvPr id="377" name="lumia-token-stream-curve">
            <a:extLst>
              <a:ext uri="{FF2B5EF4-FFF2-40B4-BE49-F238E27FC236}">
                <a16:creationId xmlns:a16="http://schemas.microsoft.com/office/drawing/2014/main" id="{E44090E2-C096-4844-8912-4CE5400E8543}"/>
              </a:ext>
            </a:extLst>
          </p:cNvPr>
          <p:cNvSpPr>
            <a:spLocks noGrp="1"/>
          </p:cNvSpPr>
          <p:nvPr/>
        </p:nvSpPr>
        <p:spPr>
          <a:xfrm>
            <a:off x="1591621" y="5833696"/>
            <a:ext cx="225235" cy="21926"/>
          </a:xfrm>
          <a:custGeom>
            <a:avLst/>
            <a:gdLst/>
            <a:ahLst/>
            <a:cxnLst/>
            <a:rect l="0" t="0" r="0" b="0"/>
            <a:pathLst>
              <a:path w="225235" h="21926">
                <a:moveTo>
                  <a:pt x="0" y="21926"/>
                </a:moveTo>
                <a:lnTo>
                  <a:pt x="225235" y="0"/>
                </a:lnTo>
              </a:path>
            </a:pathLst>
          </a:custGeom>
          <a:noFill/>
          <a:ln w="5218">
            <a:solidFill>
              <a:srgbClr val="5057B9">
                <a:alpha val="9000"/>
              </a:srgbClr>
            </a:solidFill>
            <a:prstDash val="solid"/>
          </a:ln>
        </p:spPr>
      </p:sp>
      <p:sp>
        <p:nvSpPr>
          <p:cNvPr id="378" name="lumia-token-stream-curve">
            <a:extLst>
              <a:ext uri="{FF2B5EF4-FFF2-40B4-BE49-F238E27FC236}">
                <a16:creationId xmlns:a16="http://schemas.microsoft.com/office/drawing/2014/main" id="{12E86397-AD7A-4230-B4BD-586F60710942}"/>
              </a:ext>
            </a:extLst>
          </p:cNvPr>
          <p:cNvSpPr>
            <a:spLocks noGrp="1"/>
          </p:cNvSpPr>
          <p:nvPr/>
        </p:nvSpPr>
        <p:spPr>
          <a:xfrm>
            <a:off x="1816856" y="5814575"/>
            <a:ext cx="227769" cy="19122"/>
          </a:xfrm>
          <a:custGeom>
            <a:avLst/>
            <a:gdLst/>
            <a:ahLst/>
            <a:cxnLst/>
            <a:rect l="0" t="0" r="0" b="0"/>
            <a:pathLst>
              <a:path w="227769" h="19122">
                <a:moveTo>
                  <a:pt x="0" y="19122"/>
                </a:moveTo>
                <a:lnTo>
                  <a:pt x="227769" y="0"/>
                </a:lnTo>
              </a:path>
            </a:pathLst>
          </a:custGeom>
          <a:noFill/>
          <a:ln w="5218">
            <a:solidFill>
              <a:srgbClr val="5250B0">
                <a:alpha val="9000"/>
              </a:srgbClr>
            </a:solidFill>
            <a:prstDash val="solid"/>
          </a:ln>
        </p:spPr>
      </p:sp>
      <p:sp>
        <p:nvSpPr>
          <p:cNvPr id="379" name="lumia-token-stream-curve">
            <a:extLst>
              <a:ext uri="{FF2B5EF4-FFF2-40B4-BE49-F238E27FC236}">
                <a16:creationId xmlns:a16="http://schemas.microsoft.com/office/drawing/2014/main" id="{1F66DF94-F120-4A1A-ACF1-C73F03A64DC7}"/>
              </a:ext>
            </a:extLst>
          </p:cNvPr>
          <p:cNvSpPr>
            <a:spLocks noGrp="1"/>
          </p:cNvSpPr>
          <p:nvPr/>
        </p:nvSpPr>
        <p:spPr>
          <a:xfrm>
            <a:off x="2044625" y="5799501"/>
            <a:ext cx="230296" cy="15074"/>
          </a:xfrm>
          <a:custGeom>
            <a:avLst/>
            <a:gdLst/>
            <a:ahLst/>
            <a:cxnLst/>
            <a:rect l="0" t="0" r="0" b="0"/>
            <a:pathLst>
              <a:path w="230296" h="15074">
                <a:moveTo>
                  <a:pt x="0" y="15074"/>
                </a:moveTo>
                <a:lnTo>
                  <a:pt x="230296" y="0"/>
                </a:lnTo>
              </a:path>
            </a:pathLst>
          </a:custGeom>
          <a:noFill/>
          <a:ln w="5218">
            <a:solidFill>
              <a:srgbClr val="544AA8">
                <a:alpha val="9000"/>
              </a:srgbClr>
            </a:solidFill>
            <a:prstDash val="solid"/>
          </a:ln>
        </p:spPr>
      </p:sp>
      <p:sp>
        <p:nvSpPr>
          <p:cNvPr id="380" name="lumia-token-stream-curve">
            <a:extLst>
              <a:ext uri="{FF2B5EF4-FFF2-40B4-BE49-F238E27FC236}">
                <a16:creationId xmlns:a16="http://schemas.microsoft.com/office/drawing/2014/main" id="{2EAFC0AE-038E-4996-A55B-6338B3B4E827}"/>
              </a:ext>
            </a:extLst>
          </p:cNvPr>
          <p:cNvSpPr>
            <a:spLocks noGrp="1"/>
          </p:cNvSpPr>
          <p:nvPr/>
        </p:nvSpPr>
        <p:spPr>
          <a:xfrm>
            <a:off x="2274921" y="5789213"/>
            <a:ext cx="232817" cy="10288"/>
          </a:xfrm>
          <a:custGeom>
            <a:avLst/>
            <a:gdLst/>
            <a:ahLst/>
            <a:cxnLst/>
            <a:rect l="0" t="0" r="0" b="0"/>
            <a:pathLst>
              <a:path w="232817" h="10288">
                <a:moveTo>
                  <a:pt x="0" y="10288"/>
                </a:moveTo>
                <a:lnTo>
                  <a:pt x="232817" y="0"/>
                </a:lnTo>
              </a:path>
            </a:pathLst>
          </a:custGeom>
          <a:noFill/>
          <a:ln w="5218">
            <a:solidFill>
              <a:srgbClr val="5643A0">
                <a:alpha val="9000"/>
              </a:srgbClr>
            </a:solidFill>
            <a:prstDash val="solid"/>
          </a:ln>
        </p:spPr>
      </p:sp>
      <p:sp>
        <p:nvSpPr>
          <p:cNvPr id="381" name="lumia-token-stream-curve">
            <a:extLst>
              <a:ext uri="{FF2B5EF4-FFF2-40B4-BE49-F238E27FC236}">
                <a16:creationId xmlns:a16="http://schemas.microsoft.com/office/drawing/2014/main" id="{8E3D50D0-3ABB-4287-AB8B-84356BBB1964}"/>
              </a:ext>
            </a:extLst>
          </p:cNvPr>
          <p:cNvSpPr>
            <a:spLocks noGrp="1"/>
          </p:cNvSpPr>
          <p:nvPr/>
        </p:nvSpPr>
        <p:spPr>
          <a:xfrm>
            <a:off x="2507737" y="5783829"/>
            <a:ext cx="235331" cy="9525"/>
          </a:xfrm>
          <a:custGeom>
            <a:avLst/>
            <a:gdLst/>
            <a:ahLst/>
            <a:cxnLst/>
            <a:rect l="0" t="0" r="0" b="0"/>
            <a:pathLst>
              <a:path w="235331" h="9525">
                <a:moveTo>
                  <a:pt x="0" y="5384"/>
                </a:moveTo>
                <a:lnTo>
                  <a:pt x="235331" y="0"/>
                </a:lnTo>
              </a:path>
            </a:pathLst>
          </a:custGeom>
          <a:noFill/>
          <a:ln w="5218">
            <a:solidFill>
              <a:srgbClr val="583D97">
                <a:alpha val="9000"/>
              </a:srgbClr>
            </a:solidFill>
            <a:prstDash val="solid"/>
          </a:ln>
        </p:spPr>
      </p:sp>
      <p:sp>
        <p:nvSpPr>
          <p:cNvPr id="382" name="lumia-token-stream-curve">
            <a:extLst>
              <a:ext uri="{FF2B5EF4-FFF2-40B4-BE49-F238E27FC236}">
                <a16:creationId xmlns:a16="http://schemas.microsoft.com/office/drawing/2014/main" id="{137B2495-6CF9-41D7-B1CC-DBF8F082D0D6}"/>
              </a:ext>
            </a:extLst>
          </p:cNvPr>
          <p:cNvSpPr>
            <a:spLocks noGrp="1"/>
          </p:cNvSpPr>
          <p:nvPr/>
        </p:nvSpPr>
        <p:spPr>
          <a:xfrm>
            <a:off x="2743068" y="5782781"/>
            <a:ext cx="237838" cy="9525"/>
          </a:xfrm>
          <a:custGeom>
            <a:avLst/>
            <a:gdLst/>
            <a:ahLst/>
            <a:cxnLst/>
            <a:rect l="0" t="0" r="0" b="0"/>
            <a:pathLst>
              <a:path w="237838" h="9525">
                <a:moveTo>
                  <a:pt x="0" y="1048"/>
                </a:moveTo>
                <a:lnTo>
                  <a:pt x="237838" y="0"/>
                </a:lnTo>
              </a:path>
            </a:pathLst>
          </a:custGeom>
          <a:noFill/>
          <a:ln w="5218">
            <a:solidFill>
              <a:srgbClr val="623C8F">
                <a:alpha val="10000"/>
              </a:srgbClr>
            </a:solidFill>
            <a:prstDash val="solid"/>
          </a:ln>
        </p:spPr>
      </p:sp>
      <p:sp>
        <p:nvSpPr>
          <p:cNvPr id="383" name="lumia-token-stream-curve">
            <a:extLst>
              <a:ext uri="{FF2B5EF4-FFF2-40B4-BE49-F238E27FC236}">
                <a16:creationId xmlns:a16="http://schemas.microsoft.com/office/drawing/2014/main" id="{C34803E1-8905-4339-9C08-8808EED67538}"/>
              </a:ext>
            </a:extLst>
          </p:cNvPr>
          <p:cNvSpPr>
            <a:spLocks noGrp="1"/>
          </p:cNvSpPr>
          <p:nvPr/>
        </p:nvSpPr>
        <p:spPr>
          <a:xfrm>
            <a:off x="2980906" y="5782781"/>
            <a:ext cx="240338" cy="9525"/>
          </a:xfrm>
          <a:custGeom>
            <a:avLst/>
            <a:gdLst/>
            <a:ahLst/>
            <a:cxnLst/>
            <a:rect l="0" t="0" r="0" b="0"/>
            <a:pathLst>
              <a:path w="240338" h="9525">
                <a:moveTo>
                  <a:pt x="0" y="0"/>
                </a:moveTo>
                <a:lnTo>
                  <a:pt x="240338" y="2027"/>
                </a:lnTo>
              </a:path>
            </a:pathLst>
          </a:custGeom>
          <a:noFill/>
          <a:ln w="5218">
            <a:solidFill>
              <a:srgbClr val="6F3C86">
                <a:alpha val="10000"/>
              </a:srgbClr>
            </a:solidFill>
            <a:prstDash val="solid"/>
          </a:ln>
        </p:spPr>
      </p:sp>
      <p:sp>
        <p:nvSpPr>
          <p:cNvPr id="384" name="lumia-token-stream-curve">
            <a:extLst>
              <a:ext uri="{FF2B5EF4-FFF2-40B4-BE49-F238E27FC236}">
                <a16:creationId xmlns:a16="http://schemas.microsoft.com/office/drawing/2014/main" id="{98A72456-F225-481D-B19A-0E22762D9573}"/>
              </a:ext>
            </a:extLst>
          </p:cNvPr>
          <p:cNvSpPr>
            <a:spLocks noGrp="1"/>
          </p:cNvSpPr>
          <p:nvPr/>
        </p:nvSpPr>
        <p:spPr>
          <a:xfrm>
            <a:off x="3221244" y="5784808"/>
            <a:ext cx="242832" cy="9525"/>
          </a:xfrm>
          <a:custGeom>
            <a:avLst/>
            <a:gdLst/>
            <a:ahLst/>
            <a:cxnLst/>
            <a:rect l="0" t="0" r="0" b="0"/>
            <a:pathLst>
              <a:path w="242832" h="9525">
                <a:moveTo>
                  <a:pt x="0" y="0"/>
                </a:moveTo>
                <a:lnTo>
                  <a:pt x="242832" y="3209"/>
                </a:lnTo>
              </a:path>
            </a:pathLst>
          </a:custGeom>
          <a:noFill/>
          <a:ln w="5218">
            <a:solidFill>
              <a:srgbClr val="7C3D7E">
                <a:alpha val="10000"/>
              </a:srgbClr>
            </a:solidFill>
            <a:prstDash val="solid"/>
          </a:ln>
        </p:spPr>
      </p:sp>
      <p:sp>
        <p:nvSpPr>
          <p:cNvPr id="385" name="lumia-token-stream-curve">
            <a:extLst>
              <a:ext uri="{FF2B5EF4-FFF2-40B4-BE49-F238E27FC236}">
                <a16:creationId xmlns:a16="http://schemas.microsoft.com/office/drawing/2014/main" id="{0883F55C-6693-4188-9C1C-81688822B30A}"/>
              </a:ext>
            </a:extLst>
          </p:cNvPr>
          <p:cNvSpPr>
            <a:spLocks noGrp="1"/>
          </p:cNvSpPr>
          <p:nvPr/>
        </p:nvSpPr>
        <p:spPr>
          <a:xfrm>
            <a:off x="3464075" y="5788017"/>
            <a:ext cx="245319" cy="9525"/>
          </a:xfrm>
          <a:custGeom>
            <a:avLst/>
            <a:gdLst/>
            <a:ahLst/>
            <a:cxnLst/>
            <a:rect l="0" t="0" r="0" b="0"/>
            <a:pathLst>
              <a:path w="245319" h="9525">
                <a:moveTo>
                  <a:pt x="0" y="0"/>
                </a:moveTo>
                <a:lnTo>
                  <a:pt x="245319" y="1995"/>
                </a:lnTo>
              </a:path>
            </a:pathLst>
          </a:custGeom>
          <a:noFill/>
          <a:ln w="5218">
            <a:solidFill>
              <a:srgbClr val="893E75">
                <a:alpha val="10000"/>
              </a:srgbClr>
            </a:solidFill>
            <a:prstDash val="solid"/>
          </a:ln>
        </p:spPr>
      </p:sp>
      <p:sp>
        <p:nvSpPr>
          <p:cNvPr id="386" name="lumia-token-stream-curve">
            <a:extLst>
              <a:ext uri="{FF2B5EF4-FFF2-40B4-BE49-F238E27FC236}">
                <a16:creationId xmlns:a16="http://schemas.microsoft.com/office/drawing/2014/main" id="{180BBFE0-52B2-4BAD-81CC-DF9773261E9C}"/>
              </a:ext>
            </a:extLst>
          </p:cNvPr>
          <p:cNvSpPr>
            <a:spLocks noGrp="1"/>
          </p:cNvSpPr>
          <p:nvPr/>
        </p:nvSpPr>
        <p:spPr>
          <a:xfrm>
            <a:off x="3709394" y="5788087"/>
            <a:ext cx="247799" cy="9525"/>
          </a:xfrm>
          <a:custGeom>
            <a:avLst/>
            <a:gdLst/>
            <a:ahLst/>
            <a:cxnLst/>
            <a:rect l="0" t="0" r="0" b="0"/>
            <a:pathLst>
              <a:path w="247799" h="9525">
                <a:moveTo>
                  <a:pt x="0" y="1926"/>
                </a:moveTo>
                <a:lnTo>
                  <a:pt x="247799" y="0"/>
                </a:lnTo>
              </a:path>
            </a:pathLst>
          </a:custGeom>
          <a:noFill/>
          <a:ln w="5219">
            <a:solidFill>
              <a:srgbClr val="963E6C">
                <a:alpha val="10000"/>
              </a:srgbClr>
            </a:solidFill>
            <a:prstDash val="solid"/>
          </a:ln>
        </p:spPr>
      </p:sp>
      <p:sp>
        <p:nvSpPr>
          <p:cNvPr id="387" name="lumia-token-stream-curve">
            <a:extLst>
              <a:ext uri="{FF2B5EF4-FFF2-40B4-BE49-F238E27FC236}">
                <a16:creationId xmlns:a16="http://schemas.microsoft.com/office/drawing/2014/main" id="{E2FEB6AB-1319-433F-93E3-D34ECAC82426}"/>
              </a:ext>
            </a:extLst>
          </p:cNvPr>
          <p:cNvSpPr>
            <a:spLocks noGrp="1"/>
          </p:cNvSpPr>
          <p:nvPr/>
        </p:nvSpPr>
        <p:spPr>
          <a:xfrm>
            <a:off x="3957193" y="5779466"/>
            <a:ext cx="250272" cy="9525"/>
          </a:xfrm>
          <a:custGeom>
            <a:avLst/>
            <a:gdLst/>
            <a:ahLst/>
            <a:cxnLst/>
            <a:rect l="0" t="0" r="0" b="0"/>
            <a:pathLst>
              <a:path w="250272" h="9525">
                <a:moveTo>
                  <a:pt x="0" y="8621"/>
                </a:moveTo>
                <a:lnTo>
                  <a:pt x="250272" y="0"/>
                </a:lnTo>
              </a:path>
            </a:pathLst>
          </a:custGeom>
          <a:noFill/>
          <a:ln w="5235">
            <a:solidFill>
              <a:srgbClr val="A33F64">
                <a:alpha val="11000"/>
              </a:srgbClr>
            </a:solidFill>
            <a:prstDash val="solid"/>
          </a:ln>
        </p:spPr>
      </p:sp>
      <p:sp>
        <p:nvSpPr>
          <p:cNvPr id="388" name="lumia-token-stream-curve">
            <a:extLst>
              <a:ext uri="{FF2B5EF4-FFF2-40B4-BE49-F238E27FC236}">
                <a16:creationId xmlns:a16="http://schemas.microsoft.com/office/drawing/2014/main" id="{C606CC57-7A90-4FA1-93F9-94F80A0CD599}"/>
              </a:ext>
            </a:extLst>
          </p:cNvPr>
          <p:cNvSpPr>
            <a:spLocks noGrp="1"/>
          </p:cNvSpPr>
          <p:nvPr/>
        </p:nvSpPr>
        <p:spPr>
          <a:xfrm>
            <a:off x="4207465" y="5761579"/>
            <a:ext cx="252739" cy="17887"/>
          </a:xfrm>
          <a:custGeom>
            <a:avLst/>
            <a:gdLst/>
            <a:ahLst/>
            <a:cxnLst/>
            <a:rect l="0" t="0" r="0" b="0"/>
            <a:pathLst>
              <a:path w="252739" h="17887">
                <a:moveTo>
                  <a:pt x="0" y="17887"/>
                </a:moveTo>
                <a:lnTo>
                  <a:pt x="252739" y="0"/>
                </a:lnTo>
              </a:path>
            </a:pathLst>
          </a:custGeom>
          <a:noFill/>
          <a:ln w="5271">
            <a:solidFill>
              <a:srgbClr val="B0405B">
                <a:alpha val="11000"/>
              </a:srgbClr>
            </a:solidFill>
            <a:prstDash val="solid"/>
          </a:ln>
        </p:spPr>
      </p:sp>
      <p:sp>
        <p:nvSpPr>
          <p:cNvPr id="389" name="lumia-token-stream-curve">
            <a:extLst>
              <a:ext uri="{FF2B5EF4-FFF2-40B4-BE49-F238E27FC236}">
                <a16:creationId xmlns:a16="http://schemas.microsoft.com/office/drawing/2014/main" id="{3DCB909A-8F4C-4F40-9267-9912EC5610C4}"/>
              </a:ext>
            </a:extLst>
          </p:cNvPr>
          <p:cNvSpPr>
            <a:spLocks noGrp="1"/>
          </p:cNvSpPr>
          <p:nvPr/>
        </p:nvSpPr>
        <p:spPr>
          <a:xfrm>
            <a:off x="4460204" y="5732335"/>
            <a:ext cx="255199" cy="29244"/>
          </a:xfrm>
          <a:custGeom>
            <a:avLst/>
            <a:gdLst/>
            <a:ahLst/>
            <a:cxnLst/>
            <a:rect l="0" t="0" r="0" b="0"/>
            <a:pathLst>
              <a:path w="255199" h="29244">
                <a:moveTo>
                  <a:pt x="0" y="29244"/>
                </a:moveTo>
                <a:lnTo>
                  <a:pt x="255199" y="0"/>
                </a:lnTo>
              </a:path>
            </a:pathLst>
          </a:custGeom>
          <a:noFill/>
          <a:ln w="5325">
            <a:solidFill>
              <a:srgbClr val="BD4153">
                <a:alpha val="11000"/>
              </a:srgbClr>
            </a:solidFill>
            <a:prstDash val="solid"/>
          </a:ln>
        </p:spPr>
      </p:sp>
      <p:sp>
        <p:nvSpPr>
          <p:cNvPr id="390" name="lumia-token-stream-curve">
            <a:extLst>
              <a:ext uri="{FF2B5EF4-FFF2-40B4-BE49-F238E27FC236}">
                <a16:creationId xmlns:a16="http://schemas.microsoft.com/office/drawing/2014/main" id="{1DE0BF28-59CA-4304-B62B-95D6B1790A7A}"/>
              </a:ext>
            </a:extLst>
          </p:cNvPr>
          <p:cNvSpPr>
            <a:spLocks noGrp="1"/>
          </p:cNvSpPr>
          <p:nvPr/>
        </p:nvSpPr>
        <p:spPr>
          <a:xfrm>
            <a:off x="4715403" y="5690368"/>
            <a:ext cx="257652" cy="41967"/>
          </a:xfrm>
          <a:custGeom>
            <a:avLst/>
            <a:gdLst/>
            <a:ahLst/>
            <a:cxnLst/>
            <a:rect l="0" t="0" r="0" b="0"/>
            <a:pathLst>
              <a:path w="257652" h="41967">
                <a:moveTo>
                  <a:pt x="0" y="41967"/>
                </a:moveTo>
                <a:lnTo>
                  <a:pt x="257652" y="0"/>
                </a:lnTo>
              </a:path>
            </a:pathLst>
          </a:custGeom>
          <a:noFill/>
          <a:ln w="5397">
            <a:solidFill>
              <a:srgbClr val="CA414A">
                <a:alpha val="12000"/>
              </a:srgbClr>
            </a:solidFill>
            <a:prstDash val="solid"/>
          </a:ln>
        </p:spPr>
      </p:sp>
      <p:sp>
        <p:nvSpPr>
          <p:cNvPr id="391" name="lumia-token-stream-curve">
            <a:extLst>
              <a:ext uri="{FF2B5EF4-FFF2-40B4-BE49-F238E27FC236}">
                <a16:creationId xmlns:a16="http://schemas.microsoft.com/office/drawing/2014/main" id="{189F041A-CA52-41DC-98F6-2F5E8FF708FB}"/>
              </a:ext>
            </a:extLst>
          </p:cNvPr>
          <p:cNvSpPr>
            <a:spLocks noGrp="1"/>
          </p:cNvSpPr>
          <p:nvPr/>
        </p:nvSpPr>
        <p:spPr>
          <a:xfrm>
            <a:off x="4973055" y="5635226"/>
            <a:ext cx="260099" cy="55142"/>
          </a:xfrm>
          <a:custGeom>
            <a:avLst/>
            <a:gdLst/>
            <a:ahLst/>
            <a:cxnLst/>
            <a:rect l="0" t="0" r="0" b="0"/>
            <a:pathLst>
              <a:path w="260099" h="55142">
                <a:moveTo>
                  <a:pt x="0" y="55142"/>
                </a:moveTo>
                <a:lnTo>
                  <a:pt x="260099" y="0"/>
                </a:lnTo>
              </a:path>
            </a:pathLst>
          </a:custGeom>
          <a:noFill/>
          <a:ln w="5484">
            <a:solidFill>
              <a:srgbClr val="D74242">
                <a:alpha val="12000"/>
              </a:srgbClr>
            </a:solidFill>
            <a:prstDash val="solid"/>
          </a:ln>
        </p:spPr>
      </p:sp>
      <p:sp>
        <p:nvSpPr>
          <p:cNvPr id="392" name="lumia-token-stream-curve">
            <a:extLst>
              <a:ext uri="{FF2B5EF4-FFF2-40B4-BE49-F238E27FC236}">
                <a16:creationId xmlns:a16="http://schemas.microsoft.com/office/drawing/2014/main" id="{F16F79D0-1C6B-4926-804D-DB81B60DBB7D}"/>
              </a:ext>
            </a:extLst>
          </p:cNvPr>
          <p:cNvSpPr>
            <a:spLocks noGrp="1"/>
          </p:cNvSpPr>
          <p:nvPr/>
        </p:nvSpPr>
        <p:spPr>
          <a:xfrm>
            <a:off x="5233154" y="5567472"/>
            <a:ext cx="262539" cy="67753"/>
          </a:xfrm>
          <a:custGeom>
            <a:avLst/>
            <a:gdLst/>
            <a:ahLst/>
            <a:cxnLst/>
            <a:rect l="0" t="0" r="0" b="0"/>
            <a:pathLst>
              <a:path w="262539" h="67753">
                <a:moveTo>
                  <a:pt x="0" y="67753"/>
                </a:moveTo>
                <a:lnTo>
                  <a:pt x="262539" y="0"/>
                </a:lnTo>
              </a:path>
            </a:pathLst>
          </a:custGeom>
          <a:noFill/>
          <a:ln w="5586">
            <a:solidFill>
              <a:srgbClr val="E44339">
                <a:alpha val="13000"/>
              </a:srgbClr>
            </a:solidFill>
            <a:prstDash val="solid"/>
          </a:ln>
        </p:spPr>
      </p:sp>
      <p:sp>
        <p:nvSpPr>
          <p:cNvPr id="393" name="lumia-token-stream-curve">
            <a:extLst>
              <a:ext uri="{FF2B5EF4-FFF2-40B4-BE49-F238E27FC236}">
                <a16:creationId xmlns:a16="http://schemas.microsoft.com/office/drawing/2014/main" id="{98793AB1-C10A-4071-BCB7-6B1F3CFCB667}"/>
              </a:ext>
            </a:extLst>
          </p:cNvPr>
          <p:cNvSpPr>
            <a:spLocks noGrp="1"/>
          </p:cNvSpPr>
          <p:nvPr/>
        </p:nvSpPr>
        <p:spPr>
          <a:xfrm>
            <a:off x="5495693" y="5488682"/>
            <a:ext cx="264972" cy="78790"/>
          </a:xfrm>
          <a:custGeom>
            <a:avLst/>
            <a:gdLst/>
            <a:ahLst/>
            <a:cxnLst/>
            <a:rect l="0" t="0" r="0" b="0"/>
            <a:pathLst>
              <a:path w="264972" h="78790">
                <a:moveTo>
                  <a:pt x="0" y="78790"/>
                </a:moveTo>
                <a:lnTo>
                  <a:pt x="264972" y="0"/>
                </a:lnTo>
              </a:path>
            </a:pathLst>
          </a:custGeom>
          <a:noFill/>
          <a:ln w="5700">
            <a:solidFill>
              <a:srgbClr val="EB4833">
                <a:alpha val="13000"/>
              </a:srgbClr>
            </a:solidFill>
            <a:prstDash val="solid"/>
          </a:ln>
        </p:spPr>
      </p:sp>
      <p:sp>
        <p:nvSpPr>
          <p:cNvPr id="394" name="lumia-token-stream-curve">
            <a:extLst>
              <a:ext uri="{FF2B5EF4-FFF2-40B4-BE49-F238E27FC236}">
                <a16:creationId xmlns:a16="http://schemas.microsoft.com/office/drawing/2014/main" id="{49B8962C-8124-4355-9453-5CA8D9C229FF}"/>
              </a:ext>
            </a:extLst>
          </p:cNvPr>
          <p:cNvSpPr>
            <a:spLocks noGrp="1"/>
          </p:cNvSpPr>
          <p:nvPr/>
        </p:nvSpPr>
        <p:spPr>
          <a:xfrm>
            <a:off x="5760665" y="5401317"/>
            <a:ext cx="267398" cy="87366"/>
          </a:xfrm>
          <a:custGeom>
            <a:avLst/>
            <a:gdLst/>
            <a:ahLst/>
            <a:cxnLst/>
            <a:rect l="0" t="0" r="0" b="0"/>
            <a:pathLst>
              <a:path w="267398" h="87366">
                <a:moveTo>
                  <a:pt x="0" y="87366"/>
                </a:moveTo>
                <a:lnTo>
                  <a:pt x="267398" y="0"/>
                </a:lnTo>
              </a:path>
            </a:pathLst>
          </a:custGeom>
          <a:noFill/>
          <a:ln w="5825">
            <a:solidFill>
              <a:srgbClr val="EC532F">
                <a:alpha val="14000"/>
              </a:srgbClr>
            </a:solidFill>
            <a:prstDash val="solid"/>
          </a:ln>
        </p:spPr>
      </p:sp>
      <p:sp>
        <p:nvSpPr>
          <p:cNvPr id="395" name="lumia-token-stream-curve">
            <a:extLst>
              <a:ext uri="{FF2B5EF4-FFF2-40B4-BE49-F238E27FC236}">
                <a16:creationId xmlns:a16="http://schemas.microsoft.com/office/drawing/2014/main" id="{56A5EB41-D1D3-4BE3-A87E-45A8B180651A}"/>
              </a:ext>
            </a:extLst>
          </p:cNvPr>
          <p:cNvSpPr>
            <a:spLocks noGrp="1"/>
          </p:cNvSpPr>
          <p:nvPr/>
        </p:nvSpPr>
        <p:spPr>
          <a:xfrm>
            <a:off x="6028063" y="5308484"/>
            <a:ext cx="269818" cy="92833"/>
          </a:xfrm>
          <a:custGeom>
            <a:avLst/>
            <a:gdLst/>
            <a:ahLst/>
            <a:cxnLst/>
            <a:rect l="0" t="0" r="0" b="0"/>
            <a:pathLst>
              <a:path w="269818" h="92833">
                <a:moveTo>
                  <a:pt x="0" y="92833"/>
                </a:moveTo>
                <a:lnTo>
                  <a:pt x="269818" y="0"/>
                </a:lnTo>
              </a:path>
            </a:pathLst>
          </a:custGeom>
          <a:noFill/>
          <a:ln w="5959">
            <a:solidFill>
              <a:srgbClr val="EE5E2A">
                <a:alpha val="14000"/>
              </a:srgbClr>
            </a:solidFill>
            <a:prstDash val="solid"/>
          </a:ln>
        </p:spPr>
      </p:sp>
      <p:sp>
        <p:nvSpPr>
          <p:cNvPr id="396" name="lumia-token-stream-curve">
            <a:extLst>
              <a:ext uri="{FF2B5EF4-FFF2-40B4-BE49-F238E27FC236}">
                <a16:creationId xmlns:a16="http://schemas.microsoft.com/office/drawing/2014/main" id="{6D2969AD-05CC-4075-9533-FE1734849EB9}"/>
              </a:ext>
            </a:extLst>
          </p:cNvPr>
          <p:cNvSpPr>
            <a:spLocks noGrp="1"/>
          </p:cNvSpPr>
          <p:nvPr/>
        </p:nvSpPr>
        <p:spPr>
          <a:xfrm>
            <a:off x="6297881" y="5213602"/>
            <a:ext cx="272231" cy="94882"/>
          </a:xfrm>
          <a:custGeom>
            <a:avLst/>
            <a:gdLst/>
            <a:ahLst/>
            <a:cxnLst/>
            <a:rect l="0" t="0" r="0" b="0"/>
            <a:pathLst>
              <a:path w="272231" h="94882">
                <a:moveTo>
                  <a:pt x="0" y="94882"/>
                </a:moveTo>
                <a:lnTo>
                  <a:pt x="272231" y="0"/>
                </a:lnTo>
              </a:path>
            </a:pathLst>
          </a:custGeom>
          <a:noFill/>
          <a:ln w="6102">
            <a:solidFill>
              <a:srgbClr val="EF6926">
                <a:alpha val="14000"/>
              </a:srgbClr>
            </a:solidFill>
            <a:prstDash val="solid"/>
          </a:ln>
        </p:spPr>
      </p:sp>
      <p:sp>
        <p:nvSpPr>
          <p:cNvPr id="397" name="lumia-token-stream-curve">
            <a:extLst>
              <a:ext uri="{FF2B5EF4-FFF2-40B4-BE49-F238E27FC236}">
                <a16:creationId xmlns:a16="http://schemas.microsoft.com/office/drawing/2014/main" id="{9DC338E5-7E8E-4209-91D2-982D1CDFEAA1}"/>
              </a:ext>
            </a:extLst>
          </p:cNvPr>
          <p:cNvSpPr>
            <a:spLocks noGrp="1"/>
          </p:cNvSpPr>
          <p:nvPr/>
        </p:nvSpPr>
        <p:spPr>
          <a:xfrm>
            <a:off x="6570111" y="5119999"/>
            <a:ext cx="274637" cy="93603"/>
          </a:xfrm>
          <a:custGeom>
            <a:avLst/>
            <a:gdLst/>
            <a:ahLst/>
            <a:cxnLst/>
            <a:rect l="0" t="0" r="0" b="0"/>
            <a:pathLst>
              <a:path w="274637" h="93603">
                <a:moveTo>
                  <a:pt x="0" y="93603"/>
                </a:moveTo>
                <a:lnTo>
                  <a:pt x="274637" y="0"/>
                </a:lnTo>
              </a:path>
            </a:pathLst>
          </a:custGeom>
          <a:noFill/>
          <a:ln w="6251">
            <a:solidFill>
              <a:srgbClr val="F17322">
                <a:alpha val="15000"/>
              </a:srgbClr>
            </a:solidFill>
            <a:prstDash val="solid"/>
          </a:ln>
        </p:spPr>
      </p:sp>
      <p:sp>
        <p:nvSpPr>
          <p:cNvPr id="398" name="lumia-token-stream-curve">
            <a:extLst>
              <a:ext uri="{FF2B5EF4-FFF2-40B4-BE49-F238E27FC236}">
                <a16:creationId xmlns:a16="http://schemas.microsoft.com/office/drawing/2014/main" id="{2C6274DD-905E-4479-9BEC-9BC3D4CDBF35}"/>
              </a:ext>
            </a:extLst>
          </p:cNvPr>
          <p:cNvSpPr>
            <a:spLocks noGrp="1"/>
          </p:cNvSpPr>
          <p:nvPr/>
        </p:nvSpPr>
        <p:spPr>
          <a:xfrm>
            <a:off x="6844748" y="5030486"/>
            <a:ext cx="277036" cy="89513"/>
          </a:xfrm>
          <a:custGeom>
            <a:avLst/>
            <a:gdLst/>
            <a:ahLst/>
            <a:cxnLst/>
            <a:rect l="0" t="0" r="0" b="0"/>
            <a:pathLst>
              <a:path w="277036" h="89513">
                <a:moveTo>
                  <a:pt x="0" y="89513"/>
                </a:moveTo>
                <a:lnTo>
                  <a:pt x="277036" y="0"/>
                </a:lnTo>
              </a:path>
            </a:pathLst>
          </a:custGeom>
          <a:noFill/>
          <a:ln w="6405">
            <a:solidFill>
              <a:srgbClr val="F27E1E">
                <a:alpha val="15000"/>
              </a:srgbClr>
            </a:solidFill>
            <a:prstDash val="solid"/>
          </a:ln>
        </p:spPr>
      </p:sp>
      <p:sp>
        <p:nvSpPr>
          <p:cNvPr id="399" name="lumia-token-stream-curve">
            <a:extLst>
              <a:ext uri="{FF2B5EF4-FFF2-40B4-BE49-F238E27FC236}">
                <a16:creationId xmlns:a16="http://schemas.microsoft.com/office/drawing/2014/main" id="{E5E36EE9-3BBD-40F5-A0F4-AC97ED1FECD6}"/>
              </a:ext>
            </a:extLst>
          </p:cNvPr>
          <p:cNvSpPr>
            <a:spLocks noGrp="1"/>
          </p:cNvSpPr>
          <p:nvPr/>
        </p:nvSpPr>
        <p:spPr>
          <a:xfrm>
            <a:off x="7121785" y="4946967"/>
            <a:ext cx="279429" cy="83519"/>
          </a:xfrm>
          <a:custGeom>
            <a:avLst/>
            <a:gdLst/>
            <a:ahLst/>
            <a:cxnLst/>
            <a:rect l="0" t="0" r="0" b="0"/>
            <a:pathLst>
              <a:path w="279429" h="83519">
                <a:moveTo>
                  <a:pt x="0" y="83519"/>
                </a:moveTo>
                <a:lnTo>
                  <a:pt x="279429" y="0"/>
                </a:lnTo>
              </a:path>
            </a:pathLst>
          </a:custGeom>
          <a:noFill/>
          <a:ln w="6563">
            <a:solidFill>
              <a:srgbClr val="F48919">
                <a:alpha val="16000"/>
              </a:srgbClr>
            </a:solidFill>
            <a:prstDash val="solid"/>
          </a:ln>
        </p:spPr>
      </p:sp>
      <p:sp>
        <p:nvSpPr>
          <p:cNvPr id="400" name="lumia-token-stream-curve">
            <a:extLst>
              <a:ext uri="{FF2B5EF4-FFF2-40B4-BE49-F238E27FC236}">
                <a16:creationId xmlns:a16="http://schemas.microsoft.com/office/drawing/2014/main" id="{4A25A09F-26F3-43E7-BB98-5BEEE845D3E1}"/>
              </a:ext>
            </a:extLst>
          </p:cNvPr>
          <p:cNvSpPr>
            <a:spLocks noGrp="1"/>
          </p:cNvSpPr>
          <p:nvPr/>
        </p:nvSpPr>
        <p:spPr>
          <a:xfrm>
            <a:off x="7401214" y="4870131"/>
            <a:ext cx="281815" cy="76836"/>
          </a:xfrm>
          <a:custGeom>
            <a:avLst/>
            <a:gdLst/>
            <a:ahLst/>
            <a:cxnLst/>
            <a:rect l="0" t="0" r="0" b="0"/>
            <a:pathLst>
              <a:path w="281815" h="76836">
                <a:moveTo>
                  <a:pt x="0" y="76836"/>
                </a:moveTo>
                <a:lnTo>
                  <a:pt x="281815" y="0"/>
                </a:lnTo>
              </a:path>
            </a:pathLst>
          </a:custGeom>
          <a:noFill/>
          <a:ln w="6723">
            <a:solidFill>
              <a:srgbClr val="F59415">
                <a:alpha val="16000"/>
              </a:srgbClr>
            </a:solidFill>
            <a:prstDash val="solid"/>
          </a:ln>
        </p:spPr>
      </p:sp>
      <p:sp>
        <p:nvSpPr>
          <p:cNvPr id="401" name="lumia-token-stream-curve">
            <a:extLst>
              <a:ext uri="{FF2B5EF4-FFF2-40B4-BE49-F238E27FC236}">
                <a16:creationId xmlns:a16="http://schemas.microsoft.com/office/drawing/2014/main" id="{3F46CEC9-6AD1-4EB9-941C-A9E5389CD1F3}"/>
              </a:ext>
            </a:extLst>
          </p:cNvPr>
          <p:cNvSpPr>
            <a:spLocks noGrp="1"/>
          </p:cNvSpPr>
          <p:nvPr/>
        </p:nvSpPr>
        <p:spPr>
          <a:xfrm>
            <a:off x="7683029" y="4799279"/>
            <a:ext cx="284194" cy="70852"/>
          </a:xfrm>
          <a:custGeom>
            <a:avLst/>
            <a:gdLst/>
            <a:ahLst/>
            <a:cxnLst/>
            <a:rect l="0" t="0" r="0" b="0"/>
            <a:pathLst>
              <a:path w="284194" h="70852">
                <a:moveTo>
                  <a:pt x="0" y="70852"/>
                </a:moveTo>
                <a:lnTo>
                  <a:pt x="284194" y="0"/>
                </a:lnTo>
              </a:path>
            </a:pathLst>
          </a:custGeom>
          <a:noFill/>
          <a:ln w="6884">
            <a:solidFill>
              <a:srgbClr val="F79E11">
                <a:alpha val="17000"/>
              </a:srgbClr>
            </a:solidFill>
            <a:prstDash val="solid"/>
          </a:ln>
        </p:spPr>
      </p:sp>
      <p:sp>
        <p:nvSpPr>
          <p:cNvPr id="402" name="lumia-token-stream-curve">
            <a:extLst>
              <a:ext uri="{FF2B5EF4-FFF2-40B4-BE49-F238E27FC236}">
                <a16:creationId xmlns:a16="http://schemas.microsoft.com/office/drawing/2014/main" id="{3D1194FD-357F-4320-A996-F131B5C60FF2}"/>
              </a:ext>
            </a:extLst>
          </p:cNvPr>
          <p:cNvSpPr>
            <a:spLocks noGrp="1"/>
          </p:cNvSpPr>
          <p:nvPr/>
        </p:nvSpPr>
        <p:spPr>
          <a:xfrm>
            <a:off x="7967223" y="4732322"/>
            <a:ext cx="286567" cy="66957"/>
          </a:xfrm>
          <a:custGeom>
            <a:avLst/>
            <a:gdLst/>
            <a:ahLst/>
            <a:cxnLst/>
            <a:rect l="0" t="0" r="0" b="0"/>
            <a:pathLst>
              <a:path w="286567" h="66957">
                <a:moveTo>
                  <a:pt x="0" y="66957"/>
                </a:moveTo>
                <a:lnTo>
                  <a:pt x="286567" y="0"/>
                </a:lnTo>
              </a:path>
            </a:pathLst>
          </a:custGeom>
          <a:noFill/>
          <a:ln w="7043">
            <a:solidFill>
              <a:srgbClr val="F8A90C">
                <a:alpha val="17000"/>
              </a:srgbClr>
            </a:solidFill>
            <a:prstDash val="solid"/>
          </a:ln>
        </p:spPr>
      </p:sp>
      <p:sp>
        <p:nvSpPr>
          <p:cNvPr id="403" name="lumia-token-stream-curve">
            <a:extLst>
              <a:ext uri="{FF2B5EF4-FFF2-40B4-BE49-F238E27FC236}">
                <a16:creationId xmlns:a16="http://schemas.microsoft.com/office/drawing/2014/main" id="{149684CA-A561-4E69-B3EB-45EF34715ADC}"/>
              </a:ext>
            </a:extLst>
          </p:cNvPr>
          <p:cNvSpPr>
            <a:spLocks noGrp="1"/>
          </p:cNvSpPr>
          <p:nvPr/>
        </p:nvSpPr>
        <p:spPr>
          <a:xfrm>
            <a:off x="8253790" y="4665962"/>
            <a:ext cx="288933" cy="66360"/>
          </a:xfrm>
          <a:custGeom>
            <a:avLst/>
            <a:gdLst/>
            <a:ahLst/>
            <a:cxnLst/>
            <a:rect l="0" t="0" r="0" b="0"/>
            <a:pathLst>
              <a:path w="288933" h="66360">
                <a:moveTo>
                  <a:pt x="0" y="66360"/>
                </a:moveTo>
                <a:lnTo>
                  <a:pt x="288933" y="0"/>
                </a:lnTo>
              </a:path>
            </a:pathLst>
          </a:custGeom>
          <a:noFill/>
          <a:ln w="7200">
            <a:solidFill>
              <a:srgbClr val="FAB408">
                <a:alpha val="18000"/>
              </a:srgbClr>
            </a:solidFill>
            <a:prstDash val="solid"/>
          </a:ln>
        </p:spPr>
      </p:sp>
      <p:sp>
        <p:nvSpPr>
          <p:cNvPr id="404" name="lumia-token-stream-curve">
            <a:extLst>
              <a:ext uri="{FF2B5EF4-FFF2-40B4-BE49-F238E27FC236}">
                <a16:creationId xmlns:a16="http://schemas.microsoft.com/office/drawing/2014/main" id="{2E290F43-2BAF-4EAC-9062-5AF0C66E41DD}"/>
              </a:ext>
            </a:extLst>
          </p:cNvPr>
          <p:cNvSpPr>
            <a:spLocks noGrp="1"/>
          </p:cNvSpPr>
          <p:nvPr/>
        </p:nvSpPr>
        <p:spPr>
          <a:xfrm>
            <a:off x="8542723" y="4596056"/>
            <a:ext cx="291292" cy="69906"/>
          </a:xfrm>
          <a:custGeom>
            <a:avLst/>
            <a:gdLst/>
            <a:ahLst/>
            <a:cxnLst/>
            <a:rect l="0" t="0" r="0" b="0"/>
            <a:pathLst>
              <a:path w="291292" h="69906">
                <a:moveTo>
                  <a:pt x="0" y="69906"/>
                </a:moveTo>
                <a:lnTo>
                  <a:pt x="291292" y="0"/>
                </a:lnTo>
              </a:path>
            </a:pathLst>
          </a:custGeom>
          <a:noFill/>
          <a:ln w="7354">
            <a:solidFill>
              <a:srgbClr val="F7BC07">
                <a:alpha val="18000"/>
              </a:srgbClr>
            </a:solidFill>
            <a:prstDash val="solid"/>
          </a:ln>
        </p:spPr>
      </p:sp>
      <p:sp>
        <p:nvSpPr>
          <p:cNvPr id="405" name="lumia-token-stream-curve">
            <a:extLst>
              <a:ext uri="{FF2B5EF4-FFF2-40B4-BE49-F238E27FC236}">
                <a16:creationId xmlns:a16="http://schemas.microsoft.com/office/drawing/2014/main" id="{D7C54C1B-F06D-482B-82F0-A13FFC657317}"/>
              </a:ext>
            </a:extLst>
          </p:cNvPr>
          <p:cNvSpPr>
            <a:spLocks noGrp="1"/>
          </p:cNvSpPr>
          <p:nvPr/>
        </p:nvSpPr>
        <p:spPr>
          <a:xfrm>
            <a:off x="8834015" y="4518123"/>
            <a:ext cx="293644" cy="77933"/>
          </a:xfrm>
          <a:custGeom>
            <a:avLst/>
            <a:gdLst/>
            <a:ahLst/>
            <a:cxnLst/>
            <a:rect l="0" t="0" r="0" b="0"/>
            <a:pathLst>
              <a:path w="293644" h="77933">
                <a:moveTo>
                  <a:pt x="0" y="77933"/>
                </a:moveTo>
                <a:lnTo>
                  <a:pt x="293644" y="0"/>
                </a:lnTo>
              </a:path>
            </a:pathLst>
          </a:custGeom>
          <a:noFill/>
          <a:ln w="7501">
            <a:solidFill>
              <a:srgbClr val="E5BA0E">
                <a:alpha val="18000"/>
              </a:srgbClr>
            </a:solidFill>
            <a:prstDash val="solid"/>
          </a:ln>
        </p:spPr>
      </p:sp>
      <p:sp>
        <p:nvSpPr>
          <p:cNvPr id="406" name="lumia-token-stream-curve">
            <a:extLst>
              <a:ext uri="{FF2B5EF4-FFF2-40B4-BE49-F238E27FC236}">
                <a16:creationId xmlns:a16="http://schemas.microsoft.com/office/drawing/2014/main" id="{3C49C301-EA72-495D-BDE5-9D991564242F}"/>
              </a:ext>
            </a:extLst>
          </p:cNvPr>
          <p:cNvSpPr>
            <a:spLocks noGrp="1"/>
          </p:cNvSpPr>
          <p:nvPr/>
        </p:nvSpPr>
        <p:spPr>
          <a:xfrm>
            <a:off x="9127659" y="4427931"/>
            <a:ext cx="295990" cy="90191"/>
          </a:xfrm>
          <a:custGeom>
            <a:avLst/>
            <a:gdLst/>
            <a:ahLst/>
            <a:cxnLst/>
            <a:rect l="0" t="0" r="0" b="0"/>
            <a:pathLst>
              <a:path w="295990" h="90191">
                <a:moveTo>
                  <a:pt x="0" y="90191"/>
                </a:moveTo>
                <a:lnTo>
                  <a:pt x="295990" y="0"/>
                </a:lnTo>
              </a:path>
            </a:pathLst>
          </a:custGeom>
          <a:noFill/>
          <a:ln w="7642">
            <a:solidFill>
              <a:srgbClr val="D3B815">
                <a:alpha val="19000"/>
              </a:srgbClr>
            </a:solidFill>
            <a:prstDash val="solid"/>
          </a:ln>
        </p:spPr>
      </p:sp>
      <p:sp>
        <p:nvSpPr>
          <p:cNvPr id="407" name="lumia-token-stream-curve">
            <a:extLst>
              <a:ext uri="{FF2B5EF4-FFF2-40B4-BE49-F238E27FC236}">
                <a16:creationId xmlns:a16="http://schemas.microsoft.com/office/drawing/2014/main" id="{0FBB9A31-0CCD-441B-B908-AAAB25D4A4E4}"/>
              </a:ext>
            </a:extLst>
          </p:cNvPr>
          <p:cNvSpPr>
            <a:spLocks noGrp="1"/>
          </p:cNvSpPr>
          <p:nvPr/>
        </p:nvSpPr>
        <p:spPr>
          <a:xfrm>
            <a:off x="9423649" y="4322101"/>
            <a:ext cx="298329" cy="105831"/>
          </a:xfrm>
          <a:custGeom>
            <a:avLst/>
            <a:gdLst/>
            <a:ahLst/>
            <a:cxnLst/>
            <a:rect l="0" t="0" r="0" b="0"/>
            <a:pathLst>
              <a:path w="298329" h="105831">
                <a:moveTo>
                  <a:pt x="0" y="105831"/>
                </a:moveTo>
                <a:lnTo>
                  <a:pt x="298329" y="0"/>
                </a:lnTo>
              </a:path>
            </a:pathLst>
          </a:custGeom>
          <a:noFill/>
          <a:ln w="7774">
            <a:solidFill>
              <a:srgbClr val="C2B61C">
                <a:alpha val="19000"/>
              </a:srgbClr>
            </a:solidFill>
            <a:prstDash val="solid"/>
          </a:ln>
        </p:spPr>
      </p:sp>
      <p:sp>
        <p:nvSpPr>
          <p:cNvPr id="408" name="lumia-token-stream-curve">
            <a:extLst>
              <a:ext uri="{FF2B5EF4-FFF2-40B4-BE49-F238E27FC236}">
                <a16:creationId xmlns:a16="http://schemas.microsoft.com/office/drawing/2014/main" id="{21608488-1BA0-4BC4-B731-248E6F2717C2}"/>
              </a:ext>
            </a:extLst>
          </p:cNvPr>
          <p:cNvSpPr>
            <a:spLocks noGrp="1"/>
          </p:cNvSpPr>
          <p:nvPr/>
        </p:nvSpPr>
        <p:spPr>
          <a:xfrm>
            <a:off x="9721977" y="4198619"/>
            <a:ext cx="300661" cy="123482"/>
          </a:xfrm>
          <a:custGeom>
            <a:avLst/>
            <a:gdLst/>
            <a:ahLst/>
            <a:cxnLst/>
            <a:rect l="0" t="0" r="0" b="0"/>
            <a:pathLst>
              <a:path w="300661" h="123482">
                <a:moveTo>
                  <a:pt x="0" y="123482"/>
                </a:moveTo>
                <a:lnTo>
                  <a:pt x="300661" y="0"/>
                </a:lnTo>
              </a:path>
            </a:pathLst>
          </a:custGeom>
          <a:noFill/>
          <a:ln w="7897">
            <a:solidFill>
              <a:srgbClr val="B0B422">
                <a:alpha val="19000"/>
              </a:srgbClr>
            </a:solidFill>
            <a:prstDash val="solid"/>
          </a:ln>
        </p:spPr>
      </p:sp>
      <p:sp>
        <p:nvSpPr>
          <p:cNvPr id="409" name="lumia-token-stream-curve">
            <a:extLst>
              <a:ext uri="{FF2B5EF4-FFF2-40B4-BE49-F238E27FC236}">
                <a16:creationId xmlns:a16="http://schemas.microsoft.com/office/drawing/2014/main" id="{862B802D-95CA-4020-96AB-8A94800BBDCD}"/>
              </a:ext>
            </a:extLst>
          </p:cNvPr>
          <p:cNvSpPr>
            <a:spLocks noGrp="1"/>
          </p:cNvSpPr>
          <p:nvPr/>
        </p:nvSpPr>
        <p:spPr>
          <a:xfrm>
            <a:off x="10022638" y="4057196"/>
            <a:ext cx="302986" cy="141423"/>
          </a:xfrm>
          <a:custGeom>
            <a:avLst/>
            <a:gdLst/>
            <a:ahLst/>
            <a:cxnLst/>
            <a:rect l="0" t="0" r="0" b="0"/>
            <a:pathLst>
              <a:path w="302986" h="141423">
                <a:moveTo>
                  <a:pt x="0" y="141423"/>
                </a:moveTo>
                <a:lnTo>
                  <a:pt x="302986" y="0"/>
                </a:lnTo>
              </a:path>
            </a:pathLst>
          </a:custGeom>
          <a:noFill/>
          <a:ln w="8008">
            <a:solidFill>
              <a:srgbClr val="9EB329">
                <a:alpha val="20000"/>
              </a:srgbClr>
            </a:solidFill>
            <a:prstDash val="solid"/>
          </a:ln>
        </p:spPr>
      </p:sp>
      <p:sp>
        <p:nvSpPr>
          <p:cNvPr id="410" name="lumia-token-stream-curve">
            <a:extLst>
              <a:ext uri="{FF2B5EF4-FFF2-40B4-BE49-F238E27FC236}">
                <a16:creationId xmlns:a16="http://schemas.microsoft.com/office/drawing/2014/main" id="{5B00CA83-E2D1-4E2B-9E2A-A56D773AAA4C}"/>
              </a:ext>
            </a:extLst>
          </p:cNvPr>
          <p:cNvSpPr>
            <a:spLocks noGrp="1"/>
          </p:cNvSpPr>
          <p:nvPr/>
        </p:nvSpPr>
        <p:spPr>
          <a:xfrm>
            <a:off x="10325625" y="3899390"/>
            <a:ext cx="305305" cy="157806"/>
          </a:xfrm>
          <a:custGeom>
            <a:avLst/>
            <a:gdLst/>
            <a:ahLst/>
            <a:cxnLst/>
            <a:rect l="0" t="0" r="0" b="0"/>
            <a:pathLst>
              <a:path w="305305" h="157806">
                <a:moveTo>
                  <a:pt x="0" y="157806"/>
                </a:moveTo>
                <a:lnTo>
                  <a:pt x="305305" y="0"/>
                </a:lnTo>
              </a:path>
            </a:pathLst>
          </a:custGeom>
          <a:noFill/>
          <a:ln w="8106">
            <a:solidFill>
              <a:srgbClr val="8CB130">
                <a:alpha val="20000"/>
              </a:srgbClr>
            </a:solidFill>
            <a:prstDash val="solid"/>
          </a:ln>
        </p:spPr>
      </p:sp>
      <p:sp>
        <p:nvSpPr>
          <p:cNvPr id="411" name="lumia-token-stream-curve">
            <a:extLst>
              <a:ext uri="{FF2B5EF4-FFF2-40B4-BE49-F238E27FC236}">
                <a16:creationId xmlns:a16="http://schemas.microsoft.com/office/drawing/2014/main" id="{C0C06746-28D3-462E-BC7E-E8345F1931B6}"/>
              </a:ext>
            </a:extLst>
          </p:cNvPr>
          <p:cNvSpPr>
            <a:spLocks noGrp="1"/>
          </p:cNvSpPr>
          <p:nvPr/>
        </p:nvSpPr>
        <p:spPr>
          <a:xfrm>
            <a:off x="10630930" y="3728460"/>
            <a:ext cx="307617" cy="170930"/>
          </a:xfrm>
          <a:custGeom>
            <a:avLst/>
            <a:gdLst/>
            <a:ahLst/>
            <a:cxnLst/>
            <a:rect l="0" t="0" r="0" b="0"/>
            <a:pathLst>
              <a:path w="307617" h="170930">
                <a:moveTo>
                  <a:pt x="0" y="170930"/>
                </a:moveTo>
                <a:lnTo>
                  <a:pt x="307617" y="0"/>
                </a:lnTo>
              </a:path>
            </a:pathLst>
          </a:custGeom>
          <a:noFill/>
          <a:ln w="8189">
            <a:solidFill>
              <a:srgbClr val="7BAF37">
                <a:alpha val="20000"/>
              </a:srgbClr>
            </a:solidFill>
            <a:prstDash val="solid"/>
          </a:ln>
        </p:spPr>
      </p:sp>
      <p:sp>
        <p:nvSpPr>
          <p:cNvPr id="412" name="lumia-token-stream-curve">
            <a:extLst>
              <a:ext uri="{FF2B5EF4-FFF2-40B4-BE49-F238E27FC236}">
                <a16:creationId xmlns:a16="http://schemas.microsoft.com/office/drawing/2014/main" id="{F06D1F4D-E94E-4279-9B88-EF84CD2D7118}"/>
              </a:ext>
            </a:extLst>
          </p:cNvPr>
          <p:cNvSpPr>
            <a:spLocks noGrp="1"/>
          </p:cNvSpPr>
          <p:nvPr/>
        </p:nvSpPr>
        <p:spPr>
          <a:xfrm>
            <a:off x="10938547" y="3548948"/>
            <a:ext cx="309922" cy="179512"/>
          </a:xfrm>
          <a:custGeom>
            <a:avLst/>
            <a:gdLst/>
            <a:ahLst/>
            <a:cxnLst/>
            <a:rect l="0" t="0" r="0" b="0"/>
            <a:pathLst>
              <a:path w="309922" h="179512">
                <a:moveTo>
                  <a:pt x="0" y="179512"/>
                </a:moveTo>
                <a:lnTo>
                  <a:pt x="309922" y="0"/>
                </a:lnTo>
              </a:path>
            </a:pathLst>
          </a:custGeom>
          <a:noFill/>
          <a:ln w="8257">
            <a:solidFill>
              <a:srgbClr val="69AD3E">
                <a:alpha val="20000"/>
              </a:srgbClr>
            </a:solidFill>
            <a:prstDash val="solid"/>
          </a:ln>
        </p:spPr>
      </p:sp>
      <p:sp>
        <p:nvSpPr>
          <p:cNvPr id="413" name="lumia-token-stream-curve">
            <a:extLst>
              <a:ext uri="{FF2B5EF4-FFF2-40B4-BE49-F238E27FC236}">
                <a16:creationId xmlns:a16="http://schemas.microsoft.com/office/drawing/2014/main" id="{924E0F9F-D15A-4FE0-A8EE-954AE9C2555E}"/>
              </a:ext>
            </a:extLst>
          </p:cNvPr>
          <p:cNvSpPr>
            <a:spLocks noGrp="1"/>
          </p:cNvSpPr>
          <p:nvPr/>
        </p:nvSpPr>
        <p:spPr>
          <a:xfrm>
            <a:off x="11248469" y="3366036"/>
            <a:ext cx="312221" cy="182912"/>
          </a:xfrm>
          <a:custGeom>
            <a:avLst/>
            <a:gdLst/>
            <a:ahLst/>
            <a:cxnLst/>
            <a:rect l="0" t="0" r="0" b="0"/>
            <a:pathLst>
              <a:path w="312221" h="182912">
                <a:moveTo>
                  <a:pt x="0" y="182912"/>
                </a:moveTo>
                <a:lnTo>
                  <a:pt x="312221" y="0"/>
                </a:lnTo>
              </a:path>
            </a:pathLst>
          </a:custGeom>
          <a:noFill/>
          <a:ln w="8307">
            <a:solidFill>
              <a:srgbClr val="57AC45">
                <a:alpha val="20000"/>
              </a:srgbClr>
            </a:solidFill>
            <a:prstDash val="solid"/>
          </a:ln>
        </p:spPr>
      </p:sp>
      <p:sp>
        <p:nvSpPr>
          <p:cNvPr id="414" name="lumia-token-stream-curve">
            <a:extLst>
              <a:ext uri="{FF2B5EF4-FFF2-40B4-BE49-F238E27FC236}">
                <a16:creationId xmlns:a16="http://schemas.microsoft.com/office/drawing/2014/main" id="{D8B54ECA-E022-424E-AF08-A819B98AA686}"/>
              </a:ext>
            </a:extLst>
          </p:cNvPr>
          <p:cNvSpPr>
            <a:spLocks noGrp="1"/>
          </p:cNvSpPr>
          <p:nvPr/>
        </p:nvSpPr>
        <p:spPr>
          <a:xfrm>
            <a:off x="11560690" y="3184755"/>
            <a:ext cx="314513" cy="181281"/>
          </a:xfrm>
          <a:custGeom>
            <a:avLst/>
            <a:gdLst/>
            <a:ahLst/>
            <a:cxnLst/>
            <a:rect l="0" t="0" r="0" b="0"/>
            <a:pathLst>
              <a:path w="314513" h="181281">
                <a:moveTo>
                  <a:pt x="0" y="181281"/>
                </a:moveTo>
                <a:lnTo>
                  <a:pt x="314513" y="0"/>
                </a:lnTo>
              </a:path>
            </a:pathLst>
          </a:custGeom>
          <a:noFill/>
          <a:ln w="8338">
            <a:solidFill>
              <a:srgbClr val="46AA4C">
                <a:alpha val="20000"/>
              </a:srgbClr>
            </a:solidFill>
            <a:prstDash val="solid"/>
          </a:ln>
        </p:spPr>
      </p:sp>
      <p:sp>
        <p:nvSpPr>
          <p:cNvPr id="415" name="lumia-token-stream-curve">
            <a:extLst>
              <a:ext uri="{FF2B5EF4-FFF2-40B4-BE49-F238E27FC236}">
                <a16:creationId xmlns:a16="http://schemas.microsoft.com/office/drawing/2014/main" id="{0ED09DAF-3966-4377-9BD6-5433CBF8EDAC}"/>
              </a:ext>
            </a:extLst>
          </p:cNvPr>
          <p:cNvSpPr>
            <a:spLocks noGrp="1"/>
          </p:cNvSpPr>
          <p:nvPr/>
        </p:nvSpPr>
        <p:spPr>
          <a:xfrm>
            <a:off x="11875202" y="3009171"/>
            <a:ext cx="316798" cy="175585"/>
          </a:xfrm>
          <a:custGeom>
            <a:avLst/>
            <a:gdLst/>
            <a:ahLst/>
            <a:cxnLst/>
            <a:rect l="0" t="0" r="0" b="0"/>
            <a:pathLst>
              <a:path w="316798" h="175585">
                <a:moveTo>
                  <a:pt x="0" y="175585"/>
                </a:moveTo>
                <a:lnTo>
                  <a:pt x="316798" y="0"/>
                </a:lnTo>
              </a:path>
            </a:pathLst>
          </a:custGeom>
          <a:noFill/>
          <a:ln w="8349">
            <a:solidFill>
              <a:srgbClr val="34A853">
                <a:alpha val="20000"/>
              </a:srgbClr>
            </a:solidFill>
            <a:prstDash val="solid"/>
          </a:ln>
        </p:spPr>
      </p:sp>
      <p:sp>
        <p:nvSpPr>
          <p:cNvPr id="416" name="lumia-token-stream-curve">
            <a:extLst>
              <a:ext uri="{FF2B5EF4-FFF2-40B4-BE49-F238E27FC236}">
                <a16:creationId xmlns:a16="http://schemas.microsoft.com/office/drawing/2014/main" id="{39C2A3B0-A392-4E49-808F-ABBDE3E47D6B}"/>
              </a:ext>
            </a:extLst>
          </p:cNvPr>
          <p:cNvSpPr>
            <a:spLocks noGrp="1"/>
          </p:cNvSpPr>
          <p:nvPr/>
        </p:nvSpPr>
        <p:spPr>
          <a:xfrm>
            <a:off x="0" y="6037582"/>
            <a:ext cx="139016" cy="23637"/>
          </a:xfrm>
          <a:custGeom>
            <a:avLst/>
            <a:gdLst/>
            <a:ahLst/>
            <a:cxnLst/>
            <a:rect l="0" t="0" r="0" b="0"/>
            <a:pathLst>
              <a:path w="139016" h="23637">
                <a:moveTo>
                  <a:pt x="0" y="23637"/>
                </a:moveTo>
                <a:lnTo>
                  <a:pt x="139016" y="0"/>
                </a:lnTo>
              </a:path>
            </a:pathLst>
          </a:custGeom>
          <a:noFill/>
          <a:ln w="5442">
            <a:solidFill>
              <a:srgbClr val="4285F4">
                <a:alpha val="10000"/>
              </a:srgbClr>
            </a:solidFill>
            <a:prstDash val="solid"/>
          </a:ln>
        </p:spPr>
      </p:sp>
      <p:sp>
        <p:nvSpPr>
          <p:cNvPr id="417" name="lumia-token-stream-curve">
            <a:extLst>
              <a:ext uri="{FF2B5EF4-FFF2-40B4-BE49-F238E27FC236}">
                <a16:creationId xmlns:a16="http://schemas.microsoft.com/office/drawing/2014/main" id="{D16CCE1B-C04F-4D16-AC2C-F3BF12B8DE69}"/>
              </a:ext>
            </a:extLst>
          </p:cNvPr>
          <p:cNvSpPr>
            <a:spLocks noGrp="1"/>
          </p:cNvSpPr>
          <p:nvPr/>
        </p:nvSpPr>
        <p:spPr>
          <a:xfrm>
            <a:off x="139016" y="6010895"/>
            <a:ext cx="217148" cy="26688"/>
          </a:xfrm>
          <a:custGeom>
            <a:avLst/>
            <a:gdLst/>
            <a:ahLst/>
            <a:cxnLst/>
            <a:rect l="0" t="0" r="0" b="0"/>
            <a:pathLst>
              <a:path w="217148" h="26688">
                <a:moveTo>
                  <a:pt x="0" y="26688"/>
                </a:moveTo>
                <a:lnTo>
                  <a:pt x="217148" y="0"/>
                </a:lnTo>
              </a:path>
            </a:pathLst>
          </a:custGeom>
          <a:noFill/>
          <a:ln w="5442">
            <a:solidFill>
              <a:srgbClr val="447EEC">
                <a:alpha val="10000"/>
              </a:srgbClr>
            </a:solidFill>
            <a:prstDash val="solid"/>
          </a:ln>
        </p:spPr>
      </p:sp>
      <p:sp>
        <p:nvSpPr>
          <p:cNvPr id="418" name="lumia-token-stream-curve">
            <a:extLst>
              <a:ext uri="{FF2B5EF4-FFF2-40B4-BE49-F238E27FC236}">
                <a16:creationId xmlns:a16="http://schemas.microsoft.com/office/drawing/2014/main" id="{34DEF36A-85E8-42E1-B342-953A6080807B}"/>
              </a:ext>
            </a:extLst>
          </p:cNvPr>
          <p:cNvSpPr>
            <a:spLocks noGrp="1"/>
          </p:cNvSpPr>
          <p:nvPr/>
        </p:nvSpPr>
        <p:spPr>
          <a:xfrm>
            <a:off x="356164" y="5982925"/>
            <a:ext cx="219620" cy="27970"/>
          </a:xfrm>
          <a:custGeom>
            <a:avLst/>
            <a:gdLst/>
            <a:ahLst/>
            <a:cxnLst/>
            <a:rect l="0" t="0" r="0" b="0"/>
            <a:pathLst>
              <a:path w="219620" h="27970">
                <a:moveTo>
                  <a:pt x="0" y="27970"/>
                </a:moveTo>
                <a:lnTo>
                  <a:pt x="219620" y="0"/>
                </a:lnTo>
              </a:path>
            </a:pathLst>
          </a:custGeom>
          <a:noFill/>
          <a:ln w="5442">
            <a:solidFill>
              <a:srgbClr val="4678E3">
                <a:alpha val="10000"/>
              </a:srgbClr>
            </a:solidFill>
            <a:prstDash val="solid"/>
          </a:ln>
        </p:spPr>
      </p:sp>
      <p:sp>
        <p:nvSpPr>
          <p:cNvPr id="419" name="lumia-token-stream-curve">
            <a:extLst>
              <a:ext uri="{FF2B5EF4-FFF2-40B4-BE49-F238E27FC236}">
                <a16:creationId xmlns:a16="http://schemas.microsoft.com/office/drawing/2014/main" id="{3BBBCF86-7639-48A0-A6DC-205762A60A56}"/>
              </a:ext>
            </a:extLst>
          </p:cNvPr>
          <p:cNvSpPr>
            <a:spLocks noGrp="1"/>
          </p:cNvSpPr>
          <p:nvPr/>
        </p:nvSpPr>
        <p:spPr>
          <a:xfrm>
            <a:off x="575784" y="5955559"/>
            <a:ext cx="222081" cy="27366"/>
          </a:xfrm>
          <a:custGeom>
            <a:avLst/>
            <a:gdLst/>
            <a:ahLst/>
            <a:cxnLst/>
            <a:rect l="0" t="0" r="0" b="0"/>
            <a:pathLst>
              <a:path w="222081" h="27366">
                <a:moveTo>
                  <a:pt x="0" y="27366"/>
                </a:moveTo>
                <a:lnTo>
                  <a:pt x="222081" y="0"/>
                </a:lnTo>
              </a:path>
            </a:pathLst>
          </a:custGeom>
          <a:noFill/>
          <a:ln w="5442">
            <a:solidFill>
              <a:srgbClr val="4871DB">
                <a:alpha val="10000"/>
              </a:srgbClr>
            </a:solidFill>
            <a:prstDash val="solid"/>
          </a:ln>
        </p:spPr>
      </p:sp>
      <p:sp>
        <p:nvSpPr>
          <p:cNvPr id="420" name="lumia-token-stream-curve">
            <a:extLst>
              <a:ext uri="{FF2B5EF4-FFF2-40B4-BE49-F238E27FC236}">
                <a16:creationId xmlns:a16="http://schemas.microsoft.com/office/drawing/2014/main" id="{AF8465CD-35C7-4E50-95BC-1A76B1464059}"/>
              </a:ext>
            </a:extLst>
          </p:cNvPr>
          <p:cNvSpPr>
            <a:spLocks noGrp="1"/>
          </p:cNvSpPr>
          <p:nvPr/>
        </p:nvSpPr>
        <p:spPr>
          <a:xfrm>
            <a:off x="797865" y="5930641"/>
            <a:ext cx="224530" cy="24917"/>
          </a:xfrm>
          <a:custGeom>
            <a:avLst/>
            <a:gdLst/>
            <a:ahLst/>
            <a:cxnLst/>
            <a:rect l="0" t="0" r="0" b="0"/>
            <a:pathLst>
              <a:path w="224530" h="24917">
                <a:moveTo>
                  <a:pt x="0" y="24917"/>
                </a:moveTo>
                <a:lnTo>
                  <a:pt x="224530" y="0"/>
                </a:lnTo>
              </a:path>
            </a:pathLst>
          </a:custGeom>
          <a:noFill/>
          <a:ln w="5442">
            <a:solidFill>
              <a:srgbClr val="4A6BD2">
                <a:alpha val="10000"/>
              </a:srgbClr>
            </a:solidFill>
            <a:prstDash val="solid"/>
          </a:ln>
        </p:spPr>
      </p:sp>
      <p:sp>
        <p:nvSpPr>
          <p:cNvPr id="421" name="lumia-token-stream-curve">
            <a:extLst>
              <a:ext uri="{FF2B5EF4-FFF2-40B4-BE49-F238E27FC236}">
                <a16:creationId xmlns:a16="http://schemas.microsoft.com/office/drawing/2014/main" id="{5FD0DCC4-5BD3-477E-8843-4E82967AD722}"/>
              </a:ext>
            </a:extLst>
          </p:cNvPr>
          <p:cNvSpPr>
            <a:spLocks noGrp="1"/>
          </p:cNvSpPr>
          <p:nvPr/>
        </p:nvSpPr>
        <p:spPr>
          <a:xfrm>
            <a:off x="1022395" y="5909811"/>
            <a:ext cx="226967" cy="20831"/>
          </a:xfrm>
          <a:custGeom>
            <a:avLst/>
            <a:gdLst/>
            <a:ahLst/>
            <a:cxnLst/>
            <a:rect l="0" t="0" r="0" b="0"/>
            <a:pathLst>
              <a:path w="226967" h="20831">
                <a:moveTo>
                  <a:pt x="0" y="20831"/>
                </a:moveTo>
                <a:lnTo>
                  <a:pt x="226967" y="0"/>
                </a:lnTo>
              </a:path>
            </a:pathLst>
          </a:custGeom>
          <a:noFill/>
          <a:ln w="5442">
            <a:solidFill>
              <a:srgbClr val="4C64CA">
                <a:alpha val="10000"/>
              </a:srgbClr>
            </a:solidFill>
            <a:prstDash val="solid"/>
          </a:ln>
        </p:spPr>
      </p:sp>
      <p:sp>
        <p:nvSpPr>
          <p:cNvPr id="422" name="lumia-token-stream-curve">
            <a:extLst>
              <a:ext uri="{FF2B5EF4-FFF2-40B4-BE49-F238E27FC236}">
                <a16:creationId xmlns:a16="http://schemas.microsoft.com/office/drawing/2014/main" id="{FF2BB575-4A50-4E20-BDB4-22C2C483C7CD}"/>
              </a:ext>
            </a:extLst>
          </p:cNvPr>
          <p:cNvSpPr>
            <a:spLocks noGrp="1"/>
          </p:cNvSpPr>
          <p:nvPr/>
        </p:nvSpPr>
        <p:spPr>
          <a:xfrm>
            <a:off x="1249362" y="5894331"/>
            <a:ext cx="229393" cy="15480"/>
          </a:xfrm>
          <a:custGeom>
            <a:avLst/>
            <a:gdLst/>
            <a:ahLst/>
            <a:cxnLst/>
            <a:rect l="0" t="0" r="0" b="0"/>
            <a:pathLst>
              <a:path w="229393" h="15480">
                <a:moveTo>
                  <a:pt x="0" y="15480"/>
                </a:moveTo>
                <a:lnTo>
                  <a:pt x="229393" y="0"/>
                </a:lnTo>
              </a:path>
            </a:pathLst>
          </a:custGeom>
          <a:noFill/>
          <a:ln w="5442">
            <a:solidFill>
              <a:srgbClr val="4E5EC1">
                <a:alpha val="10000"/>
              </a:srgbClr>
            </a:solidFill>
            <a:prstDash val="solid"/>
          </a:ln>
        </p:spPr>
      </p:sp>
      <p:sp>
        <p:nvSpPr>
          <p:cNvPr id="423" name="lumia-token-stream-curve">
            <a:extLst>
              <a:ext uri="{FF2B5EF4-FFF2-40B4-BE49-F238E27FC236}">
                <a16:creationId xmlns:a16="http://schemas.microsoft.com/office/drawing/2014/main" id="{B3A08547-2F23-4FF7-BA1D-568040F81606}"/>
              </a:ext>
            </a:extLst>
          </p:cNvPr>
          <p:cNvSpPr>
            <a:spLocks noGrp="1"/>
          </p:cNvSpPr>
          <p:nvPr/>
        </p:nvSpPr>
        <p:spPr>
          <a:xfrm>
            <a:off x="1478755" y="5884941"/>
            <a:ext cx="231807" cy="9525"/>
          </a:xfrm>
          <a:custGeom>
            <a:avLst/>
            <a:gdLst/>
            <a:ahLst/>
            <a:cxnLst/>
            <a:rect l="0" t="0" r="0" b="0"/>
            <a:pathLst>
              <a:path w="231807" h="9525">
                <a:moveTo>
                  <a:pt x="0" y="9389"/>
                </a:moveTo>
                <a:lnTo>
                  <a:pt x="231807" y="0"/>
                </a:lnTo>
              </a:path>
            </a:pathLst>
          </a:custGeom>
          <a:noFill/>
          <a:ln w="5442">
            <a:solidFill>
              <a:srgbClr val="5057B9">
                <a:alpha val="10000"/>
              </a:srgbClr>
            </a:solidFill>
            <a:prstDash val="solid"/>
          </a:ln>
        </p:spPr>
      </p:sp>
      <p:sp>
        <p:nvSpPr>
          <p:cNvPr id="424" name="lumia-token-stream-curve">
            <a:extLst>
              <a:ext uri="{FF2B5EF4-FFF2-40B4-BE49-F238E27FC236}">
                <a16:creationId xmlns:a16="http://schemas.microsoft.com/office/drawing/2014/main" id="{B92E88E4-7EFC-434A-B3A5-BC6C3CE1A91F}"/>
              </a:ext>
            </a:extLst>
          </p:cNvPr>
          <p:cNvSpPr>
            <a:spLocks noGrp="1"/>
          </p:cNvSpPr>
          <p:nvPr/>
        </p:nvSpPr>
        <p:spPr>
          <a:xfrm>
            <a:off x="1710562" y="5881745"/>
            <a:ext cx="234209" cy="9525"/>
          </a:xfrm>
          <a:custGeom>
            <a:avLst/>
            <a:gdLst/>
            <a:ahLst/>
            <a:cxnLst/>
            <a:rect l="0" t="0" r="0" b="0"/>
            <a:pathLst>
              <a:path w="234209" h="9525">
                <a:moveTo>
                  <a:pt x="0" y="3196"/>
                </a:moveTo>
                <a:lnTo>
                  <a:pt x="234209" y="0"/>
                </a:lnTo>
              </a:path>
            </a:pathLst>
          </a:custGeom>
          <a:noFill/>
          <a:ln w="5442">
            <a:solidFill>
              <a:srgbClr val="5250B0">
                <a:alpha val="10000"/>
              </a:srgbClr>
            </a:solidFill>
            <a:prstDash val="solid"/>
          </a:ln>
        </p:spPr>
      </p:sp>
      <p:sp>
        <p:nvSpPr>
          <p:cNvPr id="425" name="lumia-token-stream-curve">
            <a:extLst>
              <a:ext uri="{FF2B5EF4-FFF2-40B4-BE49-F238E27FC236}">
                <a16:creationId xmlns:a16="http://schemas.microsoft.com/office/drawing/2014/main" id="{093461A2-6062-4DA2-BAEB-0F5D97CFE876}"/>
              </a:ext>
            </a:extLst>
          </p:cNvPr>
          <p:cNvSpPr>
            <a:spLocks noGrp="1"/>
          </p:cNvSpPr>
          <p:nvPr/>
        </p:nvSpPr>
        <p:spPr>
          <a:xfrm>
            <a:off x="1944770" y="5881745"/>
            <a:ext cx="236599" cy="9525"/>
          </a:xfrm>
          <a:custGeom>
            <a:avLst/>
            <a:gdLst/>
            <a:ahLst/>
            <a:cxnLst/>
            <a:rect l="0" t="0" r="0" b="0"/>
            <a:pathLst>
              <a:path w="236599" h="9525">
                <a:moveTo>
                  <a:pt x="0" y="0"/>
                </a:moveTo>
                <a:lnTo>
                  <a:pt x="236599" y="2394"/>
                </a:lnTo>
              </a:path>
            </a:pathLst>
          </a:custGeom>
          <a:noFill/>
          <a:ln w="5442">
            <a:solidFill>
              <a:srgbClr val="544AA8">
                <a:alpha val="10000"/>
              </a:srgbClr>
            </a:solidFill>
            <a:prstDash val="solid"/>
          </a:ln>
        </p:spPr>
      </p:sp>
      <p:sp>
        <p:nvSpPr>
          <p:cNvPr id="426" name="lumia-token-stream-curve">
            <a:extLst>
              <a:ext uri="{FF2B5EF4-FFF2-40B4-BE49-F238E27FC236}">
                <a16:creationId xmlns:a16="http://schemas.microsoft.com/office/drawing/2014/main" id="{44C4B44C-5451-4CDE-9525-8E8336F75883}"/>
              </a:ext>
            </a:extLst>
          </p:cNvPr>
          <p:cNvSpPr>
            <a:spLocks noGrp="1"/>
          </p:cNvSpPr>
          <p:nvPr/>
        </p:nvSpPr>
        <p:spPr>
          <a:xfrm>
            <a:off x="2181369" y="5884139"/>
            <a:ext cx="238978" cy="9525"/>
          </a:xfrm>
          <a:custGeom>
            <a:avLst/>
            <a:gdLst/>
            <a:ahLst/>
            <a:cxnLst/>
            <a:rect l="0" t="0" r="0" b="0"/>
            <a:pathLst>
              <a:path w="238978" h="9525">
                <a:moveTo>
                  <a:pt x="0" y="0"/>
                </a:moveTo>
                <a:lnTo>
                  <a:pt x="238978" y="6672"/>
                </a:lnTo>
              </a:path>
            </a:pathLst>
          </a:custGeom>
          <a:noFill/>
          <a:ln w="5442">
            <a:solidFill>
              <a:srgbClr val="5643A0">
                <a:alpha val="10000"/>
              </a:srgbClr>
            </a:solidFill>
            <a:prstDash val="solid"/>
          </a:ln>
        </p:spPr>
      </p:sp>
      <p:sp>
        <p:nvSpPr>
          <p:cNvPr id="427" name="lumia-token-stream-curve">
            <a:extLst>
              <a:ext uri="{FF2B5EF4-FFF2-40B4-BE49-F238E27FC236}">
                <a16:creationId xmlns:a16="http://schemas.microsoft.com/office/drawing/2014/main" id="{C28D1E5B-2AFF-476E-A0F3-12409F3FD2BC}"/>
              </a:ext>
            </a:extLst>
          </p:cNvPr>
          <p:cNvSpPr>
            <a:spLocks noGrp="1"/>
          </p:cNvSpPr>
          <p:nvPr/>
        </p:nvSpPr>
        <p:spPr>
          <a:xfrm>
            <a:off x="2420347" y="5890812"/>
            <a:ext cx="241345" cy="9525"/>
          </a:xfrm>
          <a:custGeom>
            <a:avLst/>
            <a:gdLst/>
            <a:ahLst/>
            <a:cxnLst/>
            <a:rect l="0" t="0" r="0" b="0"/>
            <a:pathLst>
              <a:path w="241345" h="9525">
                <a:moveTo>
                  <a:pt x="0" y="0"/>
                </a:moveTo>
                <a:lnTo>
                  <a:pt x="241345" y="8991"/>
                </a:lnTo>
              </a:path>
            </a:pathLst>
          </a:custGeom>
          <a:noFill/>
          <a:ln w="5442">
            <a:solidFill>
              <a:srgbClr val="583D97">
                <a:alpha val="10000"/>
              </a:srgbClr>
            </a:solidFill>
            <a:prstDash val="solid"/>
          </a:ln>
        </p:spPr>
      </p:sp>
      <p:sp>
        <p:nvSpPr>
          <p:cNvPr id="428" name="lumia-token-stream-curve">
            <a:extLst>
              <a:ext uri="{FF2B5EF4-FFF2-40B4-BE49-F238E27FC236}">
                <a16:creationId xmlns:a16="http://schemas.microsoft.com/office/drawing/2014/main" id="{02A6D1D0-651B-46D4-89B5-A084B8F0D29A}"/>
              </a:ext>
            </a:extLst>
          </p:cNvPr>
          <p:cNvSpPr>
            <a:spLocks noGrp="1"/>
          </p:cNvSpPr>
          <p:nvPr/>
        </p:nvSpPr>
        <p:spPr>
          <a:xfrm>
            <a:off x="2661692" y="5899803"/>
            <a:ext cx="243700" cy="9525"/>
          </a:xfrm>
          <a:custGeom>
            <a:avLst/>
            <a:gdLst/>
            <a:ahLst/>
            <a:cxnLst/>
            <a:rect l="0" t="0" r="0" b="0"/>
            <a:pathLst>
              <a:path w="243700" h="9525">
                <a:moveTo>
                  <a:pt x="0" y="0"/>
                </a:moveTo>
                <a:lnTo>
                  <a:pt x="243700" y="8837"/>
                </a:lnTo>
              </a:path>
            </a:pathLst>
          </a:custGeom>
          <a:noFill/>
          <a:ln w="5442">
            <a:solidFill>
              <a:srgbClr val="623C8F">
                <a:alpha val="10000"/>
              </a:srgbClr>
            </a:solidFill>
            <a:prstDash val="solid"/>
          </a:ln>
        </p:spPr>
      </p:sp>
      <p:sp>
        <p:nvSpPr>
          <p:cNvPr id="429" name="lumia-token-stream-curve">
            <a:extLst>
              <a:ext uri="{FF2B5EF4-FFF2-40B4-BE49-F238E27FC236}">
                <a16:creationId xmlns:a16="http://schemas.microsoft.com/office/drawing/2014/main" id="{BC32EBFE-D67C-44C8-B91F-F86B6BF05F27}"/>
              </a:ext>
            </a:extLst>
          </p:cNvPr>
          <p:cNvSpPr>
            <a:spLocks noGrp="1"/>
          </p:cNvSpPr>
          <p:nvPr/>
        </p:nvSpPr>
        <p:spPr>
          <a:xfrm>
            <a:off x="2905391" y="5908640"/>
            <a:ext cx="246043" cy="9525"/>
          </a:xfrm>
          <a:custGeom>
            <a:avLst/>
            <a:gdLst/>
            <a:ahLst/>
            <a:cxnLst/>
            <a:rect l="0" t="0" r="0" b="0"/>
            <a:pathLst>
              <a:path w="246043" h="9525">
                <a:moveTo>
                  <a:pt x="0" y="0"/>
                </a:moveTo>
                <a:lnTo>
                  <a:pt x="246043" y="5890"/>
                </a:lnTo>
              </a:path>
            </a:pathLst>
          </a:custGeom>
          <a:noFill/>
          <a:ln w="5442">
            <a:solidFill>
              <a:srgbClr val="6F3C86">
                <a:alpha val="10000"/>
              </a:srgbClr>
            </a:solidFill>
            <a:prstDash val="solid"/>
          </a:ln>
        </p:spPr>
      </p:sp>
      <p:sp>
        <p:nvSpPr>
          <p:cNvPr id="430" name="lumia-token-stream-curve">
            <a:extLst>
              <a:ext uri="{FF2B5EF4-FFF2-40B4-BE49-F238E27FC236}">
                <a16:creationId xmlns:a16="http://schemas.microsoft.com/office/drawing/2014/main" id="{9ACBD422-8161-42B8-9327-8792B2C7F94E}"/>
              </a:ext>
            </a:extLst>
          </p:cNvPr>
          <p:cNvSpPr>
            <a:spLocks noGrp="1"/>
          </p:cNvSpPr>
          <p:nvPr/>
        </p:nvSpPr>
        <p:spPr>
          <a:xfrm>
            <a:off x="3151435" y="5914530"/>
            <a:ext cx="248375" cy="9525"/>
          </a:xfrm>
          <a:custGeom>
            <a:avLst/>
            <a:gdLst/>
            <a:ahLst/>
            <a:cxnLst/>
            <a:rect l="0" t="0" r="0" b="0"/>
            <a:pathLst>
              <a:path w="248375" h="9525">
                <a:moveTo>
                  <a:pt x="0" y="0"/>
                </a:moveTo>
                <a:lnTo>
                  <a:pt x="248375" y="78"/>
                </a:lnTo>
              </a:path>
            </a:pathLst>
          </a:custGeom>
          <a:noFill/>
          <a:ln w="5442">
            <a:solidFill>
              <a:srgbClr val="7C3D7E">
                <a:alpha val="11000"/>
              </a:srgbClr>
            </a:solidFill>
            <a:prstDash val="solid"/>
          </a:ln>
        </p:spPr>
      </p:sp>
      <p:sp>
        <p:nvSpPr>
          <p:cNvPr id="431" name="lumia-token-stream-curve">
            <a:extLst>
              <a:ext uri="{FF2B5EF4-FFF2-40B4-BE49-F238E27FC236}">
                <a16:creationId xmlns:a16="http://schemas.microsoft.com/office/drawing/2014/main" id="{EB0DA6C7-6C33-4C35-B394-B3D3245FC6C1}"/>
              </a:ext>
            </a:extLst>
          </p:cNvPr>
          <p:cNvSpPr>
            <a:spLocks noGrp="1"/>
          </p:cNvSpPr>
          <p:nvPr/>
        </p:nvSpPr>
        <p:spPr>
          <a:xfrm>
            <a:off x="3399810" y="5906208"/>
            <a:ext cx="250695" cy="9525"/>
          </a:xfrm>
          <a:custGeom>
            <a:avLst/>
            <a:gdLst/>
            <a:ahLst/>
            <a:cxnLst/>
            <a:rect l="0" t="0" r="0" b="0"/>
            <a:pathLst>
              <a:path w="250695" h="9525">
                <a:moveTo>
                  <a:pt x="0" y="8399"/>
                </a:moveTo>
                <a:lnTo>
                  <a:pt x="250695" y="0"/>
                </a:lnTo>
              </a:path>
            </a:pathLst>
          </a:custGeom>
          <a:noFill/>
          <a:ln w="5442">
            <a:solidFill>
              <a:srgbClr val="893E75">
                <a:alpha val="11000"/>
              </a:srgbClr>
            </a:solidFill>
            <a:prstDash val="solid"/>
          </a:ln>
        </p:spPr>
      </p:sp>
      <p:sp>
        <p:nvSpPr>
          <p:cNvPr id="432" name="lumia-token-stream-curve">
            <a:extLst>
              <a:ext uri="{FF2B5EF4-FFF2-40B4-BE49-F238E27FC236}">
                <a16:creationId xmlns:a16="http://schemas.microsoft.com/office/drawing/2014/main" id="{E162377D-42C5-4F07-B66C-EDA731572833}"/>
              </a:ext>
            </a:extLst>
          </p:cNvPr>
          <p:cNvSpPr>
            <a:spLocks noGrp="1"/>
          </p:cNvSpPr>
          <p:nvPr/>
        </p:nvSpPr>
        <p:spPr>
          <a:xfrm>
            <a:off x="3650505" y="5887145"/>
            <a:ext cx="253003" cy="19063"/>
          </a:xfrm>
          <a:custGeom>
            <a:avLst/>
            <a:gdLst/>
            <a:ahLst/>
            <a:cxnLst/>
            <a:rect l="0" t="0" r="0" b="0"/>
            <a:pathLst>
              <a:path w="253003" h="19063">
                <a:moveTo>
                  <a:pt x="0" y="19063"/>
                </a:moveTo>
                <a:lnTo>
                  <a:pt x="253003" y="0"/>
                </a:lnTo>
              </a:path>
            </a:pathLst>
          </a:custGeom>
          <a:noFill/>
          <a:ln w="5442">
            <a:solidFill>
              <a:srgbClr val="963E6C">
                <a:alpha val="11000"/>
              </a:srgbClr>
            </a:solidFill>
            <a:prstDash val="solid"/>
          </a:ln>
        </p:spPr>
      </p:sp>
      <p:sp>
        <p:nvSpPr>
          <p:cNvPr id="433" name="lumia-token-stream-curve">
            <a:extLst>
              <a:ext uri="{FF2B5EF4-FFF2-40B4-BE49-F238E27FC236}">
                <a16:creationId xmlns:a16="http://schemas.microsoft.com/office/drawing/2014/main" id="{2CA5EA1C-0914-449C-8BEE-011FFBB76D62}"/>
              </a:ext>
            </a:extLst>
          </p:cNvPr>
          <p:cNvSpPr>
            <a:spLocks noGrp="1"/>
          </p:cNvSpPr>
          <p:nvPr/>
        </p:nvSpPr>
        <p:spPr>
          <a:xfrm>
            <a:off x="3903508" y="5855957"/>
            <a:ext cx="255300" cy="31188"/>
          </a:xfrm>
          <a:custGeom>
            <a:avLst/>
            <a:gdLst/>
            <a:ahLst/>
            <a:cxnLst/>
            <a:rect l="0" t="0" r="0" b="0"/>
            <a:pathLst>
              <a:path w="255300" h="31188">
                <a:moveTo>
                  <a:pt x="0" y="31188"/>
                </a:moveTo>
                <a:lnTo>
                  <a:pt x="255300" y="0"/>
                </a:lnTo>
              </a:path>
            </a:pathLst>
          </a:custGeom>
          <a:noFill/>
          <a:ln w="5459">
            <a:solidFill>
              <a:srgbClr val="A33F64">
                <a:alpha val="11000"/>
              </a:srgbClr>
            </a:solidFill>
            <a:prstDash val="solid"/>
          </a:ln>
        </p:spPr>
      </p:sp>
      <p:sp>
        <p:nvSpPr>
          <p:cNvPr id="434" name="lumia-token-stream-curve">
            <a:extLst>
              <a:ext uri="{FF2B5EF4-FFF2-40B4-BE49-F238E27FC236}">
                <a16:creationId xmlns:a16="http://schemas.microsoft.com/office/drawing/2014/main" id="{BB7B28EA-41E3-4E0B-B79D-76F14E64B965}"/>
              </a:ext>
            </a:extLst>
          </p:cNvPr>
          <p:cNvSpPr>
            <a:spLocks noGrp="1"/>
          </p:cNvSpPr>
          <p:nvPr/>
        </p:nvSpPr>
        <p:spPr>
          <a:xfrm>
            <a:off x="4158808" y="5812100"/>
            <a:ext cx="257585" cy="43857"/>
          </a:xfrm>
          <a:custGeom>
            <a:avLst/>
            <a:gdLst/>
            <a:ahLst/>
            <a:cxnLst/>
            <a:rect l="0" t="0" r="0" b="0"/>
            <a:pathLst>
              <a:path w="257585" h="43857">
                <a:moveTo>
                  <a:pt x="0" y="43857"/>
                </a:moveTo>
                <a:lnTo>
                  <a:pt x="257585" y="0"/>
                </a:lnTo>
              </a:path>
            </a:pathLst>
          </a:custGeom>
          <a:noFill/>
          <a:ln w="5497">
            <a:solidFill>
              <a:srgbClr val="B0405B">
                <a:alpha val="12000"/>
              </a:srgbClr>
            </a:solidFill>
            <a:prstDash val="solid"/>
          </a:ln>
        </p:spPr>
      </p:sp>
      <p:sp>
        <p:nvSpPr>
          <p:cNvPr id="435" name="lumia-token-stream-curve">
            <a:extLst>
              <a:ext uri="{FF2B5EF4-FFF2-40B4-BE49-F238E27FC236}">
                <a16:creationId xmlns:a16="http://schemas.microsoft.com/office/drawing/2014/main" id="{11149798-FD24-458F-82A6-6F444C589115}"/>
              </a:ext>
            </a:extLst>
          </p:cNvPr>
          <p:cNvSpPr>
            <a:spLocks noGrp="1"/>
          </p:cNvSpPr>
          <p:nvPr/>
        </p:nvSpPr>
        <p:spPr>
          <a:xfrm>
            <a:off x="4416392" y="5756054"/>
            <a:ext cx="259858" cy="56046"/>
          </a:xfrm>
          <a:custGeom>
            <a:avLst/>
            <a:gdLst/>
            <a:ahLst/>
            <a:cxnLst/>
            <a:rect l="0" t="0" r="0" b="0"/>
            <a:pathLst>
              <a:path w="259858" h="56046">
                <a:moveTo>
                  <a:pt x="0" y="56046"/>
                </a:moveTo>
                <a:lnTo>
                  <a:pt x="259858" y="0"/>
                </a:lnTo>
              </a:path>
            </a:pathLst>
          </a:custGeom>
          <a:noFill/>
          <a:ln w="5554">
            <a:solidFill>
              <a:srgbClr val="BD4153">
                <a:alpha val="12000"/>
              </a:srgbClr>
            </a:solidFill>
            <a:prstDash val="solid"/>
          </a:ln>
        </p:spPr>
      </p:sp>
      <p:sp>
        <p:nvSpPr>
          <p:cNvPr id="436" name="lumia-token-stream-curve">
            <a:extLst>
              <a:ext uri="{FF2B5EF4-FFF2-40B4-BE49-F238E27FC236}">
                <a16:creationId xmlns:a16="http://schemas.microsoft.com/office/drawing/2014/main" id="{E54AF309-2977-4362-ACC1-5711BE2B3B5E}"/>
              </a:ext>
            </a:extLst>
          </p:cNvPr>
          <p:cNvSpPr>
            <a:spLocks noGrp="1"/>
          </p:cNvSpPr>
          <p:nvPr/>
        </p:nvSpPr>
        <p:spPr>
          <a:xfrm>
            <a:off x="4676250" y="5689318"/>
            <a:ext cx="262119" cy="66736"/>
          </a:xfrm>
          <a:custGeom>
            <a:avLst/>
            <a:gdLst/>
            <a:ahLst/>
            <a:cxnLst/>
            <a:rect l="0" t="0" r="0" b="0"/>
            <a:pathLst>
              <a:path w="262119" h="66736">
                <a:moveTo>
                  <a:pt x="0" y="66736"/>
                </a:moveTo>
                <a:lnTo>
                  <a:pt x="262119" y="0"/>
                </a:lnTo>
              </a:path>
            </a:pathLst>
          </a:custGeom>
          <a:noFill/>
          <a:ln w="5628">
            <a:solidFill>
              <a:srgbClr val="CA414A">
                <a:alpha val="13000"/>
              </a:srgbClr>
            </a:solidFill>
            <a:prstDash val="solid"/>
          </a:ln>
        </p:spPr>
      </p:sp>
      <p:sp>
        <p:nvSpPr>
          <p:cNvPr id="437" name="lumia-token-stream-curve">
            <a:extLst>
              <a:ext uri="{FF2B5EF4-FFF2-40B4-BE49-F238E27FC236}">
                <a16:creationId xmlns:a16="http://schemas.microsoft.com/office/drawing/2014/main" id="{7E971389-F29D-4FAD-85C8-DF281860F160}"/>
              </a:ext>
            </a:extLst>
          </p:cNvPr>
          <p:cNvSpPr>
            <a:spLocks noGrp="1"/>
          </p:cNvSpPr>
          <p:nvPr/>
        </p:nvSpPr>
        <p:spPr>
          <a:xfrm>
            <a:off x="4938369" y="5614296"/>
            <a:ext cx="264369" cy="75022"/>
          </a:xfrm>
          <a:custGeom>
            <a:avLst/>
            <a:gdLst/>
            <a:ahLst/>
            <a:cxnLst/>
            <a:rect l="0" t="0" r="0" b="0"/>
            <a:pathLst>
              <a:path w="264369" h="75022">
                <a:moveTo>
                  <a:pt x="0" y="75022"/>
                </a:moveTo>
                <a:lnTo>
                  <a:pt x="264369" y="0"/>
                </a:lnTo>
              </a:path>
            </a:pathLst>
          </a:custGeom>
          <a:noFill/>
          <a:ln w="5719">
            <a:solidFill>
              <a:srgbClr val="D74242">
                <a:alpha val="13000"/>
              </a:srgbClr>
            </a:solidFill>
            <a:prstDash val="solid"/>
          </a:ln>
        </p:spPr>
      </p:sp>
      <p:sp>
        <p:nvSpPr>
          <p:cNvPr id="438" name="lumia-token-stream-curve">
            <a:extLst>
              <a:ext uri="{FF2B5EF4-FFF2-40B4-BE49-F238E27FC236}">
                <a16:creationId xmlns:a16="http://schemas.microsoft.com/office/drawing/2014/main" id="{570A5CF3-A007-42C5-9173-A08DF48BF7B2}"/>
              </a:ext>
            </a:extLst>
          </p:cNvPr>
          <p:cNvSpPr>
            <a:spLocks noGrp="1"/>
          </p:cNvSpPr>
          <p:nvPr/>
        </p:nvSpPr>
        <p:spPr>
          <a:xfrm>
            <a:off x="5202738" y="5534066"/>
            <a:ext cx="266607" cy="80230"/>
          </a:xfrm>
          <a:custGeom>
            <a:avLst/>
            <a:gdLst/>
            <a:ahLst/>
            <a:cxnLst/>
            <a:rect l="0" t="0" r="0" b="0"/>
            <a:pathLst>
              <a:path w="266607" h="80230">
                <a:moveTo>
                  <a:pt x="0" y="80230"/>
                </a:moveTo>
                <a:lnTo>
                  <a:pt x="266607" y="0"/>
                </a:lnTo>
              </a:path>
            </a:pathLst>
          </a:custGeom>
          <a:noFill/>
          <a:ln w="5825">
            <a:solidFill>
              <a:srgbClr val="E44339">
                <a:alpha val="13000"/>
              </a:srgbClr>
            </a:solidFill>
            <a:prstDash val="solid"/>
          </a:ln>
        </p:spPr>
      </p:sp>
      <p:sp>
        <p:nvSpPr>
          <p:cNvPr id="439" name="lumia-token-stream-curve">
            <a:extLst>
              <a:ext uri="{FF2B5EF4-FFF2-40B4-BE49-F238E27FC236}">
                <a16:creationId xmlns:a16="http://schemas.microsoft.com/office/drawing/2014/main" id="{90D244FA-1D88-4736-BA36-6ABE904402A5}"/>
              </a:ext>
            </a:extLst>
          </p:cNvPr>
          <p:cNvSpPr>
            <a:spLocks noGrp="1"/>
          </p:cNvSpPr>
          <p:nvPr/>
        </p:nvSpPr>
        <p:spPr>
          <a:xfrm>
            <a:off x="5469345" y="5452051"/>
            <a:ext cx="268833" cy="82015"/>
          </a:xfrm>
          <a:custGeom>
            <a:avLst/>
            <a:gdLst/>
            <a:ahLst/>
            <a:cxnLst/>
            <a:rect l="0" t="0" r="0" b="0"/>
            <a:pathLst>
              <a:path w="268833" h="82015">
                <a:moveTo>
                  <a:pt x="0" y="82015"/>
                </a:moveTo>
                <a:lnTo>
                  <a:pt x="268833" y="0"/>
                </a:lnTo>
              </a:path>
            </a:pathLst>
          </a:custGeom>
          <a:noFill/>
          <a:ln w="5944">
            <a:solidFill>
              <a:srgbClr val="EB4833">
                <a:alpha val="14000"/>
              </a:srgbClr>
            </a:solidFill>
            <a:prstDash val="solid"/>
          </a:ln>
        </p:spPr>
      </p:sp>
      <p:sp>
        <p:nvSpPr>
          <p:cNvPr id="440" name="lumia-token-stream-curve">
            <a:extLst>
              <a:ext uri="{FF2B5EF4-FFF2-40B4-BE49-F238E27FC236}">
                <a16:creationId xmlns:a16="http://schemas.microsoft.com/office/drawing/2014/main" id="{CE6DF1AC-F5B1-43ED-A604-F3D203BB8088}"/>
              </a:ext>
            </a:extLst>
          </p:cNvPr>
          <p:cNvSpPr>
            <a:spLocks noGrp="1"/>
          </p:cNvSpPr>
          <p:nvPr/>
        </p:nvSpPr>
        <p:spPr>
          <a:xfrm>
            <a:off x="5738178" y="5371626"/>
            <a:ext cx="271047" cy="80425"/>
          </a:xfrm>
          <a:custGeom>
            <a:avLst/>
            <a:gdLst/>
            <a:ahLst/>
            <a:cxnLst/>
            <a:rect l="0" t="0" r="0" b="0"/>
            <a:pathLst>
              <a:path w="271047" h="80425">
                <a:moveTo>
                  <a:pt x="0" y="80425"/>
                </a:moveTo>
                <a:lnTo>
                  <a:pt x="271047" y="0"/>
                </a:lnTo>
              </a:path>
            </a:pathLst>
          </a:custGeom>
          <a:noFill/>
          <a:ln w="6074">
            <a:solidFill>
              <a:srgbClr val="EC532F">
                <a:alpha val="14000"/>
              </a:srgbClr>
            </a:solidFill>
            <a:prstDash val="solid"/>
          </a:ln>
        </p:spPr>
      </p:sp>
      <p:sp>
        <p:nvSpPr>
          <p:cNvPr id="441" name="lumia-token-stream-curve">
            <a:extLst>
              <a:ext uri="{FF2B5EF4-FFF2-40B4-BE49-F238E27FC236}">
                <a16:creationId xmlns:a16="http://schemas.microsoft.com/office/drawing/2014/main" id="{BF8A465E-7DB6-4FD8-8C3B-9414EF07557C}"/>
              </a:ext>
            </a:extLst>
          </p:cNvPr>
          <p:cNvSpPr>
            <a:spLocks noGrp="1"/>
          </p:cNvSpPr>
          <p:nvPr/>
        </p:nvSpPr>
        <p:spPr>
          <a:xfrm>
            <a:off x="6009225" y="5295700"/>
            <a:ext cx="273250" cy="75926"/>
          </a:xfrm>
          <a:custGeom>
            <a:avLst/>
            <a:gdLst/>
            <a:ahLst/>
            <a:cxnLst/>
            <a:rect l="0" t="0" r="0" b="0"/>
            <a:pathLst>
              <a:path w="273250" h="75926">
                <a:moveTo>
                  <a:pt x="0" y="75926"/>
                </a:moveTo>
                <a:lnTo>
                  <a:pt x="273250" y="0"/>
                </a:lnTo>
              </a:path>
            </a:pathLst>
          </a:custGeom>
          <a:noFill/>
          <a:ln w="6215">
            <a:solidFill>
              <a:srgbClr val="EE5E2A">
                <a:alpha val="15000"/>
              </a:srgbClr>
            </a:solidFill>
            <a:prstDash val="solid"/>
          </a:ln>
        </p:spPr>
      </p:sp>
      <p:sp>
        <p:nvSpPr>
          <p:cNvPr id="442" name="lumia-token-stream-curve">
            <a:extLst>
              <a:ext uri="{FF2B5EF4-FFF2-40B4-BE49-F238E27FC236}">
                <a16:creationId xmlns:a16="http://schemas.microsoft.com/office/drawing/2014/main" id="{80FF5D8B-3FD2-40FA-8ABC-7B27ED3968C4}"/>
              </a:ext>
            </a:extLst>
          </p:cNvPr>
          <p:cNvSpPr>
            <a:spLocks noGrp="1"/>
          </p:cNvSpPr>
          <p:nvPr/>
        </p:nvSpPr>
        <p:spPr>
          <a:xfrm>
            <a:off x="6282475" y="5226325"/>
            <a:ext cx="275441" cy="69376"/>
          </a:xfrm>
          <a:custGeom>
            <a:avLst/>
            <a:gdLst/>
            <a:ahLst/>
            <a:cxnLst/>
            <a:rect l="0" t="0" r="0" b="0"/>
            <a:pathLst>
              <a:path w="275441" h="69376">
                <a:moveTo>
                  <a:pt x="0" y="69376"/>
                </a:moveTo>
                <a:lnTo>
                  <a:pt x="275441" y="0"/>
                </a:lnTo>
              </a:path>
            </a:pathLst>
          </a:custGeom>
          <a:noFill/>
          <a:ln w="6363">
            <a:solidFill>
              <a:srgbClr val="EF6926">
                <a:alpha val="15000"/>
              </a:srgbClr>
            </a:solidFill>
            <a:prstDash val="solid"/>
          </a:ln>
        </p:spPr>
      </p:sp>
      <p:sp>
        <p:nvSpPr>
          <p:cNvPr id="443" name="lumia-token-stream-curve">
            <a:extLst>
              <a:ext uri="{FF2B5EF4-FFF2-40B4-BE49-F238E27FC236}">
                <a16:creationId xmlns:a16="http://schemas.microsoft.com/office/drawing/2014/main" id="{EC3F01AB-2EE8-4C15-AF01-E2F12B7D0DF7}"/>
              </a:ext>
            </a:extLst>
          </p:cNvPr>
          <p:cNvSpPr>
            <a:spLocks noGrp="1"/>
          </p:cNvSpPr>
          <p:nvPr/>
        </p:nvSpPr>
        <p:spPr>
          <a:xfrm>
            <a:off x="6557917" y="5164379"/>
            <a:ext cx="277621" cy="61946"/>
          </a:xfrm>
          <a:custGeom>
            <a:avLst/>
            <a:gdLst/>
            <a:ahLst/>
            <a:cxnLst/>
            <a:rect l="0" t="0" r="0" b="0"/>
            <a:pathLst>
              <a:path w="277621" h="61946">
                <a:moveTo>
                  <a:pt x="0" y="61946"/>
                </a:moveTo>
                <a:lnTo>
                  <a:pt x="277621" y="0"/>
                </a:lnTo>
              </a:path>
            </a:pathLst>
          </a:custGeom>
          <a:noFill/>
          <a:ln w="6519">
            <a:solidFill>
              <a:srgbClr val="F17322">
                <a:alpha val="16000"/>
              </a:srgbClr>
            </a:solidFill>
            <a:prstDash val="solid"/>
          </a:ln>
        </p:spPr>
      </p:sp>
      <p:sp>
        <p:nvSpPr>
          <p:cNvPr id="444" name="lumia-token-stream-curve">
            <a:extLst>
              <a:ext uri="{FF2B5EF4-FFF2-40B4-BE49-F238E27FC236}">
                <a16:creationId xmlns:a16="http://schemas.microsoft.com/office/drawing/2014/main" id="{198D2AC1-BCA9-43C5-B3E9-91F0FE90DFBF}"/>
              </a:ext>
            </a:extLst>
          </p:cNvPr>
          <p:cNvSpPr>
            <a:spLocks noGrp="1"/>
          </p:cNvSpPr>
          <p:nvPr/>
        </p:nvSpPr>
        <p:spPr>
          <a:xfrm>
            <a:off x="6835537" y="5109382"/>
            <a:ext cx="279788" cy="54996"/>
          </a:xfrm>
          <a:custGeom>
            <a:avLst/>
            <a:gdLst/>
            <a:ahLst/>
            <a:cxnLst/>
            <a:rect l="0" t="0" r="0" b="0"/>
            <a:pathLst>
              <a:path w="279788" h="54996">
                <a:moveTo>
                  <a:pt x="0" y="54996"/>
                </a:moveTo>
                <a:lnTo>
                  <a:pt x="279788" y="0"/>
                </a:lnTo>
              </a:path>
            </a:pathLst>
          </a:custGeom>
          <a:noFill/>
          <a:ln w="6680">
            <a:solidFill>
              <a:srgbClr val="F27E1E">
                <a:alpha val="16000"/>
              </a:srgbClr>
            </a:solidFill>
            <a:prstDash val="solid"/>
          </a:ln>
        </p:spPr>
      </p:sp>
      <p:sp>
        <p:nvSpPr>
          <p:cNvPr id="445" name="lumia-token-stream-curve">
            <a:extLst>
              <a:ext uri="{FF2B5EF4-FFF2-40B4-BE49-F238E27FC236}">
                <a16:creationId xmlns:a16="http://schemas.microsoft.com/office/drawing/2014/main" id="{9A8EC40D-A316-408D-BFC5-4F751711C1B9}"/>
              </a:ext>
            </a:extLst>
          </p:cNvPr>
          <p:cNvSpPr>
            <a:spLocks noGrp="1"/>
          </p:cNvSpPr>
          <p:nvPr/>
        </p:nvSpPr>
        <p:spPr>
          <a:xfrm>
            <a:off x="7115325" y="5059467"/>
            <a:ext cx="281944" cy="49915"/>
          </a:xfrm>
          <a:custGeom>
            <a:avLst/>
            <a:gdLst/>
            <a:ahLst/>
            <a:cxnLst/>
            <a:rect l="0" t="0" r="0" b="0"/>
            <a:pathLst>
              <a:path w="281944" h="49915">
                <a:moveTo>
                  <a:pt x="0" y="49915"/>
                </a:moveTo>
                <a:lnTo>
                  <a:pt x="281944" y="0"/>
                </a:lnTo>
              </a:path>
            </a:pathLst>
          </a:custGeom>
          <a:noFill/>
          <a:ln w="6845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446" name="lumia-token-stream-curve">
            <a:extLst>
              <a:ext uri="{FF2B5EF4-FFF2-40B4-BE49-F238E27FC236}">
                <a16:creationId xmlns:a16="http://schemas.microsoft.com/office/drawing/2014/main" id="{ABC57159-7F55-4E2C-A703-2524965F5EE6}"/>
              </a:ext>
            </a:extLst>
          </p:cNvPr>
          <p:cNvSpPr>
            <a:spLocks noGrp="1"/>
          </p:cNvSpPr>
          <p:nvPr/>
        </p:nvSpPr>
        <p:spPr>
          <a:xfrm>
            <a:off x="7397269" y="5011526"/>
            <a:ext cx="284088" cy="47941"/>
          </a:xfrm>
          <a:custGeom>
            <a:avLst/>
            <a:gdLst/>
            <a:ahLst/>
            <a:cxnLst/>
            <a:rect l="0" t="0" r="0" b="0"/>
            <a:pathLst>
              <a:path w="284088" h="47941">
                <a:moveTo>
                  <a:pt x="0" y="47941"/>
                </a:moveTo>
                <a:lnTo>
                  <a:pt x="284088" y="0"/>
                </a:lnTo>
              </a:path>
            </a:pathLst>
          </a:custGeom>
          <a:noFill/>
          <a:ln w="7011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447" name="lumia-token-stream-curve">
            <a:extLst>
              <a:ext uri="{FF2B5EF4-FFF2-40B4-BE49-F238E27FC236}">
                <a16:creationId xmlns:a16="http://schemas.microsoft.com/office/drawing/2014/main" id="{D524250A-5BC7-452C-83D8-96C6D28A5366}"/>
              </a:ext>
            </a:extLst>
          </p:cNvPr>
          <p:cNvSpPr>
            <a:spLocks noGrp="1"/>
          </p:cNvSpPr>
          <p:nvPr/>
        </p:nvSpPr>
        <p:spPr>
          <a:xfrm>
            <a:off x="7681357" y="4961537"/>
            <a:ext cx="286220" cy="49989"/>
          </a:xfrm>
          <a:custGeom>
            <a:avLst/>
            <a:gdLst/>
            <a:ahLst/>
            <a:cxnLst/>
            <a:rect l="0" t="0" r="0" b="0"/>
            <a:pathLst>
              <a:path w="286220" h="49989">
                <a:moveTo>
                  <a:pt x="0" y="49989"/>
                </a:moveTo>
                <a:lnTo>
                  <a:pt x="286220" y="0"/>
                </a:lnTo>
              </a:path>
            </a:pathLst>
          </a:custGeom>
          <a:noFill/>
          <a:ln w="7179">
            <a:solidFill>
              <a:srgbClr val="F79E11">
                <a:alpha val="18000"/>
              </a:srgbClr>
            </a:solidFill>
            <a:prstDash val="solid"/>
          </a:ln>
        </p:spPr>
      </p:sp>
      <p:sp>
        <p:nvSpPr>
          <p:cNvPr id="448" name="lumia-token-stream-curve">
            <a:extLst>
              <a:ext uri="{FF2B5EF4-FFF2-40B4-BE49-F238E27FC236}">
                <a16:creationId xmlns:a16="http://schemas.microsoft.com/office/drawing/2014/main" id="{EDEF1CB7-C0F0-455A-81C6-A30692D27B90}"/>
              </a:ext>
            </a:extLst>
          </p:cNvPr>
          <p:cNvSpPr>
            <a:spLocks noGrp="1"/>
          </p:cNvSpPr>
          <p:nvPr/>
        </p:nvSpPr>
        <p:spPr>
          <a:xfrm>
            <a:off x="7967578" y="4905032"/>
            <a:ext cx="288341" cy="56505"/>
          </a:xfrm>
          <a:custGeom>
            <a:avLst/>
            <a:gdLst/>
            <a:ahLst/>
            <a:cxnLst/>
            <a:rect l="0" t="0" r="0" b="0"/>
            <a:pathLst>
              <a:path w="288341" h="56505">
                <a:moveTo>
                  <a:pt x="0" y="56505"/>
                </a:moveTo>
                <a:lnTo>
                  <a:pt x="288341" y="0"/>
                </a:lnTo>
              </a:path>
            </a:pathLst>
          </a:custGeom>
          <a:noFill/>
          <a:ln w="7345">
            <a:solidFill>
              <a:srgbClr val="F8A90C">
                <a:alpha val="18000"/>
              </a:srgbClr>
            </a:solidFill>
            <a:prstDash val="solid"/>
          </a:ln>
        </p:spPr>
      </p:sp>
      <p:sp>
        <p:nvSpPr>
          <p:cNvPr id="449" name="lumia-token-stream-curve">
            <a:extLst>
              <a:ext uri="{FF2B5EF4-FFF2-40B4-BE49-F238E27FC236}">
                <a16:creationId xmlns:a16="http://schemas.microsoft.com/office/drawing/2014/main" id="{18C60EF8-46E4-40A7-87B2-B8CAD720B13D}"/>
              </a:ext>
            </a:extLst>
          </p:cNvPr>
          <p:cNvSpPr>
            <a:spLocks noGrp="1"/>
          </p:cNvSpPr>
          <p:nvPr/>
        </p:nvSpPr>
        <p:spPr>
          <a:xfrm>
            <a:off x="8255919" y="4837655"/>
            <a:ext cx="290450" cy="67377"/>
          </a:xfrm>
          <a:custGeom>
            <a:avLst/>
            <a:gdLst/>
            <a:ahLst/>
            <a:cxnLst/>
            <a:rect l="0" t="0" r="0" b="0"/>
            <a:pathLst>
              <a:path w="290450" h="67377">
                <a:moveTo>
                  <a:pt x="0" y="67377"/>
                </a:moveTo>
                <a:lnTo>
                  <a:pt x="290450" y="0"/>
                </a:lnTo>
              </a:path>
            </a:pathLst>
          </a:custGeom>
          <a:noFill/>
          <a:ln w="7509">
            <a:solidFill>
              <a:srgbClr val="FAB408">
                <a:alpha val="19000"/>
              </a:srgbClr>
            </a:solidFill>
            <a:prstDash val="solid"/>
          </a:ln>
        </p:spPr>
      </p:sp>
      <p:sp>
        <p:nvSpPr>
          <p:cNvPr id="450" name="lumia-token-stream-curve">
            <a:extLst>
              <a:ext uri="{FF2B5EF4-FFF2-40B4-BE49-F238E27FC236}">
                <a16:creationId xmlns:a16="http://schemas.microsoft.com/office/drawing/2014/main" id="{B2C14020-53AA-48A5-8A98-A0018DDC0524}"/>
              </a:ext>
            </a:extLst>
          </p:cNvPr>
          <p:cNvSpPr>
            <a:spLocks noGrp="1"/>
          </p:cNvSpPr>
          <p:nvPr/>
        </p:nvSpPr>
        <p:spPr>
          <a:xfrm>
            <a:off x="8546369" y="4755744"/>
            <a:ext cx="292547" cy="81912"/>
          </a:xfrm>
          <a:custGeom>
            <a:avLst/>
            <a:gdLst/>
            <a:ahLst/>
            <a:cxnLst/>
            <a:rect l="0" t="0" r="0" b="0"/>
            <a:pathLst>
              <a:path w="292547" h="81912">
                <a:moveTo>
                  <a:pt x="0" y="81912"/>
                </a:moveTo>
                <a:lnTo>
                  <a:pt x="292547" y="0"/>
                </a:lnTo>
              </a:path>
            </a:pathLst>
          </a:custGeom>
          <a:noFill/>
          <a:ln w="7669">
            <a:solidFill>
              <a:srgbClr val="F7BC07">
                <a:alpha val="19000"/>
              </a:srgbClr>
            </a:solidFill>
            <a:prstDash val="solid"/>
          </a:ln>
        </p:spPr>
      </p:sp>
      <p:sp>
        <p:nvSpPr>
          <p:cNvPr id="451" name="lumia-token-stream-curve">
            <a:extLst>
              <a:ext uri="{FF2B5EF4-FFF2-40B4-BE49-F238E27FC236}">
                <a16:creationId xmlns:a16="http://schemas.microsoft.com/office/drawing/2014/main" id="{78D08E32-BBD5-4590-8A35-7C93B08E24DD}"/>
              </a:ext>
            </a:extLst>
          </p:cNvPr>
          <p:cNvSpPr>
            <a:spLocks noGrp="1"/>
          </p:cNvSpPr>
          <p:nvPr/>
        </p:nvSpPr>
        <p:spPr>
          <a:xfrm>
            <a:off x="8838916" y="4656854"/>
            <a:ext cx="294633" cy="98890"/>
          </a:xfrm>
          <a:custGeom>
            <a:avLst/>
            <a:gdLst/>
            <a:ahLst/>
            <a:cxnLst/>
            <a:rect l="0" t="0" r="0" b="0"/>
            <a:pathLst>
              <a:path w="294633" h="98890">
                <a:moveTo>
                  <a:pt x="0" y="98890"/>
                </a:moveTo>
                <a:lnTo>
                  <a:pt x="294633" y="0"/>
                </a:lnTo>
              </a:path>
            </a:pathLst>
          </a:custGeom>
          <a:noFill/>
          <a:ln w="7823">
            <a:solidFill>
              <a:srgbClr val="E5BA0E">
                <a:alpha val="19000"/>
              </a:srgbClr>
            </a:solidFill>
            <a:prstDash val="solid"/>
          </a:ln>
        </p:spPr>
      </p:sp>
      <p:sp>
        <p:nvSpPr>
          <p:cNvPr id="452" name="lumia-token-stream-curve">
            <a:extLst>
              <a:ext uri="{FF2B5EF4-FFF2-40B4-BE49-F238E27FC236}">
                <a16:creationId xmlns:a16="http://schemas.microsoft.com/office/drawing/2014/main" id="{B40FDAEA-345A-4FA9-844D-E089256AFE02}"/>
              </a:ext>
            </a:extLst>
          </p:cNvPr>
          <p:cNvSpPr>
            <a:spLocks noGrp="1"/>
          </p:cNvSpPr>
          <p:nvPr/>
        </p:nvSpPr>
        <p:spPr>
          <a:xfrm>
            <a:off x="9133549" y="4540146"/>
            <a:ext cx="296707" cy="116708"/>
          </a:xfrm>
          <a:custGeom>
            <a:avLst/>
            <a:gdLst/>
            <a:ahLst/>
            <a:cxnLst/>
            <a:rect l="0" t="0" r="0" b="0"/>
            <a:pathLst>
              <a:path w="296707" h="116708">
                <a:moveTo>
                  <a:pt x="0" y="116708"/>
                </a:moveTo>
                <a:lnTo>
                  <a:pt x="296707" y="0"/>
                </a:lnTo>
              </a:path>
            </a:pathLst>
          </a:custGeom>
          <a:noFill/>
          <a:ln w="7970">
            <a:solidFill>
              <a:srgbClr val="D3B815">
                <a:alpha val="20000"/>
              </a:srgbClr>
            </a:solidFill>
            <a:prstDash val="solid"/>
          </a:ln>
        </p:spPr>
      </p:sp>
      <p:sp>
        <p:nvSpPr>
          <p:cNvPr id="453" name="lumia-token-stream-curve">
            <a:extLst>
              <a:ext uri="{FF2B5EF4-FFF2-40B4-BE49-F238E27FC236}">
                <a16:creationId xmlns:a16="http://schemas.microsoft.com/office/drawing/2014/main" id="{5179F392-B73F-4851-8563-75D1A3D52D79}"/>
              </a:ext>
            </a:extLst>
          </p:cNvPr>
          <p:cNvSpPr>
            <a:spLocks noGrp="1"/>
          </p:cNvSpPr>
          <p:nvPr/>
        </p:nvSpPr>
        <p:spPr>
          <a:xfrm>
            <a:off x="9430256" y="4406567"/>
            <a:ext cx="298769" cy="133579"/>
          </a:xfrm>
          <a:custGeom>
            <a:avLst/>
            <a:gdLst/>
            <a:ahLst/>
            <a:cxnLst/>
            <a:rect l="0" t="0" r="0" b="0"/>
            <a:pathLst>
              <a:path w="298769" h="133579">
                <a:moveTo>
                  <a:pt x="0" y="133579"/>
                </a:moveTo>
                <a:lnTo>
                  <a:pt x="298769" y="0"/>
                </a:lnTo>
              </a:path>
            </a:pathLst>
          </a:custGeom>
          <a:noFill/>
          <a:ln w="8108">
            <a:solidFill>
              <a:srgbClr val="C2B61C">
                <a:alpha val="20000"/>
              </a:srgbClr>
            </a:solidFill>
            <a:prstDash val="solid"/>
          </a:ln>
        </p:spPr>
      </p:sp>
      <p:sp>
        <p:nvSpPr>
          <p:cNvPr id="454" name="lumia-token-stream-curve">
            <a:extLst>
              <a:ext uri="{FF2B5EF4-FFF2-40B4-BE49-F238E27FC236}">
                <a16:creationId xmlns:a16="http://schemas.microsoft.com/office/drawing/2014/main" id="{E0C5BC00-BBF7-4BAC-8CDE-35D4F933656E}"/>
              </a:ext>
            </a:extLst>
          </p:cNvPr>
          <p:cNvSpPr>
            <a:spLocks noGrp="1"/>
          </p:cNvSpPr>
          <p:nvPr/>
        </p:nvSpPr>
        <p:spPr>
          <a:xfrm>
            <a:off x="9729024" y="4258788"/>
            <a:ext cx="300819" cy="147779"/>
          </a:xfrm>
          <a:custGeom>
            <a:avLst/>
            <a:gdLst/>
            <a:ahLst/>
            <a:cxnLst/>
            <a:rect l="0" t="0" r="0" b="0"/>
            <a:pathLst>
              <a:path w="300819" h="147779">
                <a:moveTo>
                  <a:pt x="0" y="147779"/>
                </a:moveTo>
                <a:lnTo>
                  <a:pt x="300819" y="0"/>
                </a:lnTo>
              </a:path>
            </a:pathLst>
          </a:custGeom>
          <a:noFill/>
          <a:ln w="8235">
            <a:solidFill>
              <a:srgbClr val="B0B422">
                <a:alpha val="20000"/>
              </a:srgbClr>
            </a:solidFill>
            <a:prstDash val="solid"/>
          </a:ln>
        </p:spPr>
      </p:sp>
      <p:sp>
        <p:nvSpPr>
          <p:cNvPr id="455" name="lumia-token-stream-curve">
            <a:extLst>
              <a:ext uri="{FF2B5EF4-FFF2-40B4-BE49-F238E27FC236}">
                <a16:creationId xmlns:a16="http://schemas.microsoft.com/office/drawing/2014/main" id="{18ADAD7A-2C42-444B-805D-BED5C642DAB7}"/>
              </a:ext>
            </a:extLst>
          </p:cNvPr>
          <p:cNvSpPr>
            <a:spLocks noGrp="1"/>
          </p:cNvSpPr>
          <p:nvPr/>
        </p:nvSpPr>
        <p:spPr>
          <a:xfrm>
            <a:off x="10029843" y="4100883"/>
            <a:ext cx="302858" cy="157905"/>
          </a:xfrm>
          <a:custGeom>
            <a:avLst/>
            <a:gdLst/>
            <a:ahLst/>
            <a:cxnLst/>
            <a:rect l="0" t="0" r="0" b="0"/>
            <a:pathLst>
              <a:path w="302858" h="157905">
                <a:moveTo>
                  <a:pt x="0" y="157905"/>
                </a:moveTo>
                <a:lnTo>
                  <a:pt x="302858" y="0"/>
                </a:lnTo>
              </a:path>
            </a:pathLst>
          </a:custGeom>
          <a:noFill/>
          <a:ln w="8351">
            <a:solidFill>
              <a:srgbClr val="9EB329">
                <a:alpha val="21000"/>
              </a:srgbClr>
            </a:solidFill>
            <a:prstDash val="solid"/>
          </a:ln>
        </p:spPr>
      </p:sp>
      <p:sp>
        <p:nvSpPr>
          <p:cNvPr id="456" name="lumia-token-stream-curve">
            <a:extLst>
              <a:ext uri="{FF2B5EF4-FFF2-40B4-BE49-F238E27FC236}">
                <a16:creationId xmlns:a16="http://schemas.microsoft.com/office/drawing/2014/main" id="{4EA1E5C6-C384-4913-9DE7-6AB6A656642B}"/>
              </a:ext>
            </a:extLst>
          </p:cNvPr>
          <p:cNvSpPr>
            <a:spLocks noGrp="1"/>
          </p:cNvSpPr>
          <p:nvPr/>
        </p:nvSpPr>
        <p:spPr>
          <a:xfrm>
            <a:off x="10332701" y="3937781"/>
            <a:ext cx="304884" cy="163102"/>
          </a:xfrm>
          <a:custGeom>
            <a:avLst/>
            <a:gdLst/>
            <a:ahLst/>
            <a:cxnLst/>
            <a:rect l="0" t="0" r="0" b="0"/>
            <a:pathLst>
              <a:path w="304884" h="163102">
                <a:moveTo>
                  <a:pt x="0" y="163102"/>
                </a:moveTo>
                <a:lnTo>
                  <a:pt x="304884" y="0"/>
                </a:lnTo>
              </a:path>
            </a:pathLst>
          </a:custGeom>
          <a:noFill/>
          <a:ln w="8453">
            <a:solidFill>
              <a:srgbClr val="8CB130">
                <a:alpha val="21000"/>
              </a:srgbClr>
            </a:solidFill>
            <a:prstDash val="solid"/>
          </a:ln>
        </p:spPr>
      </p:sp>
      <p:sp>
        <p:nvSpPr>
          <p:cNvPr id="457" name="lumia-token-stream-curve">
            <a:extLst>
              <a:ext uri="{FF2B5EF4-FFF2-40B4-BE49-F238E27FC236}">
                <a16:creationId xmlns:a16="http://schemas.microsoft.com/office/drawing/2014/main" id="{FDF821FC-2062-4892-9646-128EF08CB5AC}"/>
              </a:ext>
            </a:extLst>
          </p:cNvPr>
          <p:cNvSpPr>
            <a:spLocks noGrp="1"/>
          </p:cNvSpPr>
          <p:nvPr/>
        </p:nvSpPr>
        <p:spPr>
          <a:xfrm>
            <a:off x="10637585" y="3774559"/>
            <a:ext cx="306900" cy="163222"/>
          </a:xfrm>
          <a:custGeom>
            <a:avLst/>
            <a:gdLst/>
            <a:ahLst/>
            <a:cxnLst/>
            <a:rect l="0" t="0" r="0" b="0"/>
            <a:pathLst>
              <a:path w="306900" h="163222">
                <a:moveTo>
                  <a:pt x="0" y="163222"/>
                </a:moveTo>
                <a:lnTo>
                  <a:pt x="306900" y="0"/>
                </a:lnTo>
              </a:path>
            </a:pathLst>
          </a:custGeom>
          <a:noFill/>
          <a:ln w="8540">
            <a:solidFill>
              <a:srgbClr val="7BAF37">
                <a:alpha val="21000"/>
              </a:srgbClr>
            </a:solidFill>
            <a:prstDash val="solid"/>
          </a:ln>
        </p:spPr>
      </p:sp>
      <p:sp>
        <p:nvSpPr>
          <p:cNvPr id="458" name="lumia-token-stream-curve">
            <a:extLst>
              <a:ext uri="{FF2B5EF4-FFF2-40B4-BE49-F238E27FC236}">
                <a16:creationId xmlns:a16="http://schemas.microsoft.com/office/drawing/2014/main" id="{35021908-99D7-4F31-A1E7-07F0711DEDE1}"/>
              </a:ext>
            </a:extLst>
          </p:cNvPr>
          <p:cNvSpPr>
            <a:spLocks noGrp="1"/>
          </p:cNvSpPr>
          <p:nvPr/>
        </p:nvSpPr>
        <p:spPr>
          <a:xfrm>
            <a:off x="10944485" y="3615667"/>
            <a:ext cx="308903" cy="158892"/>
          </a:xfrm>
          <a:custGeom>
            <a:avLst/>
            <a:gdLst/>
            <a:ahLst/>
            <a:cxnLst/>
            <a:rect l="0" t="0" r="0" b="0"/>
            <a:pathLst>
              <a:path w="308903" h="158892">
                <a:moveTo>
                  <a:pt x="0" y="158892"/>
                </a:moveTo>
                <a:lnTo>
                  <a:pt x="308903" y="0"/>
                </a:lnTo>
              </a:path>
            </a:pathLst>
          </a:custGeom>
          <a:noFill/>
          <a:ln w="8611">
            <a:solidFill>
              <a:srgbClr val="69AD3E">
                <a:alpha val="21000"/>
              </a:srgbClr>
            </a:solidFill>
            <a:prstDash val="solid"/>
          </a:ln>
        </p:spPr>
      </p:sp>
      <p:sp>
        <p:nvSpPr>
          <p:cNvPr id="459" name="lumia-token-stream-curve">
            <a:extLst>
              <a:ext uri="{FF2B5EF4-FFF2-40B4-BE49-F238E27FC236}">
                <a16:creationId xmlns:a16="http://schemas.microsoft.com/office/drawing/2014/main" id="{5730D24B-3789-4713-99DF-DAE14496DB4F}"/>
              </a:ext>
            </a:extLst>
          </p:cNvPr>
          <p:cNvSpPr>
            <a:spLocks noGrp="1"/>
          </p:cNvSpPr>
          <p:nvPr/>
        </p:nvSpPr>
        <p:spPr>
          <a:xfrm>
            <a:off x="11253388" y="3464203"/>
            <a:ext cx="310895" cy="151464"/>
          </a:xfrm>
          <a:custGeom>
            <a:avLst/>
            <a:gdLst/>
            <a:ahLst/>
            <a:cxnLst/>
            <a:rect l="0" t="0" r="0" b="0"/>
            <a:pathLst>
              <a:path w="310895" h="151464">
                <a:moveTo>
                  <a:pt x="0" y="151464"/>
                </a:moveTo>
                <a:lnTo>
                  <a:pt x="310895" y="0"/>
                </a:lnTo>
              </a:path>
            </a:pathLst>
          </a:custGeom>
          <a:noFill/>
          <a:ln w="8663">
            <a:solidFill>
              <a:srgbClr val="57AC45">
                <a:alpha val="21000"/>
              </a:srgbClr>
            </a:solidFill>
            <a:prstDash val="solid"/>
          </a:ln>
        </p:spPr>
      </p:sp>
      <p:sp>
        <p:nvSpPr>
          <p:cNvPr id="460" name="lumia-token-stream-curve">
            <a:extLst>
              <a:ext uri="{FF2B5EF4-FFF2-40B4-BE49-F238E27FC236}">
                <a16:creationId xmlns:a16="http://schemas.microsoft.com/office/drawing/2014/main" id="{111290C2-89B3-4C6C-BF86-C44429434C83}"/>
              </a:ext>
            </a:extLst>
          </p:cNvPr>
          <p:cNvSpPr>
            <a:spLocks noGrp="1"/>
          </p:cNvSpPr>
          <p:nvPr/>
        </p:nvSpPr>
        <p:spPr>
          <a:xfrm>
            <a:off x="11564283" y="3321359"/>
            <a:ext cx="312875" cy="142844"/>
          </a:xfrm>
          <a:custGeom>
            <a:avLst/>
            <a:gdLst/>
            <a:ahLst/>
            <a:cxnLst/>
            <a:rect l="0" t="0" r="0" b="0"/>
            <a:pathLst>
              <a:path w="312875" h="142844">
                <a:moveTo>
                  <a:pt x="0" y="142844"/>
                </a:moveTo>
                <a:lnTo>
                  <a:pt x="312875" y="0"/>
                </a:lnTo>
              </a:path>
            </a:pathLst>
          </a:custGeom>
          <a:noFill/>
          <a:ln w="8695">
            <a:solidFill>
              <a:srgbClr val="46AA4C">
                <a:alpha val="22000"/>
              </a:srgbClr>
            </a:solidFill>
            <a:prstDash val="solid"/>
          </a:ln>
        </p:spPr>
      </p:sp>
      <p:sp>
        <p:nvSpPr>
          <p:cNvPr id="461" name="lumia-token-stream-curve">
            <a:extLst>
              <a:ext uri="{FF2B5EF4-FFF2-40B4-BE49-F238E27FC236}">
                <a16:creationId xmlns:a16="http://schemas.microsoft.com/office/drawing/2014/main" id="{63BAC769-19AD-4224-AED4-A3B0259EF720}"/>
              </a:ext>
            </a:extLst>
          </p:cNvPr>
          <p:cNvSpPr>
            <a:spLocks noGrp="1"/>
          </p:cNvSpPr>
          <p:nvPr/>
        </p:nvSpPr>
        <p:spPr>
          <a:xfrm>
            <a:off x="11877157" y="3186131"/>
            <a:ext cx="314843" cy="135228"/>
          </a:xfrm>
          <a:custGeom>
            <a:avLst/>
            <a:gdLst/>
            <a:ahLst/>
            <a:cxnLst/>
            <a:rect l="0" t="0" r="0" b="0"/>
            <a:pathLst>
              <a:path w="314843" h="135228">
                <a:moveTo>
                  <a:pt x="0" y="135228"/>
                </a:moveTo>
                <a:lnTo>
                  <a:pt x="314843" y="0"/>
                </a:lnTo>
              </a:path>
            </a:pathLst>
          </a:custGeom>
          <a:noFill/>
          <a:ln w="8707">
            <a:solidFill>
              <a:srgbClr val="34A853">
                <a:alpha val="22000"/>
              </a:srgbClr>
            </a:solidFill>
            <a:prstDash val="solid"/>
          </a:ln>
        </p:spPr>
      </p:sp>
      <p:sp>
        <p:nvSpPr>
          <p:cNvPr id="462" name="lumia-token-stream-curve">
            <a:extLst>
              <a:ext uri="{FF2B5EF4-FFF2-40B4-BE49-F238E27FC236}">
                <a16:creationId xmlns:a16="http://schemas.microsoft.com/office/drawing/2014/main" id="{D5217CD1-6615-4D0C-AFB8-16EE95D4781A}"/>
              </a:ext>
            </a:extLst>
          </p:cNvPr>
          <p:cNvSpPr>
            <a:spLocks noGrp="1"/>
          </p:cNvSpPr>
          <p:nvPr/>
        </p:nvSpPr>
        <p:spPr>
          <a:xfrm>
            <a:off x="0" y="6089057"/>
            <a:ext cx="190464" cy="15622"/>
          </a:xfrm>
          <a:custGeom>
            <a:avLst/>
            <a:gdLst/>
            <a:ahLst/>
            <a:cxnLst/>
            <a:rect l="0" t="0" r="0" b="0"/>
            <a:pathLst>
              <a:path w="190464" h="15622">
                <a:moveTo>
                  <a:pt x="0" y="15622"/>
                </a:moveTo>
                <a:lnTo>
                  <a:pt x="190464" y="0"/>
                </a:lnTo>
              </a:path>
            </a:pathLst>
          </a:custGeom>
          <a:noFill/>
          <a:ln w="5665">
            <a:solidFill>
              <a:srgbClr val="4285F4">
                <a:alpha val="10000"/>
              </a:srgbClr>
            </a:solidFill>
            <a:prstDash val="solid"/>
          </a:ln>
        </p:spPr>
      </p:sp>
      <p:sp>
        <p:nvSpPr>
          <p:cNvPr id="463" name="lumia-token-stream-curve">
            <a:extLst>
              <a:ext uri="{FF2B5EF4-FFF2-40B4-BE49-F238E27FC236}">
                <a16:creationId xmlns:a16="http://schemas.microsoft.com/office/drawing/2014/main" id="{B586C154-CD28-4703-8125-F8E9E4A62710}"/>
              </a:ext>
            </a:extLst>
          </p:cNvPr>
          <p:cNvSpPr>
            <a:spLocks noGrp="1"/>
          </p:cNvSpPr>
          <p:nvPr/>
        </p:nvSpPr>
        <p:spPr>
          <a:xfrm>
            <a:off x="190464" y="6076988"/>
            <a:ext cx="214735" cy="12069"/>
          </a:xfrm>
          <a:custGeom>
            <a:avLst/>
            <a:gdLst/>
            <a:ahLst/>
            <a:cxnLst/>
            <a:rect l="0" t="0" r="0" b="0"/>
            <a:pathLst>
              <a:path w="214735" h="12069">
                <a:moveTo>
                  <a:pt x="0" y="12069"/>
                </a:moveTo>
                <a:lnTo>
                  <a:pt x="214735" y="0"/>
                </a:lnTo>
              </a:path>
            </a:pathLst>
          </a:custGeom>
          <a:noFill/>
          <a:ln w="5665">
            <a:solidFill>
              <a:srgbClr val="447EEC">
                <a:alpha val="10000"/>
              </a:srgbClr>
            </a:solidFill>
            <a:prstDash val="solid"/>
          </a:ln>
        </p:spPr>
      </p:sp>
      <p:sp>
        <p:nvSpPr>
          <p:cNvPr id="464" name="lumia-token-stream-curve">
            <a:extLst>
              <a:ext uri="{FF2B5EF4-FFF2-40B4-BE49-F238E27FC236}">
                <a16:creationId xmlns:a16="http://schemas.microsoft.com/office/drawing/2014/main" id="{F656F7E2-27B2-42ED-91BD-3F11373B0504}"/>
              </a:ext>
            </a:extLst>
          </p:cNvPr>
          <p:cNvSpPr>
            <a:spLocks noGrp="1"/>
          </p:cNvSpPr>
          <p:nvPr/>
        </p:nvSpPr>
        <p:spPr>
          <a:xfrm>
            <a:off x="405200" y="6069696"/>
            <a:ext cx="217242" cy="9525"/>
          </a:xfrm>
          <a:custGeom>
            <a:avLst/>
            <a:gdLst/>
            <a:ahLst/>
            <a:cxnLst/>
            <a:rect l="0" t="0" r="0" b="0"/>
            <a:pathLst>
              <a:path w="217242" h="9525">
                <a:moveTo>
                  <a:pt x="0" y="7292"/>
                </a:moveTo>
                <a:lnTo>
                  <a:pt x="217242" y="0"/>
                </a:lnTo>
              </a:path>
            </a:pathLst>
          </a:custGeom>
          <a:noFill/>
          <a:ln w="5665">
            <a:solidFill>
              <a:srgbClr val="4678E3">
                <a:alpha val="10000"/>
              </a:srgbClr>
            </a:solidFill>
            <a:prstDash val="solid"/>
          </a:ln>
        </p:spPr>
      </p:sp>
      <p:sp>
        <p:nvSpPr>
          <p:cNvPr id="465" name="lumia-token-stream-curve">
            <a:extLst>
              <a:ext uri="{FF2B5EF4-FFF2-40B4-BE49-F238E27FC236}">
                <a16:creationId xmlns:a16="http://schemas.microsoft.com/office/drawing/2014/main" id="{3B46B837-9230-45CB-A604-07578D2ACF88}"/>
              </a:ext>
            </a:extLst>
          </p:cNvPr>
          <p:cNvSpPr>
            <a:spLocks noGrp="1"/>
          </p:cNvSpPr>
          <p:nvPr/>
        </p:nvSpPr>
        <p:spPr>
          <a:xfrm>
            <a:off x="622441" y="6067997"/>
            <a:ext cx="219738" cy="9525"/>
          </a:xfrm>
          <a:custGeom>
            <a:avLst/>
            <a:gdLst/>
            <a:ahLst/>
            <a:cxnLst/>
            <a:rect l="0" t="0" r="0" b="0"/>
            <a:pathLst>
              <a:path w="219738" h="9525">
                <a:moveTo>
                  <a:pt x="0" y="1699"/>
                </a:moveTo>
                <a:lnTo>
                  <a:pt x="219738" y="0"/>
                </a:lnTo>
              </a:path>
            </a:pathLst>
          </a:custGeom>
          <a:noFill/>
          <a:ln w="5665">
            <a:solidFill>
              <a:srgbClr val="4871DB">
                <a:alpha val="10000"/>
              </a:srgbClr>
            </a:solidFill>
            <a:prstDash val="solid"/>
          </a:ln>
        </p:spPr>
      </p:sp>
      <p:sp>
        <p:nvSpPr>
          <p:cNvPr id="466" name="lumia-token-stream-curve">
            <a:extLst>
              <a:ext uri="{FF2B5EF4-FFF2-40B4-BE49-F238E27FC236}">
                <a16:creationId xmlns:a16="http://schemas.microsoft.com/office/drawing/2014/main" id="{D61A496B-9400-4B5C-B7AA-5A5A9FD54F3C}"/>
              </a:ext>
            </a:extLst>
          </p:cNvPr>
          <p:cNvSpPr>
            <a:spLocks noGrp="1"/>
          </p:cNvSpPr>
          <p:nvPr/>
        </p:nvSpPr>
        <p:spPr>
          <a:xfrm>
            <a:off x="842179" y="6067997"/>
            <a:ext cx="222224" cy="9525"/>
          </a:xfrm>
          <a:custGeom>
            <a:avLst/>
            <a:gdLst/>
            <a:ahLst/>
            <a:cxnLst/>
            <a:rect l="0" t="0" r="0" b="0"/>
            <a:pathLst>
              <a:path w="222224" h="9525">
                <a:moveTo>
                  <a:pt x="0" y="0"/>
                </a:moveTo>
                <a:lnTo>
                  <a:pt x="222224" y="4193"/>
                </a:lnTo>
              </a:path>
            </a:pathLst>
          </a:custGeom>
          <a:noFill/>
          <a:ln w="5665">
            <a:solidFill>
              <a:srgbClr val="4A6BD2">
                <a:alpha val="10000"/>
              </a:srgbClr>
            </a:solidFill>
            <a:prstDash val="solid"/>
          </a:ln>
        </p:spPr>
      </p:sp>
      <p:sp>
        <p:nvSpPr>
          <p:cNvPr id="467" name="lumia-token-stream-curve">
            <a:extLst>
              <a:ext uri="{FF2B5EF4-FFF2-40B4-BE49-F238E27FC236}">
                <a16:creationId xmlns:a16="http://schemas.microsoft.com/office/drawing/2014/main" id="{8DCE7AC6-F4D9-42F6-91FE-6D8C2ABAD7C6}"/>
              </a:ext>
            </a:extLst>
          </p:cNvPr>
          <p:cNvSpPr>
            <a:spLocks noGrp="1"/>
          </p:cNvSpPr>
          <p:nvPr/>
        </p:nvSpPr>
        <p:spPr>
          <a:xfrm>
            <a:off x="1064403" y="6072190"/>
            <a:ext cx="224700" cy="9792"/>
          </a:xfrm>
          <a:custGeom>
            <a:avLst/>
            <a:gdLst/>
            <a:ahLst/>
            <a:cxnLst/>
            <a:rect l="0" t="0" r="0" b="0"/>
            <a:pathLst>
              <a:path w="224700" h="9792">
                <a:moveTo>
                  <a:pt x="0" y="0"/>
                </a:moveTo>
                <a:lnTo>
                  <a:pt x="224700" y="9792"/>
                </a:lnTo>
              </a:path>
            </a:pathLst>
          </a:custGeom>
          <a:noFill/>
          <a:ln w="5665">
            <a:solidFill>
              <a:srgbClr val="4C64CA">
                <a:alpha val="10000"/>
              </a:srgbClr>
            </a:solidFill>
            <a:prstDash val="solid"/>
          </a:ln>
        </p:spPr>
      </p:sp>
      <p:sp>
        <p:nvSpPr>
          <p:cNvPr id="468" name="lumia-token-stream-curve">
            <a:extLst>
              <a:ext uri="{FF2B5EF4-FFF2-40B4-BE49-F238E27FC236}">
                <a16:creationId xmlns:a16="http://schemas.microsoft.com/office/drawing/2014/main" id="{70F25DCA-D94B-4796-A008-9B78F4A802D3}"/>
              </a:ext>
            </a:extLst>
          </p:cNvPr>
          <p:cNvSpPr>
            <a:spLocks noGrp="1"/>
          </p:cNvSpPr>
          <p:nvPr/>
        </p:nvSpPr>
        <p:spPr>
          <a:xfrm>
            <a:off x="1289103" y="6081983"/>
            <a:ext cx="227166" cy="14478"/>
          </a:xfrm>
          <a:custGeom>
            <a:avLst/>
            <a:gdLst/>
            <a:ahLst/>
            <a:cxnLst/>
            <a:rect l="0" t="0" r="0" b="0"/>
            <a:pathLst>
              <a:path w="227166" h="14478">
                <a:moveTo>
                  <a:pt x="0" y="0"/>
                </a:moveTo>
                <a:lnTo>
                  <a:pt x="227166" y="14478"/>
                </a:lnTo>
              </a:path>
            </a:pathLst>
          </a:custGeom>
          <a:noFill/>
          <a:ln w="5665">
            <a:solidFill>
              <a:srgbClr val="4E5EC1">
                <a:alpha val="10000"/>
              </a:srgbClr>
            </a:solidFill>
            <a:prstDash val="solid"/>
          </a:ln>
        </p:spPr>
      </p:sp>
      <p:sp>
        <p:nvSpPr>
          <p:cNvPr id="469" name="lumia-token-stream-curve">
            <a:extLst>
              <a:ext uri="{FF2B5EF4-FFF2-40B4-BE49-F238E27FC236}">
                <a16:creationId xmlns:a16="http://schemas.microsoft.com/office/drawing/2014/main" id="{8A9D7A76-35B0-475C-99F5-C1C2128E1867}"/>
              </a:ext>
            </a:extLst>
          </p:cNvPr>
          <p:cNvSpPr>
            <a:spLocks noGrp="1"/>
          </p:cNvSpPr>
          <p:nvPr/>
        </p:nvSpPr>
        <p:spPr>
          <a:xfrm>
            <a:off x="1516269" y="6096460"/>
            <a:ext cx="229622" cy="17648"/>
          </a:xfrm>
          <a:custGeom>
            <a:avLst/>
            <a:gdLst/>
            <a:ahLst/>
            <a:cxnLst/>
            <a:rect l="0" t="0" r="0" b="0"/>
            <a:pathLst>
              <a:path w="229622" h="17648">
                <a:moveTo>
                  <a:pt x="0" y="0"/>
                </a:moveTo>
                <a:lnTo>
                  <a:pt x="229622" y="17648"/>
                </a:lnTo>
              </a:path>
            </a:pathLst>
          </a:custGeom>
          <a:noFill/>
          <a:ln w="5665">
            <a:solidFill>
              <a:srgbClr val="5057B9">
                <a:alpha val="10000"/>
              </a:srgbClr>
            </a:solidFill>
            <a:prstDash val="solid"/>
          </a:ln>
        </p:spPr>
      </p:sp>
      <p:sp>
        <p:nvSpPr>
          <p:cNvPr id="470" name="lumia-token-stream-curve">
            <a:extLst>
              <a:ext uri="{FF2B5EF4-FFF2-40B4-BE49-F238E27FC236}">
                <a16:creationId xmlns:a16="http://schemas.microsoft.com/office/drawing/2014/main" id="{6D7A419D-70EE-4667-A2A5-6101729CC4FF}"/>
              </a:ext>
            </a:extLst>
          </p:cNvPr>
          <p:cNvSpPr>
            <a:spLocks noGrp="1"/>
          </p:cNvSpPr>
          <p:nvPr/>
        </p:nvSpPr>
        <p:spPr>
          <a:xfrm>
            <a:off x="1745892" y="6114109"/>
            <a:ext cx="232068" cy="18783"/>
          </a:xfrm>
          <a:custGeom>
            <a:avLst/>
            <a:gdLst/>
            <a:ahLst/>
            <a:cxnLst/>
            <a:rect l="0" t="0" r="0" b="0"/>
            <a:pathLst>
              <a:path w="232068" h="18783">
                <a:moveTo>
                  <a:pt x="0" y="0"/>
                </a:moveTo>
                <a:lnTo>
                  <a:pt x="232068" y="18783"/>
                </a:lnTo>
              </a:path>
            </a:pathLst>
          </a:custGeom>
          <a:noFill/>
          <a:ln w="5665">
            <a:solidFill>
              <a:srgbClr val="5250B0">
                <a:alpha val="10000"/>
              </a:srgbClr>
            </a:solidFill>
            <a:prstDash val="solid"/>
          </a:ln>
        </p:spPr>
      </p:sp>
      <p:sp>
        <p:nvSpPr>
          <p:cNvPr id="471" name="lumia-token-stream-curve">
            <a:extLst>
              <a:ext uri="{FF2B5EF4-FFF2-40B4-BE49-F238E27FC236}">
                <a16:creationId xmlns:a16="http://schemas.microsoft.com/office/drawing/2014/main" id="{A99B51E3-AB35-4E53-891B-63D5C0B1579A}"/>
              </a:ext>
            </a:extLst>
          </p:cNvPr>
          <p:cNvSpPr>
            <a:spLocks noGrp="1"/>
          </p:cNvSpPr>
          <p:nvPr/>
        </p:nvSpPr>
        <p:spPr>
          <a:xfrm>
            <a:off x="1977960" y="6132891"/>
            <a:ext cx="234504" cy="17493"/>
          </a:xfrm>
          <a:custGeom>
            <a:avLst/>
            <a:gdLst/>
            <a:ahLst/>
            <a:cxnLst/>
            <a:rect l="0" t="0" r="0" b="0"/>
            <a:pathLst>
              <a:path w="234504" h="17493">
                <a:moveTo>
                  <a:pt x="0" y="0"/>
                </a:moveTo>
                <a:lnTo>
                  <a:pt x="234504" y="17493"/>
                </a:lnTo>
              </a:path>
            </a:pathLst>
          </a:custGeom>
          <a:noFill/>
          <a:ln w="5665">
            <a:solidFill>
              <a:srgbClr val="544AA8">
                <a:alpha val="10000"/>
              </a:srgbClr>
            </a:solidFill>
            <a:prstDash val="solid"/>
          </a:ln>
        </p:spPr>
      </p:sp>
      <p:sp>
        <p:nvSpPr>
          <p:cNvPr id="472" name="lumia-token-stream-curve">
            <a:extLst>
              <a:ext uri="{FF2B5EF4-FFF2-40B4-BE49-F238E27FC236}">
                <a16:creationId xmlns:a16="http://schemas.microsoft.com/office/drawing/2014/main" id="{5A913D40-F06F-43B2-B6A9-CA6EEEAB207D}"/>
              </a:ext>
            </a:extLst>
          </p:cNvPr>
          <p:cNvSpPr>
            <a:spLocks noGrp="1"/>
          </p:cNvSpPr>
          <p:nvPr/>
        </p:nvSpPr>
        <p:spPr>
          <a:xfrm>
            <a:off x="2212464" y="6150384"/>
            <a:ext cx="236930" cy="13574"/>
          </a:xfrm>
          <a:custGeom>
            <a:avLst/>
            <a:gdLst/>
            <a:ahLst/>
            <a:cxnLst/>
            <a:rect l="0" t="0" r="0" b="0"/>
            <a:pathLst>
              <a:path w="236930" h="13574">
                <a:moveTo>
                  <a:pt x="0" y="0"/>
                </a:moveTo>
                <a:lnTo>
                  <a:pt x="236930" y="13574"/>
                </a:lnTo>
              </a:path>
            </a:pathLst>
          </a:custGeom>
          <a:noFill/>
          <a:ln w="5665">
            <a:solidFill>
              <a:srgbClr val="5643A0">
                <a:alpha val="10000"/>
              </a:srgbClr>
            </a:solidFill>
            <a:prstDash val="solid"/>
          </a:ln>
        </p:spPr>
      </p:sp>
      <p:sp>
        <p:nvSpPr>
          <p:cNvPr id="473" name="lumia-token-stream-curve">
            <a:extLst>
              <a:ext uri="{FF2B5EF4-FFF2-40B4-BE49-F238E27FC236}">
                <a16:creationId xmlns:a16="http://schemas.microsoft.com/office/drawing/2014/main" id="{35A4DCC8-6141-4396-9466-D5EDD1FEADF5}"/>
              </a:ext>
            </a:extLst>
          </p:cNvPr>
          <p:cNvSpPr>
            <a:spLocks noGrp="1"/>
          </p:cNvSpPr>
          <p:nvPr/>
        </p:nvSpPr>
        <p:spPr>
          <a:xfrm>
            <a:off x="2449394" y="6163958"/>
            <a:ext cx="239346" cy="9525"/>
          </a:xfrm>
          <a:custGeom>
            <a:avLst/>
            <a:gdLst/>
            <a:ahLst/>
            <a:cxnLst/>
            <a:rect l="0" t="0" r="0" b="0"/>
            <a:pathLst>
              <a:path w="239346" h="9525">
                <a:moveTo>
                  <a:pt x="0" y="0"/>
                </a:moveTo>
                <a:lnTo>
                  <a:pt x="239346" y="7042"/>
                </a:lnTo>
              </a:path>
            </a:pathLst>
          </a:custGeom>
          <a:noFill/>
          <a:ln w="5665">
            <a:solidFill>
              <a:srgbClr val="583D97">
                <a:alpha val="10000"/>
              </a:srgbClr>
            </a:solidFill>
            <a:prstDash val="solid"/>
          </a:ln>
        </p:spPr>
      </p:sp>
      <p:sp>
        <p:nvSpPr>
          <p:cNvPr id="474" name="lumia-token-stream-curve">
            <a:extLst>
              <a:ext uri="{FF2B5EF4-FFF2-40B4-BE49-F238E27FC236}">
                <a16:creationId xmlns:a16="http://schemas.microsoft.com/office/drawing/2014/main" id="{BFA3D0C8-6906-453A-B13A-0C41C784C607}"/>
              </a:ext>
            </a:extLst>
          </p:cNvPr>
          <p:cNvSpPr>
            <a:spLocks noGrp="1"/>
          </p:cNvSpPr>
          <p:nvPr/>
        </p:nvSpPr>
        <p:spPr>
          <a:xfrm>
            <a:off x="2688739" y="6169151"/>
            <a:ext cx="241751" cy="9525"/>
          </a:xfrm>
          <a:custGeom>
            <a:avLst/>
            <a:gdLst/>
            <a:ahLst/>
            <a:cxnLst/>
            <a:rect l="0" t="0" r="0" b="0"/>
            <a:pathLst>
              <a:path w="241751" h="9525">
                <a:moveTo>
                  <a:pt x="0" y="1849"/>
                </a:moveTo>
                <a:lnTo>
                  <a:pt x="241751" y="0"/>
                </a:lnTo>
              </a:path>
            </a:pathLst>
          </a:custGeom>
          <a:noFill/>
          <a:ln w="5665">
            <a:solidFill>
              <a:srgbClr val="623C8F">
                <a:alpha val="10000"/>
              </a:srgbClr>
            </a:solidFill>
            <a:prstDash val="solid"/>
          </a:ln>
        </p:spPr>
      </p:sp>
      <p:sp>
        <p:nvSpPr>
          <p:cNvPr id="475" name="lumia-token-stream-curve">
            <a:extLst>
              <a:ext uri="{FF2B5EF4-FFF2-40B4-BE49-F238E27FC236}">
                <a16:creationId xmlns:a16="http://schemas.microsoft.com/office/drawing/2014/main" id="{40F74751-019F-4DA3-BAFA-CD06784596CB}"/>
              </a:ext>
            </a:extLst>
          </p:cNvPr>
          <p:cNvSpPr>
            <a:spLocks noGrp="1"/>
          </p:cNvSpPr>
          <p:nvPr/>
        </p:nvSpPr>
        <p:spPr>
          <a:xfrm>
            <a:off x="2930491" y="6156543"/>
            <a:ext cx="244147" cy="12607"/>
          </a:xfrm>
          <a:custGeom>
            <a:avLst/>
            <a:gdLst/>
            <a:ahLst/>
            <a:cxnLst/>
            <a:rect l="0" t="0" r="0" b="0"/>
            <a:pathLst>
              <a:path w="244147" h="12607">
                <a:moveTo>
                  <a:pt x="0" y="12607"/>
                </a:moveTo>
                <a:lnTo>
                  <a:pt x="244147" y="0"/>
                </a:lnTo>
              </a:path>
            </a:pathLst>
          </a:custGeom>
          <a:noFill/>
          <a:ln w="5665">
            <a:solidFill>
              <a:srgbClr val="6F3C86">
                <a:alpha val="10000"/>
              </a:srgbClr>
            </a:solidFill>
            <a:prstDash val="solid"/>
          </a:ln>
        </p:spPr>
      </p:sp>
      <p:sp>
        <p:nvSpPr>
          <p:cNvPr id="476" name="lumia-token-stream-curve">
            <a:extLst>
              <a:ext uri="{FF2B5EF4-FFF2-40B4-BE49-F238E27FC236}">
                <a16:creationId xmlns:a16="http://schemas.microsoft.com/office/drawing/2014/main" id="{6CAAB1A0-2362-4DD4-8F21-3BF3165EC31A}"/>
              </a:ext>
            </a:extLst>
          </p:cNvPr>
          <p:cNvSpPr>
            <a:spLocks noGrp="1"/>
          </p:cNvSpPr>
          <p:nvPr/>
        </p:nvSpPr>
        <p:spPr>
          <a:xfrm>
            <a:off x="3174638" y="6132008"/>
            <a:ext cx="246532" cy="24535"/>
          </a:xfrm>
          <a:custGeom>
            <a:avLst/>
            <a:gdLst/>
            <a:ahLst/>
            <a:cxnLst/>
            <a:rect l="0" t="0" r="0" b="0"/>
            <a:pathLst>
              <a:path w="246532" h="24535">
                <a:moveTo>
                  <a:pt x="0" y="24535"/>
                </a:moveTo>
                <a:lnTo>
                  <a:pt x="246532" y="0"/>
                </a:lnTo>
              </a:path>
            </a:pathLst>
          </a:custGeom>
          <a:noFill/>
          <a:ln w="5665">
            <a:solidFill>
              <a:srgbClr val="7C3D7E">
                <a:alpha val="11000"/>
              </a:srgbClr>
            </a:solidFill>
            <a:prstDash val="solid"/>
          </a:ln>
        </p:spPr>
      </p:sp>
      <p:sp>
        <p:nvSpPr>
          <p:cNvPr id="477" name="lumia-token-stream-curve">
            <a:extLst>
              <a:ext uri="{FF2B5EF4-FFF2-40B4-BE49-F238E27FC236}">
                <a16:creationId xmlns:a16="http://schemas.microsoft.com/office/drawing/2014/main" id="{F71D9D57-7258-431E-82FF-748CF4018D66}"/>
              </a:ext>
            </a:extLst>
          </p:cNvPr>
          <p:cNvSpPr>
            <a:spLocks noGrp="1"/>
          </p:cNvSpPr>
          <p:nvPr/>
        </p:nvSpPr>
        <p:spPr>
          <a:xfrm>
            <a:off x="3421170" y="6095231"/>
            <a:ext cx="248908" cy="36778"/>
          </a:xfrm>
          <a:custGeom>
            <a:avLst/>
            <a:gdLst/>
            <a:ahLst/>
            <a:cxnLst/>
            <a:rect l="0" t="0" r="0" b="0"/>
            <a:pathLst>
              <a:path w="248908" h="36778">
                <a:moveTo>
                  <a:pt x="0" y="36778"/>
                </a:moveTo>
                <a:lnTo>
                  <a:pt x="248908" y="0"/>
                </a:lnTo>
              </a:path>
            </a:pathLst>
          </a:custGeom>
          <a:noFill/>
          <a:ln w="5665">
            <a:solidFill>
              <a:srgbClr val="893E75">
                <a:alpha val="11000"/>
              </a:srgbClr>
            </a:solidFill>
            <a:prstDash val="solid"/>
          </a:ln>
        </p:spPr>
      </p:sp>
      <p:sp>
        <p:nvSpPr>
          <p:cNvPr id="478" name="lumia-token-stream-curve">
            <a:extLst>
              <a:ext uri="{FF2B5EF4-FFF2-40B4-BE49-F238E27FC236}">
                <a16:creationId xmlns:a16="http://schemas.microsoft.com/office/drawing/2014/main" id="{F422802B-DC5E-442F-9DF5-81F1E57CC51C}"/>
              </a:ext>
            </a:extLst>
          </p:cNvPr>
          <p:cNvSpPr>
            <a:spLocks noGrp="1"/>
          </p:cNvSpPr>
          <p:nvPr/>
        </p:nvSpPr>
        <p:spPr>
          <a:xfrm>
            <a:off x="3670078" y="6046829"/>
            <a:ext cx="251273" cy="48401"/>
          </a:xfrm>
          <a:custGeom>
            <a:avLst/>
            <a:gdLst/>
            <a:ahLst/>
            <a:cxnLst/>
            <a:rect l="0" t="0" r="0" b="0"/>
            <a:pathLst>
              <a:path w="251273" h="48401">
                <a:moveTo>
                  <a:pt x="0" y="48401"/>
                </a:moveTo>
                <a:lnTo>
                  <a:pt x="251273" y="0"/>
                </a:lnTo>
              </a:path>
            </a:pathLst>
          </a:custGeom>
          <a:noFill/>
          <a:ln w="5666">
            <a:solidFill>
              <a:srgbClr val="963E6C">
                <a:alpha val="11000"/>
              </a:srgbClr>
            </a:solidFill>
            <a:prstDash val="solid"/>
          </a:ln>
        </p:spPr>
      </p:sp>
      <p:sp>
        <p:nvSpPr>
          <p:cNvPr id="479" name="lumia-token-stream-curve">
            <a:extLst>
              <a:ext uri="{FF2B5EF4-FFF2-40B4-BE49-F238E27FC236}">
                <a16:creationId xmlns:a16="http://schemas.microsoft.com/office/drawing/2014/main" id="{65CEBAD2-BF2A-446B-9A5E-41CA692A2595}"/>
              </a:ext>
            </a:extLst>
          </p:cNvPr>
          <p:cNvSpPr>
            <a:spLocks noGrp="1"/>
          </p:cNvSpPr>
          <p:nvPr/>
        </p:nvSpPr>
        <p:spPr>
          <a:xfrm>
            <a:off x="3921352" y="5988346"/>
            <a:ext cx="253629" cy="58483"/>
          </a:xfrm>
          <a:custGeom>
            <a:avLst/>
            <a:gdLst/>
            <a:ahLst/>
            <a:cxnLst/>
            <a:rect l="0" t="0" r="0" b="0"/>
            <a:pathLst>
              <a:path w="253629" h="58483">
                <a:moveTo>
                  <a:pt x="0" y="58483"/>
                </a:moveTo>
                <a:lnTo>
                  <a:pt x="253629" y="0"/>
                </a:lnTo>
              </a:path>
            </a:pathLst>
          </a:custGeom>
          <a:noFill/>
          <a:ln w="5683">
            <a:solidFill>
              <a:srgbClr val="A33F64">
                <a:alpha val="11000"/>
              </a:srgbClr>
            </a:solidFill>
            <a:prstDash val="solid"/>
          </a:ln>
        </p:spPr>
      </p:sp>
      <p:sp>
        <p:nvSpPr>
          <p:cNvPr id="480" name="lumia-token-stream-curve">
            <a:extLst>
              <a:ext uri="{FF2B5EF4-FFF2-40B4-BE49-F238E27FC236}">
                <a16:creationId xmlns:a16="http://schemas.microsoft.com/office/drawing/2014/main" id="{6FD1C361-FE9B-4108-9884-FF2EC1916262}"/>
              </a:ext>
            </a:extLst>
          </p:cNvPr>
          <p:cNvSpPr>
            <a:spLocks noGrp="1"/>
          </p:cNvSpPr>
          <p:nvPr/>
        </p:nvSpPr>
        <p:spPr>
          <a:xfrm>
            <a:off x="4174980" y="5922132"/>
            <a:ext cx="255974" cy="66213"/>
          </a:xfrm>
          <a:custGeom>
            <a:avLst/>
            <a:gdLst/>
            <a:ahLst/>
            <a:cxnLst/>
            <a:rect l="0" t="0" r="0" b="0"/>
            <a:pathLst>
              <a:path w="255974" h="66213">
                <a:moveTo>
                  <a:pt x="0" y="66213"/>
                </a:moveTo>
                <a:lnTo>
                  <a:pt x="255974" y="0"/>
                </a:lnTo>
              </a:path>
            </a:pathLst>
          </a:custGeom>
          <a:noFill/>
          <a:ln w="5723">
            <a:solidFill>
              <a:srgbClr val="B0405B">
                <a:alpha val="12000"/>
              </a:srgbClr>
            </a:solidFill>
            <a:prstDash val="solid"/>
          </a:ln>
        </p:spPr>
      </p:sp>
      <p:sp>
        <p:nvSpPr>
          <p:cNvPr id="481" name="lumia-token-stream-curve">
            <a:extLst>
              <a:ext uri="{FF2B5EF4-FFF2-40B4-BE49-F238E27FC236}">
                <a16:creationId xmlns:a16="http://schemas.microsoft.com/office/drawing/2014/main" id="{A91720F1-CB43-46DC-A672-536128DD3B60}"/>
              </a:ext>
            </a:extLst>
          </p:cNvPr>
          <p:cNvSpPr>
            <a:spLocks noGrp="1"/>
          </p:cNvSpPr>
          <p:nvPr/>
        </p:nvSpPr>
        <p:spPr>
          <a:xfrm>
            <a:off x="4430954" y="5851143"/>
            <a:ext cx="258309" cy="70989"/>
          </a:xfrm>
          <a:custGeom>
            <a:avLst/>
            <a:gdLst/>
            <a:ahLst/>
            <a:cxnLst/>
            <a:rect l="0" t="0" r="0" b="0"/>
            <a:pathLst>
              <a:path w="258309" h="70989">
                <a:moveTo>
                  <a:pt x="0" y="70989"/>
                </a:moveTo>
                <a:lnTo>
                  <a:pt x="258309" y="0"/>
                </a:lnTo>
              </a:path>
            </a:pathLst>
          </a:custGeom>
          <a:noFill/>
          <a:ln w="5782">
            <a:solidFill>
              <a:srgbClr val="BD4153">
                <a:alpha val="12000"/>
              </a:srgbClr>
            </a:solidFill>
            <a:prstDash val="solid"/>
          </a:ln>
        </p:spPr>
      </p:sp>
      <p:sp>
        <p:nvSpPr>
          <p:cNvPr id="482" name="lumia-token-stream-curve">
            <a:extLst>
              <a:ext uri="{FF2B5EF4-FFF2-40B4-BE49-F238E27FC236}">
                <a16:creationId xmlns:a16="http://schemas.microsoft.com/office/drawing/2014/main" id="{C2B448DF-E9CB-42C8-9FA0-8263ACAEFBC2}"/>
              </a:ext>
            </a:extLst>
          </p:cNvPr>
          <p:cNvSpPr>
            <a:spLocks noGrp="1"/>
          </p:cNvSpPr>
          <p:nvPr/>
        </p:nvSpPr>
        <p:spPr>
          <a:xfrm>
            <a:off x="4689264" y="5778638"/>
            <a:ext cx="260634" cy="72505"/>
          </a:xfrm>
          <a:custGeom>
            <a:avLst/>
            <a:gdLst/>
            <a:ahLst/>
            <a:cxnLst/>
            <a:rect l="0" t="0" r="0" b="0"/>
            <a:pathLst>
              <a:path w="260634" h="72505">
                <a:moveTo>
                  <a:pt x="0" y="72505"/>
                </a:moveTo>
                <a:lnTo>
                  <a:pt x="260634" y="0"/>
                </a:lnTo>
              </a:path>
            </a:pathLst>
          </a:custGeom>
          <a:noFill/>
          <a:ln w="5860">
            <a:solidFill>
              <a:srgbClr val="CA414A">
                <a:alpha val="13000"/>
              </a:srgbClr>
            </a:solidFill>
            <a:prstDash val="solid"/>
          </a:ln>
        </p:spPr>
      </p:sp>
      <p:sp>
        <p:nvSpPr>
          <p:cNvPr id="483" name="lumia-token-stream-curve">
            <a:extLst>
              <a:ext uri="{FF2B5EF4-FFF2-40B4-BE49-F238E27FC236}">
                <a16:creationId xmlns:a16="http://schemas.microsoft.com/office/drawing/2014/main" id="{3E14EF61-8B95-4216-B74B-EB70BAEA3F49}"/>
              </a:ext>
            </a:extLst>
          </p:cNvPr>
          <p:cNvSpPr>
            <a:spLocks noGrp="1"/>
          </p:cNvSpPr>
          <p:nvPr/>
        </p:nvSpPr>
        <p:spPr>
          <a:xfrm>
            <a:off x="4949898" y="5707831"/>
            <a:ext cx="262950" cy="70807"/>
          </a:xfrm>
          <a:custGeom>
            <a:avLst/>
            <a:gdLst/>
            <a:ahLst/>
            <a:cxnLst/>
            <a:rect l="0" t="0" r="0" b="0"/>
            <a:pathLst>
              <a:path w="262950" h="70807">
                <a:moveTo>
                  <a:pt x="0" y="70807"/>
                </a:moveTo>
                <a:lnTo>
                  <a:pt x="262950" y="0"/>
                </a:lnTo>
              </a:path>
            </a:pathLst>
          </a:custGeom>
          <a:noFill/>
          <a:ln w="5955">
            <a:solidFill>
              <a:srgbClr val="D74242">
                <a:alpha val="13000"/>
              </a:srgbClr>
            </a:solidFill>
            <a:prstDash val="solid"/>
          </a:ln>
        </p:spPr>
      </p:sp>
      <p:sp>
        <p:nvSpPr>
          <p:cNvPr id="484" name="lumia-token-stream-curve">
            <a:extLst>
              <a:ext uri="{FF2B5EF4-FFF2-40B4-BE49-F238E27FC236}">
                <a16:creationId xmlns:a16="http://schemas.microsoft.com/office/drawing/2014/main" id="{86D2D07F-8CBA-43A2-B603-FD9625068BD3}"/>
              </a:ext>
            </a:extLst>
          </p:cNvPr>
          <p:cNvSpPr>
            <a:spLocks noGrp="1"/>
          </p:cNvSpPr>
          <p:nvPr/>
        </p:nvSpPr>
        <p:spPr>
          <a:xfrm>
            <a:off x="5212848" y="5641514"/>
            <a:ext cx="265255" cy="66316"/>
          </a:xfrm>
          <a:custGeom>
            <a:avLst/>
            <a:gdLst/>
            <a:ahLst/>
            <a:cxnLst/>
            <a:rect l="0" t="0" r="0" b="0"/>
            <a:pathLst>
              <a:path w="265255" h="66316">
                <a:moveTo>
                  <a:pt x="0" y="66316"/>
                </a:moveTo>
                <a:lnTo>
                  <a:pt x="265255" y="0"/>
                </a:lnTo>
              </a:path>
            </a:pathLst>
          </a:custGeom>
          <a:noFill/>
          <a:ln w="6065">
            <a:solidFill>
              <a:srgbClr val="E44339">
                <a:alpha val="13000"/>
              </a:srgbClr>
            </a:solidFill>
            <a:prstDash val="solid"/>
          </a:ln>
        </p:spPr>
      </p:sp>
      <p:sp>
        <p:nvSpPr>
          <p:cNvPr id="485" name="lumia-token-stream-curve">
            <a:extLst>
              <a:ext uri="{FF2B5EF4-FFF2-40B4-BE49-F238E27FC236}">
                <a16:creationId xmlns:a16="http://schemas.microsoft.com/office/drawing/2014/main" id="{74C5E042-2270-4EDE-808C-E3F54FC74432}"/>
              </a:ext>
            </a:extLst>
          </p:cNvPr>
          <p:cNvSpPr>
            <a:spLocks noGrp="1"/>
          </p:cNvSpPr>
          <p:nvPr/>
        </p:nvSpPr>
        <p:spPr>
          <a:xfrm>
            <a:off x="5478102" y="5581702"/>
            <a:ext cx="267550" cy="59813"/>
          </a:xfrm>
          <a:custGeom>
            <a:avLst/>
            <a:gdLst/>
            <a:ahLst/>
            <a:cxnLst/>
            <a:rect l="0" t="0" r="0" b="0"/>
            <a:pathLst>
              <a:path w="267550" h="59813">
                <a:moveTo>
                  <a:pt x="0" y="59813"/>
                </a:moveTo>
                <a:lnTo>
                  <a:pt x="267550" y="0"/>
                </a:lnTo>
              </a:path>
            </a:pathLst>
          </a:custGeom>
          <a:noFill/>
          <a:ln w="6188">
            <a:solidFill>
              <a:srgbClr val="EB4833">
                <a:alpha val="14000"/>
              </a:srgbClr>
            </a:solidFill>
            <a:prstDash val="solid"/>
          </a:ln>
        </p:spPr>
      </p:sp>
      <p:sp>
        <p:nvSpPr>
          <p:cNvPr id="486" name="lumia-token-stream-curve">
            <a:extLst>
              <a:ext uri="{FF2B5EF4-FFF2-40B4-BE49-F238E27FC236}">
                <a16:creationId xmlns:a16="http://schemas.microsoft.com/office/drawing/2014/main" id="{A8E9584F-8FCA-44FC-92AE-96663E50981E}"/>
              </a:ext>
            </a:extLst>
          </p:cNvPr>
          <p:cNvSpPr>
            <a:spLocks noGrp="1"/>
          </p:cNvSpPr>
          <p:nvPr/>
        </p:nvSpPr>
        <p:spPr>
          <a:xfrm>
            <a:off x="5745652" y="5529333"/>
            <a:ext cx="269834" cy="52369"/>
          </a:xfrm>
          <a:custGeom>
            <a:avLst/>
            <a:gdLst/>
            <a:ahLst/>
            <a:cxnLst/>
            <a:rect l="0" t="0" r="0" b="0"/>
            <a:pathLst>
              <a:path w="269834" h="52369">
                <a:moveTo>
                  <a:pt x="0" y="52369"/>
                </a:moveTo>
                <a:lnTo>
                  <a:pt x="269834" y="0"/>
                </a:lnTo>
              </a:path>
            </a:pathLst>
          </a:custGeom>
          <a:noFill/>
          <a:ln w="6324">
            <a:solidFill>
              <a:srgbClr val="EC532F">
                <a:alpha val="14000"/>
              </a:srgbClr>
            </a:solidFill>
            <a:prstDash val="solid"/>
          </a:ln>
        </p:spPr>
      </p:sp>
      <p:sp>
        <p:nvSpPr>
          <p:cNvPr id="487" name="lumia-token-stream-curve">
            <a:extLst>
              <a:ext uri="{FF2B5EF4-FFF2-40B4-BE49-F238E27FC236}">
                <a16:creationId xmlns:a16="http://schemas.microsoft.com/office/drawing/2014/main" id="{C363D24F-1DB6-44BD-9DA4-081613DAE6A8}"/>
              </a:ext>
            </a:extLst>
          </p:cNvPr>
          <p:cNvSpPr>
            <a:spLocks noGrp="1"/>
          </p:cNvSpPr>
          <p:nvPr/>
        </p:nvSpPr>
        <p:spPr>
          <a:xfrm>
            <a:off x="6015486" y="5484085"/>
            <a:ext cx="272109" cy="45248"/>
          </a:xfrm>
          <a:custGeom>
            <a:avLst/>
            <a:gdLst/>
            <a:ahLst/>
            <a:cxnLst/>
            <a:rect l="0" t="0" r="0" b="0"/>
            <a:pathLst>
              <a:path w="272109" h="45248">
                <a:moveTo>
                  <a:pt x="0" y="45248"/>
                </a:moveTo>
                <a:lnTo>
                  <a:pt x="272109" y="0"/>
                </a:lnTo>
              </a:path>
            </a:pathLst>
          </a:custGeom>
          <a:noFill/>
          <a:ln w="6470">
            <a:solidFill>
              <a:srgbClr val="EE5E2A">
                <a:alpha val="15000"/>
              </a:srgbClr>
            </a:solidFill>
            <a:prstDash val="solid"/>
          </a:ln>
        </p:spPr>
      </p:sp>
      <p:sp>
        <p:nvSpPr>
          <p:cNvPr id="488" name="lumia-token-stream-curve">
            <a:extLst>
              <a:ext uri="{FF2B5EF4-FFF2-40B4-BE49-F238E27FC236}">
                <a16:creationId xmlns:a16="http://schemas.microsoft.com/office/drawing/2014/main" id="{AF008BED-8755-4AA2-B708-D280F573B186}"/>
              </a:ext>
            </a:extLst>
          </p:cNvPr>
          <p:cNvSpPr>
            <a:spLocks noGrp="1"/>
          </p:cNvSpPr>
          <p:nvPr/>
        </p:nvSpPr>
        <p:spPr>
          <a:xfrm>
            <a:off x="6287596" y="5444328"/>
            <a:ext cx="274374" cy="39757"/>
          </a:xfrm>
          <a:custGeom>
            <a:avLst/>
            <a:gdLst/>
            <a:ahLst/>
            <a:cxnLst/>
            <a:rect l="0" t="0" r="0" b="0"/>
            <a:pathLst>
              <a:path w="274374" h="39757">
                <a:moveTo>
                  <a:pt x="0" y="39757"/>
                </a:moveTo>
                <a:lnTo>
                  <a:pt x="274374" y="0"/>
                </a:lnTo>
              </a:path>
            </a:pathLst>
          </a:custGeom>
          <a:noFill/>
          <a:ln w="6625">
            <a:solidFill>
              <a:srgbClr val="EF6926">
                <a:alpha val="15000"/>
              </a:srgbClr>
            </a:solidFill>
            <a:prstDash val="solid"/>
          </a:ln>
        </p:spPr>
      </p:sp>
      <p:sp>
        <p:nvSpPr>
          <p:cNvPr id="489" name="lumia-token-stream-curve">
            <a:extLst>
              <a:ext uri="{FF2B5EF4-FFF2-40B4-BE49-F238E27FC236}">
                <a16:creationId xmlns:a16="http://schemas.microsoft.com/office/drawing/2014/main" id="{0DB04990-8FA9-43F2-A479-4A126A74C80F}"/>
              </a:ext>
            </a:extLst>
          </p:cNvPr>
          <p:cNvSpPr>
            <a:spLocks noGrp="1"/>
          </p:cNvSpPr>
          <p:nvPr/>
        </p:nvSpPr>
        <p:spPr>
          <a:xfrm>
            <a:off x="6561970" y="5407231"/>
            <a:ext cx="276629" cy="37097"/>
          </a:xfrm>
          <a:custGeom>
            <a:avLst/>
            <a:gdLst/>
            <a:ahLst/>
            <a:cxnLst/>
            <a:rect l="0" t="0" r="0" b="0"/>
            <a:pathLst>
              <a:path w="276629" h="37097">
                <a:moveTo>
                  <a:pt x="0" y="37097"/>
                </a:moveTo>
                <a:lnTo>
                  <a:pt x="276629" y="0"/>
                </a:lnTo>
              </a:path>
            </a:pathLst>
          </a:custGeom>
          <a:noFill/>
          <a:ln w="6787">
            <a:solidFill>
              <a:srgbClr val="F17322">
                <a:alpha val="16000"/>
              </a:srgbClr>
            </a:solidFill>
            <a:prstDash val="solid"/>
          </a:ln>
        </p:spPr>
      </p:sp>
      <p:sp>
        <p:nvSpPr>
          <p:cNvPr id="490" name="lumia-token-stream-curve">
            <a:extLst>
              <a:ext uri="{FF2B5EF4-FFF2-40B4-BE49-F238E27FC236}">
                <a16:creationId xmlns:a16="http://schemas.microsoft.com/office/drawing/2014/main" id="{E7863225-2F29-47BB-83C3-5676BB827097}"/>
              </a:ext>
            </a:extLst>
          </p:cNvPr>
          <p:cNvSpPr>
            <a:spLocks noGrp="1"/>
          </p:cNvSpPr>
          <p:nvPr/>
        </p:nvSpPr>
        <p:spPr>
          <a:xfrm>
            <a:off x="6838599" y="5369029"/>
            <a:ext cx="278873" cy="38201"/>
          </a:xfrm>
          <a:custGeom>
            <a:avLst/>
            <a:gdLst/>
            <a:ahLst/>
            <a:cxnLst/>
            <a:rect l="0" t="0" r="0" b="0"/>
            <a:pathLst>
              <a:path w="278873" h="38201">
                <a:moveTo>
                  <a:pt x="0" y="38201"/>
                </a:moveTo>
                <a:lnTo>
                  <a:pt x="278873" y="0"/>
                </a:lnTo>
              </a:path>
            </a:pathLst>
          </a:custGeom>
          <a:noFill/>
          <a:ln w="6955">
            <a:solidFill>
              <a:srgbClr val="F27E1E">
                <a:alpha val="16000"/>
              </a:srgbClr>
            </a:solidFill>
            <a:prstDash val="solid"/>
          </a:ln>
        </p:spPr>
      </p:sp>
      <p:sp>
        <p:nvSpPr>
          <p:cNvPr id="491" name="lumia-token-stream-curve">
            <a:extLst>
              <a:ext uri="{FF2B5EF4-FFF2-40B4-BE49-F238E27FC236}">
                <a16:creationId xmlns:a16="http://schemas.microsoft.com/office/drawing/2014/main" id="{976F7AD4-935B-45BE-B127-DD3B7CC25B5C}"/>
              </a:ext>
            </a:extLst>
          </p:cNvPr>
          <p:cNvSpPr>
            <a:spLocks noGrp="1"/>
          </p:cNvSpPr>
          <p:nvPr/>
        </p:nvSpPr>
        <p:spPr>
          <a:xfrm>
            <a:off x="7117472" y="5325436"/>
            <a:ext cx="281108" cy="43593"/>
          </a:xfrm>
          <a:custGeom>
            <a:avLst/>
            <a:gdLst/>
            <a:ahLst/>
            <a:cxnLst/>
            <a:rect l="0" t="0" r="0" b="0"/>
            <a:pathLst>
              <a:path w="281108" h="43593">
                <a:moveTo>
                  <a:pt x="0" y="43593"/>
                </a:moveTo>
                <a:lnTo>
                  <a:pt x="281108" y="0"/>
                </a:lnTo>
              </a:path>
            </a:pathLst>
          </a:custGeom>
          <a:noFill/>
          <a:ln w="7126">
            <a:solidFill>
              <a:srgbClr val="F48919">
                <a:alpha val="17000"/>
              </a:srgbClr>
            </a:solidFill>
            <a:prstDash val="solid"/>
          </a:ln>
        </p:spPr>
      </p:sp>
      <p:sp>
        <p:nvSpPr>
          <p:cNvPr id="492" name="lumia-token-stream-curve">
            <a:extLst>
              <a:ext uri="{FF2B5EF4-FFF2-40B4-BE49-F238E27FC236}">
                <a16:creationId xmlns:a16="http://schemas.microsoft.com/office/drawing/2014/main" id="{7BCB2748-EE0D-44B2-8480-7C89689E798E}"/>
              </a:ext>
            </a:extLst>
          </p:cNvPr>
          <p:cNvSpPr>
            <a:spLocks noGrp="1"/>
          </p:cNvSpPr>
          <p:nvPr/>
        </p:nvSpPr>
        <p:spPr>
          <a:xfrm>
            <a:off x="7398580" y="5272143"/>
            <a:ext cx="283333" cy="53294"/>
          </a:xfrm>
          <a:custGeom>
            <a:avLst/>
            <a:gdLst/>
            <a:ahLst/>
            <a:cxnLst/>
            <a:rect l="0" t="0" r="0" b="0"/>
            <a:pathLst>
              <a:path w="283333" h="53294">
                <a:moveTo>
                  <a:pt x="0" y="53294"/>
                </a:moveTo>
                <a:lnTo>
                  <a:pt x="283333" y="0"/>
                </a:lnTo>
              </a:path>
            </a:pathLst>
          </a:custGeom>
          <a:noFill/>
          <a:ln w="7300">
            <a:solidFill>
              <a:srgbClr val="F59415">
                <a:alpha val="17000"/>
              </a:srgbClr>
            </a:solidFill>
            <a:prstDash val="solid"/>
          </a:ln>
        </p:spPr>
      </p:sp>
      <p:sp>
        <p:nvSpPr>
          <p:cNvPr id="493" name="lumia-token-stream-curve">
            <a:extLst>
              <a:ext uri="{FF2B5EF4-FFF2-40B4-BE49-F238E27FC236}">
                <a16:creationId xmlns:a16="http://schemas.microsoft.com/office/drawing/2014/main" id="{BA7A632D-AF15-4633-907B-7DEAAC682006}"/>
              </a:ext>
            </a:extLst>
          </p:cNvPr>
          <p:cNvSpPr>
            <a:spLocks noGrp="1"/>
          </p:cNvSpPr>
          <p:nvPr/>
        </p:nvSpPr>
        <p:spPr>
          <a:xfrm>
            <a:off x="7681913" y="5205364"/>
            <a:ext cx="285547" cy="66779"/>
          </a:xfrm>
          <a:custGeom>
            <a:avLst/>
            <a:gdLst/>
            <a:ahLst/>
            <a:cxnLst/>
            <a:rect l="0" t="0" r="0" b="0"/>
            <a:pathLst>
              <a:path w="285547" h="66779">
                <a:moveTo>
                  <a:pt x="0" y="66779"/>
                </a:moveTo>
                <a:lnTo>
                  <a:pt x="285547" y="0"/>
                </a:lnTo>
              </a:path>
            </a:pathLst>
          </a:custGeom>
          <a:noFill/>
          <a:ln w="7474">
            <a:solidFill>
              <a:srgbClr val="F79E11">
                <a:alpha val="18000"/>
              </a:srgbClr>
            </a:solidFill>
            <a:prstDash val="solid"/>
          </a:ln>
        </p:spPr>
      </p:sp>
      <p:sp>
        <p:nvSpPr>
          <p:cNvPr id="494" name="lumia-token-stream-curve">
            <a:extLst>
              <a:ext uri="{FF2B5EF4-FFF2-40B4-BE49-F238E27FC236}">
                <a16:creationId xmlns:a16="http://schemas.microsoft.com/office/drawing/2014/main" id="{CA804337-EAB5-4832-85E7-33EDD320F944}"/>
              </a:ext>
            </a:extLst>
          </p:cNvPr>
          <p:cNvSpPr>
            <a:spLocks noGrp="1"/>
          </p:cNvSpPr>
          <p:nvPr/>
        </p:nvSpPr>
        <p:spPr>
          <a:xfrm>
            <a:off x="7967460" y="5122352"/>
            <a:ext cx="287751" cy="83012"/>
          </a:xfrm>
          <a:custGeom>
            <a:avLst/>
            <a:gdLst/>
            <a:ahLst/>
            <a:cxnLst/>
            <a:rect l="0" t="0" r="0" b="0"/>
            <a:pathLst>
              <a:path w="287751" h="83012">
                <a:moveTo>
                  <a:pt x="0" y="83012"/>
                </a:moveTo>
                <a:lnTo>
                  <a:pt x="287751" y="0"/>
                </a:lnTo>
              </a:path>
            </a:pathLst>
          </a:custGeom>
          <a:noFill/>
          <a:ln w="7647">
            <a:solidFill>
              <a:srgbClr val="F8A90C">
                <a:alpha val="18000"/>
              </a:srgbClr>
            </a:solidFill>
            <a:prstDash val="solid"/>
          </a:ln>
        </p:spPr>
      </p:sp>
      <p:sp>
        <p:nvSpPr>
          <p:cNvPr id="495" name="lumia-token-stream-curve">
            <a:extLst>
              <a:ext uri="{FF2B5EF4-FFF2-40B4-BE49-F238E27FC236}">
                <a16:creationId xmlns:a16="http://schemas.microsoft.com/office/drawing/2014/main" id="{C3432BAF-DEB3-4148-B8AD-4F38F1B7D05F}"/>
              </a:ext>
            </a:extLst>
          </p:cNvPr>
          <p:cNvSpPr>
            <a:spLocks noGrp="1"/>
          </p:cNvSpPr>
          <p:nvPr/>
        </p:nvSpPr>
        <p:spPr>
          <a:xfrm>
            <a:off x="8255211" y="5021805"/>
            <a:ext cx="289946" cy="100547"/>
          </a:xfrm>
          <a:custGeom>
            <a:avLst/>
            <a:gdLst/>
            <a:ahLst/>
            <a:cxnLst/>
            <a:rect l="0" t="0" r="0" b="0"/>
            <a:pathLst>
              <a:path w="289946" h="100547">
                <a:moveTo>
                  <a:pt x="0" y="100547"/>
                </a:moveTo>
                <a:lnTo>
                  <a:pt x="289946" y="0"/>
                </a:lnTo>
              </a:path>
            </a:pathLst>
          </a:custGeom>
          <a:noFill/>
          <a:ln w="7818">
            <a:solidFill>
              <a:srgbClr val="FAB408">
                <a:alpha val="19000"/>
              </a:srgbClr>
            </a:solidFill>
            <a:prstDash val="solid"/>
          </a:ln>
        </p:spPr>
      </p:sp>
      <p:sp>
        <p:nvSpPr>
          <p:cNvPr id="496" name="lumia-token-stream-curve">
            <a:extLst>
              <a:ext uri="{FF2B5EF4-FFF2-40B4-BE49-F238E27FC236}">
                <a16:creationId xmlns:a16="http://schemas.microsoft.com/office/drawing/2014/main" id="{180E407C-8F83-463D-AFE4-5032323614F5}"/>
              </a:ext>
            </a:extLst>
          </p:cNvPr>
          <p:cNvSpPr>
            <a:spLocks noGrp="1"/>
          </p:cNvSpPr>
          <p:nvPr/>
        </p:nvSpPr>
        <p:spPr>
          <a:xfrm>
            <a:off x="8545157" y="4904106"/>
            <a:ext cx="292130" cy="117698"/>
          </a:xfrm>
          <a:custGeom>
            <a:avLst/>
            <a:gdLst/>
            <a:ahLst/>
            <a:cxnLst/>
            <a:rect l="0" t="0" r="0" b="0"/>
            <a:pathLst>
              <a:path w="292130" h="117698">
                <a:moveTo>
                  <a:pt x="0" y="117698"/>
                </a:moveTo>
                <a:lnTo>
                  <a:pt x="292130" y="0"/>
                </a:lnTo>
              </a:path>
            </a:pathLst>
          </a:custGeom>
          <a:noFill/>
          <a:ln w="7984">
            <a:solidFill>
              <a:srgbClr val="F7BC07">
                <a:alpha val="19000"/>
              </a:srgbClr>
            </a:solidFill>
            <a:prstDash val="solid"/>
          </a:ln>
        </p:spPr>
      </p:sp>
      <p:sp>
        <p:nvSpPr>
          <p:cNvPr id="497" name="lumia-token-stream-curve">
            <a:extLst>
              <a:ext uri="{FF2B5EF4-FFF2-40B4-BE49-F238E27FC236}">
                <a16:creationId xmlns:a16="http://schemas.microsoft.com/office/drawing/2014/main" id="{61637769-7E6C-4476-9B08-562445EF093B}"/>
              </a:ext>
            </a:extLst>
          </p:cNvPr>
          <p:cNvSpPr>
            <a:spLocks noGrp="1"/>
          </p:cNvSpPr>
          <p:nvPr/>
        </p:nvSpPr>
        <p:spPr>
          <a:xfrm>
            <a:off x="8837287" y="4771350"/>
            <a:ext cx="294304" cy="132756"/>
          </a:xfrm>
          <a:custGeom>
            <a:avLst/>
            <a:gdLst/>
            <a:ahLst/>
            <a:cxnLst/>
            <a:rect l="0" t="0" r="0" b="0"/>
            <a:pathLst>
              <a:path w="294304" h="132756">
                <a:moveTo>
                  <a:pt x="0" y="132756"/>
                </a:moveTo>
                <a:lnTo>
                  <a:pt x="294304" y="0"/>
                </a:lnTo>
              </a:path>
            </a:pathLst>
          </a:custGeom>
          <a:noFill/>
          <a:ln w="8144">
            <a:solidFill>
              <a:srgbClr val="E5BA0E">
                <a:alpha val="19000"/>
              </a:srgbClr>
            </a:solidFill>
            <a:prstDash val="solid"/>
          </a:ln>
        </p:spPr>
      </p:sp>
      <p:sp>
        <p:nvSpPr>
          <p:cNvPr id="498" name="lumia-token-stream-curve">
            <a:extLst>
              <a:ext uri="{FF2B5EF4-FFF2-40B4-BE49-F238E27FC236}">
                <a16:creationId xmlns:a16="http://schemas.microsoft.com/office/drawing/2014/main" id="{8E9D2A9F-8CBC-4795-9CEA-5ACAEA6DF180}"/>
              </a:ext>
            </a:extLst>
          </p:cNvPr>
          <p:cNvSpPr>
            <a:spLocks noGrp="1"/>
          </p:cNvSpPr>
          <p:nvPr/>
        </p:nvSpPr>
        <p:spPr>
          <a:xfrm>
            <a:off x="9131591" y="4627124"/>
            <a:ext cx="296468" cy="144227"/>
          </a:xfrm>
          <a:custGeom>
            <a:avLst/>
            <a:gdLst/>
            <a:ahLst/>
            <a:cxnLst/>
            <a:rect l="0" t="0" r="0" b="0"/>
            <a:pathLst>
              <a:path w="296468" h="144227">
                <a:moveTo>
                  <a:pt x="0" y="144227"/>
                </a:moveTo>
                <a:lnTo>
                  <a:pt x="296468" y="0"/>
                </a:lnTo>
              </a:path>
            </a:pathLst>
          </a:custGeom>
          <a:noFill/>
          <a:ln w="8297">
            <a:solidFill>
              <a:srgbClr val="D3B815">
                <a:alpha val="20000"/>
              </a:srgbClr>
            </a:solidFill>
            <a:prstDash val="solid"/>
          </a:ln>
        </p:spPr>
      </p:sp>
      <p:sp>
        <p:nvSpPr>
          <p:cNvPr id="499" name="lumia-token-stream-curve">
            <a:extLst>
              <a:ext uri="{FF2B5EF4-FFF2-40B4-BE49-F238E27FC236}">
                <a16:creationId xmlns:a16="http://schemas.microsoft.com/office/drawing/2014/main" id="{91AD1EF8-205E-450B-B6CC-3FDDCE665E9C}"/>
              </a:ext>
            </a:extLst>
          </p:cNvPr>
          <p:cNvSpPr>
            <a:spLocks noGrp="1"/>
          </p:cNvSpPr>
          <p:nvPr/>
        </p:nvSpPr>
        <p:spPr>
          <a:xfrm>
            <a:off x="9428060" y="4476064"/>
            <a:ext cx="298622" cy="151060"/>
          </a:xfrm>
          <a:custGeom>
            <a:avLst/>
            <a:gdLst/>
            <a:ahLst/>
            <a:cxnLst/>
            <a:rect l="0" t="0" r="0" b="0"/>
            <a:pathLst>
              <a:path w="298622" h="151060">
                <a:moveTo>
                  <a:pt x="0" y="151060"/>
                </a:moveTo>
                <a:lnTo>
                  <a:pt x="298622" y="0"/>
                </a:lnTo>
              </a:path>
            </a:pathLst>
          </a:custGeom>
          <a:noFill/>
          <a:ln w="8441">
            <a:solidFill>
              <a:srgbClr val="C2B61C">
                <a:alpha val="20000"/>
              </a:srgbClr>
            </a:solidFill>
            <a:prstDash val="solid"/>
          </a:ln>
        </p:spPr>
      </p:sp>
      <p:sp>
        <p:nvSpPr>
          <p:cNvPr id="500" name="lumia-token-stream-curve">
            <a:extLst>
              <a:ext uri="{FF2B5EF4-FFF2-40B4-BE49-F238E27FC236}">
                <a16:creationId xmlns:a16="http://schemas.microsoft.com/office/drawing/2014/main" id="{BC157BF5-FEB6-49A2-A1F4-7AE5B44161BD}"/>
              </a:ext>
            </a:extLst>
          </p:cNvPr>
          <p:cNvSpPr>
            <a:spLocks noGrp="1"/>
          </p:cNvSpPr>
          <p:nvPr/>
        </p:nvSpPr>
        <p:spPr>
          <a:xfrm>
            <a:off x="9726682" y="4323235"/>
            <a:ext cx="300766" cy="152829"/>
          </a:xfrm>
          <a:custGeom>
            <a:avLst/>
            <a:gdLst/>
            <a:ahLst/>
            <a:cxnLst/>
            <a:rect l="0" t="0" r="0" b="0"/>
            <a:pathLst>
              <a:path w="300766" h="152829">
                <a:moveTo>
                  <a:pt x="0" y="152829"/>
                </a:moveTo>
                <a:lnTo>
                  <a:pt x="300766" y="0"/>
                </a:lnTo>
              </a:path>
            </a:pathLst>
          </a:custGeom>
          <a:noFill/>
          <a:ln w="8574">
            <a:solidFill>
              <a:srgbClr val="B0B422">
                <a:alpha val="20000"/>
              </a:srgbClr>
            </a:solidFill>
            <a:prstDash val="solid"/>
          </a:ln>
        </p:spPr>
      </p:sp>
      <p:sp>
        <p:nvSpPr>
          <p:cNvPr id="501" name="lumia-token-stream-curve">
            <a:extLst>
              <a:ext uri="{FF2B5EF4-FFF2-40B4-BE49-F238E27FC236}">
                <a16:creationId xmlns:a16="http://schemas.microsoft.com/office/drawing/2014/main" id="{BA17A699-97E8-4DBD-B158-FA44E5F08E65}"/>
              </a:ext>
            </a:extLst>
          </p:cNvPr>
          <p:cNvSpPr>
            <a:spLocks noGrp="1"/>
          </p:cNvSpPr>
          <p:nvPr/>
        </p:nvSpPr>
        <p:spPr>
          <a:xfrm>
            <a:off x="10027449" y="4173398"/>
            <a:ext cx="302900" cy="149837"/>
          </a:xfrm>
          <a:custGeom>
            <a:avLst/>
            <a:gdLst/>
            <a:ahLst/>
            <a:cxnLst/>
            <a:rect l="0" t="0" r="0" b="0"/>
            <a:pathLst>
              <a:path w="302900" h="149837">
                <a:moveTo>
                  <a:pt x="0" y="149837"/>
                </a:moveTo>
                <a:lnTo>
                  <a:pt x="302900" y="0"/>
                </a:lnTo>
              </a:path>
            </a:pathLst>
          </a:custGeom>
          <a:noFill/>
          <a:ln w="8694">
            <a:solidFill>
              <a:srgbClr val="9EB329">
                <a:alpha val="21000"/>
              </a:srgbClr>
            </a:solidFill>
            <a:prstDash val="solid"/>
          </a:ln>
        </p:spPr>
      </p:sp>
      <p:sp>
        <p:nvSpPr>
          <p:cNvPr id="502" name="lumia-token-stream-curve">
            <a:extLst>
              <a:ext uri="{FF2B5EF4-FFF2-40B4-BE49-F238E27FC236}">
                <a16:creationId xmlns:a16="http://schemas.microsoft.com/office/drawing/2014/main" id="{C864F572-13B6-4CA9-94C1-2491C8CE0097}"/>
              </a:ext>
            </a:extLst>
          </p:cNvPr>
          <p:cNvSpPr>
            <a:spLocks noGrp="1"/>
          </p:cNvSpPr>
          <p:nvPr/>
        </p:nvSpPr>
        <p:spPr>
          <a:xfrm>
            <a:off x="10330349" y="4030284"/>
            <a:ext cx="305024" cy="143113"/>
          </a:xfrm>
          <a:custGeom>
            <a:avLst/>
            <a:gdLst/>
            <a:ahLst/>
            <a:cxnLst/>
            <a:rect l="0" t="0" r="0" b="0"/>
            <a:pathLst>
              <a:path w="305024" h="143113">
                <a:moveTo>
                  <a:pt x="0" y="143113"/>
                </a:moveTo>
                <a:lnTo>
                  <a:pt x="305024" y="0"/>
                </a:lnTo>
              </a:path>
            </a:pathLst>
          </a:custGeom>
          <a:noFill/>
          <a:ln w="8800">
            <a:solidFill>
              <a:srgbClr val="8CB130">
                <a:alpha val="21000"/>
              </a:srgbClr>
            </a:solidFill>
            <a:prstDash val="solid"/>
          </a:ln>
        </p:spPr>
      </p:sp>
      <p:sp>
        <p:nvSpPr>
          <p:cNvPr id="503" name="lumia-token-stream-curve">
            <a:extLst>
              <a:ext uri="{FF2B5EF4-FFF2-40B4-BE49-F238E27FC236}">
                <a16:creationId xmlns:a16="http://schemas.microsoft.com/office/drawing/2014/main" id="{5606F8BA-473C-4933-A869-147CBB470EC5}"/>
              </a:ext>
            </a:extLst>
          </p:cNvPr>
          <p:cNvSpPr>
            <a:spLocks noGrp="1"/>
          </p:cNvSpPr>
          <p:nvPr/>
        </p:nvSpPr>
        <p:spPr>
          <a:xfrm>
            <a:off x="10635373" y="3895972"/>
            <a:ext cx="307138" cy="134312"/>
          </a:xfrm>
          <a:custGeom>
            <a:avLst/>
            <a:gdLst/>
            <a:ahLst/>
            <a:cxnLst/>
            <a:rect l="0" t="0" r="0" b="0"/>
            <a:pathLst>
              <a:path w="307138" h="134312">
                <a:moveTo>
                  <a:pt x="0" y="134312"/>
                </a:moveTo>
                <a:lnTo>
                  <a:pt x="307138" y="0"/>
                </a:lnTo>
              </a:path>
            </a:pathLst>
          </a:custGeom>
          <a:noFill/>
          <a:ln w="8891">
            <a:solidFill>
              <a:srgbClr val="7BAF37">
                <a:alpha val="21000"/>
              </a:srgbClr>
            </a:solidFill>
            <a:prstDash val="solid"/>
          </a:ln>
        </p:spPr>
      </p:sp>
      <p:sp>
        <p:nvSpPr>
          <p:cNvPr id="504" name="lumia-token-stream-curve">
            <a:extLst>
              <a:ext uri="{FF2B5EF4-FFF2-40B4-BE49-F238E27FC236}">
                <a16:creationId xmlns:a16="http://schemas.microsoft.com/office/drawing/2014/main" id="{023A1C67-573D-4E30-8D61-A04BBDDE34A2}"/>
              </a:ext>
            </a:extLst>
          </p:cNvPr>
          <p:cNvSpPr>
            <a:spLocks noGrp="1"/>
          </p:cNvSpPr>
          <p:nvPr/>
        </p:nvSpPr>
        <p:spPr>
          <a:xfrm>
            <a:off x="10942511" y="3770476"/>
            <a:ext cx="309242" cy="125496"/>
          </a:xfrm>
          <a:custGeom>
            <a:avLst/>
            <a:gdLst/>
            <a:ahLst/>
            <a:cxnLst/>
            <a:rect l="0" t="0" r="0" b="0"/>
            <a:pathLst>
              <a:path w="309242" h="125496">
                <a:moveTo>
                  <a:pt x="0" y="125496"/>
                </a:moveTo>
                <a:lnTo>
                  <a:pt x="309242" y="0"/>
                </a:lnTo>
              </a:path>
            </a:pathLst>
          </a:custGeom>
          <a:noFill/>
          <a:ln w="8965">
            <a:solidFill>
              <a:srgbClr val="69AD3E">
                <a:alpha val="21000"/>
              </a:srgbClr>
            </a:solidFill>
            <a:prstDash val="solid"/>
          </a:ln>
        </p:spPr>
      </p:sp>
      <p:sp>
        <p:nvSpPr>
          <p:cNvPr id="505" name="lumia-token-stream-curve">
            <a:extLst>
              <a:ext uri="{FF2B5EF4-FFF2-40B4-BE49-F238E27FC236}">
                <a16:creationId xmlns:a16="http://schemas.microsoft.com/office/drawing/2014/main" id="{06E28E7B-E66C-4065-AFD3-1D407442708E}"/>
              </a:ext>
            </a:extLst>
          </p:cNvPr>
          <p:cNvSpPr>
            <a:spLocks noGrp="1"/>
          </p:cNvSpPr>
          <p:nvPr/>
        </p:nvSpPr>
        <p:spPr>
          <a:xfrm>
            <a:off x="11251753" y="3651633"/>
            <a:ext cx="311335" cy="118843"/>
          </a:xfrm>
          <a:custGeom>
            <a:avLst/>
            <a:gdLst/>
            <a:ahLst/>
            <a:cxnLst/>
            <a:rect l="0" t="0" r="0" b="0"/>
            <a:pathLst>
              <a:path w="311335" h="118843">
                <a:moveTo>
                  <a:pt x="0" y="118843"/>
                </a:moveTo>
                <a:lnTo>
                  <a:pt x="311335" y="0"/>
                </a:lnTo>
              </a:path>
            </a:pathLst>
          </a:custGeom>
          <a:noFill/>
          <a:ln w="9019">
            <a:solidFill>
              <a:srgbClr val="57AC45">
                <a:alpha val="21000"/>
              </a:srgbClr>
            </a:solidFill>
            <a:prstDash val="solid"/>
          </a:ln>
        </p:spPr>
      </p:sp>
      <p:sp>
        <p:nvSpPr>
          <p:cNvPr id="506" name="lumia-token-stream-curve">
            <a:extLst>
              <a:ext uri="{FF2B5EF4-FFF2-40B4-BE49-F238E27FC236}">
                <a16:creationId xmlns:a16="http://schemas.microsoft.com/office/drawing/2014/main" id="{970F88AC-DDD4-43D0-93C7-4D9DB94DAD71}"/>
              </a:ext>
            </a:extLst>
          </p:cNvPr>
          <p:cNvSpPr>
            <a:spLocks noGrp="1"/>
          </p:cNvSpPr>
          <p:nvPr/>
        </p:nvSpPr>
        <p:spPr>
          <a:xfrm>
            <a:off x="11563088" y="3535315"/>
            <a:ext cx="313419" cy="116318"/>
          </a:xfrm>
          <a:custGeom>
            <a:avLst/>
            <a:gdLst/>
            <a:ahLst/>
            <a:cxnLst/>
            <a:rect l="0" t="0" r="0" b="0"/>
            <a:pathLst>
              <a:path w="313419" h="116318">
                <a:moveTo>
                  <a:pt x="0" y="116318"/>
                </a:moveTo>
                <a:lnTo>
                  <a:pt x="313419" y="0"/>
                </a:lnTo>
              </a:path>
            </a:pathLst>
          </a:custGeom>
          <a:noFill/>
          <a:ln w="9053">
            <a:solidFill>
              <a:srgbClr val="46AA4C">
                <a:alpha val="22000"/>
              </a:srgbClr>
            </a:solidFill>
            <a:prstDash val="solid"/>
          </a:ln>
        </p:spPr>
      </p:sp>
      <p:sp>
        <p:nvSpPr>
          <p:cNvPr id="507" name="lumia-token-stream-curve">
            <a:extLst>
              <a:ext uri="{FF2B5EF4-FFF2-40B4-BE49-F238E27FC236}">
                <a16:creationId xmlns:a16="http://schemas.microsoft.com/office/drawing/2014/main" id="{DFD6EBFB-CF31-442F-805A-27D7D7EB3034}"/>
              </a:ext>
            </a:extLst>
          </p:cNvPr>
          <p:cNvSpPr>
            <a:spLocks noGrp="1"/>
          </p:cNvSpPr>
          <p:nvPr/>
        </p:nvSpPr>
        <p:spPr>
          <a:xfrm>
            <a:off x="11876507" y="3415970"/>
            <a:ext cx="315493" cy="119345"/>
          </a:xfrm>
          <a:custGeom>
            <a:avLst/>
            <a:gdLst/>
            <a:ahLst/>
            <a:cxnLst/>
            <a:rect l="0" t="0" r="0" b="0"/>
            <a:pathLst>
              <a:path w="315493" h="119345">
                <a:moveTo>
                  <a:pt x="0" y="119345"/>
                </a:moveTo>
                <a:lnTo>
                  <a:pt x="315493" y="0"/>
                </a:lnTo>
              </a:path>
            </a:pathLst>
          </a:custGeom>
          <a:noFill/>
          <a:ln w="9064">
            <a:solidFill>
              <a:srgbClr val="34A853">
                <a:alpha val="22000"/>
              </a:srgbClr>
            </a:solidFill>
            <a:prstDash val="solid"/>
          </a:ln>
        </p:spPr>
      </p:sp>
      <p:sp>
        <p:nvSpPr>
          <p:cNvPr id="508" name="lumia-token-stream-curve">
            <a:extLst>
              <a:ext uri="{FF2B5EF4-FFF2-40B4-BE49-F238E27FC236}">
                <a16:creationId xmlns:a16="http://schemas.microsoft.com/office/drawing/2014/main" id="{2751192A-293E-462F-AAA5-6B3514F0D4B1}"/>
              </a:ext>
            </a:extLst>
          </p:cNvPr>
          <p:cNvSpPr>
            <a:spLocks noGrp="1"/>
          </p:cNvSpPr>
          <p:nvPr/>
        </p:nvSpPr>
        <p:spPr>
          <a:xfrm>
            <a:off x="58535" y="6123165"/>
            <a:ext cx="208577" cy="16961"/>
          </a:xfrm>
          <a:custGeom>
            <a:avLst/>
            <a:gdLst/>
            <a:ahLst/>
            <a:cxnLst/>
            <a:rect l="0" t="0" r="0" b="0"/>
            <a:pathLst>
              <a:path w="208577" h="16961">
                <a:moveTo>
                  <a:pt x="0" y="0"/>
                </a:moveTo>
                <a:lnTo>
                  <a:pt x="208577" y="16961"/>
                </a:lnTo>
              </a:path>
            </a:pathLst>
          </a:custGeom>
          <a:noFill/>
          <a:ln w="5889">
            <a:solidFill>
              <a:srgbClr val="4285F4">
                <a:alpha val="10000"/>
              </a:srgbClr>
            </a:solidFill>
            <a:prstDash val="solid"/>
          </a:ln>
        </p:spPr>
      </p:sp>
      <p:sp>
        <p:nvSpPr>
          <p:cNvPr id="509" name="lumia-token-stream-curve">
            <a:extLst>
              <a:ext uri="{FF2B5EF4-FFF2-40B4-BE49-F238E27FC236}">
                <a16:creationId xmlns:a16="http://schemas.microsoft.com/office/drawing/2014/main" id="{EEB8EC9F-72F3-40CB-B6D2-7C64C87DFA1A}"/>
              </a:ext>
            </a:extLst>
          </p:cNvPr>
          <p:cNvSpPr>
            <a:spLocks noGrp="1"/>
          </p:cNvSpPr>
          <p:nvPr/>
        </p:nvSpPr>
        <p:spPr>
          <a:xfrm>
            <a:off x="267112" y="6140127"/>
            <a:ext cx="211141" cy="21934"/>
          </a:xfrm>
          <a:custGeom>
            <a:avLst/>
            <a:gdLst/>
            <a:ahLst/>
            <a:cxnLst/>
            <a:rect l="0" t="0" r="0" b="0"/>
            <a:pathLst>
              <a:path w="211141" h="21934">
                <a:moveTo>
                  <a:pt x="0" y="0"/>
                </a:moveTo>
                <a:lnTo>
                  <a:pt x="211141" y="21934"/>
                </a:lnTo>
              </a:path>
            </a:pathLst>
          </a:custGeom>
          <a:noFill/>
          <a:ln w="5889">
            <a:solidFill>
              <a:srgbClr val="447EEC">
                <a:alpha val="10000"/>
              </a:srgbClr>
            </a:solidFill>
            <a:prstDash val="solid"/>
          </a:ln>
        </p:spPr>
      </p:sp>
      <p:sp>
        <p:nvSpPr>
          <p:cNvPr id="510" name="lumia-token-stream-curve">
            <a:extLst>
              <a:ext uri="{FF2B5EF4-FFF2-40B4-BE49-F238E27FC236}">
                <a16:creationId xmlns:a16="http://schemas.microsoft.com/office/drawing/2014/main" id="{68FD5779-16BE-4D52-9607-929E6588128E}"/>
              </a:ext>
            </a:extLst>
          </p:cNvPr>
          <p:cNvSpPr>
            <a:spLocks noGrp="1"/>
          </p:cNvSpPr>
          <p:nvPr/>
        </p:nvSpPr>
        <p:spPr>
          <a:xfrm>
            <a:off x="478253" y="6162061"/>
            <a:ext cx="213698" cy="26172"/>
          </a:xfrm>
          <a:custGeom>
            <a:avLst/>
            <a:gdLst/>
            <a:ahLst/>
            <a:cxnLst/>
            <a:rect l="0" t="0" r="0" b="0"/>
            <a:pathLst>
              <a:path w="213698" h="26172">
                <a:moveTo>
                  <a:pt x="0" y="0"/>
                </a:moveTo>
                <a:lnTo>
                  <a:pt x="213698" y="26172"/>
                </a:lnTo>
              </a:path>
            </a:pathLst>
          </a:custGeom>
          <a:noFill/>
          <a:ln w="5889">
            <a:solidFill>
              <a:srgbClr val="4678E3">
                <a:alpha val="10000"/>
              </a:srgbClr>
            </a:solidFill>
            <a:prstDash val="solid"/>
          </a:ln>
        </p:spPr>
      </p:sp>
      <p:sp>
        <p:nvSpPr>
          <p:cNvPr id="511" name="lumia-token-stream-curve">
            <a:extLst>
              <a:ext uri="{FF2B5EF4-FFF2-40B4-BE49-F238E27FC236}">
                <a16:creationId xmlns:a16="http://schemas.microsoft.com/office/drawing/2014/main" id="{F1B4D027-18F8-4CC9-9F63-F4CFC310220D}"/>
              </a:ext>
            </a:extLst>
          </p:cNvPr>
          <p:cNvSpPr>
            <a:spLocks noGrp="1"/>
          </p:cNvSpPr>
          <p:nvPr/>
        </p:nvSpPr>
        <p:spPr>
          <a:xfrm>
            <a:off x="691950" y="6188233"/>
            <a:ext cx="216247" cy="29169"/>
          </a:xfrm>
          <a:custGeom>
            <a:avLst/>
            <a:gdLst/>
            <a:ahLst/>
            <a:cxnLst/>
            <a:rect l="0" t="0" r="0" b="0"/>
            <a:pathLst>
              <a:path w="216247" h="29169">
                <a:moveTo>
                  <a:pt x="0" y="0"/>
                </a:moveTo>
                <a:lnTo>
                  <a:pt x="216247" y="29169"/>
                </a:lnTo>
              </a:path>
            </a:pathLst>
          </a:custGeom>
          <a:noFill/>
          <a:ln w="5889">
            <a:solidFill>
              <a:srgbClr val="4871DB">
                <a:alpha val="10000"/>
              </a:srgbClr>
            </a:solidFill>
            <a:prstDash val="solid"/>
          </a:ln>
        </p:spPr>
      </p:sp>
      <p:sp>
        <p:nvSpPr>
          <p:cNvPr id="512" name="lumia-token-stream-curve">
            <a:extLst>
              <a:ext uri="{FF2B5EF4-FFF2-40B4-BE49-F238E27FC236}">
                <a16:creationId xmlns:a16="http://schemas.microsoft.com/office/drawing/2014/main" id="{53553048-7B31-478B-907A-9210462CE7E2}"/>
              </a:ext>
            </a:extLst>
          </p:cNvPr>
          <p:cNvSpPr>
            <a:spLocks noGrp="1"/>
          </p:cNvSpPr>
          <p:nvPr/>
        </p:nvSpPr>
        <p:spPr>
          <a:xfrm>
            <a:off x="908198" y="6217402"/>
            <a:ext cx="218789" cy="30469"/>
          </a:xfrm>
          <a:custGeom>
            <a:avLst/>
            <a:gdLst/>
            <a:ahLst/>
            <a:cxnLst/>
            <a:rect l="0" t="0" r="0" b="0"/>
            <a:pathLst>
              <a:path w="218789" h="30469">
                <a:moveTo>
                  <a:pt x="0" y="0"/>
                </a:moveTo>
                <a:lnTo>
                  <a:pt x="218789" y="30469"/>
                </a:lnTo>
              </a:path>
            </a:pathLst>
          </a:custGeom>
          <a:noFill/>
          <a:ln w="5889">
            <a:solidFill>
              <a:srgbClr val="4A6BD2">
                <a:alpha val="10000"/>
              </a:srgbClr>
            </a:solidFill>
            <a:prstDash val="solid"/>
          </a:ln>
        </p:spPr>
      </p:sp>
      <p:sp>
        <p:nvSpPr>
          <p:cNvPr id="513" name="lumia-token-stream-curve">
            <a:extLst>
              <a:ext uri="{FF2B5EF4-FFF2-40B4-BE49-F238E27FC236}">
                <a16:creationId xmlns:a16="http://schemas.microsoft.com/office/drawing/2014/main" id="{2F30E282-2C23-4585-9039-318EED355BEA}"/>
              </a:ext>
            </a:extLst>
          </p:cNvPr>
          <p:cNvSpPr>
            <a:spLocks noGrp="1"/>
          </p:cNvSpPr>
          <p:nvPr/>
        </p:nvSpPr>
        <p:spPr>
          <a:xfrm>
            <a:off x="1126986" y="6247870"/>
            <a:ext cx="221323" cy="29707"/>
          </a:xfrm>
          <a:custGeom>
            <a:avLst/>
            <a:gdLst/>
            <a:ahLst/>
            <a:cxnLst/>
            <a:rect l="0" t="0" r="0" b="0"/>
            <a:pathLst>
              <a:path w="221323" h="29707">
                <a:moveTo>
                  <a:pt x="0" y="0"/>
                </a:moveTo>
                <a:lnTo>
                  <a:pt x="221323" y="29707"/>
                </a:lnTo>
              </a:path>
            </a:pathLst>
          </a:custGeom>
          <a:noFill/>
          <a:ln w="5889">
            <a:solidFill>
              <a:srgbClr val="4C64CA">
                <a:alpha val="10000"/>
              </a:srgbClr>
            </a:solidFill>
            <a:prstDash val="solid"/>
          </a:ln>
        </p:spPr>
      </p:sp>
      <p:sp>
        <p:nvSpPr>
          <p:cNvPr id="514" name="lumia-token-stream-curve">
            <a:extLst>
              <a:ext uri="{FF2B5EF4-FFF2-40B4-BE49-F238E27FC236}">
                <a16:creationId xmlns:a16="http://schemas.microsoft.com/office/drawing/2014/main" id="{D3D7287E-A1F5-4494-A2F7-F77B6E16E756}"/>
              </a:ext>
            </a:extLst>
          </p:cNvPr>
          <p:cNvSpPr>
            <a:spLocks noGrp="1"/>
          </p:cNvSpPr>
          <p:nvPr/>
        </p:nvSpPr>
        <p:spPr>
          <a:xfrm>
            <a:off x="1348309" y="6277578"/>
            <a:ext cx="223849" cy="26652"/>
          </a:xfrm>
          <a:custGeom>
            <a:avLst/>
            <a:gdLst/>
            <a:ahLst/>
            <a:cxnLst/>
            <a:rect l="0" t="0" r="0" b="0"/>
            <a:pathLst>
              <a:path w="223849" h="26652">
                <a:moveTo>
                  <a:pt x="0" y="0"/>
                </a:moveTo>
                <a:lnTo>
                  <a:pt x="223849" y="26652"/>
                </a:lnTo>
              </a:path>
            </a:pathLst>
          </a:custGeom>
          <a:noFill/>
          <a:ln w="5889">
            <a:solidFill>
              <a:srgbClr val="4E5EC1">
                <a:alpha val="10000"/>
              </a:srgbClr>
            </a:solidFill>
            <a:prstDash val="solid"/>
          </a:ln>
        </p:spPr>
      </p:sp>
      <p:sp>
        <p:nvSpPr>
          <p:cNvPr id="515" name="lumia-token-stream-curve">
            <a:extLst>
              <a:ext uri="{FF2B5EF4-FFF2-40B4-BE49-F238E27FC236}">
                <a16:creationId xmlns:a16="http://schemas.microsoft.com/office/drawing/2014/main" id="{86768CA8-ACB4-4F42-B384-AD08DD606099}"/>
              </a:ext>
            </a:extLst>
          </p:cNvPr>
          <p:cNvSpPr>
            <a:spLocks noGrp="1"/>
          </p:cNvSpPr>
          <p:nvPr/>
        </p:nvSpPr>
        <p:spPr>
          <a:xfrm>
            <a:off x="1572158" y="6304229"/>
            <a:ext cx="226368" cy="21237"/>
          </a:xfrm>
          <a:custGeom>
            <a:avLst/>
            <a:gdLst/>
            <a:ahLst/>
            <a:cxnLst/>
            <a:rect l="0" t="0" r="0" b="0"/>
            <a:pathLst>
              <a:path w="226368" h="21237">
                <a:moveTo>
                  <a:pt x="0" y="0"/>
                </a:moveTo>
                <a:lnTo>
                  <a:pt x="226368" y="21237"/>
                </a:lnTo>
              </a:path>
            </a:pathLst>
          </a:custGeom>
          <a:noFill/>
          <a:ln w="5889">
            <a:solidFill>
              <a:srgbClr val="5057B9">
                <a:alpha val="10000"/>
              </a:srgbClr>
            </a:solidFill>
            <a:prstDash val="solid"/>
          </a:ln>
        </p:spPr>
      </p:sp>
      <p:sp>
        <p:nvSpPr>
          <p:cNvPr id="516" name="lumia-token-stream-curve">
            <a:extLst>
              <a:ext uri="{FF2B5EF4-FFF2-40B4-BE49-F238E27FC236}">
                <a16:creationId xmlns:a16="http://schemas.microsoft.com/office/drawing/2014/main" id="{16E171BA-E375-4C01-9473-3272EC93AFEB}"/>
              </a:ext>
            </a:extLst>
          </p:cNvPr>
          <p:cNvSpPr>
            <a:spLocks noGrp="1"/>
          </p:cNvSpPr>
          <p:nvPr/>
        </p:nvSpPr>
        <p:spPr>
          <a:xfrm>
            <a:off x="1798526" y="6325466"/>
            <a:ext cx="228879" cy="13587"/>
          </a:xfrm>
          <a:custGeom>
            <a:avLst/>
            <a:gdLst/>
            <a:ahLst/>
            <a:cxnLst/>
            <a:rect l="0" t="0" r="0" b="0"/>
            <a:pathLst>
              <a:path w="228879" h="13587">
                <a:moveTo>
                  <a:pt x="0" y="0"/>
                </a:moveTo>
                <a:lnTo>
                  <a:pt x="228879" y="13587"/>
                </a:lnTo>
              </a:path>
            </a:pathLst>
          </a:custGeom>
          <a:noFill/>
          <a:ln w="5889">
            <a:solidFill>
              <a:srgbClr val="5250B0">
                <a:alpha val="10000"/>
              </a:srgbClr>
            </a:solidFill>
            <a:prstDash val="solid"/>
          </a:ln>
        </p:spPr>
      </p:sp>
      <p:sp>
        <p:nvSpPr>
          <p:cNvPr id="517" name="lumia-token-stream-curve">
            <a:extLst>
              <a:ext uri="{FF2B5EF4-FFF2-40B4-BE49-F238E27FC236}">
                <a16:creationId xmlns:a16="http://schemas.microsoft.com/office/drawing/2014/main" id="{576B883C-13D2-4306-BCF9-7D418A413B13}"/>
              </a:ext>
            </a:extLst>
          </p:cNvPr>
          <p:cNvSpPr>
            <a:spLocks noGrp="1"/>
          </p:cNvSpPr>
          <p:nvPr/>
        </p:nvSpPr>
        <p:spPr>
          <a:xfrm>
            <a:off x="2027406" y="6339053"/>
            <a:ext cx="231383" cy="9525"/>
          </a:xfrm>
          <a:custGeom>
            <a:avLst/>
            <a:gdLst/>
            <a:ahLst/>
            <a:cxnLst/>
            <a:rect l="0" t="0" r="0" b="0"/>
            <a:pathLst>
              <a:path w="231383" h="9525">
                <a:moveTo>
                  <a:pt x="0" y="0"/>
                </a:moveTo>
                <a:lnTo>
                  <a:pt x="231383" y="4024"/>
                </a:lnTo>
              </a:path>
            </a:pathLst>
          </a:custGeom>
          <a:noFill/>
          <a:ln w="5889">
            <a:solidFill>
              <a:srgbClr val="544AA8">
                <a:alpha val="10000"/>
              </a:srgbClr>
            </a:solidFill>
            <a:prstDash val="solid"/>
          </a:ln>
        </p:spPr>
      </p:sp>
      <p:sp>
        <p:nvSpPr>
          <p:cNvPr id="518" name="lumia-token-stream-curve">
            <a:extLst>
              <a:ext uri="{FF2B5EF4-FFF2-40B4-BE49-F238E27FC236}">
                <a16:creationId xmlns:a16="http://schemas.microsoft.com/office/drawing/2014/main" id="{07774F8B-A58D-4DB8-80F3-358557A8FC45}"/>
              </a:ext>
            </a:extLst>
          </p:cNvPr>
          <p:cNvSpPr>
            <a:spLocks noGrp="1"/>
          </p:cNvSpPr>
          <p:nvPr/>
        </p:nvSpPr>
        <p:spPr>
          <a:xfrm>
            <a:off x="2258789" y="6336133"/>
            <a:ext cx="233879" cy="9525"/>
          </a:xfrm>
          <a:custGeom>
            <a:avLst/>
            <a:gdLst/>
            <a:ahLst/>
            <a:cxnLst/>
            <a:rect l="0" t="0" r="0" b="0"/>
            <a:pathLst>
              <a:path w="233879" h="9525">
                <a:moveTo>
                  <a:pt x="0" y="6944"/>
                </a:moveTo>
                <a:lnTo>
                  <a:pt x="233879" y="0"/>
                </a:lnTo>
              </a:path>
            </a:pathLst>
          </a:custGeom>
          <a:noFill/>
          <a:ln w="5889">
            <a:solidFill>
              <a:srgbClr val="5643A0">
                <a:alpha val="10000"/>
              </a:srgbClr>
            </a:solidFill>
            <a:prstDash val="solid"/>
          </a:ln>
        </p:spPr>
      </p:sp>
      <p:sp>
        <p:nvSpPr>
          <p:cNvPr id="519" name="lumia-token-stream-curve">
            <a:extLst>
              <a:ext uri="{FF2B5EF4-FFF2-40B4-BE49-F238E27FC236}">
                <a16:creationId xmlns:a16="http://schemas.microsoft.com/office/drawing/2014/main" id="{18BB872B-625E-4EBE-ACD5-622756484419}"/>
              </a:ext>
            </a:extLst>
          </p:cNvPr>
          <p:cNvSpPr>
            <a:spLocks noGrp="1"/>
          </p:cNvSpPr>
          <p:nvPr/>
        </p:nvSpPr>
        <p:spPr>
          <a:xfrm>
            <a:off x="2492668" y="6317485"/>
            <a:ext cx="236368" cy="18647"/>
          </a:xfrm>
          <a:custGeom>
            <a:avLst/>
            <a:gdLst/>
            <a:ahLst/>
            <a:cxnLst/>
            <a:rect l="0" t="0" r="0" b="0"/>
            <a:pathLst>
              <a:path w="236368" h="18647">
                <a:moveTo>
                  <a:pt x="0" y="18647"/>
                </a:moveTo>
                <a:lnTo>
                  <a:pt x="236368" y="0"/>
                </a:lnTo>
              </a:path>
            </a:pathLst>
          </a:custGeom>
          <a:noFill/>
          <a:ln w="5889">
            <a:solidFill>
              <a:srgbClr val="583D97">
                <a:alpha val="11000"/>
              </a:srgbClr>
            </a:solidFill>
            <a:prstDash val="solid"/>
          </a:ln>
        </p:spPr>
      </p:sp>
      <p:sp>
        <p:nvSpPr>
          <p:cNvPr id="520" name="lumia-token-stream-curve">
            <a:extLst>
              <a:ext uri="{FF2B5EF4-FFF2-40B4-BE49-F238E27FC236}">
                <a16:creationId xmlns:a16="http://schemas.microsoft.com/office/drawing/2014/main" id="{541927DD-9666-443B-98B8-8F69BE2CE1BA}"/>
              </a:ext>
            </a:extLst>
          </p:cNvPr>
          <p:cNvSpPr>
            <a:spLocks noGrp="1"/>
          </p:cNvSpPr>
          <p:nvPr/>
        </p:nvSpPr>
        <p:spPr>
          <a:xfrm>
            <a:off x="2729035" y="6287177"/>
            <a:ext cx="238849" cy="30308"/>
          </a:xfrm>
          <a:custGeom>
            <a:avLst/>
            <a:gdLst/>
            <a:ahLst/>
            <a:cxnLst/>
            <a:rect l="0" t="0" r="0" b="0"/>
            <a:pathLst>
              <a:path w="238849" h="30308">
                <a:moveTo>
                  <a:pt x="0" y="30308"/>
                </a:moveTo>
                <a:lnTo>
                  <a:pt x="238849" y="0"/>
                </a:lnTo>
              </a:path>
            </a:pathLst>
          </a:custGeom>
          <a:noFill/>
          <a:ln w="5889">
            <a:solidFill>
              <a:srgbClr val="623C8F">
                <a:alpha val="11000"/>
              </a:srgbClr>
            </a:solidFill>
            <a:prstDash val="solid"/>
          </a:ln>
        </p:spPr>
      </p:sp>
      <p:sp>
        <p:nvSpPr>
          <p:cNvPr id="521" name="lumia-token-stream-curve">
            <a:extLst>
              <a:ext uri="{FF2B5EF4-FFF2-40B4-BE49-F238E27FC236}">
                <a16:creationId xmlns:a16="http://schemas.microsoft.com/office/drawing/2014/main" id="{350E6DA6-A407-4E99-AE51-0A53DBFBC9B9}"/>
              </a:ext>
            </a:extLst>
          </p:cNvPr>
          <p:cNvSpPr>
            <a:spLocks noGrp="1"/>
          </p:cNvSpPr>
          <p:nvPr/>
        </p:nvSpPr>
        <p:spPr>
          <a:xfrm>
            <a:off x="2967884" y="6246075"/>
            <a:ext cx="241322" cy="41103"/>
          </a:xfrm>
          <a:custGeom>
            <a:avLst/>
            <a:gdLst/>
            <a:ahLst/>
            <a:cxnLst/>
            <a:rect l="0" t="0" r="0" b="0"/>
            <a:pathLst>
              <a:path w="241322" h="41103">
                <a:moveTo>
                  <a:pt x="0" y="41103"/>
                </a:moveTo>
                <a:lnTo>
                  <a:pt x="241322" y="0"/>
                </a:lnTo>
              </a:path>
            </a:pathLst>
          </a:custGeom>
          <a:noFill/>
          <a:ln w="5889">
            <a:solidFill>
              <a:srgbClr val="6F3C86">
                <a:alpha val="11000"/>
              </a:srgbClr>
            </a:solidFill>
            <a:prstDash val="solid"/>
          </a:ln>
        </p:spPr>
      </p:sp>
      <p:sp>
        <p:nvSpPr>
          <p:cNvPr id="522" name="lumia-token-stream-curve">
            <a:extLst>
              <a:ext uri="{FF2B5EF4-FFF2-40B4-BE49-F238E27FC236}">
                <a16:creationId xmlns:a16="http://schemas.microsoft.com/office/drawing/2014/main" id="{7B20519F-3501-418D-BC94-C19FCEE8A07F}"/>
              </a:ext>
            </a:extLst>
          </p:cNvPr>
          <p:cNvSpPr>
            <a:spLocks noGrp="1"/>
          </p:cNvSpPr>
          <p:nvPr/>
        </p:nvSpPr>
        <p:spPr>
          <a:xfrm>
            <a:off x="3209206" y="6195837"/>
            <a:ext cx="243788" cy="50238"/>
          </a:xfrm>
          <a:custGeom>
            <a:avLst/>
            <a:gdLst/>
            <a:ahLst/>
            <a:cxnLst/>
            <a:rect l="0" t="0" r="0" b="0"/>
            <a:pathLst>
              <a:path w="243788" h="50238">
                <a:moveTo>
                  <a:pt x="0" y="50238"/>
                </a:moveTo>
                <a:lnTo>
                  <a:pt x="243788" y="0"/>
                </a:lnTo>
              </a:path>
            </a:pathLst>
          </a:custGeom>
          <a:noFill/>
          <a:ln w="5889">
            <a:solidFill>
              <a:srgbClr val="7C3D7E">
                <a:alpha val="11000"/>
              </a:srgbClr>
            </a:solidFill>
            <a:prstDash val="solid"/>
          </a:ln>
        </p:spPr>
      </p:sp>
      <p:sp>
        <p:nvSpPr>
          <p:cNvPr id="523" name="lumia-token-stream-curve">
            <a:extLst>
              <a:ext uri="{FF2B5EF4-FFF2-40B4-BE49-F238E27FC236}">
                <a16:creationId xmlns:a16="http://schemas.microsoft.com/office/drawing/2014/main" id="{B8307512-D084-40EB-B9F7-1FE2B247DF3A}"/>
              </a:ext>
            </a:extLst>
          </p:cNvPr>
          <p:cNvSpPr>
            <a:spLocks noGrp="1"/>
          </p:cNvSpPr>
          <p:nvPr/>
        </p:nvSpPr>
        <p:spPr>
          <a:xfrm>
            <a:off x="3452993" y="6138801"/>
            <a:ext cx="246246" cy="57036"/>
          </a:xfrm>
          <a:custGeom>
            <a:avLst/>
            <a:gdLst/>
            <a:ahLst/>
            <a:cxnLst/>
            <a:rect l="0" t="0" r="0" b="0"/>
            <a:pathLst>
              <a:path w="246246" h="57036">
                <a:moveTo>
                  <a:pt x="0" y="57036"/>
                </a:moveTo>
                <a:lnTo>
                  <a:pt x="246246" y="0"/>
                </a:lnTo>
              </a:path>
            </a:pathLst>
          </a:custGeom>
          <a:noFill/>
          <a:ln w="5889">
            <a:solidFill>
              <a:srgbClr val="893E75">
                <a:alpha val="11000"/>
              </a:srgbClr>
            </a:solidFill>
            <a:prstDash val="solid"/>
          </a:ln>
        </p:spPr>
      </p:sp>
      <p:sp>
        <p:nvSpPr>
          <p:cNvPr id="524" name="lumia-token-stream-curve">
            <a:extLst>
              <a:ext uri="{FF2B5EF4-FFF2-40B4-BE49-F238E27FC236}">
                <a16:creationId xmlns:a16="http://schemas.microsoft.com/office/drawing/2014/main" id="{940479BD-1BC3-495B-9661-02810E2AD1C4}"/>
              </a:ext>
            </a:extLst>
          </p:cNvPr>
          <p:cNvSpPr>
            <a:spLocks noGrp="1"/>
          </p:cNvSpPr>
          <p:nvPr/>
        </p:nvSpPr>
        <p:spPr>
          <a:xfrm>
            <a:off x="3699239" y="6077790"/>
            <a:ext cx="248696" cy="61011"/>
          </a:xfrm>
          <a:custGeom>
            <a:avLst/>
            <a:gdLst/>
            <a:ahLst/>
            <a:cxnLst/>
            <a:rect l="0" t="0" r="0" b="0"/>
            <a:pathLst>
              <a:path w="248696" h="61011">
                <a:moveTo>
                  <a:pt x="0" y="61011"/>
                </a:moveTo>
                <a:lnTo>
                  <a:pt x="248696" y="0"/>
                </a:lnTo>
              </a:path>
            </a:pathLst>
          </a:custGeom>
          <a:noFill/>
          <a:ln w="5890">
            <a:solidFill>
              <a:srgbClr val="963E6C">
                <a:alpha val="12000"/>
              </a:srgbClr>
            </a:solidFill>
            <a:prstDash val="solid"/>
          </a:ln>
        </p:spPr>
      </p:sp>
      <p:sp>
        <p:nvSpPr>
          <p:cNvPr id="525" name="lumia-token-stream-curve">
            <a:extLst>
              <a:ext uri="{FF2B5EF4-FFF2-40B4-BE49-F238E27FC236}">
                <a16:creationId xmlns:a16="http://schemas.microsoft.com/office/drawing/2014/main" id="{8B3C3948-6C26-4624-A4F9-FEB90DAD1F48}"/>
              </a:ext>
            </a:extLst>
          </p:cNvPr>
          <p:cNvSpPr>
            <a:spLocks noGrp="1"/>
          </p:cNvSpPr>
          <p:nvPr/>
        </p:nvSpPr>
        <p:spPr>
          <a:xfrm>
            <a:off x="3947935" y="6015849"/>
            <a:ext cx="251139" cy="61942"/>
          </a:xfrm>
          <a:custGeom>
            <a:avLst/>
            <a:gdLst/>
            <a:ahLst/>
            <a:cxnLst/>
            <a:rect l="0" t="0" r="0" b="0"/>
            <a:pathLst>
              <a:path w="251139" h="61942">
                <a:moveTo>
                  <a:pt x="0" y="61942"/>
                </a:moveTo>
                <a:lnTo>
                  <a:pt x="251139" y="0"/>
                </a:lnTo>
              </a:path>
            </a:pathLst>
          </a:custGeom>
          <a:noFill/>
          <a:ln w="5908">
            <a:solidFill>
              <a:srgbClr val="A33F64">
                <a:alpha val="12000"/>
              </a:srgbClr>
            </a:solidFill>
            <a:prstDash val="solid"/>
          </a:ln>
        </p:spPr>
      </p:sp>
      <p:sp>
        <p:nvSpPr>
          <p:cNvPr id="526" name="lumia-token-stream-curve">
            <a:extLst>
              <a:ext uri="{FF2B5EF4-FFF2-40B4-BE49-F238E27FC236}">
                <a16:creationId xmlns:a16="http://schemas.microsoft.com/office/drawing/2014/main" id="{ED4D55A1-2BEA-45C8-AED5-98665DE7E750}"/>
              </a:ext>
            </a:extLst>
          </p:cNvPr>
          <p:cNvSpPr>
            <a:spLocks noGrp="1"/>
          </p:cNvSpPr>
          <p:nvPr/>
        </p:nvSpPr>
        <p:spPr>
          <a:xfrm>
            <a:off x="4199074" y="5955935"/>
            <a:ext cx="253575" cy="59914"/>
          </a:xfrm>
          <a:custGeom>
            <a:avLst/>
            <a:gdLst/>
            <a:ahLst/>
            <a:cxnLst/>
            <a:rect l="0" t="0" r="0" b="0"/>
            <a:pathLst>
              <a:path w="253575" h="59914">
                <a:moveTo>
                  <a:pt x="0" y="59914"/>
                </a:moveTo>
                <a:lnTo>
                  <a:pt x="253575" y="0"/>
                </a:lnTo>
              </a:path>
            </a:pathLst>
          </a:custGeom>
          <a:noFill/>
          <a:ln w="5948">
            <a:solidFill>
              <a:srgbClr val="B0405B">
                <a:alpha val="12000"/>
              </a:srgbClr>
            </a:solidFill>
            <a:prstDash val="solid"/>
          </a:ln>
        </p:spPr>
      </p:sp>
      <p:sp>
        <p:nvSpPr>
          <p:cNvPr id="527" name="lumia-token-stream-curve">
            <a:extLst>
              <a:ext uri="{FF2B5EF4-FFF2-40B4-BE49-F238E27FC236}">
                <a16:creationId xmlns:a16="http://schemas.microsoft.com/office/drawing/2014/main" id="{61C7AAF8-3BC3-4E75-901C-4C5DDFB43605}"/>
              </a:ext>
            </a:extLst>
          </p:cNvPr>
          <p:cNvSpPr>
            <a:spLocks noGrp="1"/>
          </p:cNvSpPr>
          <p:nvPr/>
        </p:nvSpPr>
        <p:spPr>
          <a:xfrm>
            <a:off x="4452649" y="5900594"/>
            <a:ext cx="256002" cy="55341"/>
          </a:xfrm>
          <a:custGeom>
            <a:avLst/>
            <a:gdLst/>
            <a:ahLst/>
            <a:cxnLst/>
            <a:rect l="0" t="0" r="0" b="0"/>
            <a:pathLst>
              <a:path w="256002" h="55341">
                <a:moveTo>
                  <a:pt x="0" y="55341"/>
                </a:moveTo>
                <a:lnTo>
                  <a:pt x="256002" y="0"/>
                </a:lnTo>
              </a:path>
            </a:pathLst>
          </a:custGeom>
          <a:noFill/>
          <a:ln w="6010">
            <a:solidFill>
              <a:srgbClr val="BD4153">
                <a:alpha val="13000"/>
              </a:srgbClr>
            </a:solidFill>
            <a:prstDash val="solid"/>
          </a:ln>
        </p:spPr>
      </p:sp>
      <p:sp>
        <p:nvSpPr>
          <p:cNvPr id="528" name="lumia-token-stream-curve">
            <a:extLst>
              <a:ext uri="{FF2B5EF4-FFF2-40B4-BE49-F238E27FC236}">
                <a16:creationId xmlns:a16="http://schemas.microsoft.com/office/drawing/2014/main" id="{96359FD6-9CAF-4C1F-BCE0-4F5CA8C9CA14}"/>
              </a:ext>
            </a:extLst>
          </p:cNvPr>
          <p:cNvSpPr>
            <a:spLocks noGrp="1"/>
          </p:cNvSpPr>
          <p:nvPr/>
        </p:nvSpPr>
        <p:spPr>
          <a:xfrm>
            <a:off x="4708651" y="5851645"/>
            <a:ext cx="258423" cy="48949"/>
          </a:xfrm>
          <a:custGeom>
            <a:avLst/>
            <a:gdLst/>
            <a:ahLst/>
            <a:cxnLst/>
            <a:rect l="0" t="0" r="0" b="0"/>
            <a:pathLst>
              <a:path w="258423" h="48949">
                <a:moveTo>
                  <a:pt x="0" y="48949"/>
                </a:moveTo>
                <a:lnTo>
                  <a:pt x="258423" y="0"/>
                </a:lnTo>
              </a:path>
            </a:pathLst>
          </a:custGeom>
          <a:noFill/>
          <a:ln w="6091">
            <a:solidFill>
              <a:srgbClr val="CA414A">
                <a:alpha val="13000"/>
              </a:srgbClr>
            </a:solidFill>
            <a:prstDash val="solid"/>
          </a:ln>
        </p:spPr>
      </p:sp>
      <p:sp>
        <p:nvSpPr>
          <p:cNvPr id="529" name="lumia-token-stream-curve">
            <a:extLst>
              <a:ext uri="{FF2B5EF4-FFF2-40B4-BE49-F238E27FC236}">
                <a16:creationId xmlns:a16="http://schemas.microsoft.com/office/drawing/2014/main" id="{F37AB8BE-B93C-4B0A-A531-C4F490E8D6AF}"/>
              </a:ext>
            </a:extLst>
          </p:cNvPr>
          <p:cNvSpPr>
            <a:spLocks noGrp="1"/>
          </p:cNvSpPr>
          <p:nvPr/>
        </p:nvSpPr>
        <p:spPr>
          <a:xfrm>
            <a:off x="4967074" y="5809927"/>
            <a:ext cx="260835" cy="41718"/>
          </a:xfrm>
          <a:custGeom>
            <a:avLst/>
            <a:gdLst/>
            <a:ahLst/>
            <a:cxnLst/>
            <a:rect l="0" t="0" r="0" b="0"/>
            <a:pathLst>
              <a:path w="260835" h="41718">
                <a:moveTo>
                  <a:pt x="0" y="41718"/>
                </a:moveTo>
                <a:lnTo>
                  <a:pt x="260835" y="0"/>
                </a:lnTo>
              </a:path>
            </a:pathLst>
          </a:custGeom>
          <a:noFill/>
          <a:ln w="6190">
            <a:solidFill>
              <a:srgbClr val="D74242">
                <a:alpha val="14000"/>
              </a:srgbClr>
            </a:solidFill>
            <a:prstDash val="solid"/>
          </a:ln>
        </p:spPr>
      </p:sp>
      <p:sp>
        <p:nvSpPr>
          <p:cNvPr id="530" name="lumia-token-stream-curve">
            <a:extLst>
              <a:ext uri="{FF2B5EF4-FFF2-40B4-BE49-F238E27FC236}">
                <a16:creationId xmlns:a16="http://schemas.microsoft.com/office/drawing/2014/main" id="{A8561146-83F5-461E-8027-4D99724E76D6}"/>
              </a:ext>
            </a:extLst>
          </p:cNvPr>
          <p:cNvSpPr>
            <a:spLocks noGrp="1"/>
          </p:cNvSpPr>
          <p:nvPr/>
        </p:nvSpPr>
        <p:spPr>
          <a:xfrm>
            <a:off x="5227909" y="5775128"/>
            <a:ext cx="263240" cy="34798"/>
          </a:xfrm>
          <a:custGeom>
            <a:avLst/>
            <a:gdLst/>
            <a:ahLst/>
            <a:cxnLst/>
            <a:rect l="0" t="0" r="0" b="0"/>
            <a:pathLst>
              <a:path w="263240" h="34798">
                <a:moveTo>
                  <a:pt x="0" y="34798"/>
                </a:moveTo>
                <a:lnTo>
                  <a:pt x="263240" y="0"/>
                </a:lnTo>
              </a:path>
            </a:pathLst>
          </a:custGeom>
          <a:noFill/>
          <a:ln w="6304">
            <a:solidFill>
              <a:srgbClr val="E44339">
                <a:alpha val="14000"/>
              </a:srgbClr>
            </a:solidFill>
            <a:prstDash val="solid"/>
          </a:ln>
        </p:spPr>
      </p:sp>
      <p:sp>
        <p:nvSpPr>
          <p:cNvPr id="531" name="lumia-token-stream-curve">
            <a:extLst>
              <a:ext uri="{FF2B5EF4-FFF2-40B4-BE49-F238E27FC236}">
                <a16:creationId xmlns:a16="http://schemas.microsoft.com/office/drawing/2014/main" id="{17E5D19A-AB01-48B3-BBCC-2AA0DF9468F4}"/>
              </a:ext>
            </a:extLst>
          </p:cNvPr>
          <p:cNvSpPr>
            <a:spLocks noGrp="1"/>
          </p:cNvSpPr>
          <p:nvPr/>
        </p:nvSpPr>
        <p:spPr>
          <a:xfrm>
            <a:off x="5491149" y="5745739"/>
            <a:ext cx="265638" cy="29389"/>
          </a:xfrm>
          <a:custGeom>
            <a:avLst/>
            <a:gdLst/>
            <a:ahLst/>
            <a:cxnLst/>
            <a:rect l="0" t="0" r="0" b="0"/>
            <a:pathLst>
              <a:path w="265638" h="29389">
                <a:moveTo>
                  <a:pt x="0" y="29389"/>
                </a:moveTo>
                <a:lnTo>
                  <a:pt x="265638" y="0"/>
                </a:lnTo>
              </a:path>
            </a:pathLst>
          </a:custGeom>
          <a:noFill/>
          <a:ln w="6433">
            <a:solidFill>
              <a:srgbClr val="EB4833">
                <a:alpha val="15000"/>
              </a:srgbClr>
            </a:solidFill>
            <a:prstDash val="solid"/>
          </a:ln>
        </p:spPr>
      </p:sp>
      <p:sp>
        <p:nvSpPr>
          <p:cNvPr id="532" name="lumia-token-stream-curve">
            <a:extLst>
              <a:ext uri="{FF2B5EF4-FFF2-40B4-BE49-F238E27FC236}">
                <a16:creationId xmlns:a16="http://schemas.microsoft.com/office/drawing/2014/main" id="{8F388596-6412-4537-BC59-44FD9BF9B575}"/>
              </a:ext>
            </a:extLst>
          </p:cNvPr>
          <p:cNvSpPr>
            <a:spLocks noGrp="1"/>
          </p:cNvSpPr>
          <p:nvPr/>
        </p:nvSpPr>
        <p:spPr>
          <a:xfrm>
            <a:off x="5756787" y="5719134"/>
            <a:ext cx="268027" cy="26605"/>
          </a:xfrm>
          <a:custGeom>
            <a:avLst/>
            <a:gdLst/>
            <a:ahLst/>
            <a:cxnLst/>
            <a:rect l="0" t="0" r="0" b="0"/>
            <a:pathLst>
              <a:path w="268027" h="26605">
                <a:moveTo>
                  <a:pt x="0" y="26605"/>
                </a:moveTo>
                <a:lnTo>
                  <a:pt x="268027" y="0"/>
                </a:lnTo>
              </a:path>
            </a:pathLst>
          </a:custGeom>
          <a:noFill/>
          <a:ln w="6574">
            <a:solidFill>
              <a:srgbClr val="EC532F">
                <a:alpha val="15000"/>
              </a:srgbClr>
            </a:solidFill>
            <a:prstDash val="solid"/>
          </a:ln>
        </p:spPr>
      </p:sp>
      <p:sp>
        <p:nvSpPr>
          <p:cNvPr id="533" name="lumia-token-stream-curve">
            <a:extLst>
              <a:ext uri="{FF2B5EF4-FFF2-40B4-BE49-F238E27FC236}">
                <a16:creationId xmlns:a16="http://schemas.microsoft.com/office/drawing/2014/main" id="{D40F26C9-17C4-41B9-B256-DD7FBD97B1C9}"/>
              </a:ext>
            </a:extLst>
          </p:cNvPr>
          <p:cNvSpPr>
            <a:spLocks noGrp="1"/>
          </p:cNvSpPr>
          <p:nvPr/>
        </p:nvSpPr>
        <p:spPr>
          <a:xfrm>
            <a:off x="6024815" y="5691801"/>
            <a:ext cx="270410" cy="27334"/>
          </a:xfrm>
          <a:custGeom>
            <a:avLst/>
            <a:gdLst/>
            <a:ahLst/>
            <a:cxnLst/>
            <a:rect l="0" t="0" r="0" b="0"/>
            <a:pathLst>
              <a:path w="270410" h="27334">
                <a:moveTo>
                  <a:pt x="0" y="27334"/>
                </a:moveTo>
                <a:lnTo>
                  <a:pt x="270410" y="0"/>
                </a:lnTo>
              </a:path>
            </a:pathLst>
          </a:custGeom>
          <a:noFill/>
          <a:ln w="6726">
            <a:solidFill>
              <a:srgbClr val="EE5E2A">
                <a:alpha val="16000"/>
              </a:srgbClr>
            </a:solidFill>
            <a:prstDash val="solid"/>
          </a:ln>
        </p:spPr>
      </p:sp>
      <p:sp>
        <p:nvSpPr>
          <p:cNvPr id="534" name="lumia-token-stream-curve">
            <a:extLst>
              <a:ext uri="{FF2B5EF4-FFF2-40B4-BE49-F238E27FC236}">
                <a16:creationId xmlns:a16="http://schemas.microsoft.com/office/drawing/2014/main" id="{8235F639-60BA-4B03-A708-939B7F67B453}"/>
              </a:ext>
            </a:extLst>
          </p:cNvPr>
          <p:cNvSpPr>
            <a:spLocks noGrp="1"/>
          </p:cNvSpPr>
          <p:nvPr/>
        </p:nvSpPr>
        <p:spPr>
          <a:xfrm>
            <a:off x="6295224" y="5659688"/>
            <a:ext cx="272784" cy="32113"/>
          </a:xfrm>
          <a:custGeom>
            <a:avLst/>
            <a:gdLst/>
            <a:ahLst/>
            <a:cxnLst/>
            <a:rect l="0" t="0" r="0" b="0"/>
            <a:pathLst>
              <a:path w="272784" h="32113">
                <a:moveTo>
                  <a:pt x="0" y="32113"/>
                </a:moveTo>
                <a:lnTo>
                  <a:pt x="272784" y="0"/>
                </a:lnTo>
              </a:path>
            </a:pathLst>
          </a:custGeom>
          <a:noFill/>
          <a:ln w="6887">
            <a:solidFill>
              <a:srgbClr val="EF6926">
                <a:alpha val="16000"/>
              </a:srgbClr>
            </a:solidFill>
            <a:prstDash val="solid"/>
          </a:ln>
        </p:spPr>
      </p:sp>
      <p:sp>
        <p:nvSpPr>
          <p:cNvPr id="535" name="lumia-token-stream-curve">
            <a:extLst>
              <a:ext uri="{FF2B5EF4-FFF2-40B4-BE49-F238E27FC236}">
                <a16:creationId xmlns:a16="http://schemas.microsoft.com/office/drawing/2014/main" id="{23A2A49C-B315-49C2-A7B3-5B33FD551DF1}"/>
              </a:ext>
            </a:extLst>
          </p:cNvPr>
          <p:cNvSpPr>
            <a:spLocks noGrp="1"/>
          </p:cNvSpPr>
          <p:nvPr/>
        </p:nvSpPr>
        <p:spPr>
          <a:xfrm>
            <a:off x="6568009" y="5618653"/>
            <a:ext cx="275151" cy="41035"/>
          </a:xfrm>
          <a:custGeom>
            <a:avLst/>
            <a:gdLst/>
            <a:ahLst/>
            <a:cxnLst/>
            <a:rect l="0" t="0" r="0" b="0"/>
            <a:pathLst>
              <a:path w="275151" h="41035">
                <a:moveTo>
                  <a:pt x="0" y="41035"/>
                </a:moveTo>
                <a:lnTo>
                  <a:pt x="275151" y="0"/>
                </a:lnTo>
              </a:path>
            </a:pathLst>
          </a:custGeom>
          <a:noFill/>
          <a:ln w="7055">
            <a:solidFill>
              <a:srgbClr val="F17322">
                <a:alpha val="17000"/>
              </a:srgbClr>
            </a:solidFill>
            <a:prstDash val="solid"/>
          </a:ln>
        </p:spPr>
      </p:sp>
      <p:sp>
        <p:nvSpPr>
          <p:cNvPr id="536" name="lumia-token-stream-curve">
            <a:extLst>
              <a:ext uri="{FF2B5EF4-FFF2-40B4-BE49-F238E27FC236}">
                <a16:creationId xmlns:a16="http://schemas.microsoft.com/office/drawing/2014/main" id="{D0E2B0FF-24F8-45D8-AEB1-6E3C6AC4EEDE}"/>
              </a:ext>
            </a:extLst>
          </p:cNvPr>
          <p:cNvSpPr>
            <a:spLocks noGrp="1"/>
          </p:cNvSpPr>
          <p:nvPr/>
        </p:nvSpPr>
        <p:spPr>
          <a:xfrm>
            <a:off x="6843160" y="5564953"/>
            <a:ext cx="277511" cy="53700"/>
          </a:xfrm>
          <a:custGeom>
            <a:avLst/>
            <a:gdLst/>
            <a:ahLst/>
            <a:cxnLst/>
            <a:rect l="0" t="0" r="0" b="0"/>
            <a:pathLst>
              <a:path w="277511" h="53700">
                <a:moveTo>
                  <a:pt x="0" y="53700"/>
                </a:moveTo>
                <a:lnTo>
                  <a:pt x="277511" y="0"/>
                </a:lnTo>
              </a:path>
            </a:pathLst>
          </a:custGeom>
          <a:noFill/>
          <a:ln w="7229">
            <a:solidFill>
              <a:srgbClr val="F27E1E">
                <a:alpha val="17000"/>
              </a:srgbClr>
            </a:solidFill>
            <a:prstDash val="solid"/>
          </a:ln>
        </p:spPr>
      </p:sp>
      <p:sp>
        <p:nvSpPr>
          <p:cNvPr id="537" name="lumia-token-stream-curve">
            <a:extLst>
              <a:ext uri="{FF2B5EF4-FFF2-40B4-BE49-F238E27FC236}">
                <a16:creationId xmlns:a16="http://schemas.microsoft.com/office/drawing/2014/main" id="{4BE63EAA-C237-4DBE-A656-2580829B9D91}"/>
              </a:ext>
            </a:extLst>
          </p:cNvPr>
          <p:cNvSpPr>
            <a:spLocks noGrp="1"/>
          </p:cNvSpPr>
          <p:nvPr/>
        </p:nvSpPr>
        <p:spPr>
          <a:xfrm>
            <a:off x="7120671" y="5495722"/>
            <a:ext cx="279863" cy="69231"/>
          </a:xfrm>
          <a:custGeom>
            <a:avLst/>
            <a:gdLst/>
            <a:ahLst/>
            <a:cxnLst/>
            <a:rect l="0" t="0" r="0" b="0"/>
            <a:pathLst>
              <a:path w="279863" h="69231">
                <a:moveTo>
                  <a:pt x="0" y="69231"/>
                </a:moveTo>
                <a:lnTo>
                  <a:pt x="279863" y="0"/>
                </a:lnTo>
              </a:path>
            </a:pathLst>
          </a:custGeom>
          <a:noFill/>
          <a:ln w="7407">
            <a:solidFill>
              <a:srgbClr val="F48919">
                <a:alpha val="18000"/>
              </a:srgbClr>
            </a:solidFill>
            <a:prstDash val="solid"/>
          </a:ln>
        </p:spPr>
      </p:sp>
      <p:sp>
        <p:nvSpPr>
          <p:cNvPr id="538" name="lumia-token-stream-curve">
            <a:extLst>
              <a:ext uri="{FF2B5EF4-FFF2-40B4-BE49-F238E27FC236}">
                <a16:creationId xmlns:a16="http://schemas.microsoft.com/office/drawing/2014/main" id="{8759BCF5-18F0-4A3A-9279-5DDA72946982}"/>
              </a:ext>
            </a:extLst>
          </p:cNvPr>
          <p:cNvSpPr>
            <a:spLocks noGrp="1"/>
          </p:cNvSpPr>
          <p:nvPr/>
        </p:nvSpPr>
        <p:spPr>
          <a:xfrm>
            <a:off x="7400534" y="5409381"/>
            <a:ext cx="282207" cy="86342"/>
          </a:xfrm>
          <a:custGeom>
            <a:avLst/>
            <a:gdLst/>
            <a:ahLst/>
            <a:cxnLst/>
            <a:rect l="0" t="0" r="0" b="0"/>
            <a:pathLst>
              <a:path w="282207" h="86342">
                <a:moveTo>
                  <a:pt x="0" y="86342"/>
                </a:moveTo>
                <a:lnTo>
                  <a:pt x="282207" y="0"/>
                </a:lnTo>
              </a:path>
            </a:pathLst>
          </a:custGeom>
          <a:noFill/>
          <a:ln w="7588">
            <a:solidFill>
              <a:srgbClr val="F59415">
                <a:alpha val="18000"/>
              </a:srgbClr>
            </a:solidFill>
            <a:prstDash val="solid"/>
          </a:ln>
        </p:spPr>
      </p:sp>
      <p:sp>
        <p:nvSpPr>
          <p:cNvPr id="539" name="lumia-token-stream-curve">
            <a:extLst>
              <a:ext uri="{FF2B5EF4-FFF2-40B4-BE49-F238E27FC236}">
                <a16:creationId xmlns:a16="http://schemas.microsoft.com/office/drawing/2014/main" id="{E7CE0822-46B8-4561-B27C-F396ADC7E665}"/>
              </a:ext>
            </a:extLst>
          </p:cNvPr>
          <p:cNvSpPr>
            <a:spLocks noGrp="1"/>
          </p:cNvSpPr>
          <p:nvPr/>
        </p:nvSpPr>
        <p:spPr>
          <a:xfrm>
            <a:off x="7682741" y="5305899"/>
            <a:ext cx="284544" cy="103481"/>
          </a:xfrm>
          <a:custGeom>
            <a:avLst/>
            <a:gdLst/>
            <a:ahLst/>
            <a:cxnLst/>
            <a:rect l="0" t="0" r="0" b="0"/>
            <a:pathLst>
              <a:path w="284544" h="103481">
                <a:moveTo>
                  <a:pt x="0" y="103481"/>
                </a:moveTo>
                <a:lnTo>
                  <a:pt x="284544" y="0"/>
                </a:lnTo>
              </a:path>
            </a:pathLst>
          </a:custGeom>
          <a:noFill/>
          <a:ln w="7769">
            <a:solidFill>
              <a:srgbClr val="F79E11">
                <a:alpha val="19000"/>
              </a:srgbClr>
            </a:solidFill>
            <a:prstDash val="solid"/>
          </a:ln>
        </p:spPr>
      </p:sp>
      <p:sp>
        <p:nvSpPr>
          <p:cNvPr id="540" name="lumia-token-stream-curve">
            <a:extLst>
              <a:ext uri="{FF2B5EF4-FFF2-40B4-BE49-F238E27FC236}">
                <a16:creationId xmlns:a16="http://schemas.microsoft.com/office/drawing/2014/main" id="{883CA789-CD49-41B0-ACB3-545178AD1583}"/>
              </a:ext>
            </a:extLst>
          </p:cNvPr>
          <p:cNvSpPr>
            <a:spLocks noGrp="1"/>
          </p:cNvSpPr>
          <p:nvPr/>
        </p:nvSpPr>
        <p:spPr>
          <a:xfrm>
            <a:off x="7967284" y="5186883"/>
            <a:ext cx="286873" cy="119016"/>
          </a:xfrm>
          <a:custGeom>
            <a:avLst/>
            <a:gdLst/>
            <a:ahLst/>
            <a:cxnLst/>
            <a:rect l="0" t="0" r="0" b="0"/>
            <a:pathLst>
              <a:path w="286873" h="119016">
                <a:moveTo>
                  <a:pt x="0" y="119016"/>
                </a:moveTo>
                <a:lnTo>
                  <a:pt x="286873" y="0"/>
                </a:lnTo>
              </a:path>
            </a:pathLst>
          </a:custGeom>
          <a:noFill/>
          <a:ln w="7949">
            <a:solidFill>
              <a:srgbClr val="F8A90C">
                <a:alpha val="19000"/>
              </a:srgbClr>
            </a:solidFill>
            <a:prstDash val="solid"/>
          </a:ln>
        </p:spPr>
      </p:sp>
      <p:sp>
        <p:nvSpPr>
          <p:cNvPr id="541" name="lumia-token-stream-curve">
            <a:extLst>
              <a:ext uri="{FF2B5EF4-FFF2-40B4-BE49-F238E27FC236}">
                <a16:creationId xmlns:a16="http://schemas.microsoft.com/office/drawing/2014/main" id="{1C8C8BEC-24FD-452D-8F04-8AA6C24C2305}"/>
              </a:ext>
            </a:extLst>
          </p:cNvPr>
          <p:cNvSpPr>
            <a:spLocks noGrp="1"/>
          </p:cNvSpPr>
          <p:nvPr/>
        </p:nvSpPr>
        <p:spPr>
          <a:xfrm>
            <a:off x="8254157" y="5055442"/>
            <a:ext cx="289194" cy="131441"/>
          </a:xfrm>
          <a:custGeom>
            <a:avLst/>
            <a:gdLst/>
            <a:ahLst/>
            <a:cxnLst/>
            <a:rect l="0" t="0" r="0" b="0"/>
            <a:pathLst>
              <a:path w="289194" h="131441">
                <a:moveTo>
                  <a:pt x="0" y="131441"/>
                </a:moveTo>
                <a:lnTo>
                  <a:pt x="289194" y="0"/>
                </a:lnTo>
              </a:path>
            </a:pathLst>
          </a:custGeom>
          <a:noFill/>
          <a:ln w="8126">
            <a:solidFill>
              <a:srgbClr val="FAB408">
                <a:alpha val="20000"/>
              </a:srgbClr>
            </a:solidFill>
            <a:prstDash val="solid"/>
          </a:ln>
        </p:spPr>
      </p:sp>
      <p:sp>
        <p:nvSpPr>
          <p:cNvPr id="542" name="lumia-token-stream-curve">
            <a:extLst>
              <a:ext uri="{FF2B5EF4-FFF2-40B4-BE49-F238E27FC236}">
                <a16:creationId xmlns:a16="http://schemas.microsoft.com/office/drawing/2014/main" id="{C9A98C1E-D9C5-4909-9317-1C469C276E98}"/>
              </a:ext>
            </a:extLst>
          </p:cNvPr>
          <p:cNvSpPr>
            <a:spLocks noGrp="1"/>
          </p:cNvSpPr>
          <p:nvPr/>
        </p:nvSpPr>
        <p:spPr>
          <a:xfrm>
            <a:off x="8543352" y="4915843"/>
            <a:ext cx="291508" cy="139599"/>
          </a:xfrm>
          <a:custGeom>
            <a:avLst/>
            <a:gdLst/>
            <a:ahLst/>
            <a:cxnLst/>
            <a:rect l="0" t="0" r="0" b="0"/>
            <a:pathLst>
              <a:path w="291508" h="139599">
                <a:moveTo>
                  <a:pt x="0" y="139599"/>
                </a:moveTo>
                <a:lnTo>
                  <a:pt x="291508" y="0"/>
                </a:lnTo>
              </a:path>
            </a:pathLst>
          </a:custGeom>
          <a:noFill/>
          <a:ln w="8299">
            <a:solidFill>
              <a:srgbClr val="F7BC07">
                <a:alpha val="20000"/>
              </a:srgbClr>
            </a:solidFill>
            <a:prstDash val="solid"/>
          </a:ln>
        </p:spPr>
      </p:sp>
      <p:sp>
        <p:nvSpPr>
          <p:cNvPr id="543" name="lumia-token-stream-curve">
            <a:extLst>
              <a:ext uri="{FF2B5EF4-FFF2-40B4-BE49-F238E27FC236}">
                <a16:creationId xmlns:a16="http://schemas.microsoft.com/office/drawing/2014/main" id="{BA7AE917-4041-4B2B-A8E3-CFFAE5146186}"/>
              </a:ext>
            </a:extLst>
          </p:cNvPr>
          <p:cNvSpPr>
            <a:spLocks noGrp="1"/>
          </p:cNvSpPr>
          <p:nvPr/>
        </p:nvSpPr>
        <p:spPr>
          <a:xfrm>
            <a:off x="8834860" y="4772983"/>
            <a:ext cx="293815" cy="142861"/>
          </a:xfrm>
          <a:custGeom>
            <a:avLst/>
            <a:gdLst/>
            <a:ahLst/>
            <a:cxnLst/>
            <a:rect l="0" t="0" r="0" b="0"/>
            <a:pathLst>
              <a:path w="293815" h="142861">
                <a:moveTo>
                  <a:pt x="0" y="142861"/>
                </a:moveTo>
                <a:lnTo>
                  <a:pt x="293815" y="0"/>
                </a:lnTo>
              </a:path>
            </a:pathLst>
          </a:custGeom>
          <a:noFill/>
          <a:ln w="8466">
            <a:solidFill>
              <a:srgbClr val="E5BA0E">
                <a:alpha val="20000"/>
              </a:srgbClr>
            </a:solidFill>
            <a:prstDash val="solid"/>
          </a:ln>
        </p:spPr>
      </p:sp>
      <p:sp>
        <p:nvSpPr>
          <p:cNvPr id="544" name="lumia-token-stream-curve">
            <a:extLst>
              <a:ext uri="{FF2B5EF4-FFF2-40B4-BE49-F238E27FC236}">
                <a16:creationId xmlns:a16="http://schemas.microsoft.com/office/drawing/2014/main" id="{5616511B-3A3A-474D-8AD3-30162CD0AEF2}"/>
              </a:ext>
            </a:extLst>
          </p:cNvPr>
          <p:cNvSpPr>
            <a:spLocks noGrp="1"/>
          </p:cNvSpPr>
          <p:nvPr/>
        </p:nvSpPr>
        <p:spPr>
          <a:xfrm>
            <a:off x="9128675" y="4631724"/>
            <a:ext cx="296113" cy="141258"/>
          </a:xfrm>
          <a:custGeom>
            <a:avLst/>
            <a:gdLst/>
            <a:ahLst/>
            <a:cxnLst/>
            <a:rect l="0" t="0" r="0" b="0"/>
            <a:pathLst>
              <a:path w="296113" h="141258">
                <a:moveTo>
                  <a:pt x="0" y="141258"/>
                </a:moveTo>
                <a:lnTo>
                  <a:pt x="296113" y="0"/>
                </a:lnTo>
              </a:path>
            </a:pathLst>
          </a:custGeom>
          <a:noFill/>
          <a:ln w="8625">
            <a:solidFill>
              <a:srgbClr val="D3B815">
                <a:alpha val="21000"/>
              </a:srgbClr>
            </a:solidFill>
            <a:prstDash val="solid"/>
          </a:ln>
        </p:spPr>
      </p:sp>
      <p:sp>
        <p:nvSpPr>
          <p:cNvPr id="545" name="lumia-token-stream-curve">
            <a:extLst>
              <a:ext uri="{FF2B5EF4-FFF2-40B4-BE49-F238E27FC236}">
                <a16:creationId xmlns:a16="http://schemas.microsoft.com/office/drawing/2014/main" id="{D3EF7FC7-5CEA-4042-B6DD-9DFF55FC05B3}"/>
              </a:ext>
            </a:extLst>
          </p:cNvPr>
          <p:cNvSpPr>
            <a:spLocks noGrp="1"/>
          </p:cNvSpPr>
          <p:nvPr/>
        </p:nvSpPr>
        <p:spPr>
          <a:xfrm>
            <a:off x="9424788" y="4496204"/>
            <a:ext cx="298405" cy="135520"/>
          </a:xfrm>
          <a:custGeom>
            <a:avLst/>
            <a:gdLst/>
            <a:ahLst/>
            <a:cxnLst/>
            <a:rect l="0" t="0" r="0" b="0"/>
            <a:pathLst>
              <a:path w="298405" h="135520">
                <a:moveTo>
                  <a:pt x="0" y="135520"/>
                </a:moveTo>
                <a:lnTo>
                  <a:pt x="298405" y="0"/>
                </a:lnTo>
              </a:path>
            </a:pathLst>
          </a:custGeom>
          <a:noFill/>
          <a:ln w="8774">
            <a:solidFill>
              <a:srgbClr val="C2B61C">
                <a:alpha val="21000"/>
              </a:srgbClr>
            </a:solidFill>
            <a:prstDash val="solid"/>
          </a:ln>
        </p:spPr>
      </p:sp>
      <p:sp>
        <p:nvSpPr>
          <p:cNvPr id="546" name="lumia-token-stream-curve">
            <a:extLst>
              <a:ext uri="{FF2B5EF4-FFF2-40B4-BE49-F238E27FC236}">
                <a16:creationId xmlns:a16="http://schemas.microsoft.com/office/drawing/2014/main" id="{2297A6F8-EFD6-43BB-8960-06593C24A80B}"/>
              </a:ext>
            </a:extLst>
          </p:cNvPr>
          <p:cNvSpPr>
            <a:spLocks noGrp="1"/>
          </p:cNvSpPr>
          <p:nvPr/>
        </p:nvSpPr>
        <p:spPr>
          <a:xfrm>
            <a:off x="9723193" y="4369181"/>
            <a:ext cx="300688" cy="127023"/>
          </a:xfrm>
          <a:custGeom>
            <a:avLst/>
            <a:gdLst/>
            <a:ahLst/>
            <a:cxnLst/>
            <a:rect l="0" t="0" r="0" b="0"/>
            <a:pathLst>
              <a:path w="300688" h="127023">
                <a:moveTo>
                  <a:pt x="0" y="127023"/>
                </a:moveTo>
                <a:lnTo>
                  <a:pt x="300688" y="0"/>
                </a:lnTo>
              </a:path>
            </a:pathLst>
          </a:custGeom>
          <a:noFill/>
          <a:ln w="8912">
            <a:solidFill>
              <a:srgbClr val="B0B422">
                <a:alpha val="22000"/>
              </a:srgbClr>
            </a:solidFill>
            <a:prstDash val="solid"/>
          </a:ln>
        </p:spPr>
      </p:sp>
      <p:sp>
        <p:nvSpPr>
          <p:cNvPr id="547" name="lumia-token-stream-curve">
            <a:extLst>
              <a:ext uri="{FF2B5EF4-FFF2-40B4-BE49-F238E27FC236}">
                <a16:creationId xmlns:a16="http://schemas.microsoft.com/office/drawing/2014/main" id="{655FD043-975D-45CE-870F-FD5EAB888FD5}"/>
              </a:ext>
            </a:extLst>
          </p:cNvPr>
          <p:cNvSpPr>
            <a:spLocks noGrp="1"/>
          </p:cNvSpPr>
          <p:nvPr/>
        </p:nvSpPr>
        <p:spPr>
          <a:xfrm>
            <a:off x="10023881" y="4251554"/>
            <a:ext cx="302964" cy="117627"/>
          </a:xfrm>
          <a:custGeom>
            <a:avLst/>
            <a:gdLst/>
            <a:ahLst/>
            <a:cxnLst/>
            <a:rect l="0" t="0" r="0" b="0"/>
            <a:pathLst>
              <a:path w="302964" h="117627">
                <a:moveTo>
                  <a:pt x="0" y="117627"/>
                </a:moveTo>
                <a:lnTo>
                  <a:pt x="302964" y="0"/>
                </a:lnTo>
              </a:path>
            </a:pathLst>
          </a:custGeom>
          <a:noFill/>
          <a:ln w="9037">
            <a:solidFill>
              <a:srgbClr val="9EB329">
                <a:alpha val="22000"/>
              </a:srgbClr>
            </a:solidFill>
            <a:prstDash val="solid"/>
          </a:ln>
        </p:spPr>
      </p:sp>
      <p:sp>
        <p:nvSpPr>
          <p:cNvPr id="548" name="lumia-token-stream-curve">
            <a:extLst>
              <a:ext uri="{FF2B5EF4-FFF2-40B4-BE49-F238E27FC236}">
                <a16:creationId xmlns:a16="http://schemas.microsoft.com/office/drawing/2014/main" id="{E0907D3A-7296-405B-9A9F-6E8BFD7903F9}"/>
              </a:ext>
            </a:extLst>
          </p:cNvPr>
          <p:cNvSpPr>
            <a:spLocks noGrp="1"/>
          </p:cNvSpPr>
          <p:nvPr/>
        </p:nvSpPr>
        <p:spPr>
          <a:xfrm>
            <a:off x="10326845" y="4142113"/>
            <a:ext cx="305232" cy="109441"/>
          </a:xfrm>
          <a:custGeom>
            <a:avLst/>
            <a:gdLst/>
            <a:ahLst/>
            <a:cxnLst/>
            <a:rect l="0" t="0" r="0" b="0"/>
            <a:pathLst>
              <a:path w="305232" h="109441">
                <a:moveTo>
                  <a:pt x="0" y="109441"/>
                </a:moveTo>
                <a:lnTo>
                  <a:pt x="305232" y="0"/>
                </a:lnTo>
              </a:path>
            </a:pathLst>
          </a:custGeom>
          <a:noFill/>
          <a:ln w="9148">
            <a:solidFill>
              <a:srgbClr val="8CB130">
                <a:alpha val="22000"/>
              </a:srgbClr>
            </a:solidFill>
            <a:prstDash val="solid"/>
          </a:ln>
        </p:spPr>
      </p:sp>
      <p:sp>
        <p:nvSpPr>
          <p:cNvPr id="549" name="lumia-token-stream-curve">
            <a:extLst>
              <a:ext uri="{FF2B5EF4-FFF2-40B4-BE49-F238E27FC236}">
                <a16:creationId xmlns:a16="http://schemas.microsoft.com/office/drawing/2014/main" id="{1A9E4CCA-50BF-47A6-AB55-131A1DFAA301}"/>
              </a:ext>
            </a:extLst>
          </p:cNvPr>
          <p:cNvSpPr>
            <a:spLocks noGrp="1"/>
          </p:cNvSpPr>
          <p:nvPr/>
        </p:nvSpPr>
        <p:spPr>
          <a:xfrm>
            <a:off x="10632077" y="4037598"/>
            <a:ext cx="307493" cy="104515"/>
          </a:xfrm>
          <a:custGeom>
            <a:avLst/>
            <a:gdLst/>
            <a:ahLst/>
            <a:cxnLst/>
            <a:rect l="0" t="0" r="0" b="0"/>
            <a:pathLst>
              <a:path w="307493" h="104515">
                <a:moveTo>
                  <a:pt x="0" y="104515"/>
                </a:moveTo>
                <a:lnTo>
                  <a:pt x="307493" y="0"/>
                </a:lnTo>
              </a:path>
            </a:pathLst>
          </a:custGeom>
          <a:noFill/>
          <a:ln w="9242">
            <a:solidFill>
              <a:srgbClr val="7BAF37">
                <a:alpha val="22000"/>
              </a:srgbClr>
            </a:solidFill>
            <a:prstDash val="solid"/>
          </a:ln>
        </p:spPr>
      </p:sp>
      <p:sp>
        <p:nvSpPr>
          <p:cNvPr id="550" name="lumia-token-stream-curve">
            <a:extLst>
              <a:ext uri="{FF2B5EF4-FFF2-40B4-BE49-F238E27FC236}">
                <a16:creationId xmlns:a16="http://schemas.microsoft.com/office/drawing/2014/main" id="{6205AD1F-06A3-4276-8033-259D63724AB6}"/>
              </a:ext>
            </a:extLst>
          </p:cNvPr>
          <p:cNvSpPr>
            <a:spLocks noGrp="1"/>
          </p:cNvSpPr>
          <p:nvPr/>
        </p:nvSpPr>
        <p:spPr>
          <a:xfrm>
            <a:off x="10939571" y="3933071"/>
            <a:ext cx="309747" cy="104527"/>
          </a:xfrm>
          <a:custGeom>
            <a:avLst/>
            <a:gdLst/>
            <a:ahLst/>
            <a:cxnLst/>
            <a:rect l="0" t="0" r="0" b="0"/>
            <a:pathLst>
              <a:path w="309747" h="104527">
                <a:moveTo>
                  <a:pt x="0" y="104527"/>
                </a:moveTo>
                <a:lnTo>
                  <a:pt x="309747" y="0"/>
                </a:lnTo>
              </a:path>
            </a:pathLst>
          </a:custGeom>
          <a:noFill/>
          <a:ln w="9318">
            <a:solidFill>
              <a:srgbClr val="69AD3E">
                <a:alpha val="23000"/>
              </a:srgbClr>
            </a:solidFill>
            <a:prstDash val="solid"/>
          </a:ln>
        </p:spPr>
      </p:sp>
      <p:sp>
        <p:nvSpPr>
          <p:cNvPr id="551" name="lumia-token-stream-curve">
            <a:extLst>
              <a:ext uri="{FF2B5EF4-FFF2-40B4-BE49-F238E27FC236}">
                <a16:creationId xmlns:a16="http://schemas.microsoft.com/office/drawing/2014/main" id="{9DAB72B2-A6CC-4831-81D3-867242B848E4}"/>
              </a:ext>
            </a:extLst>
          </p:cNvPr>
          <p:cNvSpPr>
            <a:spLocks noGrp="1"/>
          </p:cNvSpPr>
          <p:nvPr/>
        </p:nvSpPr>
        <p:spPr>
          <a:xfrm>
            <a:off x="11249317" y="3822575"/>
            <a:ext cx="311992" cy="110496"/>
          </a:xfrm>
          <a:custGeom>
            <a:avLst/>
            <a:gdLst/>
            <a:ahLst/>
            <a:cxnLst/>
            <a:rect l="0" t="0" r="0" b="0"/>
            <a:pathLst>
              <a:path w="311992" h="110496">
                <a:moveTo>
                  <a:pt x="0" y="110496"/>
                </a:moveTo>
                <a:lnTo>
                  <a:pt x="311992" y="0"/>
                </a:lnTo>
              </a:path>
            </a:pathLst>
          </a:custGeom>
          <a:noFill/>
          <a:ln w="9375">
            <a:solidFill>
              <a:srgbClr val="57AC45">
                <a:alpha val="23000"/>
              </a:srgbClr>
            </a:solidFill>
            <a:prstDash val="solid"/>
          </a:ln>
        </p:spPr>
      </p:sp>
      <p:sp>
        <p:nvSpPr>
          <p:cNvPr id="552" name="lumia-token-stream-curve">
            <a:extLst>
              <a:ext uri="{FF2B5EF4-FFF2-40B4-BE49-F238E27FC236}">
                <a16:creationId xmlns:a16="http://schemas.microsoft.com/office/drawing/2014/main" id="{B5F9ADA8-08C1-4444-8DC3-DEDF1B2AD78D}"/>
              </a:ext>
            </a:extLst>
          </p:cNvPr>
          <p:cNvSpPr>
            <a:spLocks noGrp="1"/>
          </p:cNvSpPr>
          <p:nvPr/>
        </p:nvSpPr>
        <p:spPr>
          <a:xfrm>
            <a:off x="11561309" y="3699998"/>
            <a:ext cx="314230" cy="122578"/>
          </a:xfrm>
          <a:custGeom>
            <a:avLst/>
            <a:gdLst/>
            <a:ahLst/>
            <a:cxnLst/>
            <a:rect l="0" t="0" r="0" b="0"/>
            <a:pathLst>
              <a:path w="314230" h="122578">
                <a:moveTo>
                  <a:pt x="0" y="122578"/>
                </a:moveTo>
                <a:lnTo>
                  <a:pt x="314230" y="0"/>
                </a:lnTo>
              </a:path>
            </a:pathLst>
          </a:custGeom>
          <a:noFill/>
          <a:ln w="9410">
            <a:solidFill>
              <a:srgbClr val="46AA4C">
                <a:alpha val="23000"/>
              </a:srgbClr>
            </a:solidFill>
            <a:prstDash val="solid"/>
          </a:ln>
        </p:spPr>
      </p:sp>
      <p:sp>
        <p:nvSpPr>
          <p:cNvPr id="553" name="lumia-token-stream-curve">
            <a:extLst>
              <a:ext uri="{FF2B5EF4-FFF2-40B4-BE49-F238E27FC236}">
                <a16:creationId xmlns:a16="http://schemas.microsoft.com/office/drawing/2014/main" id="{86A9092B-81EC-4B1E-938F-266545738E16}"/>
              </a:ext>
            </a:extLst>
          </p:cNvPr>
          <p:cNvSpPr>
            <a:spLocks noGrp="1"/>
          </p:cNvSpPr>
          <p:nvPr/>
        </p:nvSpPr>
        <p:spPr>
          <a:xfrm>
            <a:off x="11875539" y="3560009"/>
            <a:ext cx="316461" cy="139988"/>
          </a:xfrm>
          <a:custGeom>
            <a:avLst/>
            <a:gdLst/>
            <a:ahLst/>
            <a:cxnLst/>
            <a:rect l="0" t="0" r="0" b="0"/>
            <a:pathLst>
              <a:path w="316461" h="139988">
                <a:moveTo>
                  <a:pt x="0" y="139988"/>
                </a:moveTo>
                <a:lnTo>
                  <a:pt x="316461" y="0"/>
                </a:lnTo>
              </a:path>
            </a:pathLst>
          </a:custGeom>
          <a:noFill/>
          <a:ln w="9422">
            <a:solidFill>
              <a:srgbClr val="34A853">
                <a:alpha val="23000"/>
              </a:srgbClr>
            </a:solidFill>
            <a:prstDash val="solid"/>
          </a:ln>
        </p:spPr>
      </p:sp>
      <p:sp>
        <p:nvSpPr>
          <p:cNvPr id="554" name="lumia-token-stream-curve">
            <a:extLst>
              <a:ext uri="{FF2B5EF4-FFF2-40B4-BE49-F238E27FC236}">
                <a16:creationId xmlns:a16="http://schemas.microsoft.com/office/drawing/2014/main" id="{CD2BD25D-9FCB-4B71-8484-04932317174F}"/>
              </a:ext>
            </a:extLst>
          </p:cNvPr>
          <p:cNvSpPr>
            <a:spLocks noGrp="1"/>
          </p:cNvSpPr>
          <p:nvPr/>
        </p:nvSpPr>
        <p:spPr>
          <a:xfrm>
            <a:off x="0" y="6057621"/>
            <a:ext cx="58152" cy="25620"/>
          </a:xfrm>
          <a:custGeom>
            <a:avLst/>
            <a:gdLst/>
            <a:ahLst/>
            <a:cxnLst/>
            <a:rect l="0" t="0" r="0" b="0"/>
            <a:pathLst>
              <a:path w="58152" h="25620">
                <a:moveTo>
                  <a:pt x="0" y="0"/>
                </a:moveTo>
                <a:lnTo>
                  <a:pt x="58152" y="25620"/>
                </a:lnTo>
              </a:path>
            </a:pathLst>
          </a:custGeom>
          <a:noFill/>
          <a:ln w="6113">
            <a:solidFill>
              <a:srgbClr val="4285F4">
                <a:alpha val="10000"/>
              </a:srgbClr>
            </a:solidFill>
            <a:prstDash val="solid"/>
          </a:ln>
        </p:spPr>
      </p:sp>
      <p:sp>
        <p:nvSpPr>
          <p:cNvPr id="555" name="lumia-token-stream-curve">
            <a:extLst>
              <a:ext uri="{FF2B5EF4-FFF2-40B4-BE49-F238E27FC236}">
                <a16:creationId xmlns:a16="http://schemas.microsoft.com/office/drawing/2014/main" id="{4EC4FD21-AF38-4705-A74F-3A7B240DDBAC}"/>
              </a:ext>
            </a:extLst>
          </p:cNvPr>
          <p:cNvSpPr>
            <a:spLocks noGrp="1"/>
          </p:cNvSpPr>
          <p:nvPr/>
        </p:nvSpPr>
        <p:spPr>
          <a:xfrm>
            <a:off x="58152" y="6083240"/>
            <a:ext cx="220940" cy="28550"/>
          </a:xfrm>
          <a:custGeom>
            <a:avLst/>
            <a:gdLst/>
            <a:ahLst/>
            <a:cxnLst/>
            <a:rect l="0" t="0" r="0" b="0"/>
            <a:pathLst>
              <a:path w="220940" h="28550">
                <a:moveTo>
                  <a:pt x="0" y="0"/>
                </a:moveTo>
                <a:lnTo>
                  <a:pt x="220940" y="28550"/>
                </a:lnTo>
              </a:path>
            </a:pathLst>
          </a:custGeom>
          <a:noFill/>
          <a:ln w="6113">
            <a:solidFill>
              <a:srgbClr val="447EEC">
                <a:alpha val="10000"/>
              </a:srgbClr>
            </a:solidFill>
            <a:prstDash val="solid"/>
          </a:ln>
        </p:spPr>
      </p:sp>
      <p:sp>
        <p:nvSpPr>
          <p:cNvPr id="556" name="lumia-token-stream-curve">
            <a:extLst>
              <a:ext uri="{FF2B5EF4-FFF2-40B4-BE49-F238E27FC236}">
                <a16:creationId xmlns:a16="http://schemas.microsoft.com/office/drawing/2014/main" id="{B9ED0F30-A613-401D-937D-46239751B1B8}"/>
              </a:ext>
            </a:extLst>
          </p:cNvPr>
          <p:cNvSpPr>
            <a:spLocks noGrp="1"/>
          </p:cNvSpPr>
          <p:nvPr/>
        </p:nvSpPr>
        <p:spPr>
          <a:xfrm>
            <a:off x="279091" y="6111790"/>
            <a:ext cx="223359" cy="29323"/>
          </a:xfrm>
          <a:custGeom>
            <a:avLst/>
            <a:gdLst/>
            <a:ahLst/>
            <a:cxnLst/>
            <a:rect l="0" t="0" r="0" b="0"/>
            <a:pathLst>
              <a:path w="223359" h="29323">
                <a:moveTo>
                  <a:pt x="0" y="0"/>
                </a:moveTo>
                <a:lnTo>
                  <a:pt x="223359" y="29323"/>
                </a:lnTo>
              </a:path>
            </a:pathLst>
          </a:custGeom>
          <a:noFill/>
          <a:ln w="6113">
            <a:solidFill>
              <a:srgbClr val="4678E3">
                <a:alpha val="10000"/>
              </a:srgbClr>
            </a:solidFill>
            <a:prstDash val="solid"/>
          </a:ln>
        </p:spPr>
      </p:sp>
      <p:sp>
        <p:nvSpPr>
          <p:cNvPr id="557" name="lumia-token-stream-curve">
            <a:extLst>
              <a:ext uri="{FF2B5EF4-FFF2-40B4-BE49-F238E27FC236}">
                <a16:creationId xmlns:a16="http://schemas.microsoft.com/office/drawing/2014/main" id="{DBB2008E-A51D-4BBE-B134-32100DA9C31E}"/>
              </a:ext>
            </a:extLst>
          </p:cNvPr>
          <p:cNvSpPr>
            <a:spLocks noGrp="1"/>
          </p:cNvSpPr>
          <p:nvPr/>
        </p:nvSpPr>
        <p:spPr>
          <a:xfrm>
            <a:off x="502450" y="6141112"/>
            <a:ext cx="225764" cy="27656"/>
          </a:xfrm>
          <a:custGeom>
            <a:avLst/>
            <a:gdLst/>
            <a:ahLst/>
            <a:cxnLst/>
            <a:rect l="0" t="0" r="0" b="0"/>
            <a:pathLst>
              <a:path w="225764" h="27656">
                <a:moveTo>
                  <a:pt x="0" y="0"/>
                </a:moveTo>
                <a:lnTo>
                  <a:pt x="225764" y="27656"/>
                </a:lnTo>
              </a:path>
            </a:pathLst>
          </a:custGeom>
          <a:noFill/>
          <a:ln w="6113">
            <a:solidFill>
              <a:srgbClr val="4871DB">
                <a:alpha val="10000"/>
              </a:srgbClr>
            </a:solidFill>
            <a:prstDash val="solid"/>
          </a:ln>
        </p:spPr>
      </p:sp>
      <p:sp>
        <p:nvSpPr>
          <p:cNvPr id="558" name="lumia-token-stream-curve">
            <a:extLst>
              <a:ext uri="{FF2B5EF4-FFF2-40B4-BE49-F238E27FC236}">
                <a16:creationId xmlns:a16="http://schemas.microsoft.com/office/drawing/2014/main" id="{D4C4CE48-7082-475C-BCCD-F1DA29DC9752}"/>
              </a:ext>
            </a:extLst>
          </p:cNvPr>
          <p:cNvSpPr>
            <a:spLocks noGrp="1"/>
          </p:cNvSpPr>
          <p:nvPr/>
        </p:nvSpPr>
        <p:spPr>
          <a:xfrm>
            <a:off x="728214" y="6168768"/>
            <a:ext cx="228154" cy="23445"/>
          </a:xfrm>
          <a:custGeom>
            <a:avLst/>
            <a:gdLst/>
            <a:ahLst/>
            <a:cxnLst/>
            <a:rect l="0" t="0" r="0" b="0"/>
            <a:pathLst>
              <a:path w="228154" h="23445">
                <a:moveTo>
                  <a:pt x="0" y="0"/>
                </a:moveTo>
                <a:lnTo>
                  <a:pt x="228154" y="23445"/>
                </a:lnTo>
              </a:path>
            </a:pathLst>
          </a:custGeom>
          <a:noFill/>
          <a:ln w="6113">
            <a:solidFill>
              <a:srgbClr val="4A6BD2">
                <a:alpha val="10000"/>
              </a:srgbClr>
            </a:solidFill>
            <a:prstDash val="solid"/>
          </a:ln>
        </p:spPr>
      </p:sp>
      <p:sp>
        <p:nvSpPr>
          <p:cNvPr id="559" name="lumia-token-stream-curve">
            <a:extLst>
              <a:ext uri="{FF2B5EF4-FFF2-40B4-BE49-F238E27FC236}">
                <a16:creationId xmlns:a16="http://schemas.microsoft.com/office/drawing/2014/main" id="{593C9180-C87E-49FB-BCD6-2E3F767F6E63}"/>
              </a:ext>
            </a:extLst>
          </p:cNvPr>
          <p:cNvSpPr>
            <a:spLocks noGrp="1"/>
          </p:cNvSpPr>
          <p:nvPr/>
        </p:nvSpPr>
        <p:spPr>
          <a:xfrm>
            <a:off x="956368" y="6192214"/>
            <a:ext cx="230530" cy="16789"/>
          </a:xfrm>
          <a:custGeom>
            <a:avLst/>
            <a:gdLst/>
            <a:ahLst/>
            <a:cxnLst/>
            <a:rect l="0" t="0" r="0" b="0"/>
            <a:pathLst>
              <a:path w="230530" h="16789">
                <a:moveTo>
                  <a:pt x="0" y="0"/>
                </a:moveTo>
                <a:lnTo>
                  <a:pt x="230530" y="16789"/>
                </a:lnTo>
              </a:path>
            </a:pathLst>
          </a:custGeom>
          <a:noFill/>
          <a:ln w="6113">
            <a:solidFill>
              <a:srgbClr val="4C64CA">
                <a:alpha val="10000"/>
              </a:srgbClr>
            </a:solidFill>
            <a:prstDash val="solid"/>
          </a:ln>
        </p:spPr>
      </p:sp>
      <p:sp>
        <p:nvSpPr>
          <p:cNvPr id="560" name="lumia-token-stream-curve">
            <a:extLst>
              <a:ext uri="{FF2B5EF4-FFF2-40B4-BE49-F238E27FC236}">
                <a16:creationId xmlns:a16="http://schemas.microsoft.com/office/drawing/2014/main" id="{7B34A623-BB7B-4FBB-BA0E-6064D387644F}"/>
              </a:ext>
            </a:extLst>
          </p:cNvPr>
          <p:cNvSpPr>
            <a:spLocks noGrp="1"/>
          </p:cNvSpPr>
          <p:nvPr/>
        </p:nvSpPr>
        <p:spPr>
          <a:xfrm>
            <a:off x="1186899" y="6209002"/>
            <a:ext cx="232892" cy="9525"/>
          </a:xfrm>
          <a:custGeom>
            <a:avLst/>
            <a:gdLst/>
            <a:ahLst/>
            <a:cxnLst/>
            <a:rect l="0" t="0" r="0" b="0"/>
            <a:pathLst>
              <a:path w="232892" h="9525">
                <a:moveTo>
                  <a:pt x="0" y="0"/>
                </a:moveTo>
                <a:lnTo>
                  <a:pt x="232892" y="8000"/>
                </a:lnTo>
              </a:path>
            </a:pathLst>
          </a:custGeom>
          <a:noFill/>
          <a:ln w="6113">
            <a:solidFill>
              <a:srgbClr val="4E5EC1">
                <a:alpha val="10000"/>
              </a:srgbClr>
            </a:solidFill>
            <a:prstDash val="solid"/>
          </a:ln>
        </p:spPr>
      </p:sp>
      <p:sp>
        <p:nvSpPr>
          <p:cNvPr id="561" name="lumia-token-stream-curve">
            <a:extLst>
              <a:ext uri="{FF2B5EF4-FFF2-40B4-BE49-F238E27FC236}">
                <a16:creationId xmlns:a16="http://schemas.microsoft.com/office/drawing/2014/main" id="{1710C57E-5C87-4EB0-9160-859D0B01DFA0}"/>
              </a:ext>
            </a:extLst>
          </p:cNvPr>
          <p:cNvSpPr>
            <a:spLocks noGrp="1"/>
          </p:cNvSpPr>
          <p:nvPr/>
        </p:nvSpPr>
        <p:spPr>
          <a:xfrm>
            <a:off x="1419791" y="6214601"/>
            <a:ext cx="235240" cy="9525"/>
          </a:xfrm>
          <a:custGeom>
            <a:avLst/>
            <a:gdLst/>
            <a:ahLst/>
            <a:cxnLst/>
            <a:rect l="0" t="0" r="0" b="0"/>
            <a:pathLst>
              <a:path w="235240" h="9525">
                <a:moveTo>
                  <a:pt x="0" y="2402"/>
                </a:moveTo>
                <a:lnTo>
                  <a:pt x="235240" y="0"/>
                </a:lnTo>
              </a:path>
            </a:pathLst>
          </a:custGeom>
          <a:noFill/>
          <a:ln w="6113">
            <a:solidFill>
              <a:srgbClr val="5057B9">
                <a:alpha val="10000"/>
              </a:srgbClr>
            </a:solidFill>
            <a:prstDash val="solid"/>
          </a:ln>
        </p:spPr>
      </p:sp>
      <p:sp>
        <p:nvSpPr>
          <p:cNvPr id="562" name="lumia-token-stream-curve">
            <a:extLst>
              <a:ext uri="{FF2B5EF4-FFF2-40B4-BE49-F238E27FC236}">
                <a16:creationId xmlns:a16="http://schemas.microsoft.com/office/drawing/2014/main" id="{FFB456BE-16CD-417C-9755-9B8F754BEBAC}"/>
              </a:ext>
            </a:extLst>
          </p:cNvPr>
          <p:cNvSpPr>
            <a:spLocks noGrp="1"/>
          </p:cNvSpPr>
          <p:nvPr/>
        </p:nvSpPr>
        <p:spPr>
          <a:xfrm>
            <a:off x="1655031" y="6200878"/>
            <a:ext cx="237573" cy="13723"/>
          </a:xfrm>
          <a:custGeom>
            <a:avLst/>
            <a:gdLst/>
            <a:ahLst/>
            <a:cxnLst/>
            <a:rect l="0" t="0" r="0" b="0"/>
            <a:pathLst>
              <a:path w="237573" h="13723">
                <a:moveTo>
                  <a:pt x="0" y="13723"/>
                </a:moveTo>
                <a:lnTo>
                  <a:pt x="237573" y="0"/>
                </a:lnTo>
              </a:path>
            </a:pathLst>
          </a:custGeom>
          <a:noFill/>
          <a:ln w="6113">
            <a:solidFill>
              <a:srgbClr val="5250B0">
                <a:alpha val="10000"/>
              </a:srgbClr>
            </a:solidFill>
            <a:prstDash val="solid"/>
          </a:ln>
        </p:spPr>
      </p:sp>
      <p:sp>
        <p:nvSpPr>
          <p:cNvPr id="563" name="lumia-token-stream-curve">
            <a:extLst>
              <a:ext uri="{FF2B5EF4-FFF2-40B4-BE49-F238E27FC236}">
                <a16:creationId xmlns:a16="http://schemas.microsoft.com/office/drawing/2014/main" id="{E01D81AE-1E1F-43BF-83DF-96DC77B365BB}"/>
              </a:ext>
            </a:extLst>
          </p:cNvPr>
          <p:cNvSpPr>
            <a:spLocks noGrp="1"/>
          </p:cNvSpPr>
          <p:nvPr/>
        </p:nvSpPr>
        <p:spPr>
          <a:xfrm>
            <a:off x="1892604" y="6175733"/>
            <a:ext cx="239892" cy="25145"/>
          </a:xfrm>
          <a:custGeom>
            <a:avLst/>
            <a:gdLst/>
            <a:ahLst/>
            <a:cxnLst/>
            <a:rect l="0" t="0" r="0" b="0"/>
            <a:pathLst>
              <a:path w="239892" h="25145">
                <a:moveTo>
                  <a:pt x="0" y="25145"/>
                </a:moveTo>
                <a:lnTo>
                  <a:pt x="239892" y="0"/>
                </a:lnTo>
              </a:path>
            </a:pathLst>
          </a:custGeom>
          <a:noFill/>
          <a:ln w="6113">
            <a:solidFill>
              <a:srgbClr val="544AA8">
                <a:alpha val="10000"/>
              </a:srgbClr>
            </a:solidFill>
            <a:prstDash val="solid"/>
          </a:ln>
        </p:spPr>
      </p:sp>
      <p:sp>
        <p:nvSpPr>
          <p:cNvPr id="564" name="lumia-token-stream-curve">
            <a:extLst>
              <a:ext uri="{FF2B5EF4-FFF2-40B4-BE49-F238E27FC236}">
                <a16:creationId xmlns:a16="http://schemas.microsoft.com/office/drawing/2014/main" id="{29344D87-7B72-4976-9036-FA236E05ABD2}"/>
              </a:ext>
            </a:extLst>
          </p:cNvPr>
          <p:cNvSpPr>
            <a:spLocks noGrp="1"/>
          </p:cNvSpPr>
          <p:nvPr/>
        </p:nvSpPr>
        <p:spPr>
          <a:xfrm>
            <a:off x="2132496" y="6139941"/>
            <a:ext cx="242196" cy="35792"/>
          </a:xfrm>
          <a:custGeom>
            <a:avLst/>
            <a:gdLst/>
            <a:ahLst/>
            <a:cxnLst/>
            <a:rect l="0" t="0" r="0" b="0"/>
            <a:pathLst>
              <a:path w="242196" h="35792">
                <a:moveTo>
                  <a:pt x="0" y="35792"/>
                </a:moveTo>
                <a:lnTo>
                  <a:pt x="242196" y="0"/>
                </a:lnTo>
              </a:path>
            </a:pathLst>
          </a:custGeom>
          <a:noFill/>
          <a:ln w="6113">
            <a:solidFill>
              <a:srgbClr val="5643A0">
                <a:alpha val="10000"/>
              </a:srgbClr>
            </a:solidFill>
            <a:prstDash val="solid"/>
          </a:ln>
        </p:spPr>
      </p:sp>
      <p:sp>
        <p:nvSpPr>
          <p:cNvPr id="565" name="lumia-token-stream-curve">
            <a:extLst>
              <a:ext uri="{FF2B5EF4-FFF2-40B4-BE49-F238E27FC236}">
                <a16:creationId xmlns:a16="http://schemas.microsoft.com/office/drawing/2014/main" id="{EDC023C3-8FFA-46A5-9BCB-1B2BD88101B7}"/>
              </a:ext>
            </a:extLst>
          </p:cNvPr>
          <p:cNvSpPr>
            <a:spLocks noGrp="1"/>
          </p:cNvSpPr>
          <p:nvPr/>
        </p:nvSpPr>
        <p:spPr>
          <a:xfrm>
            <a:off x="2374692" y="6095125"/>
            <a:ext cx="244486" cy="44815"/>
          </a:xfrm>
          <a:custGeom>
            <a:avLst/>
            <a:gdLst/>
            <a:ahLst/>
            <a:cxnLst/>
            <a:rect l="0" t="0" r="0" b="0"/>
            <a:pathLst>
              <a:path w="244486" h="44815">
                <a:moveTo>
                  <a:pt x="0" y="44815"/>
                </a:moveTo>
                <a:lnTo>
                  <a:pt x="244486" y="0"/>
                </a:lnTo>
              </a:path>
            </a:pathLst>
          </a:custGeom>
          <a:noFill/>
          <a:ln w="6113">
            <a:solidFill>
              <a:srgbClr val="583D97">
                <a:alpha val="11000"/>
              </a:srgbClr>
            </a:solidFill>
            <a:prstDash val="solid"/>
          </a:ln>
        </p:spPr>
      </p:sp>
      <p:sp>
        <p:nvSpPr>
          <p:cNvPr id="566" name="lumia-token-stream-curve">
            <a:extLst>
              <a:ext uri="{FF2B5EF4-FFF2-40B4-BE49-F238E27FC236}">
                <a16:creationId xmlns:a16="http://schemas.microsoft.com/office/drawing/2014/main" id="{09355E77-1328-4394-A98E-EE33C1660FA6}"/>
              </a:ext>
            </a:extLst>
          </p:cNvPr>
          <p:cNvSpPr>
            <a:spLocks noGrp="1"/>
          </p:cNvSpPr>
          <p:nvPr/>
        </p:nvSpPr>
        <p:spPr>
          <a:xfrm>
            <a:off x="2619178" y="6043647"/>
            <a:ext cx="246762" cy="51478"/>
          </a:xfrm>
          <a:custGeom>
            <a:avLst/>
            <a:gdLst/>
            <a:ahLst/>
            <a:cxnLst/>
            <a:rect l="0" t="0" r="0" b="0"/>
            <a:pathLst>
              <a:path w="246762" h="51478">
                <a:moveTo>
                  <a:pt x="0" y="51478"/>
                </a:moveTo>
                <a:lnTo>
                  <a:pt x="246762" y="0"/>
                </a:lnTo>
              </a:path>
            </a:pathLst>
          </a:custGeom>
          <a:noFill/>
          <a:ln w="6113">
            <a:solidFill>
              <a:srgbClr val="623C8F">
                <a:alpha val="11000"/>
              </a:srgbClr>
            </a:solidFill>
            <a:prstDash val="solid"/>
          </a:ln>
        </p:spPr>
      </p:sp>
      <p:sp>
        <p:nvSpPr>
          <p:cNvPr id="567" name="lumia-token-stream-curve">
            <a:extLst>
              <a:ext uri="{FF2B5EF4-FFF2-40B4-BE49-F238E27FC236}">
                <a16:creationId xmlns:a16="http://schemas.microsoft.com/office/drawing/2014/main" id="{4389B0F8-ED76-4485-A8E2-634931EBEFFE}"/>
              </a:ext>
            </a:extLst>
          </p:cNvPr>
          <p:cNvSpPr>
            <a:spLocks noGrp="1"/>
          </p:cNvSpPr>
          <p:nvPr/>
        </p:nvSpPr>
        <p:spPr>
          <a:xfrm>
            <a:off x="2865941" y="5988404"/>
            <a:ext cx="249024" cy="55243"/>
          </a:xfrm>
          <a:custGeom>
            <a:avLst/>
            <a:gdLst/>
            <a:ahLst/>
            <a:cxnLst/>
            <a:rect l="0" t="0" r="0" b="0"/>
            <a:pathLst>
              <a:path w="249024" h="55243">
                <a:moveTo>
                  <a:pt x="0" y="55243"/>
                </a:moveTo>
                <a:lnTo>
                  <a:pt x="249024" y="0"/>
                </a:lnTo>
              </a:path>
            </a:pathLst>
          </a:custGeom>
          <a:noFill/>
          <a:ln w="6113">
            <a:solidFill>
              <a:srgbClr val="6F3C86">
                <a:alpha val="11000"/>
              </a:srgbClr>
            </a:solidFill>
            <a:prstDash val="solid"/>
          </a:ln>
        </p:spPr>
      </p:sp>
      <p:sp>
        <p:nvSpPr>
          <p:cNvPr id="568" name="lumia-token-stream-curve">
            <a:extLst>
              <a:ext uri="{FF2B5EF4-FFF2-40B4-BE49-F238E27FC236}">
                <a16:creationId xmlns:a16="http://schemas.microsoft.com/office/drawing/2014/main" id="{6BD9A719-4510-40EE-BE65-2722926E1AE5}"/>
              </a:ext>
            </a:extLst>
          </p:cNvPr>
          <p:cNvSpPr>
            <a:spLocks noGrp="1"/>
          </p:cNvSpPr>
          <p:nvPr/>
        </p:nvSpPr>
        <p:spPr>
          <a:xfrm>
            <a:off x="3114965" y="5932561"/>
            <a:ext cx="251271" cy="55843"/>
          </a:xfrm>
          <a:custGeom>
            <a:avLst/>
            <a:gdLst/>
            <a:ahLst/>
            <a:cxnLst/>
            <a:rect l="0" t="0" r="0" b="0"/>
            <a:pathLst>
              <a:path w="251271" h="55843">
                <a:moveTo>
                  <a:pt x="0" y="55843"/>
                </a:moveTo>
                <a:lnTo>
                  <a:pt x="251271" y="0"/>
                </a:lnTo>
              </a:path>
            </a:pathLst>
          </a:custGeom>
          <a:noFill/>
          <a:ln w="6113">
            <a:solidFill>
              <a:srgbClr val="7C3D7E">
                <a:alpha val="11000"/>
              </a:srgbClr>
            </a:solidFill>
            <a:prstDash val="solid"/>
          </a:ln>
        </p:spPr>
      </p:sp>
      <p:sp>
        <p:nvSpPr>
          <p:cNvPr id="569" name="lumia-token-stream-curve">
            <a:extLst>
              <a:ext uri="{FF2B5EF4-FFF2-40B4-BE49-F238E27FC236}">
                <a16:creationId xmlns:a16="http://schemas.microsoft.com/office/drawing/2014/main" id="{7BFB7814-E790-4404-A3F1-3E8DB7D3C793}"/>
              </a:ext>
            </a:extLst>
          </p:cNvPr>
          <p:cNvSpPr>
            <a:spLocks noGrp="1"/>
          </p:cNvSpPr>
          <p:nvPr/>
        </p:nvSpPr>
        <p:spPr>
          <a:xfrm>
            <a:off x="3366235" y="5879231"/>
            <a:ext cx="253504" cy="53330"/>
          </a:xfrm>
          <a:custGeom>
            <a:avLst/>
            <a:gdLst/>
            <a:ahLst/>
            <a:cxnLst/>
            <a:rect l="0" t="0" r="0" b="0"/>
            <a:pathLst>
              <a:path w="253504" h="53330">
                <a:moveTo>
                  <a:pt x="0" y="53330"/>
                </a:moveTo>
                <a:lnTo>
                  <a:pt x="253504" y="0"/>
                </a:lnTo>
              </a:path>
            </a:pathLst>
          </a:custGeom>
          <a:noFill/>
          <a:ln w="6113">
            <a:solidFill>
              <a:srgbClr val="893E75">
                <a:alpha val="11000"/>
              </a:srgbClr>
            </a:solidFill>
            <a:prstDash val="solid"/>
          </a:ln>
        </p:spPr>
      </p:sp>
      <p:sp>
        <p:nvSpPr>
          <p:cNvPr id="570" name="lumia-token-stream-curve">
            <a:extLst>
              <a:ext uri="{FF2B5EF4-FFF2-40B4-BE49-F238E27FC236}">
                <a16:creationId xmlns:a16="http://schemas.microsoft.com/office/drawing/2014/main" id="{5BA01DD0-F140-448F-B97F-8F369D5D0D3E}"/>
              </a:ext>
            </a:extLst>
          </p:cNvPr>
          <p:cNvSpPr>
            <a:spLocks noGrp="1"/>
          </p:cNvSpPr>
          <p:nvPr/>
        </p:nvSpPr>
        <p:spPr>
          <a:xfrm>
            <a:off x="3619739" y="5831129"/>
            <a:ext cx="255722" cy="48102"/>
          </a:xfrm>
          <a:custGeom>
            <a:avLst/>
            <a:gdLst/>
            <a:ahLst/>
            <a:cxnLst/>
            <a:rect l="0" t="0" r="0" b="0"/>
            <a:pathLst>
              <a:path w="255722" h="48102">
                <a:moveTo>
                  <a:pt x="0" y="48102"/>
                </a:moveTo>
                <a:lnTo>
                  <a:pt x="255722" y="0"/>
                </a:lnTo>
              </a:path>
            </a:pathLst>
          </a:custGeom>
          <a:noFill/>
          <a:ln w="6113">
            <a:solidFill>
              <a:srgbClr val="963E6C">
                <a:alpha val="12000"/>
              </a:srgbClr>
            </a:solidFill>
            <a:prstDash val="solid"/>
          </a:ln>
        </p:spPr>
      </p:sp>
      <p:sp>
        <p:nvSpPr>
          <p:cNvPr id="571" name="lumia-token-stream-curve">
            <a:extLst>
              <a:ext uri="{FF2B5EF4-FFF2-40B4-BE49-F238E27FC236}">
                <a16:creationId xmlns:a16="http://schemas.microsoft.com/office/drawing/2014/main" id="{3F712F5D-54D3-4E07-91E7-E9A7204FF8CD}"/>
              </a:ext>
            </a:extLst>
          </p:cNvPr>
          <p:cNvSpPr>
            <a:spLocks noGrp="1"/>
          </p:cNvSpPr>
          <p:nvPr/>
        </p:nvSpPr>
        <p:spPr>
          <a:xfrm>
            <a:off x="3875461" y="5790251"/>
            <a:ext cx="257926" cy="40878"/>
          </a:xfrm>
          <a:custGeom>
            <a:avLst/>
            <a:gdLst/>
            <a:ahLst/>
            <a:cxnLst/>
            <a:rect l="0" t="0" r="0" b="0"/>
            <a:pathLst>
              <a:path w="257926" h="40878">
                <a:moveTo>
                  <a:pt x="0" y="40878"/>
                </a:moveTo>
                <a:lnTo>
                  <a:pt x="257926" y="0"/>
                </a:lnTo>
              </a:path>
            </a:pathLst>
          </a:custGeom>
          <a:noFill/>
          <a:ln w="6132">
            <a:solidFill>
              <a:srgbClr val="A33F64">
                <a:alpha val="12000"/>
              </a:srgbClr>
            </a:solidFill>
            <a:prstDash val="solid"/>
          </a:ln>
        </p:spPr>
      </p:sp>
      <p:sp>
        <p:nvSpPr>
          <p:cNvPr id="572" name="lumia-token-stream-curve">
            <a:extLst>
              <a:ext uri="{FF2B5EF4-FFF2-40B4-BE49-F238E27FC236}">
                <a16:creationId xmlns:a16="http://schemas.microsoft.com/office/drawing/2014/main" id="{F5CAF5C7-7B4C-4101-BFEC-871DA1514DBB}"/>
              </a:ext>
            </a:extLst>
          </p:cNvPr>
          <p:cNvSpPr>
            <a:spLocks noGrp="1"/>
          </p:cNvSpPr>
          <p:nvPr/>
        </p:nvSpPr>
        <p:spPr>
          <a:xfrm>
            <a:off x="4133388" y="5757600"/>
            <a:ext cx="260116" cy="32651"/>
          </a:xfrm>
          <a:custGeom>
            <a:avLst/>
            <a:gdLst/>
            <a:ahLst/>
            <a:cxnLst/>
            <a:rect l="0" t="0" r="0" b="0"/>
            <a:pathLst>
              <a:path w="260116" h="32651">
                <a:moveTo>
                  <a:pt x="0" y="32651"/>
                </a:moveTo>
                <a:lnTo>
                  <a:pt x="260116" y="0"/>
                </a:lnTo>
              </a:path>
            </a:pathLst>
          </a:custGeom>
          <a:noFill/>
          <a:ln w="6174">
            <a:solidFill>
              <a:srgbClr val="B0405B">
                <a:alpha val="12000"/>
              </a:srgbClr>
            </a:solidFill>
            <a:prstDash val="solid"/>
          </a:ln>
        </p:spPr>
      </p:sp>
      <p:sp>
        <p:nvSpPr>
          <p:cNvPr id="573" name="lumia-token-stream-curve">
            <a:extLst>
              <a:ext uri="{FF2B5EF4-FFF2-40B4-BE49-F238E27FC236}">
                <a16:creationId xmlns:a16="http://schemas.microsoft.com/office/drawing/2014/main" id="{7F95C439-8C23-42A0-9E2D-E0D192337B8C}"/>
              </a:ext>
            </a:extLst>
          </p:cNvPr>
          <p:cNvSpPr>
            <a:spLocks noGrp="1"/>
          </p:cNvSpPr>
          <p:nvPr/>
        </p:nvSpPr>
        <p:spPr>
          <a:xfrm>
            <a:off x="4393504" y="5733002"/>
            <a:ext cx="262292" cy="24598"/>
          </a:xfrm>
          <a:custGeom>
            <a:avLst/>
            <a:gdLst/>
            <a:ahLst/>
            <a:cxnLst/>
            <a:rect l="0" t="0" r="0" b="0"/>
            <a:pathLst>
              <a:path w="262292" h="24598">
                <a:moveTo>
                  <a:pt x="0" y="24598"/>
                </a:moveTo>
                <a:lnTo>
                  <a:pt x="262292" y="0"/>
                </a:lnTo>
              </a:path>
            </a:pathLst>
          </a:custGeom>
          <a:noFill/>
          <a:ln w="6238">
            <a:solidFill>
              <a:srgbClr val="BD4153">
                <a:alpha val="13000"/>
              </a:srgbClr>
            </a:solidFill>
            <a:prstDash val="solid"/>
          </a:ln>
        </p:spPr>
      </p:sp>
      <p:sp>
        <p:nvSpPr>
          <p:cNvPr id="574" name="lumia-token-stream-curve">
            <a:extLst>
              <a:ext uri="{FF2B5EF4-FFF2-40B4-BE49-F238E27FC236}">
                <a16:creationId xmlns:a16="http://schemas.microsoft.com/office/drawing/2014/main" id="{E068FAB2-01BB-4BEB-9434-868A0E6552A8}"/>
              </a:ext>
            </a:extLst>
          </p:cNvPr>
          <p:cNvSpPr>
            <a:spLocks noGrp="1"/>
          </p:cNvSpPr>
          <p:nvPr/>
        </p:nvSpPr>
        <p:spPr>
          <a:xfrm>
            <a:off x="4655796" y="5715047"/>
            <a:ext cx="264453" cy="17955"/>
          </a:xfrm>
          <a:custGeom>
            <a:avLst/>
            <a:gdLst/>
            <a:ahLst/>
            <a:cxnLst/>
            <a:rect l="0" t="0" r="0" b="0"/>
            <a:pathLst>
              <a:path w="264453" h="17955">
                <a:moveTo>
                  <a:pt x="0" y="17955"/>
                </a:moveTo>
                <a:lnTo>
                  <a:pt x="264453" y="0"/>
                </a:lnTo>
              </a:path>
            </a:pathLst>
          </a:custGeom>
          <a:noFill/>
          <a:ln w="6322">
            <a:solidFill>
              <a:srgbClr val="CA414A">
                <a:alpha val="13000"/>
              </a:srgbClr>
            </a:solidFill>
            <a:prstDash val="solid"/>
          </a:ln>
        </p:spPr>
      </p:sp>
      <p:sp>
        <p:nvSpPr>
          <p:cNvPr id="575" name="lumia-token-stream-curve">
            <a:extLst>
              <a:ext uri="{FF2B5EF4-FFF2-40B4-BE49-F238E27FC236}">
                <a16:creationId xmlns:a16="http://schemas.microsoft.com/office/drawing/2014/main" id="{4C49304D-AEEC-4760-AB16-676BECDBA632}"/>
              </a:ext>
            </a:extLst>
          </p:cNvPr>
          <p:cNvSpPr>
            <a:spLocks noGrp="1"/>
          </p:cNvSpPr>
          <p:nvPr/>
        </p:nvSpPr>
        <p:spPr>
          <a:xfrm>
            <a:off x="4920248" y="5701165"/>
            <a:ext cx="266600" cy="13882"/>
          </a:xfrm>
          <a:custGeom>
            <a:avLst/>
            <a:gdLst/>
            <a:ahLst/>
            <a:cxnLst/>
            <a:rect l="0" t="0" r="0" b="0"/>
            <a:pathLst>
              <a:path w="266600" h="13882">
                <a:moveTo>
                  <a:pt x="0" y="13882"/>
                </a:moveTo>
                <a:lnTo>
                  <a:pt x="266600" y="0"/>
                </a:lnTo>
              </a:path>
            </a:pathLst>
          </a:custGeom>
          <a:noFill/>
          <a:ln w="6425">
            <a:solidFill>
              <a:srgbClr val="D74242">
                <a:alpha val="14000"/>
              </a:srgbClr>
            </a:solidFill>
            <a:prstDash val="solid"/>
          </a:ln>
        </p:spPr>
      </p:sp>
      <p:sp>
        <p:nvSpPr>
          <p:cNvPr id="576" name="lumia-token-stream-curve">
            <a:extLst>
              <a:ext uri="{FF2B5EF4-FFF2-40B4-BE49-F238E27FC236}">
                <a16:creationId xmlns:a16="http://schemas.microsoft.com/office/drawing/2014/main" id="{47AA3D7F-F9E9-444A-AB7D-3212361F587C}"/>
              </a:ext>
            </a:extLst>
          </p:cNvPr>
          <p:cNvSpPr>
            <a:spLocks noGrp="1"/>
          </p:cNvSpPr>
          <p:nvPr/>
        </p:nvSpPr>
        <p:spPr>
          <a:xfrm>
            <a:off x="5186848" y="5687841"/>
            <a:ext cx="268732" cy="13324"/>
          </a:xfrm>
          <a:custGeom>
            <a:avLst/>
            <a:gdLst/>
            <a:ahLst/>
            <a:cxnLst/>
            <a:rect l="0" t="0" r="0" b="0"/>
            <a:pathLst>
              <a:path w="268732" h="13324">
                <a:moveTo>
                  <a:pt x="0" y="13324"/>
                </a:moveTo>
                <a:lnTo>
                  <a:pt x="268732" y="0"/>
                </a:lnTo>
              </a:path>
            </a:pathLst>
          </a:custGeom>
          <a:noFill/>
          <a:ln w="6543">
            <a:solidFill>
              <a:srgbClr val="E44339">
                <a:alpha val="14000"/>
              </a:srgbClr>
            </a:solidFill>
            <a:prstDash val="solid"/>
          </a:ln>
        </p:spPr>
      </p:sp>
      <p:sp>
        <p:nvSpPr>
          <p:cNvPr id="577" name="lumia-token-stream-curve">
            <a:extLst>
              <a:ext uri="{FF2B5EF4-FFF2-40B4-BE49-F238E27FC236}">
                <a16:creationId xmlns:a16="http://schemas.microsoft.com/office/drawing/2014/main" id="{35AD4DED-1E92-4170-8292-44F1C045F6B7}"/>
              </a:ext>
            </a:extLst>
          </p:cNvPr>
          <p:cNvSpPr>
            <a:spLocks noGrp="1"/>
          </p:cNvSpPr>
          <p:nvPr/>
        </p:nvSpPr>
        <p:spPr>
          <a:xfrm>
            <a:off x="5455580" y="5670964"/>
            <a:ext cx="270850" cy="16877"/>
          </a:xfrm>
          <a:custGeom>
            <a:avLst/>
            <a:gdLst/>
            <a:ahLst/>
            <a:cxnLst/>
            <a:rect l="0" t="0" r="0" b="0"/>
            <a:pathLst>
              <a:path w="270850" h="16877">
                <a:moveTo>
                  <a:pt x="0" y="16877"/>
                </a:moveTo>
                <a:lnTo>
                  <a:pt x="270850" y="0"/>
                </a:lnTo>
              </a:path>
            </a:pathLst>
          </a:custGeom>
          <a:noFill/>
          <a:ln w="6677">
            <a:solidFill>
              <a:srgbClr val="EB4833">
                <a:alpha val="15000"/>
              </a:srgbClr>
            </a:solidFill>
            <a:prstDash val="solid"/>
          </a:ln>
        </p:spPr>
      </p:sp>
      <p:sp>
        <p:nvSpPr>
          <p:cNvPr id="578" name="lumia-token-stream-curve">
            <a:extLst>
              <a:ext uri="{FF2B5EF4-FFF2-40B4-BE49-F238E27FC236}">
                <a16:creationId xmlns:a16="http://schemas.microsoft.com/office/drawing/2014/main" id="{4C7566C5-292D-4BC6-9824-EAD86AC31BF8}"/>
              </a:ext>
            </a:extLst>
          </p:cNvPr>
          <p:cNvSpPr>
            <a:spLocks noGrp="1"/>
          </p:cNvSpPr>
          <p:nvPr/>
        </p:nvSpPr>
        <p:spPr>
          <a:xfrm>
            <a:off x="5726430" y="5646267"/>
            <a:ext cx="272954" cy="24697"/>
          </a:xfrm>
          <a:custGeom>
            <a:avLst/>
            <a:gdLst/>
            <a:ahLst/>
            <a:cxnLst/>
            <a:rect l="0" t="0" r="0" b="0"/>
            <a:pathLst>
              <a:path w="272954" h="24697">
                <a:moveTo>
                  <a:pt x="0" y="24697"/>
                </a:moveTo>
                <a:lnTo>
                  <a:pt x="272954" y="0"/>
                </a:lnTo>
              </a:path>
            </a:pathLst>
          </a:custGeom>
          <a:noFill/>
          <a:ln w="6823">
            <a:solidFill>
              <a:srgbClr val="EC532F">
                <a:alpha val="15000"/>
              </a:srgbClr>
            </a:solidFill>
            <a:prstDash val="solid"/>
          </a:ln>
        </p:spPr>
      </p:sp>
      <p:sp>
        <p:nvSpPr>
          <p:cNvPr id="579" name="lumia-token-stream-curve">
            <a:extLst>
              <a:ext uri="{FF2B5EF4-FFF2-40B4-BE49-F238E27FC236}">
                <a16:creationId xmlns:a16="http://schemas.microsoft.com/office/drawing/2014/main" id="{4AE9B823-2C2D-40C8-995A-88C6102402B9}"/>
              </a:ext>
            </a:extLst>
          </p:cNvPr>
          <p:cNvSpPr>
            <a:spLocks noGrp="1"/>
          </p:cNvSpPr>
          <p:nvPr/>
        </p:nvSpPr>
        <p:spPr>
          <a:xfrm>
            <a:off x="5999384" y="5609820"/>
            <a:ext cx="275043" cy="36447"/>
          </a:xfrm>
          <a:custGeom>
            <a:avLst/>
            <a:gdLst/>
            <a:ahLst/>
            <a:cxnLst/>
            <a:rect l="0" t="0" r="0" b="0"/>
            <a:pathLst>
              <a:path w="275043" h="36447">
                <a:moveTo>
                  <a:pt x="0" y="36447"/>
                </a:moveTo>
                <a:lnTo>
                  <a:pt x="275043" y="0"/>
                </a:lnTo>
              </a:path>
            </a:pathLst>
          </a:custGeom>
          <a:noFill/>
          <a:ln w="6981">
            <a:solidFill>
              <a:srgbClr val="EE5E2A">
                <a:alpha val="16000"/>
              </a:srgbClr>
            </a:solidFill>
            <a:prstDash val="solid"/>
          </a:ln>
        </p:spPr>
      </p:sp>
      <p:sp>
        <p:nvSpPr>
          <p:cNvPr id="580" name="lumia-token-stream-curve">
            <a:extLst>
              <a:ext uri="{FF2B5EF4-FFF2-40B4-BE49-F238E27FC236}">
                <a16:creationId xmlns:a16="http://schemas.microsoft.com/office/drawing/2014/main" id="{ECBD8F72-A599-41E4-A0CD-D957C59FCE71}"/>
              </a:ext>
            </a:extLst>
          </p:cNvPr>
          <p:cNvSpPr>
            <a:spLocks noGrp="1"/>
          </p:cNvSpPr>
          <p:nvPr/>
        </p:nvSpPr>
        <p:spPr>
          <a:xfrm>
            <a:off x="6274427" y="5558518"/>
            <a:ext cx="277118" cy="51302"/>
          </a:xfrm>
          <a:custGeom>
            <a:avLst/>
            <a:gdLst/>
            <a:ahLst/>
            <a:cxnLst/>
            <a:rect l="0" t="0" r="0" b="0"/>
            <a:pathLst>
              <a:path w="277118" h="51302">
                <a:moveTo>
                  <a:pt x="0" y="51302"/>
                </a:moveTo>
                <a:lnTo>
                  <a:pt x="277118" y="0"/>
                </a:lnTo>
              </a:path>
            </a:pathLst>
          </a:custGeom>
          <a:noFill/>
          <a:ln w="7148">
            <a:solidFill>
              <a:srgbClr val="EF6926">
                <a:alpha val="16000"/>
              </a:srgbClr>
            </a:solidFill>
            <a:prstDash val="solid"/>
          </a:ln>
        </p:spPr>
      </p:sp>
      <p:sp>
        <p:nvSpPr>
          <p:cNvPr id="581" name="lumia-token-stream-curve">
            <a:extLst>
              <a:ext uri="{FF2B5EF4-FFF2-40B4-BE49-F238E27FC236}">
                <a16:creationId xmlns:a16="http://schemas.microsoft.com/office/drawing/2014/main" id="{12005218-2134-4731-B408-6415A2A99295}"/>
              </a:ext>
            </a:extLst>
          </p:cNvPr>
          <p:cNvSpPr>
            <a:spLocks noGrp="1"/>
          </p:cNvSpPr>
          <p:nvPr/>
        </p:nvSpPr>
        <p:spPr>
          <a:xfrm>
            <a:off x="6551546" y="5490494"/>
            <a:ext cx="279179" cy="68024"/>
          </a:xfrm>
          <a:custGeom>
            <a:avLst/>
            <a:gdLst/>
            <a:ahLst/>
            <a:cxnLst/>
            <a:rect l="0" t="0" r="0" b="0"/>
            <a:pathLst>
              <a:path w="279179" h="68024">
                <a:moveTo>
                  <a:pt x="0" y="68024"/>
                </a:moveTo>
                <a:lnTo>
                  <a:pt x="279179" y="0"/>
                </a:lnTo>
              </a:path>
            </a:pathLst>
          </a:custGeom>
          <a:noFill/>
          <a:ln w="7323">
            <a:solidFill>
              <a:srgbClr val="F17322">
                <a:alpha val="17000"/>
              </a:srgbClr>
            </a:solidFill>
            <a:prstDash val="solid"/>
          </a:ln>
        </p:spPr>
      </p:sp>
      <p:sp>
        <p:nvSpPr>
          <p:cNvPr id="582" name="lumia-token-stream-curve">
            <a:extLst>
              <a:ext uri="{FF2B5EF4-FFF2-40B4-BE49-F238E27FC236}">
                <a16:creationId xmlns:a16="http://schemas.microsoft.com/office/drawing/2014/main" id="{C10D3D3D-7E5B-44EE-8768-C7AE9D74810D}"/>
              </a:ext>
            </a:extLst>
          </p:cNvPr>
          <p:cNvSpPr>
            <a:spLocks noGrp="1"/>
          </p:cNvSpPr>
          <p:nvPr/>
        </p:nvSpPr>
        <p:spPr>
          <a:xfrm>
            <a:off x="6830725" y="5405407"/>
            <a:ext cx="281226" cy="85087"/>
          </a:xfrm>
          <a:custGeom>
            <a:avLst/>
            <a:gdLst/>
            <a:ahLst/>
            <a:cxnLst/>
            <a:rect l="0" t="0" r="0" b="0"/>
            <a:pathLst>
              <a:path w="281226" h="85087">
                <a:moveTo>
                  <a:pt x="0" y="85087"/>
                </a:moveTo>
                <a:lnTo>
                  <a:pt x="281226" y="0"/>
                </a:lnTo>
              </a:path>
            </a:pathLst>
          </a:custGeom>
          <a:noFill/>
          <a:ln w="7504">
            <a:solidFill>
              <a:srgbClr val="F27E1E">
                <a:alpha val="17000"/>
              </a:srgbClr>
            </a:solidFill>
            <a:prstDash val="solid"/>
          </a:ln>
        </p:spPr>
      </p:sp>
      <p:sp>
        <p:nvSpPr>
          <p:cNvPr id="583" name="lumia-token-stream-curve">
            <a:extLst>
              <a:ext uri="{FF2B5EF4-FFF2-40B4-BE49-F238E27FC236}">
                <a16:creationId xmlns:a16="http://schemas.microsoft.com/office/drawing/2014/main" id="{44270AD8-5996-4D9E-8519-06950610CB9C}"/>
              </a:ext>
            </a:extLst>
          </p:cNvPr>
          <p:cNvSpPr>
            <a:spLocks noGrp="1"/>
          </p:cNvSpPr>
          <p:nvPr/>
        </p:nvSpPr>
        <p:spPr>
          <a:xfrm>
            <a:off x="7111951" y="5304550"/>
            <a:ext cx="283258" cy="100857"/>
          </a:xfrm>
          <a:custGeom>
            <a:avLst/>
            <a:gdLst/>
            <a:ahLst/>
            <a:cxnLst/>
            <a:rect l="0" t="0" r="0" b="0"/>
            <a:pathLst>
              <a:path w="283258" h="100857">
                <a:moveTo>
                  <a:pt x="0" y="100857"/>
                </a:moveTo>
                <a:lnTo>
                  <a:pt x="283258" y="0"/>
                </a:lnTo>
              </a:path>
            </a:pathLst>
          </a:custGeom>
          <a:noFill/>
          <a:ln w="7688">
            <a:solidFill>
              <a:srgbClr val="F48919">
                <a:alpha val="18000"/>
              </a:srgbClr>
            </a:solidFill>
            <a:prstDash val="solid"/>
          </a:ln>
        </p:spPr>
      </p:sp>
      <p:sp>
        <p:nvSpPr>
          <p:cNvPr id="584" name="lumia-token-stream-curve">
            <a:extLst>
              <a:ext uri="{FF2B5EF4-FFF2-40B4-BE49-F238E27FC236}">
                <a16:creationId xmlns:a16="http://schemas.microsoft.com/office/drawing/2014/main" id="{64EF5CDD-9C1D-4F52-8563-48654A8BA541}"/>
              </a:ext>
            </a:extLst>
          </p:cNvPr>
          <p:cNvSpPr>
            <a:spLocks noGrp="1"/>
          </p:cNvSpPr>
          <p:nvPr/>
        </p:nvSpPr>
        <p:spPr>
          <a:xfrm>
            <a:off x="7395208" y="5190752"/>
            <a:ext cx="285276" cy="113798"/>
          </a:xfrm>
          <a:custGeom>
            <a:avLst/>
            <a:gdLst/>
            <a:ahLst/>
            <a:cxnLst/>
            <a:rect l="0" t="0" r="0" b="0"/>
            <a:pathLst>
              <a:path w="285276" h="113798">
                <a:moveTo>
                  <a:pt x="0" y="113798"/>
                </a:moveTo>
                <a:lnTo>
                  <a:pt x="285276" y="0"/>
                </a:lnTo>
              </a:path>
            </a:pathLst>
          </a:custGeom>
          <a:noFill/>
          <a:ln w="7876">
            <a:solidFill>
              <a:srgbClr val="F59415">
                <a:alpha val="18000"/>
              </a:srgbClr>
            </a:solidFill>
            <a:prstDash val="solid"/>
          </a:ln>
        </p:spPr>
      </p:sp>
      <p:sp>
        <p:nvSpPr>
          <p:cNvPr id="585" name="lumia-token-stream-curve">
            <a:extLst>
              <a:ext uri="{FF2B5EF4-FFF2-40B4-BE49-F238E27FC236}">
                <a16:creationId xmlns:a16="http://schemas.microsoft.com/office/drawing/2014/main" id="{A9CB86B4-AF87-4D48-9A32-FFA5D6C4B3E9}"/>
              </a:ext>
            </a:extLst>
          </p:cNvPr>
          <p:cNvSpPr>
            <a:spLocks noGrp="1"/>
          </p:cNvSpPr>
          <p:nvPr/>
        </p:nvSpPr>
        <p:spPr>
          <a:xfrm>
            <a:off x="7680484" y="5068073"/>
            <a:ext cx="287279" cy="122679"/>
          </a:xfrm>
          <a:custGeom>
            <a:avLst/>
            <a:gdLst/>
            <a:ahLst/>
            <a:cxnLst/>
            <a:rect l="0" t="0" r="0" b="0"/>
            <a:pathLst>
              <a:path w="287279" h="122679">
                <a:moveTo>
                  <a:pt x="0" y="122679"/>
                </a:moveTo>
                <a:lnTo>
                  <a:pt x="287279" y="0"/>
                </a:lnTo>
              </a:path>
            </a:pathLst>
          </a:custGeom>
          <a:noFill/>
          <a:ln w="8064">
            <a:solidFill>
              <a:srgbClr val="F79E11">
                <a:alpha val="19000"/>
              </a:srgbClr>
            </a:solidFill>
            <a:prstDash val="solid"/>
          </a:ln>
        </p:spPr>
      </p:sp>
      <p:sp>
        <p:nvSpPr>
          <p:cNvPr id="586" name="lumia-token-stream-curve">
            <a:extLst>
              <a:ext uri="{FF2B5EF4-FFF2-40B4-BE49-F238E27FC236}">
                <a16:creationId xmlns:a16="http://schemas.microsoft.com/office/drawing/2014/main" id="{C036DF98-D6A4-435B-B6C5-C86BE0536A0D}"/>
              </a:ext>
            </a:extLst>
          </p:cNvPr>
          <p:cNvSpPr>
            <a:spLocks noGrp="1"/>
          </p:cNvSpPr>
          <p:nvPr/>
        </p:nvSpPr>
        <p:spPr>
          <a:xfrm>
            <a:off x="7967763" y="4941310"/>
            <a:ext cx="289268" cy="126763"/>
          </a:xfrm>
          <a:custGeom>
            <a:avLst/>
            <a:gdLst/>
            <a:ahLst/>
            <a:cxnLst/>
            <a:rect l="0" t="0" r="0" b="0"/>
            <a:pathLst>
              <a:path w="289268" h="126763">
                <a:moveTo>
                  <a:pt x="0" y="126763"/>
                </a:moveTo>
                <a:lnTo>
                  <a:pt x="289268" y="0"/>
                </a:lnTo>
              </a:path>
            </a:pathLst>
          </a:custGeom>
          <a:noFill/>
          <a:ln w="8251">
            <a:solidFill>
              <a:srgbClr val="F8A90C">
                <a:alpha val="19000"/>
              </a:srgbClr>
            </a:solidFill>
            <a:prstDash val="solid"/>
          </a:ln>
        </p:spPr>
      </p:sp>
      <p:sp>
        <p:nvSpPr>
          <p:cNvPr id="587" name="lumia-token-stream-curve">
            <a:extLst>
              <a:ext uri="{FF2B5EF4-FFF2-40B4-BE49-F238E27FC236}">
                <a16:creationId xmlns:a16="http://schemas.microsoft.com/office/drawing/2014/main" id="{C07AAAC8-C518-49A0-9FF1-43B7F70FA73B}"/>
              </a:ext>
            </a:extLst>
          </p:cNvPr>
          <p:cNvSpPr>
            <a:spLocks noGrp="1"/>
          </p:cNvSpPr>
          <p:nvPr/>
        </p:nvSpPr>
        <p:spPr>
          <a:xfrm>
            <a:off x="8257031" y="4815376"/>
            <a:ext cx="291243" cy="125935"/>
          </a:xfrm>
          <a:custGeom>
            <a:avLst/>
            <a:gdLst/>
            <a:ahLst/>
            <a:cxnLst/>
            <a:rect l="0" t="0" r="0" b="0"/>
            <a:pathLst>
              <a:path w="291243" h="125935">
                <a:moveTo>
                  <a:pt x="0" y="125935"/>
                </a:moveTo>
                <a:lnTo>
                  <a:pt x="291243" y="0"/>
                </a:lnTo>
              </a:path>
            </a:pathLst>
          </a:custGeom>
          <a:noFill/>
          <a:ln w="8435">
            <a:solidFill>
              <a:srgbClr val="FAB408">
                <a:alpha val="20000"/>
              </a:srgbClr>
            </a:solidFill>
            <a:prstDash val="solid"/>
          </a:ln>
        </p:spPr>
      </p:sp>
      <p:sp>
        <p:nvSpPr>
          <p:cNvPr id="588" name="lumia-token-stream-curve">
            <a:extLst>
              <a:ext uri="{FF2B5EF4-FFF2-40B4-BE49-F238E27FC236}">
                <a16:creationId xmlns:a16="http://schemas.microsoft.com/office/drawing/2014/main" id="{DAF0DEF8-B3C7-4A7A-A993-F62297441D53}"/>
              </a:ext>
            </a:extLst>
          </p:cNvPr>
          <p:cNvSpPr>
            <a:spLocks noGrp="1"/>
          </p:cNvSpPr>
          <p:nvPr/>
        </p:nvSpPr>
        <p:spPr>
          <a:xfrm>
            <a:off x="8548274" y="4694619"/>
            <a:ext cx="293203" cy="120757"/>
          </a:xfrm>
          <a:custGeom>
            <a:avLst/>
            <a:gdLst/>
            <a:ahLst/>
            <a:cxnLst/>
            <a:rect l="0" t="0" r="0" b="0"/>
            <a:pathLst>
              <a:path w="293203" h="120757">
                <a:moveTo>
                  <a:pt x="0" y="120757"/>
                </a:moveTo>
                <a:lnTo>
                  <a:pt x="293203" y="0"/>
                </a:lnTo>
              </a:path>
            </a:pathLst>
          </a:custGeom>
          <a:noFill/>
          <a:ln w="8614">
            <a:solidFill>
              <a:srgbClr val="F7BC07">
                <a:alpha val="20000"/>
              </a:srgbClr>
            </a:solidFill>
            <a:prstDash val="solid"/>
          </a:ln>
        </p:spPr>
      </p:sp>
      <p:sp>
        <p:nvSpPr>
          <p:cNvPr id="589" name="lumia-token-stream-curve">
            <a:extLst>
              <a:ext uri="{FF2B5EF4-FFF2-40B4-BE49-F238E27FC236}">
                <a16:creationId xmlns:a16="http://schemas.microsoft.com/office/drawing/2014/main" id="{7CCFC309-9C5F-486A-8724-9385522A8401}"/>
              </a:ext>
            </a:extLst>
          </p:cNvPr>
          <p:cNvSpPr>
            <a:spLocks noGrp="1"/>
          </p:cNvSpPr>
          <p:nvPr/>
        </p:nvSpPr>
        <p:spPr>
          <a:xfrm>
            <a:off x="8841477" y="4582184"/>
            <a:ext cx="295149" cy="112435"/>
          </a:xfrm>
          <a:custGeom>
            <a:avLst/>
            <a:gdLst/>
            <a:ahLst/>
            <a:cxnLst/>
            <a:rect l="0" t="0" r="0" b="0"/>
            <a:pathLst>
              <a:path w="295149" h="112435">
                <a:moveTo>
                  <a:pt x="0" y="112435"/>
                </a:moveTo>
                <a:lnTo>
                  <a:pt x="295149" y="0"/>
                </a:lnTo>
              </a:path>
            </a:pathLst>
          </a:custGeom>
          <a:noFill/>
          <a:ln w="8787">
            <a:solidFill>
              <a:srgbClr val="E5BA0E">
                <a:alpha val="20000"/>
              </a:srgbClr>
            </a:solidFill>
            <a:prstDash val="solid"/>
          </a:ln>
        </p:spPr>
      </p:sp>
      <p:sp>
        <p:nvSpPr>
          <p:cNvPr id="590" name="lumia-token-stream-curve">
            <a:extLst>
              <a:ext uri="{FF2B5EF4-FFF2-40B4-BE49-F238E27FC236}">
                <a16:creationId xmlns:a16="http://schemas.microsoft.com/office/drawing/2014/main" id="{3E77E97A-32FB-41BF-81F0-AF929F30B8D2}"/>
              </a:ext>
            </a:extLst>
          </p:cNvPr>
          <p:cNvSpPr>
            <a:spLocks noGrp="1"/>
          </p:cNvSpPr>
          <p:nvPr/>
        </p:nvSpPr>
        <p:spPr>
          <a:xfrm>
            <a:off x="9136626" y="4479503"/>
            <a:ext cx="297081" cy="102681"/>
          </a:xfrm>
          <a:custGeom>
            <a:avLst/>
            <a:gdLst/>
            <a:ahLst/>
            <a:cxnLst/>
            <a:rect l="0" t="0" r="0" b="0"/>
            <a:pathLst>
              <a:path w="297081" h="102681">
                <a:moveTo>
                  <a:pt x="0" y="102681"/>
                </a:moveTo>
                <a:lnTo>
                  <a:pt x="297081" y="0"/>
                </a:lnTo>
              </a:path>
            </a:pathLst>
          </a:custGeom>
          <a:noFill/>
          <a:ln w="8952">
            <a:solidFill>
              <a:srgbClr val="D3B815">
                <a:alpha val="21000"/>
              </a:srgbClr>
            </a:solidFill>
            <a:prstDash val="solid"/>
          </a:ln>
        </p:spPr>
      </p:sp>
      <p:sp>
        <p:nvSpPr>
          <p:cNvPr id="591" name="lumia-token-stream-curve">
            <a:extLst>
              <a:ext uri="{FF2B5EF4-FFF2-40B4-BE49-F238E27FC236}">
                <a16:creationId xmlns:a16="http://schemas.microsoft.com/office/drawing/2014/main" id="{70D65A65-8349-410F-8AF3-9B20928DE5E2}"/>
              </a:ext>
            </a:extLst>
          </p:cNvPr>
          <p:cNvSpPr>
            <a:spLocks noGrp="1"/>
          </p:cNvSpPr>
          <p:nvPr/>
        </p:nvSpPr>
        <p:spPr>
          <a:xfrm>
            <a:off x="9433707" y="4385997"/>
            <a:ext cx="298998" cy="93506"/>
          </a:xfrm>
          <a:custGeom>
            <a:avLst/>
            <a:gdLst/>
            <a:ahLst/>
            <a:cxnLst/>
            <a:rect l="0" t="0" r="0" b="0"/>
            <a:pathLst>
              <a:path w="298998" h="93506">
                <a:moveTo>
                  <a:pt x="0" y="93506"/>
                </a:moveTo>
                <a:lnTo>
                  <a:pt x="298998" y="0"/>
                </a:lnTo>
              </a:path>
            </a:pathLst>
          </a:custGeom>
          <a:noFill/>
          <a:ln w="9107">
            <a:solidFill>
              <a:srgbClr val="C2B61C">
                <a:alpha val="21000"/>
              </a:srgbClr>
            </a:solidFill>
            <a:prstDash val="solid"/>
          </a:ln>
        </p:spPr>
      </p:sp>
      <p:sp>
        <p:nvSpPr>
          <p:cNvPr id="592" name="lumia-token-stream-curve">
            <a:extLst>
              <a:ext uri="{FF2B5EF4-FFF2-40B4-BE49-F238E27FC236}">
                <a16:creationId xmlns:a16="http://schemas.microsoft.com/office/drawing/2014/main" id="{D557447C-F661-41AE-A3B3-EC12B43B10BE}"/>
              </a:ext>
            </a:extLst>
          </p:cNvPr>
          <p:cNvSpPr>
            <a:spLocks noGrp="1"/>
          </p:cNvSpPr>
          <p:nvPr/>
        </p:nvSpPr>
        <p:spPr>
          <a:xfrm>
            <a:off x="9732706" y="4299054"/>
            <a:ext cx="300902" cy="86943"/>
          </a:xfrm>
          <a:custGeom>
            <a:avLst/>
            <a:gdLst/>
            <a:ahLst/>
            <a:cxnLst/>
            <a:rect l="0" t="0" r="0" b="0"/>
            <a:pathLst>
              <a:path w="300902" h="86943">
                <a:moveTo>
                  <a:pt x="0" y="86943"/>
                </a:moveTo>
                <a:lnTo>
                  <a:pt x="300902" y="0"/>
                </a:lnTo>
              </a:path>
            </a:pathLst>
          </a:custGeom>
          <a:noFill/>
          <a:ln w="9250">
            <a:solidFill>
              <a:srgbClr val="B0B422">
                <a:alpha val="22000"/>
              </a:srgbClr>
            </a:solidFill>
            <a:prstDash val="solid"/>
          </a:ln>
        </p:spPr>
      </p:sp>
      <p:sp>
        <p:nvSpPr>
          <p:cNvPr id="593" name="lumia-token-stream-curve">
            <a:extLst>
              <a:ext uri="{FF2B5EF4-FFF2-40B4-BE49-F238E27FC236}">
                <a16:creationId xmlns:a16="http://schemas.microsoft.com/office/drawing/2014/main" id="{32D881BA-6C10-42B4-B66A-F945D99FA944}"/>
              </a:ext>
            </a:extLst>
          </p:cNvPr>
          <p:cNvSpPr>
            <a:spLocks noGrp="1"/>
          </p:cNvSpPr>
          <p:nvPr/>
        </p:nvSpPr>
        <p:spPr>
          <a:xfrm>
            <a:off x="10033607" y="4214298"/>
            <a:ext cx="302790" cy="84755"/>
          </a:xfrm>
          <a:custGeom>
            <a:avLst/>
            <a:gdLst/>
            <a:ahLst/>
            <a:cxnLst/>
            <a:rect l="0" t="0" r="0" b="0"/>
            <a:pathLst>
              <a:path w="302790" h="84755">
                <a:moveTo>
                  <a:pt x="0" y="84755"/>
                </a:moveTo>
                <a:lnTo>
                  <a:pt x="302790" y="0"/>
                </a:lnTo>
              </a:path>
            </a:pathLst>
          </a:custGeom>
          <a:noFill/>
          <a:ln w="9380">
            <a:solidFill>
              <a:srgbClr val="9EB329">
                <a:alpha val="22000"/>
              </a:srgbClr>
            </a:solidFill>
            <a:prstDash val="solid"/>
          </a:ln>
        </p:spPr>
      </p:sp>
      <p:sp>
        <p:nvSpPr>
          <p:cNvPr id="594" name="lumia-token-stream-curve">
            <a:extLst>
              <a:ext uri="{FF2B5EF4-FFF2-40B4-BE49-F238E27FC236}">
                <a16:creationId xmlns:a16="http://schemas.microsoft.com/office/drawing/2014/main" id="{7CDC36AB-AE3C-467A-9DB2-DC35D622EC9A}"/>
              </a:ext>
            </a:extLst>
          </p:cNvPr>
          <p:cNvSpPr>
            <a:spLocks noGrp="1"/>
          </p:cNvSpPr>
          <p:nvPr/>
        </p:nvSpPr>
        <p:spPr>
          <a:xfrm>
            <a:off x="10336398" y="4126143"/>
            <a:ext cx="304665" cy="88156"/>
          </a:xfrm>
          <a:custGeom>
            <a:avLst/>
            <a:gdLst/>
            <a:ahLst/>
            <a:cxnLst/>
            <a:rect l="0" t="0" r="0" b="0"/>
            <a:pathLst>
              <a:path w="304665" h="88156">
                <a:moveTo>
                  <a:pt x="0" y="88156"/>
                </a:moveTo>
                <a:lnTo>
                  <a:pt x="304665" y="0"/>
                </a:lnTo>
              </a:path>
            </a:pathLst>
          </a:custGeom>
          <a:noFill/>
          <a:ln w="9495">
            <a:solidFill>
              <a:srgbClr val="8CB130">
                <a:alpha val="22000"/>
              </a:srgbClr>
            </a:solidFill>
            <a:prstDash val="solid"/>
          </a:ln>
        </p:spPr>
      </p:sp>
      <p:sp>
        <p:nvSpPr>
          <p:cNvPr id="595" name="lumia-token-stream-curve">
            <a:extLst>
              <a:ext uri="{FF2B5EF4-FFF2-40B4-BE49-F238E27FC236}">
                <a16:creationId xmlns:a16="http://schemas.microsoft.com/office/drawing/2014/main" id="{009487DD-9B4C-4D85-9A5C-92DDBA56E699}"/>
              </a:ext>
            </a:extLst>
          </p:cNvPr>
          <p:cNvSpPr>
            <a:spLocks noGrp="1"/>
          </p:cNvSpPr>
          <p:nvPr/>
        </p:nvSpPr>
        <p:spPr>
          <a:xfrm>
            <a:off x="10641062" y="4028544"/>
            <a:ext cx="306525" cy="97598"/>
          </a:xfrm>
          <a:custGeom>
            <a:avLst/>
            <a:gdLst/>
            <a:ahLst/>
            <a:cxnLst/>
            <a:rect l="0" t="0" r="0" b="0"/>
            <a:pathLst>
              <a:path w="306525" h="97598">
                <a:moveTo>
                  <a:pt x="0" y="97598"/>
                </a:moveTo>
                <a:lnTo>
                  <a:pt x="306525" y="0"/>
                </a:lnTo>
              </a:path>
            </a:pathLst>
          </a:custGeom>
          <a:noFill/>
          <a:ln w="9593">
            <a:solidFill>
              <a:srgbClr val="7BAF37">
                <a:alpha val="22000"/>
              </a:srgbClr>
            </a:solidFill>
            <a:prstDash val="solid"/>
          </a:ln>
        </p:spPr>
      </p:sp>
      <p:sp>
        <p:nvSpPr>
          <p:cNvPr id="596" name="lumia-token-stream-curve">
            <a:extLst>
              <a:ext uri="{FF2B5EF4-FFF2-40B4-BE49-F238E27FC236}">
                <a16:creationId xmlns:a16="http://schemas.microsoft.com/office/drawing/2014/main" id="{B2B6E874-E1F3-47D1-84AD-59E864EF4C2E}"/>
              </a:ext>
            </a:extLst>
          </p:cNvPr>
          <p:cNvSpPr>
            <a:spLocks noGrp="1"/>
          </p:cNvSpPr>
          <p:nvPr/>
        </p:nvSpPr>
        <p:spPr>
          <a:xfrm>
            <a:off x="10947587" y="3915878"/>
            <a:ext cx="308370" cy="112666"/>
          </a:xfrm>
          <a:custGeom>
            <a:avLst/>
            <a:gdLst/>
            <a:ahLst/>
            <a:cxnLst/>
            <a:rect l="0" t="0" r="0" b="0"/>
            <a:pathLst>
              <a:path w="308370" h="112666">
                <a:moveTo>
                  <a:pt x="0" y="112666"/>
                </a:moveTo>
                <a:lnTo>
                  <a:pt x="308370" y="0"/>
                </a:lnTo>
              </a:path>
            </a:pathLst>
          </a:custGeom>
          <a:noFill/>
          <a:ln w="9672">
            <a:solidFill>
              <a:srgbClr val="69AD3E">
                <a:alpha val="23000"/>
              </a:srgbClr>
            </a:solidFill>
            <a:prstDash val="solid"/>
          </a:ln>
        </p:spPr>
      </p:sp>
      <p:sp>
        <p:nvSpPr>
          <p:cNvPr id="597" name="lumia-token-stream-curve">
            <a:extLst>
              <a:ext uri="{FF2B5EF4-FFF2-40B4-BE49-F238E27FC236}">
                <a16:creationId xmlns:a16="http://schemas.microsoft.com/office/drawing/2014/main" id="{4226D031-8A58-4052-B2DF-A2B35BEA52ED}"/>
              </a:ext>
            </a:extLst>
          </p:cNvPr>
          <p:cNvSpPr>
            <a:spLocks noGrp="1"/>
          </p:cNvSpPr>
          <p:nvPr/>
        </p:nvSpPr>
        <p:spPr>
          <a:xfrm>
            <a:off x="11255958" y="3783792"/>
            <a:ext cx="310202" cy="132086"/>
          </a:xfrm>
          <a:custGeom>
            <a:avLst/>
            <a:gdLst/>
            <a:ahLst/>
            <a:cxnLst/>
            <a:rect l="0" t="0" r="0" b="0"/>
            <a:pathLst>
              <a:path w="310202" h="132086">
                <a:moveTo>
                  <a:pt x="0" y="132086"/>
                </a:moveTo>
                <a:lnTo>
                  <a:pt x="310202" y="0"/>
                </a:lnTo>
              </a:path>
            </a:pathLst>
          </a:custGeom>
          <a:noFill/>
          <a:ln w="9731">
            <a:solidFill>
              <a:srgbClr val="57AC45">
                <a:alpha val="23000"/>
              </a:srgbClr>
            </a:solidFill>
            <a:prstDash val="solid"/>
          </a:ln>
        </p:spPr>
      </p:sp>
      <p:sp>
        <p:nvSpPr>
          <p:cNvPr id="598" name="lumia-token-stream-curve">
            <a:extLst>
              <a:ext uri="{FF2B5EF4-FFF2-40B4-BE49-F238E27FC236}">
                <a16:creationId xmlns:a16="http://schemas.microsoft.com/office/drawing/2014/main" id="{36AB09F8-EE80-4845-8EE9-32EBC0F2E536}"/>
              </a:ext>
            </a:extLst>
          </p:cNvPr>
          <p:cNvSpPr>
            <a:spLocks noGrp="1"/>
          </p:cNvSpPr>
          <p:nvPr/>
        </p:nvSpPr>
        <p:spPr>
          <a:xfrm>
            <a:off x="11566159" y="3629909"/>
            <a:ext cx="312019" cy="153883"/>
          </a:xfrm>
          <a:custGeom>
            <a:avLst/>
            <a:gdLst/>
            <a:ahLst/>
            <a:cxnLst/>
            <a:rect l="0" t="0" r="0" b="0"/>
            <a:pathLst>
              <a:path w="312019" h="153883">
                <a:moveTo>
                  <a:pt x="0" y="153883"/>
                </a:moveTo>
                <a:lnTo>
                  <a:pt x="312019" y="0"/>
                </a:lnTo>
              </a:path>
            </a:pathLst>
          </a:custGeom>
          <a:noFill/>
          <a:ln w="9768">
            <a:solidFill>
              <a:srgbClr val="46AA4C">
                <a:alpha val="23000"/>
              </a:srgbClr>
            </a:solidFill>
            <a:prstDash val="solid"/>
          </a:ln>
        </p:spPr>
      </p:sp>
      <p:sp>
        <p:nvSpPr>
          <p:cNvPr id="599" name="lumia-token-stream-curve">
            <a:extLst>
              <a:ext uri="{FF2B5EF4-FFF2-40B4-BE49-F238E27FC236}">
                <a16:creationId xmlns:a16="http://schemas.microsoft.com/office/drawing/2014/main" id="{97C79D1F-8361-4865-801B-87EFBF6FC4B2}"/>
              </a:ext>
            </a:extLst>
          </p:cNvPr>
          <p:cNvSpPr>
            <a:spLocks noGrp="1"/>
          </p:cNvSpPr>
          <p:nvPr/>
        </p:nvSpPr>
        <p:spPr>
          <a:xfrm>
            <a:off x="11878178" y="3454265"/>
            <a:ext cx="313822" cy="175645"/>
          </a:xfrm>
          <a:custGeom>
            <a:avLst/>
            <a:gdLst/>
            <a:ahLst/>
            <a:cxnLst/>
            <a:rect l="0" t="0" r="0" b="0"/>
            <a:pathLst>
              <a:path w="313822" h="175645">
                <a:moveTo>
                  <a:pt x="0" y="175645"/>
                </a:moveTo>
                <a:lnTo>
                  <a:pt x="313822" y="0"/>
                </a:lnTo>
              </a:path>
            </a:pathLst>
          </a:custGeom>
          <a:noFill/>
          <a:ln w="9780">
            <a:solidFill>
              <a:srgbClr val="34A853">
                <a:alpha val="23000"/>
              </a:srgbClr>
            </a:solidFill>
            <a:prstDash val="solid"/>
          </a:ln>
        </p:spPr>
      </p:sp>
      <p:sp>
        <p:nvSpPr>
          <p:cNvPr id="600" name="lumia-token-stream-curve">
            <a:extLst>
              <a:ext uri="{FF2B5EF4-FFF2-40B4-BE49-F238E27FC236}">
                <a16:creationId xmlns:a16="http://schemas.microsoft.com/office/drawing/2014/main" id="{AAE1A766-C47D-4226-B9A3-618A931E0917}"/>
              </a:ext>
            </a:extLst>
          </p:cNvPr>
          <p:cNvSpPr>
            <a:spLocks noGrp="1"/>
          </p:cNvSpPr>
          <p:nvPr/>
        </p:nvSpPr>
        <p:spPr>
          <a:xfrm>
            <a:off x="0" y="6221396"/>
            <a:ext cx="68620" cy="36469"/>
          </a:xfrm>
          <a:custGeom>
            <a:avLst/>
            <a:gdLst/>
            <a:ahLst/>
            <a:cxnLst/>
            <a:rect l="0" t="0" r="0" b="0"/>
            <a:pathLst>
              <a:path w="68620" h="36469">
                <a:moveTo>
                  <a:pt x="0" y="0"/>
                </a:moveTo>
                <a:lnTo>
                  <a:pt x="68620" y="36469"/>
                </a:lnTo>
              </a:path>
            </a:pathLst>
          </a:custGeom>
          <a:noFill/>
          <a:ln w="6336">
            <a:solidFill>
              <a:srgbClr val="4285F4">
                <a:alpha val="11000"/>
              </a:srgbClr>
            </a:solidFill>
            <a:prstDash val="solid"/>
          </a:ln>
        </p:spPr>
      </p:sp>
      <p:sp>
        <p:nvSpPr>
          <p:cNvPr id="601" name="lumia-token-stream-curve">
            <a:extLst>
              <a:ext uri="{FF2B5EF4-FFF2-40B4-BE49-F238E27FC236}">
                <a16:creationId xmlns:a16="http://schemas.microsoft.com/office/drawing/2014/main" id="{64CBADDB-9A7F-4946-8716-8965D27BE3BE}"/>
              </a:ext>
            </a:extLst>
          </p:cNvPr>
          <p:cNvSpPr>
            <a:spLocks noGrp="1"/>
          </p:cNvSpPr>
          <p:nvPr/>
        </p:nvSpPr>
        <p:spPr>
          <a:xfrm>
            <a:off x="68620" y="6257865"/>
            <a:ext cx="220449" cy="30929"/>
          </a:xfrm>
          <a:custGeom>
            <a:avLst/>
            <a:gdLst/>
            <a:ahLst/>
            <a:cxnLst/>
            <a:rect l="0" t="0" r="0" b="0"/>
            <a:pathLst>
              <a:path w="220449" h="30929">
                <a:moveTo>
                  <a:pt x="0" y="0"/>
                </a:moveTo>
                <a:lnTo>
                  <a:pt x="220449" y="30929"/>
                </a:lnTo>
              </a:path>
            </a:pathLst>
          </a:custGeom>
          <a:noFill/>
          <a:ln w="6336">
            <a:solidFill>
              <a:srgbClr val="447EEC">
                <a:alpha val="11000"/>
              </a:srgbClr>
            </a:solidFill>
            <a:prstDash val="solid"/>
          </a:ln>
        </p:spPr>
      </p:sp>
      <p:sp>
        <p:nvSpPr>
          <p:cNvPr id="602" name="lumia-token-stream-curve">
            <a:extLst>
              <a:ext uri="{FF2B5EF4-FFF2-40B4-BE49-F238E27FC236}">
                <a16:creationId xmlns:a16="http://schemas.microsoft.com/office/drawing/2014/main" id="{8272525F-7FCD-4725-BBA6-D7AC8128786A}"/>
              </a:ext>
            </a:extLst>
          </p:cNvPr>
          <p:cNvSpPr>
            <a:spLocks noGrp="1"/>
          </p:cNvSpPr>
          <p:nvPr/>
        </p:nvSpPr>
        <p:spPr>
          <a:xfrm>
            <a:off x="289068" y="6288794"/>
            <a:ext cx="222875" cy="23262"/>
          </a:xfrm>
          <a:custGeom>
            <a:avLst/>
            <a:gdLst/>
            <a:ahLst/>
            <a:cxnLst/>
            <a:rect l="0" t="0" r="0" b="0"/>
            <a:pathLst>
              <a:path w="222875" h="23262">
                <a:moveTo>
                  <a:pt x="0" y="0"/>
                </a:moveTo>
                <a:lnTo>
                  <a:pt x="222875" y="23262"/>
                </a:lnTo>
              </a:path>
            </a:pathLst>
          </a:custGeom>
          <a:noFill/>
          <a:ln w="6336">
            <a:solidFill>
              <a:srgbClr val="4678E3">
                <a:alpha val="11000"/>
              </a:srgbClr>
            </a:solidFill>
            <a:prstDash val="solid"/>
          </a:ln>
        </p:spPr>
      </p:sp>
      <p:sp>
        <p:nvSpPr>
          <p:cNvPr id="603" name="lumia-token-stream-curve">
            <a:extLst>
              <a:ext uri="{FF2B5EF4-FFF2-40B4-BE49-F238E27FC236}">
                <a16:creationId xmlns:a16="http://schemas.microsoft.com/office/drawing/2014/main" id="{70FEF49B-2C65-4F75-85D4-0399D4866857}"/>
              </a:ext>
            </a:extLst>
          </p:cNvPr>
          <p:cNvSpPr>
            <a:spLocks noGrp="1"/>
          </p:cNvSpPr>
          <p:nvPr/>
        </p:nvSpPr>
        <p:spPr>
          <a:xfrm>
            <a:off x="511943" y="6312056"/>
            <a:ext cx="225287" cy="13837"/>
          </a:xfrm>
          <a:custGeom>
            <a:avLst/>
            <a:gdLst/>
            <a:ahLst/>
            <a:cxnLst/>
            <a:rect l="0" t="0" r="0" b="0"/>
            <a:pathLst>
              <a:path w="225287" h="13837">
                <a:moveTo>
                  <a:pt x="0" y="0"/>
                </a:moveTo>
                <a:lnTo>
                  <a:pt x="225287" y="13837"/>
                </a:lnTo>
              </a:path>
            </a:pathLst>
          </a:custGeom>
          <a:noFill/>
          <a:ln w="6336">
            <a:solidFill>
              <a:srgbClr val="4871DB">
                <a:alpha val="11000"/>
              </a:srgbClr>
            </a:solidFill>
            <a:prstDash val="solid"/>
          </a:ln>
        </p:spPr>
      </p:sp>
      <p:sp>
        <p:nvSpPr>
          <p:cNvPr id="604" name="lumia-token-stream-curve">
            <a:extLst>
              <a:ext uri="{FF2B5EF4-FFF2-40B4-BE49-F238E27FC236}">
                <a16:creationId xmlns:a16="http://schemas.microsoft.com/office/drawing/2014/main" id="{BFAEF41E-CB18-4D9C-861D-E295779768B0}"/>
              </a:ext>
            </a:extLst>
          </p:cNvPr>
          <p:cNvSpPr>
            <a:spLocks noGrp="1"/>
          </p:cNvSpPr>
          <p:nvPr/>
        </p:nvSpPr>
        <p:spPr>
          <a:xfrm>
            <a:off x="737230" y="6325893"/>
            <a:ext cx="227685" cy="9525"/>
          </a:xfrm>
          <a:custGeom>
            <a:avLst/>
            <a:gdLst/>
            <a:ahLst/>
            <a:cxnLst/>
            <a:rect l="0" t="0" r="0" b="0"/>
            <a:pathLst>
              <a:path w="227685" h="9525">
                <a:moveTo>
                  <a:pt x="0" y="0"/>
                </a:moveTo>
                <a:lnTo>
                  <a:pt x="227685" y="3193"/>
                </a:lnTo>
              </a:path>
            </a:pathLst>
          </a:custGeom>
          <a:noFill/>
          <a:ln w="6336">
            <a:solidFill>
              <a:srgbClr val="4A6BD2">
                <a:alpha val="11000"/>
              </a:srgbClr>
            </a:solidFill>
            <a:prstDash val="solid"/>
          </a:ln>
        </p:spPr>
      </p:sp>
      <p:sp>
        <p:nvSpPr>
          <p:cNvPr id="605" name="lumia-token-stream-curve">
            <a:extLst>
              <a:ext uri="{FF2B5EF4-FFF2-40B4-BE49-F238E27FC236}">
                <a16:creationId xmlns:a16="http://schemas.microsoft.com/office/drawing/2014/main" id="{993B77E3-E084-4D3E-8856-A461932E4703}"/>
              </a:ext>
            </a:extLst>
          </p:cNvPr>
          <p:cNvSpPr>
            <a:spLocks noGrp="1"/>
          </p:cNvSpPr>
          <p:nvPr/>
        </p:nvSpPr>
        <p:spPr>
          <a:xfrm>
            <a:off x="964915" y="6321094"/>
            <a:ext cx="230069" cy="9525"/>
          </a:xfrm>
          <a:custGeom>
            <a:avLst/>
            <a:gdLst/>
            <a:ahLst/>
            <a:cxnLst/>
            <a:rect l="0" t="0" r="0" b="0"/>
            <a:pathLst>
              <a:path w="230069" h="9525">
                <a:moveTo>
                  <a:pt x="0" y="7992"/>
                </a:moveTo>
                <a:lnTo>
                  <a:pt x="230069" y="0"/>
                </a:lnTo>
              </a:path>
            </a:pathLst>
          </a:custGeom>
          <a:noFill/>
          <a:ln w="6336">
            <a:solidFill>
              <a:srgbClr val="4C64CA">
                <a:alpha val="11000"/>
              </a:srgbClr>
            </a:solidFill>
            <a:prstDash val="solid"/>
          </a:ln>
        </p:spPr>
      </p:sp>
      <p:sp>
        <p:nvSpPr>
          <p:cNvPr id="606" name="lumia-token-stream-curve">
            <a:extLst>
              <a:ext uri="{FF2B5EF4-FFF2-40B4-BE49-F238E27FC236}">
                <a16:creationId xmlns:a16="http://schemas.microsoft.com/office/drawing/2014/main" id="{F9559707-5029-4F94-884A-90D60008913F}"/>
              </a:ext>
            </a:extLst>
          </p:cNvPr>
          <p:cNvSpPr>
            <a:spLocks noGrp="1"/>
          </p:cNvSpPr>
          <p:nvPr/>
        </p:nvSpPr>
        <p:spPr>
          <a:xfrm>
            <a:off x="1194985" y="6302141"/>
            <a:ext cx="232439" cy="18953"/>
          </a:xfrm>
          <a:custGeom>
            <a:avLst/>
            <a:gdLst/>
            <a:ahLst/>
            <a:cxnLst/>
            <a:rect l="0" t="0" r="0" b="0"/>
            <a:pathLst>
              <a:path w="232439" h="18953">
                <a:moveTo>
                  <a:pt x="0" y="18953"/>
                </a:moveTo>
                <a:lnTo>
                  <a:pt x="232439" y="0"/>
                </a:lnTo>
              </a:path>
            </a:pathLst>
          </a:custGeom>
          <a:noFill/>
          <a:ln w="6336">
            <a:solidFill>
              <a:srgbClr val="4E5EC1">
                <a:alpha val="11000"/>
              </a:srgbClr>
            </a:solidFill>
            <a:prstDash val="solid"/>
          </a:ln>
        </p:spPr>
      </p:sp>
      <p:sp>
        <p:nvSpPr>
          <p:cNvPr id="607" name="lumia-token-stream-curve">
            <a:extLst>
              <a:ext uri="{FF2B5EF4-FFF2-40B4-BE49-F238E27FC236}">
                <a16:creationId xmlns:a16="http://schemas.microsoft.com/office/drawing/2014/main" id="{8F276B5E-7879-4F5E-A99B-B8250E41AC64}"/>
              </a:ext>
            </a:extLst>
          </p:cNvPr>
          <p:cNvSpPr>
            <a:spLocks noGrp="1"/>
          </p:cNvSpPr>
          <p:nvPr/>
        </p:nvSpPr>
        <p:spPr>
          <a:xfrm>
            <a:off x="1427424" y="6273246"/>
            <a:ext cx="234795" cy="28894"/>
          </a:xfrm>
          <a:custGeom>
            <a:avLst/>
            <a:gdLst/>
            <a:ahLst/>
            <a:cxnLst/>
            <a:rect l="0" t="0" r="0" b="0"/>
            <a:pathLst>
              <a:path w="234795" h="28894">
                <a:moveTo>
                  <a:pt x="0" y="28894"/>
                </a:moveTo>
                <a:lnTo>
                  <a:pt x="234795" y="0"/>
                </a:lnTo>
              </a:path>
            </a:pathLst>
          </a:custGeom>
          <a:noFill/>
          <a:ln w="6336">
            <a:solidFill>
              <a:srgbClr val="5057B9">
                <a:alpha val="11000"/>
              </a:srgbClr>
            </a:solidFill>
            <a:prstDash val="solid"/>
          </a:ln>
        </p:spPr>
      </p:sp>
      <p:sp>
        <p:nvSpPr>
          <p:cNvPr id="608" name="lumia-token-stream-curve">
            <a:extLst>
              <a:ext uri="{FF2B5EF4-FFF2-40B4-BE49-F238E27FC236}">
                <a16:creationId xmlns:a16="http://schemas.microsoft.com/office/drawing/2014/main" id="{FC187DC0-15F6-4322-8E00-F195BA6FF754}"/>
              </a:ext>
            </a:extLst>
          </p:cNvPr>
          <p:cNvSpPr>
            <a:spLocks noGrp="1"/>
          </p:cNvSpPr>
          <p:nvPr/>
        </p:nvSpPr>
        <p:spPr>
          <a:xfrm>
            <a:off x="1662219" y="6236179"/>
            <a:ext cx="237137" cy="37068"/>
          </a:xfrm>
          <a:custGeom>
            <a:avLst/>
            <a:gdLst/>
            <a:ahLst/>
            <a:cxnLst/>
            <a:rect l="0" t="0" r="0" b="0"/>
            <a:pathLst>
              <a:path w="237137" h="37068">
                <a:moveTo>
                  <a:pt x="0" y="37068"/>
                </a:moveTo>
                <a:lnTo>
                  <a:pt x="237137" y="0"/>
                </a:lnTo>
              </a:path>
            </a:pathLst>
          </a:custGeom>
          <a:noFill/>
          <a:ln w="6336">
            <a:solidFill>
              <a:srgbClr val="5250B0">
                <a:alpha val="11000"/>
              </a:srgbClr>
            </a:solidFill>
            <a:prstDash val="solid"/>
          </a:ln>
        </p:spPr>
      </p:sp>
      <p:sp>
        <p:nvSpPr>
          <p:cNvPr id="609" name="lumia-token-stream-curve">
            <a:extLst>
              <a:ext uri="{FF2B5EF4-FFF2-40B4-BE49-F238E27FC236}">
                <a16:creationId xmlns:a16="http://schemas.microsoft.com/office/drawing/2014/main" id="{3B188E66-4BDC-48C4-91CB-84F67240D9CA}"/>
              </a:ext>
            </a:extLst>
          </p:cNvPr>
          <p:cNvSpPr>
            <a:spLocks noGrp="1"/>
          </p:cNvSpPr>
          <p:nvPr/>
        </p:nvSpPr>
        <p:spPr>
          <a:xfrm>
            <a:off x="1899357" y="6193335"/>
            <a:ext cx="239466" cy="42844"/>
          </a:xfrm>
          <a:custGeom>
            <a:avLst/>
            <a:gdLst/>
            <a:ahLst/>
            <a:cxnLst/>
            <a:rect l="0" t="0" r="0" b="0"/>
            <a:pathLst>
              <a:path w="239466" h="42844">
                <a:moveTo>
                  <a:pt x="0" y="42844"/>
                </a:moveTo>
                <a:lnTo>
                  <a:pt x="239466" y="0"/>
                </a:lnTo>
              </a:path>
            </a:pathLst>
          </a:custGeom>
          <a:noFill/>
          <a:ln w="6336">
            <a:solidFill>
              <a:srgbClr val="544AA8">
                <a:alpha val="11000"/>
              </a:srgbClr>
            </a:solidFill>
            <a:prstDash val="solid"/>
          </a:ln>
        </p:spPr>
      </p:sp>
      <p:sp>
        <p:nvSpPr>
          <p:cNvPr id="610" name="lumia-token-stream-curve">
            <a:extLst>
              <a:ext uri="{FF2B5EF4-FFF2-40B4-BE49-F238E27FC236}">
                <a16:creationId xmlns:a16="http://schemas.microsoft.com/office/drawing/2014/main" id="{83D65ECA-A958-47FF-B55D-91D79F413AB2}"/>
              </a:ext>
            </a:extLst>
          </p:cNvPr>
          <p:cNvSpPr>
            <a:spLocks noGrp="1"/>
          </p:cNvSpPr>
          <p:nvPr/>
        </p:nvSpPr>
        <p:spPr>
          <a:xfrm>
            <a:off x="2138822" y="6147548"/>
            <a:ext cx="241780" cy="45787"/>
          </a:xfrm>
          <a:custGeom>
            <a:avLst/>
            <a:gdLst/>
            <a:ahLst/>
            <a:cxnLst/>
            <a:rect l="0" t="0" r="0" b="0"/>
            <a:pathLst>
              <a:path w="241780" h="45787">
                <a:moveTo>
                  <a:pt x="0" y="45787"/>
                </a:moveTo>
                <a:lnTo>
                  <a:pt x="241780" y="0"/>
                </a:lnTo>
              </a:path>
            </a:pathLst>
          </a:custGeom>
          <a:noFill/>
          <a:ln w="6336">
            <a:solidFill>
              <a:srgbClr val="5643A0">
                <a:alpha val="11000"/>
              </a:srgbClr>
            </a:solidFill>
            <a:prstDash val="solid"/>
          </a:ln>
        </p:spPr>
      </p:sp>
      <p:sp>
        <p:nvSpPr>
          <p:cNvPr id="611" name="lumia-token-stream-curve">
            <a:extLst>
              <a:ext uri="{FF2B5EF4-FFF2-40B4-BE49-F238E27FC236}">
                <a16:creationId xmlns:a16="http://schemas.microsoft.com/office/drawing/2014/main" id="{19FEF06E-4BE3-412D-9DD3-388351732708}"/>
              </a:ext>
            </a:extLst>
          </p:cNvPr>
          <p:cNvSpPr>
            <a:spLocks noGrp="1"/>
          </p:cNvSpPr>
          <p:nvPr/>
        </p:nvSpPr>
        <p:spPr>
          <a:xfrm>
            <a:off x="2380602" y="6101835"/>
            <a:ext cx="244080" cy="45713"/>
          </a:xfrm>
          <a:custGeom>
            <a:avLst/>
            <a:gdLst/>
            <a:ahLst/>
            <a:cxnLst/>
            <a:rect l="0" t="0" r="0" b="0"/>
            <a:pathLst>
              <a:path w="244080" h="45713">
                <a:moveTo>
                  <a:pt x="0" y="45713"/>
                </a:moveTo>
                <a:lnTo>
                  <a:pt x="244080" y="0"/>
                </a:lnTo>
              </a:path>
            </a:pathLst>
          </a:custGeom>
          <a:noFill/>
          <a:ln w="6336">
            <a:solidFill>
              <a:srgbClr val="583D97">
                <a:alpha val="11000"/>
              </a:srgbClr>
            </a:solidFill>
            <a:prstDash val="solid"/>
          </a:ln>
        </p:spPr>
      </p:sp>
      <p:sp>
        <p:nvSpPr>
          <p:cNvPr id="612" name="lumia-token-stream-curve">
            <a:extLst>
              <a:ext uri="{FF2B5EF4-FFF2-40B4-BE49-F238E27FC236}">
                <a16:creationId xmlns:a16="http://schemas.microsoft.com/office/drawing/2014/main" id="{87661F71-D03E-4775-A8CA-41784DD583FD}"/>
              </a:ext>
            </a:extLst>
          </p:cNvPr>
          <p:cNvSpPr>
            <a:spLocks noGrp="1"/>
          </p:cNvSpPr>
          <p:nvPr/>
        </p:nvSpPr>
        <p:spPr>
          <a:xfrm>
            <a:off x="2624682" y="6059105"/>
            <a:ext cx="246366" cy="42730"/>
          </a:xfrm>
          <a:custGeom>
            <a:avLst/>
            <a:gdLst/>
            <a:ahLst/>
            <a:cxnLst/>
            <a:rect l="0" t="0" r="0" b="0"/>
            <a:pathLst>
              <a:path w="246366" h="42730">
                <a:moveTo>
                  <a:pt x="0" y="42730"/>
                </a:moveTo>
                <a:lnTo>
                  <a:pt x="246366" y="0"/>
                </a:lnTo>
              </a:path>
            </a:pathLst>
          </a:custGeom>
          <a:noFill/>
          <a:ln w="6336">
            <a:solidFill>
              <a:srgbClr val="623C8F">
                <a:alpha val="11000"/>
              </a:srgbClr>
            </a:solidFill>
            <a:prstDash val="solid"/>
          </a:ln>
        </p:spPr>
      </p:sp>
      <p:sp>
        <p:nvSpPr>
          <p:cNvPr id="613" name="lumia-token-stream-curve">
            <a:extLst>
              <a:ext uri="{FF2B5EF4-FFF2-40B4-BE49-F238E27FC236}">
                <a16:creationId xmlns:a16="http://schemas.microsoft.com/office/drawing/2014/main" id="{B9D1F5E5-2890-41DE-811B-EAE6FB437E4C}"/>
              </a:ext>
            </a:extLst>
          </p:cNvPr>
          <p:cNvSpPr>
            <a:spLocks noGrp="1"/>
          </p:cNvSpPr>
          <p:nvPr/>
        </p:nvSpPr>
        <p:spPr>
          <a:xfrm>
            <a:off x="2871048" y="6021851"/>
            <a:ext cx="248638" cy="37255"/>
          </a:xfrm>
          <a:custGeom>
            <a:avLst/>
            <a:gdLst/>
            <a:ahLst/>
            <a:cxnLst/>
            <a:rect l="0" t="0" r="0" b="0"/>
            <a:pathLst>
              <a:path w="248638" h="37255">
                <a:moveTo>
                  <a:pt x="0" y="37255"/>
                </a:moveTo>
                <a:lnTo>
                  <a:pt x="248638" y="0"/>
                </a:lnTo>
              </a:path>
            </a:pathLst>
          </a:custGeom>
          <a:noFill/>
          <a:ln w="6336">
            <a:solidFill>
              <a:srgbClr val="6F3C86">
                <a:alpha val="11000"/>
              </a:srgbClr>
            </a:solidFill>
            <a:prstDash val="solid"/>
          </a:ln>
        </p:spPr>
      </p:sp>
      <p:sp>
        <p:nvSpPr>
          <p:cNvPr id="614" name="lumia-token-stream-curve">
            <a:extLst>
              <a:ext uri="{FF2B5EF4-FFF2-40B4-BE49-F238E27FC236}">
                <a16:creationId xmlns:a16="http://schemas.microsoft.com/office/drawing/2014/main" id="{D89C0025-FBA9-48E3-9C04-C1206372FD96}"/>
              </a:ext>
            </a:extLst>
          </p:cNvPr>
          <p:cNvSpPr>
            <a:spLocks noGrp="1"/>
          </p:cNvSpPr>
          <p:nvPr/>
        </p:nvSpPr>
        <p:spPr>
          <a:xfrm>
            <a:off x="3119686" y="5991859"/>
            <a:ext cx="250896" cy="29991"/>
          </a:xfrm>
          <a:custGeom>
            <a:avLst/>
            <a:gdLst/>
            <a:ahLst/>
            <a:cxnLst/>
            <a:rect l="0" t="0" r="0" b="0"/>
            <a:pathLst>
              <a:path w="250896" h="29991">
                <a:moveTo>
                  <a:pt x="0" y="29991"/>
                </a:moveTo>
                <a:lnTo>
                  <a:pt x="250896" y="0"/>
                </a:lnTo>
              </a:path>
            </a:pathLst>
          </a:custGeom>
          <a:noFill/>
          <a:ln w="6336">
            <a:solidFill>
              <a:srgbClr val="7C3D7E">
                <a:alpha val="12000"/>
              </a:srgbClr>
            </a:solidFill>
            <a:prstDash val="solid"/>
          </a:ln>
        </p:spPr>
      </p:sp>
      <p:sp>
        <p:nvSpPr>
          <p:cNvPr id="615" name="lumia-token-stream-curve">
            <a:extLst>
              <a:ext uri="{FF2B5EF4-FFF2-40B4-BE49-F238E27FC236}">
                <a16:creationId xmlns:a16="http://schemas.microsoft.com/office/drawing/2014/main" id="{7885F8AA-9AEE-4F75-AF62-0547141E9B14}"/>
              </a:ext>
            </a:extLst>
          </p:cNvPr>
          <p:cNvSpPr>
            <a:spLocks noGrp="1"/>
          </p:cNvSpPr>
          <p:nvPr/>
        </p:nvSpPr>
        <p:spPr>
          <a:xfrm>
            <a:off x="3370582" y="5969974"/>
            <a:ext cx="253140" cy="21885"/>
          </a:xfrm>
          <a:custGeom>
            <a:avLst/>
            <a:gdLst/>
            <a:ahLst/>
            <a:cxnLst/>
            <a:rect l="0" t="0" r="0" b="0"/>
            <a:pathLst>
              <a:path w="253140" h="21885">
                <a:moveTo>
                  <a:pt x="0" y="21885"/>
                </a:moveTo>
                <a:lnTo>
                  <a:pt x="253140" y="0"/>
                </a:lnTo>
              </a:path>
            </a:pathLst>
          </a:custGeom>
          <a:noFill/>
          <a:ln w="6336">
            <a:solidFill>
              <a:srgbClr val="893E75">
                <a:alpha val="12000"/>
              </a:srgbClr>
            </a:solidFill>
            <a:prstDash val="solid"/>
          </a:ln>
        </p:spPr>
      </p:sp>
      <p:sp>
        <p:nvSpPr>
          <p:cNvPr id="616" name="lumia-token-stream-curve">
            <a:extLst>
              <a:ext uri="{FF2B5EF4-FFF2-40B4-BE49-F238E27FC236}">
                <a16:creationId xmlns:a16="http://schemas.microsoft.com/office/drawing/2014/main" id="{042AB089-7820-43DE-A68A-59C03B2BF53C}"/>
              </a:ext>
            </a:extLst>
          </p:cNvPr>
          <p:cNvSpPr>
            <a:spLocks noGrp="1"/>
          </p:cNvSpPr>
          <p:nvPr/>
        </p:nvSpPr>
        <p:spPr>
          <a:xfrm>
            <a:off x="3623722" y="5955934"/>
            <a:ext cx="255370" cy="14040"/>
          </a:xfrm>
          <a:custGeom>
            <a:avLst/>
            <a:gdLst/>
            <a:ahLst/>
            <a:cxnLst/>
            <a:rect l="0" t="0" r="0" b="0"/>
            <a:pathLst>
              <a:path w="255370" h="14040">
                <a:moveTo>
                  <a:pt x="0" y="14040"/>
                </a:moveTo>
                <a:lnTo>
                  <a:pt x="255370" y="0"/>
                </a:lnTo>
              </a:path>
            </a:pathLst>
          </a:custGeom>
          <a:noFill/>
          <a:ln w="6337">
            <a:solidFill>
              <a:srgbClr val="963E6C">
                <a:alpha val="12000"/>
              </a:srgbClr>
            </a:solidFill>
            <a:prstDash val="solid"/>
          </a:ln>
        </p:spPr>
      </p:sp>
      <p:sp>
        <p:nvSpPr>
          <p:cNvPr id="617" name="lumia-token-stream-curve">
            <a:extLst>
              <a:ext uri="{FF2B5EF4-FFF2-40B4-BE49-F238E27FC236}">
                <a16:creationId xmlns:a16="http://schemas.microsoft.com/office/drawing/2014/main" id="{733F5B26-B3A6-4D44-929F-909BE61BD456}"/>
              </a:ext>
            </a:extLst>
          </p:cNvPr>
          <p:cNvSpPr>
            <a:spLocks noGrp="1"/>
          </p:cNvSpPr>
          <p:nvPr/>
        </p:nvSpPr>
        <p:spPr>
          <a:xfrm>
            <a:off x="3879092" y="5948326"/>
            <a:ext cx="257586" cy="9525"/>
          </a:xfrm>
          <a:custGeom>
            <a:avLst/>
            <a:gdLst/>
            <a:ahLst/>
            <a:cxnLst/>
            <a:rect l="0" t="0" r="0" b="0"/>
            <a:pathLst>
              <a:path w="257586" h="9525">
                <a:moveTo>
                  <a:pt x="0" y="7608"/>
                </a:moveTo>
                <a:lnTo>
                  <a:pt x="257586" y="0"/>
                </a:lnTo>
              </a:path>
            </a:pathLst>
          </a:custGeom>
          <a:noFill/>
          <a:ln w="6356">
            <a:solidFill>
              <a:srgbClr val="A33F64">
                <a:alpha val="13000"/>
              </a:srgbClr>
            </a:solidFill>
            <a:prstDash val="solid"/>
          </a:ln>
        </p:spPr>
      </p:sp>
      <p:sp>
        <p:nvSpPr>
          <p:cNvPr id="618" name="lumia-token-stream-curve">
            <a:extLst>
              <a:ext uri="{FF2B5EF4-FFF2-40B4-BE49-F238E27FC236}">
                <a16:creationId xmlns:a16="http://schemas.microsoft.com/office/drawing/2014/main" id="{4C6CBF48-C746-4628-A068-87A10CE3A2FA}"/>
              </a:ext>
            </a:extLst>
          </p:cNvPr>
          <p:cNvSpPr>
            <a:spLocks noGrp="1"/>
          </p:cNvSpPr>
          <p:nvPr/>
        </p:nvSpPr>
        <p:spPr>
          <a:xfrm>
            <a:off x="4136678" y="5944653"/>
            <a:ext cx="259788" cy="9525"/>
          </a:xfrm>
          <a:custGeom>
            <a:avLst/>
            <a:gdLst/>
            <a:ahLst/>
            <a:cxnLst/>
            <a:rect l="0" t="0" r="0" b="0"/>
            <a:pathLst>
              <a:path w="259788" h="9525">
                <a:moveTo>
                  <a:pt x="0" y="3673"/>
                </a:moveTo>
                <a:lnTo>
                  <a:pt x="259788" y="0"/>
                </a:lnTo>
              </a:path>
            </a:pathLst>
          </a:custGeom>
          <a:noFill/>
          <a:ln w="6400">
            <a:solidFill>
              <a:srgbClr val="B0405B">
                <a:alpha val="13000"/>
              </a:srgbClr>
            </a:solidFill>
            <a:prstDash val="solid"/>
          </a:ln>
        </p:spPr>
      </p:sp>
      <p:sp>
        <p:nvSpPr>
          <p:cNvPr id="619" name="lumia-token-stream-curve">
            <a:extLst>
              <a:ext uri="{FF2B5EF4-FFF2-40B4-BE49-F238E27FC236}">
                <a16:creationId xmlns:a16="http://schemas.microsoft.com/office/drawing/2014/main" id="{FF18838E-2348-4033-8250-A08F7ECFEAC3}"/>
              </a:ext>
            </a:extLst>
          </p:cNvPr>
          <p:cNvSpPr>
            <a:spLocks noGrp="1"/>
          </p:cNvSpPr>
          <p:nvPr/>
        </p:nvSpPr>
        <p:spPr>
          <a:xfrm>
            <a:off x="4396467" y="5941535"/>
            <a:ext cx="261977" cy="9525"/>
          </a:xfrm>
          <a:custGeom>
            <a:avLst/>
            <a:gdLst/>
            <a:ahLst/>
            <a:cxnLst/>
            <a:rect l="0" t="0" r="0" b="0"/>
            <a:pathLst>
              <a:path w="261977" h="9525">
                <a:moveTo>
                  <a:pt x="0" y="3118"/>
                </a:moveTo>
                <a:lnTo>
                  <a:pt x="261977" y="0"/>
                </a:lnTo>
              </a:path>
            </a:pathLst>
          </a:custGeom>
          <a:noFill/>
          <a:ln w="6467">
            <a:solidFill>
              <a:srgbClr val="BD4153">
                <a:alpha val="13000"/>
              </a:srgbClr>
            </a:solidFill>
            <a:prstDash val="solid"/>
          </a:ln>
        </p:spPr>
      </p:sp>
      <p:sp>
        <p:nvSpPr>
          <p:cNvPr id="620" name="lumia-token-stream-curve">
            <a:extLst>
              <a:ext uri="{FF2B5EF4-FFF2-40B4-BE49-F238E27FC236}">
                <a16:creationId xmlns:a16="http://schemas.microsoft.com/office/drawing/2014/main" id="{237C7A2A-5774-4F09-8EC6-27D4BE0374B2}"/>
              </a:ext>
            </a:extLst>
          </p:cNvPr>
          <p:cNvSpPr>
            <a:spLocks noGrp="1"/>
          </p:cNvSpPr>
          <p:nvPr/>
        </p:nvSpPr>
        <p:spPr>
          <a:xfrm>
            <a:off x="4658443" y="5935022"/>
            <a:ext cx="264151" cy="9525"/>
          </a:xfrm>
          <a:custGeom>
            <a:avLst/>
            <a:gdLst/>
            <a:ahLst/>
            <a:cxnLst/>
            <a:rect l="0" t="0" r="0" b="0"/>
            <a:pathLst>
              <a:path w="264151" h="9525">
                <a:moveTo>
                  <a:pt x="0" y="6513"/>
                </a:moveTo>
                <a:lnTo>
                  <a:pt x="264151" y="0"/>
                </a:lnTo>
              </a:path>
            </a:pathLst>
          </a:custGeom>
          <a:noFill/>
          <a:ln w="6554">
            <a:solidFill>
              <a:srgbClr val="CA414A">
                <a:alpha val="14000"/>
              </a:srgbClr>
            </a:solidFill>
            <a:prstDash val="solid"/>
          </a:ln>
        </p:spPr>
      </p:sp>
      <p:sp>
        <p:nvSpPr>
          <p:cNvPr id="621" name="lumia-token-stream-curve">
            <a:extLst>
              <a:ext uri="{FF2B5EF4-FFF2-40B4-BE49-F238E27FC236}">
                <a16:creationId xmlns:a16="http://schemas.microsoft.com/office/drawing/2014/main" id="{20AF9AEA-CABE-4C02-94FF-7E875D2EDC9F}"/>
              </a:ext>
            </a:extLst>
          </p:cNvPr>
          <p:cNvSpPr>
            <a:spLocks noGrp="1"/>
          </p:cNvSpPr>
          <p:nvPr/>
        </p:nvSpPr>
        <p:spPr>
          <a:xfrm>
            <a:off x="4922594" y="5920999"/>
            <a:ext cx="266311" cy="14023"/>
          </a:xfrm>
          <a:custGeom>
            <a:avLst/>
            <a:gdLst/>
            <a:ahLst/>
            <a:cxnLst/>
            <a:rect l="0" t="0" r="0" b="0"/>
            <a:pathLst>
              <a:path w="266311" h="14023">
                <a:moveTo>
                  <a:pt x="0" y="14023"/>
                </a:moveTo>
                <a:lnTo>
                  <a:pt x="266311" y="0"/>
                </a:lnTo>
              </a:path>
            </a:pathLst>
          </a:custGeom>
          <a:noFill/>
          <a:ln w="6660">
            <a:solidFill>
              <a:srgbClr val="D74242">
                <a:alpha val="14000"/>
              </a:srgbClr>
            </a:solidFill>
            <a:prstDash val="solid"/>
          </a:ln>
        </p:spPr>
      </p:sp>
      <p:sp>
        <p:nvSpPr>
          <p:cNvPr id="622" name="lumia-token-stream-curve">
            <a:extLst>
              <a:ext uri="{FF2B5EF4-FFF2-40B4-BE49-F238E27FC236}">
                <a16:creationId xmlns:a16="http://schemas.microsoft.com/office/drawing/2014/main" id="{C241560E-5DC1-48A4-89A6-9844F97C4FEF}"/>
              </a:ext>
            </a:extLst>
          </p:cNvPr>
          <p:cNvSpPr>
            <a:spLocks noGrp="1"/>
          </p:cNvSpPr>
          <p:nvPr/>
        </p:nvSpPr>
        <p:spPr>
          <a:xfrm>
            <a:off x="5188905" y="5895639"/>
            <a:ext cx="268457" cy="25361"/>
          </a:xfrm>
          <a:custGeom>
            <a:avLst/>
            <a:gdLst/>
            <a:ahLst/>
            <a:cxnLst/>
            <a:rect l="0" t="0" r="0" b="0"/>
            <a:pathLst>
              <a:path w="268457" h="25361">
                <a:moveTo>
                  <a:pt x="0" y="25361"/>
                </a:moveTo>
                <a:lnTo>
                  <a:pt x="268457" y="0"/>
                </a:lnTo>
              </a:path>
            </a:pathLst>
          </a:custGeom>
          <a:noFill/>
          <a:ln w="6783">
            <a:solidFill>
              <a:srgbClr val="E44339">
                <a:alpha val="15000"/>
              </a:srgbClr>
            </a:solidFill>
            <a:prstDash val="solid"/>
          </a:ln>
        </p:spPr>
      </p:sp>
      <p:sp>
        <p:nvSpPr>
          <p:cNvPr id="623" name="lumia-token-stream-curve">
            <a:extLst>
              <a:ext uri="{FF2B5EF4-FFF2-40B4-BE49-F238E27FC236}">
                <a16:creationId xmlns:a16="http://schemas.microsoft.com/office/drawing/2014/main" id="{49032B58-338D-461B-A75E-2EC4A6763FDA}"/>
              </a:ext>
            </a:extLst>
          </p:cNvPr>
          <p:cNvSpPr>
            <a:spLocks noGrp="1"/>
          </p:cNvSpPr>
          <p:nvPr/>
        </p:nvSpPr>
        <p:spPr>
          <a:xfrm>
            <a:off x="5457362" y="5855852"/>
            <a:ext cx="270589" cy="39787"/>
          </a:xfrm>
          <a:custGeom>
            <a:avLst/>
            <a:gdLst/>
            <a:ahLst/>
            <a:cxnLst/>
            <a:rect l="0" t="0" r="0" b="0"/>
            <a:pathLst>
              <a:path w="270589" h="39787">
                <a:moveTo>
                  <a:pt x="0" y="39787"/>
                </a:moveTo>
                <a:lnTo>
                  <a:pt x="270589" y="0"/>
                </a:lnTo>
              </a:path>
            </a:pathLst>
          </a:custGeom>
          <a:noFill/>
          <a:ln w="6921">
            <a:solidFill>
              <a:srgbClr val="EB4833">
                <a:alpha val="15000"/>
              </a:srgbClr>
            </a:solidFill>
            <a:prstDash val="solid"/>
          </a:ln>
        </p:spPr>
      </p:sp>
      <p:sp>
        <p:nvSpPr>
          <p:cNvPr id="624" name="lumia-token-stream-curve">
            <a:extLst>
              <a:ext uri="{FF2B5EF4-FFF2-40B4-BE49-F238E27FC236}">
                <a16:creationId xmlns:a16="http://schemas.microsoft.com/office/drawing/2014/main" id="{AF089C75-50EA-4EF7-8699-04DCD449D9D4}"/>
              </a:ext>
            </a:extLst>
          </p:cNvPr>
          <p:cNvSpPr>
            <a:spLocks noGrp="1"/>
          </p:cNvSpPr>
          <p:nvPr/>
        </p:nvSpPr>
        <p:spPr>
          <a:xfrm>
            <a:off x="5727951" y="5799687"/>
            <a:ext cx="272707" cy="56164"/>
          </a:xfrm>
          <a:custGeom>
            <a:avLst/>
            <a:gdLst/>
            <a:ahLst/>
            <a:cxnLst/>
            <a:rect l="0" t="0" r="0" b="0"/>
            <a:pathLst>
              <a:path w="272707" h="56164">
                <a:moveTo>
                  <a:pt x="0" y="56164"/>
                </a:moveTo>
                <a:lnTo>
                  <a:pt x="272707" y="0"/>
                </a:lnTo>
              </a:path>
            </a:pathLst>
          </a:custGeom>
          <a:noFill/>
          <a:ln w="7073">
            <a:solidFill>
              <a:srgbClr val="EC532F">
                <a:alpha val="16000"/>
              </a:srgbClr>
            </a:solidFill>
            <a:prstDash val="solid"/>
          </a:ln>
        </p:spPr>
      </p:sp>
      <p:sp>
        <p:nvSpPr>
          <p:cNvPr id="625" name="lumia-token-stream-curve">
            <a:extLst>
              <a:ext uri="{FF2B5EF4-FFF2-40B4-BE49-F238E27FC236}">
                <a16:creationId xmlns:a16="http://schemas.microsoft.com/office/drawing/2014/main" id="{D1EE42B3-27A6-4D9C-936A-D09E6E0F67FA}"/>
              </a:ext>
            </a:extLst>
          </p:cNvPr>
          <p:cNvSpPr>
            <a:spLocks noGrp="1"/>
          </p:cNvSpPr>
          <p:nvPr/>
        </p:nvSpPr>
        <p:spPr>
          <a:xfrm>
            <a:off x="6000658" y="5726616"/>
            <a:ext cx="274811" cy="73071"/>
          </a:xfrm>
          <a:custGeom>
            <a:avLst/>
            <a:gdLst/>
            <a:ahLst/>
            <a:cxnLst/>
            <a:rect l="0" t="0" r="0" b="0"/>
            <a:pathLst>
              <a:path w="274811" h="73071">
                <a:moveTo>
                  <a:pt x="0" y="73071"/>
                </a:moveTo>
                <a:lnTo>
                  <a:pt x="274811" y="0"/>
                </a:lnTo>
              </a:path>
            </a:pathLst>
          </a:custGeom>
          <a:noFill/>
          <a:ln w="7236">
            <a:solidFill>
              <a:srgbClr val="EE5E2A">
                <a:alpha val="16000"/>
              </a:srgbClr>
            </a:solidFill>
            <a:prstDash val="solid"/>
          </a:ln>
        </p:spPr>
      </p:sp>
      <p:sp>
        <p:nvSpPr>
          <p:cNvPr id="626" name="lumia-token-stream-curve">
            <a:extLst>
              <a:ext uri="{FF2B5EF4-FFF2-40B4-BE49-F238E27FC236}">
                <a16:creationId xmlns:a16="http://schemas.microsoft.com/office/drawing/2014/main" id="{DCED299C-7A82-4327-BAFA-4642A7799E3D}"/>
              </a:ext>
            </a:extLst>
          </p:cNvPr>
          <p:cNvSpPr>
            <a:spLocks noGrp="1"/>
          </p:cNvSpPr>
          <p:nvPr/>
        </p:nvSpPr>
        <p:spPr>
          <a:xfrm>
            <a:off x="6275469" y="5637663"/>
            <a:ext cx="276901" cy="88953"/>
          </a:xfrm>
          <a:custGeom>
            <a:avLst/>
            <a:gdLst/>
            <a:ahLst/>
            <a:cxnLst/>
            <a:rect l="0" t="0" r="0" b="0"/>
            <a:pathLst>
              <a:path w="276901" h="88953">
                <a:moveTo>
                  <a:pt x="0" y="88953"/>
                </a:moveTo>
                <a:lnTo>
                  <a:pt x="276901" y="0"/>
                </a:lnTo>
              </a:path>
            </a:pathLst>
          </a:custGeom>
          <a:noFill/>
          <a:ln w="7410">
            <a:solidFill>
              <a:srgbClr val="EF6926">
                <a:alpha val="17000"/>
              </a:srgbClr>
            </a:solidFill>
            <a:prstDash val="solid"/>
          </a:ln>
        </p:spPr>
      </p:sp>
      <p:sp>
        <p:nvSpPr>
          <p:cNvPr id="627" name="lumia-token-stream-curve">
            <a:extLst>
              <a:ext uri="{FF2B5EF4-FFF2-40B4-BE49-F238E27FC236}">
                <a16:creationId xmlns:a16="http://schemas.microsoft.com/office/drawing/2014/main" id="{92783839-5B39-4F8F-9FBA-D2A0929C85BF}"/>
              </a:ext>
            </a:extLst>
          </p:cNvPr>
          <p:cNvSpPr>
            <a:spLocks noGrp="1"/>
          </p:cNvSpPr>
          <p:nvPr/>
        </p:nvSpPr>
        <p:spPr>
          <a:xfrm>
            <a:off x="6552370" y="5535351"/>
            <a:ext cx="278977" cy="102313"/>
          </a:xfrm>
          <a:custGeom>
            <a:avLst/>
            <a:gdLst/>
            <a:ahLst/>
            <a:cxnLst/>
            <a:rect l="0" t="0" r="0" b="0"/>
            <a:pathLst>
              <a:path w="278977" h="102313">
                <a:moveTo>
                  <a:pt x="0" y="102313"/>
                </a:moveTo>
                <a:lnTo>
                  <a:pt x="278977" y="0"/>
                </a:lnTo>
              </a:path>
            </a:pathLst>
          </a:custGeom>
          <a:noFill/>
          <a:ln w="7591">
            <a:solidFill>
              <a:srgbClr val="F17322">
                <a:alpha val="18000"/>
              </a:srgbClr>
            </a:solidFill>
            <a:prstDash val="solid"/>
          </a:ln>
        </p:spPr>
      </p:sp>
      <p:sp>
        <p:nvSpPr>
          <p:cNvPr id="628" name="lumia-token-stream-curve">
            <a:extLst>
              <a:ext uri="{FF2B5EF4-FFF2-40B4-BE49-F238E27FC236}">
                <a16:creationId xmlns:a16="http://schemas.microsoft.com/office/drawing/2014/main" id="{EBCF58E2-8A83-42D1-86A2-7A51F78F6138}"/>
              </a:ext>
            </a:extLst>
          </p:cNvPr>
          <p:cNvSpPr>
            <a:spLocks noGrp="1"/>
          </p:cNvSpPr>
          <p:nvPr/>
        </p:nvSpPr>
        <p:spPr>
          <a:xfrm>
            <a:off x="6831348" y="5423449"/>
            <a:ext cx="281040" cy="111902"/>
          </a:xfrm>
          <a:custGeom>
            <a:avLst/>
            <a:gdLst/>
            <a:ahLst/>
            <a:cxnLst/>
            <a:rect l="0" t="0" r="0" b="0"/>
            <a:pathLst>
              <a:path w="281040" h="111902">
                <a:moveTo>
                  <a:pt x="0" y="111902"/>
                </a:moveTo>
                <a:lnTo>
                  <a:pt x="281040" y="0"/>
                </a:lnTo>
              </a:path>
            </a:pathLst>
          </a:custGeom>
          <a:noFill/>
          <a:ln w="7778">
            <a:solidFill>
              <a:srgbClr val="F27E1E">
                <a:alpha val="18000"/>
              </a:srgbClr>
            </a:solidFill>
            <a:prstDash val="solid"/>
          </a:ln>
        </p:spPr>
      </p:sp>
      <p:sp>
        <p:nvSpPr>
          <p:cNvPr id="629" name="lumia-token-stream-curve">
            <a:extLst>
              <a:ext uri="{FF2B5EF4-FFF2-40B4-BE49-F238E27FC236}">
                <a16:creationId xmlns:a16="http://schemas.microsoft.com/office/drawing/2014/main" id="{913D0159-206C-4A03-AC99-CA46828972FD}"/>
              </a:ext>
            </a:extLst>
          </p:cNvPr>
          <p:cNvSpPr>
            <a:spLocks noGrp="1"/>
          </p:cNvSpPr>
          <p:nvPr/>
        </p:nvSpPr>
        <p:spPr>
          <a:xfrm>
            <a:off x="7112387" y="5306551"/>
            <a:ext cx="283088" cy="116898"/>
          </a:xfrm>
          <a:custGeom>
            <a:avLst/>
            <a:gdLst/>
            <a:ahLst/>
            <a:cxnLst/>
            <a:rect l="0" t="0" r="0" b="0"/>
            <a:pathLst>
              <a:path w="283088" h="116898">
                <a:moveTo>
                  <a:pt x="0" y="116898"/>
                </a:moveTo>
                <a:lnTo>
                  <a:pt x="283088" y="0"/>
                </a:lnTo>
              </a:path>
            </a:pathLst>
          </a:custGeom>
          <a:noFill/>
          <a:ln w="7970">
            <a:solidFill>
              <a:srgbClr val="F48919">
                <a:alpha val="19000"/>
              </a:srgbClr>
            </a:solidFill>
            <a:prstDash val="solid"/>
          </a:ln>
        </p:spPr>
      </p:sp>
      <p:sp>
        <p:nvSpPr>
          <p:cNvPr id="630" name="lumia-token-stream-curve">
            <a:extLst>
              <a:ext uri="{FF2B5EF4-FFF2-40B4-BE49-F238E27FC236}">
                <a16:creationId xmlns:a16="http://schemas.microsoft.com/office/drawing/2014/main" id="{FD3139DF-CF7B-4961-B2D1-5DD2CEDCADD6}"/>
              </a:ext>
            </a:extLst>
          </p:cNvPr>
          <p:cNvSpPr>
            <a:spLocks noGrp="1"/>
          </p:cNvSpPr>
          <p:nvPr/>
        </p:nvSpPr>
        <p:spPr>
          <a:xfrm>
            <a:off x="7395475" y="5189508"/>
            <a:ext cx="285122" cy="117043"/>
          </a:xfrm>
          <a:custGeom>
            <a:avLst/>
            <a:gdLst/>
            <a:ahLst/>
            <a:cxnLst/>
            <a:rect l="0" t="0" r="0" b="0"/>
            <a:pathLst>
              <a:path w="285122" h="117043">
                <a:moveTo>
                  <a:pt x="0" y="117043"/>
                </a:moveTo>
                <a:lnTo>
                  <a:pt x="285122" y="0"/>
                </a:lnTo>
              </a:path>
            </a:pathLst>
          </a:custGeom>
          <a:noFill/>
          <a:ln w="8164">
            <a:solidFill>
              <a:srgbClr val="F59415">
                <a:alpha val="19000"/>
              </a:srgbClr>
            </a:solidFill>
            <a:prstDash val="solid"/>
          </a:ln>
        </p:spPr>
      </p:sp>
      <p:sp>
        <p:nvSpPr>
          <p:cNvPr id="631" name="lumia-token-stream-curve">
            <a:extLst>
              <a:ext uri="{FF2B5EF4-FFF2-40B4-BE49-F238E27FC236}">
                <a16:creationId xmlns:a16="http://schemas.microsoft.com/office/drawing/2014/main" id="{9DE75FF5-1761-4166-9B9B-E03D41F1A04F}"/>
              </a:ext>
            </a:extLst>
          </p:cNvPr>
          <p:cNvSpPr>
            <a:spLocks noGrp="1"/>
          </p:cNvSpPr>
          <p:nvPr/>
        </p:nvSpPr>
        <p:spPr>
          <a:xfrm>
            <a:off x="7680597" y="5076796"/>
            <a:ext cx="287142" cy="112712"/>
          </a:xfrm>
          <a:custGeom>
            <a:avLst/>
            <a:gdLst/>
            <a:ahLst/>
            <a:cxnLst/>
            <a:rect l="0" t="0" r="0" b="0"/>
            <a:pathLst>
              <a:path w="287142" h="112712">
                <a:moveTo>
                  <a:pt x="0" y="112712"/>
                </a:moveTo>
                <a:lnTo>
                  <a:pt x="287142" y="0"/>
                </a:lnTo>
              </a:path>
            </a:pathLst>
          </a:custGeom>
          <a:noFill/>
          <a:ln w="8359">
            <a:solidFill>
              <a:srgbClr val="F79E11">
                <a:alpha val="20000"/>
              </a:srgbClr>
            </a:solidFill>
            <a:prstDash val="solid"/>
          </a:ln>
        </p:spPr>
      </p:sp>
      <p:sp>
        <p:nvSpPr>
          <p:cNvPr id="632" name="lumia-token-stream-curve">
            <a:extLst>
              <a:ext uri="{FF2B5EF4-FFF2-40B4-BE49-F238E27FC236}">
                <a16:creationId xmlns:a16="http://schemas.microsoft.com/office/drawing/2014/main" id="{04A14DBC-8921-42B8-B25A-0964CB1EE1AB}"/>
              </a:ext>
            </a:extLst>
          </p:cNvPr>
          <p:cNvSpPr>
            <a:spLocks noGrp="1"/>
          </p:cNvSpPr>
          <p:nvPr/>
        </p:nvSpPr>
        <p:spPr>
          <a:xfrm>
            <a:off x="7967739" y="4971892"/>
            <a:ext cx="289148" cy="104904"/>
          </a:xfrm>
          <a:custGeom>
            <a:avLst/>
            <a:gdLst/>
            <a:ahLst/>
            <a:cxnLst/>
            <a:rect l="0" t="0" r="0" b="0"/>
            <a:pathLst>
              <a:path w="289148" h="104904">
                <a:moveTo>
                  <a:pt x="0" y="104904"/>
                </a:moveTo>
                <a:lnTo>
                  <a:pt x="289148" y="0"/>
                </a:lnTo>
              </a:path>
            </a:pathLst>
          </a:custGeom>
          <a:noFill/>
          <a:ln w="8553">
            <a:solidFill>
              <a:srgbClr val="F8A90C">
                <a:alpha val="20000"/>
              </a:srgbClr>
            </a:solidFill>
            <a:prstDash val="solid"/>
          </a:ln>
        </p:spPr>
      </p:sp>
      <p:sp>
        <p:nvSpPr>
          <p:cNvPr id="633" name="lumia-token-stream-curve">
            <a:extLst>
              <a:ext uri="{FF2B5EF4-FFF2-40B4-BE49-F238E27FC236}">
                <a16:creationId xmlns:a16="http://schemas.microsoft.com/office/drawing/2014/main" id="{F240FEC8-9F50-4CE9-A194-23A4B5A16FBF}"/>
              </a:ext>
            </a:extLst>
          </p:cNvPr>
          <p:cNvSpPr>
            <a:spLocks noGrp="1"/>
          </p:cNvSpPr>
          <p:nvPr/>
        </p:nvSpPr>
        <p:spPr>
          <a:xfrm>
            <a:off x="8256887" y="4876742"/>
            <a:ext cx="291140" cy="95149"/>
          </a:xfrm>
          <a:custGeom>
            <a:avLst/>
            <a:gdLst/>
            <a:ahLst/>
            <a:cxnLst/>
            <a:rect l="0" t="0" r="0" b="0"/>
            <a:pathLst>
              <a:path w="291140" h="95149">
                <a:moveTo>
                  <a:pt x="0" y="95149"/>
                </a:moveTo>
                <a:lnTo>
                  <a:pt x="291140" y="0"/>
                </a:lnTo>
              </a:path>
            </a:pathLst>
          </a:custGeom>
          <a:noFill/>
          <a:ln w="8743">
            <a:solidFill>
              <a:srgbClr val="FAB408">
                <a:alpha val="21000"/>
              </a:srgbClr>
            </a:solidFill>
            <a:prstDash val="solid"/>
          </a:ln>
        </p:spPr>
      </p:sp>
      <p:sp>
        <p:nvSpPr>
          <p:cNvPr id="634" name="lumia-token-stream-curve">
            <a:extLst>
              <a:ext uri="{FF2B5EF4-FFF2-40B4-BE49-F238E27FC236}">
                <a16:creationId xmlns:a16="http://schemas.microsoft.com/office/drawing/2014/main" id="{B0A08BB0-D975-447B-BCCD-7A509F66ABDC}"/>
              </a:ext>
            </a:extLst>
          </p:cNvPr>
          <p:cNvSpPr>
            <a:spLocks noGrp="1"/>
          </p:cNvSpPr>
          <p:nvPr/>
        </p:nvSpPr>
        <p:spPr>
          <a:xfrm>
            <a:off x="8548027" y="4791415"/>
            <a:ext cx="293118" cy="85327"/>
          </a:xfrm>
          <a:custGeom>
            <a:avLst/>
            <a:gdLst/>
            <a:ahLst/>
            <a:cxnLst/>
            <a:rect l="0" t="0" r="0" b="0"/>
            <a:pathLst>
              <a:path w="293118" h="85327">
                <a:moveTo>
                  <a:pt x="0" y="85327"/>
                </a:moveTo>
                <a:lnTo>
                  <a:pt x="293118" y="0"/>
                </a:lnTo>
              </a:path>
            </a:pathLst>
          </a:custGeom>
          <a:noFill/>
          <a:ln w="8929">
            <a:solidFill>
              <a:srgbClr val="F7BC07">
                <a:alpha val="21000"/>
              </a:srgbClr>
            </a:solidFill>
            <a:prstDash val="solid"/>
          </a:ln>
        </p:spPr>
      </p:sp>
      <p:sp>
        <p:nvSpPr>
          <p:cNvPr id="635" name="lumia-token-stream-curve">
            <a:extLst>
              <a:ext uri="{FF2B5EF4-FFF2-40B4-BE49-F238E27FC236}">
                <a16:creationId xmlns:a16="http://schemas.microsoft.com/office/drawing/2014/main" id="{5AABF730-DEF4-4796-ADDA-B401F2534C89}"/>
              </a:ext>
            </a:extLst>
          </p:cNvPr>
          <p:cNvSpPr>
            <a:spLocks noGrp="1"/>
          </p:cNvSpPr>
          <p:nvPr/>
        </p:nvSpPr>
        <p:spPr>
          <a:xfrm>
            <a:off x="8841146" y="4713984"/>
            <a:ext cx="295082" cy="77431"/>
          </a:xfrm>
          <a:custGeom>
            <a:avLst/>
            <a:gdLst/>
            <a:ahLst/>
            <a:cxnLst/>
            <a:rect l="0" t="0" r="0" b="0"/>
            <a:pathLst>
              <a:path w="295082" h="77431">
                <a:moveTo>
                  <a:pt x="0" y="77431"/>
                </a:moveTo>
                <a:lnTo>
                  <a:pt x="295082" y="0"/>
                </a:lnTo>
              </a:path>
            </a:pathLst>
          </a:custGeom>
          <a:noFill/>
          <a:ln w="9109">
            <a:solidFill>
              <a:srgbClr val="E5BA0E">
                <a:alpha val="22000"/>
              </a:srgbClr>
            </a:solidFill>
            <a:prstDash val="solid"/>
          </a:ln>
        </p:spPr>
      </p:sp>
      <p:sp>
        <p:nvSpPr>
          <p:cNvPr id="636" name="lumia-token-stream-curve">
            <a:extLst>
              <a:ext uri="{FF2B5EF4-FFF2-40B4-BE49-F238E27FC236}">
                <a16:creationId xmlns:a16="http://schemas.microsoft.com/office/drawing/2014/main" id="{DA98E1FF-F480-498C-84A1-36DE33C0E63F}"/>
              </a:ext>
            </a:extLst>
          </p:cNvPr>
          <p:cNvSpPr>
            <a:spLocks noGrp="1"/>
          </p:cNvSpPr>
          <p:nvPr/>
        </p:nvSpPr>
        <p:spPr>
          <a:xfrm>
            <a:off x="9136228" y="4640690"/>
            <a:ext cx="297033" cy="73293"/>
          </a:xfrm>
          <a:custGeom>
            <a:avLst/>
            <a:gdLst/>
            <a:ahLst/>
            <a:cxnLst/>
            <a:rect l="0" t="0" r="0" b="0"/>
            <a:pathLst>
              <a:path w="297033" h="73293">
                <a:moveTo>
                  <a:pt x="0" y="73293"/>
                </a:moveTo>
                <a:lnTo>
                  <a:pt x="297033" y="0"/>
                </a:lnTo>
              </a:path>
            </a:pathLst>
          </a:custGeom>
          <a:noFill/>
          <a:ln w="9280">
            <a:solidFill>
              <a:srgbClr val="D3B815">
                <a:alpha val="22000"/>
              </a:srgbClr>
            </a:solidFill>
            <a:prstDash val="solid"/>
          </a:ln>
        </p:spPr>
      </p:sp>
      <p:sp>
        <p:nvSpPr>
          <p:cNvPr id="637" name="lumia-token-stream-curve">
            <a:extLst>
              <a:ext uri="{FF2B5EF4-FFF2-40B4-BE49-F238E27FC236}">
                <a16:creationId xmlns:a16="http://schemas.microsoft.com/office/drawing/2014/main" id="{227B7401-BDCA-4E75-863F-397F3C32B5B5}"/>
              </a:ext>
            </a:extLst>
          </p:cNvPr>
          <p:cNvSpPr>
            <a:spLocks noGrp="1"/>
          </p:cNvSpPr>
          <p:nvPr/>
        </p:nvSpPr>
        <p:spPr>
          <a:xfrm>
            <a:off x="9433261" y="4566379"/>
            <a:ext cx="298969" cy="74312"/>
          </a:xfrm>
          <a:custGeom>
            <a:avLst/>
            <a:gdLst/>
            <a:ahLst/>
            <a:cxnLst/>
            <a:rect l="0" t="0" r="0" b="0"/>
            <a:pathLst>
              <a:path w="298969" h="74312">
                <a:moveTo>
                  <a:pt x="0" y="74312"/>
                </a:moveTo>
                <a:lnTo>
                  <a:pt x="298969" y="0"/>
                </a:lnTo>
              </a:path>
            </a:pathLst>
          </a:custGeom>
          <a:noFill/>
          <a:ln w="9440">
            <a:solidFill>
              <a:srgbClr val="C2B61C">
                <a:alpha val="22000"/>
              </a:srgbClr>
            </a:solidFill>
            <a:prstDash val="solid"/>
          </a:ln>
        </p:spPr>
      </p:sp>
      <p:sp>
        <p:nvSpPr>
          <p:cNvPr id="638" name="lumia-token-stream-curve">
            <a:extLst>
              <a:ext uri="{FF2B5EF4-FFF2-40B4-BE49-F238E27FC236}">
                <a16:creationId xmlns:a16="http://schemas.microsoft.com/office/drawing/2014/main" id="{21C44E45-A0F2-460E-B903-4DBE49537BD2}"/>
              </a:ext>
            </a:extLst>
          </p:cNvPr>
          <p:cNvSpPr>
            <a:spLocks noGrp="1"/>
          </p:cNvSpPr>
          <p:nvPr/>
        </p:nvSpPr>
        <p:spPr>
          <a:xfrm>
            <a:off x="9732229" y="4485153"/>
            <a:ext cx="300891" cy="81226"/>
          </a:xfrm>
          <a:custGeom>
            <a:avLst/>
            <a:gdLst/>
            <a:ahLst/>
            <a:cxnLst/>
            <a:rect l="0" t="0" r="0" b="0"/>
            <a:pathLst>
              <a:path w="300891" h="81226">
                <a:moveTo>
                  <a:pt x="0" y="81226"/>
                </a:moveTo>
                <a:lnTo>
                  <a:pt x="300891" y="0"/>
                </a:lnTo>
              </a:path>
            </a:pathLst>
          </a:custGeom>
          <a:noFill/>
          <a:ln w="9589">
            <a:solidFill>
              <a:srgbClr val="B0B422">
                <a:alpha val="23000"/>
              </a:srgbClr>
            </a:solidFill>
            <a:prstDash val="solid"/>
          </a:ln>
        </p:spPr>
      </p:sp>
      <p:sp>
        <p:nvSpPr>
          <p:cNvPr id="639" name="lumia-token-stream-curve">
            <a:extLst>
              <a:ext uri="{FF2B5EF4-FFF2-40B4-BE49-F238E27FC236}">
                <a16:creationId xmlns:a16="http://schemas.microsoft.com/office/drawing/2014/main" id="{0520AD30-891E-4ED8-9302-E392FF5E1E1E}"/>
              </a:ext>
            </a:extLst>
          </p:cNvPr>
          <p:cNvSpPr>
            <a:spLocks noGrp="1"/>
          </p:cNvSpPr>
          <p:nvPr/>
        </p:nvSpPr>
        <p:spPr>
          <a:xfrm>
            <a:off x="10033120" y="4391186"/>
            <a:ext cx="302799" cy="93967"/>
          </a:xfrm>
          <a:custGeom>
            <a:avLst/>
            <a:gdLst/>
            <a:ahLst/>
            <a:cxnLst/>
            <a:rect l="0" t="0" r="0" b="0"/>
            <a:pathLst>
              <a:path w="302799" h="93967">
                <a:moveTo>
                  <a:pt x="0" y="93967"/>
                </a:moveTo>
                <a:lnTo>
                  <a:pt x="302799" y="0"/>
                </a:lnTo>
              </a:path>
            </a:pathLst>
          </a:custGeom>
          <a:noFill/>
          <a:ln w="9724">
            <a:solidFill>
              <a:srgbClr val="9EB329">
                <a:alpha val="23000"/>
              </a:srgbClr>
            </a:solidFill>
            <a:prstDash val="solid"/>
          </a:ln>
        </p:spPr>
      </p:sp>
      <p:sp>
        <p:nvSpPr>
          <p:cNvPr id="640" name="lumia-token-stream-curve">
            <a:extLst>
              <a:ext uri="{FF2B5EF4-FFF2-40B4-BE49-F238E27FC236}">
                <a16:creationId xmlns:a16="http://schemas.microsoft.com/office/drawing/2014/main" id="{5747EE0A-7806-416A-A966-47F3C39833FF}"/>
              </a:ext>
            </a:extLst>
          </p:cNvPr>
          <p:cNvSpPr>
            <a:spLocks noGrp="1"/>
          </p:cNvSpPr>
          <p:nvPr/>
        </p:nvSpPr>
        <p:spPr>
          <a:xfrm>
            <a:off x="10335919" y="4279562"/>
            <a:ext cx="304693" cy="111624"/>
          </a:xfrm>
          <a:custGeom>
            <a:avLst/>
            <a:gdLst/>
            <a:ahLst/>
            <a:cxnLst/>
            <a:rect l="0" t="0" r="0" b="0"/>
            <a:pathLst>
              <a:path w="304693" h="111624">
                <a:moveTo>
                  <a:pt x="0" y="111624"/>
                </a:moveTo>
                <a:lnTo>
                  <a:pt x="304693" y="0"/>
                </a:lnTo>
              </a:path>
            </a:pathLst>
          </a:custGeom>
          <a:noFill/>
          <a:ln w="9843">
            <a:solidFill>
              <a:srgbClr val="8CB130">
                <a:alpha val="23000"/>
              </a:srgbClr>
            </a:solidFill>
            <a:prstDash val="solid"/>
          </a:ln>
        </p:spPr>
      </p:sp>
      <p:sp>
        <p:nvSpPr>
          <p:cNvPr id="641" name="lumia-token-stream-curve">
            <a:extLst>
              <a:ext uri="{FF2B5EF4-FFF2-40B4-BE49-F238E27FC236}">
                <a16:creationId xmlns:a16="http://schemas.microsoft.com/office/drawing/2014/main" id="{B364654C-713C-42D5-BF41-0CDEC32F181E}"/>
              </a:ext>
            </a:extLst>
          </p:cNvPr>
          <p:cNvSpPr>
            <a:spLocks noGrp="1"/>
          </p:cNvSpPr>
          <p:nvPr/>
        </p:nvSpPr>
        <p:spPr>
          <a:xfrm>
            <a:off x="10640612" y="4147030"/>
            <a:ext cx="306573" cy="132532"/>
          </a:xfrm>
          <a:custGeom>
            <a:avLst/>
            <a:gdLst/>
            <a:ahLst/>
            <a:cxnLst/>
            <a:rect l="0" t="0" r="0" b="0"/>
            <a:pathLst>
              <a:path w="306573" h="132532">
                <a:moveTo>
                  <a:pt x="0" y="132532"/>
                </a:moveTo>
                <a:lnTo>
                  <a:pt x="306573" y="0"/>
                </a:lnTo>
              </a:path>
            </a:pathLst>
          </a:custGeom>
          <a:noFill/>
          <a:ln w="9944">
            <a:solidFill>
              <a:srgbClr val="7BAF37">
                <a:alpha val="24000"/>
              </a:srgbClr>
            </a:solidFill>
            <a:prstDash val="solid"/>
          </a:ln>
        </p:spPr>
      </p:sp>
      <p:sp>
        <p:nvSpPr>
          <p:cNvPr id="642" name="lumia-token-stream-curve">
            <a:extLst>
              <a:ext uri="{FF2B5EF4-FFF2-40B4-BE49-F238E27FC236}">
                <a16:creationId xmlns:a16="http://schemas.microsoft.com/office/drawing/2014/main" id="{44BE8152-DF00-45E4-B06B-6EF1C63C7E42}"/>
              </a:ext>
            </a:extLst>
          </p:cNvPr>
          <p:cNvSpPr>
            <a:spLocks noGrp="1"/>
          </p:cNvSpPr>
          <p:nvPr/>
        </p:nvSpPr>
        <p:spPr>
          <a:xfrm>
            <a:off x="10947186" y="3992554"/>
            <a:ext cx="308439" cy="154477"/>
          </a:xfrm>
          <a:custGeom>
            <a:avLst/>
            <a:gdLst/>
            <a:ahLst/>
            <a:cxnLst/>
            <a:rect l="0" t="0" r="0" b="0"/>
            <a:pathLst>
              <a:path w="308439" h="154477">
                <a:moveTo>
                  <a:pt x="0" y="154477"/>
                </a:moveTo>
                <a:lnTo>
                  <a:pt x="308439" y="0"/>
                </a:lnTo>
              </a:path>
            </a:pathLst>
          </a:custGeom>
          <a:noFill/>
          <a:ln w="10026">
            <a:solidFill>
              <a:srgbClr val="69AD3E">
                <a:alpha val="24000"/>
              </a:srgbClr>
            </a:solidFill>
            <a:prstDash val="solid"/>
          </a:ln>
        </p:spPr>
      </p:sp>
      <p:sp>
        <p:nvSpPr>
          <p:cNvPr id="643" name="lumia-token-stream-curve">
            <a:extLst>
              <a:ext uri="{FF2B5EF4-FFF2-40B4-BE49-F238E27FC236}">
                <a16:creationId xmlns:a16="http://schemas.microsoft.com/office/drawing/2014/main" id="{3A35D46F-5460-442D-ACAD-2D8F31549B08}"/>
              </a:ext>
            </a:extLst>
          </p:cNvPr>
          <p:cNvSpPr>
            <a:spLocks noGrp="1"/>
          </p:cNvSpPr>
          <p:nvPr/>
        </p:nvSpPr>
        <p:spPr>
          <a:xfrm>
            <a:off x="11255625" y="3817544"/>
            <a:ext cx="310292" cy="175010"/>
          </a:xfrm>
          <a:custGeom>
            <a:avLst/>
            <a:gdLst/>
            <a:ahLst/>
            <a:cxnLst/>
            <a:rect l="0" t="0" r="0" b="0"/>
            <a:pathLst>
              <a:path w="310292" h="175010">
                <a:moveTo>
                  <a:pt x="0" y="175010"/>
                </a:moveTo>
                <a:lnTo>
                  <a:pt x="310292" y="0"/>
                </a:lnTo>
              </a:path>
            </a:pathLst>
          </a:custGeom>
          <a:noFill/>
          <a:ln w="10087">
            <a:solidFill>
              <a:srgbClr val="57AC45">
                <a:alpha val="24000"/>
              </a:srgbClr>
            </a:solidFill>
            <a:prstDash val="solid"/>
          </a:ln>
        </p:spPr>
      </p:sp>
      <p:sp>
        <p:nvSpPr>
          <p:cNvPr id="644" name="lumia-token-stream-curve">
            <a:extLst>
              <a:ext uri="{FF2B5EF4-FFF2-40B4-BE49-F238E27FC236}">
                <a16:creationId xmlns:a16="http://schemas.microsoft.com/office/drawing/2014/main" id="{C9CA59FC-150A-476C-919F-3C2FBFFD62FA}"/>
              </a:ext>
            </a:extLst>
          </p:cNvPr>
          <p:cNvSpPr>
            <a:spLocks noGrp="1"/>
          </p:cNvSpPr>
          <p:nvPr/>
        </p:nvSpPr>
        <p:spPr>
          <a:xfrm>
            <a:off x="11565916" y="3625735"/>
            <a:ext cx="312130" cy="191809"/>
          </a:xfrm>
          <a:custGeom>
            <a:avLst/>
            <a:gdLst/>
            <a:ahLst/>
            <a:cxnLst/>
            <a:rect l="0" t="0" r="0" b="0"/>
            <a:pathLst>
              <a:path w="312130" h="191809">
                <a:moveTo>
                  <a:pt x="0" y="191809"/>
                </a:moveTo>
                <a:lnTo>
                  <a:pt x="312130" y="0"/>
                </a:lnTo>
              </a:path>
            </a:pathLst>
          </a:custGeom>
          <a:noFill/>
          <a:ln w="10125">
            <a:solidFill>
              <a:srgbClr val="46AA4C">
                <a:alpha val="24000"/>
              </a:srgbClr>
            </a:solidFill>
            <a:prstDash val="solid"/>
          </a:ln>
        </p:spPr>
      </p:sp>
      <p:sp>
        <p:nvSpPr>
          <p:cNvPr id="645" name="lumia-token-stream-curve">
            <a:extLst>
              <a:ext uri="{FF2B5EF4-FFF2-40B4-BE49-F238E27FC236}">
                <a16:creationId xmlns:a16="http://schemas.microsoft.com/office/drawing/2014/main" id="{F50795A1-66E1-4CED-A2C9-566A9CA32C3F}"/>
              </a:ext>
            </a:extLst>
          </p:cNvPr>
          <p:cNvSpPr>
            <a:spLocks noGrp="1"/>
          </p:cNvSpPr>
          <p:nvPr/>
        </p:nvSpPr>
        <p:spPr>
          <a:xfrm>
            <a:off x="11878046" y="3422684"/>
            <a:ext cx="313954" cy="203051"/>
          </a:xfrm>
          <a:custGeom>
            <a:avLst/>
            <a:gdLst/>
            <a:ahLst/>
            <a:cxnLst/>
            <a:rect l="0" t="0" r="0" b="0"/>
            <a:pathLst>
              <a:path w="313954" h="203051">
                <a:moveTo>
                  <a:pt x="0" y="203051"/>
                </a:moveTo>
                <a:lnTo>
                  <a:pt x="313954" y="0"/>
                </a:lnTo>
              </a:path>
            </a:pathLst>
          </a:custGeom>
          <a:noFill/>
          <a:ln w="10138">
            <a:solidFill>
              <a:srgbClr val="34A853">
                <a:alpha val="24000"/>
              </a:srgbClr>
            </a:solidFill>
            <a:prstDash val="solid"/>
          </a:ln>
        </p:spPr>
      </p:sp>
      <p:sp>
        <p:nvSpPr>
          <p:cNvPr id="646" name="lumia-token-stream-curve">
            <a:extLst>
              <a:ext uri="{FF2B5EF4-FFF2-40B4-BE49-F238E27FC236}">
                <a16:creationId xmlns:a16="http://schemas.microsoft.com/office/drawing/2014/main" id="{AB9D8D53-F826-4A9D-8DEF-ABDF7EB51DAA}"/>
              </a:ext>
            </a:extLst>
          </p:cNvPr>
          <p:cNvSpPr>
            <a:spLocks noGrp="1"/>
          </p:cNvSpPr>
          <p:nvPr/>
        </p:nvSpPr>
        <p:spPr>
          <a:xfrm>
            <a:off x="0" y="6572762"/>
            <a:ext cx="158527" cy="9525"/>
          </a:xfrm>
          <a:custGeom>
            <a:avLst/>
            <a:gdLst/>
            <a:ahLst/>
            <a:cxnLst/>
            <a:rect l="0" t="0" r="0" b="0"/>
            <a:pathLst>
              <a:path w="158527" h="9525">
                <a:moveTo>
                  <a:pt x="0" y="0"/>
                </a:moveTo>
                <a:lnTo>
                  <a:pt x="158527" y="3870"/>
                </a:lnTo>
              </a:path>
            </a:pathLst>
          </a:custGeom>
          <a:noFill/>
          <a:ln w="6560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647" name="lumia-token-stream-curve">
            <a:extLst>
              <a:ext uri="{FF2B5EF4-FFF2-40B4-BE49-F238E27FC236}">
                <a16:creationId xmlns:a16="http://schemas.microsoft.com/office/drawing/2014/main" id="{7E33E67A-72AC-425C-9216-2AAEB06AF234}"/>
              </a:ext>
            </a:extLst>
          </p:cNvPr>
          <p:cNvSpPr>
            <a:spLocks noGrp="1"/>
          </p:cNvSpPr>
          <p:nvPr/>
        </p:nvSpPr>
        <p:spPr>
          <a:xfrm>
            <a:off x="158527" y="6570924"/>
            <a:ext cx="216233" cy="9525"/>
          </a:xfrm>
          <a:custGeom>
            <a:avLst/>
            <a:gdLst/>
            <a:ahLst/>
            <a:cxnLst/>
            <a:rect l="0" t="0" r="0" b="0"/>
            <a:pathLst>
              <a:path w="216233" h="9525">
                <a:moveTo>
                  <a:pt x="0" y="5708"/>
                </a:moveTo>
                <a:lnTo>
                  <a:pt x="216233" y="0"/>
                </a:lnTo>
              </a:path>
            </a:pathLst>
          </a:custGeom>
          <a:noFill/>
          <a:ln w="6560">
            <a:solidFill>
              <a:srgbClr val="447EEC">
                <a:alpha val="12000"/>
              </a:srgbClr>
            </a:solidFill>
            <a:prstDash val="solid"/>
          </a:ln>
        </p:spPr>
      </p:sp>
      <p:sp>
        <p:nvSpPr>
          <p:cNvPr id="648" name="lumia-token-stream-curve">
            <a:extLst>
              <a:ext uri="{FF2B5EF4-FFF2-40B4-BE49-F238E27FC236}">
                <a16:creationId xmlns:a16="http://schemas.microsoft.com/office/drawing/2014/main" id="{CEF31193-78F5-4B9B-B8BB-3218C7C3F8FB}"/>
              </a:ext>
            </a:extLst>
          </p:cNvPr>
          <p:cNvSpPr>
            <a:spLocks noGrp="1"/>
          </p:cNvSpPr>
          <p:nvPr/>
        </p:nvSpPr>
        <p:spPr>
          <a:xfrm>
            <a:off x="374760" y="6555707"/>
            <a:ext cx="218718" cy="15218"/>
          </a:xfrm>
          <a:custGeom>
            <a:avLst/>
            <a:gdLst/>
            <a:ahLst/>
            <a:cxnLst/>
            <a:rect l="0" t="0" r="0" b="0"/>
            <a:pathLst>
              <a:path w="218718" h="15218">
                <a:moveTo>
                  <a:pt x="0" y="15218"/>
                </a:moveTo>
                <a:lnTo>
                  <a:pt x="218718" y="0"/>
                </a:lnTo>
              </a:path>
            </a:pathLst>
          </a:custGeom>
          <a:noFill/>
          <a:ln w="6560">
            <a:solidFill>
              <a:srgbClr val="4678E3">
                <a:alpha val="12000"/>
              </a:srgbClr>
            </a:solidFill>
            <a:prstDash val="solid"/>
          </a:ln>
        </p:spPr>
      </p:sp>
      <p:sp>
        <p:nvSpPr>
          <p:cNvPr id="649" name="lumia-token-stream-curve">
            <a:extLst>
              <a:ext uri="{FF2B5EF4-FFF2-40B4-BE49-F238E27FC236}">
                <a16:creationId xmlns:a16="http://schemas.microsoft.com/office/drawing/2014/main" id="{235A84B8-5431-4701-B23C-0E2B0912E760}"/>
              </a:ext>
            </a:extLst>
          </p:cNvPr>
          <p:cNvSpPr>
            <a:spLocks noGrp="1"/>
          </p:cNvSpPr>
          <p:nvPr/>
        </p:nvSpPr>
        <p:spPr>
          <a:xfrm>
            <a:off x="593478" y="6531702"/>
            <a:ext cx="221192" cy="24004"/>
          </a:xfrm>
          <a:custGeom>
            <a:avLst/>
            <a:gdLst/>
            <a:ahLst/>
            <a:cxnLst/>
            <a:rect l="0" t="0" r="0" b="0"/>
            <a:pathLst>
              <a:path w="221192" h="24004">
                <a:moveTo>
                  <a:pt x="0" y="24004"/>
                </a:moveTo>
                <a:lnTo>
                  <a:pt x="221192" y="0"/>
                </a:lnTo>
              </a:path>
            </a:pathLst>
          </a:custGeom>
          <a:noFill/>
          <a:ln w="6560">
            <a:solidFill>
              <a:srgbClr val="4871DB">
                <a:alpha val="12000"/>
              </a:srgbClr>
            </a:solidFill>
            <a:prstDash val="solid"/>
          </a:ln>
        </p:spPr>
      </p:sp>
      <p:sp>
        <p:nvSpPr>
          <p:cNvPr id="650" name="lumia-token-stream-curve">
            <a:extLst>
              <a:ext uri="{FF2B5EF4-FFF2-40B4-BE49-F238E27FC236}">
                <a16:creationId xmlns:a16="http://schemas.microsoft.com/office/drawing/2014/main" id="{27E68698-78D8-49B9-BA2A-A8470E063418}"/>
              </a:ext>
            </a:extLst>
          </p:cNvPr>
          <p:cNvSpPr>
            <a:spLocks noGrp="1"/>
          </p:cNvSpPr>
          <p:nvPr/>
        </p:nvSpPr>
        <p:spPr>
          <a:xfrm>
            <a:off x="814671" y="6500275"/>
            <a:ext cx="223655" cy="31427"/>
          </a:xfrm>
          <a:custGeom>
            <a:avLst/>
            <a:gdLst/>
            <a:ahLst/>
            <a:cxnLst/>
            <a:rect l="0" t="0" r="0" b="0"/>
            <a:pathLst>
              <a:path w="223655" h="31427">
                <a:moveTo>
                  <a:pt x="0" y="31427"/>
                </a:moveTo>
                <a:lnTo>
                  <a:pt x="223655" y="0"/>
                </a:lnTo>
              </a:path>
            </a:pathLst>
          </a:custGeom>
          <a:noFill/>
          <a:ln w="6560">
            <a:solidFill>
              <a:srgbClr val="4A6BD2">
                <a:alpha val="12000"/>
              </a:srgbClr>
            </a:solidFill>
            <a:prstDash val="solid"/>
          </a:ln>
        </p:spPr>
      </p:sp>
      <p:sp>
        <p:nvSpPr>
          <p:cNvPr id="651" name="lumia-token-stream-curve">
            <a:extLst>
              <a:ext uri="{FF2B5EF4-FFF2-40B4-BE49-F238E27FC236}">
                <a16:creationId xmlns:a16="http://schemas.microsoft.com/office/drawing/2014/main" id="{286F3645-9F15-49A3-A3E0-7BA3BBE2BC35}"/>
              </a:ext>
            </a:extLst>
          </p:cNvPr>
          <p:cNvSpPr>
            <a:spLocks noGrp="1"/>
          </p:cNvSpPr>
          <p:nvPr/>
        </p:nvSpPr>
        <p:spPr>
          <a:xfrm>
            <a:off x="1038326" y="6463356"/>
            <a:ext cx="226107" cy="36919"/>
          </a:xfrm>
          <a:custGeom>
            <a:avLst/>
            <a:gdLst/>
            <a:ahLst/>
            <a:cxnLst/>
            <a:rect l="0" t="0" r="0" b="0"/>
            <a:pathLst>
              <a:path w="226107" h="36919">
                <a:moveTo>
                  <a:pt x="0" y="36919"/>
                </a:moveTo>
                <a:lnTo>
                  <a:pt x="226107" y="0"/>
                </a:lnTo>
              </a:path>
            </a:pathLst>
          </a:custGeom>
          <a:noFill/>
          <a:ln w="6560">
            <a:solidFill>
              <a:srgbClr val="4C64CA">
                <a:alpha val="12000"/>
              </a:srgbClr>
            </a:solidFill>
            <a:prstDash val="solid"/>
          </a:ln>
        </p:spPr>
      </p:sp>
      <p:sp>
        <p:nvSpPr>
          <p:cNvPr id="652" name="lumia-token-stream-curve">
            <a:extLst>
              <a:ext uri="{FF2B5EF4-FFF2-40B4-BE49-F238E27FC236}">
                <a16:creationId xmlns:a16="http://schemas.microsoft.com/office/drawing/2014/main" id="{BF6D7250-88D0-4328-9BD2-B81BA5B614C5}"/>
              </a:ext>
            </a:extLst>
          </p:cNvPr>
          <p:cNvSpPr>
            <a:spLocks noGrp="1"/>
          </p:cNvSpPr>
          <p:nvPr/>
        </p:nvSpPr>
        <p:spPr>
          <a:xfrm>
            <a:off x="1264433" y="6423312"/>
            <a:ext cx="228548" cy="40044"/>
          </a:xfrm>
          <a:custGeom>
            <a:avLst/>
            <a:gdLst/>
            <a:ahLst/>
            <a:cxnLst/>
            <a:rect l="0" t="0" r="0" b="0"/>
            <a:pathLst>
              <a:path w="228548" h="40044">
                <a:moveTo>
                  <a:pt x="0" y="40044"/>
                </a:moveTo>
                <a:lnTo>
                  <a:pt x="228548" y="0"/>
                </a:lnTo>
              </a:path>
            </a:pathLst>
          </a:custGeom>
          <a:noFill/>
          <a:ln w="6560">
            <a:solidFill>
              <a:srgbClr val="4E5EC1">
                <a:alpha val="12000"/>
              </a:srgbClr>
            </a:solidFill>
            <a:prstDash val="solid"/>
          </a:ln>
        </p:spPr>
      </p:sp>
      <p:sp>
        <p:nvSpPr>
          <p:cNvPr id="653" name="lumia-token-stream-curve">
            <a:extLst>
              <a:ext uri="{FF2B5EF4-FFF2-40B4-BE49-F238E27FC236}">
                <a16:creationId xmlns:a16="http://schemas.microsoft.com/office/drawing/2014/main" id="{9C9A9CFE-8ACB-4FDA-81A2-A23EB9276514}"/>
              </a:ext>
            </a:extLst>
          </p:cNvPr>
          <p:cNvSpPr>
            <a:spLocks noGrp="1"/>
          </p:cNvSpPr>
          <p:nvPr/>
        </p:nvSpPr>
        <p:spPr>
          <a:xfrm>
            <a:off x="1492982" y="6382767"/>
            <a:ext cx="230978" cy="40545"/>
          </a:xfrm>
          <a:custGeom>
            <a:avLst/>
            <a:gdLst/>
            <a:ahLst/>
            <a:cxnLst/>
            <a:rect l="0" t="0" r="0" b="0"/>
            <a:pathLst>
              <a:path w="230978" h="40545">
                <a:moveTo>
                  <a:pt x="0" y="40545"/>
                </a:moveTo>
                <a:lnTo>
                  <a:pt x="230978" y="0"/>
                </a:lnTo>
              </a:path>
            </a:pathLst>
          </a:custGeom>
          <a:noFill/>
          <a:ln w="6560">
            <a:solidFill>
              <a:srgbClr val="5057B9">
                <a:alpha val="12000"/>
              </a:srgbClr>
            </a:solidFill>
            <a:prstDash val="solid"/>
          </a:ln>
        </p:spPr>
      </p:sp>
      <p:sp>
        <p:nvSpPr>
          <p:cNvPr id="654" name="lumia-token-stream-curve">
            <a:extLst>
              <a:ext uri="{FF2B5EF4-FFF2-40B4-BE49-F238E27FC236}">
                <a16:creationId xmlns:a16="http://schemas.microsoft.com/office/drawing/2014/main" id="{D904EDE5-D0FD-4614-A69F-5C7E3D0F232E}"/>
              </a:ext>
            </a:extLst>
          </p:cNvPr>
          <p:cNvSpPr>
            <a:spLocks noGrp="1"/>
          </p:cNvSpPr>
          <p:nvPr/>
        </p:nvSpPr>
        <p:spPr>
          <a:xfrm>
            <a:off x="1723960" y="6344374"/>
            <a:ext cx="233397" cy="38393"/>
          </a:xfrm>
          <a:custGeom>
            <a:avLst/>
            <a:gdLst/>
            <a:ahLst/>
            <a:cxnLst/>
            <a:rect l="0" t="0" r="0" b="0"/>
            <a:pathLst>
              <a:path w="233397" h="38393">
                <a:moveTo>
                  <a:pt x="0" y="38393"/>
                </a:moveTo>
                <a:lnTo>
                  <a:pt x="233397" y="0"/>
                </a:lnTo>
              </a:path>
            </a:pathLst>
          </a:custGeom>
          <a:noFill/>
          <a:ln w="6560">
            <a:solidFill>
              <a:srgbClr val="5250B0">
                <a:alpha val="12000"/>
              </a:srgbClr>
            </a:solidFill>
            <a:prstDash val="solid"/>
          </a:ln>
        </p:spPr>
      </p:sp>
      <p:sp>
        <p:nvSpPr>
          <p:cNvPr id="655" name="lumia-token-stream-curve">
            <a:extLst>
              <a:ext uri="{FF2B5EF4-FFF2-40B4-BE49-F238E27FC236}">
                <a16:creationId xmlns:a16="http://schemas.microsoft.com/office/drawing/2014/main" id="{97D2B4D0-2856-43E5-A196-256755AC5651}"/>
              </a:ext>
            </a:extLst>
          </p:cNvPr>
          <p:cNvSpPr>
            <a:spLocks noGrp="1"/>
          </p:cNvSpPr>
          <p:nvPr/>
        </p:nvSpPr>
        <p:spPr>
          <a:xfrm>
            <a:off x="1957357" y="6310571"/>
            <a:ext cx="235805" cy="33803"/>
          </a:xfrm>
          <a:custGeom>
            <a:avLst/>
            <a:gdLst/>
            <a:ahLst/>
            <a:cxnLst/>
            <a:rect l="0" t="0" r="0" b="0"/>
            <a:pathLst>
              <a:path w="235805" h="33803">
                <a:moveTo>
                  <a:pt x="0" y="33803"/>
                </a:moveTo>
                <a:lnTo>
                  <a:pt x="235805" y="0"/>
                </a:lnTo>
              </a:path>
            </a:pathLst>
          </a:custGeom>
          <a:noFill/>
          <a:ln w="6560">
            <a:solidFill>
              <a:srgbClr val="544AA8">
                <a:alpha val="12000"/>
              </a:srgbClr>
            </a:solidFill>
            <a:prstDash val="solid"/>
          </a:ln>
        </p:spPr>
      </p:sp>
      <p:sp>
        <p:nvSpPr>
          <p:cNvPr id="656" name="lumia-token-stream-curve">
            <a:extLst>
              <a:ext uri="{FF2B5EF4-FFF2-40B4-BE49-F238E27FC236}">
                <a16:creationId xmlns:a16="http://schemas.microsoft.com/office/drawing/2014/main" id="{5CD910D5-3922-49DB-A894-A868C2C74C2D}"/>
              </a:ext>
            </a:extLst>
          </p:cNvPr>
          <p:cNvSpPr>
            <a:spLocks noGrp="1"/>
          </p:cNvSpPr>
          <p:nvPr/>
        </p:nvSpPr>
        <p:spPr>
          <a:xfrm>
            <a:off x="2193162" y="6283330"/>
            <a:ext cx="238201" cy="27241"/>
          </a:xfrm>
          <a:custGeom>
            <a:avLst/>
            <a:gdLst/>
            <a:ahLst/>
            <a:cxnLst/>
            <a:rect l="0" t="0" r="0" b="0"/>
            <a:pathLst>
              <a:path w="238201" h="27241">
                <a:moveTo>
                  <a:pt x="0" y="27241"/>
                </a:moveTo>
                <a:lnTo>
                  <a:pt x="238201" y="0"/>
                </a:lnTo>
              </a:path>
            </a:pathLst>
          </a:custGeom>
          <a:noFill/>
          <a:ln w="6560">
            <a:solidFill>
              <a:srgbClr val="5643A0">
                <a:alpha val="12000"/>
              </a:srgbClr>
            </a:solidFill>
            <a:prstDash val="solid"/>
          </a:ln>
        </p:spPr>
      </p:sp>
      <p:sp>
        <p:nvSpPr>
          <p:cNvPr id="657" name="lumia-token-stream-curve">
            <a:extLst>
              <a:ext uri="{FF2B5EF4-FFF2-40B4-BE49-F238E27FC236}">
                <a16:creationId xmlns:a16="http://schemas.microsoft.com/office/drawing/2014/main" id="{B40A9DCD-A59A-4A1B-A0D3-AF8CC52140E9}"/>
              </a:ext>
            </a:extLst>
          </p:cNvPr>
          <p:cNvSpPr>
            <a:spLocks noGrp="1"/>
          </p:cNvSpPr>
          <p:nvPr/>
        </p:nvSpPr>
        <p:spPr>
          <a:xfrm>
            <a:off x="2431363" y="6263927"/>
            <a:ext cx="240587" cy="19403"/>
          </a:xfrm>
          <a:custGeom>
            <a:avLst/>
            <a:gdLst/>
            <a:ahLst/>
            <a:cxnLst/>
            <a:rect l="0" t="0" r="0" b="0"/>
            <a:pathLst>
              <a:path w="240587" h="19403">
                <a:moveTo>
                  <a:pt x="0" y="19403"/>
                </a:moveTo>
                <a:lnTo>
                  <a:pt x="240587" y="0"/>
                </a:lnTo>
              </a:path>
            </a:pathLst>
          </a:custGeom>
          <a:noFill/>
          <a:ln w="6560">
            <a:solidFill>
              <a:srgbClr val="583D97">
                <a:alpha val="12000"/>
              </a:srgbClr>
            </a:solidFill>
            <a:prstDash val="solid"/>
          </a:ln>
        </p:spPr>
      </p:sp>
      <p:sp>
        <p:nvSpPr>
          <p:cNvPr id="658" name="lumia-token-stream-curve">
            <a:extLst>
              <a:ext uri="{FF2B5EF4-FFF2-40B4-BE49-F238E27FC236}">
                <a16:creationId xmlns:a16="http://schemas.microsoft.com/office/drawing/2014/main" id="{1D80B0C8-D196-4641-97DD-1924F35DD88F}"/>
              </a:ext>
            </a:extLst>
          </p:cNvPr>
          <p:cNvSpPr>
            <a:spLocks noGrp="1"/>
          </p:cNvSpPr>
          <p:nvPr/>
        </p:nvSpPr>
        <p:spPr>
          <a:xfrm>
            <a:off x="2671949" y="6252761"/>
            <a:ext cx="242961" cy="11166"/>
          </a:xfrm>
          <a:custGeom>
            <a:avLst/>
            <a:gdLst/>
            <a:ahLst/>
            <a:cxnLst/>
            <a:rect l="0" t="0" r="0" b="0"/>
            <a:pathLst>
              <a:path w="242961" h="11166">
                <a:moveTo>
                  <a:pt x="0" y="11166"/>
                </a:moveTo>
                <a:lnTo>
                  <a:pt x="242961" y="0"/>
                </a:lnTo>
              </a:path>
            </a:pathLst>
          </a:custGeom>
          <a:noFill/>
          <a:ln w="6560">
            <a:solidFill>
              <a:srgbClr val="623C8F">
                <a:alpha val="12000"/>
              </a:srgbClr>
            </a:solidFill>
            <a:prstDash val="solid"/>
          </a:ln>
        </p:spPr>
      </p:sp>
      <p:sp>
        <p:nvSpPr>
          <p:cNvPr id="659" name="lumia-token-stream-curve">
            <a:extLst>
              <a:ext uri="{FF2B5EF4-FFF2-40B4-BE49-F238E27FC236}">
                <a16:creationId xmlns:a16="http://schemas.microsoft.com/office/drawing/2014/main" id="{D8AEAF2B-C062-4A07-ACDC-5EEFB744A7AF}"/>
              </a:ext>
            </a:extLst>
          </p:cNvPr>
          <p:cNvSpPr>
            <a:spLocks noGrp="1"/>
          </p:cNvSpPr>
          <p:nvPr/>
        </p:nvSpPr>
        <p:spPr>
          <a:xfrm>
            <a:off x="2914910" y="6249243"/>
            <a:ext cx="245324" cy="9525"/>
          </a:xfrm>
          <a:custGeom>
            <a:avLst/>
            <a:gdLst/>
            <a:ahLst/>
            <a:cxnLst/>
            <a:rect l="0" t="0" r="0" b="0"/>
            <a:pathLst>
              <a:path w="245324" h="9525">
                <a:moveTo>
                  <a:pt x="0" y="3518"/>
                </a:moveTo>
                <a:lnTo>
                  <a:pt x="245324" y="0"/>
                </a:lnTo>
              </a:path>
            </a:pathLst>
          </a:custGeom>
          <a:noFill/>
          <a:ln w="6560">
            <a:solidFill>
              <a:srgbClr val="6F3C86">
                <a:alpha val="12000"/>
              </a:srgbClr>
            </a:solidFill>
            <a:prstDash val="solid"/>
          </a:ln>
        </p:spPr>
      </p:sp>
      <p:sp>
        <p:nvSpPr>
          <p:cNvPr id="660" name="lumia-token-stream-curve">
            <a:extLst>
              <a:ext uri="{FF2B5EF4-FFF2-40B4-BE49-F238E27FC236}">
                <a16:creationId xmlns:a16="http://schemas.microsoft.com/office/drawing/2014/main" id="{DAB490F0-0116-43F0-B690-555A531F5D54}"/>
              </a:ext>
            </a:extLst>
          </p:cNvPr>
          <p:cNvSpPr>
            <a:spLocks noGrp="1"/>
          </p:cNvSpPr>
          <p:nvPr/>
        </p:nvSpPr>
        <p:spPr>
          <a:xfrm>
            <a:off x="3160234" y="6249243"/>
            <a:ext cx="247676" cy="9525"/>
          </a:xfrm>
          <a:custGeom>
            <a:avLst/>
            <a:gdLst/>
            <a:ahLst/>
            <a:cxnLst/>
            <a:rect l="0" t="0" r="0" b="0"/>
            <a:pathLst>
              <a:path w="247676" h="9525">
                <a:moveTo>
                  <a:pt x="0" y="0"/>
                </a:moveTo>
                <a:lnTo>
                  <a:pt x="247676" y="2533"/>
                </a:lnTo>
              </a:path>
            </a:pathLst>
          </a:custGeom>
          <a:noFill/>
          <a:ln w="6560">
            <a:solidFill>
              <a:srgbClr val="7C3D7E">
                <a:alpha val="12000"/>
              </a:srgbClr>
            </a:solidFill>
            <a:prstDash val="solid"/>
          </a:ln>
        </p:spPr>
      </p:sp>
      <p:sp>
        <p:nvSpPr>
          <p:cNvPr id="661" name="lumia-token-stream-curve">
            <a:extLst>
              <a:ext uri="{FF2B5EF4-FFF2-40B4-BE49-F238E27FC236}">
                <a16:creationId xmlns:a16="http://schemas.microsoft.com/office/drawing/2014/main" id="{C4C7C659-9BE8-446F-B4B2-6778B857B5B6}"/>
              </a:ext>
            </a:extLst>
          </p:cNvPr>
          <p:cNvSpPr>
            <a:spLocks noGrp="1"/>
          </p:cNvSpPr>
          <p:nvPr/>
        </p:nvSpPr>
        <p:spPr>
          <a:xfrm>
            <a:off x="3407910" y="6251776"/>
            <a:ext cx="250017" cy="9525"/>
          </a:xfrm>
          <a:custGeom>
            <a:avLst/>
            <a:gdLst/>
            <a:ahLst/>
            <a:cxnLst/>
            <a:rect l="0" t="0" r="0" b="0"/>
            <a:pathLst>
              <a:path w="250017" h="9525">
                <a:moveTo>
                  <a:pt x="0" y="0"/>
                </a:moveTo>
                <a:lnTo>
                  <a:pt x="250017" y="6061"/>
                </a:lnTo>
              </a:path>
            </a:pathLst>
          </a:custGeom>
          <a:noFill/>
          <a:ln w="6560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662" name="lumia-token-stream-curve">
            <a:extLst>
              <a:ext uri="{FF2B5EF4-FFF2-40B4-BE49-F238E27FC236}">
                <a16:creationId xmlns:a16="http://schemas.microsoft.com/office/drawing/2014/main" id="{AD16C734-AAB9-4D98-A3EC-46F65AABE96E}"/>
              </a:ext>
            </a:extLst>
          </p:cNvPr>
          <p:cNvSpPr>
            <a:spLocks noGrp="1"/>
          </p:cNvSpPr>
          <p:nvPr/>
        </p:nvSpPr>
        <p:spPr>
          <a:xfrm>
            <a:off x="3657928" y="6257837"/>
            <a:ext cx="252347" cy="9525"/>
          </a:xfrm>
          <a:custGeom>
            <a:avLst/>
            <a:gdLst/>
            <a:ahLst/>
            <a:cxnLst/>
            <a:rect l="0" t="0" r="0" b="0"/>
            <a:pathLst>
              <a:path w="252347" h="9525">
                <a:moveTo>
                  <a:pt x="0" y="0"/>
                </a:moveTo>
                <a:lnTo>
                  <a:pt x="252347" y="6326"/>
                </a:lnTo>
              </a:path>
            </a:pathLst>
          </a:custGeom>
          <a:noFill/>
          <a:ln w="6561">
            <a:solidFill>
              <a:srgbClr val="963E6C">
                <a:alpha val="13000"/>
              </a:srgbClr>
            </a:solidFill>
            <a:prstDash val="solid"/>
          </a:ln>
        </p:spPr>
      </p:sp>
      <p:sp>
        <p:nvSpPr>
          <p:cNvPr id="663" name="lumia-token-stream-curve">
            <a:extLst>
              <a:ext uri="{FF2B5EF4-FFF2-40B4-BE49-F238E27FC236}">
                <a16:creationId xmlns:a16="http://schemas.microsoft.com/office/drawing/2014/main" id="{BF4A0505-2920-44A3-A0FE-D1C4F575E09A}"/>
              </a:ext>
            </a:extLst>
          </p:cNvPr>
          <p:cNvSpPr>
            <a:spLocks noGrp="1"/>
          </p:cNvSpPr>
          <p:nvPr/>
        </p:nvSpPr>
        <p:spPr>
          <a:xfrm>
            <a:off x="3910275" y="6264164"/>
            <a:ext cx="254666" cy="9525"/>
          </a:xfrm>
          <a:custGeom>
            <a:avLst/>
            <a:gdLst/>
            <a:ahLst/>
            <a:cxnLst/>
            <a:rect l="0" t="0" r="0" b="0"/>
            <a:pathLst>
              <a:path w="254666" h="9525">
                <a:moveTo>
                  <a:pt x="0" y="0"/>
                </a:moveTo>
                <a:lnTo>
                  <a:pt x="254666" y="2868"/>
                </a:lnTo>
              </a:path>
            </a:pathLst>
          </a:custGeom>
          <a:noFill/>
          <a:ln w="6581">
            <a:solidFill>
              <a:srgbClr val="A33F64">
                <a:alpha val="13000"/>
              </a:srgbClr>
            </a:solidFill>
            <a:prstDash val="solid"/>
          </a:ln>
        </p:spPr>
      </p:sp>
      <p:sp>
        <p:nvSpPr>
          <p:cNvPr id="664" name="lumia-token-stream-curve">
            <a:extLst>
              <a:ext uri="{FF2B5EF4-FFF2-40B4-BE49-F238E27FC236}">
                <a16:creationId xmlns:a16="http://schemas.microsoft.com/office/drawing/2014/main" id="{8AEE4204-AA6E-4858-AD8F-B4B98F961BE0}"/>
              </a:ext>
            </a:extLst>
          </p:cNvPr>
          <p:cNvSpPr>
            <a:spLocks noGrp="1"/>
          </p:cNvSpPr>
          <p:nvPr/>
        </p:nvSpPr>
        <p:spPr>
          <a:xfrm>
            <a:off x="4164941" y="6262610"/>
            <a:ext cx="256974" cy="9525"/>
          </a:xfrm>
          <a:custGeom>
            <a:avLst/>
            <a:gdLst/>
            <a:ahLst/>
            <a:cxnLst/>
            <a:rect l="0" t="0" r="0" b="0"/>
            <a:pathLst>
              <a:path w="256974" h="9525">
                <a:moveTo>
                  <a:pt x="0" y="4421"/>
                </a:moveTo>
                <a:lnTo>
                  <a:pt x="256974" y="0"/>
                </a:lnTo>
              </a:path>
            </a:pathLst>
          </a:custGeom>
          <a:noFill/>
          <a:ln w="6626">
            <a:solidFill>
              <a:srgbClr val="B0405B">
                <a:alpha val="14000"/>
              </a:srgbClr>
            </a:solidFill>
            <a:prstDash val="solid"/>
          </a:ln>
        </p:spPr>
      </p:sp>
      <p:sp>
        <p:nvSpPr>
          <p:cNvPr id="665" name="lumia-token-stream-curve">
            <a:extLst>
              <a:ext uri="{FF2B5EF4-FFF2-40B4-BE49-F238E27FC236}">
                <a16:creationId xmlns:a16="http://schemas.microsoft.com/office/drawing/2014/main" id="{427D20F8-8F8A-4954-9C4A-2EF02DBB93FE}"/>
              </a:ext>
            </a:extLst>
          </p:cNvPr>
          <p:cNvSpPr>
            <a:spLocks noGrp="1"/>
          </p:cNvSpPr>
          <p:nvPr/>
        </p:nvSpPr>
        <p:spPr>
          <a:xfrm>
            <a:off x="4421915" y="6247358"/>
            <a:ext cx="259271" cy="15252"/>
          </a:xfrm>
          <a:custGeom>
            <a:avLst/>
            <a:gdLst/>
            <a:ahLst/>
            <a:cxnLst/>
            <a:rect l="0" t="0" r="0" b="0"/>
            <a:pathLst>
              <a:path w="259271" h="15252">
                <a:moveTo>
                  <a:pt x="0" y="15252"/>
                </a:moveTo>
                <a:lnTo>
                  <a:pt x="259271" y="0"/>
                </a:lnTo>
              </a:path>
            </a:pathLst>
          </a:custGeom>
          <a:noFill/>
          <a:ln w="6695">
            <a:solidFill>
              <a:srgbClr val="BD4153">
                <a:alpha val="14000"/>
              </a:srgbClr>
            </a:solidFill>
            <a:prstDash val="solid"/>
          </a:ln>
        </p:spPr>
      </p:sp>
      <p:sp>
        <p:nvSpPr>
          <p:cNvPr id="666" name="lumia-token-stream-curve">
            <a:extLst>
              <a:ext uri="{FF2B5EF4-FFF2-40B4-BE49-F238E27FC236}">
                <a16:creationId xmlns:a16="http://schemas.microsoft.com/office/drawing/2014/main" id="{33D74B0F-D31C-4E9D-8FCB-DB2FFDF5EF2C}"/>
              </a:ext>
            </a:extLst>
          </p:cNvPr>
          <p:cNvSpPr>
            <a:spLocks noGrp="1"/>
          </p:cNvSpPr>
          <p:nvPr/>
        </p:nvSpPr>
        <p:spPr>
          <a:xfrm>
            <a:off x="4681185" y="6218419"/>
            <a:ext cx="261556" cy="28940"/>
          </a:xfrm>
          <a:custGeom>
            <a:avLst/>
            <a:gdLst/>
            <a:ahLst/>
            <a:cxnLst/>
            <a:rect l="0" t="0" r="0" b="0"/>
            <a:pathLst>
              <a:path w="261556" h="28940">
                <a:moveTo>
                  <a:pt x="0" y="28940"/>
                </a:moveTo>
                <a:lnTo>
                  <a:pt x="261556" y="0"/>
                </a:lnTo>
              </a:path>
            </a:pathLst>
          </a:custGeom>
          <a:noFill/>
          <a:ln w="6785">
            <a:solidFill>
              <a:srgbClr val="CA414A">
                <a:alpha val="15000"/>
              </a:srgbClr>
            </a:solidFill>
            <a:prstDash val="solid"/>
          </a:ln>
        </p:spPr>
      </p:sp>
      <p:sp>
        <p:nvSpPr>
          <p:cNvPr id="667" name="lumia-token-stream-curve">
            <a:extLst>
              <a:ext uri="{FF2B5EF4-FFF2-40B4-BE49-F238E27FC236}">
                <a16:creationId xmlns:a16="http://schemas.microsoft.com/office/drawing/2014/main" id="{988E9B56-2660-4154-AB4A-4B87DBEE4D3F}"/>
              </a:ext>
            </a:extLst>
          </p:cNvPr>
          <p:cNvSpPr>
            <a:spLocks noGrp="1"/>
          </p:cNvSpPr>
          <p:nvPr/>
        </p:nvSpPr>
        <p:spPr>
          <a:xfrm>
            <a:off x="4942741" y="6173965"/>
            <a:ext cx="263831" cy="44453"/>
          </a:xfrm>
          <a:custGeom>
            <a:avLst/>
            <a:gdLst/>
            <a:ahLst/>
            <a:cxnLst/>
            <a:rect l="0" t="0" r="0" b="0"/>
            <a:pathLst>
              <a:path w="263831" h="44453">
                <a:moveTo>
                  <a:pt x="0" y="44453"/>
                </a:moveTo>
                <a:lnTo>
                  <a:pt x="263831" y="0"/>
                </a:lnTo>
              </a:path>
            </a:pathLst>
          </a:custGeom>
          <a:noFill/>
          <a:ln w="6895">
            <a:solidFill>
              <a:srgbClr val="D74242">
                <a:alpha val="15000"/>
              </a:srgbClr>
            </a:solidFill>
            <a:prstDash val="solid"/>
          </a:ln>
        </p:spPr>
      </p:sp>
      <p:sp>
        <p:nvSpPr>
          <p:cNvPr id="668" name="lumia-token-stream-curve">
            <a:extLst>
              <a:ext uri="{FF2B5EF4-FFF2-40B4-BE49-F238E27FC236}">
                <a16:creationId xmlns:a16="http://schemas.microsoft.com/office/drawing/2014/main" id="{42EBE126-E502-4E47-A3B4-C463875942BF}"/>
              </a:ext>
            </a:extLst>
          </p:cNvPr>
          <p:cNvSpPr>
            <a:spLocks noGrp="1"/>
          </p:cNvSpPr>
          <p:nvPr/>
        </p:nvSpPr>
        <p:spPr>
          <a:xfrm>
            <a:off x="5206572" y="6113464"/>
            <a:ext cx="266094" cy="60501"/>
          </a:xfrm>
          <a:custGeom>
            <a:avLst/>
            <a:gdLst/>
            <a:ahLst/>
            <a:cxnLst/>
            <a:rect l="0" t="0" r="0" b="0"/>
            <a:pathLst>
              <a:path w="266094" h="60501">
                <a:moveTo>
                  <a:pt x="0" y="60501"/>
                </a:moveTo>
                <a:lnTo>
                  <a:pt x="266094" y="0"/>
                </a:lnTo>
              </a:path>
            </a:pathLst>
          </a:custGeom>
          <a:noFill/>
          <a:ln w="7022">
            <a:solidFill>
              <a:srgbClr val="E44339">
                <a:alpha val="16000"/>
              </a:srgbClr>
            </a:solidFill>
            <a:prstDash val="solid"/>
          </a:ln>
        </p:spPr>
      </p:sp>
      <p:sp>
        <p:nvSpPr>
          <p:cNvPr id="669" name="lumia-token-stream-curve">
            <a:extLst>
              <a:ext uri="{FF2B5EF4-FFF2-40B4-BE49-F238E27FC236}">
                <a16:creationId xmlns:a16="http://schemas.microsoft.com/office/drawing/2014/main" id="{93129F5B-730E-4B7A-8800-E148C491C609}"/>
              </a:ext>
            </a:extLst>
          </p:cNvPr>
          <p:cNvSpPr>
            <a:spLocks noGrp="1"/>
          </p:cNvSpPr>
          <p:nvPr/>
        </p:nvSpPr>
        <p:spPr>
          <a:xfrm>
            <a:off x="5472666" y="6037800"/>
            <a:ext cx="268346" cy="75665"/>
          </a:xfrm>
          <a:custGeom>
            <a:avLst/>
            <a:gdLst/>
            <a:ahLst/>
            <a:cxnLst/>
            <a:rect l="0" t="0" r="0" b="0"/>
            <a:pathLst>
              <a:path w="268346" h="75665">
                <a:moveTo>
                  <a:pt x="0" y="75665"/>
                </a:moveTo>
                <a:lnTo>
                  <a:pt x="268346" y="0"/>
                </a:lnTo>
              </a:path>
            </a:pathLst>
          </a:custGeom>
          <a:noFill/>
          <a:ln w="7165">
            <a:solidFill>
              <a:srgbClr val="EB4833">
                <a:alpha val="16000"/>
              </a:srgbClr>
            </a:solidFill>
            <a:prstDash val="solid"/>
          </a:ln>
        </p:spPr>
      </p:sp>
      <p:sp>
        <p:nvSpPr>
          <p:cNvPr id="670" name="lumia-token-stream-curve">
            <a:extLst>
              <a:ext uri="{FF2B5EF4-FFF2-40B4-BE49-F238E27FC236}">
                <a16:creationId xmlns:a16="http://schemas.microsoft.com/office/drawing/2014/main" id="{F5D2D082-2E39-4421-A858-DD752654C761}"/>
              </a:ext>
            </a:extLst>
          </p:cNvPr>
          <p:cNvSpPr>
            <a:spLocks noGrp="1"/>
          </p:cNvSpPr>
          <p:nvPr/>
        </p:nvSpPr>
        <p:spPr>
          <a:xfrm>
            <a:off x="5741012" y="5949244"/>
            <a:ext cx="270587" cy="88556"/>
          </a:xfrm>
          <a:custGeom>
            <a:avLst/>
            <a:gdLst/>
            <a:ahLst/>
            <a:cxnLst/>
            <a:rect l="0" t="0" r="0" b="0"/>
            <a:pathLst>
              <a:path w="270587" h="88556">
                <a:moveTo>
                  <a:pt x="0" y="88556"/>
                </a:moveTo>
                <a:lnTo>
                  <a:pt x="270587" y="0"/>
                </a:lnTo>
              </a:path>
            </a:pathLst>
          </a:custGeom>
          <a:noFill/>
          <a:ln w="7323">
            <a:solidFill>
              <a:srgbClr val="EC532F">
                <a:alpha val="17000"/>
              </a:srgbClr>
            </a:solidFill>
            <a:prstDash val="solid"/>
          </a:ln>
        </p:spPr>
      </p:sp>
      <p:sp>
        <p:nvSpPr>
          <p:cNvPr id="671" name="lumia-token-stream-curve">
            <a:extLst>
              <a:ext uri="{FF2B5EF4-FFF2-40B4-BE49-F238E27FC236}">
                <a16:creationId xmlns:a16="http://schemas.microsoft.com/office/drawing/2014/main" id="{644B60EE-2666-4B7E-AC95-EE4976215762}"/>
              </a:ext>
            </a:extLst>
          </p:cNvPr>
          <p:cNvSpPr>
            <a:spLocks noGrp="1"/>
          </p:cNvSpPr>
          <p:nvPr/>
        </p:nvSpPr>
        <p:spPr>
          <a:xfrm>
            <a:off x="6011600" y="5851256"/>
            <a:ext cx="272818" cy="97988"/>
          </a:xfrm>
          <a:custGeom>
            <a:avLst/>
            <a:gdLst/>
            <a:ahLst/>
            <a:cxnLst/>
            <a:rect l="0" t="0" r="0" b="0"/>
            <a:pathLst>
              <a:path w="272818" h="97988">
                <a:moveTo>
                  <a:pt x="0" y="97988"/>
                </a:moveTo>
                <a:lnTo>
                  <a:pt x="272818" y="0"/>
                </a:lnTo>
              </a:path>
            </a:pathLst>
          </a:custGeom>
          <a:noFill/>
          <a:ln w="7492">
            <a:solidFill>
              <a:srgbClr val="EE5E2A">
                <a:alpha val="17000"/>
              </a:srgbClr>
            </a:solidFill>
            <a:prstDash val="solid"/>
          </a:ln>
        </p:spPr>
      </p:sp>
      <p:sp>
        <p:nvSpPr>
          <p:cNvPr id="672" name="lumia-token-stream-curve">
            <a:extLst>
              <a:ext uri="{FF2B5EF4-FFF2-40B4-BE49-F238E27FC236}">
                <a16:creationId xmlns:a16="http://schemas.microsoft.com/office/drawing/2014/main" id="{9A32F6F0-A7F9-4CFF-A9BD-ACD0D2C1990C}"/>
              </a:ext>
            </a:extLst>
          </p:cNvPr>
          <p:cNvSpPr>
            <a:spLocks noGrp="1"/>
          </p:cNvSpPr>
          <p:nvPr/>
        </p:nvSpPr>
        <p:spPr>
          <a:xfrm>
            <a:off x="6284417" y="5748121"/>
            <a:ext cx="275037" cy="103135"/>
          </a:xfrm>
          <a:custGeom>
            <a:avLst/>
            <a:gdLst/>
            <a:ahLst/>
            <a:cxnLst/>
            <a:rect l="0" t="0" r="0" b="0"/>
            <a:pathLst>
              <a:path w="275037" h="103135">
                <a:moveTo>
                  <a:pt x="0" y="103135"/>
                </a:moveTo>
                <a:lnTo>
                  <a:pt x="275037" y="0"/>
                </a:lnTo>
              </a:path>
            </a:pathLst>
          </a:custGeom>
          <a:noFill/>
          <a:ln w="7671">
            <a:solidFill>
              <a:srgbClr val="EF6926">
                <a:alpha val="18000"/>
              </a:srgbClr>
            </a:solidFill>
            <a:prstDash val="solid"/>
          </a:ln>
        </p:spPr>
      </p:sp>
      <p:sp>
        <p:nvSpPr>
          <p:cNvPr id="673" name="lumia-token-stream-curve">
            <a:extLst>
              <a:ext uri="{FF2B5EF4-FFF2-40B4-BE49-F238E27FC236}">
                <a16:creationId xmlns:a16="http://schemas.microsoft.com/office/drawing/2014/main" id="{E206AD1A-C088-4ECF-9467-E5DFCC7BE73E}"/>
              </a:ext>
            </a:extLst>
          </p:cNvPr>
          <p:cNvSpPr>
            <a:spLocks noGrp="1"/>
          </p:cNvSpPr>
          <p:nvPr/>
        </p:nvSpPr>
        <p:spPr>
          <a:xfrm>
            <a:off x="6559454" y="5644461"/>
            <a:ext cx="277244" cy="103659"/>
          </a:xfrm>
          <a:custGeom>
            <a:avLst/>
            <a:gdLst/>
            <a:ahLst/>
            <a:cxnLst/>
            <a:rect l="0" t="0" r="0" b="0"/>
            <a:pathLst>
              <a:path w="277244" h="103659">
                <a:moveTo>
                  <a:pt x="0" y="103659"/>
                </a:moveTo>
                <a:lnTo>
                  <a:pt x="277244" y="0"/>
                </a:lnTo>
              </a:path>
            </a:pathLst>
          </a:custGeom>
          <a:noFill/>
          <a:ln w="7859">
            <a:solidFill>
              <a:srgbClr val="F17322">
                <a:alpha val="18000"/>
              </a:srgbClr>
            </a:solidFill>
            <a:prstDash val="solid"/>
          </a:ln>
        </p:spPr>
      </p:sp>
      <p:sp>
        <p:nvSpPr>
          <p:cNvPr id="674" name="lumia-token-stream-curve">
            <a:extLst>
              <a:ext uri="{FF2B5EF4-FFF2-40B4-BE49-F238E27FC236}">
                <a16:creationId xmlns:a16="http://schemas.microsoft.com/office/drawing/2014/main" id="{E22F5BE0-4AA7-4614-9630-EA3B58908D51}"/>
              </a:ext>
            </a:extLst>
          </p:cNvPr>
          <p:cNvSpPr>
            <a:spLocks noGrp="1"/>
          </p:cNvSpPr>
          <p:nvPr/>
        </p:nvSpPr>
        <p:spPr>
          <a:xfrm>
            <a:off x="6836698" y="5544666"/>
            <a:ext cx="279441" cy="99795"/>
          </a:xfrm>
          <a:custGeom>
            <a:avLst/>
            <a:gdLst/>
            <a:ahLst/>
            <a:cxnLst/>
            <a:rect l="0" t="0" r="0" b="0"/>
            <a:pathLst>
              <a:path w="279441" h="99795">
                <a:moveTo>
                  <a:pt x="0" y="99795"/>
                </a:moveTo>
                <a:lnTo>
                  <a:pt x="279441" y="0"/>
                </a:lnTo>
              </a:path>
            </a:pathLst>
          </a:custGeom>
          <a:noFill/>
          <a:ln w="8053">
            <a:solidFill>
              <a:srgbClr val="F27E1E">
                <a:alpha val="19000"/>
              </a:srgbClr>
            </a:solidFill>
            <a:prstDash val="solid"/>
          </a:ln>
        </p:spPr>
      </p:sp>
      <p:sp>
        <p:nvSpPr>
          <p:cNvPr id="675" name="lumia-token-stream-curve">
            <a:extLst>
              <a:ext uri="{FF2B5EF4-FFF2-40B4-BE49-F238E27FC236}">
                <a16:creationId xmlns:a16="http://schemas.microsoft.com/office/drawing/2014/main" id="{79D3800C-51E1-4E88-9ACC-2C31DFE0A530}"/>
              </a:ext>
            </a:extLst>
          </p:cNvPr>
          <p:cNvSpPr>
            <a:spLocks noGrp="1"/>
          </p:cNvSpPr>
          <p:nvPr/>
        </p:nvSpPr>
        <p:spPr>
          <a:xfrm>
            <a:off x="7116139" y="5452313"/>
            <a:ext cx="281627" cy="92354"/>
          </a:xfrm>
          <a:custGeom>
            <a:avLst/>
            <a:gdLst/>
            <a:ahLst/>
            <a:cxnLst/>
            <a:rect l="0" t="0" r="0" b="0"/>
            <a:pathLst>
              <a:path w="281627" h="92354">
                <a:moveTo>
                  <a:pt x="0" y="92354"/>
                </a:moveTo>
                <a:lnTo>
                  <a:pt x="281627" y="0"/>
                </a:lnTo>
              </a:path>
            </a:pathLst>
          </a:custGeom>
          <a:noFill/>
          <a:ln w="8251">
            <a:solidFill>
              <a:srgbClr val="F48919">
                <a:alpha val="20000"/>
              </a:srgbClr>
            </a:solidFill>
            <a:prstDash val="solid"/>
          </a:ln>
        </p:spPr>
      </p:sp>
      <p:sp>
        <p:nvSpPr>
          <p:cNvPr id="676" name="lumia-token-stream-curve">
            <a:extLst>
              <a:ext uri="{FF2B5EF4-FFF2-40B4-BE49-F238E27FC236}">
                <a16:creationId xmlns:a16="http://schemas.microsoft.com/office/drawing/2014/main" id="{CE87FA4D-75E5-4D88-A3AD-6790782F03D2}"/>
              </a:ext>
            </a:extLst>
          </p:cNvPr>
          <p:cNvSpPr>
            <a:spLocks noGrp="1"/>
          </p:cNvSpPr>
          <p:nvPr/>
        </p:nvSpPr>
        <p:spPr>
          <a:xfrm>
            <a:off x="7397766" y="5369649"/>
            <a:ext cx="283802" cy="82664"/>
          </a:xfrm>
          <a:custGeom>
            <a:avLst/>
            <a:gdLst/>
            <a:ahLst/>
            <a:cxnLst/>
            <a:rect l="0" t="0" r="0" b="0"/>
            <a:pathLst>
              <a:path w="283802" h="82664">
                <a:moveTo>
                  <a:pt x="0" y="82664"/>
                </a:moveTo>
                <a:lnTo>
                  <a:pt x="283802" y="0"/>
                </a:lnTo>
              </a:path>
            </a:pathLst>
          </a:custGeom>
          <a:noFill/>
          <a:ln w="8452">
            <a:solidFill>
              <a:srgbClr val="F59415">
                <a:alpha val="20000"/>
              </a:srgbClr>
            </a:solidFill>
            <a:prstDash val="solid"/>
          </a:ln>
        </p:spPr>
      </p:sp>
      <p:sp>
        <p:nvSpPr>
          <p:cNvPr id="677" name="lumia-token-stream-curve">
            <a:extLst>
              <a:ext uri="{FF2B5EF4-FFF2-40B4-BE49-F238E27FC236}">
                <a16:creationId xmlns:a16="http://schemas.microsoft.com/office/drawing/2014/main" id="{AE4C8583-7AD0-43ED-90FC-705EB32165EB}"/>
              </a:ext>
            </a:extLst>
          </p:cNvPr>
          <p:cNvSpPr>
            <a:spLocks noGrp="1"/>
          </p:cNvSpPr>
          <p:nvPr/>
        </p:nvSpPr>
        <p:spPr>
          <a:xfrm>
            <a:off x="7681568" y="5297216"/>
            <a:ext cx="285965" cy="72433"/>
          </a:xfrm>
          <a:custGeom>
            <a:avLst/>
            <a:gdLst/>
            <a:ahLst/>
            <a:cxnLst/>
            <a:rect l="0" t="0" r="0" b="0"/>
            <a:pathLst>
              <a:path w="285965" h="72433">
                <a:moveTo>
                  <a:pt x="0" y="72433"/>
                </a:moveTo>
                <a:lnTo>
                  <a:pt x="285965" y="0"/>
                </a:lnTo>
              </a:path>
            </a:pathLst>
          </a:custGeom>
          <a:noFill/>
          <a:ln w="8654">
            <a:solidFill>
              <a:srgbClr val="F79E11">
                <a:alpha val="21000"/>
              </a:srgbClr>
            </a:solidFill>
            <a:prstDash val="solid"/>
          </a:ln>
        </p:spPr>
      </p:sp>
      <p:sp>
        <p:nvSpPr>
          <p:cNvPr id="678" name="lumia-token-stream-curve">
            <a:extLst>
              <a:ext uri="{FF2B5EF4-FFF2-40B4-BE49-F238E27FC236}">
                <a16:creationId xmlns:a16="http://schemas.microsoft.com/office/drawing/2014/main" id="{F313DBA3-D2F3-4588-9F52-B4B87028811E}"/>
              </a:ext>
            </a:extLst>
          </p:cNvPr>
          <p:cNvSpPr>
            <a:spLocks noGrp="1"/>
          </p:cNvSpPr>
          <p:nvPr/>
        </p:nvSpPr>
        <p:spPr>
          <a:xfrm>
            <a:off x="7967533" y="5233670"/>
            <a:ext cx="288118" cy="63545"/>
          </a:xfrm>
          <a:custGeom>
            <a:avLst/>
            <a:gdLst/>
            <a:ahLst/>
            <a:cxnLst/>
            <a:rect l="0" t="0" r="0" b="0"/>
            <a:pathLst>
              <a:path w="288118" h="63545">
                <a:moveTo>
                  <a:pt x="0" y="63545"/>
                </a:moveTo>
                <a:lnTo>
                  <a:pt x="288118" y="0"/>
                </a:lnTo>
              </a:path>
            </a:pathLst>
          </a:custGeom>
          <a:noFill/>
          <a:ln w="8854">
            <a:solidFill>
              <a:srgbClr val="F8A90C">
                <a:alpha val="21000"/>
              </a:srgbClr>
            </a:solidFill>
            <a:prstDash val="solid"/>
          </a:ln>
        </p:spPr>
      </p:sp>
      <p:sp>
        <p:nvSpPr>
          <p:cNvPr id="679" name="lumia-token-stream-curve">
            <a:extLst>
              <a:ext uri="{FF2B5EF4-FFF2-40B4-BE49-F238E27FC236}">
                <a16:creationId xmlns:a16="http://schemas.microsoft.com/office/drawing/2014/main" id="{AA2A7DE6-3710-465C-AFA9-F5709227F42B}"/>
              </a:ext>
            </a:extLst>
          </p:cNvPr>
          <p:cNvSpPr>
            <a:spLocks noGrp="1"/>
          </p:cNvSpPr>
          <p:nvPr/>
        </p:nvSpPr>
        <p:spPr>
          <a:xfrm>
            <a:off x="8255651" y="5175851"/>
            <a:ext cx="290259" cy="57819"/>
          </a:xfrm>
          <a:custGeom>
            <a:avLst/>
            <a:gdLst/>
            <a:ahLst/>
            <a:cxnLst/>
            <a:rect l="0" t="0" r="0" b="0"/>
            <a:pathLst>
              <a:path w="290259" h="57819">
                <a:moveTo>
                  <a:pt x="0" y="57819"/>
                </a:moveTo>
                <a:lnTo>
                  <a:pt x="290259" y="0"/>
                </a:lnTo>
              </a:path>
            </a:pathLst>
          </a:custGeom>
          <a:noFill/>
          <a:ln w="9052">
            <a:solidFill>
              <a:srgbClr val="FAB408">
                <a:alpha val="22000"/>
              </a:srgbClr>
            </a:solidFill>
            <a:prstDash val="solid"/>
          </a:ln>
        </p:spPr>
      </p:sp>
      <p:sp>
        <p:nvSpPr>
          <p:cNvPr id="680" name="lumia-token-stream-curve">
            <a:extLst>
              <a:ext uri="{FF2B5EF4-FFF2-40B4-BE49-F238E27FC236}">
                <a16:creationId xmlns:a16="http://schemas.microsoft.com/office/drawing/2014/main" id="{B3F72D1B-D0BA-4406-8A57-FBFC5AB24758}"/>
              </a:ext>
            </a:extLst>
          </p:cNvPr>
          <p:cNvSpPr>
            <a:spLocks noGrp="1"/>
          </p:cNvSpPr>
          <p:nvPr/>
        </p:nvSpPr>
        <p:spPr>
          <a:xfrm>
            <a:off x="8545909" y="5119096"/>
            <a:ext cx="292389" cy="56755"/>
          </a:xfrm>
          <a:custGeom>
            <a:avLst/>
            <a:gdLst/>
            <a:ahLst/>
            <a:cxnLst/>
            <a:rect l="0" t="0" r="0" b="0"/>
            <a:pathLst>
              <a:path w="292389" h="56755">
                <a:moveTo>
                  <a:pt x="0" y="56755"/>
                </a:moveTo>
                <a:lnTo>
                  <a:pt x="292389" y="0"/>
                </a:lnTo>
              </a:path>
            </a:pathLst>
          </a:custGeom>
          <a:noFill/>
          <a:ln w="9244">
            <a:solidFill>
              <a:srgbClr val="F7BC07">
                <a:alpha val="22000"/>
              </a:srgbClr>
            </a:solidFill>
            <a:prstDash val="solid"/>
          </a:ln>
        </p:spPr>
      </p:sp>
      <p:sp>
        <p:nvSpPr>
          <p:cNvPr id="681" name="lumia-token-stream-curve">
            <a:extLst>
              <a:ext uri="{FF2B5EF4-FFF2-40B4-BE49-F238E27FC236}">
                <a16:creationId xmlns:a16="http://schemas.microsoft.com/office/drawing/2014/main" id="{67702220-AC29-435A-81F7-20F18E413552}"/>
              </a:ext>
            </a:extLst>
          </p:cNvPr>
          <p:cNvSpPr>
            <a:spLocks noGrp="1"/>
          </p:cNvSpPr>
          <p:nvPr/>
        </p:nvSpPr>
        <p:spPr>
          <a:xfrm>
            <a:off x="8838298" y="5057790"/>
            <a:ext cx="294508" cy="61306"/>
          </a:xfrm>
          <a:custGeom>
            <a:avLst/>
            <a:gdLst/>
            <a:ahLst/>
            <a:cxnLst/>
            <a:rect l="0" t="0" r="0" b="0"/>
            <a:pathLst>
              <a:path w="294508" h="61306">
                <a:moveTo>
                  <a:pt x="0" y="61306"/>
                </a:moveTo>
                <a:lnTo>
                  <a:pt x="294508" y="0"/>
                </a:lnTo>
              </a:path>
            </a:pathLst>
          </a:custGeom>
          <a:noFill/>
          <a:ln w="9430">
            <a:solidFill>
              <a:srgbClr val="E5BA0E">
                <a:alpha val="23000"/>
              </a:srgbClr>
            </a:solidFill>
            <a:prstDash val="solid"/>
          </a:ln>
        </p:spPr>
      </p:sp>
      <p:sp>
        <p:nvSpPr>
          <p:cNvPr id="682" name="lumia-token-stream-curve">
            <a:extLst>
              <a:ext uri="{FF2B5EF4-FFF2-40B4-BE49-F238E27FC236}">
                <a16:creationId xmlns:a16="http://schemas.microsoft.com/office/drawing/2014/main" id="{72A186B8-92C1-4E2A-B8B8-E6AA6E3A6C2C}"/>
              </a:ext>
            </a:extLst>
          </p:cNvPr>
          <p:cNvSpPr>
            <a:spLocks noGrp="1"/>
          </p:cNvSpPr>
          <p:nvPr/>
        </p:nvSpPr>
        <p:spPr>
          <a:xfrm>
            <a:off x="9132807" y="4986087"/>
            <a:ext cx="296616" cy="71703"/>
          </a:xfrm>
          <a:custGeom>
            <a:avLst/>
            <a:gdLst/>
            <a:ahLst/>
            <a:cxnLst/>
            <a:rect l="0" t="0" r="0" b="0"/>
            <a:pathLst>
              <a:path w="296616" h="71703">
                <a:moveTo>
                  <a:pt x="0" y="71703"/>
                </a:moveTo>
                <a:lnTo>
                  <a:pt x="296616" y="0"/>
                </a:lnTo>
              </a:path>
            </a:pathLst>
          </a:custGeom>
          <a:noFill/>
          <a:ln w="9607">
            <a:solidFill>
              <a:srgbClr val="D3B815">
                <a:alpha val="23000"/>
              </a:srgbClr>
            </a:solidFill>
            <a:prstDash val="solid"/>
          </a:ln>
        </p:spPr>
      </p:sp>
      <p:sp>
        <p:nvSpPr>
          <p:cNvPr id="683" name="lumia-token-stream-curve">
            <a:extLst>
              <a:ext uri="{FF2B5EF4-FFF2-40B4-BE49-F238E27FC236}">
                <a16:creationId xmlns:a16="http://schemas.microsoft.com/office/drawing/2014/main" id="{0D285D13-DD73-4FB0-A7B6-6424A9B2640B}"/>
              </a:ext>
            </a:extLst>
          </p:cNvPr>
          <p:cNvSpPr>
            <a:spLocks noGrp="1"/>
          </p:cNvSpPr>
          <p:nvPr/>
        </p:nvSpPr>
        <p:spPr>
          <a:xfrm>
            <a:off x="9429423" y="4898704"/>
            <a:ext cx="298713" cy="87383"/>
          </a:xfrm>
          <a:custGeom>
            <a:avLst/>
            <a:gdLst/>
            <a:ahLst/>
            <a:cxnLst/>
            <a:rect l="0" t="0" r="0" b="0"/>
            <a:pathLst>
              <a:path w="298713" h="87383">
                <a:moveTo>
                  <a:pt x="0" y="87383"/>
                </a:moveTo>
                <a:lnTo>
                  <a:pt x="298713" y="0"/>
                </a:lnTo>
              </a:path>
            </a:pathLst>
          </a:custGeom>
          <a:noFill/>
          <a:ln w="9774">
            <a:solidFill>
              <a:srgbClr val="C2B61C">
                <a:alpha val="23000"/>
              </a:srgbClr>
            </a:solidFill>
            <a:prstDash val="solid"/>
          </a:ln>
        </p:spPr>
      </p:sp>
      <p:sp>
        <p:nvSpPr>
          <p:cNvPr id="684" name="lumia-token-stream-curve">
            <a:extLst>
              <a:ext uri="{FF2B5EF4-FFF2-40B4-BE49-F238E27FC236}">
                <a16:creationId xmlns:a16="http://schemas.microsoft.com/office/drawing/2014/main" id="{D006EF6B-AEC4-4E00-84BE-706BBFB59AF5}"/>
              </a:ext>
            </a:extLst>
          </p:cNvPr>
          <p:cNvSpPr>
            <a:spLocks noGrp="1"/>
          </p:cNvSpPr>
          <p:nvPr/>
        </p:nvSpPr>
        <p:spPr>
          <a:xfrm>
            <a:off x="9728136" y="4791692"/>
            <a:ext cx="300799" cy="107012"/>
          </a:xfrm>
          <a:custGeom>
            <a:avLst/>
            <a:gdLst/>
            <a:ahLst/>
            <a:cxnLst/>
            <a:rect l="0" t="0" r="0" b="0"/>
            <a:pathLst>
              <a:path w="300799" h="107012">
                <a:moveTo>
                  <a:pt x="0" y="107012"/>
                </a:moveTo>
                <a:lnTo>
                  <a:pt x="300799" y="0"/>
                </a:lnTo>
              </a:path>
            </a:pathLst>
          </a:custGeom>
          <a:noFill/>
          <a:ln w="9927">
            <a:solidFill>
              <a:srgbClr val="B0B422">
                <a:alpha val="24000"/>
              </a:srgbClr>
            </a:solidFill>
            <a:prstDash val="solid"/>
          </a:ln>
        </p:spPr>
      </p:sp>
      <p:sp>
        <p:nvSpPr>
          <p:cNvPr id="685" name="lumia-token-stream-curve">
            <a:extLst>
              <a:ext uri="{FF2B5EF4-FFF2-40B4-BE49-F238E27FC236}">
                <a16:creationId xmlns:a16="http://schemas.microsoft.com/office/drawing/2014/main" id="{4D566FE6-AFE6-4279-8911-259BB7ED48D4}"/>
              </a:ext>
            </a:extLst>
          </p:cNvPr>
          <p:cNvSpPr>
            <a:spLocks noGrp="1"/>
          </p:cNvSpPr>
          <p:nvPr/>
        </p:nvSpPr>
        <p:spPr>
          <a:xfrm>
            <a:off x="10028935" y="4663059"/>
            <a:ext cx="302874" cy="128632"/>
          </a:xfrm>
          <a:custGeom>
            <a:avLst/>
            <a:gdLst/>
            <a:ahLst/>
            <a:cxnLst/>
            <a:rect l="0" t="0" r="0" b="0"/>
            <a:pathLst>
              <a:path w="302874" h="128632">
                <a:moveTo>
                  <a:pt x="0" y="128632"/>
                </a:moveTo>
                <a:lnTo>
                  <a:pt x="302874" y="0"/>
                </a:lnTo>
              </a:path>
            </a:pathLst>
          </a:custGeom>
          <a:noFill/>
          <a:ln w="10067">
            <a:solidFill>
              <a:srgbClr val="9EB329">
                <a:alpha val="24000"/>
              </a:srgbClr>
            </a:solidFill>
            <a:prstDash val="solid"/>
          </a:ln>
        </p:spPr>
      </p:sp>
      <p:sp>
        <p:nvSpPr>
          <p:cNvPr id="686" name="lumia-token-stream-curve">
            <a:extLst>
              <a:ext uri="{FF2B5EF4-FFF2-40B4-BE49-F238E27FC236}">
                <a16:creationId xmlns:a16="http://schemas.microsoft.com/office/drawing/2014/main" id="{BA6DDBED-2DD0-4866-A5CB-BC1330B23885}"/>
              </a:ext>
            </a:extLst>
          </p:cNvPr>
          <p:cNvSpPr>
            <a:spLocks noGrp="1"/>
          </p:cNvSpPr>
          <p:nvPr/>
        </p:nvSpPr>
        <p:spPr>
          <a:xfrm>
            <a:off x="10331809" y="4513142"/>
            <a:ext cx="304937" cy="149917"/>
          </a:xfrm>
          <a:custGeom>
            <a:avLst/>
            <a:gdLst/>
            <a:ahLst/>
            <a:cxnLst/>
            <a:rect l="0" t="0" r="0" b="0"/>
            <a:pathLst>
              <a:path w="304937" h="149917">
                <a:moveTo>
                  <a:pt x="0" y="149917"/>
                </a:moveTo>
                <a:lnTo>
                  <a:pt x="304937" y="0"/>
                </a:lnTo>
              </a:path>
            </a:pathLst>
          </a:custGeom>
          <a:noFill/>
          <a:ln w="10190">
            <a:solidFill>
              <a:srgbClr val="8CB130">
                <a:alpha val="24000"/>
              </a:srgbClr>
            </a:solidFill>
            <a:prstDash val="solid"/>
          </a:ln>
        </p:spPr>
      </p:sp>
      <p:sp>
        <p:nvSpPr>
          <p:cNvPr id="687" name="lumia-token-stream-curve">
            <a:extLst>
              <a:ext uri="{FF2B5EF4-FFF2-40B4-BE49-F238E27FC236}">
                <a16:creationId xmlns:a16="http://schemas.microsoft.com/office/drawing/2014/main" id="{2F8CFDD3-AFBC-419A-B672-3219D2FF96AD}"/>
              </a:ext>
            </a:extLst>
          </p:cNvPr>
          <p:cNvSpPr>
            <a:spLocks noGrp="1"/>
          </p:cNvSpPr>
          <p:nvPr/>
        </p:nvSpPr>
        <p:spPr>
          <a:xfrm>
            <a:off x="10636746" y="4344650"/>
            <a:ext cx="306990" cy="168492"/>
          </a:xfrm>
          <a:custGeom>
            <a:avLst/>
            <a:gdLst/>
            <a:ahLst/>
            <a:cxnLst/>
            <a:rect l="0" t="0" r="0" b="0"/>
            <a:pathLst>
              <a:path w="306990" h="168492">
                <a:moveTo>
                  <a:pt x="0" y="168492"/>
                </a:moveTo>
                <a:lnTo>
                  <a:pt x="306990" y="0"/>
                </a:lnTo>
              </a:path>
            </a:pathLst>
          </a:custGeom>
          <a:noFill/>
          <a:ln w="10295">
            <a:solidFill>
              <a:srgbClr val="7BAF37">
                <a:alpha val="25000"/>
              </a:srgbClr>
            </a:solidFill>
            <a:prstDash val="solid"/>
          </a:ln>
        </p:spPr>
      </p:sp>
      <p:sp>
        <p:nvSpPr>
          <p:cNvPr id="688" name="lumia-token-stream-curve">
            <a:extLst>
              <a:ext uri="{FF2B5EF4-FFF2-40B4-BE49-F238E27FC236}">
                <a16:creationId xmlns:a16="http://schemas.microsoft.com/office/drawing/2014/main" id="{0DFEBF55-8EDC-4B31-917B-E915E72CF330}"/>
              </a:ext>
            </a:extLst>
          </p:cNvPr>
          <p:cNvSpPr>
            <a:spLocks noGrp="1"/>
          </p:cNvSpPr>
          <p:nvPr/>
        </p:nvSpPr>
        <p:spPr>
          <a:xfrm>
            <a:off x="10943736" y="4162355"/>
            <a:ext cx="309031" cy="182295"/>
          </a:xfrm>
          <a:custGeom>
            <a:avLst/>
            <a:gdLst/>
            <a:ahLst/>
            <a:cxnLst/>
            <a:rect l="0" t="0" r="0" b="0"/>
            <a:pathLst>
              <a:path w="309031" h="182295">
                <a:moveTo>
                  <a:pt x="0" y="182295"/>
                </a:moveTo>
                <a:lnTo>
                  <a:pt x="309031" y="0"/>
                </a:lnTo>
              </a:path>
            </a:pathLst>
          </a:custGeom>
          <a:noFill/>
          <a:ln w="10380">
            <a:solidFill>
              <a:srgbClr val="69AD3E">
                <a:alpha val="25000"/>
              </a:srgbClr>
            </a:solidFill>
            <a:prstDash val="solid"/>
          </a:ln>
        </p:spPr>
      </p:sp>
      <p:sp>
        <p:nvSpPr>
          <p:cNvPr id="689" name="lumia-token-stream-curve">
            <a:extLst>
              <a:ext uri="{FF2B5EF4-FFF2-40B4-BE49-F238E27FC236}">
                <a16:creationId xmlns:a16="http://schemas.microsoft.com/office/drawing/2014/main" id="{F306FDB8-AB08-491B-9CE8-8F054120E219}"/>
              </a:ext>
            </a:extLst>
          </p:cNvPr>
          <p:cNvSpPr>
            <a:spLocks noGrp="1"/>
          </p:cNvSpPr>
          <p:nvPr/>
        </p:nvSpPr>
        <p:spPr>
          <a:xfrm>
            <a:off x="11252768" y="3972441"/>
            <a:ext cx="311062" cy="189913"/>
          </a:xfrm>
          <a:custGeom>
            <a:avLst/>
            <a:gdLst/>
            <a:ahLst/>
            <a:cxnLst/>
            <a:rect l="0" t="0" r="0" b="0"/>
            <a:pathLst>
              <a:path w="311062" h="189913">
                <a:moveTo>
                  <a:pt x="0" y="189913"/>
                </a:moveTo>
                <a:lnTo>
                  <a:pt x="311062" y="0"/>
                </a:lnTo>
              </a:path>
            </a:pathLst>
          </a:custGeom>
          <a:noFill/>
          <a:ln w="10443">
            <a:solidFill>
              <a:srgbClr val="57AC45">
                <a:alpha val="25000"/>
              </a:srgbClr>
            </a:solidFill>
            <a:prstDash val="solid"/>
          </a:ln>
        </p:spPr>
      </p:sp>
      <p:sp>
        <p:nvSpPr>
          <p:cNvPr id="690" name="lumia-token-stream-curve">
            <a:extLst>
              <a:ext uri="{FF2B5EF4-FFF2-40B4-BE49-F238E27FC236}">
                <a16:creationId xmlns:a16="http://schemas.microsoft.com/office/drawing/2014/main" id="{E20FF9F6-C1F4-4BEF-BDC5-A0C0AF6A1816}"/>
              </a:ext>
            </a:extLst>
          </p:cNvPr>
          <p:cNvSpPr>
            <a:spLocks noGrp="1"/>
          </p:cNvSpPr>
          <p:nvPr/>
        </p:nvSpPr>
        <p:spPr>
          <a:xfrm>
            <a:off x="11563830" y="3781601"/>
            <a:ext cx="313081" cy="190840"/>
          </a:xfrm>
          <a:custGeom>
            <a:avLst/>
            <a:gdLst/>
            <a:ahLst/>
            <a:cxnLst/>
            <a:rect l="0" t="0" r="0" b="0"/>
            <a:pathLst>
              <a:path w="313081" h="190840">
                <a:moveTo>
                  <a:pt x="0" y="190840"/>
                </a:moveTo>
                <a:lnTo>
                  <a:pt x="313081" y="0"/>
                </a:lnTo>
              </a:path>
            </a:pathLst>
          </a:custGeom>
          <a:noFill/>
          <a:ln w="10482">
            <a:solidFill>
              <a:srgbClr val="46AA4C">
                <a:alpha val="25000"/>
              </a:srgbClr>
            </a:solidFill>
            <a:prstDash val="solid"/>
          </a:ln>
        </p:spPr>
      </p:sp>
      <p:sp>
        <p:nvSpPr>
          <p:cNvPr id="691" name="lumia-token-stream-curve">
            <a:extLst>
              <a:ext uri="{FF2B5EF4-FFF2-40B4-BE49-F238E27FC236}">
                <a16:creationId xmlns:a16="http://schemas.microsoft.com/office/drawing/2014/main" id="{2571FBEA-50DC-4760-9FF3-BEC88D8BEB34}"/>
              </a:ext>
            </a:extLst>
          </p:cNvPr>
          <p:cNvSpPr>
            <a:spLocks noGrp="1"/>
          </p:cNvSpPr>
          <p:nvPr/>
        </p:nvSpPr>
        <p:spPr>
          <a:xfrm>
            <a:off x="11876911" y="3595991"/>
            <a:ext cx="315089" cy="185610"/>
          </a:xfrm>
          <a:custGeom>
            <a:avLst/>
            <a:gdLst/>
            <a:ahLst/>
            <a:cxnLst/>
            <a:rect l="0" t="0" r="0" b="0"/>
            <a:pathLst>
              <a:path w="315089" h="185610">
                <a:moveTo>
                  <a:pt x="0" y="185610"/>
                </a:moveTo>
                <a:lnTo>
                  <a:pt x="315089" y="0"/>
                </a:lnTo>
              </a:path>
            </a:pathLst>
          </a:custGeom>
          <a:noFill/>
          <a:ln w="10496">
            <a:solidFill>
              <a:srgbClr val="34A853">
                <a:alpha val="25000"/>
              </a:srgbClr>
            </a:solidFill>
            <a:prstDash val="solid"/>
          </a:ln>
        </p:spPr>
      </p:sp>
      <p:sp>
        <p:nvSpPr>
          <p:cNvPr id="692" name="lumia-token-stream-curve">
            <a:extLst>
              <a:ext uri="{FF2B5EF4-FFF2-40B4-BE49-F238E27FC236}">
                <a16:creationId xmlns:a16="http://schemas.microsoft.com/office/drawing/2014/main" id="{B4ACD0F7-7DBB-414C-8E0E-5BE9BB6988E9}"/>
              </a:ext>
            </a:extLst>
          </p:cNvPr>
          <p:cNvSpPr>
            <a:spLocks noGrp="1"/>
          </p:cNvSpPr>
          <p:nvPr/>
        </p:nvSpPr>
        <p:spPr>
          <a:xfrm>
            <a:off x="0" y="6489282"/>
            <a:ext cx="60094" cy="16316"/>
          </a:xfrm>
          <a:custGeom>
            <a:avLst/>
            <a:gdLst/>
            <a:ahLst/>
            <a:cxnLst/>
            <a:rect l="0" t="0" r="0" b="0"/>
            <a:pathLst>
              <a:path w="60094" h="16316">
                <a:moveTo>
                  <a:pt x="0" y="16316"/>
                </a:moveTo>
                <a:lnTo>
                  <a:pt x="60094" y="0"/>
                </a:lnTo>
              </a:path>
            </a:pathLst>
          </a:custGeom>
          <a:noFill/>
          <a:ln w="6783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693" name="lumia-token-stream-curve">
            <a:extLst>
              <a:ext uri="{FF2B5EF4-FFF2-40B4-BE49-F238E27FC236}">
                <a16:creationId xmlns:a16="http://schemas.microsoft.com/office/drawing/2014/main" id="{F0E6F38D-ED93-4917-B060-633E8D4061C3}"/>
              </a:ext>
            </a:extLst>
          </p:cNvPr>
          <p:cNvSpPr>
            <a:spLocks noGrp="1"/>
          </p:cNvSpPr>
          <p:nvPr/>
        </p:nvSpPr>
        <p:spPr>
          <a:xfrm>
            <a:off x="60094" y="6465753"/>
            <a:ext cx="220849" cy="23528"/>
          </a:xfrm>
          <a:custGeom>
            <a:avLst/>
            <a:gdLst/>
            <a:ahLst/>
            <a:cxnLst/>
            <a:rect l="0" t="0" r="0" b="0"/>
            <a:pathLst>
              <a:path w="220849" h="23528">
                <a:moveTo>
                  <a:pt x="0" y="23528"/>
                </a:moveTo>
                <a:lnTo>
                  <a:pt x="220849" y="0"/>
                </a:lnTo>
              </a:path>
            </a:pathLst>
          </a:custGeom>
          <a:noFill/>
          <a:ln w="6783">
            <a:solidFill>
              <a:srgbClr val="447EEC">
                <a:alpha val="12000"/>
              </a:srgbClr>
            </a:solidFill>
            <a:prstDash val="solid"/>
          </a:ln>
        </p:spPr>
      </p:sp>
      <p:sp>
        <p:nvSpPr>
          <p:cNvPr id="694" name="lumia-token-stream-curve">
            <a:extLst>
              <a:ext uri="{FF2B5EF4-FFF2-40B4-BE49-F238E27FC236}">
                <a16:creationId xmlns:a16="http://schemas.microsoft.com/office/drawing/2014/main" id="{0EB4F2EC-8D5E-43BF-9745-8EA5BA48030B}"/>
              </a:ext>
            </a:extLst>
          </p:cNvPr>
          <p:cNvSpPr>
            <a:spLocks noGrp="1"/>
          </p:cNvSpPr>
          <p:nvPr/>
        </p:nvSpPr>
        <p:spPr>
          <a:xfrm>
            <a:off x="280943" y="6437019"/>
            <a:ext cx="223269" cy="28735"/>
          </a:xfrm>
          <a:custGeom>
            <a:avLst/>
            <a:gdLst/>
            <a:ahLst/>
            <a:cxnLst/>
            <a:rect l="0" t="0" r="0" b="0"/>
            <a:pathLst>
              <a:path w="223269" h="28735">
                <a:moveTo>
                  <a:pt x="0" y="28735"/>
                </a:moveTo>
                <a:lnTo>
                  <a:pt x="223269" y="0"/>
                </a:lnTo>
              </a:path>
            </a:pathLst>
          </a:custGeom>
          <a:noFill/>
          <a:ln w="6783">
            <a:solidFill>
              <a:srgbClr val="4678E3">
                <a:alpha val="12000"/>
              </a:srgbClr>
            </a:solidFill>
            <a:prstDash val="solid"/>
          </a:ln>
        </p:spPr>
      </p:sp>
      <p:sp>
        <p:nvSpPr>
          <p:cNvPr id="695" name="lumia-token-stream-curve">
            <a:extLst>
              <a:ext uri="{FF2B5EF4-FFF2-40B4-BE49-F238E27FC236}">
                <a16:creationId xmlns:a16="http://schemas.microsoft.com/office/drawing/2014/main" id="{D9BAEF09-E8DD-407C-8C72-6BCCA5AD4759}"/>
              </a:ext>
            </a:extLst>
          </p:cNvPr>
          <p:cNvSpPr>
            <a:spLocks noGrp="1"/>
          </p:cNvSpPr>
          <p:nvPr/>
        </p:nvSpPr>
        <p:spPr>
          <a:xfrm>
            <a:off x="504212" y="6405489"/>
            <a:ext cx="225675" cy="31530"/>
          </a:xfrm>
          <a:custGeom>
            <a:avLst/>
            <a:gdLst/>
            <a:ahLst/>
            <a:cxnLst/>
            <a:rect l="0" t="0" r="0" b="0"/>
            <a:pathLst>
              <a:path w="225675" h="31530">
                <a:moveTo>
                  <a:pt x="0" y="31530"/>
                </a:moveTo>
                <a:lnTo>
                  <a:pt x="225675" y="0"/>
                </a:lnTo>
              </a:path>
            </a:pathLst>
          </a:custGeom>
          <a:noFill/>
          <a:ln w="6783">
            <a:solidFill>
              <a:srgbClr val="4871DB">
                <a:alpha val="12000"/>
              </a:srgbClr>
            </a:solidFill>
            <a:prstDash val="solid"/>
          </a:ln>
        </p:spPr>
      </p:sp>
      <p:sp>
        <p:nvSpPr>
          <p:cNvPr id="696" name="lumia-token-stream-curve">
            <a:extLst>
              <a:ext uri="{FF2B5EF4-FFF2-40B4-BE49-F238E27FC236}">
                <a16:creationId xmlns:a16="http://schemas.microsoft.com/office/drawing/2014/main" id="{F7AF7153-76F4-4ADC-B47D-3E43302526B7}"/>
              </a:ext>
            </a:extLst>
          </p:cNvPr>
          <p:cNvSpPr>
            <a:spLocks noGrp="1"/>
          </p:cNvSpPr>
          <p:nvPr/>
        </p:nvSpPr>
        <p:spPr>
          <a:xfrm>
            <a:off x="729887" y="6373797"/>
            <a:ext cx="228067" cy="31692"/>
          </a:xfrm>
          <a:custGeom>
            <a:avLst/>
            <a:gdLst/>
            <a:ahLst/>
            <a:cxnLst/>
            <a:rect l="0" t="0" r="0" b="0"/>
            <a:pathLst>
              <a:path w="228067" h="31692">
                <a:moveTo>
                  <a:pt x="0" y="31692"/>
                </a:moveTo>
                <a:lnTo>
                  <a:pt x="228067" y="0"/>
                </a:lnTo>
              </a:path>
            </a:pathLst>
          </a:custGeom>
          <a:noFill/>
          <a:ln w="6783">
            <a:solidFill>
              <a:srgbClr val="4A6BD2">
                <a:alpha val="12000"/>
              </a:srgbClr>
            </a:solidFill>
            <a:prstDash val="solid"/>
          </a:ln>
        </p:spPr>
      </p:sp>
      <p:sp>
        <p:nvSpPr>
          <p:cNvPr id="697" name="lumia-token-stream-curve">
            <a:extLst>
              <a:ext uri="{FF2B5EF4-FFF2-40B4-BE49-F238E27FC236}">
                <a16:creationId xmlns:a16="http://schemas.microsoft.com/office/drawing/2014/main" id="{BA7ADF3E-8468-4E84-9E2E-5128A9177F4C}"/>
              </a:ext>
            </a:extLst>
          </p:cNvPr>
          <p:cNvSpPr>
            <a:spLocks noGrp="1"/>
          </p:cNvSpPr>
          <p:nvPr/>
        </p:nvSpPr>
        <p:spPr>
          <a:xfrm>
            <a:off x="957954" y="6344577"/>
            <a:ext cx="230445" cy="29219"/>
          </a:xfrm>
          <a:custGeom>
            <a:avLst/>
            <a:gdLst/>
            <a:ahLst/>
            <a:cxnLst/>
            <a:rect l="0" t="0" r="0" b="0"/>
            <a:pathLst>
              <a:path w="230445" h="29219">
                <a:moveTo>
                  <a:pt x="0" y="29219"/>
                </a:moveTo>
                <a:lnTo>
                  <a:pt x="230445" y="0"/>
                </a:lnTo>
              </a:path>
            </a:pathLst>
          </a:custGeom>
          <a:noFill/>
          <a:ln w="6783">
            <a:solidFill>
              <a:srgbClr val="4C64CA">
                <a:alpha val="12000"/>
              </a:srgbClr>
            </a:solidFill>
            <a:prstDash val="solid"/>
          </a:ln>
        </p:spPr>
      </p:sp>
      <p:sp>
        <p:nvSpPr>
          <p:cNvPr id="698" name="lumia-token-stream-curve">
            <a:extLst>
              <a:ext uri="{FF2B5EF4-FFF2-40B4-BE49-F238E27FC236}">
                <a16:creationId xmlns:a16="http://schemas.microsoft.com/office/drawing/2014/main" id="{17F59078-FF0A-44D8-9FB1-E943640CC001}"/>
              </a:ext>
            </a:extLst>
          </p:cNvPr>
          <p:cNvSpPr>
            <a:spLocks noGrp="1"/>
          </p:cNvSpPr>
          <p:nvPr/>
        </p:nvSpPr>
        <p:spPr>
          <a:xfrm>
            <a:off x="1188399" y="6320226"/>
            <a:ext cx="232808" cy="24352"/>
          </a:xfrm>
          <a:custGeom>
            <a:avLst/>
            <a:gdLst/>
            <a:ahLst/>
            <a:cxnLst/>
            <a:rect l="0" t="0" r="0" b="0"/>
            <a:pathLst>
              <a:path w="232808" h="24352">
                <a:moveTo>
                  <a:pt x="0" y="24352"/>
                </a:moveTo>
                <a:lnTo>
                  <a:pt x="232808" y="0"/>
                </a:lnTo>
              </a:path>
            </a:pathLst>
          </a:custGeom>
          <a:noFill/>
          <a:ln w="6783">
            <a:solidFill>
              <a:srgbClr val="4E5EC1">
                <a:alpha val="12000"/>
              </a:srgbClr>
            </a:solidFill>
            <a:prstDash val="solid"/>
          </a:ln>
        </p:spPr>
      </p:sp>
      <p:sp>
        <p:nvSpPr>
          <p:cNvPr id="699" name="lumia-token-stream-curve">
            <a:extLst>
              <a:ext uri="{FF2B5EF4-FFF2-40B4-BE49-F238E27FC236}">
                <a16:creationId xmlns:a16="http://schemas.microsoft.com/office/drawing/2014/main" id="{259173C4-3D0C-4599-B958-02831B3B46ED}"/>
              </a:ext>
            </a:extLst>
          </p:cNvPr>
          <p:cNvSpPr>
            <a:spLocks noGrp="1"/>
          </p:cNvSpPr>
          <p:nvPr/>
        </p:nvSpPr>
        <p:spPr>
          <a:xfrm>
            <a:off x="1421207" y="6302655"/>
            <a:ext cx="235157" cy="17571"/>
          </a:xfrm>
          <a:custGeom>
            <a:avLst/>
            <a:gdLst/>
            <a:ahLst/>
            <a:cxnLst/>
            <a:rect l="0" t="0" r="0" b="0"/>
            <a:pathLst>
              <a:path w="235157" h="17571">
                <a:moveTo>
                  <a:pt x="0" y="17571"/>
                </a:moveTo>
                <a:lnTo>
                  <a:pt x="235157" y="0"/>
                </a:lnTo>
              </a:path>
            </a:pathLst>
          </a:custGeom>
          <a:noFill/>
          <a:ln w="6783">
            <a:solidFill>
              <a:srgbClr val="5057B9">
                <a:alpha val="12000"/>
              </a:srgbClr>
            </a:solidFill>
            <a:prstDash val="solid"/>
          </a:ln>
        </p:spPr>
      </p:sp>
      <p:sp>
        <p:nvSpPr>
          <p:cNvPr id="700" name="lumia-token-stream-curve">
            <a:extLst>
              <a:ext uri="{FF2B5EF4-FFF2-40B4-BE49-F238E27FC236}">
                <a16:creationId xmlns:a16="http://schemas.microsoft.com/office/drawing/2014/main" id="{4F70A3DF-7373-4730-82F7-9376907B4B13}"/>
              </a:ext>
            </a:extLst>
          </p:cNvPr>
          <p:cNvSpPr>
            <a:spLocks noGrp="1"/>
          </p:cNvSpPr>
          <p:nvPr/>
        </p:nvSpPr>
        <p:spPr>
          <a:xfrm>
            <a:off x="1656365" y="6293077"/>
            <a:ext cx="237492" cy="9578"/>
          </a:xfrm>
          <a:custGeom>
            <a:avLst/>
            <a:gdLst/>
            <a:ahLst/>
            <a:cxnLst/>
            <a:rect l="0" t="0" r="0" b="0"/>
            <a:pathLst>
              <a:path w="237492" h="9578">
                <a:moveTo>
                  <a:pt x="0" y="9578"/>
                </a:moveTo>
                <a:lnTo>
                  <a:pt x="237492" y="0"/>
                </a:lnTo>
              </a:path>
            </a:pathLst>
          </a:custGeom>
          <a:noFill/>
          <a:ln w="6783">
            <a:solidFill>
              <a:srgbClr val="5250B0">
                <a:alpha val="12000"/>
              </a:srgbClr>
            </a:solidFill>
            <a:prstDash val="solid"/>
          </a:ln>
        </p:spPr>
      </p:sp>
      <p:sp>
        <p:nvSpPr>
          <p:cNvPr id="701" name="lumia-token-stream-curve">
            <a:extLst>
              <a:ext uri="{FF2B5EF4-FFF2-40B4-BE49-F238E27FC236}">
                <a16:creationId xmlns:a16="http://schemas.microsoft.com/office/drawing/2014/main" id="{6DD527A4-39CA-427C-909C-61391E339BC9}"/>
              </a:ext>
            </a:extLst>
          </p:cNvPr>
          <p:cNvSpPr>
            <a:spLocks noGrp="1"/>
          </p:cNvSpPr>
          <p:nvPr/>
        </p:nvSpPr>
        <p:spPr>
          <a:xfrm>
            <a:off x="1893857" y="6291833"/>
            <a:ext cx="239813" cy="9525"/>
          </a:xfrm>
          <a:custGeom>
            <a:avLst/>
            <a:gdLst/>
            <a:ahLst/>
            <a:cxnLst/>
            <a:rect l="0" t="0" r="0" b="0"/>
            <a:pathLst>
              <a:path w="239813" h="9525">
                <a:moveTo>
                  <a:pt x="0" y="1244"/>
                </a:moveTo>
                <a:lnTo>
                  <a:pt x="239813" y="0"/>
                </a:lnTo>
              </a:path>
            </a:pathLst>
          </a:custGeom>
          <a:noFill/>
          <a:ln w="6783">
            <a:solidFill>
              <a:srgbClr val="544AA8">
                <a:alpha val="12000"/>
              </a:srgbClr>
            </a:solidFill>
            <a:prstDash val="solid"/>
          </a:ln>
        </p:spPr>
      </p:sp>
      <p:sp>
        <p:nvSpPr>
          <p:cNvPr id="702" name="lumia-token-stream-curve">
            <a:extLst>
              <a:ext uri="{FF2B5EF4-FFF2-40B4-BE49-F238E27FC236}">
                <a16:creationId xmlns:a16="http://schemas.microsoft.com/office/drawing/2014/main" id="{41129A15-A9F8-4D1B-B33E-CA0CC8413CAE}"/>
              </a:ext>
            </a:extLst>
          </p:cNvPr>
          <p:cNvSpPr>
            <a:spLocks noGrp="1"/>
          </p:cNvSpPr>
          <p:nvPr/>
        </p:nvSpPr>
        <p:spPr>
          <a:xfrm>
            <a:off x="2133670" y="6291833"/>
            <a:ext cx="242119" cy="9525"/>
          </a:xfrm>
          <a:custGeom>
            <a:avLst/>
            <a:gdLst/>
            <a:ahLst/>
            <a:cxnLst/>
            <a:rect l="0" t="0" r="0" b="0"/>
            <a:pathLst>
              <a:path w="242119" h="9525">
                <a:moveTo>
                  <a:pt x="0" y="0"/>
                </a:moveTo>
                <a:lnTo>
                  <a:pt x="242119" y="6456"/>
                </a:lnTo>
              </a:path>
            </a:pathLst>
          </a:custGeom>
          <a:noFill/>
          <a:ln w="6783">
            <a:solidFill>
              <a:srgbClr val="5643A0">
                <a:alpha val="12000"/>
              </a:srgbClr>
            </a:solidFill>
            <a:prstDash val="solid"/>
          </a:ln>
        </p:spPr>
      </p:sp>
      <p:sp>
        <p:nvSpPr>
          <p:cNvPr id="703" name="lumia-token-stream-curve">
            <a:extLst>
              <a:ext uri="{FF2B5EF4-FFF2-40B4-BE49-F238E27FC236}">
                <a16:creationId xmlns:a16="http://schemas.microsoft.com/office/drawing/2014/main" id="{DCE9F661-A399-4559-8991-94909DF83264}"/>
              </a:ext>
            </a:extLst>
          </p:cNvPr>
          <p:cNvSpPr>
            <a:spLocks noGrp="1"/>
          </p:cNvSpPr>
          <p:nvPr/>
        </p:nvSpPr>
        <p:spPr>
          <a:xfrm>
            <a:off x="2375789" y="6298289"/>
            <a:ext cx="244411" cy="12533"/>
          </a:xfrm>
          <a:custGeom>
            <a:avLst/>
            <a:gdLst/>
            <a:ahLst/>
            <a:cxnLst/>
            <a:rect l="0" t="0" r="0" b="0"/>
            <a:pathLst>
              <a:path w="244411" h="12533">
                <a:moveTo>
                  <a:pt x="0" y="0"/>
                </a:moveTo>
                <a:lnTo>
                  <a:pt x="244411" y="12533"/>
                </a:lnTo>
              </a:path>
            </a:pathLst>
          </a:custGeom>
          <a:noFill/>
          <a:ln w="6783">
            <a:solidFill>
              <a:srgbClr val="583D97">
                <a:alpha val="12000"/>
              </a:srgbClr>
            </a:solidFill>
            <a:prstDash val="solid"/>
          </a:ln>
        </p:spPr>
      </p:sp>
      <p:sp>
        <p:nvSpPr>
          <p:cNvPr id="704" name="lumia-token-stream-curve">
            <a:extLst>
              <a:ext uri="{FF2B5EF4-FFF2-40B4-BE49-F238E27FC236}">
                <a16:creationId xmlns:a16="http://schemas.microsoft.com/office/drawing/2014/main" id="{A6C3B243-8E8C-48B7-B124-EFD7019C0B3E}"/>
              </a:ext>
            </a:extLst>
          </p:cNvPr>
          <p:cNvSpPr>
            <a:spLocks noGrp="1"/>
          </p:cNvSpPr>
          <p:nvPr/>
        </p:nvSpPr>
        <p:spPr>
          <a:xfrm>
            <a:off x="2620200" y="6310822"/>
            <a:ext cx="246689" cy="16083"/>
          </a:xfrm>
          <a:custGeom>
            <a:avLst/>
            <a:gdLst/>
            <a:ahLst/>
            <a:cxnLst/>
            <a:rect l="0" t="0" r="0" b="0"/>
            <a:pathLst>
              <a:path w="246689" h="16083">
                <a:moveTo>
                  <a:pt x="0" y="0"/>
                </a:moveTo>
                <a:lnTo>
                  <a:pt x="246689" y="16083"/>
                </a:lnTo>
              </a:path>
            </a:pathLst>
          </a:custGeom>
          <a:noFill/>
          <a:ln w="6783">
            <a:solidFill>
              <a:srgbClr val="623C8F">
                <a:alpha val="12000"/>
              </a:srgbClr>
            </a:solidFill>
            <a:prstDash val="solid"/>
          </a:ln>
        </p:spPr>
      </p:sp>
      <p:sp>
        <p:nvSpPr>
          <p:cNvPr id="705" name="lumia-token-stream-curve">
            <a:extLst>
              <a:ext uri="{FF2B5EF4-FFF2-40B4-BE49-F238E27FC236}">
                <a16:creationId xmlns:a16="http://schemas.microsoft.com/office/drawing/2014/main" id="{91812237-B135-4BE1-9127-0904ED48BD81}"/>
              </a:ext>
            </a:extLst>
          </p:cNvPr>
          <p:cNvSpPr>
            <a:spLocks noGrp="1"/>
          </p:cNvSpPr>
          <p:nvPr/>
        </p:nvSpPr>
        <p:spPr>
          <a:xfrm>
            <a:off x="2866888" y="6326906"/>
            <a:ext cx="248952" cy="16384"/>
          </a:xfrm>
          <a:custGeom>
            <a:avLst/>
            <a:gdLst/>
            <a:ahLst/>
            <a:cxnLst/>
            <a:rect l="0" t="0" r="0" b="0"/>
            <a:pathLst>
              <a:path w="248952" h="16384">
                <a:moveTo>
                  <a:pt x="0" y="0"/>
                </a:moveTo>
                <a:lnTo>
                  <a:pt x="248952" y="16384"/>
                </a:lnTo>
              </a:path>
            </a:pathLst>
          </a:custGeom>
          <a:noFill/>
          <a:ln w="6783">
            <a:solidFill>
              <a:srgbClr val="6F3C86">
                <a:alpha val="12000"/>
              </a:srgbClr>
            </a:solidFill>
            <a:prstDash val="solid"/>
          </a:ln>
        </p:spPr>
      </p:sp>
      <p:sp>
        <p:nvSpPr>
          <p:cNvPr id="706" name="lumia-token-stream-curve">
            <a:extLst>
              <a:ext uri="{FF2B5EF4-FFF2-40B4-BE49-F238E27FC236}">
                <a16:creationId xmlns:a16="http://schemas.microsoft.com/office/drawing/2014/main" id="{0D4D6A2F-9B5C-415E-84EE-F2FD2F5C1DA9}"/>
              </a:ext>
            </a:extLst>
          </p:cNvPr>
          <p:cNvSpPr>
            <a:spLocks noGrp="1"/>
          </p:cNvSpPr>
          <p:nvPr/>
        </p:nvSpPr>
        <p:spPr>
          <a:xfrm>
            <a:off x="3115841" y="6343290"/>
            <a:ext cx="251201" cy="12988"/>
          </a:xfrm>
          <a:custGeom>
            <a:avLst/>
            <a:gdLst/>
            <a:ahLst/>
            <a:cxnLst/>
            <a:rect l="0" t="0" r="0" b="0"/>
            <a:pathLst>
              <a:path w="251201" h="12988">
                <a:moveTo>
                  <a:pt x="0" y="0"/>
                </a:moveTo>
                <a:lnTo>
                  <a:pt x="251201" y="12988"/>
                </a:lnTo>
              </a:path>
            </a:pathLst>
          </a:custGeom>
          <a:noFill/>
          <a:ln w="6783">
            <a:solidFill>
              <a:srgbClr val="7C3D7E">
                <a:alpha val="12000"/>
              </a:srgbClr>
            </a:solidFill>
            <a:prstDash val="solid"/>
          </a:ln>
        </p:spPr>
      </p:sp>
      <p:sp>
        <p:nvSpPr>
          <p:cNvPr id="707" name="lumia-token-stream-curve">
            <a:extLst>
              <a:ext uri="{FF2B5EF4-FFF2-40B4-BE49-F238E27FC236}">
                <a16:creationId xmlns:a16="http://schemas.microsoft.com/office/drawing/2014/main" id="{8B9F4E28-1B54-4136-8239-810306205158}"/>
              </a:ext>
            </a:extLst>
          </p:cNvPr>
          <p:cNvSpPr>
            <a:spLocks noGrp="1"/>
          </p:cNvSpPr>
          <p:nvPr/>
        </p:nvSpPr>
        <p:spPr>
          <a:xfrm>
            <a:off x="3367042" y="6356279"/>
            <a:ext cx="253436" cy="9525"/>
          </a:xfrm>
          <a:custGeom>
            <a:avLst/>
            <a:gdLst/>
            <a:ahLst/>
            <a:cxnLst/>
            <a:rect l="0" t="0" r="0" b="0"/>
            <a:pathLst>
              <a:path w="253436" h="9525">
                <a:moveTo>
                  <a:pt x="0" y="0"/>
                </a:moveTo>
                <a:lnTo>
                  <a:pt x="253436" y="5790"/>
                </a:lnTo>
              </a:path>
            </a:pathLst>
          </a:custGeom>
          <a:noFill/>
          <a:ln w="6783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708" name="lumia-token-stream-curve">
            <a:extLst>
              <a:ext uri="{FF2B5EF4-FFF2-40B4-BE49-F238E27FC236}">
                <a16:creationId xmlns:a16="http://schemas.microsoft.com/office/drawing/2014/main" id="{4DB1D751-9E68-4EE9-990E-A9873129A2AF}"/>
              </a:ext>
            </a:extLst>
          </p:cNvPr>
          <p:cNvSpPr>
            <a:spLocks noGrp="1"/>
          </p:cNvSpPr>
          <p:nvPr/>
        </p:nvSpPr>
        <p:spPr>
          <a:xfrm>
            <a:off x="3620478" y="6357135"/>
            <a:ext cx="255657" cy="9525"/>
          </a:xfrm>
          <a:custGeom>
            <a:avLst/>
            <a:gdLst/>
            <a:ahLst/>
            <a:cxnLst/>
            <a:rect l="0" t="0" r="0" b="0"/>
            <a:pathLst>
              <a:path w="255657" h="9525">
                <a:moveTo>
                  <a:pt x="0" y="4933"/>
                </a:moveTo>
                <a:lnTo>
                  <a:pt x="255657" y="0"/>
                </a:lnTo>
              </a:path>
            </a:pathLst>
          </a:custGeom>
          <a:noFill/>
          <a:ln w="6784">
            <a:solidFill>
              <a:srgbClr val="963E6C">
                <a:alpha val="13000"/>
              </a:srgbClr>
            </a:solidFill>
            <a:prstDash val="solid"/>
          </a:ln>
        </p:spPr>
      </p:sp>
      <p:sp>
        <p:nvSpPr>
          <p:cNvPr id="709" name="lumia-token-stream-curve">
            <a:extLst>
              <a:ext uri="{FF2B5EF4-FFF2-40B4-BE49-F238E27FC236}">
                <a16:creationId xmlns:a16="http://schemas.microsoft.com/office/drawing/2014/main" id="{51312A77-DE77-4A52-8BB5-C67E7217E052}"/>
              </a:ext>
            </a:extLst>
          </p:cNvPr>
          <p:cNvSpPr>
            <a:spLocks noGrp="1"/>
          </p:cNvSpPr>
          <p:nvPr/>
        </p:nvSpPr>
        <p:spPr>
          <a:xfrm>
            <a:off x="3876135" y="6338616"/>
            <a:ext cx="257863" cy="18519"/>
          </a:xfrm>
          <a:custGeom>
            <a:avLst/>
            <a:gdLst/>
            <a:ahLst/>
            <a:cxnLst/>
            <a:rect l="0" t="0" r="0" b="0"/>
            <a:pathLst>
              <a:path w="257863" h="18519">
                <a:moveTo>
                  <a:pt x="0" y="18519"/>
                </a:moveTo>
                <a:lnTo>
                  <a:pt x="257863" y="0"/>
                </a:lnTo>
              </a:path>
            </a:pathLst>
          </a:custGeom>
          <a:noFill/>
          <a:ln w="6805">
            <a:solidFill>
              <a:srgbClr val="A33F64">
                <a:alpha val="13000"/>
              </a:srgbClr>
            </a:solidFill>
            <a:prstDash val="solid"/>
          </a:ln>
        </p:spPr>
      </p:sp>
      <p:sp>
        <p:nvSpPr>
          <p:cNvPr id="710" name="lumia-token-stream-curve">
            <a:extLst>
              <a:ext uri="{FF2B5EF4-FFF2-40B4-BE49-F238E27FC236}">
                <a16:creationId xmlns:a16="http://schemas.microsoft.com/office/drawing/2014/main" id="{85EB722D-3D82-4F70-A1D2-F2D8D87F9CFF}"/>
              </a:ext>
            </a:extLst>
          </p:cNvPr>
          <p:cNvSpPr>
            <a:spLocks noGrp="1"/>
          </p:cNvSpPr>
          <p:nvPr/>
        </p:nvSpPr>
        <p:spPr>
          <a:xfrm>
            <a:off x="4133998" y="6304647"/>
            <a:ext cx="260055" cy="33968"/>
          </a:xfrm>
          <a:custGeom>
            <a:avLst/>
            <a:gdLst/>
            <a:ahLst/>
            <a:cxnLst/>
            <a:rect l="0" t="0" r="0" b="0"/>
            <a:pathLst>
              <a:path w="260055" h="33968">
                <a:moveTo>
                  <a:pt x="0" y="33968"/>
                </a:moveTo>
                <a:lnTo>
                  <a:pt x="260055" y="0"/>
                </a:lnTo>
              </a:path>
            </a:pathLst>
          </a:custGeom>
          <a:noFill/>
          <a:ln w="6852">
            <a:solidFill>
              <a:srgbClr val="B0405B">
                <a:alpha val="14000"/>
              </a:srgbClr>
            </a:solidFill>
            <a:prstDash val="solid"/>
          </a:ln>
        </p:spPr>
      </p:sp>
      <p:sp>
        <p:nvSpPr>
          <p:cNvPr id="711" name="lumia-token-stream-curve">
            <a:extLst>
              <a:ext uri="{FF2B5EF4-FFF2-40B4-BE49-F238E27FC236}">
                <a16:creationId xmlns:a16="http://schemas.microsoft.com/office/drawing/2014/main" id="{EDD1DC7B-D14A-4867-ACFB-52AE8A2CC6D1}"/>
              </a:ext>
            </a:extLst>
          </p:cNvPr>
          <p:cNvSpPr>
            <a:spLocks noGrp="1"/>
          </p:cNvSpPr>
          <p:nvPr/>
        </p:nvSpPr>
        <p:spPr>
          <a:xfrm>
            <a:off x="4394054" y="6254624"/>
            <a:ext cx="262233" cy="50024"/>
          </a:xfrm>
          <a:custGeom>
            <a:avLst/>
            <a:gdLst/>
            <a:ahLst/>
            <a:cxnLst/>
            <a:rect l="0" t="0" r="0" b="0"/>
            <a:pathLst>
              <a:path w="262233" h="50024">
                <a:moveTo>
                  <a:pt x="0" y="50024"/>
                </a:moveTo>
                <a:lnTo>
                  <a:pt x="262233" y="0"/>
                </a:lnTo>
              </a:path>
            </a:pathLst>
          </a:custGeom>
          <a:noFill/>
          <a:ln w="6923">
            <a:solidFill>
              <a:srgbClr val="BD4153">
                <a:alpha val="14000"/>
              </a:srgbClr>
            </a:solidFill>
            <a:prstDash val="solid"/>
          </a:ln>
        </p:spPr>
      </p:sp>
      <p:sp>
        <p:nvSpPr>
          <p:cNvPr id="712" name="lumia-token-stream-curve">
            <a:extLst>
              <a:ext uri="{FF2B5EF4-FFF2-40B4-BE49-F238E27FC236}">
                <a16:creationId xmlns:a16="http://schemas.microsoft.com/office/drawing/2014/main" id="{DE7A8F10-C054-43BB-9DA7-0B625EE930FB}"/>
              </a:ext>
            </a:extLst>
          </p:cNvPr>
          <p:cNvSpPr>
            <a:spLocks noGrp="1"/>
          </p:cNvSpPr>
          <p:nvPr/>
        </p:nvSpPr>
        <p:spPr>
          <a:xfrm>
            <a:off x="4656287" y="6189326"/>
            <a:ext cx="264397" cy="65298"/>
          </a:xfrm>
          <a:custGeom>
            <a:avLst/>
            <a:gdLst/>
            <a:ahLst/>
            <a:cxnLst/>
            <a:rect l="0" t="0" r="0" b="0"/>
            <a:pathLst>
              <a:path w="264397" h="65298">
                <a:moveTo>
                  <a:pt x="0" y="65298"/>
                </a:moveTo>
                <a:lnTo>
                  <a:pt x="264397" y="0"/>
                </a:lnTo>
              </a:path>
            </a:pathLst>
          </a:custGeom>
          <a:noFill/>
          <a:ln w="7016">
            <a:solidFill>
              <a:srgbClr val="CA414A">
                <a:alpha val="15000"/>
              </a:srgbClr>
            </a:solidFill>
            <a:prstDash val="solid"/>
          </a:ln>
        </p:spPr>
      </p:sp>
      <p:sp>
        <p:nvSpPr>
          <p:cNvPr id="713" name="lumia-token-stream-curve">
            <a:extLst>
              <a:ext uri="{FF2B5EF4-FFF2-40B4-BE49-F238E27FC236}">
                <a16:creationId xmlns:a16="http://schemas.microsoft.com/office/drawing/2014/main" id="{CFBA4134-A8D2-4CD4-A57B-A1EF7B4B40DF}"/>
              </a:ext>
            </a:extLst>
          </p:cNvPr>
          <p:cNvSpPr>
            <a:spLocks noGrp="1"/>
          </p:cNvSpPr>
          <p:nvPr/>
        </p:nvSpPr>
        <p:spPr>
          <a:xfrm>
            <a:off x="4920684" y="6110902"/>
            <a:ext cx="266546" cy="78423"/>
          </a:xfrm>
          <a:custGeom>
            <a:avLst/>
            <a:gdLst/>
            <a:ahLst/>
            <a:cxnLst/>
            <a:rect l="0" t="0" r="0" b="0"/>
            <a:pathLst>
              <a:path w="266546" h="78423">
                <a:moveTo>
                  <a:pt x="0" y="78423"/>
                </a:moveTo>
                <a:lnTo>
                  <a:pt x="266546" y="0"/>
                </a:lnTo>
              </a:path>
            </a:pathLst>
          </a:custGeom>
          <a:noFill/>
          <a:ln w="7130">
            <a:solidFill>
              <a:srgbClr val="D74242">
                <a:alpha val="15000"/>
              </a:srgbClr>
            </a:solidFill>
            <a:prstDash val="solid"/>
          </a:ln>
        </p:spPr>
      </p:sp>
      <p:sp>
        <p:nvSpPr>
          <p:cNvPr id="714" name="lumia-token-stream-curve">
            <a:extLst>
              <a:ext uri="{FF2B5EF4-FFF2-40B4-BE49-F238E27FC236}">
                <a16:creationId xmlns:a16="http://schemas.microsoft.com/office/drawing/2014/main" id="{0E1CB517-5462-4475-81A4-4D6F9C0CDA18}"/>
              </a:ext>
            </a:extLst>
          </p:cNvPr>
          <p:cNvSpPr>
            <a:spLocks noGrp="1"/>
          </p:cNvSpPr>
          <p:nvPr/>
        </p:nvSpPr>
        <p:spPr>
          <a:xfrm>
            <a:off x="5187230" y="6022691"/>
            <a:ext cx="268681" cy="88211"/>
          </a:xfrm>
          <a:custGeom>
            <a:avLst/>
            <a:gdLst/>
            <a:ahLst/>
            <a:cxnLst/>
            <a:rect l="0" t="0" r="0" b="0"/>
            <a:pathLst>
              <a:path w="268681" h="88211">
                <a:moveTo>
                  <a:pt x="0" y="88211"/>
                </a:moveTo>
                <a:lnTo>
                  <a:pt x="268681" y="0"/>
                </a:lnTo>
              </a:path>
            </a:pathLst>
          </a:custGeom>
          <a:noFill/>
          <a:ln w="7262">
            <a:solidFill>
              <a:srgbClr val="E44339">
                <a:alpha val="16000"/>
              </a:srgbClr>
            </a:solidFill>
            <a:prstDash val="solid"/>
          </a:ln>
        </p:spPr>
      </p:sp>
      <p:sp>
        <p:nvSpPr>
          <p:cNvPr id="715" name="lumia-token-stream-curve">
            <a:extLst>
              <a:ext uri="{FF2B5EF4-FFF2-40B4-BE49-F238E27FC236}">
                <a16:creationId xmlns:a16="http://schemas.microsoft.com/office/drawing/2014/main" id="{A8A83F08-32A7-4DEE-8D0F-11A536110C76}"/>
              </a:ext>
            </a:extLst>
          </p:cNvPr>
          <p:cNvSpPr>
            <a:spLocks noGrp="1"/>
          </p:cNvSpPr>
          <p:nvPr/>
        </p:nvSpPr>
        <p:spPr>
          <a:xfrm>
            <a:off x="5455911" y="5928883"/>
            <a:ext cx="270802" cy="93808"/>
          </a:xfrm>
          <a:custGeom>
            <a:avLst/>
            <a:gdLst/>
            <a:ahLst/>
            <a:cxnLst/>
            <a:rect l="0" t="0" r="0" b="0"/>
            <a:pathLst>
              <a:path w="270802" h="93808">
                <a:moveTo>
                  <a:pt x="0" y="93808"/>
                </a:moveTo>
                <a:lnTo>
                  <a:pt x="270802" y="0"/>
                </a:lnTo>
              </a:path>
            </a:pathLst>
          </a:custGeom>
          <a:noFill/>
          <a:ln w="7410">
            <a:solidFill>
              <a:srgbClr val="EB4833">
                <a:alpha val="16000"/>
              </a:srgbClr>
            </a:solidFill>
            <a:prstDash val="solid"/>
          </a:ln>
        </p:spPr>
      </p:sp>
      <p:sp>
        <p:nvSpPr>
          <p:cNvPr id="716" name="lumia-token-stream-curve">
            <a:extLst>
              <a:ext uri="{FF2B5EF4-FFF2-40B4-BE49-F238E27FC236}">
                <a16:creationId xmlns:a16="http://schemas.microsoft.com/office/drawing/2014/main" id="{EF88DE7E-F6EC-473C-945D-A5316C395891}"/>
              </a:ext>
            </a:extLst>
          </p:cNvPr>
          <p:cNvSpPr>
            <a:spLocks noGrp="1"/>
          </p:cNvSpPr>
          <p:nvPr/>
        </p:nvSpPr>
        <p:spPr>
          <a:xfrm>
            <a:off x="5726712" y="5834061"/>
            <a:ext cx="272908" cy="94822"/>
          </a:xfrm>
          <a:custGeom>
            <a:avLst/>
            <a:gdLst/>
            <a:ahLst/>
            <a:cxnLst/>
            <a:rect l="0" t="0" r="0" b="0"/>
            <a:pathLst>
              <a:path w="272908" h="94822">
                <a:moveTo>
                  <a:pt x="0" y="94822"/>
                </a:moveTo>
                <a:lnTo>
                  <a:pt x="272908" y="0"/>
                </a:lnTo>
              </a:path>
            </a:pathLst>
          </a:custGeom>
          <a:noFill/>
          <a:ln w="7572">
            <a:solidFill>
              <a:srgbClr val="EC532F">
                <a:alpha val="17000"/>
              </a:srgbClr>
            </a:solidFill>
            <a:prstDash val="solid"/>
          </a:ln>
        </p:spPr>
      </p:sp>
      <p:sp>
        <p:nvSpPr>
          <p:cNvPr id="717" name="lumia-token-stream-curve">
            <a:extLst>
              <a:ext uri="{FF2B5EF4-FFF2-40B4-BE49-F238E27FC236}">
                <a16:creationId xmlns:a16="http://schemas.microsoft.com/office/drawing/2014/main" id="{178461CA-4D49-406A-A243-3BEF2F8DE2AF}"/>
              </a:ext>
            </a:extLst>
          </p:cNvPr>
          <p:cNvSpPr>
            <a:spLocks noGrp="1"/>
          </p:cNvSpPr>
          <p:nvPr/>
        </p:nvSpPr>
        <p:spPr>
          <a:xfrm>
            <a:off x="5999620" y="5742659"/>
            <a:ext cx="275000" cy="91403"/>
          </a:xfrm>
          <a:custGeom>
            <a:avLst/>
            <a:gdLst/>
            <a:ahLst/>
            <a:cxnLst/>
            <a:rect l="0" t="0" r="0" b="0"/>
            <a:pathLst>
              <a:path w="275000" h="91403">
                <a:moveTo>
                  <a:pt x="0" y="91403"/>
                </a:moveTo>
                <a:lnTo>
                  <a:pt x="275000" y="0"/>
                </a:lnTo>
              </a:path>
            </a:pathLst>
          </a:custGeom>
          <a:noFill/>
          <a:ln w="7747">
            <a:solidFill>
              <a:srgbClr val="EE5E2A">
                <a:alpha val="17000"/>
              </a:srgbClr>
            </a:solidFill>
            <a:prstDash val="solid"/>
          </a:ln>
        </p:spPr>
      </p:sp>
      <p:sp>
        <p:nvSpPr>
          <p:cNvPr id="718" name="lumia-token-stream-curve">
            <a:extLst>
              <a:ext uri="{FF2B5EF4-FFF2-40B4-BE49-F238E27FC236}">
                <a16:creationId xmlns:a16="http://schemas.microsoft.com/office/drawing/2014/main" id="{81DD551B-9D4B-48DC-AB29-B9B452DA3BC9}"/>
              </a:ext>
            </a:extLst>
          </p:cNvPr>
          <p:cNvSpPr>
            <a:spLocks noGrp="1"/>
          </p:cNvSpPr>
          <p:nvPr/>
        </p:nvSpPr>
        <p:spPr>
          <a:xfrm>
            <a:off x="6274621" y="5658396"/>
            <a:ext cx="277078" cy="84263"/>
          </a:xfrm>
          <a:custGeom>
            <a:avLst/>
            <a:gdLst/>
            <a:ahLst/>
            <a:cxnLst/>
            <a:rect l="0" t="0" r="0" b="0"/>
            <a:pathLst>
              <a:path w="277078" h="84263">
                <a:moveTo>
                  <a:pt x="0" y="84263"/>
                </a:moveTo>
                <a:lnTo>
                  <a:pt x="277078" y="0"/>
                </a:lnTo>
              </a:path>
            </a:pathLst>
          </a:custGeom>
          <a:noFill/>
          <a:ln w="7933">
            <a:solidFill>
              <a:srgbClr val="EF6926">
                <a:alpha val="18000"/>
              </a:srgbClr>
            </a:solidFill>
            <a:prstDash val="solid"/>
          </a:ln>
        </p:spPr>
      </p:sp>
      <p:sp>
        <p:nvSpPr>
          <p:cNvPr id="719" name="lumia-token-stream-curve">
            <a:extLst>
              <a:ext uri="{FF2B5EF4-FFF2-40B4-BE49-F238E27FC236}">
                <a16:creationId xmlns:a16="http://schemas.microsoft.com/office/drawing/2014/main" id="{E8439070-E1AD-4EA7-8663-7BC153A2A951}"/>
              </a:ext>
            </a:extLst>
          </p:cNvPr>
          <p:cNvSpPr>
            <a:spLocks noGrp="1"/>
          </p:cNvSpPr>
          <p:nvPr/>
        </p:nvSpPr>
        <p:spPr>
          <a:xfrm>
            <a:off x="6551699" y="5583771"/>
            <a:ext cx="279142" cy="74625"/>
          </a:xfrm>
          <a:custGeom>
            <a:avLst/>
            <a:gdLst/>
            <a:ahLst/>
            <a:cxnLst/>
            <a:rect l="0" t="0" r="0" b="0"/>
            <a:pathLst>
              <a:path w="279142" h="74625">
                <a:moveTo>
                  <a:pt x="0" y="74625"/>
                </a:moveTo>
                <a:lnTo>
                  <a:pt x="279142" y="0"/>
                </a:lnTo>
              </a:path>
            </a:pathLst>
          </a:custGeom>
          <a:noFill/>
          <a:ln w="8127">
            <a:solidFill>
              <a:srgbClr val="F17322">
                <a:alpha val="18000"/>
              </a:srgbClr>
            </a:solidFill>
            <a:prstDash val="solid"/>
          </a:ln>
        </p:spPr>
      </p:sp>
      <p:sp>
        <p:nvSpPr>
          <p:cNvPr id="720" name="lumia-token-stream-curve">
            <a:extLst>
              <a:ext uri="{FF2B5EF4-FFF2-40B4-BE49-F238E27FC236}">
                <a16:creationId xmlns:a16="http://schemas.microsoft.com/office/drawing/2014/main" id="{76F8D983-F5D5-4ACD-9776-B41B88F48DA6}"/>
              </a:ext>
            </a:extLst>
          </p:cNvPr>
          <p:cNvSpPr>
            <a:spLocks noGrp="1"/>
          </p:cNvSpPr>
          <p:nvPr/>
        </p:nvSpPr>
        <p:spPr>
          <a:xfrm>
            <a:off x="6830841" y="5519667"/>
            <a:ext cx="281191" cy="64104"/>
          </a:xfrm>
          <a:custGeom>
            <a:avLst/>
            <a:gdLst/>
            <a:ahLst/>
            <a:cxnLst/>
            <a:rect l="0" t="0" r="0" b="0"/>
            <a:pathLst>
              <a:path w="281191" h="64104">
                <a:moveTo>
                  <a:pt x="0" y="64104"/>
                </a:moveTo>
                <a:lnTo>
                  <a:pt x="281191" y="0"/>
                </a:lnTo>
              </a:path>
            </a:pathLst>
          </a:custGeom>
          <a:noFill/>
          <a:ln w="8327">
            <a:solidFill>
              <a:srgbClr val="F27E1E">
                <a:alpha val="19000"/>
              </a:srgbClr>
            </a:solidFill>
            <a:prstDash val="solid"/>
          </a:ln>
        </p:spPr>
      </p:sp>
      <p:sp>
        <p:nvSpPr>
          <p:cNvPr id="721" name="lumia-token-stream-curve">
            <a:extLst>
              <a:ext uri="{FF2B5EF4-FFF2-40B4-BE49-F238E27FC236}">
                <a16:creationId xmlns:a16="http://schemas.microsoft.com/office/drawing/2014/main" id="{FB3ADEE5-2FF9-437B-9D68-2C7D96CABD42}"/>
              </a:ext>
            </a:extLst>
          </p:cNvPr>
          <p:cNvSpPr>
            <a:spLocks noGrp="1"/>
          </p:cNvSpPr>
          <p:nvPr/>
        </p:nvSpPr>
        <p:spPr>
          <a:xfrm>
            <a:off x="7112032" y="5465146"/>
            <a:ext cx="283226" cy="54521"/>
          </a:xfrm>
          <a:custGeom>
            <a:avLst/>
            <a:gdLst/>
            <a:ahLst/>
            <a:cxnLst/>
            <a:rect l="0" t="0" r="0" b="0"/>
            <a:pathLst>
              <a:path w="283226" h="54521">
                <a:moveTo>
                  <a:pt x="0" y="54521"/>
                </a:moveTo>
                <a:lnTo>
                  <a:pt x="283226" y="0"/>
                </a:lnTo>
              </a:path>
            </a:pathLst>
          </a:custGeom>
          <a:noFill/>
          <a:ln w="8532">
            <a:solidFill>
              <a:srgbClr val="F48919">
                <a:alpha val="20000"/>
              </a:srgbClr>
            </a:solidFill>
            <a:prstDash val="solid"/>
          </a:ln>
        </p:spPr>
      </p:sp>
      <p:sp>
        <p:nvSpPr>
          <p:cNvPr id="722" name="lumia-token-stream-curve">
            <a:extLst>
              <a:ext uri="{FF2B5EF4-FFF2-40B4-BE49-F238E27FC236}">
                <a16:creationId xmlns:a16="http://schemas.microsoft.com/office/drawing/2014/main" id="{43E65A78-90C8-4704-9B35-6CDA54347892}"/>
              </a:ext>
            </a:extLst>
          </p:cNvPr>
          <p:cNvSpPr>
            <a:spLocks noGrp="1"/>
          </p:cNvSpPr>
          <p:nvPr/>
        </p:nvSpPr>
        <p:spPr>
          <a:xfrm>
            <a:off x="7395258" y="5417465"/>
            <a:ext cx="285247" cy="47682"/>
          </a:xfrm>
          <a:custGeom>
            <a:avLst/>
            <a:gdLst/>
            <a:ahLst/>
            <a:cxnLst/>
            <a:rect l="0" t="0" r="0" b="0"/>
            <a:pathLst>
              <a:path w="285247" h="47682">
                <a:moveTo>
                  <a:pt x="0" y="47682"/>
                </a:moveTo>
                <a:lnTo>
                  <a:pt x="285247" y="0"/>
                </a:lnTo>
              </a:path>
            </a:pathLst>
          </a:custGeom>
          <a:noFill/>
          <a:ln w="8740">
            <a:solidFill>
              <a:srgbClr val="F59415">
                <a:alpha val="20000"/>
              </a:srgbClr>
            </a:solidFill>
            <a:prstDash val="solid"/>
          </a:ln>
        </p:spPr>
      </p:sp>
      <p:sp>
        <p:nvSpPr>
          <p:cNvPr id="723" name="lumia-token-stream-curve">
            <a:extLst>
              <a:ext uri="{FF2B5EF4-FFF2-40B4-BE49-F238E27FC236}">
                <a16:creationId xmlns:a16="http://schemas.microsoft.com/office/drawing/2014/main" id="{6E9CD3F1-7C6B-42B0-A50B-208D0039F006}"/>
              </a:ext>
            </a:extLst>
          </p:cNvPr>
          <p:cNvSpPr>
            <a:spLocks noGrp="1"/>
          </p:cNvSpPr>
          <p:nvPr/>
        </p:nvSpPr>
        <p:spPr>
          <a:xfrm>
            <a:off x="7680505" y="5372327"/>
            <a:ext cx="287254" cy="45138"/>
          </a:xfrm>
          <a:custGeom>
            <a:avLst/>
            <a:gdLst/>
            <a:ahLst/>
            <a:cxnLst/>
            <a:rect l="0" t="0" r="0" b="0"/>
            <a:pathLst>
              <a:path w="287254" h="45138">
                <a:moveTo>
                  <a:pt x="0" y="45138"/>
                </a:moveTo>
                <a:lnTo>
                  <a:pt x="287254" y="0"/>
                </a:lnTo>
              </a:path>
            </a:pathLst>
          </a:custGeom>
          <a:noFill/>
          <a:ln w="8949">
            <a:solidFill>
              <a:srgbClr val="F79E11">
                <a:alpha val="21000"/>
              </a:srgbClr>
            </a:solidFill>
            <a:prstDash val="solid"/>
          </a:ln>
        </p:spPr>
      </p:sp>
      <p:sp>
        <p:nvSpPr>
          <p:cNvPr id="724" name="lumia-token-stream-curve">
            <a:extLst>
              <a:ext uri="{FF2B5EF4-FFF2-40B4-BE49-F238E27FC236}">
                <a16:creationId xmlns:a16="http://schemas.microsoft.com/office/drawing/2014/main" id="{FB615CE1-5B9E-4900-A78E-257950EFF6F1}"/>
              </a:ext>
            </a:extLst>
          </p:cNvPr>
          <p:cNvSpPr>
            <a:spLocks noGrp="1"/>
          </p:cNvSpPr>
          <p:nvPr/>
        </p:nvSpPr>
        <p:spPr>
          <a:xfrm>
            <a:off x="7967759" y="5324367"/>
            <a:ext cx="289246" cy="47960"/>
          </a:xfrm>
          <a:custGeom>
            <a:avLst/>
            <a:gdLst/>
            <a:ahLst/>
            <a:cxnLst/>
            <a:rect l="0" t="0" r="0" b="0"/>
            <a:pathLst>
              <a:path w="289246" h="47960">
                <a:moveTo>
                  <a:pt x="0" y="47960"/>
                </a:moveTo>
                <a:lnTo>
                  <a:pt x="289246" y="0"/>
                </a:lnTo>
              </a:path>
            </a:pathLst>
          </a:custGeom>
          <a:noFill/>
          <a:ln w="9156">
            <a:solidFill>
              <a:srgbClr val="F8A90C">
                <a:alpha val="21000"/>
              </a:srgbClr>
            </a:solidFill>
            <a:prstDash val="solid"/>
          </a:ln>
        </p:spPr>
      </p:sp>
      <p:sp>
        <p:nvSpPr>
          <p:cNvPr id="725" name="lumia-token-stream-curve">
            <a:extLst>
              <a:ext uri="{FF2B5EF4-FFF2-40B4-BE49-F238E27FC236}">
                <a16:creationId xmlns:a16="http://schemas.microsoft.com/office/drawing/2014/main" id="{1476673F-6F2F-4CF4-8195-4E5F49C02A1A}"/>
              </a:ext>
            </a:extLst>
          </p:cNvPr>
          <p:cNvSpPr>
            <a:spLocks noGrp="1"/>
          </p:cNvSpPr>
          <p:nvPr/>
        </p:nvSpPr>
        <p:spPr>
          <a:xfrm>
            <a:off x="8257004" y="5267805"/>
            <a:ext cx="291224" cy="56562"/>
          </a:xfrm>
          <a:custGeom>
            <a:avLst/>
            <a:gdLst/>
            <a:ahLst/>
            <a:cxnLst/>
            <a:rect l="0" t="0" r="0" b="0"/>
            <a:pathLst>
              <a:path w="291224" h="56562">
                <a:moveTo>
                  <a:pt x="0" y="56562"/>
                </a:moveTo>
                <a:lnTo>
                  <a:pt x="291224" y="0"/>
                </a:lnTo>
              </a:path>
            </a:pathLst>
          </a:custGeom>
          <a:noFill/>
          <a:ln w="9361">
            <a:solidFill>
              <a:srgbClr val="FAB408">
                <a:alpha val="22000"/>
              </a:srgbClr>
            </a:solidFill>
            <a:prstDash val="solid"/>
          </a:ln>
        </p:spPr>
      </p:sp>
      <p:sp>
        <p:nvSpPr>
          <p:cNvPr id="726" name="lumia-token-stream-curve">
            <a:extLst>
              <a:ext uri="{FF2B5EF4-FFF2-40B4-BE49-F238E27FC236}">
                <a16:creationId xmlns:a16="http://schemas.microsoft.com/office/drawing/2014/main" id="{0FED5FC3-1FDF-4EE6-814A-3506045B9B29}"/>
              </a:ext>
            </a:extLst>
          </p:cNvPr>
          <p:cNvSpPr>
            <a:spLocks noGrp="1"/>
          </p:cNvSpPr>
          <p:nvPr/>
        </p:nvSpPr>
        <p:spPr>
          <a:xfrm>
            <a:off x="8548228" y="5197198"/>
            <a:ext cx="293187" cy="70607"/>
          </a:xfrm>
          <a:custGeom>
            <a:avLst/>
            <a:gdLst/>
            <a:ahLst/>
            <a:cxnLst/>
            <a:rect l="0" t="0" r="0" b="0"/>
            <a:pathLst>
              <a:path w="293187" h="70607">
                <a:moveTo>
                  <a:pt x="0" y="70607"/>
                </a:moveTo>
                <a:lnTo>
                  <a:pt x="293187" y="0"/>
                </a:lnTo>
              </a:path>
            </a:pathLst>
          </a:custGeom>
          <a:noFill/>
          <a:ln w="9560">
            <a:solidFill>
              <a:srgbClr val="F7BC07">
                <a:alpha val="22000"/>
              </a:srgbClr>
            </a:solidFill>
            <a:prstDash val="solid"/>
          </a:ln>
        </p:spPr>
      </p:sp>
      <p:sp>
        <p:nvSpPr>
          <p:cNvPr id="727" name="lumia-token-stream-curve">
            <a:extLst>
              <a:ext uri="{FF2B5EF4-FFF2-40B4-BE49-F238E27FC236}">
                <a16:creationId xmlns:a16="http://schemas.microsoft.com/office/drawing/2014/main" id="{01444C52-1162-4047-BAC1-F655D3D2F67B}"/>
              </a:ext>
            </a:extLst>
          </p:cNvPr>
          <p:cNvSpPr>
            <a:spLocks noGrp="1"/>
          </p:cNvSpPr>
          <p:nvPr/>
        </p:nvSpPr>
        <p:spPr>
          <a:xfrm>
            <a:off x="8841416" y="5108196"/>
            <a:ext cx="295137" cy="89002"/>
          </a:xfrm>
          <a:custGeom>
            <a:avLst/>
            <a:gdLst/>
            <a:ahLst/>
            <a:cxnLst/>
            <a:rect l="0" t="0" r="0" b="0"/>
            <a:pathLst>
              <a:path w="295137" h="89002">
                <a:moveTo>
                  <a:pt x="0" y="89002"/>
                </a:moveTo>
                <a:lnTo>
                  <a:pt x="295137" y="0"/>
                </a:lnTo>
              </a:path>
            </a:pathLst>
          </a:custGeom>
          <a:noFill/>
          <a:ln w="9752">
            <a:solidFill>
              <a:srgbClr val="E5BA0E">
                <a:alpha val="23000"/>
              </a:srgbClr>
            </a:solidFill>
            <a:prstDash val="solid"/>
          </a:ln>
        </p:spPr>
      </p:sp>
      <p:sp>
        <p:nvSpPr>
          <p:cNvPr id="728" name="lumia-token-stream-curve">
            <a:extLst>
              <a:ext uri="{FF2B5EF4-FFF2-40B4-BE49-F238E27FC236}">
                <a16:creationId xmlns:a16="http://schemas.microsoft.com/office/drawing/2014/main" id="{513A40F9-1F89-4286-A0DB-DC61E5EE2CFE}"/>
              </a:ext>
            </a:extLst>
          </p:cNvPr>
          <p:cNvSpPr>
            <a:spLocks noGrp="1"/>
          </p:cNvSpPr>
          <p:nvPr/>
        </p:nvSpPr>
        <p:spPr>
          <a:xfrm>
            <a:off x="9136552" y="4998186"/>
            <a:ext cx="297072" cy="110010"/>
          </a:xfrm>
          <a:custGeom>
            <a:avLst/>
            <a:gdLst/>
            <a:ahLst/>
            <a:cxnLst/>
            <a:rect l="0" t="0" r="0" b="0"/>
            <a:pathLst>
              <a:path w="297072" h="110010">
                <a:moveTo>
                  <a:pt x="0" y="110010"/>
                </a:moveTo>
                <a:lnTo>
                  <a:pt x="297072" y="0"/>
                </a:lnTo>
              </a:path>
            </a:pathLst>
          </a:custGeom>
          <a:noFill/>
          <a:ln w="9935">
            <a:solidFill>
              <a:srgbClr val="D3B815">
                <a:alpha val="23000"/>
              </a:srgbClr>
            </a:solidFill>
            <a:prstDash val="solid"/>
          </a:ln>
        </p:spPr>
      </p:sp>
      <p:sp>
        <p:nvSpPr>
          <p:cNvPr id="729" name="lumia-token-stream-curve">
            <a:extLst>
              <a:ext uri="{FF2B5EF4-FFF2-40B4-BE49-F238E27FC236}">
                <a16:creationId xmlns:a16="http://schemas.microsoft.com/office/drawing/2014/main" id="{F726BD69-D445-4BDB-ACA0-494B208B4738}"/>
              </a:ext>
            </a:extLst>
          </p:cNvPr>
          <p:cNvSpPr>
            <a:spLocks noGrp="1"/>
          </p:cNvSpPr>
          <p:nvPr/>
        </p:nvSpPr>
        <p:spPr>
          <a:xfrm>
            <a:off x="9433625" y="4866727"/>
            <a:ext cx="298993" cy="131459"/>
          </a:xfrm>
          <a:custGeom>
            <a:avLst/>
            <a:gdLst/>
            <a:ahLst/>
            <a:cxnLst/>
            <a:rect l="0" t="0" r="0" b="0"/>
            <a:pathLst>
              <a:path w="298993" h="131459">
                <a:moveTo>
                  <a:pt x="0" y="131459"/>
                </a:moveTo>
                <a:lnTo>
                  <a:pt x="298993" y="0"/>
                </a:lnTo>
              </a:path>
            </a:pathLst>
          </a:custGeom>
          <a:noFill/>
          <a:ln w="10107">
            <a:solidFill>
              <a:srgbClr val="C2B61C">
                <a:alpha val="23000"/>
              </a:srgbClr>
            </a:solidFill>
            <a:prstDash val="solid"/>
          </a:ln>
        </p:spPr>
      </p:sp>
      <p:sp>
        <p:nvSpPr>
          <p:cNvPr id="730" name="lumia-token-stream-curve">
            <a:extLst>
              <a:ext uri="{FF2B5EF4-FFF2-40B4-BE49-F238E27FC236}">
                <a16:creationId xmlns:a16="http://schemas.microsoft.com/office/drawing/2014/main" id="{CC210F5C-B3B8-4533-8C0B-9408362AEC52}"/>
              </a:ext>
            </a:extLst>
          </p:cNvPr>
          <p:cNvSpPr>
            <a:spLocks noGrp="1"/>
          </p:cNvSpPr>
          <p:nvPr/>
        </p:nvSpPr>
        <p:spPr>
          <a:xfrm>
            <a:off x="9732617" y="4715698"/>
            <a:ext cx="300900" cy="151029"/>
          </a:xfrm>
          <a:custGeom>
            <a:avLst/>
            <a:gdLst/>
            <a:ahLst/>
            <a:cxnLst/>
            <a:rect l="0" t="0" r="0" b="0"/>
            <a:pathLst>
              <a:path w="300900" h="151029">
                <a:moveTo>
                  <a:pt x="0" y="151029"/>
                </a:moveTo>
                <a:lnTo>
                  <a:pt x="300900" y="0"/>
                </a:lnTo>
              </a:path>
            </a:pathLst>
          </a:custGeom>
          <a:noFill/>
          <a:ln w="10266">
            <a:solidFill>
              <a:srgbClr val="B0B422">
                <a:alpha val="24000"/>
              </a:srgbClr>
            </a:solidFill>
            <a:prstDash val="solid"/>
          </a:ln>
        </p:spPr>
      </p:sp>
      <p:sp>
        <p:nvSpPr>
          <p:cNvPr id="731" name="lumia-token-stream-curve">
            <a:extLst>
              <a:ext uri="{FF2B5EF4-FFF2-40B4-BE49-F238E27FC236}">
                <a16:creationId xmlns:a16="http://schemas.microsoft.com/office/drawing/2014/main" id="{25B9B38B-BEB7-4D2D-8FD9-5561B3CE942B}"/>
              </a:ext>
            </a:extLst>
          </p:cNvPr>
          <p:cNvSpPr>
            <a:spLocks noGrp="1"/>
          </p:cNvSpPr>
          <p:nvPr/>
        </p:nvSpPr>
        <p:spPr>
          <a:xfrm>
            <a:off x="10033517" y="4549118"/>
            <a:ext cx="302792" cy="166580"/>
          </a:xfrm>
          <a:custGeom>
            <a:avLst/>
            <a:gdLst/>
            <a:ahLst/>
            <a:cxnLst/>
            <a:rect l="0" t="0" r="0" b="0"/>
            <a:pathLst>
              <a:path w="302792" h="166580">
                <a:moveTo>
                  <a:pt x="0" y="166580"/>
                </a:moveTo>
                <a:lnTo>
                  <a:pt x="302792" y="0"/>
                </a:lnTo>
              </a:path>
            </a:pathLst>
          </a:custGeom>
          <a:noFill/>
          <a:ln w="10410">
            <a:solidFill>
              <a:srgbClr val="9EB329">
                <a:alpha val="24000"/>
              </a:srgbClr>
            </a:solidFill>
            <a:prstDash val="solid"/>
          </a:ln>
        </p:spPr>
      </p:sp>
      <p:sp>
        <p:nvSpPr>
          <p:cNvPr id="732" name="lumia-token-stream-curve">
            <a:extLst>
              <a:ext uri="{FF2B5EF4-FFF2-40B4-BE49-F238E27FC236}">
                <a16:creationId xmlns:a16="http://schemas.microsoft.com/office/drawing/2014/main" id="{BF05405B-FA90-4DD8-A7C0-E3C7D767E1B5}"/>
              </a:ext>
            </a:extLst>
          </p:cNvPr>
          <p:cNvSpPr>
            <a:spLocks noGrp="1"/>
          </p:cNvSpPr>
          <p:nvPr/>
        </p:nvSpPr>
        <p:spPr>
          <a:xfrm>
            <a:off x="10336309" y="4372633"/>
            <a:ext cx="304670" cy="176485"/>
          </a:xfrm>
          <a:custGeom>
            <a:avLst/>
            <a:gdLst/>
            <a:ahLst/>
            <a:cxnLst/>
            <a:rect l="0" t="0" r="0" b="0"/>
            <a:pathLst>
              <a:path w="304670" h="176485">
                <a:moveTo>
                  <a:pt x="0" y="176485"/>
                </a:moveTo>
                <a:lnTo>
                  <a:pt x="304670" y="0"/>
                </a:lnTo>
              </a:path>
            </a:pathLst>
          </a:custGeom>
          <a:noFill/>
          <a:ln w="10537">
            <a:solidFill>
              <a:srgbClr val="8CB130">
                <a:alpha val="24000"/>
              </a:srgbClr>
            </a:solidFill>
            <a:prstDash val="solid"/>
          </a:ln>
        </p:spPr>
      </p:sp>
      <p:sp>
        <p:nvSpPr>
          <p:cNvPr id="733" name="lumia-token-stream-curve">
            <a:extLst>
              <a:ext uri="{FF2B5EF4-FFF2-40B4-BE49-F238E27FC236}">
                <a16:creationId xmlns:a16="http://schemas.microsoft.com/office/drawing/2014/main" id="{05E9F313-C621-4359-8CA7-2CC860C6A8EF}"/>
              </a:ext>
            </a:extLst>
          </p:cNvPr>
          <p:cNvSpPr>
            <a:spLocks noGrp="1"/>
          </p:cNvSpPr>
          <p:nvPr/>
        </p:nvSpPr>
        <p:spPr>
          <a:xfrm>
            <a:off x="10640979" y="4192741"/>
            <a:ext cx="306534" cy="179893"/>
          </a:xfrm>
          <a:custGeom>
            <a:avLst/>
            <a:gdLst/>
            <a:ahLst/>
            <a:cxnLst/>
            <a:rect l="0" t="0" r="0" b="0"/>
            <a:pathLst>
              <a:path w="306534" h="179893">
                <a:moveTo>
                  <a:pt x="0" y="179893"/>
                </a:moveTo>
                <a:lnTo>
                  <a:pt x="306534" y="0"/>
                </a:lnTo>
              </a:path>
            </a:pathLst>
          </a:custGeom>
          <a:noFill/>
          <a:ln w="10646">
            <a:solidFill>
              <a:srgbClr val="7BAF37">
                <a:alpha val="25000"/>
              </a:srgbClr>
            </a:solidFill>
            <a:prstDash val="solid"/>
          </a:ln>
        </p:spPr>
      </p:sp>
      <p:sp>
        <p:nvSpPr>
          <p:cNvPr id="734" name="lumia-token-stream-curve">
            <a:extLst>
              <a:ext uri="{FF2B5EF4-FFF2-40B4-BE49-F238E27FC236}">
                <a16:creationId xmlns:a16="http://schemas.microsoft.com/office/drawing/2014/main" id="{16528052-FEF0-4E69-A4AE-E73F2BD7A0E9}"/>
              </a:ext>
            </a:extLst>
          </p:cNvPr>
          <p:cNvSpPr>
            <a:spLocks noGrp="1"/>
          </p:cNvSpPr>
          <p:nvPr/>
        </p:nvSpPr>
        <p:spPr>
          <a:xfrm>
            <a:off x="10947513" y="4015833"/>
            <a:ext cx="308383" cy="176908"/>
          </a:xfrm>
          <a:custGeom>
            <a:avLst/>
            <a:gdLst/>
            <a:ahLst/>
            <a:cxnLst/>
            <a:rect l="0" t="0" r="0" b="0"/>
            <a:pathLst>
              <a:path w="308383" h="176908">
                <a:moveTo>
                  <a:pt x="0" y="176908"/>
                </a:moveTo>
                <a:lnTo>
                  <a:pt x="308383" y="0"/>
                </a:lnTo>
              </a:path>
            </a:pathLst>
          </a:custGeom>
          <a:noFill/>
          <a:ln w="10734">
            <a:solidFill>
              <a:srgbClr val="69AD3E">
                <a:alpha val="25000"/>
              </a:srgbClr>
            </a:solidFill>
            <a:prstDash val="solid"/>
          </a:ln>
        </p:spPr>
      </p:sp>
      <p:sp>
        <p:nvSpPr>
          <p:cNvPr id="735" name="lumia-token-stream-curve">
            <a:extLst>
              <a:ext uri="{FF2B5EF4-FFF2-40B4-BE49-F238E27FC236}">
                <a16:creationId xmlns:a16="http://schemas.microsoft.com/office/drawing/2014/main" id="{2C1C2D9A-3A07-46C0-9443-FDB825CCEBC7}"/>
              </a:ext>
            </a:extLst>
          </p:cNvPr>
          <p:cNvSpPr>
            <a:spLocks noGrp="1"/>
          </p:cNvSpPr>
          <p:nvPr/>
        </p:nvSpPr>
        <p:spPr>
          <a:xfrm>
            <a:off x="11255896" y="3847209"/>
            <a:ext cx="310218" cy="168624"/>
          </a:xfrm>
          <a:custGeom>
            <a:avLst/>
            <a:gdLst/>
            <a:ahLst/>
            <a:cxnLst/>
            <a:rect l="0" t="0" r="0" b="0"/>
            <a:pathLst>
              <a:path w="310218" h="168624">
                <a:moveTo>
                  <a:pt x="0" y="168624"/>
                </a:moveTo>
                <a:lnTo>
                  <a:pt x="310218" y="0"/>
                </a:lnTo>
              </a:path>
            </a:pathLst>
          </a:custGeom>
          <a:noFill/>
          <a:ln w="10799">
            <a:solidFill>
              <a:srgbClr val="57AC45">
                <a:alpha val="25000"/>
              </a:srgbClr>
            </a:solidFill>
            <a:prstDash val="solid"/>
          </a:ln>
        </p:spPr>
      </p:sp>
      <p:sp>
        <p:nvSpPr>
          <p:cNvPr id="736" name="lumia-token-stream-curve">
            <a:extLst>
              <a:ext uri="{FF2B5EF4-FFF2-40B4-BE49-F238E27FC236}">
                <a16:creationId xmlns:a16="http://schemas.microsoft.com/office/drawing/2014/main" id="{49703762-66FD-43C2-83B6-57482F801939}"/>
              </a:ext>
            </a:extLst>
          </p:cNvPr>
          <p:cNvSpPr>
            <a:spLocks noGrp="1"/>
          </p:cNvSpPr>
          <p:nvPr/>
        </p:nvSpPr>
        <p:spPr>
          <a:xfrm>
            <a:off x="11566114" y="3690202"/>
            <a:ext cx="312039" cy="157007"/>
          </a:xfrm>
          <a:custGeom>
            <a:avLst/>
            <a:gdLst/>
            <a:ahLst/>
            <a:cxnLst/>
            <a:rect l="0" t="0" r="0" b="0"/>
            <a:pathLst>
              <a:path w="312039" h="157007">
                <a:moveTo>
                  <a:pt x="0" y="157007"/>
                </a:moveTo>
                <a:lnTo>
                  <a:pt x="312039" y="0"/>
                </a:lnTo>
              </a:path>
            </a:pathLst>
          </a:custGeom>
          <a:noFill/>
          <a:ln w="10840">
            <a:solidFill>
              <a:srgbClr val="46AA4C">
                <a:alpha val="25000"/>
              </a:srgbClr>
            </a:solidFill>
            <a:prstDash val="solid"/>
          </a:ln>
        </p:spPr>
      </p:sp>
      <p:sp>
        <p:nvSpPr>
          <p:cNvPr id="737" name="lumia-token-stream-curve">
            <a:extLst>
              <a:ext uri="{FF2B5EF4-FFF2-40B4-BE49-F238E27FC236}">
                <a16:creationId xmlns:a16="http://schemas.microsoft.com/office/drawing/2014/main" id="{B173CA9F-7F52-4EC2-9386-2D6AD999A250}"/>
              </a:ext>
            </a:extLst>
          </p:cNvPr>
          <p:cNvSpPr>
            <a:spLocks noGrp="1"/>
          </p:cNvSpPr>
          <p:nvPr/>
        </p:nvSpPr>
        <p:spPr>
          <a:xfrm>
            <a:off x="11878154" y="3545566"/>
            <a:ext cx="313846" cy="144637"/>
          </a:xfrm>
          <a:custGeom>
            <a:avLst/>
            <a:gdLst/>
            <a:ahLst/>
            <a:cxnLst/>
            <a:rect l="0" t="0" r="0" b="0"/>
            <a:pathLst>
              <a:path w="313846" h="144637">
                <a:moveTo>
                  <a:pt x="0" y="144637"/>
                </a:moveTo>
                <a:lnTo>
                  <a:pt x="313846" y="0"/>
                </a:lnTo>
              </a:path>
            </a:pathLst>
          </a:custGeom>
          <a:noFill/>
          <a:ln w="10854">
            <a:solidFill>
              <a:srgbClr val="34A853">
                <a:alpha val="25000"/>
              </a:srgbClr>
            </a:solidFill>
            <a:prstDash val="solid"/>
          </a:ln>
        </p:spPr>
      </p:sp>
      <p:sp>
        <p:nvSpPr>
          <p:cNvPr id="738" name="lumia-token-stream-curve">
            <a:extLst>
              <a:ext uri="{FF2B5EF4-FFF2-40B4-BE49-F238E27FC236}">
                <a16:creationId xmlns:a16="http://schemas.microsoft.com/office/drawing/2014/main" id="{23B55E20-D61A-4B48-8285-D0736A4E9FC7}"/>
              </a:ext>
            </a:extLst>
          </p:cNvPr>
          <p:cNvSpPr>
            <a:spLocks noGrp="1"/>
          </p:cNvSpPr>
          <p:nvPr/>
        </p:nvSpPr>
        <p:spPr>
          <a:xfrm>
            <a:off x="33902" y="6372238"/>
            <a:ext cx="209694" cy="18416"/>
          </a:xfrm>
          <a:custGeom>
            <a:avLst/>
            <a:gdLst/>
            <a:ahLst/>
            <a:cxnLst/>
            <a:rect l="0" t="0" r="0" b="0"/>
            <a:pathLst>
              <a:path w="209694" h="18416">
                <a:moveTo>
                  <a:pt x="0" y="18416"/>
                </a:moveTo>
                <a:lnTo>
                  <a:pt x="209694" y="0"/>
                </a:lnTo>
              </a:path>
            </a:pathLst>
          </a:custGeom>
          <a:noFill/>
          <a:ln w="7007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739" name="lumia-token-stream-curve">
            <a:extLst>
              <a:ext uri="{FF2B5EF4-FFF2-40B4-BE49-F238E27FC236}">
                <a16:creationId xmlns:a16="http://schemas.microsoft.com/office/drawing/2014/main" id="{F00A56A8-BA0A-4688-B8C7-F66CBB77A299}"/>
              </a:ext>
            </a:extLst>
          </p:cNvPr>
          <p:cNvSpPr>
            <a:spLocks noGrp="1"/>
          </p:cNvSpPr>
          <p:nvPr/>
        </p:nvSpPr>
        <p:spPr>
          <a:xfrm>
            <a:off x="243596" y="6356584"/>
            <a:ext cx="212244" cy="15654"/>
          </a:xfrm>
          <a:custGeom>
            <a:avLst/>
            <a:gdLst/>
            <a:ahLst/>
            <a:cxnLst/>
            <a:rect l="0" t="0" r="0" b="0"/>
            <a:pathLst>
              <a:path w="212244" h="15654">
                <a:moveTo>
                  <a:pt x="0" y="15654"/>
                </a:moveTo>
                <a:lnTo>
                  <a:pt x="212244" y="0"/>
                </a:lnTo>
              </a:path>
            </a:pathLst>
          </a:custGeom>
          <a:noFill/>
          <a:ln w="7007">
            <a:solidFill>
              <a:srgbClr val="447EEC">
                <a:alpha val="12000"/>
              </a:srgbClr>
            </a:solidFill>
            <a:prstDash val="solid"/>
          </a:ln>
        </p:spPr>
      </p:sp>
      <p:sp>
        <p:nvSpPr>
          <p:cNvPr id="740" name="lumia-token-stream-curve">
            <a:extLst>
              <a:ext uri="{FF2B5EF4-FFF2-40B4-BE49-F238E27FC236}">
                <a16:creationId xmlns:a16="http://schemas.microsoft.com/office/drawing/2014/main" id="{BE3C13E8-0D34-48C8-B8B9-33F9154CC264}"/>
              </a:ext>
            </a:extLst>
          </p:cNvPr>
          <p:cNvSpPr>
            <a:spLocks noGrp="1"/>
          </p:cNvSpPr>
          <p:nvPr/>
        </p:nvSpPr>
        <p:spPr>
          <a:xfrm>
            <a:off x="455839" y="6345548"/>
            <a:ext cx="214785" cy="11036"/>
          </a:xfrm>
          <a:custGeom>
            <a:avLst/>
            <a:gdLst/>
            <a:ahLst/>
            <a:cxnLst/>
            <a:rect l="0" t="0" r="0" b="0"/>
            <a:pathLst>
              <a:path w="214785" h="11036">
                <a:moveTo>
                  <a:pt x="0" y="11036"/>
                </a:moveTo>
                <a:lnTo>
                  <a:pt x="214785" y="0"/>
                </a:lnTo>
              </a:path>
            </a:pathLst>
          </a:custGeom>
          <a:noFill/>
          <a:ln w="7007">
            <a:solidFill>
              <a:srgbClr val="4678E3">
                <a:alpha val="12000"/>
              </a:srgbClr>
            </a:solidFill>
            <a:prstDash val="solid"/>
          </a:ln>
        </p:spPr>
      </p:sp>
      <p:sp>
        <p:nvSpPr>
          <p:cNvPr id="741" name="lumia-token-stream-curve">
            <a:extLst>
              <a:ext uri="{FF2B5EF4-FFF2-40B4-BE49-F238E27FC236}">
                <a16:creationId xmlns:a16="http://schemas.microsoft.com/office/drawing/2014/main" id="{AFF6715F-84D8-4932-B809-062169D21958}"/>
              </a:ext>
            </a:extLst>
          </p:cNvPr>
          <p:cNvSpPr>
            <a:spLocks noGrp="1"/>
          </p:cNvSpPr>
          <p:nvPr/>
        </p:nvSpPr>
        <p:spPr>
          <a:xfrm>
            <a:off x="670624" y="6340608"/>
            <a:ext cx="217318" cy="9525"/>
          </a:xfrm>
          <a:custGeom>
            <a:avLst/>
            <a:gdLst/>
            <a:ahLst/>
            <a:cxnLst/>
            <a:rect l="0" t="0" r="0" b="0"/>
            <a:pathLst>
              <a:path w="217318" h="9525">
                <a:moveTo>
                  <a:pt x="0" y="4940"/>
                </a:moveTo>
                <a:lnTo>
                  <a:pt x="217318" y="0"/>
                </a:lnTo>
              </a:path>
            </a:pathLst>
          </a:custGeom>
          <a:noFill/>
          <a:ln w="7007">
            <a:solidFill>
              <a:srgbClr val="4871DB">
                <a:alpha val="12000"/>
              </a:srgbClr>
            </a:solidFill>
            <a:prstDash val="solid"/>
          </a:ln>
        </p:spPr>
      </p:sp>
      <p:sp>
        <p:nvSpPr>
          <p:cNvPr id="742" name="lumia-token-stream-curve">
            <a:extLst>
              <a:ext uri="{FF2B5EF4-FFF2-40B4-BE49-F238E27FC236}">
                <a16:creationId xmlns:a16="http://schemas.microsoft.com/office/drawing/2014/main" id="{66CA2CAD-91E4-4A99-BA70-5F74DB74674E}"/>
              </a:ext>
            </a:extLst>
          </p:cNvPr>
          <p:cNvSpPr>
            <a:spLocks noGrp="1"/>
          </p:cNvSpPr>
          <p:nvPr/>
        </p:nvSpPr>
        <p:spPr>
          <a:xfrm>
            <a:off x="887942" y="6340608"/>
            <a:ext cx="219843" cy="9525"/>
          </a:xfrm>
          <a:custGeom>
            <a:avLst/>
            <a:gdLst/>
            <a:ahLst/>
            <a:cxnLst/>
            <a:rect l="0" t="0" r="0" b="0"/>
            <a:pathLst>
              <a:path w="219843" h="9525">
                <a:moveTo>
                  <a:pt x="0" y="0"/>
                </a:moveTo>
                <a:lnTo>
                  <a:pt x="219843" y="2100"/>
                </a:lnTo>
              </a:path>
            </a:pathLst>
          </a:custGeom>
          <a:noFill/>
          <a:ln w="7007">
            <a:solidFill>
              <a:srgbClr val="4A6BD2">
                <a:alpha val="12000"/>
              </a:srgbClr>
            </a:solidFill>
            <a:prstDash val="solid"/>
          </a:ln>
        </p:spPr>
      </p:sp>
      <p:sp>
        <p:nvSpPr>
          <p:cNvPr id="743" name="lumia-token-stream-curve">
            <a:extLst>
              <a:ext uri="{FF2B5EF4-FFF2-40B4-BE49-F238E27FC236}">
                <a16:creationId xmlns:a16="http://schemas.microsoft.com/office/drawing/2014/main" id="{27C7A4DD-29BE-4EC3-B4D5-B020D223A34D}"/>
              </a:ext>
            </a:extLst>
          </p:cNvPr>
          <p:cNvSpPr>
            <a:spLocks noGrp="1"/>
          </p:cNvSpPr>
          <p:nvPr/>
        </p:nvSpPr>
        <p:spPr>
          <a:xfrm>
            <a:off x="1107785" y="6342708"/>
            <a:ext cx="222359" cy="9525"/>
          </a:xfrm>
          <a:custGeom>
            <a:avLst/>
            <a:gdLst/>
            <a:ahLst/>
            <a:cxnLst/>
            <a:rect l="0" t="0" r="0" b="0"/>
            <a:pathLst>
              <a:path w="222359" h="9525">
                <a:moveTo>
                  <a:pt x="0" y="0"/>
                </a:moveTo>
                <a:lnTo>
                  <a:pt x="222359" y="9421"/>
                </a:lnTo>
              </a:path>
            </a:pathLst>
          </a:custGeom>
          <a:noFill/>
          <a:ln w="7007">
            <a:solidFill>
              <a:srgbClr val="4C64CA">
                <a:alpha val="12000"/>
              </a:srgbClr>
            </a:solidFill>
            <a:prstDash val="solid"/>
          </a:ln>
        </p:spPr>
      </p:sp>
      <p:sp>
        <p:nvSpPr>
          <p:cNvPr id="744" name="lumia-token-stream-curve">
            <a:extLst>
              <a:ext uri="{FF2B5EF4-FFF2-40B4-BE49-F238E27FC236}">
                <a16:creationId xmlns:a16="http://schemas.microsoft.com/office/drawing/2014/main" id="{FA3C71C9-C1B2-4E6A-A31F-EF3DFAFE3191}"/>
              </a:ext>
            </a:extLst>
          </p:cNvPr>
          <p:cNvSpPr>
            <a:spLocks noGrp="1"/>
          </p:cNvSpPr>
          <p:nvPr/>
        </p:nvSpPr>
        <p:spPr>
          <a:xfrm>
            <a:off x="1330144" y="6352129"/>
            <a:ext cx="224867" cy="16277"/>
          </a:xfrm>
          <a:custGeom>
            <a:avLst/>
            <a:gdLst/>
            <a:ahLst/>
            <a:cxnLst/>
            <a:rect l="0" t="0" r="0" b="0"/>
            <a:pathLst>
              <a:path w="224867" h="16277">
                <a:moveTo>
                  <a:pt x="0" y="0"/>
                </a:moveTo>
                <a:lnTo>
                  <a:pt x="224867" y="16277"/>
                </a:lnTo>
              </a:path>
            </a:pathLst>
          </a:custGeom>
          <a:noFill/>
          <a:ln w="7007">
            <a:solidFill>
              <a:srgbClr val="4E5EC1">
                <a:alpha val="12000"/>
              </a:srgbClr>
            </a:solidFill>
            <a:prstDash val="solid"/>
          </a:ln>
        </p:spPr>
      </p:sp>
      <p:sp>
        <p:nvSpPr>
          <p:cNvPr id="745" name="lumia-token-stream-curve">
            <a:extLst>
              <a:ext uri="{FF2B5EF4-FFF2-40B4-BE49-F238E27FC236}">
                <a16:creationId xmlns:a16="http://schemas.microsoft.com/office/drawing/2014/main" id="{CEE5B8CB-0139-41CF-9A86-91FE16491C72}"/>
              </a:ext>
            </a:extLst>
          </p:cNvPr>
          <p:cNvSpPr>
            <a:spLocks noGrp="1"/>
          </p:cNvSpPr>
          <p:nvPr/>
        </p:nvSpPr>
        <p:spPr>
          <a:xfrm>
            <a:off x="1555011" y="6368406"/>
            <a:ext cx="227366" cy="21891"/>
          </a:xfrm>
          <a:custGeom>
            <a:avLst/>
            <a:gdLst/>
            <a:ahLst/>
            <a:cxnLst/>
            <a:rect l="0" t="0" r="0" b="0"/>
            <a:pathLst>
              <a:path w="227366" h="21891">
                <a:moveTo>
                  <a:pt x="0" y="0"/>
                </a:moveTo>
                <a:lnTo>
                  <a:pt x="227366" y="21891"/>
                </a:lnTo>
              </a:path>
            </a:pathLst>
          </a:custGeom>
          <a:noFill/>
          <a:ln w="7007">
            <a:solidFill>
              <a:srgbClr val="5057B9">
                <a:alpha val="12000"/>
              </a:srgbClr>
            </a:solidFill>
            <a:prstDash val="solid"/>
          </a:ln>
        </p:spPr>
      </p:sp>
      <p:sp>
        <p:nvSpPr>
          <p:cNvPr id="746" name="lumia-token-stream-curve">
            <a:extLst>
              <a:ext uri="{FF2B5EF4-FFF2-40B4-BE49-F238E27FC236}">
                <a16:creationId xmlns:a16="http://schemas.microsoft.com/office/drawing/2014/main" id="{781BB1DD-058A-4226-B800-DE77782C65E3}"/>
              </a:ext>
            </a:extLst>
          </p:cNvPr>
          <p:cNvSpPr>
            <a:spLocks noGrp="1"/>
          </p:cNvSpPr>
          <p:nvPr/>
        </p:nvSpPr>
        <p:spPr>
          <a:xfrm>
            <a:off x="1782377" y="6390297"/>
            <a:ext cx="229858" cy="25527"/>
          </a:xfrm>
          <a:custGeom>
            <a:avLst/>
            <a:gdLst/>
            <a:ahLst/>
            <a:cxnLst/>
            <a:rect l="0" t="0" r="0" b="0"/>
            <a:pathLst>
              <a:path w="229858" h="25527">
                <a:moveTo>
                  <a:pt x="0" y="0"/>
                </a:moveTo>
                <a:lnTo>
                  <a:pt x="229858" y="25527"/>
                </a:lnTo>
              </a:path>
            </a:pathLst>
          </a:custGeom>
          <a:noFill/>
          <a:ln w="7007">
            <a:solidFill>
              <a:srgbClr val="5250B0">
                <a:alpha val="12000"/>
              </a:srgbClr>
            </a:solidFill>
            <a:prstDash val="solid"/>
          </a:ln>
        </p:spPr>
      </p:sp>
      <p:sp>
        <p:nvSpPr>
          <p:cNvPr id="747" name="lumia-token-stream-curve">
            <a:extLst>
              <a:ext uri="{FF2B5EF4-FFF2-40B4-BE49-F238E27FC236}">
                <a16:creationId xmlns:a16="http://schemas.microsoft.com/office/drawing/2014/main" id="{D6CE07E0-D65A-4551-809F-2EB5715B3D5C}"/>
              </a:ext>
            </a:extLst>
          </p:cNvPr>
          <p:cNvSpPr>
            <a:spLocks noGrp="1"/>
          </p:cNvSpPr>
          <p:nvPr/>
        </p:nvSpPr>
        <p:spPr>
          <a:xfrm>
            <a:off x="2012235" y="6415825"/>
            <a:ext cx="232341" cy="26557"/>
          </a:xfrm>
          <a:custGeom>
            <a:avLst/>
            <a:gdLst/>
            <a:ahLst/>
            <a:cxnLst/>
            <a:rect l="0" t="0" r="0" b="0"/>
            <a:pathLst>
              <a:path w="232341" h="26557">
                <a:moveTo>
                  <a:pt x="0" y="0"/>
                </a:moveTo>
                <a:lnTo>
                  <a:pt x="232341" y="26557"/>
                </a:lnTo>
              </a:path>
            </a:pathLst>
          </a:custGeom>
          <a:noFill/>
          <a:ln w="7007">
            <a:solidFill>
              <a:srgbClr val="544AA8">
                <a:alpha val="12000"/>
              </a:srgbClr>
            </a:solidFill>
            <a:prstDash val="solid"/>
          </a:ln>
        </p:spPr>
      </p:sp>
      <p:sp>
        <p:nvSpPr>
          <p:cNvPr id="748" name="lumia-token-stream-curve">
            <a:extLst>
              <a:ext uri="{FF2B5EF4-FFF2-40B4-BE49-F238E27FC236}">
                <a16:creationId xmlns:a16="http://schemas.microsoft.com/office/drawing/2014/main" id="{E3393282-68E1-443F-AE13-8E775A542612}"/>
              </a:ext>
            </a:extLst>
          </p:cNvPr>
          <p:cNvSpPr>
            <a:spLocks noGrp="1"/>
          </p:cNvSpPr>
          <p:nvPr/>
        </p:nvSpPr>
        <p:spPr>
          <a:xfrm>
            <a:off x="2244576" y="6442382"/>
            <a:ext cx="234815" cy="24530"/>
          </a:xfrm>
          <a:custGeom>
            <a:avLst/>
            <a:gdLst/>
            <a:ahLst/>
            <a:cxnLst/>
            <a:rect l="0" t="0" r="0" b="0"/>
            <a:pathLst>
              <a:path w="234815" h="24530">
                <a:moveTo>
                  <a:pt x="0" y="0"/>
                </a:moveTo>
                <a:lnTo>
                  <a:pt x="234815" y="24530"/>
                </a:lnTo>
              </a:path>
            </a:pathLst>
          </a:custGeom>
          <a:noFill/>
          <a:ln w="7007">
            <a:solidFill>
              <a:srgbClr val="5643A0">
                <a:alpha val="12000"/>
              </a:srgbClr>
            </a:solidFill>
            <a:prstDash val="solid"/>
          </a:ln>
        </p:spPr>
      </p:sp>
      <p:sp>
        <p:nvSpPr>
          <p:cNvPr id="749" name="lumia-token-stream-curve">
            <a:extLst>
              <a:ext uri="{FF2B5EF4-FFF2-40B4-BE49-F238E27FC236}">
                <a16:creationId xmlns:a16="http://schemas.microsoft.com/office/drawing/2014/main" id="{586222F4-927B-4048-BC2B-05F756F172F7}"/>
              </a:ext>
            </a:extLst>
          </p:cNvPr>
          <p:cNvSpPr>
            <a:spLocks noGrp="1"/>
          </p:cNvSpPr>
          <p:nvPr/>
        </p:nvSpPr>
        <p:spPr>
          <a:xfrm>
            <a:off x="2479391" y="6466912"/>
            <a:ext cx="237281" cy="19234"/>
          </a:xfrm>
          <a:custGeom>
            <a:avLst/>
            <a:gdLst/>
            <a:ahLst/>
            <a:cxnLst/>
            <a:rect l="0" t="0" r="0" b="0"/>
            <a:pathLst>
              <a:path w="237281" h="19234">
                <a:moveTo>
                  <a:pt x="0" y="0"/>
                </a:moveTo>
                <a:lnTo>
                  <a:pt x="237281" y="19234"/>
                </a:lnTo>
              </a:path>
            </a:pathLst>
          </a:custGeom>
          <a:noFill/>
          <a:ln w="7007">
            <a:solidFill>
              <a:srgbClr val="583D97">
                <a:alpha val="12000"/>
              </a:srgbClr>
            </a:solidFill>
            <a:prstDash val="solid"/>
          </a:ln>
        </p:spPr>
      </p:sp>
      <p:sp>
        <p:nvSpPr>
          <p:cNvPr id="750" name="lumia-token-stream-curve">
            <a:extLst>
              <a:ext uri="{FF2B5EF4-FFF2-40B4-BE49-F238E27FC236}">
                <a16:creationId xmlns:a16="http://schemas.microsoft.com/office/drawing/2014/main" id="{66B35EF2-F9FC-46AE-B015-962F2785703D}"/>
              </a:ext>
            </a:extLst>
          </p:cNvPr>
          <p:cNvSpPr>
            <a:spLocks noGrp="1"/>
          </p:cNvSpPr>
          <p:nvPr/>
        </p:nvSpPr>
        <p:spPr>
          <a:xfrm>
            <a:off x="2716672" y="6486146"/>
            <a:ext cx="239739" cy="10737"/>
          </a:xfrm>
          <a:custGeom>
            <a:avLst/>
            <a:gdLst/>
            <a:ahLst/>
            <a:cxnLst/>
            <a:rect l="0" t="0" r="0" b="0"/>
            <a:pathLst>
              <a:path w="239739" h="10737">
                <a:moveTo>
                  <a:pt x="0" y="0"/>
                </a:moveTo>
                <a:lnTo>
                  <a:pt x="239739" y="10737"/>
                </a:lnTo>
              </a:path>
            </a:pathLst>
          </a:custGeom>
          <a:noFill/>
          <a:ln w="7007">
            <a:solidFill>
              <a:srgbClr val="623C8F">
                <a:alpha val="12000"/>
              </a:srgbClr>
            </a:solidFill>
            <a:prstDash val="solid"/>
          </a:ln>
        </p:spPr>
      </p:sp>
      <p:sp>
        <p:nvSpPr>
          <p:cNvPr id="751" name="lumia-token-stream-curve">
            <a:extLst>
              <a:ext uri="{FF2B5EF4-FFF2-40B4-BE49-F238E27FC236}">
                <a16:creationId xmlns:a16="http://schemas.microsoft.com/office/drawing/2014/main" id="{1F5A13E6-F4EA-4AED-A801-77AF9008F0B3}"/>
              </a:ext>
            </a:extLst>
          </p:cNvPr>
          <p:cNvSpPr>
            <a:spLocks noGrp="1"/>
          </p:cNvSpPr>
          <p:nvPr/>
        </p:nvSpPr>
        <p:spPr>
          <a:xfrm>
            <a:off x="2956411" y="6496290"/>
            <a:ext cx="242189" cy="9525"/>
          </a:xfrm>
          <a:custGeom>
            <a:avLst/>
            <a:gdLst/>
            <a:ahLst/>
            <a:cxnLst/>
            <a:rect l="0" t="0" r="0" b="0"/>
            <a:pathLst>
              <a:path w="242189" h="9525">
                <a:moveTo>
                  <a:pt x="0" y="592"/>
                </a:moveTo>
                <a:lnTo>
                  <a:pt x="242189" y="0"/>
                </a:lnTo>
              </a:path>
            </a:pathLst>
          </a:custGeom>
          <a:noFill/>
          <a:ln w="7007">
            <a:solidFill>
              <a:srgbClr val="6F3C86">
                <a:alpha val="13000"/>
              </a:srgbClr>
            </a:solidFill>
            <a:prstDash val="solid"/>
          </a:ln>
        </p:spPr>
      </p:sp>
      <p:sp>
        <p:nvSpPr>
          <p:cNvPr id="752" name="lumia-token-stream-curve">
            <a:extLst>
              <a:ext uri="{FF2B5EF4-FFF2-40B4-BE49-F238E27FC236}">
                <a16:creationId xmlns:a16="http://schemas.microsoft.com/office/drawing/2014/main" id="{EF1BBF09-D7C2-49EF-B240-E06D48630D8E}"/>
              </a:ext>
            </a:extLst>
          </p:cNvPr>
          <p:cNvSpPr>
            <a:spLocks noGrp="1"/>
          </p:cNvSpPr>
          <p:nvPr/>
        </p:nvSpPr>
        <p:spPr>
          <a:xfrm>
            <a:off x="3198600" y="6482199"/>
            <a:ext cx="244630" cy="14091"/>
          </a:xfrm>
          <a:custGeom>
            <a:avLst/>
            <a:gdLst/>
            <a:ahLst/>
            <a:cxnLst/>
            <a:rect l="0" t="0" r="0" b="0"/>
            <a:pathLst>
              <a:path w="244630" h="14091">
                <a:moveTo>
                  <a:pt x="0" y="14091"/>
                </a:moveTo>
                <a:lnTo>
                  <a:pt x="244630" y="0"/>
                </a:lnTo>
              </a:path>
            </a:pathLst>
          </a:custGeom>
          <a:noFill/>
          <a:ln w="7007">
            <a:solidFill>
              <a:srgbClr val="7C3D7E">
                <a:alpha val="13000"/>
              </a:srgbClr>
            </a:solidFill>
            <a:prstDash val="solid"/>
          </a:ln>
        </p:spPr>
      </p:sp>
      <p:sp>
        <p:nvSpPr>
          <p:cNvPr id="753" name="lumia-token-stream-curve">
            <a:extLst>
              <a:ext uri="{FF2B5EF4-FFF2-40B4-BE49-F238E27FC236}">
                <a16:creationId xmlns:a16="http://schemas.microsoft.com/office/drawing/2014/main" id="{F7C38D8D-3672-48EA-8ABE-E2C10EDE15FB}"/>
              </a:ext>
            </a:extLst>
          </p:cNvPr>
          <p:cNvSpPr>
            <a:spLocks noGrp="1"/>
          </p:cNvSpPr>
          <p:nvPr/>
        </p:nvSpPr>
        <p:spPr>
          <a:xfrm>
            <a:off x="3443230" y="6453353"/>
            <a:ext cx="247063" cy="28846"/>
          </a:xfrm>
          <a:custGeom>
            <a:avLst/>
            <a:gdLst/>
            <a:ahLst/>
            <a:cxnLst/>
            <a:rect l="0" t="0" r="0" b="0"/>
            <a:pathLst>
              <a:path w="247063" h="28846">
                <a:moveTo>
                  <a:pt x="0" y="28846"/>
                </a:moveTo>
                <a:lnTo>
                  <a:pt x="247063" y="0"/>
                </a:lnTo>
              </a:path>
            </a:pathLst>
          </a:custGeom>
          <a:noFill/>
          <a:ln w="7007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754" name="lumia-token-stream-curve">
            <a:extLst>
              <a:ext uri="{FF2B5EF4-FFF2-40B4-BE49-F238E27FC236}">
                <a16:creationId xmlns:a16="http://schemas.microsoft.com/office/drawing/2014/main" id="{F506F498-0C14-4402-B6BC-767DCACBA582}"/>
              </a:ext>
            </a:extLst>
          </p:cNvPr>
          <p:cNvSpPr>
            <a:spLocks noGrp="1"/>
          </p:cNvSpPr>
          <p:nvPr/>
        </p:nvSpPr>
        <p:spPr>
          <a:xfrm>
            <a:off x="3690292" y="6409590"/>
            <a:ext cx="249487" cy="43763"/>
          </a:xfrm>
          <a:custGeom>
            <a:avLst/>
            <a:gdLst/>
            <a:ahLst/>
            <a:cxnLst/>
            <a:rect l="0" t="0" r="0" b="0"/>
            <a:pathLst>
              <a:path w="249487" h="43763">
                <a:moveTo>
                  <a:pt x="0" y="43763"/>
                </a:moveTo>
                <a:lnTo>
                  <a:pt x="249487" y="0"/>
                </a:lnTo>
              </a:path>
            </a:pathLst>
          </a:custGeom>
          <a:noFill/>
          <a:ln w="7008">
            <a:solidFill>
              <a:srgbClr val="963E6C">
                <a:alpha val="14000"/>
              </a:srgbClr>
            </a:solidFill>
            <a:prstDash val="solid"/>
          </a:ln>
        </p:spPr>
      </p:sp>
      <p:sp>
        <p:nvSpPr>
          <p:cNvPr id="755" name="lumia-token-stream-curve">
            <a:extLst>
              <a:ext uri="{FF2B5EF4-FFF2-40B4-BE49-F238E27FC236}">
                <a16:creationId xmlns:a16="http://schemas.microsoft.com/office/drawing/2014/main" id="{28F6FEF4-C56C-4B63-8FE6-6FF2CA3564AE}"/>
              </a:ext>
            </a:extLst>
          </p:cNvPr>
          <p:cNvSpPr>
            <a:spLocks noGrp="1"/>
          </p:cNvSpPr>
          <p:nvPr/>
        </p:nvSpPr>
        <p:spPr>
          <a:xfrm>
            <a:off x="3939779" y="6351930"/>
            <a:ext cx="251903" cy="57661"/>
          </a:xfrm>
          <a:custGeom>
            <a:avLst/>
            <a:gdLst/>
            <a:ahLst/>
            <a:cxnLst/>
            <a:rect l="0" t="0" r="0" b="0"/>
            <a:pathLst>
              <a:path w="251903" h="57661">
                <a:moveTo>
                  <a:pt x="0" y="57661"/>
                </a:moveTo>
                <a:lnTo>
                  <a:pt x="251903" y="0"/>
                </a:lnTo>
              </a:path>
            </a:pathLst>
          </a:custGeom>
          <a:noFill/>
          <a:ln w="7029">
            <a:solidFill>
              <a:srgbClr val="A33F64">
                <a:alpha val="14000"/>
              </a:srgbClr>
            </a:solidFill>
            <a:prstDash val="solid"/>
          </a:ln>
        </p:spPr>
      </p:sp>
      <p:sp>
        <p:nvSpPr>
          <p:cNvPr id="756" name="lumia-token-stream-curve">
            <a:extLst>
              <a:ext uri="{FF2B5EF4-FFF2-40B4-BE49-F238E27FC236}">
                <a16:creationId xmlns:a16="http://schemas.microsoft.com/office/drawing/2014/main" id="{ECDD7304-66DC-4FC4-A5D5-05F7C66787DC}"/>
              </a:ext>
            </a:extLst>
          </p:cNvPr>
          <p:cNvSpPr>
            <a:spLocks noGrp="1"/>
          </p:cNvSpPr>
          <p:nvPr/>
        </p:nvSpPr>
        <p:spPr>
          <a:xfrm>
            <a:off x="4191682" y="6282534"/>
            <a:ext cx="254311" cy="69396"/>
          </a:xfrm>
          <a:custGeom>
            <a:avLst/>
            <a:gdLst/>
            <a:ahLst/>
            <a:cxnLst/>
            <a:rect l="0" t="0" r="0" b="0"/>
            <a:pathLst>
              <a:path w="254311" h="69396">
                <a:moveTo>
                  <a:pt x="0" y="69396"/>
                </a:moveTo>
                <a:lnTo>
                  <a:pt x="254311" y="0"/>
                </a:lnTo>
              </a:path>
            </a:pathLst>
          </a:custGeom>
          <a:noFill/>
          <a:ln w="7078">
            <a:solidFill>
              <a:srgbClr val="B0405B">
                <a:alpha val="14000"/>
              </a:srgbClr>
            </a:solidFill>
            <a:prstDash val="solid"/>
          </a:ln>
        </p:spPr>
      </p:sp>
      <p:sp>
        <p:nvSpPr>
          <p:cNvPr id="757" name="lumia-token-stream-curve">
            <a:extLst>
              <a:ext uri="{FF2B5EF4-FFF2-40B4-BE49-F238E27FC236}">
                <a16:creationId xmlns:a16="http://schemas.microsoft.com/office/drawing/2014/main" id="{DCA77FE9-8B20-4939-AF61-A1D218E4D6B8}"/>
              </a:ext>
            </a:extLst>
          </p:cNvPr>
          <p:cNvSpPr>
            <a:spLocks noGrp="1"/>
          </p:cNvSpPr>
          <p:nvPr/>
        </p:nvSpPr>
        <p:spPr>
          <a:xfrm>
            <a:off x="4445993" y="6204548"/>
            <a:ext cx="256710" cy="77986"/>
          </a:xfrm>
          <a:custGeom>
            <a:avLst/>
            <a:gdLst/>
            <a:ahLst/>
            <a:cxnLst/>
            <a:rect l="0" t="0" r="0" b="0"/>
            <a:pathLst>
              <a:path w="256710" h="77986">
                <a:moveTo>
                  <a:pt x="0" y="77986"/>
                </a:moveTo>
                <a:lnTo>
                  <a:pt x="256710" y="0"/>
                </a:lnTo>
              </a:path>
            </a:pathLst>
          </a:custGeom>
          <a:noFill/>
          <a:ln w="7151">
            <a:solidFill>
              <a:srgbClr val="BD4153">
                <a:alpha val="15000"/>
              </a:srgbClr>
            </a:solidFill>
            <a:prstDash val="solid"/>
          </a:ln>
        </p:spPr>
      </p:sp>
      <p:sp>
        <p:nvSpPr>
          <p:cNvPr id="758" name="lumia-token-stream-curve">
            <a:extLst>
              <a:ext uri="{FF2B5EF4-FFF2-40B4-BE49-F238E27FC236}">
                <a16:creationId xmlns:a16="http://schemas.microsoft.com/office/drawing/2014/main" id="{A7DB375C-D74D-489A-AF15-A0003B85EC3E}"/>
              </a:ext>
            </a:extLst>
          </p:cNvPr>
          <p:cNvSpPr>
            <a:spLocks noGrp="1"/>
          </p:cNvSpPr>
          <p:nvPr/>
        </p:nvSpPr>
        <p:spPr>
          <a:xfrm>
            <a:off x="4702703" y="6121819"/>
            <a:ext cx="259101" cy="82729"/>
          </a:xfrm>
          <a:custGeom>
            <a:avLst/>
            <a:gdLst/>
            <a:ahLst/>
            <a:cxnLst/>
            <a:rect l="0" t="0" r="0" b="0"/>
            <a:pathLst>
              <a:path w="259101" h="82729">
                <a:moveTo>
                  <a:pt x="0" y="82729"/>
                </a:moveTo>
                <a:lnTo>
                  <a:pt x="259101" y="0"/>
                </a:lnTo>
              </a:path>
            </a:pathLst>
          </a:custGeom>
          <a:noFill/>
          <a:ln w="7248">
            <a:solidFill>
              <a:srgbClr val="CA414A">
                <a:alpha val="15000"/>
              </a:srgbClr>
            </a:solidFill>
            <a:prstDash val="solid"/>
          </a:ln>
        </p:spPr>
      </p:sp>
      <p:sp>
        <p:nvSpPr>
          <p:cNvPr id="759" name="lumia-token-stream-curve">
            <a:extLst>
              <a:ext uri="{FF2B5EF4-FFF2-40B4-BE49-F238E27FC236}">
                <a16:creationId xmlns:a16="http://schemas.microsoft.com/office/drawing/2014/main" id="{91F8035F-D71D-4A94-921F-4682AA82D9B9}"/>
              </a:ext>
            </a:extLst>
          </p:cNvPr>
          <p:cNvSpPr>
            <a:spLocks noGrp="1"/>
          </p:cNvSpPr>
          <p:nvPr/>
        </p:nvSpPr>
        <p:spPr>
          <a:xfrm>
            <a:off x="4961804" y="6038506"/>
            <a:ext cx="261484" cy="83313"/>
          </a:xfrm>
          <a:custGeom>
            <a:avLst/>
            <a:gdLst/>
            <a:ahLst/>
            <a:cxnLst/>
            <a:rect l="0" t="0" r="0" b="0"/>
            <a:pathLst>
              <a:path w="261484" h="83313">
                <a:moveTo>
                  <a:pt x="0" y="83313"/>
                </a:moveTo>
                <a:lnTo>
                  <a:pt x="261484" y="0"/>
                </a:lnTo>
              </a:path>
            </a:pathLst>
          </a:custGeom>
          <a:noFill/>
          <a:ln w="7365">
            <a:solidFill>
              <a:srgbClr val="D74242">
                <a:alpha val="16000"/>
              </a:srgbClr>
            </a:solidFill>
            <a:prstDash val="solid"/>
          </a:ln>
        </p:spPr>
      </p:sp>
      <p:sp>
        <p:nvSpPr>
          <p:cNvPr id="760" name="lumia-token-stream-curve">
            <a:extLst>
              <a:ext uri="{FF2B5EF4-FFF2-40B4-BE49-F238E27FC236}">
                <a16:creationId xmlns:a16="http://schemas.microsoft.com/office/drawing/2014/main" id="{1BEC192C-2851-428A-B9A4-BE76AA7649BD}"/>
              </a:ext>
            </a:extLst>
          </p:cNvPr>
          <p:cNvSpPr>
            <a:spLocks noGrp="1"/>
          </p:cNvSpPr>
          <p:nvPr/>
        </p:nvSpPr>
        <p:spPr>
          <a:xfrm>
            <a:off x="5223288" y="5958631"/>
            <a:ext cx="263858" cy="79875"/>
          </a:xfrm>
          <a:custGeom>
            <a:avLst/>
            <a:gdLst/>
            <a:ahLst/>
            <a:cxnLst/>
            <a:rect l="0" t="0" r="0" b="0"/>
            <a:pathLst>
              <a:path w="263858" h="79875">
                <a:moveTo>
                  <a:pt x="0" y="79875"/>
                </a:moveTo>
                <a:lnTo>
                  <a:pt x="263858" y="0"/>
                </a:lnTo>
              </a:path>
            </a:pathLst>
          </a:custGeom>
          <a:noFill/>
          <a:ln w="7501">
            <a:solidFill>
              <a:srgbClr val="E44339">
                <a:alpha val="16000"/>
              </a:srgbClr>
            </a:solidFill>
            <a:prstDash val="solid"/>
          </a:ln>
        </p:spPr>
      </p:sp>
      <p:sp>
        <p:nvSpPr>
          <p:cNvPr id="761" name="lumia-token-stream-curve">
            <a:extLst>
              <a:ext uri="{FF2B5EF4-FFF2-40B4-BE49-F238E27FC236}">
                <a16:creationId xmlns:a16="http://schemas.microsoft.com/office/drawing/2014/main" id="{31801A61-54AE-419E-987D-B624D4CEF2D9}"/>
              </a:ext>
            </a:extLst>
          </p:cNvPr>
          <p:cNvSpPr>
            <a:spLocks noGrp="1"/>
          </p:cNvSpPr>
          <p:nvPr/>
        </p:nvSpPr>
        <p:spPr>
          <a:xfrm>
            <a:off x="5487146" y="5885600"/>
            <a:ext cx="266224" cy="73031"/>
          </a:xfrm>
          <a:custGeom>
            <a:avLst/>
            <a:gdLst/>
            <a:ahLst/>
            <a:cxnLst/>
            <a:rect l="0" t="0" r="0" b="0"/>
            <a:pathLst>
              <a:path w="266224" h="73031">
                <a:moveTo>
                  <a:pt x="0" y="73031"/>
                </a:moveTo>
                <a:lnTo>
                  <a:pt x="266224" y="0"/>
                </a:lnTo>
              </a:path>
            </a:pathLst>
          </a:custGeom>
          <a:noFill/>
          <a:ln w="7654">
            <a:solidFill>
              <a:srgbClr val="EB4833">
                <a:alpha val="17000"/>
              </a:srgbClr>
            </a:solidFill>
            <a:prstDash val="solid"/>
          </a:ln>
        </p:spPr>
      </p:sp>
      <p:sp>
        <p:nvSpPr>
          <p:cNvPr id="762" name="lumia-token-stream-curve">
            <a:extLst>
              <a:ext uri="{FF2B5EF4-FFF2-40B4-BE49-F238E27FC236}">
                <a16:creationId xmlns:a16="http://schemas.microsoft.com/office/drawing/2014/main" id="{572CDB42-BF6C-4A2E-8BE8-03EF690FE6A0}"/>
              </a:ext>
            </a:extLst>
          </p:cNvPr>
          <p:cNvSpPr>
            <a:spLocks noGrp="1"/>
          </p:cNvSpPr>
          <p:nvPr/>
        </p:nvSpPr>
        <p:spPr>
          <a:xfrm>
            <a:off x="5753371" y="5821763"/>
            <a:ext cx="268582" cy="63837"/>
          </a:xfrm>
          <a:custGeom>
            <a:avLst/>
            <a:gdLst/>
            <a:ahLst/>
            <a:cxnLst/>
            <a:rect l="0" t="0" r="0" b="0"/>
            <a:pathLst>
              <a:path w="268582" h="63837">
                <a:moveTo>
                  <a:pt x="0" y="63837"/>
                </a:moveTo>
                <a:lnTo>
                  <a:pt x="268582" y="0"/>
                </a:lnTo>
              </a:path>
            </a:pathLst>
          </a:custGeom>
          <a:noFill/>
          <a:ln w="7822">
            <a:solidFill>
              <a:srgbClr val="EC532F">
                <a:alpha val="17000"/>
              </a:srgbClr>
            </a:solidFill>
            <a:prstDash val="solid"/>
          </a:ln>
        </p:spPr>
      </p:sp>
      <p:sp>
        <p:nvSpPr>
          <p:cNvPr id="763" name="lumia-token-stream-curve">
            <a:extLst>
              <a:ext uri="{FF2B5EF4-FFF2-40B4-BE49-F238E27FC236}">
                <a16:creationId xmlns:a16="http://schemas.microsoft.com/office/drawing/2014/main" id="{1F18191E-B5A7-4AE4-AB2A-D66283D69F83}"/>
              </a:ext>
            </a:extLst>
          </p:cNvPr>
          <p:cNvSpPr>
            <a:spLocks noGrp="1"/>
          </p:cNvSpPr>
          <p:nvPr/>
        </p:nvSpPr>
        <p:spPr>
          <a:xfrm>
            <a:off x="6021953" y="5768059"/>
            <a:ext cx="270931" cy="53704"/>
          </a:xfrm>
          <a:custGeom>
            <a:avLst/>
            <a:gdLst/>
            <a:ahLst/>
            <a:cxnLst/>
            <a:rect l="0" t="0" r="0" b="0"/>
            <a:pathLst>
              <a:path w="270931" h="53704">
                <a:moveTo>
                  <a:pt x="0" y="53704"/>
                </a:moveTo>
                <a:lnTo>
                  <a:pt x="270931" y="0"/>
                </a:lnTo>
              </a:path>
            </a:pathLst>
          </a:custGeom>
          <a:noFill/>
          <a:ln w="8003">
            <a:solidFill>
              <a:srgbClr val="EE5E2A">
                <a:alpha val="18000"/>
              </a:srgbClr>
            </a:solidFill>
            <a:prstDash val="solid"/>
          </a:ln>
        </p:spPr>
      </p:sp>
      <p:sp>
        <p:nvSpPr>
          <p:cNvPr id="764" name="lumia-token-stream-curve">
            <a:extLst>
              <a:ext uri="{FF2B5EF4-FFF2-40B4-BE49-F238E27FC236}">
                <a16:creationId xmlns:a16="http://schemas.microsoft.com/office/drawing/2014/main" id="{E01B2695-172B-4B2B-A86C-CE328DE730EA}"/>
              </a:ext>
            </a:extLst>
          </p:cNvPr>
          <p:cNvSpPr>
            <a:spLocks noGrp="1"/>
          </p:cNvSpPr>
          <p:nvPr/>
        </p:nvSpPr>
        <p:spPr>
          <a:xfrm>
            <a:off x="6292884" y="5723808"/>
            <a:ext cx="273272" cy="44251"/>
          </a:xfrm>
          <a:custGeom>
            <a:avLst/>
            <a:gdLst/>
            <a:ahLst/>
            <a:cxnLst/>
            <a:rect l="0" t="0" r="0" b="0"/>
            <a:pathLst>
              <a:path w="273272" h="44251">
                <a:moveTo>
                  <a:pt x="0" y="44251"/>
                </a:moveTo>
                <a:lnTo>
                  <a:pt x="273272" y="0"/>
                </a:lnTo>
              </a:path>
            </a:pathLst>
          </a:custGeom>
          <a:noFill/>
          <a:ln w="8194">
            <a:solidFill>
              <a:srgbClr val="EF6926">
                <a:alpha val="19000"/>
              </a:srgbClr>
            </a:solidFill>
            <a:prstDash val="solid"/>
          </a:ln>
        </p:spPr>
      </p:sp>
      <p:sp>
        <p:nvSpPr>
          <p:cNvPr id="765" name="lumia-token-stream-curve">
            <a:extLst>
              <a:ext uri="{FF2B5EF4-FFF2-40B4-BE49-F238E27FC236}">
                <a16:creationId xmlns:a16="http://schemas.microsoft.com/office/drawing/2014/main" id="{CA3ADA09-3528-44FD-AEB7-1BAC83670A35}"/>
              </a:ext>
            </a:extLst>
          </p:cNvPr>
          <p:cNvSpPr>
            <a:spLocks noGrp="1"/>
          </p:cNvSpPr>
          <p:nvPr/>
        </p:nvSpPr>
        <p:spPr>
          <a:xfrm>
            <a:off x="6566156" y="5686683"/>
            <a:ext cx="275605" cy="37125"/>
          </a:xfrm>
          <a:custGeom>
            <a:avLst/>
            <a:gdLst/>
            <a:ahLst/>
            <a:cxnLst/>
            <a:rect l="0" t="0" r="0" b="0"/>
            <a:pathLst>
              <a:path w="275605" h="37125">
                <a:moveTo>
                  <a:pt x="0" y="37125"/>
                </a:moveTo>
                <a:lnTo>
                  <a:pt x="275605" y="0"/>
                </a:lnTo>
              </a:path>
            </a:pathLst>
          </a:custGeom>
          <a:noFill/>
          <a:ln w="8394">
            <a:solidFill>
              <a:srgbClr val="F17322">
                <a:alpha val="19000"/>
              </a:srgbClr>
            </a:solidFill>
            <a:prstDash val="solid"/>
          </a:ln>
        </p:spPr>
      </p:sp>
      <p:sp>
        <p:nvSpPr>
          <p:cNvPr id="766" name="lumia-token-stream-curve">
            <a:extLst>
              <a:ext uri="{FF2B5EF4-FFF2-40B4-BE49-F238E27FC236}">
                <a16:creationId xmlns:a16="http://schemas.microsoft.com/office/drawing/2014/main" id="{FB633FB2-020F-4B08-A9E0-290D3BBF6EAB}"/>
              </a:ext>
            </a:extLst>
          </p:cNvPr>
          <p:cNvSpPr>
            <a:spLocks noGrp="1"/>
          </p:cNvSpPr>
          <p:nvPr/>
        </p:nvSpPr>
        <p:spPr>
          <a:xfrm>
            <a:off x="6841761" y="5652886"/>
            <a:ext cx="277929" cy="33798"/>
          </a:xfrm>
          <a:custGeom>
            <a:avLst/>
            <a:gdLst/>
            <a:ahLst/>
            <a:cxnLst/>
            <a:rect l="0" t="0" r="0" b="0"/>
            <a:pathLst>
              <a:path w="277929" h="33798">
                <a:moveTo>
                  <a:pt x="0" y="33798"/>
                </a:moveTo>
                <a:lnTo>
                  <a:pt x="277929" y="0"/>
                </a:lnTo>
              </a:path>
            </a:pathLst>
          </a:custGeom>
          <a:noFill/>
          <a:ln w="8602">
            <a:solidFill>
              <a:srgbClr val="F27E1E">
                <a:alpha val="20000"/>
              </a:srgbClr>
            </a:solidFill>
            <a:prstDash val="solid"/>
          </a:ln>
        </p:spPr>
      </p:sp>
      <p:sp>
        <p:nvSpPr>
          <p:cNvPr id="767" name="lumia-token-stream-curve">
            <a:extLst>
              <a:ext uri="{FF2B5EF4-FFF2-40B4-BE49-F238E27FC236}">
                <a16:creationId xmlns:a16="http://schemas.microsoft.com/office/drawing/2014/main" id="{969B5F57-B2A9-41B8-AB59-1B5C1054CFCC}"/>
              </a:ext>
            </a:extLst>
          </p:cNvPr>
          <p:cNvSpPr>
            <a:spLocks noGrp="1"/>
          </p:cNvSpPr>
          <p:nvPr/>
        </p:nvSpPr>
        <p:spPr>
          <a:xfrm>
            <a:off x="7119689" y="5617521"/>
            <a:ext cx="280245" cy="35364"/>
          </a:xfrm>
          <a:custGeom>
            <a:avLst/>
            <a:gdLst/>
            <a:ahLst/>
            <a:cxnLst/>
            <a:rect l="0" t="0" r="0" b="0"/>
            <a:pathLst>
              <a:path w="280245" h="35364">
                <a:moveTo>
                  <a:pt x="0" y="35364"/>
                </a:moveTo>
                <a:lnTo>
                  <a:pt x="280245" y="0"/>
                </a:lnTo>
              </a:path>
            </a:pathLst>
          </a:custGeom>
          <a:noFill/>
          <a:ln w="8814">
            <a:solidFill>
              <a:srgbClr val="F48919">
                <a:alpha val="20000"/>
              </a:srgbClr>
            </a:solidFill>
            <a:prstDash val="solid"/>
          </a:ln>
        </p:spPr>
      </p:sp>
      <p:sp>
        <p:nvSpPr>
          <p:cNvPr id="768" name="lumia-token-stream-curve">
            <a:extLst>
              <a:ext uri="{FF2B5EF4-FFF2-40B4-BE49-F238E27FC236}">
                <a16:creationId xmlns:a16="http://schemas.microsoft.com/office/drawing/2014/main" id="{38EBB29B-2184-443F-ACB5-4A26D2A13C04}"/>
              </a:ext>
            </a:extLst>
          </p:cNvPr>
          <p:cNvSpPr>
            <a:spLocks noGrp="1"/>
          </p:cNvSpPr>
          <p:nvPr/>
        </p:nvSpPr>
        <p:spPr>
          <a:xfrm>
            <a:off x="7399934" y="5575146"/>
            <a:ext cx="282552" cy="42376"/>
          </a:xfrm>
          <a:custGeom>
            <a:avLst/>
            <a:gdLst/>
            <a:ahLst/>
            <a:cxnLst/>
            <a:rect l="0" t="0" r="0" b="0"/>
            <a:pathLst>
              <a:path w="282552" h="42376">
                <a:moveTo>
                  <a:pt x="0" y="42376"/>
                </a:moveTo>
                <a:lnTo>
                  <a:pt x="282552" y="0"/>
                </a:lnTo>
              </a:path>
            </a:pathLst>
          </a:custGeom>
          <a:noFill/>
          <a:ln w="9028">
            <a:solidFill>
              <a:srgbClr val="F59415">
                <a:alpha val="21000"/>
              </a:srgbClr>
            </a:solidFill>
            <a:prstDash val="solid"/>
          </a:ln>
        </p:spPr>
      </p:sp>
      <p:sp>
        <p:nvSpPr>
          <p:cNvPr id="769" name="lumia-token-stream-curve">
            <a:extLst>
              <a:ext uri="{FF2B5EF4-FFF2-40B4-BE49-F238E27FC236}">
                <a16:creationId xmlns:a16="http://schemas.microsoft.com/office/drawing/2014/main" id="{DEE2D852-645E-43F0-ABAF-BA262BD1B7E7}"/>
              </a:ext>
            </a:extLst>
          </p:cNvPr>
          <p:cNvSpPr>
            <a:spLocks noGrp="1"/>
          </p:cNvSpPr>
          <p:nvPr/>
        </p:nvSpPr>
        <p:spPr>
          <a:xfrm>
            <a:off x="7682487" y="5520423"/>
            <a:ext cx="284852" cy="54723"/>
          </a:xfrm>
          <a:custGeom>
            <a:avLst/>
            <a:gdLst/>
            <a:ahLst/>
            <a:cxnLst/>
            <a:rect l="0" t="0" r="0" b="0"/>
            <a:pathLst>
              <a:path w="284852" h="54723">
                <a:moveTo>
                  <a:pt x="0" y="54723"/>
                </a:moveTo>
                <a:lnTo>
                  <a:pt x="284852" y="0"/>
                </a:lnTo>
              </a:path>
            </a:pathLst>
          </a:custGeom>
          <a:noFill/>
          <a:ln w="9244">
            <a:solidFill>
              <a:srgbClr val="F79E11">
                <a:alpha val="22000"/>
              </a:srgbClr>
            </a:solidFill>
            <a:prstDash val="solid"/>
          </a:ln>
        </p:spPr>
      </p:sp>
      <p:sp>
        <p:nvSpPr>
          <p:cNvPr id="770" name="lumia-token-stream-curve">
            <a:extLst>
              <a:ext uri="{FF2B5EF4-FFF2-40B4-BE49-F238E27FC236}">
                <a16:creationId xmlns:a16="http://schemas.microsoft.com/office/drawing/2014/main" id="{37C9722A-D7A8-476F-B17F-F6415409880A}"/>
              </a:ext>
            </a:extLst>
          </p:cNvPr>
          <p:cNvSpPr>
            <a:spLocks noGrp="1"/>
          </p:cNvSpPr>
          <p:nvPr/>
        </p:nvSpPr>
        <p:spPr>
          <a:xfrm>
            <a:off x="7967338" y="5448820"/>
            <a:ext cx="287142" cy="71604"/>
          </a:xfrm>
          <a:custGeom>
            <a:avLst/>
            <a:gdLst/>
            <a:ahLst/>
            <a:cxnLst/>
            <a:rect l="0" t="0" r="0" b="0"/>
            <a:pathLst>
              <a:path w="287142" h="71604">
                <a:moveTo>
                  <a:pt x="0" y="71604"/>
                </a:moveTo>
                <a:lnTo>
                  <a:pt x="287142" y="0"/>
                </a:lnTo>
              </a:path>
            </a:pathLst>
          </a:custGeom>
          <a:noFill/>
          <a:ln w="9458">
            <a:solidFill>
              <a:srgbClr val="F8A90C">
                <a:alpha val="22000"/>
              </a:srgbClr>
            </a:solidFill>
            <a:prstDash val="solid"/>
          </a:ln>
        </p:spPr>
      </p:sp>
      <p:sp>
        <p:nvSpPr>
          <p:cNvPr id="771" name="lumia-token-stream-curve">
            <a:extLst>
              <a:ext uri="{FF2B5EF4-FFF2-40B4-BE49-F238E27FC236}">
                <a16:creationId xmlns:a16="http://schemas.microsoft.com/office/drawing/2014/main" id="{84F09C4B-C7B4-43A8-B407-E8AD79F7D527}"/>
              </a:ext>
            </a:extLst>
          </p:cNvPr>
          <p:cNvSpPr>
            <a:spLocks noGrp="1"/>
          </p:cNvSpPr>
          <p:nvPr/>
        </p:nvSpPr>
        <p:spPr>
          <a:xfrm>
            <a:off x="8254481" y="5357238"/>
            <a:ext cx="289425" cy="91581"/>
          </a:xfrm>
          <a:custGeom>
            <a:avLst/>
            <a:gdLst/>
            <a:ahLst/>
            <a:cxnLst/>
            <a:rect l="0" t="0" r="0" b="0"/>
            <a:pathLst>
              <a:path w="289425" h="91581">
                <a:moveTo>
                  <a:pt x="0" y="91581"/>
                </a:moveTo>
                <a:lnTo>
                  <a:pt x="289425" y="0"/>
                </a:lnTo>
              </a:path>
            </a:pathLst>
          </a:custGeom>
          <a:noFill/>
          <a:ln w="9669">
            <a:solidFill>
              <a:srgbClr val="FAB408">
                <a:alpha val="23000"/>
              </a:srgbClr>
            </a:solidFill>
            <a:prstDash val="solid"/>
          </a:ln>
        </p:spPr>
      </p:sp>
      <p:sp>
        <p:nvSpPr>
          <p:cNvPr id="772" name="lumia-token-stream-curve">
            <a:extLst>
              <a:ext uri="{FF2B5EF4-FFF2-40B4-BE49-F238E27FC236}">
                <a16:creationId xmlns:a16="http://schemas.microsoft.com/office/drawing/2014/main" id="{E3C70D0B-6FE2-4389-B000-352615B2656B}"/>
              </a:ext>
            </a:extLst>
          </p:cNvPr>
          <p:cNvSpPr>
            <a:spLocks noGrp="1"/>
          </p:cNvSpPr>
          <p:nvPr/>
        </p:nvSpPr>
        <p:spPr>
          <a:xfrm>
            <a:off x="8543906" y="5244507"/>
            <a:ext cx="291699" cy="112731"/>
          </a:xfrm>
          <a:custGeom>
            <a:avLst/>
            <a:gdLst/>
            <a:ahLst/>
            <a:cxnLst/>
            <a:rect l="0" t="0" r="0" b="0"/>
            <a:pathLst>
              <a:path w="291699" h="112731">
                <a:moveTo>
                  <a:pt x="0" y="112731"/>
                </a:moveTo>
                <a:lnTo>
                  <a:pt x="291699" y="0"/>
                </a:lnTo>
              </a:path>
            </a:pathLst>
          </a:custGeom>
          <a:noFill/>
          <a:ln w="9875">
            <a:solidFill>
              <a:srgbClr val="F7BC07">
                <a:alpha val="23000"/>
              </a:srgbClr>
            </a:solidFill>
            <a:prstDash val="solid"/>
          </a:ln>
        </p:spPr>
      </p:sp>
      <p:sp>
        <p:nvSpPr>
          <p:cNvPr id="773" name="lumia-token-stream-curve">
            <a:extLst>
              <a:ext uri="{FF2B5EF4-FFF2-40B4-BE49-F238E27FC236}">
                <a16:creationId xmlns:a16="http://schemas.microsoft.com/office/drawing/2014/main" id="{BBC9A604-644D-4AFC-899F-9D6B73302667}"/>
              </a:ext>
            </a:extLst>
          </p:cNvPr>
          <p:cNvSpPr>
            <a:spLocks noGrp="1"/>
          </p:cNvSpPr>
          <p:nvPr/>
        </p:nvSpPr>
        <p:spPr>
          <a:xfrm>
            <a:off x="8835605" y="5111633"/>
            <a:ext cx="293965" cy="132874"/>
          </a:xfrm>
          <a:custGeom>
            <a:avLst/>
            <a:gdLst/>
            <a:ahLst/>
            <a:cxnLst/>
            <a:rect l="0" t="0" r="0" b="0"/>
            <a:pathLst>
              <a:path w="293965" h="132874">
                <a:moveTo>
                  <a:pt x="0" y="132874"/>
                </a:moveTo>
                <a:lnTo>
                  <a:pt x="293965" y="0"/>
                </a:lnTo>
              </a:path>
            </a:pathLst>
          </a:custGeom>
          <a:noFill/>
          <a:ln w="10073">
            <a:solidFill>
              <a:srgbClr val="E5BA0E">
                <a:alpha val="24000"/>
              </a:srgbClr>
            </a:solidFill>
            <a:prstDash val="solid"/>
          </a:ln>
        </p:spPr>
      </p:sp>
      <p:sp>
        <p:nvSpPr>
          <p:cNvPr id="774" name="lumia-token-stream-curve">
            <a:extLst>
              <a:ext uri="{FF2B5EF4-FFF2-40B4-BE49-F238E27FC236}">
                <a16:creationId xmlns:a16="http://schemas.microsoft.com/office/drawing/2014/main" id="{6CBA0FB4-2EAF-40A9-934B-785412BE394B}"/>
              </a:ext>
            </a:extLst>
          </p:cNvPr>
          <p:cNvSpPr>
            <a:spLocks noGrp="1"/>
          </p:cNvSpPr>
          <p:nvPr/>
        </p:nvSpPr>
        <p:spPr>
          <a:xfrm>
            <a:off x="9129569" y="4961769"/>
            <a:ext cx="296222" cy="149864"/>
          </a:xfrm>
          <a:custGeom>
            <a:avLst/>
            <a:gdLst/>
            <a:ahLst/>
            <a:cxnLst/>
            <a:rect l="0" t="0" r="0" b="0"/>
            <a:pathLst>
              <a:path w="296222" h="149864">
                <a:moveTo>
                  <a:pt x="0" y="149864"/>
                </a:moveTo>
                <a:lnTo>
                  <a:pt x="296222" y="0"/>
                </a:lnTo>
              </a:path>
            </a:pathLst>
          </a:custGeom>
          <a:noFill/>
          <a:ln w="10262">
            <a:solidFill>
              <a:srgbClr val="D3B815">
                <a:alpha val="24000"/>
              </a:srgbClr>
            </a:solidFill>
            <a:prstDash val="solid"/>
          </a:ln>
        </p:spPr>
      </p:sp>
      <p:sp>
        <p:nvSpPr>
          <p:cNvPr id="775" name="lumia-token-stream-curve">
            <a:extLst>
              <a:ext uri="{FF2B5EF4-FFF2-40B4-BE49-F238E27FC236}">
                <a16:creationId xmlns:a16="http://schemas.microsoft.com/office/drawing/2014/main" id="{C60531B7-57ED-4BBA-8F57-61132D9A5A6F}"/>
              </a:ext>
            </a:extLst>
          </p:cNvPr>
          <p:cNvSpPr>
            <a:spLocks noGrp="1"/>
          </p:cNvSpPr>
          <p:nvPr/>
        </p:nvSpPr>
        <p:spPr>
          <a:xfrm>
            <a:off x="9425792" y="4799872"/>
            <a:ext cx="298471" cy="161897"/>
          </a:xfrm>
          <a:custGeom>
            <a:avLst/>
            <a:gdLst/>
            <a:ahLst/>
            <a:cxnLst/>
            <a:rect l="0" t="0" r="0" b="0"/>
            <a:pathLst>
              <a:path w="298471" h="161897">
                <a:moveTo>
                  <a:pt x="0" y="161897"/>
                </a:moveTo>
                <a:lnTo>
                  <a:pt x="298471" y="0"/>
                </a:lnTo>
              </a:path>
            </a:pathLst>
          </a:custGeom>
          <a:noFill/>
          <a:ln w="10440">
            <a:solidFill>
              <a:srgbClr val="C2B61C">
                <a:alpha val="25000"/>
              </a:srgbClr>
            </a:solidFill>
            <a:prstDash val="solid"/>
          </a:ln>
        </p:spPr>
      </p:sp>
      <p:sp>
        <p:nvSpPr>
          <p:cNvPr id="776" name="lumia-token-stream-curve">
            <a:extLst>
              <a:ext uri="{FF2B5EF4-FFF2-40B4-BE49-F238E27FC236}">
                <a16:creationId xmlns:a16="http://schemas.microsoft.com/office/drawing/2014/main" id="{B01A1432-D507-415B-85E8-DCBACE17DEC0}"/>
              </a:ext>
            </a:extLst>
          </p:cNvPr>
          <p:cNvSpPr>
            <a:spLocks noGrp="1"/>
          </p:cNvSpPr>
          <p:nvPr/>
        </p:nvSpPr>
        <p:spPr>
          <a:xfrm>
            <a:off x="9724263" y="4632077"/>
            <a:ext cx="300712" cy="167795"/>
          </a:xfrm>
          <a:custGeom>
            <a:avLst/>
            <a:gdLst/>
            <a:ahLst/>
            <a:cxnLst/>
            <a:rect l="0" t="0" r="0" b="0"/>
            <a:pathLst>
              <a:path w="300712" h="167795">
                <a:moveTo>
                  <a:pt x="0" y="167795"/>
                </a:moveTo>
                <a:lnTo>
                  <a:pt x="300712" y="0"/>
                </a:lnTo>
              </a:path>
            </a:pathLst>
          </a:custGeom>
          <a:noFill/>
          <a:ln w="10604">
            <a:solidFill>
              <a:srgbClr val="B0B422">
                <a:alpha val="25000"/>
              </a:srgbClr>
            </a:solidFill>
            <a:prstDash val="solid"/>
          </a:ln>
        </p:spPr>
      </p:sp>
      <p:sp>
        <p:nvSpPr>
          <p:cNvPr id="777" name="lumia-token-stream-curve">
            <a:extLst>
              <a:ext uri="{FF2B5EF4-FFF2-40B4-BE49-F238E27FC236}">
                <a16:creationId xmlns:a16="http://schemas.microsoft.com/office/drawing/2014/main" id="{70224FCE-481E-4DEC-A1B8-5369F4744532}"/>
              </a:ext>
            </a:extLst>
          </p:cNvPr>
          <p:cNvSpPr>
            <a:spLocks noGrp="1"/>
          </p:cNvSpPr>
          <p:nvPr/>
        </p:nvSpPr>
        <p:spPr>
          <a:xfrm>
            <a:off x="10024975" y="4464857"/>
            <a:ext cx="302945" cy="167220"/>
          </a:xfrm>
          <a:custGeom>
            <a:avLst/>
            <a:gdLst/>
            <a:ahLst/>
            <a:cxnLst/>
            <a:rect l="0" t="0" r="0" b="0"/>
            <a:pathLst>
              <a:path w="302945" h="167220">
                <a:moveTo>
                  <a:pt x="0" y="167220"/>
                </a:moveTo>
                <a:lnTo>
                  <a:pt x="302945" y="0"/>
                </a:lnTo>
              </a:path>
            </a:pathLst>
          </a:custGeom>
          <a:noFill/>
          <a:ln w="10753">
            <a:solidFill>
              <a:srgbClr val="9EB329">
                <a:alpha val="25000"/>
              </a:srgbClr>
            </a:solidFill>
            <a:prstDash val="solid"/>
          </a:ln>
        </p:spPr>
      </p:sp>
      <p:sp>
        <p:nvSpPr>
          <p:cNvPr id="778" name="lumia-token-stream-curve">
            <a:extLst>
              <a:ext uri="{FF2B5EF4-FFF2-40B4-BE49-F238E27FC236}">
                <a16:creationId xmlns:a16="http://schemas.microsoft.com/office/drawing/2014/main" id="{99A2951B-72DA-42B9-9581-76CDDF964EB9}"/>
              </a:ext>
            </a:extLst>
          </p:cNvPr>
          <p:cNvSpPr>
            <a:spLocks noGrp="1"/>
          </p:cNvSpPr>
          <p:nvPr/>
        </p:nvSpPr>
        <p:spPr>
          <a:xfrm>
            <a:off x="10327920" y="4304074"/>
            <a:ext cx="305169" cy="160783"/>
          </a:xfrm>
          <a:custGeom>
            <a:avLst/>
            <a:gdLst/>
            <a:ahLst/>
            <a:cxnLst/>
            <a:rect l="0" t="0" r="0" b="0"/>
            <a:pathLst>
              <a:path w="305169" h="160783">
                <a:moveTo>
                  <a:pt x="0" y="160783"/>
                </a:moveTo>
                <a:lnTo>
                  <a:pt x="305169" y="0"/>
                </a:lnTo>
              </a:path>
            </a:pathLst>
          </a:custGeom>
          <a:noFill/>
          <a:ln w="10885">
            <a:solidFill>
              <a:srgbClr val="8CB130">
                <a:alpha val="26000"/>
              </a:srgbClr>
            </a:solidFill>
            <a:prstDash val="solid"/>
          </a:ln>
        </p:spPr>
      </p:sp>
      <p:sp>
        <p:nvSpPr>
          <p:cNvPr id="779" name="lumia-token-stream-curve">
            <a:extLst>
              <a:ext uri="{FF2B5EF4-FFF2-40B4-BE49-F238E27FC236}">
                <a16:creationId xmlns:a16="http://schemas.microsoft.com/office/drawing/2014/main" id="{F5A6E86E-AE02-4E55-A474-931E0E4D94E1}"/>
              </a:ext>
            </a:extLst>
          </p:cNvPr>
          <p:cNvSpPr>
            <a:spLocks noGrp="1"/>
          </p:cNvSpPr>
          <p:nvPr/>
        </p:nvSpPr>
        <p:spPr>
          <a:xfrm>
            <a:off x="10633088" y="4154059"/>
            <a:ext cx="307384" cy="150015"/>
          </a:xfrm>
          <a:custGeom>
            <a:avLst/>
            <a:gdLst/>
            <a:ahLst/>
            <a:cxnLst/>
            <a:rect l="0" t="0" r="0" b="0"/>
            <a:pathLst>
              <a:path w="307384" h="150015">
                <a:moveTo>
                  <a:pt x="0" y="150015"/>
                </a:moveTo>
                <a:lnTo>
                  <a:pt x="307384" y="0"/>
                </a:lnTo>
              </a:path>
            </a:pathLst>
          </a:custGeom>
          <a:noFill/>
          <a:ln w="10997">
            <a:solidFill>
              <a:srgbClr val="7BAF37">
                <a:alpha val="26000"/>
              </a:srgbClr>
            </a:solidFill>
            <a:prstDash val="solid"/>
          </a:ln>
        </p:spPr>
      </p:sp>
      <p:sp>
        <p:nvSpPr>
          <p:cNvPr id="780" name="lumia-token-stream-curve">
            <a:extLst>
              <a:ext uri="{FF2B5EF4-FFF2-40B4-BE49-F238E27FC236}">
                <a16:creationId xmlns:a16="http://schemas.microsoft.com/office/drawing/2014/main" id="{5F6BAA9C-8EDC-4D02-9A14-1C12D7EF48F0}"/>
              </a:ext>
            </a:extLst>
          </p:cNvPr>
          <p:cNvSpPr>
            <a:spLocks noGrp="1"/>
          </p:cNvSpPr>
          <p:nvPr/>
        </p:nvSpPr>
        <p:spPr>
          <a:xfrm>
            <a:off x="10940473" y="4016864"/>
            <a:ext cx="309592" cy="137195"/>
          </a:xfrm>
          <a:custGeom>
            <a:avLst/>
            <a:gdLst/>
            <a:ahLst/>
            <a:cxnLst/>
            <a:rect l="0" t="0" r="0" b="0"/>
            <a:pathLst>
              <a:path w="309592" h="137195">
                <a:moveTo>
                  <a:pt x="0" y="137195"/>
                </a:moveTo>
                <a:lnTo>
                  <a:pt x="309592" y="0"/>
                </a:lnTo>
              </a:path>
            </a:pathLst>
          </a:custGeom>
          <a:noFill/>
          <a:ln w="11088">
            <a:solidFill>
              <a:srgbClr val="69AD3E">
                <a:alpha val="26000"/>
              </a:srgbClr>
            </a:solidFill>
            <a:prstDash val="solid"/>
          </a:ln>
        </p:spPr>
      </p:sp>
      <p:sp>
        <p:nvSpPr>
          <p:cNvPr id="781" name="lumia-token-stream-curve">
            <a:extLst>
              <a:ext uri="{FF2B5EF4-FFF2-40B4-BE49-F238E27FC236}">
                <a16:creationId xmlns:a16="http://schemas.microsoft.com/office/drawing/2014/main" id="{E72C02B4-E66C-4716-8434-83BAAD775C61}"/>
              </a:ext>
            </a:extLst>
          </p:cNvPr>
          <p:cNvSpPr>
            <a:spLocks noGrp="1"/>
          </p:cNvSpPr>
          <p:nvPr/>
        </p:nvSpPr>
        <p:spPr>
          <a:xfrm>
            <a:off x="11250064" y="3891819"/>
            <a:ext cx="311791" cy="125045"/>
          </a:xfrm>
          <a:custGeom>
            <a:avLst/>
            <a:gdLst/>
            <a:ahLst/>
            <a:cxnLst/>
            <a:rect l="0" t="0" r="0" b="0"/>
            <a:pathLst>
              <a:path w="311791" h="125045">
                <a:moveTo>
                  <a:pt x="0" y="125045"/>
                </a:moveTo>
                <a:lnTo>
                  <a:pt x="311791" y="0"/>
                </a:lnTo>
              </a:path>
            </a:pathLst>
          </a:custGeom>
          <a:noFill/>
          <a:ln w="11155">
            <a:solidFill>
              <a:srgbClr val="57AC45">
                <a:alpha val="26000"/>
              </a:srgbClr>
            </a:solidFill>
            <a:prstDash val="solid"/>
          </a:ln>
        </p:spPr>
      </p:sp>
      <p:sp>
        <p:nvSpPr>
          <p:cNvPr id="782" name="lumia-token-stream-curve">
            <a:extLst>
              <a:ext uri="{FF2B5EF4-FFF2-40B4-BE49-F238E27FC236}">
                <a16:creationId xmlns:a16="http://schemas.microsoft.com/office/drawing/2014/main" id="{FCE5FD8A-CD51-4BDD-8AF7-BDBD1BE58C43}"/>
              </a:ext>
            </a:extLst>
          </p:cNvPr>
          <p:cNvSpPr>
            <a:spLocks noGrp="1"/>
          </p:cNvSpPr>
          <p:nvPr/>
        </p:nvSpPr>
        <p:spPr>
          <a:xfrm>
            <a:off x="11561855" y="3775486"/>
            <a:ext cx="313981" cy="116333"/>
          </a:xfrm>
          <a:custGeom>
            <a:avLst/>
            <a:gdLst/>
            <a:ahLst/>
            <a:cxnLst/>
            <a:rect l="0" t="0" r="0" b="0"/>
            <a:pathLst>
              <a:path w="313981" h="116333">
                <a:moveTo>
                  <a:pt x="0" y="116333"/>
                </a:moveTo>
                <a:lnTo>
                  <a:pt x="313981" y="0"/>
                </a:lnTo>
              </a:path>
            </a:pathLst>
          </a:custGeom>
          <a:noFill/>
          <a:ln w="11197">
            <a:solidFill>
              <a:srgbClr val="46AA4C">
                <a:alpha val="26000"/>
              </a:srgbClr>
            </a:solidFill>
            <a:prstDash val="solid"/>
          </a:ln>
        </p:spPr>
      </p:sp>
      <p:sp>
        <p:nvSpPr>
          <p:cNvPr id="783" name="lumia-token-stream-curve">
            <a:extLst>
              <a:ext uri="{FF2B5EF4-FFF2-40B4-BE49-F238E27FC236}">
                <a16:creationId xmlns:a16="http://schemas.microsoft.com/office/drawing/2014/main" id="{DC415CC9-62F0-4B45-AF80-DF99691C4F1A}"/>
              </a:ext>
            </a:extLst>
          </p:cNvPr>
          <p:cNvSpPr>
            <a:spLocks noGrp="1"/>
          </p:cNvSpPr>
          <p:nvPr/>
        </p:nvSpPr>
        <p:spPr>
          <a:xfrm>
            <a:off x="11875836" y="3662049"/>
            <a:ext cx="316164" cy="113436"/>
          </a:xfrm>
          <a:custGeom>
            <a:avLst/>
            <a:gdLst/>
            <a:ahLst/>
            <a:cxnLst/>
            <a:rect l="0" t="0" r="0" b="0"/>
            <a:pathLst>
              <a:path w="316164" h="113436">
                <a:moveTo>
                  <a:pt x="0" y="113436"/>
                </a:moveTo>
                <a:lnTo>
                  <a:pt x="316164" y="0"/>
                </a:lnTo>
              </a:path>
            </a:pathLst>
          </a:custGeom>
          <a:noFill/>
          <a:ln w="11211">
            <a:solidFill>
              <a:srgbClr val="34A853">
                <a:alpha val="26000"/>
              </a:srgbClr>
            </a:solidFill>
            <a:prstDash val="solid"/>
          </a:ln>
        </p:spPr>
      </p:sp>
      <p:sp>
        <p:nvSpPr>
          <p:cNvPr id="784" name="lumia-token-stream-curve">
            <a:extLst>
              <a:ext uri="{FF2B5EF4-FFF2-40B4-BE49-F238E27FC236}">
                <a16:creationId xmlns:a16="http://schemas.microsoft.com/office/drawing/2014/main" id="{5C2140DB-7069-4B39-9E71-F6C878F31670}"/>
              </a:ext>
            </a:extLst>
          </p:cNvPr>
          <p:cNvSpPr>
            <a:spLocks noGrp="1"/>
          </p:cNvSpPr>
          <p:nvPr/>
        </p:nvSpPr>
        <p:spPr>
          <a:xfrm>
            <a:off x="31645" y="6412500"/>
            <a:ext cx="209796" cy="9525"/>
          </a:xfrm>
          <a:custGeom>
            <a:avLst/>
            <a:gdLst/>
            <a:ahLst/>
            <a:cxnLst/>
            <a:rect l="0" t="0" r="0" b="0"/>
            <a:pathLst>
              <a:path w="209796" h="9525">
                <a:moveTo>
                  <a:pt x="0" y="0"/>
                </a:moveTo>
                <a:lnTo>
                  <a:pt x="209796" y="4549"/>
                </a:lnTo>
              </a:path>
            </a:pathLst>
          </a:custGeom>
          <a:noFill/>
          <a:ln w="7231">
            <a:solidFill>
              <a:srgbClr val="4285F4">
                <a:alpha val="12000"/>
              </a:srgbClr>
            </a:solidFill>
            <a:prstDash val="solid"/>
          </a:ln>
        </p:spPr>
      </p:sp>
      <p:sp>
        <p:nvSpPr>
          <p:cNvPr id="785" name="lumia-token-stream-curve">
            <a:extLst>
              <a:ext uri="{FF2B5EF4-FFF2-40B4-BE49-F238E27FC236}">
                <a16:creationId xmlns:a16="http://schemas.microsoft.com/office/drawing/2014/main" id="{C24C4CC4-0713-444C-B379-3B07E1174844}"/>
              </a:ext>
            </a:extLst>
          </p:cNvPr>
          <p:cNvSpPr>
            <a:spLocks noGrp="1"/>
          </p:cNvSpPr>
          <p:nvPr/>
        </p:nvSpPr>
        <p:spPr>
          <a:xfrm>
            <a:off x="241442" y="6417049"/>
            <a:ext cx="212345" cy="11889"/>
          </a:xfrm>
          <a:custGeom>
            <a:avLst/>
            <a:gdLst/>
            <a:ahLst/>
            <a:cxnLst/>
            <a:rect l="0" t="0" r="0" b="0"/>
            <a:pathLst>
              <a:path w="212345" h="11889">
                <a:moveTo>
                  <a:pt x="0" y="0"/>
                </a:moveTo>
                <a:lnTo>
                  <a:pt x="212345" y="11889"/>
                </a:lnTo>
              </a:path>
            </a:pathLst>
          </a:custGeom>
          <a:noFill/>
          <a:ln w="7231">
            <a:solidFill>
              <a:srgbClr val="447EEC">
                <a:alpha val="12000"/>
              </a:srgbClr>
            </a:solidFill>
            <a:prstDash val="solid"/>
          </a:ln>
        </p:spPr>
      </p:sp>
      <p:sp>
        <p:nvSpPr>
          <p:cNvPr id="786" name="lumia-token-stream-curve">
            <a:extLst>
              <a:ext uri="{FF2B5EF4-FFF2-40B4-BE49-F238E27FC236}">
                <a16:creationId xmlns:a16="http://schemas.microsoft.com/office/drawing/2014/main" id="{0BCC21A3-114C-4F2B-9D79-602741D44F45}"/>
              </a:ext>
            </a:extLst>
          </p:cNvPr>
          <p:cNvSpPr>
            <a:spLocks noGrp="1"/>
          </p:cNvSpPr>
          <p:nvPr/>
        </p:nvSpPr>
        <p:spPr>
          <a:xfrm>
            <a:off x="453787" y="6428938"/>
            <a:ext cx="214885" cy="19066"/>
          </a:xfrm>
          <a:custGeom>
            <a:avLst/>
            <a:gdLst/>
            <a:ahLst/>
            <a:cxnLst/>
            <a:rect l="0" t="0" r="0" b="0"/>
            <a:pathLst>
              <a:path w="214885" h="19066">
                <a:moveTo>
                  <a:pt x="0" y="0"/>
                </a:moveTo>
                <a:lnTo>
                  <a:pt x="214885" y="19066"/>
                </a:lnTo>
              </a:path>
            </a:pathLst>
          </a:custGeom>
          <a:noFill/>
          <a:ln w="7231">
            <a:solidFill>
              <a:srgbClr val="4678E3">
                <a:alpha val="12000"/>
              </a:srgbClr>
            </a:solidFill>
            <a:prstDash val="solid"/>
          </a:ln>
        </p:spPr>
      </p:sp>
      <p:sp>
        <p:nvSpPr>
          <p:cNvPr id="787" name="lumia-token-stream-curve">
            <a:extLst>
              <a:ext uri="{FF2B5EF4-FFF2-40B4-BE49-F238E27FC236}">
                <a16:creationId xmlns:a16="http://schemas.microsoft.com/office/drawing/2014/main" id="{67262376-30B8-47F0-8080-A3C886EB0127}"/>
              </a:ext>
            </a:extLst>
          </p:cNvPr>
          <p:cNvSpPr>
            <a:spLocks noGrp="1"/>
          </p:cNvSpPr>
          <p:nvPr/>
        </p:nvSpPr>
        <p:spPr>
          <a:xfrm>
            <a:off x="668671" y="6448004"/>
            <a:ext cx="217416" cy="25397"/>
          </a:xfrm>
          <a:custGeom>
            <a:avLst/>
            <a:gdLst/>
            <a:ahLst/>
            <a:cxnLst/>
            <a:rect l="0" t="0" r="0" b="0"/>
            <a:pathLst>
              <a:path w="217416" h="25397">
                <a:moveTo>
                  <a:pt x="0" y="0"/>
                </a:moveTo>
                <a:lnTo>
                  <a:pt x="217416" y="25397"/>
                </a:lnTo>
              </a:path>
            </a:pathLst>
          </a:custGeom>
          <a:noFill/>
          <a:ln w="7231">
            <a:solidFill>
              <a:srgbClr val="4871DB">
                <a:alpha val="12000"/>
              </a:srgbClr>
            </a:solidFill>
            <a:prstDash val="solid"/>
          </a:ln>
        </p:spPr>
      </p:sp>
      <p:sp>
        <p:nvSpPr>
          <p:cNvPr id="788" name="lumia-token-stream-curve">
            <a:extLst>
              <a:ext uri="{FF2B5EF4-FFF2-40B4-BE49-F238E27FC236}">
                <a16:creationId xmlns:a16="http://schemas.microsoft.com/office/drawing/2014/main" id="{680F7244-1B27-48A3-8684-5CF34106EC40}"/>
              </a:ext>
            </a:extLst>
          </p:cNvPr>
          <p:cNvSpPr>
            <a:spLocks noGrp="1"/>
          </p:cNvSpPr>
          <p:nvPr/>
        </p:nvSpPr>
        <p:spPr>
          <a:xfrm>
            <a:off x="886087" y="6473401"/>
            <a:ext cx="219939" cy="30206"/>
          </a:xfrm>
          <a:custGeom>
            <a:avLst/>
            <a:gdLst/>
            <a:ahLst/>
            <a:cxnLst/>
            <a:rect l="0" t="0" r="0" b="0"/>
            <a:pathLst>
              <a:path w="219939" h="30206">
                <a:moveTo>
                  <a:pt x="0" y="0"/>
                </a:moveTo>
                <a:lnTo>
                  <a:pt x="219939" y="30206"/>
                </a:lnTo>
              </a:path>
            </a:pathLst>
          </a:custGeom>
          <a:noFill/>
          <a:ln w="7231">
            <a:solidFill>
              <a:srgbClr val="4A6BD2">
                <a:alpha val="12000"/>
              </a:srgbClr>
            </a:solidFill>
            <a:prstDash val="solid"/>
          </a:ln>
        </p:spPr>
      </p:sp>
      <p:sp>
        <p:nvSpPr>
          <p:cNvPr id="789" name="lumia-token-stream-curve">
            <a:extLst>
              <a:ext uri="{FF2B5EF4-FFF2-40B4-BE49-F238E27FC236}">
                <a16:creationId xmlns:a16="http://schemas.microsoft.com/office/drawing/2014/main" id="{A03E689C-CA86-4E7C-AD3F-2583B1BF3303}"/>
              </a:ext>
            </a:extLst>
          </p:cNvPr>
          <p:cNvSpPr>
            <a:spLocks noGrp="1"/>
          </p:cNvSpPr>
          <p:nvPr/>
        </p:nvSpPr>
        <p:spPr>
          <a:xfrm>
            <a:off x="1106027" y="6503608"/>
            <a:ext cx="222454" cy="32876"/>
          </a:xfrm>
          <a:custGeom>
            <a:avLst/>
            <a:gdLst/>
            <a:ahLst/>
            <a:cxnLst/>
            <a:rect l="0" t="0" r="0" b="0"/>
            <a:pathLst>
              <a:path w="222454" h="32876">
                <a:moveTo>
                  <a:pt x="0" y="0"/>
                </a:moveTo>
                <a:lnTo>
                  <a:pt x="222454" y="32876"/>
                </a:lnTo>
              </a:path>
            </a:pathLst>
          </a:custGeom>
          <a:noFill/>
          <a:ln w="7231">
            <a:solidFill>
              <a:srgbClr val="4C64CA">
                <a:alpha val="12000"/>
              </a:srgbClr>
            </a:solidFill>
            <a:prstDash val="solid"/>
          </a:ln>
        </p:spPr>
      </p:sp>
      <p:sp>
        <p:nvSpPr>
          <p:cNvPr id="790" name="lumia-token-stream-curve">
            <a:extLst>
              <a:ext uri="{FF2B5EF4-FFF2-40B4-BE49-F238E27FC236}">
                <a16:creationId xmlns:a16="http://schemas.microsoft.com/office/drawing/2014/main" id="{9F6C626F-80D8-482B-93C2-849A6DAECF3B}"/>
              </a:ext>
            </a:extLst>
          </p:cNvPr>
          <p:cNvSpPr>
            <a:spLocks noGrp="1"/>
          </p:cNvSpPr>
          <p:nvPr/>
        </p:nvSpPr>
        <p:spPr>
          <a:xfrm>
            <a:off x="1328481" y="6536483"/>
            <a:ext cx="224960" cy="32908"/>
          </a:xfrm>
          <a:custGeom>
            <a:avLst/>
            <a:gdLst/>
            <a:ahLst/>
            <a:cxnLst/>
            <a:rect l="0" t="0" r="0" b="0"/>
            <a:pathLst>
              <a:path w="224960" h="32908">
                <a:moveTo>
                  <a:pt x="0" y="0"/>
                </a:moveTo>
                <a:lnTo>
                  <a:pt x="224960" y="32908"/>
                </a:lnTo>
              </a:path>
            </a:pathLst>
          </a:custGeom>
          <a:noFill/>
          <a:ln w="7231">
            <a:solidFill>
              <a:srgbClr val="4E5EC1">
                <a:alpha val="12000"/>
              </a:srgbClr>
            </a:solidFill>
            <a:prstDash val="solid"/>
          </a:ln>
        </p:spPr>
      </p:sp>
      <p:sp>
        <p:nvSpPr>
          <p:cNvPr id="791" name="lumia-token-stream-curve">
            <a:extLst>
              <a:ext uri="{FF2B5EF4-FFF2-40B4-BE49-F238E27FC236}">
                <a16:creationId xmlns:a16="http://schemas.microsoft.com/office/drawing/2014/main" id="{DC7F5FFA-06D5-49F9-BFA3-80E3D342220B}"/>
              </a:ext>
            </a:extLst>
          </p:cNvPr>
          <p:cNvSpPr>
            <a:spLocks noGrp="1"/>
          </p:cNvSpPr>
          <p:nvPr/>
        </p:nvSpPr>
        <p:spPr>
          <a:xfrm>
            <a:off x="1553441" y="6569392"/>
            <a:ext cx="227458" cy="29982"/>
          </a:xfrm>
          <a:custGeom>
            <a:avLst/>
            <a:gdLst/>
            <a:ahLst/>
            <a:cxnLst/>
            <a:rect l="0" t="0" r="0" b="0"/>
            <a:pathLst>
              <a:path w="227458" h="29982">
                <a:moveTo>
                  <a:pt x="0" y="0"/>
                </a:moveTo>
                <a:lnTo>
                  <a:pt x="227458" y="29982"/>
                </a:lnTo>
              </a:path>
            </a:pathLst>
          </a:custGeom>
          <a:noFill/>
          <a:ln w="7231">
            <a:solidFill>
              <a:srgbClr val="5057B9">
                <a:alpha val="12000"/>
              </a:srgbClr>
            </a:solidFill>
            <a:prstDash val="solid"/>
          </a:ln>
        </p:spPr>
      </p:sp>
      <p:sp>
        <p:nvSpPr>
          <p:cNvPr id="792" name="lumia-token-stream-curve">
            <a:extLst>
              <a:ext uri="{FF2B5EF4-FFF2-40B4-BE49-F238E27FC236}">
                <a16:creationId xmlns:a16="http://schemas.microsoft.com/office/drawing/2014/main" id="{349A971B-C05F-4190-9857-21D3DC48DFC5}"/>
              </a:ext>
            </a:extLst>
          </p:cNvPr>
          <p:cNvSpPr>
            <a:spLocks noGrp="1"/>
          </p:cNvSpPr>
          <p:nvPr/>
        </p:nvSpPr>
        <p:spPr>
          <a:xfrm>
            <a:off x="1780899" y="6599373"/>
            <a:ext cx="229947" cy="23998"/>
          </a:xfrm>
          <a:custGeom>
            <a:avLst/>
            <a:gdLst/>
            <a:ahLst/>
            <a:cxnLst/>
            <a:rect l="0" t="0" r="0" b="0"/>
            <a:pathLst>
              <a:path w="229947" h="23998">
                <a:moveTo>
                  <a:pt x="0" y="0"/>
                </a:moveTo>
                <a:lnTo>
                  <a:pt x="229947" y="23998"/>
                </a:lnTo>
              </a:path>
            </a:pathLst>
          </a:custGeom>
          <a:noFill/>
          <a:ln w="7231">
            <a:solidFill>
              <a:srgbClr val="5250B0">
                <a:alpha val="12000"/>
              </a:srgbClr>
            </a:solidFill>
            <a:prstDash val="solid"/>
          </a:ln>
        </p:spPr>
      </p:sp>
      <p:sp>
        <p:nvSpPr>
          <p:cNvPr id="793" name="lumia-token-stream-curve">
            <a:extLst>
              <a:ext uri="{FF2B5EF4-FFF2-40B4-BE49-F238E27FC236}">
                <a16:creationId xmlns:a16="http://schemas.microsoft.com/office/drawing/2014/main" id="{25123532-7FEA-4682-9D7D-8EC90EEAEE48}"/>
              </a:ext>
            </a:extLst>
          </p:cNvPr>
          <p:cNvSpPr>
            <a:spLocks noGrp="1"/>
          </p:cNvSpPr>
          <p:nvPr/>
        </p:nvSpPr>
        <p:spPr>
          <a:xfrm>
            <a:off x="2010846" y="6623371"/>
            <a:ext cx="232428" cy="15110"/>
          </a:xfrm>
          <a:custGeom>
            <a:avLst/>
            <a:gdLst/>
            <a:ahLst/>
            <a:cxnLst/>
            <a:rect l="0" t="0" r="0" b="0"/>
            <a:pathLst>
              <a:path w="232428" h="15110">
                <a:moveTo>
                  <a:pt x="0" y="0"/>
                </a:moveTo>
                <a:lnTo>
                  <a:pt x="232428" y="15110"/>
                </a:lnTo>
              </a:path>
            </a:pathLst>
          </a:custGeom>
          <a:noFill/>
          <a:ln w="7231">
            <a:solidFill>
              <a:srgbClr val="544AA8">
                <a:alpha val="12000"/>
              </a:srgbClr>
            </a:solidFill>
            <a:prstDash val="solid"/>
          </a:ln>
        </p:spPr>
      </p:sp>
      <p:sp>
        <p:nvSpPr>
          <p:cNvPr id="794" name="lumia-token-stream-curve">
            <a:extLst>
              <a:ext uri="{FF2B5EF4-FFF2-40B4-BE49-F238E27FC236}">
                <a16:creationId xmlns:a16="http://schemas.microsoft.com/office/drawing/2014/main" id="{7DBBBA34-54C6-408B-9ABD-A11428F22EA3}"/>
              </a:ext>
            </a:extLst>
          </p:cNvPr>
          <p:cNvSpPr>
            <a:spLocks noGrp="1"/>
          </p:cNvSpPr>
          <p:nvPr/>
        </p:nvSpPr>
        <p:spPr>
          <a:xfrm>
            <a:off x="2243274" y="6638481"/>
            <a:ext cx="234901" cy="9525"/>
          </a:xfrm>
          <a:custGeom>
            <a:avLst/>
            <a:gdLst/>
            <a:ahLst/>
            <a:cxnLst/>
            <a:rect l="0" t="0" r="0" b="0"/>
            <a:pathLst>
              <a:path w="234901" h="9525">
                <a:moveTo>
                  <a:pt x="0" y="0"/>
                </a:moveTo>
                <a:lnTo>
                  <a:pt x="234901" y="3739"/>
                </a:lnTo>
              </a:path>
            </a:pathLst>
          </a:custGeom>
          <a:noFill/>
          <a:ln w="7231">
            <a:solidFill>
              <a:srgbClr val="5643A0">
                <a:alpha val="12000"/>
              </a:srgbClr>
            </a:solidFill>
            <a:prstDash val="solid"/>
          </a:ln>
        </p:spPr>
      </p:sp>
      <p:sp>
        <p:nvSpPr>
          <p:cNvPr id="795" name="lumia-token-stream-curve">
            <a:extLst>
              <a:ext uri="{FF2B5EF4-FFF2-40B4-BE49-F238E27FC236}">
                <a16:creationId xmlns:a16="http://schemas.microsoft.com/office/drawing/2014/main" id="{06243A05-E01A-4D3F-88EC-5103F65BF03A}"/>
              </a:ext>
            </a:extLst>
          </p:cNvPr>
          <p:cNvSpPr>
            <a:spLocks noGrp="1"/>
          </p:cNvSpPr>
          <p:nvPr/>
        </p:nvSpPr>
        <p:spPr>
          <a:xfrm>
            <a:off x="2478175" y="6632774"/>
            <a:ext cx="237365" cy="9525"/>
          </a:xfrm>
          <a:custGeom>
            <a:avLst/>
            <a:gdLst/>
            <a:ahLst/>
            <a:cxnLst/>
            <a:rect l="0" t="0" r="0" b="0"/>
            <a:pathLst>
              <a:path w="237365" h="9525">
                <a:moveTo>
                  <a:pt x="0" y="9446"/>
                </a:moveTo>
                <a:lnTo>
                  <a:pt x="237365" y="0"/>
                </a:lnTo>
              </a:path>
            </a:pathLst>
          </a:custGeom>
          <a:noFill/>
          <a:ln w="7231">
            <a:solidFill>
              <a:srgbClr val="583D97">
                <a:alpha val="12000"/>
              </a:srgbClr>
            </a:solidFill>
            <a:prstDash val="solid"/>
          </a:ln>
        </p:spPr>
      </p:sp>
      <p:sp>
        <p:nvSpPr>
          <p:cNvPr id="796" name="lumia-token-stream-curve">
            <a:extLst>
              <a:ext uri="{FF2B5EF4-FFF2-40B4-BE49-F238E27FC236}">
                <a16:creationId xmlns:a16="http://schemas.microsoft.com/office/drawing/2014/main" id="{DAF96981-81B7-4790-83E1-793B72CF10DB}"/>
              </a:ext>
            </a:extLst>
          </p:cNvPr>
          <p:cNvSpPr>
            <a:spLocks noGrp="1"/>
          </p:cNvSpPr>
          <p:nvPr/>
        </p:nvSpPr>
        <p:spPr>
          <a:xfrm>
            <a:off x="2715540" y="6609208"/>
            <a:ext cx="239821" cy="23566"/>
          </a:xfrm>
          <a:custGeom>
            <a:avLst/>
            <a:gdLst/>
            <a:ahLst/>
            <a:cxnLst/>
            <a:rect l="0" t="0" r="0" b="0"/>
            <a:pathLst>
              <a:path w="239821" h="23566">
                <a:moveTo>
                  <a:pt x="0" y="23566"/>
                </a:moveTo>
                <a:lnTo>
                  <a:pt x="239821" y="0"/>
                </a:lnTo>
              </a:path>
            </a:pathLst>
          </a:custGeom>
          <a:noFill/>
          <a:ln w="7231">
            <a:solidFill>
              <a:srgbClr val="623C8F">
                <a:alpha val="12000"/>
              </a:srgbClr>
            </a:solidFill>
            <a:prstDash val="solid"/>
          </a:ln>
        </p:spPr>
      </p:sp>
      <p:sp>
        <p:nvSpPr>
          <p:cNvPr id="797" name="lumia-token-stream-curve">
            <a:extLst>
              <a:ext uri="{FF2B5EF4-FFF2-40B4-BE49-F238E27FC236}">
                <a16:creationId xmlns:a16="http://schemas.microsoft.com/office/drawing/2014/main" id="{14528394-1E3D-4E14-820F-6F6FC38C5DF7}"/>
              </a:ext>
            </a:extLst>
          </p:cNvPr>
          <p:cNvSpPr>
            <a:spLocks noGrp="1"/>
          </p:cNvSpPr>
          <p:nvPr/>
        </p:nvSpPr>
        <p:spPr>
          <a:xfrm>
            <a:off x="2955361" y="6571611"/>
            <a:ext cx="242268" cy="37596"/>
          </a:xfrm>
          <a:custGeom>
            <a:avLst/>
            <a:gdLst/>
            <a:ahLst/>
            <a:cxnLst/>
            <a:rect l="0" t="0" r="0" b="0"/>
            <a:pathLst>
              <a:path w="242268" h="37596">
                <a:moveTo>
                  <a:pt x="0" y="37596"/>
                </a:moveTo>
                <a:lnTo>
                  <a:pt x="242268" y="0"/>
                </a:lnTo>
              </a:path>
            </a:pathLst>
          </a:custGeom>
          <a:noFill/>
          <a:ln w="7231">
            <a:solidFill>
              <a:srgbClr val="6F3C86">
                <a:alpha val="13000"/>
              </a:srgbClr>
            </a:solidFill>
            <a:prstDash val="solid"/>
          </a:ln>
        </p:spPr>
      </p:sp>
      <p:sp>
        <p:nvSpPr>
          <p:cNvPr id="798" name="lumia-token-stream-curve">
            <a:extLst>
              <a:ext uri="{FF2B5EF4-FFF2-40B4-BE49-F238E27FC236}">
                <a16:creationId xmlns:a16="http://schemas.microsoft.com/office/drawing/2014/main" id="{1D3ACFAC-CB39-484F-B120-94C94DE693EA}"/>
              </a:ext>
            </a:extLst>
          </p:cNvPr>
          <p:cNvSpPr>
            <a:spLocks noGrp="1"/>
          </p:cNvSpPr>
          <p:nvPr/>
        </p:nvSpPr>
        <p:spPr>
          <a:xfrm>
            <a:off x="3197629" y="6521157"/>
            <a:ext cx="244707" cy="50455"/>
          </a:xfrm>
          <a:custGeom>
            <a:avLst/>
            <a:gdLst/>
            <a:ahLst/>
            <a:cxnLst/>
            <a:rect l="0" t="0" r="0" b="0"/>
            <a:pathLst>
              <a:path w="244707" h="50455">
                <a:moveTo>
                  <a:pt x="0" y="50455"/>
                </a:moveTo>
                <a:lnTo>
                  <a:pt x="244707" y="0"/>
                </a:lnTo>
              </a:path>
            </a:pathLst>
          </a:custGeom>
          <a:noFill/>
          <a:ln w="7231">
            <a:solidFill>
              <a:srgbClr val="7C3D7E">
                <a:alpha val="13000"/>
              </a:srgbClr>
            </a:solidFill>
            <a:prstDash val="solid"/>
          </a:ln>
        </p:spPr>
      </p:sp>
      <p:sp>
        <p:nvSpPr>
          <p:cNvPr id="799" name="lumia-token-stream-curve">
            <a:extLst>
              <a:ext uri="{FF2B5EF4-FFF2-40B4-BE49-F238E27FC236}">
                <a16:creationId xmlns:a16="http://schemas.microsoft.com/office/drawing/2014/main" id="{E829DD03-17E1-48A0-A6D1-AE15C607371F}"/>
              </a:ext>
            </a:extLst>
          </p:cNvPr>
          <p:cNvSpPr>
            <a:spLocks noGrp="1"/>
          </p:cNvSpPr>
          <p:nvPr/>
        </p:nvSpPr>
        <p:spPr>
          <a:xfrm>
            <a:off x="3442335" y="6460047"/>
            <a:ext cx="247137" cy="61110"/>
          </a:xfrm>
          <a:custGeom>
            <a:avLst/>
            <a:gdLst/>
            <a:ahLst/>
            <a:cxnLst/>
            <a:rect l="0" t="0" r="0" b="0"/>
            <a:pathLst>
              <a:path w="247137" h="61110">
                <a:moveTo>
                  <a:pt x="0" y="61110"/>
                </a:moveTo>
                <a:lnTo>
                  <a:pt x="247137" y="0"/>
                </a:lnTo>
              </a:path>
            </a:pathLst>
          </a:custGeom>
          <a:noFill/>
          <a:ln w="7231">
            <a:solidFill>
              <a:srgbClr val="893E75">
                <a:alpha val="13000"/>
              </a:srgbClr>
            </a:solidFill>
            <a:prstDash val="solid"/>
          </a:ln>
        </p:spPr>
      </p:sp>
      <p:sp>
        <p:nvSpPr>
          <p:cNvPr id="800" name="lumia-token-stream-curve">
            <a:extLst>
              <a:ext uri="{FF2B5EF4-FFF2-40B4-BE49-F238E27FC236}">
                <a16:creationId xmlns:a16="http://schemas.microsoft.com/office/drawing/2014/main" id="{3F9525DE-64B3-4F66-A51B-DBB48CA2D643}"/>
              </a:ext>
            </a:extLst>
          </p:cNvPr>
          <p:cNvSpPr>
            <a:spLocks noGrp="1"/>
          </p:cNvSpPr>
          <p:nvPr/>
        </p:nvSpPr>
        <p:spPr>
          <a:xfrm>
            <a:off x="3689473" y="6391361"/>
            <a:ext cx="249559" cy="68686"/>
          </a:xfrm>
          <a:custGeom>
            <a:avLst/>
            <a:gdLst/>
            <a:ahLst/>
            <a:cxnLst/>
            <a:rect l="0" t="0" r="0" b="0"/>
            <a:pathLst>
              <a:path w="249559" h="68686">
                <a:moveTo>
                  <a:pt x="0" y="68686"/>
                </a:moveTo>
                <a:lnTo>
                  <a:pt x="249559" y="0"/>
                </a:lnTo>
              </a:path>
            </a:pathLst>
          </a:custGeom>
          <a:noFill/>
          <a:ln w="7232">
            <a:solidFill>
              <a:srgbClr val="963E6C">
                <a:alpha val="14000"/>
              </a:srgbClr>
            </a:solidFill>
            <a:prstDash val="solid"/>
          </a:ln>
        </p:spPr>
      </p:sp>
      <p:sp>
        <p:nvSpPr>
          <p:cNvPr id="801" name="lumia-token-stream-curve">
            <a:extLst>
              <a:ext uri="{FF2B5EF4-FFF2-40B4-BE49-F238E27FC236}">
                <a16:creationId xmlns:a16="http://schemas.microsoft.com/office/drawing/2014/main" id="{ED3DED10-B89F-45AB-9CBA-42AECDA7154B}"/>
              </a:ext>
            </a:extLst>
          </p:cNvPr>
          <p:cNvSpPr>
            <a:spLocks noGrp="1"/>
          </p:cNvSpPr>
          <p:nvPr/>
        </p:nvSpPr>
        <p:spPr>
          <a:xfrm>
            <a:off x="3939032" y="6318789"/>
            <a:ext cx="251973" cy="72572"/>
          </a:xfrm>
          <a:custGeom>
            <a:avLst/>
            <a:gdLst/>
            <a:ahLst/>
            <a:cxnLst/>
            <a:rect l="0" t="0" r="0" b="0"/>
            <a:pathLst>
              <a:path w="251973" h="72572">
                <a:moveTo>
                  <a:pt x="0" y="72572"/>
                </a:moveTo>
                <a:lnTo>
                  <a:pt x="251973" y="0"/>
                </a:lnTo>
              </a:path>
            </a:pathLst>
          </a:custGeom>
          <a:noFill/>
          <a:ln w="7254">
            <a:solidFill>
              <a:srgbClr val="A33F64">
                <a:alpha val="14000"/>
              </a:srgbClr>
            </a:solidFill>
            <a:prstDash val="solid"/>
          </a:ln>
        </p:spPr>
      </p:sp>
      <p:sp>
        <p:nvSpPr>
          <p:cNvPr id="802" name="lumia-token-stream-curve">
            <a:extLst>
              <a:ext uri="{FF2B5EF4-FFF2-40B4-BE49-F238E27FC236}">
                <a16:creationId xmlns:a16="http://schemas.microsoft.com/office/drawing/2014/main" id="{4FD0D663-C6C5-43F7-8798-27EDCB4C083E}"/>
              </a:ext>
            </a:extLst>
          </p:cNvPr>
          <p:cNvSpPr>
            <a:spLocks noGrp="1"/>
          </p:cNvSpPr>
          <p:nvPr/>
        </p:nvSpPr>
        <p:spPr>
          <a:xfrm>
            <a:off x="4191005" y="6246278"/>
            <a:ext cx="254378" cy="72511"/>
          </a:xfrm>
          <a:custGeom>
            <a:avLst/>
            <a:gdLst/>
            <a:ahLst/>
            <a:cxnLst/>
            <a:rect l="0" t="0" r="0" b="0"/>
            <a:pathLst>
              <a:path w="254378" h="72511">
                <a:moveTo>
                  <a:pt x="0" y="72511"/>
                </a:moveTo>
                <a:lnTo>
                  <a:pt x="254378" y="0"/>
                </a:lnTo>
              </a:path>
            </a:pathLst>
          </a:custGeom>
          <a:noFill/>
          <a:ln w="7304">
            <a:solidFill>
              <a:srgbClr val="B0405B">
                <a:alpha val="14000"/>
              </a:srgbClr>
            </a:solidFill>
            <a:prstDash val="solid"/>
          </a:ln>
        </p:spPr>
      </p:sp>
      <p:sp>
        <p:nvSpPr>
          <p:cNvPr id="803" name="lumia-token-stream-curve">
            <a:extLst>
              <a:ext uri="{FF2B5EF4-FFF2-40B4-BE49-F238E27FC236}">
                <a16:creationId xmlns:a16="http://schemas.microsoft.com/office/drawing/2014/main" id="{CB4A9735-6887-49D5-9C34-B21BB23CBE94}"/>
              </a:ext>
            </a:extLst>
          </p:cNvPr>
          <p:cNvSpPr>
            <a:spLocks noGrp="1"/>
          </p:cNvSpPr>
          <p:nvPr/>
        </p:nvSpPr>
        <p:spPr>
          <a:xfrm>
            <a:off x="4445383" y="6177624"/>
            <a:ext cx="256775" cy="68655"/>
          </a:xfrm>
          <a:custGeom>
            <a:avLst/>
            <a:gdLst/>
            <a:ahLst/>
            <a:cxnLst/>
            <a:rect l="0" t="0" r="0" b="0"/>
            <a:pathLst>
              <a:path w="256775" h="68655">
                <a:moveTo>
                  <a:pt x="0" y="68655"/>
                </a:moveTo>
                <a:lnTo>
                  <a:pt x="256775" y="0"/>
                </a:lnTo>
              </a:path>
            </a:pathLst>
          </a:custGeom>
          <a:noFill/>
          <a:ln w="7379">
            <a:solidFill>
              <a:srgbClr val="BD4153">
                <a:alpha val="15000"/>
              </a:srgbClr>
            </a:solidFill>
            <a:prstDash val="solid"/>
          </a:ln>
        </p:spPr>
      </p:sp>
      <p:sp>
        <p:nvSpPr>
          <p:cNvPr id="804" name="lumia-token-stream-curve">
            <a:extLst>
              <a:ext uri="{FF2B5EF4-FFF2-40B4-BE49-F238E27FC236}">
                <a16:creationId xmlns:a16="http://schemas.microsoft.com/office/drawing/2014/main" id="{D820275F-A693-4F01-BED8-F78C4249FE08}"/>
              </a:ext>
            </a:extLst>
          </p:cNvPr>
          <p:cNvSpPr>
            <a:spLocks noGrp="1"/>
          </p:cNvSpPr>
          <p:nvPr/>
        </p:nvSpPr>
        <p:spPr>
          <a:xfrm>
            <a:off x="4702158" y="6116038"/>
            <a:ext cx="259163" cy="61586"/>
          </a:xfrm>
          <a:custGeom>
            <a:avLst/>
            <a:gdLst/>
            <a:ahLst/>
            <a:cxnLst/>
            <a:rect l="0" t="0" r="0" b="0"/>
            <a:pathLst>
              <a:path w="259163" h="61586">
                <a:moveTo>
                  <a:pt x="0" y="61586"/>
                </a:moveTo>
                <a:lnTo>
                  <a:pt x="259163" y="0"/>
                </a:lnTo>
              </a:path>
            </a:pathLst>
          </a:custGeom>
          <a:noFill/>
          <a:ln w="7479">
            <a:solidFill>
              <a:srgbClr val="CA414A">
                <a:alpha val="15000"/>
              </a:srgbClr>
            </a:solidFill>
            <a:prstDash val="solid"/>
          </a:ln>
        </p:spPr>
      </p:sp>
      <p:sp>
        <p:nvSpPr>
          <p:cNvPr id="805" name="lumia-token-stream-curve">
            <a:extLst>
              <a:ext uri="{FF2B5EF4-FFF2-40B4-BE49-F238E27FC236}">
                <a16:creationId xmlns:a16="http://schemas.microsoft.com/office/drawing/2014/main" id="{BE02BB25-1534-4295-94DB-C990C804395B}"/>
              </a:ext>
            </a:extLst>
          </p:cNvPr>
          <p:cNvSpPr>
            <a:spLocks noGrp="1"/>
          </p:cNvSpPr>
          <p:nvPr/>
        </p:nvSpPr>
        <p:spPr>
          <a:xfrm>
            <a:off x="4961322" y="6063749"/>
            <a:ext cx="261543" cy="52289"/>
          </a:xfrm>
          <a:custGeom>
            <a:avLst/>
            <a:gdLst/>
            <a:ahLst/>
            <a:cxnLst/>
            <a:rect l="0" t="0" r="0" b="0"/>
            <a:pathLst>
              <a:path w="261543" h="52289">
                <a:moveTo>
                  <a:pt x="0" y="52289"/>
                </a:moveTo>
                <a:lnTo>
                  <a:pt x="261543" y="0"/>
                </a:lnTo>
              </a:path>
            </a:pathLst>
          </a:custGeom>
          <a:noFill/>
          <a:ln w="7600">
            <a:solidFill>
              <a:srgbClr val="D74242">
                <a:alpha val="16000"/>
              </a:srgbClr>
            </a:solidFill>
            <a:prstDash val="solid"/>
          </a:ln>
        </p:spPr>
      </p:sp>
      <p:sp>
        <p:nvSpPr>
          <p:cNvPr id="806" name="lumia-token-stream-curve">
            <a:extLst>
              <a:ext uri="{FF2B5EF4-FFF2-40B4-BE49-F238E27FC236}">
                <a16:creationId xmlns:a16="http://schemas.microsoft.com/office/drawing/2014/main" id="{55EA38FF-D41D-41A8-90E6-C2CD1EE26454}"/>
              </a:ext>
            </a:extLst>
          </p:cNvPr>
          <p:cNvSpPr>
            <a:spLocks noGrp="1"/>
          </p:cNvSpPr>
          <p:nvPr/>
        </p:nvSpPr>
        <p:spPr>
          <a:xfrm>
            <a:off x="5222865" y="6021679"/>
            <a:ext cx="263915" cy="42070"/>
          </a:xfrm>
          <a:custGeom>
            <a:avLst/>
            <a:gdLst/>
            <a:ahLst/>
            <a:cxnLst/>
            <a:rect l="0" t="0" r="0" b="0"/>
            <a:pathLst>
              <a:path w="263915" h="42070">
                <a:moveTo>
                  <a:pt x="0" y="42070"/>
                </a:moveTo>
                <a:lnTo>
                  <a:pt x="263915" y="0"/>
                </a:lnTo>
              </a:path>
            </a:pathLst>
          </a:custGeom>
          <a:noFill/>
          <a:ln w="7740">
            <a:solidFill>
              <a:srgbClr val="E44339">
                <a:alpha val="16000"/>
              </a:srgbClr>
            </a:solidFill>
            <a:prstDash val="solid"/>
          </a:ln>
        </p:spPr>
      </p:sp>
      <p:sp>
        <p:nvSpPr>
          <p:cNvPr id="807" name="lumia-token-stream-curve">
            <a:extLst>
              <a:ext uri="{FF2B5EF4-FFF2-40B4-BE49-F238E27FC236}">
                <a16:creationId xmlns:a16="http://schemas.microsoft.com/office/drawing/2014/main" id="{F76018C2-F6B5-472C-AF7E-F08CA3BD18C1}"/>
              </a:ext>
            </a:extLst>
          </p:cNvPr>
          <p:cNvSpPr>
            <a:spLocks noGrp="1"/>
          </p:cNvSpPr>
          <p:nvPr/>
        </p:nvSpPr>
        <p:spPr>
          <a:xfrm>
            <a:off x="5486780" y="5989242"/>
            <a:ext cx="266278" cy="32437"/>
          </a:xfrm>
          <a:custGeom>
            <a:avLst/>
            <a:gdLst/>
            <a:ahLst/>
            <a:cxnLst/>
            <a:rect l="0" t="0" r="0" b="0"/>
            <a:pathLst>
              <a:path w="266278" h="32437">
                <a:moveTo>
                  <a:pt x="0" y="32437"/>
                </a:moveTo>
                <a:lnTo>
                  <a:pt x="266278" y="0"/>
                </a:lnTo>
              </a:path>
            </a:pathLst>
          </a:custGeom>
          <a:noFill/>
          <a:ln w="7898">
            <a:solidFill>
              <a:srgbClr val="EB4833">
                <a:alpha val="17000"/>
              </a:srgbClr>
            </a:solidFill>
            <a:prstDash val="solid"/>
          </a:ln>
        </p:spPr>
      </p:sp>
      <p:sp>
        <p:nvSpPr>
          <p:cNvPr id="808" name="lumia-token-stream-curve">
            <a:extLst>
              <a:ext uri="{FF2B5EF4-FFF2-40B4-BE49-F238E27FC236}">
                <a16:creationId xmlns:a16="http://schemas.microsoft.com/office/drawing/2014/main" id="{B0BA87ED-2B23-472E-B20F-6F2771600CC0}"/>
              </a:ext>
            </a:extLst>
          </p:cNvPr>
          <p:cNvSpPr>
            <a:spLocks noGrp="1"/>
          </p:cNvSpPr>
          <p:nvPr/>
        </p:nvSpPr>
        <p:spPr>
          <a:xfrm>
            <a:off x="5753058" y="5964309"/>
            <a:ext cx="268633" cy="24934"/>
          </a:xfrm>
          <a:custGeom>
            <a:avLst/>
            <a:gdLst/>
            <a:ahLst/>
            <a:cxnLst/>
            <a:rect l="0" t="0" r="0" b="0"/>
            <a:pathLst>
              <a:path w="268633" h="24934">
                <a:moveTo>
                  <a:pt x="0" y="24934"/>
                </a:moveTo>
                <a:lnTo>
                  <a:pt x="268633" y="0"/>
                </a:lnTo>
              </a:path>
            </a:pathLst>
          </a:custGeom>
          <a:noFill/>
          <a:ln w="8071">
            <a:solidFill>
              <a:srgbClr val="EC532F">
                <a:alpha val="17000"/>
              </a:srgbClr>
            </a:solidFill>
            <a:prstDash val="solid"/>
          </a:ln>
        </p:spPr>
      </p:sp>
      <p:sp>
        <p:nvSpPr>
          <p:cNvPr id="809" name="lumia-token-stream-curve">
            <a:extLst>
              <a:ext uri="{FF2B5EF4-FFF2-40B4-BE49-F238E27FC236}">
                <a16:creationId xmlns:a16="http://schemas.microsoft.com/office/drawing/2014/main" id="{AD3785E4-1FDA-49E1-B8A2-7B30F0081A57}"/>
              </a:ext>
            </a:extLst>
          </p:cNvPr>
          <p:cNvSpPr>
            <a:spLocks noGrp="1"/>
          </p:cNvSpPr>
          <p:nvPr/>
        </p:nvSpPr>
        <p:spPr>
          <a:xfrm>
            <a:off x="6021690" y="5943344"/>
            <a:ext cx="270979" cy="20965"/>
          </a:xfrm>
          <a:custGeom>
            <a:avLst/>
            <a:gdLst/>
            <a:ahLst/>
            <a:cxnLst/>
            <a:rect l="0" t="0" r="0" b="0"/>
            <a:pathLst>
              <a:path w="270979" h="20965">
                <a:moveTo>
                  <a:pt x="0" y="20965"/>
                </a:moveTo>
                <a:lnTo>
                  <a:pt x="270979" y="0"/>
                </a:lnTo>
              </a:path>
            </a:pathLst>
          </a:custGeom>
          <a:noFill/>
          <a:ln w="8258">
            <a:solidFill>
              <a:srgbClr val="EE5E2A">
                <a:alpha val="18000"/>
              </a:srgbClr>
            </a:solidFill>
            <a:prstDash val="solid"/>
          </a:ln>
        </p:spPr>
      </p:sp>
      <p:sp>
        <p:nvSpPr>
          <p:cNvPr id="810" name="lumia-token-stream-curve">
            <a:extLst>
              <a:ext uri="{FF2B5EF4-FFF2-40B4-BE49-F238E27FC236}">
                <a16:creationId xmlns:a16="http://schemas.microsoft.com/office/drawing/2014/main" id="{3073A409-3171-4CB4-A515-283041EC7695}"/>
              </a:ext>
            </a:extLst>
          </p:cNvPr>
          <p:cNvSpPr>
            <a:spLocks noGrp="1"/>
          </p:cNvSpPr>
          <p:nvPr/>
        </p:nvSpPr>
        <p:spPr>
          <a:xfrm>
            <a:off x="6292669" y="5921734"/>
            <a:ext cx="273317" cy="21610"/>
          </a:xfrm>
          <a:custGeom>
            <a:avLst/>
            <a:gdLst/>
            <a:ahLst/>
            <a:cxnLst/>
            <a:rect l="0" t="0" r="0" b="0"/>
            <a:pathLst>
              <a:path w="273317" h="21610">
                <a:moveTo>
                  <a:pt x="0" y="21610"/>
                </a:moveTo>
                <a:lnTo>
                  <a:pt x="273317" y="0"/>
                </a:lnTo>
              </a:path>
            </a:pathLst>
          </a:custGeom>
          <a:noFill/>
          <a:ln w="8456">
            <a:solidFill>
              <a:srgbClr val="EF6926">
                <a:alpha val="19000"/>
              </a:srgbClr>
            </a:solidFill>
            <a:prstDash val="solid"/>
          </a:ln>
        </p:spPr>
      </p:sp>
      <p:sp>
        <p:nvSpPr>
          <p:cNvPr id="811" name="lumia-token-stream-curve">
            <a:extLst>
              <a:ext uri="{FF2B5EF4-FFF2-40B4-BE49-F238E27FC236}">
                <a16:creationId xmlns:a16="http://schemas.microsoft.com/office/drawing/2014/main" id="{CDBED17C-8BCF-4A48-BE62-C31D104F5558}"/>
              </a:ext>
            </a:extLst>
          </p:cNvPr>
          <p:cNvSpPr>
            <a:spLocks noGrp="1"/>
          </p:cNvSpPr>
          <p:nvPr/>
        </p:nvSpPr>
        <p:spPr>
          <a:xfrm>
            <a:off x="6565986" y="5894265"/>
            <a:ext cx="275646" cy="27469"/>
          </a:xfrm>
          <a:custGeom>
            <a:avLst/>
            <a:gdLst/>
            <a:ahLst/>
            <a:cxnLst/>
            <a:rect l="0" t="0" r="0" b="0"/>
            <a:pathLst>
              <a:path w="275646" h="27469">
                <a:moveTo>
                  <a:pt x="0" y="27469"/>
                </a:moveTo>
                <a:lnTo>
                  <a:pt x="275646" y="0"/>
                </a:lnTo>
              </a:path>
            </a:pathLst>
          </a:custGeom>
          <a:noFill/>
          <a:ln w="8662">
            <a:solidFill>
              <a:srgbClr val="F17322">
                <a:alpha val="19000"/>
              </a:srgbClr>
            </a:solidFill>
            <a:prstDash val="solid"/>
          </a:ln>
        </p:spPr>
      </p:sp>
      <p:sp>
        <p:nvSpPr>
          <p:cNvPr id="812" name="lumia-token-stream-curve">
            <a:extLst>
              <a:ext uri="{FF2B5EF4-FFF2-40B4-BE49-F238E27FC236}">
                <a16:creationId xmlns:a16="http://schemas.microsoft.com/office/drawing/2014/main" id="{BCF54E28-FBCA-4A5D-8D3E-B591FFFBB8F8}"/>
              </a:ext>
            </a:extLst>
          </p:cNvPr>
          <p:cNvSpPr>
            <a:spLocks noGrp="1"/>
          </p:cNvSpPr>
          <p:nvPr/>
        </p:nvSpPr>
        <p:spPr>
          <a:xfrm>
            <a:off x="6841632" y="5855721"/>
            <a:ext cx="277967" cy="38545"/>
          </a:xfrm>
          <a:custGeom>
            <a:avLst/>
            <a:gdLst/>
            <a:ahLst/>
            <a:cxnLst/>
            <a:rect l="0" t="0" r="0" b="0"/>
            <a:pathLst>
              <a:path w="277967" h="38545">
                <a:moveTo>
                  <a:pt x="0" y="38545"/>
                </a:moveTo>
                <a:lnTo>
                  <a:pt x="277967" y="0"/>
                </a:lnTo>
              </a:path>
            </a:pathLst>
          </a:custGeom>
          <a:noFill/>
          <a:ln w="8876">
            <a:solidFill>
              <a:srgbClr val="F27E1E">
                <a:alpha val="20000"/>
              </a:srgbClr>
            </a:solidFill>
            <a:prstDash val="solid"/>
          </a:ln>
        </p:spPr>
      </p:sp>
      <p:sp>
        <p:nvSpPr>
          <p:cNvPr id="813" name="lumia-token-stream-curve">
            <a:extLst>
              <a:ext uri="{FF2B5EF4-FFF2-40B4-BE49-F238E27FC236}">
                <a16:creationId xmlns:a16="http://schemas.microsoft.com/office/drawing/2014/main" id="{E90DB9EC-0F01-4D53-A5A8-2E63960FA285}"/>
              </a:ext>
            </a:extLst>
          </p:cNvPr>
          <p:cNvSpPr>
            <a:spLocks noGrp="1"/>
          </p:cNvSpPr>
          <p:nvPr/>
        </p:nvSpPr>
        <p:spPr>
          <a:xfrm>
            <a:off x="7119600" y="5801518"/>
            <a:ext cx="280280" cy="54202"/>
          </a:xfrm>
          <a:custGeom>
            <a:avLst/>
            <a:gdLst/>
            <a:ahLst/>
            <a:cxnLst/>
            <a:rect l="0" t="0" r="0" b="0"/>
            <a:pathLst>
              <a:path w="280280" h="54202">
                <a:moveTo>
                  <a:pt x="0" y="54202"/>
                </a:moveTo>
                <a:lnTo>
                  <a:pt x="280280" y="0"/>
                </a:lnTo>
              </a:path>
            </a:pathLst>
          </a:custGeom>
          <a:noFill/>
          <a:ln w="9095">
            <a:solidFill>
              <a:srgbClr val="F48919">
                <a:alpha val="20000"/>
              </a:srgbClr>
            </a:solidFill>
            <a:prstDash val="solid"/>
          </a:ln>
        </p:spPr>
      </p:sp>
      <p:sp>
        <p:nvSpPr>
          <p:cNvPr id="814" name="lumia-token-stream-curve">
            <a:extLst>
              <a:ext uri="{FF2B5EF4-FFF2-40B4-BE49-F238E27FC236}">
                <a16:creationId xmlns:a16="http://schemas.microsoft.com/office/drawing/2014/main" id="{68B540BE-6C1C-44B2-B550-03DB10128243}"/>
              </a:ext>
            </a:extLst>
          </p:cNvPr>
          <p:cNvSpPr>
            <a:spLocks noGrp="1"/>
          </p:cNvSpPr>
          <p:nvPr/>
        </p:nvSpPr>
        <p:spPr>
          <a:xfrm>
            <a:off x="7399879" y="5728319"/>
            <a:ext cx="282584" cy="73199"/>
          </a:xfrm>
          <a:custGeom>
            <a:avLst/>
            <a:gdLst/>
            <a:ahLst/>
            <a:cxnLst/>
            <a:rect l="0" t="0" r="0" b="0"/>
            <a:pathLst>
              <a:path w="282584" h="73199">
                <a:moveTo>
                  <a:pt x="0" y="73199"/>
                </a:moveTo>
                <a:lnTo>
                  <a:pt x="282584" y="0"/>
                </a:lnTo>
              </a:path>
            </a:pathLst>
          </a:custGeom>
          <a:noFill/>
          <a:ln w="9317">
            <a:solidFill>
              <a:srgbClr val="F59415">
                <a:alpha val="21000"/>
              </a:srgbClr>
            </a:solidFill>
            <a:prstDash val="solid"/>
          </a:ln>
        </p:spPr>
      </p:sp>
      <p:sp>
        <p:nvSpPr>
          <p:cNvPr id="815" name="lumia-token-stream-curve">
            <a:extLst>
              <a:ext uri="{FF2B5EF4-FFF2-40B4-BE49-F238E27FC236}">
                <a16:creationId xmlns:a16="http://schemas.microsoft.com/office/drawing/2014/main" id="{C211FC25-42F0-45D7-B389-E2C1B4372DBF}"/>
              </a:ext>
            </a:extLst>
          </p:cNvPr>
          <p:cNvSpPr>
            <a:spLocks noGrp="1"/>
          </p:cNvSpPr>
          <p:nvPr/>
        </p:nvSpPr>
        <p:spPr>
          <a:xfrm>
            <a:off x="7682463" y="5634518"/>
            <a:ext cx="284880" cy="93801"/>
          </a:xfrm>
          <a:custGeom>
            <a:avLst/>
            <a:gdLst/>
            <a:ahLst/>
            <a:cxnLst/>
            <a:rect l="0" t="0" r="0" b="0"/>
            <a:pathLst>
              <a:path w="284880" h="93801">
                <a:moveTo>
                  <a:pt x="0" y="93801"/>
                </a:moveTo>
                <a:lnTo>
                  <a:pt x="284880" y="0"/>
                </a:lnTo>
              </a:path>
            </a:pathLst>
          </a:custGeom>
          <a:noFill/>
          <a:ln w="9539">
            <a:solidFill>
              <a:srgbClr val="F79E11">
                <a:alpha val="22000"/>
              </a:srgbClr>
            </a:solidFill>
            <a:prstDash val="solid"/>
          </a:ln>
        </p:spPr>
      </p:sp>
      <p:sp>
        <p:nvSpPr>
          <p:cNvPr id="816" name="lumia-token-stream-curve">
            <a:extLst>
              <a:ext uri="{FF2B5EF4-FFF2-40B4-BE49-F238E27FC236}">
                <a16:creationId xmlns:a16="http://schemas.microsoft.com/office/drawing/2014/main" id="{23765C88-7EC8-4D75-903F-E9F57BB48FB1}"/>
              </a:ext>
            </a:extLst>
          </p:cNvPr>
          <p:cNvSpPr>
            <a:spLocks noGrp="1"/>
          </p:cNvSpPr>
          <p:nvPr/>
        </p:nvSpPr>
        <p:spPr>
          <a:xfrm>
            <a:off x="7967343" y="5520540"/>
            <a:ext cx="287167" cy="113978"/>
          </a:xfrm>
          <a:custGeom>
            <a:avLst/>
            <a:gdLst/>
            <a:ahLst/>
            <a:cxnLst/>
            <a:rect l="0" t="0" r="0" b="0"/>
            <a:pathLst>
              <a:path w="287167" h="113978">
                <a:moveTo>
                  <a:pt x="0" y="113978"/>
                </a:moveTo>
                <a:lnTo>
                  <a:pt x="287167" y="0"/>
                </a:lnTo>
              </a:path>
            </a:pathLst>
          </a:custGeom>
          <a:noFill/>
          <a:ln w="9760">
            <a:solidFill>
              <a:srgbClr val="F8A90C">
                <a:alpha val="22000"/>
              </a:srgbClr>
            </a:solidFill>
            <a:prstDash val="solid"/>
          </a:ln>
        </p:spPr>
      </p:sp>
      <p:sp>
        <p:nvSpPr>
          <p:cNvPr id="817" name="lumia-token-stream-curve">
            <a:extLst>
              <a:ext uri="{FF2B5EF4-FFF2-40B4-BE49-F238E27FC236}">
                <a16:creationId xmlns:a16="http://schemas.microsoft.com/office/drawing/2014/main" id="{37DF9DBF-3293-4D83-A357-94C6F7A8E36A}"/>
              </a:ext>
            </a:extLst>
          </p:cNvPr>
          <p:cNvSpPr>
            <a:spLocks noGrp="1"/>
          </p:cNvSpPr>
          <p:nvPr/>
        </p:nvSpPr>
        <p:spPr>
          <a:xfrm>
            <a:off x="8254510" y="5388887"/>
            <a:ext cx="289446" cy="131652"/>
          </a:xfrm>
          <a:custGeom>
            <a:avLst/>
            <a:gdLst/>
            <a:ahLst/>
            <a:cxnLst/>
            <a:rect l="0" t="0" r="0" b="0"/>
            <a:pathLst>
              <a:path w="289446" h="131652">
                <a:moveTo>
                  <a:pt x="0" y="131652"/>
                </a:moveTo>
                <a:lnTo>
                  <a:pt x="289446" y="0"/>
                </a:lnTo>
              </a:path>
            </a:pathLst>
          </a:custGeom>
          <a:noFill/>
          <a:ln w="9978">
            <a:solidFill>
              <a:srgbClr val="FAB408">
                <a:alpha val="23000"/>
              </a:srgbClr>
            </a:solidFill>
            <a:prstDash val="solid"/>
          </a:ln>
        </p:spPr>
      </p:sp>
      <p:sp>
        <p:nvSpPr>
          <p:cNvPr id="818" name="lumia-token-stream-curve">
            <a:extLst>
              <a:ext uri="{FF2B5EF4-FFF2-40B4-BE49-F238E27FC236}">
                <a16:creationId xmlns:a16="http://schemas.microsoft.com/office/drawing/2014/main" id="{924D89FB-A513-41E1-80DC-08D265576830}"/>
              </a:ext>
            </a:extLst>
          </p:cNvPr>
          <p:cNvSpPr>
            <a:spLocks noGrp="1"/>
          </p:cNvSpPr>
          <p:nvPr/>
        </p:nvSpPr>
        <p:spPr>
          <a:xfrm>
            <a:off x="8543956" y="5243905"/>
            <a:ext cx="291717" cy="144982"/>
          </a:xfrm>
          <a:custGeom>
            <a:avLst/>
            <a:gdLst/>
            <a:ahLst/>
            <a:cxnLst/>
            <a:rect l="0" t="0" r="0" b="0"/>
            <a:pathLst>
              <a:path w="291717" h="144982">
                <a:moveTo>
                  <a:pt x="0" y="144982"/>
                </a:moveTo>
                <a:lnTo>
                  <a:pt x="291717" y="0"/>
                </a:lnTo>
              </a:path>
            </a:pathLst>
          </a:custGeom>
          <a:noFill/>
          <a:ln w="10190">
            <a:solidFill>
              <a:srgbClr val="F7BC07">
                <a:alpha val="23000"/>
              </a:srgbClr>
            </a:solidFill>
            <a:prstDash val="solid"/>
          </a:ln>
        </p:spPr>
      </p:sp>
      <p:sp>
        <p:nvSpPr>
          <p:cNvPr id="819" name="lumia-token-stream-curve">
            <a:extLst>
              <a:ext uri="{FF2B5EF4-FFF2-40B4-BE49-F238E27FC236}">
                <a16:creationId xmlns:a16="http://schemas.microsoft.com/office/drawing/2014/main" id="{85A0A0D0-E07D-45FB-8B20-A23410E5184F}"/>
              </a:ext>
            </a:extLst>
          </p:cNvPr>
          <p:cNvSpPr>
            <a:spLocks noGrp="1"/>
          </p:cNvSpPr>
          <p:nvPr/>
        </p:nvSpPr>
        <p:spPr>
          <a:xfrm>
            <a:off x="8835673" y="5091274"/>
            <a:ext cx="293979" cy="152631"/>
          </a:xfrm>
          <a:custGeom>
            <a:avLst/>
            <a:gdLst/>
            <a:ahLst/>
            <a:cxnLst/>
            <a:rect l="0" t="0" r="0" b="0"/>
            <a:pathLst>
              <a:path w="293979" h="152631">
                <a:moveTo>
                  <a:pt x="0" y="152631"/>
                </a:moveTo>
                <a:lnTo>
                  <a:pt x="293979" y="0"/>
                </a:lnTo>
              </a:path>
            </a:pathLst>
          </a:custGeom>
          <a:noFill/>
          <a:ln w="10395">
            <a:solidFill>
              <a:srgbClr val="E5BA0E">
                <a:alpha val="24000"/>
              </a:srgbClr>
            </a:solidFill>
            <a:prstDash val="solid"/>
          </a:ln>
        </p:spPr>
      </p:sp>
      <p:sp>
        <p:nvSpPr>
          <p:cNvPr id="820" name="lumia-token-stream-curve">
            <a:extLst>
              <a:ext uri="{FF2B5EF4-FFF2-40B4-BE49-F238E27FC236}">
                <a16:creationId xmlns:a16="http://schemas.microsoft.com/office/drawing/2014/main" id="{10FFCE3A-61BF-4FE9-8F98-ABC321BE815B}"/>
              </a:ext>
            </a:extLst>
          </p:cNvPr>
          <p:cNvSpPr>
            <a:spLocks noGrp="1"/>
          </p:cNvSpPr>
          <p:nvPr/>
        </p:nvSpPr>
        <p:spPr>
          <a:xfrm>
            <a:off x="9129651" y="4937280"/>
            <a:ext cx="296232" cy="153994"/>
          </a:xfrm>
          <a:custGeom>
            <a:avLst/>
            <a:gdLst/>
            <a:ahLst/>
            <a:cxnLst/>
            <a:rect l="0" t="0" r="0" b="0"/>
            <a:pathLst>
              <a:path w="296232" h="153994">
                <a:moveTo>
                  <a:pt x="0" y="153994"/>
                </a:moveTo>
                <a:lnTo>
                  <a:pt x="296232" y="0"/>
                </a:lnTo>
              </a:path>
            </a:pathLst>
          </a:custGeom>
          <a:noFill/>
          <a:ln w="10590">
            <a:solidFill>
              <a:srgbClr val="D3B815">
                <a:alpha val="24000"/>
              </a:srgbClr>
            </a:solidFill>
            <a:prstDash val="solid"/>
          </a:ln>
        </p:spPr>
      </p:sp>
      <p:sp>
        <p:nvSpPr>
          <p:cNvPr id="821" name="lumia-token-stream-curve">
            <a:extLst>
              <a:ext uri="{FF2B5EF4-FFF2-40B4-BE49-F238E27FC236}">
                <a16:creationId xmlns:a16="http://schemas.microsoft.com/office/drawing/2014/main" id="{AB1384C3-BA79-400D-907F-D860418F291A}"/>
              </a:ext>
            </a:extLst>
          </p:cNvPr>
          <p:cNvSpPr>
            <a:spLocks noGrp="1"/>
          </p:cNvSpPr>
          <p:nvPr/>
        </p:nvSpPr>
        <p:spPr>
          <a:xfrm>
            <a:off x="9425884" y="4787949"/>
            <a:ext cx="298478" cy="149331"/>
          </a:xfrm>
          <a:custGeom>
            <a:avLst/>
            <a:gdLst/>
            <a:ahLst/>
            <a:cxnLst/>
            <a:rect l="0" t="0" r="0" b="0"/>
            <a:pathLst>
              <a:path w="298478" h="149331">
                <a:moveTo>
                  <a:pt x="0" y="149331"/>
                </a:moveTo>
                <a:lnTo>
                  <a:pt x="298478" y="0"/>
                </a:lnTo>
              </a:path>
            </a:pathLst>
          </a:custGeom>
          <a:noFill/>
          <a:ln w="10773">
            <a:solidFill>
              <a:srgbClr val="C2B61C">
                <a:alpha val="25000"/>
              </a:srgbClr>
            </a:solidFill>
            <a:prstDash val="solid"/>
          </a:ln>
        </p:spPr>
      </p:sp>
      <p:sp>
        <p:nvSpPr>
          <p:cNvPr id="822" name="lumia-token-stream-curve">
            <a:extLst>
              <a:ext uri="{FF2B5EF4-FFF2-40B4-BE49-F238E27FC236}">
                <a16:creationId xmlns:a16="http://schemas.microsoft.com/office/drawing/2014/main" id="{DC41531A-690F-42D7-8217-D9DEDE0D5E87}"/>
              </a:ext>
            </a:extLst>
          </p:cNvPr>
          <p:cNvSpPr>
            <a:spLocks noGrp="1"/>
          </p:cNvSpPr>
          <p:nvPr/>
        </p:nvSpPr>
        <p:spPr>
          <a:xfrm>
            <a:off x="9724361" y="4648156"/>
            <a:ext cx="300714" cy="139793"/>
          </a:xfrm>
          <a:custGeom>
            <a:avLst/>
            <a:gdLst/>
            <a:ahLst/>
            <a:cxnLst/>
            <a:rect l="0" t="0" r="0" b="0"/>
            <a:pathLst>
              <a:path w="300714" h="139793">
                <a:moveTo>
                  <a:pt x="0" y="139793"/>
                </a:moveTo>
                <a:lnTo>
                  <a:pt x="300714" y="0"/>
                </a:lnTo>
              </a:path>
            </a:pathLst>
          </a:custGeom>
          <a:noFill/>
          <a:ln w="10943">
            <a:solidFill>
              <a:srgbClr val="B0B422">
                <a:alpha val="25000"/>
              </a:srgbClr>
            </a:solidFill>
            <a:prstDash val="solid"/>
          </a:ln>
        </p:spPr>
      </p:sp>
      <p:sp>
        <p:nvSpPr>
          <p:cNvPr id="823" name="lumia-token-stream-curve">
            <a:extLst>
              <a:ext uri="{FF2B5EF4-FFF2-40B4-BE49-F238E27FC236}">
                <a16:creationId xmlns:a16="http://schemas.microsoft.com/office/drawing/2014/main" id="{284601DC-5C41-4C6F-81CA-54ED8BCBBFD8}"/>
              </a:ext>
            </a:extLst>
          </p:cNvPr>
          <p:cNvSpPr>
            <a:spLocks noGrp="1"/>
          </p:cNvSpPr>
          <p:nvPr/>
        </p:nvSpPr>
        <p:spPr>
          <a:xfrm>
            <a:off x="10025076" y="4520843"/>
            <a:ext cx="302943" cy="127313"/>
          </a:xfrm>
          <a:custGeom>
            <a:avLst/>
            <a:gdLst/>
            <a:ahLst/>
            <a:cxnLst/>
            <a:rect l="0" t="0" r="0" b="0"/>
            <a:pathLst>
              <a:path w="302943" h="127313">
                <a:moveTo>
                  <a:pt x="0" y="127313"/>
                </a:moveTo>
                <a:lnTo>
                  <a:pt x="302943" y="0"/>
                </a:lnTo>
              </a:path>
            </a:pathLst>
          </a:custGeom>
          <a:noFill/>
          <a:ln w="11096">
            <a:solidFill>
              <a:srgbClr val="9EB329">
                <a:alpha val="25000"/>
              </a:srgbClr>
            </a:solidFill>
            <a:prstDash val="solid"/>
          </a:ln>
        </p:spPr>
      </p:sp>
      <p:sp>
        <p:nvSpPr>
          <p:cNvPr id="824" name="lumia-token-stream-curve">
            <a:extLst>
              <a:ext uri="{FF2B5EF4-FFF2-40B4-BE49-F238E27FC236}">
                <a16:creationId xmlns:a16="http://schemas.microsoft.com/office/drawing/2014/main" id="{C6BFA3D6-8D50-4010-927B-FAD84C7921B0}"/>
              </a:ext>
            </a:extLst>
          </p:cNvPr>
          <p:cNvSpPr>
            <a:spLocks noGrp="1"/>
          </p:cNvSpPr>
          <p:nvPr/>
        </p:nvSpPr>
        <p:spPr>
          <a:xfrm>
            <a:off x="10328018" y="4406471"/>
            <a:ext cx="305163" cy="114373"/>
          </a:xfrm>
          <a:custGeom>
            <a:avLst/>
            <a:gdLst/>
            <a:ahLst/>
            <a:cxnLst/>
            <a:rect l="0" t="0" r="0" b="0"/>
            <a:pathLst>
              <a:path w="305163" h="114373">
                <a:moveTo>
                  <a:pt x="0" y="114373"/>
                </a:moveTo>
                <a:lnTo>
                  <a:pt x="305163" y="0"/>
                </a:lnTo>
              </a:path>
            </a:pathLst>
          </a:custGeom>
          <a:noFill/>
          <a:ln w="11232">
            <a:solidFill>
              <a:srgbClr val="8CB130">
                <a:alpha val="26000"/>
              </a:srgbClr>
            </a:solidFill>
            <a:prstDash val="solid"/>
          </a:ln>
        </p:spPr>
      </p:sp>
      <p:sp>
        <p:nvSpPr>
          <p:cNvPr id="825" name="lumia-token-stream-curve">
            <a:extLst>
              <a:ext uri="{FF2B5EF4-FFF2-40B4-BE49-F238E27FC236}">
                <a16:creationId xmlns:a16="http://schemas.microsoft.com/office/drawing/2014/main" id="{8D91FF61-4DAC-4DCE-9019-621A0804B798}"/>
              </a:ext>
            </a:extLst>
          </p:cNvPr>
          <p:cNvSpPr>
            <a:spLocks noGrp="1"/>
          </p:cNvSpPr>
          <p:nvPr/>
        </p:nvSpPr>
        <p:spPr>
          <a:xfrm>
            <a:off x="10633181" y="4302808"/>
            <a:ext cx="307374" cy="103663"/>
          </a:xfrm>
          <a:custGeom>
            <a:avLst/>
            <a:gdLst/>
            <a:ahLst/>
            <a:cxnLst/>
            <a:rect l="0" t="0" r="0" b="0"/>
            <a:pathLst>
              <a:path w="307374" h="103663">
                <a:moveTo>
                  <a:pt x="0" y="103663"/>
                </a:moveTo>
                <a:lnTo>
                  <a:pt x="307374" y="0"/>
                </a:lnTo>
              </a:path>
            </a:pathLst>
          </a:custGeom>
          <a:noFill/>
          <a:ln w="11348">
            <a:solidFill>
              <a:srgbClr val="7BAF37">
                <a:alpha val="26000"/>
              </a:srgbClr>
            </a:solidFill>
            <a:prstDash val="solid"/>
          </a:ln>
        </p:spPr>
      </p:sp>
      <p:sp>
        <p:nvSpPr>
          <p:cNvPr id="826" name="lumia-token-stream-curve">
            <a:extLst>
              <a:ext uri="{FF2B5EF4-FFF2-40B4-BE49-F238E27FC236}">
                <a16:creationId xmlns:a16="http://schemas.microsoft.com/office/drawing/2014/main" id="{EBA618EF-F8F4-4A48-9F12-E0906A6DEFBD}"/>
              </a:ext>
            </a:extLst>
          </p:cNvPr>
          <p:cNvSpPr>
            <a:spLocks noGrp="1"/>
          </p:cNvSpPr>
          <p:nvPr/>
        </p:nvSpPr>
        <p:spPr>
          <a:xfrm>
            <a:off x="10940555" y="4205119"/>
            <a:ext cx="309577" cy="97689"/>
          </a:xfrm>
          <a:custGeom>
            <a:avLst/>
            <a:gdLst/>
            <a:ahLst/>
            <a:cxnLst/>
            <a:rect l="0" t="0" r="0" b="0"/>
            <a:pathLst>
              <a:path w="309577" h="97689">
                <a:moveTo>
                  <a:pt x="0" y="97689"/>
                </a:moveTo>
                <a:lnTo>
                  <a:pt x="309577" y="0"/>
                </a:lnTo>
              </a:path>
            </a:pathLst>
          </a:custGeom>
          <a:noFill/>
          <a:ln w="11442">
            <a:solidFill>
              <a:srgbClr val="69AD3E">
                <a:alpha val="26000"/>
              </a:srgbClr>
            </a:solidFill>
            <a:prstDash val="solid"/>
          </a:ln>
        </p:spPr>
      </p:sp>
      <p:sp>
        <p:nvSpPr>
          <p:cNvPr id="827" name="lumia-token-stream-curve">
            <a:extLst>
              <a:ext uri="{FF2B5EF4-FFF2-40B4-BE49-F238E27FC236}">
                <a16:creationId xmlns:a16="http://schemas.microsoft.com/office/drawing/2014/main" id="{C3FEEA9C-36C2-4F68-9E05-9C95B5EAD9B1}"/>
              </a:ext>
            </a:extLst>
          </p:cNvPr>
          <p:cNvSpPr>
            <a:spLocks noGrp="1"/>
          </p:cNvSpPr>
          <p:nvPr/>
        </p:nvSpPr>
        <p:spPr>
          <a:xfrm>
            <a:off x="11250133" y="4106747"/>
            <a:ext cx="311772" cy="98372"/>
          </a:xfrm>
          <a:custGeom>
            <a:avLst/>
            <a:gdLst/>
            <a:ahLst/>
            <a:cxnLst/>
            <a:rect l="0" t="0" r="0" b="0"/>
            <a:pathLst>
              <a:path w="311772" h="98372">
                <a:moveTo>
                  <a:pt x="0" y="98372"/>
                </a:moveTo>
                <a:lnTo>
                  <a:pt x="311772" y="0"/>
                </a:lnTo>
              </a:path>
            </a:pathLst>
          </a:custGeom>
          <a:noFill/>
          <a:ln w="11511">
            <a:solidFill>
              <a:srgbClr val="57AC45">
                <a:alpha val="26000"/>
              </a:srgbClr>
            </a:solidFill>
            <a:prstDash val="solid"/>
          </a:ln>
        </p:spPr>
      </p:sp>
      <p:sp>
        <p:nvSpPr>
          <p:cNvPr id="828" name="lumia-token-stream-curve">
            <a:extLst>
              <a:ext uri="{FF2B5EF4-FFF2-40B4-BE49-F238E27FC236}">
                <a16:creationId xmlns:a16="http://schemas.microsoft.com/office/drawing/2014/main" id="{D09114E0-A946-4532-A11C-03FF4BB65D91}"/>
              </a:ext>
            </a:extLst>
          </p:cNvPr>
          <p:cNvSpPr>
            <a:spLocks noGrp="1"/>
          </p:cNvSpPr>
          <p:nvPr/>
        </p:nvSpPr>
        <p:spPr>
          <a:xfrm>
            <a:off x="11561905" y="4000040"/>
            <a:ext cx="313959" cy="106707"/>
          </a:xfrm>
          <a:custGeom>
            <a:avLst/>
            <a:gdLst/>
            <a:ahLst/>
            <a:cxnLst/>
            <a:rect l="0" t="0" r="0" b="0"/>
            <a:pathLst>
              <a:path w="313959" h="106707">
                <a:moveTo>
                  <a:pt x="0" y="106707"/>
                </a:moveTo>
                <a:lnTo>
                  <a:pt x="313959" y="0"/>
                </a:lnTo>
              </a:path>
            </a:pathLst>
          </a:custGeom>
          <a:noFill/>
          <a:ln w="11554">
            <a:solidFill>
              <a:srgbClr val="46AA4C">
                <a:alpha val="26000"/>
              </a:srgbClr>
            </a:solidFill>
            <a:prstDash val="solid"/>
          </a:ln>
        </p:spPr>
      </p:sp>
      <p:sp>
        <p:nvSpPr>
          <p:cNvPr id="829" name="lumia-token-stream-curve">
            <a:extLst>
              <a:ext uri="{FF2B5EF4-FFF2-40B4-BE49-F238E27FC236}">
                <a16:creationId xmlns:a16="http://schemas.microsoft.com/office/drawing/2014/main" id="{3F3F128F-73B1-4518-A42F-9FBDFED3F8D1}"/>
              </a:ext>
            </a:extLst>
          </p:cNvPr>
          <p:cNvSpPr>
            <a:spLocks noGrp="1"/>
          </p:cNvSpPr>
          <p:nvPr/>
        </p:nvSpPr>
        <p:spPr>
          <a:xfrm>
            <a:off x="11875864" y="3877491"/>
            <a:ext cx="316136" cy="122549"/>
          </a:xfrm>
          <a:custGeom>
            <a:avLst/>
            <a:gdLst/>
            <a:ahLst/>
            <a:cxnLst/>
            <a:rect l="0" t="0" r="0" b="0"/>
            <a:pathLst>
              <a:path w="316136" h="122549">
                <a:moveTo>
                  <a:pt x="0" y="122549"/>
                </a:moveTo>
                <a:lnTo>
                  <a:pt x="316136" y="0"/>
                </a:lnTo>
              </a:path>
            </a:pathLst>
          </a:custGeom>
          <a:noFill/>
          <a:ln w="11569">
            <a:solidFill>
              <a:srgbClr val="34A853">
                <a:alpha val="26000"/>
              </a:srgbClr>
            </a:solidFill>
            <a:prstDash val="solid"/>
          </a:ln>
        </p:spPr>
      </p:sp>
      <p:sp>
        <p:nvSpPr>
          <p:cNvPr id="830" name="lumia-token-stream-curve">
            <a:extLst>
              <a:ext uri="{FF2B5EF4-FFF2-40B4-BE49-F238E27FC236}">
                <a16:creationId xmlns:a16="http://schemas.microsoft.com/office/drawing/2014/main" id="{596DEC1F-6BE6-4937-95DD-15C6B4BC9CAE}"/>
              </a:ext>
            </a:extLst>
          </p:cNvPr>
          <p:cNvSpPr>
            <a:spLocks noGrp="1"/>
          </p:cNvSpPr>
          <p:nvPr/>
        </p:nvSpPr>
        <p:spPr>
          <a:xfrm>
            <a:off x="9990" y="6589149"/>
            <a:ext cx="210779" cy="24142"/>
          </a:xfrm>
          <a:custGeom>
            <a:avLst/>
            <a:gdLst/>
            <a:ahLst/>
            <a:cxnLst/>
            <a:rect l="0" t="0" r="0" b="0"/>
            <a:pathLst>
              <a:path w="210779" h="24142">
                <a:moveTo>
                  <a:pt x="0" y="0"/>
                </a:moveTo>
                <a:lnTo>
                  <a:pt x="210779" y="24142"/>
                </a:lnTo>
              </a:path>
            </a:pathLst>
          </a:custGeom>
          <a:noFill/>
          <a:ln w="7454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831" name="lumia-token-stream-curve">
            <a:extLst>
              <a:ext uri="{FF2B5EF4-FFF2-40B4-BE49-F238E27FC236}">
                <a16:creationId xmlns:a16="http://schemas.microsoft.com/office/drawing/2014/main" id="{021E021B-53A1-4DB0-BE09-A71619374C1C}"/>
              </a:ext>
            </a:extLst>
          </p:cNvPr>
          <p:cNvSpPr>
            <a:spLocks noGrp="1"/>
          </p:cNvSpPr>
          <p:nvPr/>
        </p:nvSpPr>
        <p:spPr>
          <a:xfrm>
            <a:off x="220769" y="6613291"/>
            <a:ext cx="213314" cy="28645"/>
          </a:xfrm>
          <a:custGeom>
            <a:avLst/>
            <a:gdLst/>
            <a:ahLst/>
            <a:cxnLst/>
            <a:rect l="0" t="0" r="0" b="0"/>
            <a:pathLst>
              <a:path w="213314" h="28645">
                <a:moveTo>
                  <a:pt x="0" y="0"/>
                </a:moveTo>
                <a:lnTo>
                  <a:pt x="213314" y="28645"/>
                </a:lnTo>
              </a:path>
            </a:pathLst>
          </a:custGeom>
          <a:noFill/>
          <a:ln w="7454">
            <a:solidFill>
              <a:srgbClr val="447EEC">
                <a:alpha val="13000"/>
              </a:srgbClr>
            </a:solidFill>
            <a:prstDash val="solid"/>
          </a:ln>
        </p:spPr>
      </p:sp>
      <p:sp>
        <p:nvSpPr>
          <p:cNvPr id="832" name="lumia-token-stream-curve">
            <a:extLst>
              <a:ext uri="{FF2B5EF4-FFF2-40B4-BE49-F238E27FC236}">
                <a16:creationId xmlns:a16="http://schemas.microsoft.com/office/drawing/2014/main" id="{C0549EE8-F47B-4E31-9FE3-80B69BA3A094}"/>
              </a:ext>
            </a:extLst>
          </p:cNvPr>
          <p:cNvSpPr>
            <a:spLocks noGrp="1"/>
          </p:cNvSpPr>
          <p:nvPr/>
        </p:nvSpPr>
        <p:spPr>
          <a:xfrm>
            <a:off x="434083" y="6641936"/>
            <a:ext cx="215840" cy="30877"/>
          </a:xfrm>
          <a:custGeom>
            <a:avLst/>
            <a:gdLst/>
            <a:ahLst/>
            <a:cxnLst/>
            <a:rect l="0" t="0" r="0" b="0"/>
            <a:pathLst>
              <a:path w="215840" h="30877">
                <a:moveTo>
                  <a:pt x="0" y="0"/>
                </a:moveTo>
                <a:lnTo>
                  <a:pt x="215840" y="30877"/>
                </a:lnTo>
              </a:path>
            </a:pathLst>
          </a:custGeom>
          <a:noFill/>
          <a:ln w="7454">
            <a:solidFill>
              <a:srgbClr val="4678E3">
                <a:alpha val="13000"/>
              </a:srgbClr>
            </a:solidFill>
            <a:prstDash val="solid"/>
          </a:ln>
        </p:spPr>
      </p:sp>
      <p:sp>
        <p:nvSpPr>
          <p:cNvPr id="833" name="lumia-token-stream-curve">
            <a:extLst>
              <a:ext uri="{FF2B5EF4-FFF2-40B4-BE49-F238E27FC236}">
                <a16:creationId xmlns:a16="http://schemas.microsoft.com/office/drawing/2014/main" id="{08C8B556-0D93-4EE2-B5A7-4217B48C5494}"/>
              </a:ext>
            </a:extLst>
          </p:cNvPr>
          <p:cNvSpPr>
            <a:spLocks noGrp="1"/>
          </p:cNvSpPr>
          <p:nvPr/>
        </p:nvSpPr>
        <p:spPr>
          <a:xfrm>
            <a:off x="649923" y="6672813"/>
            <a:ext cx="218358" cy="30461"/>
          </a:xfrm>
          <a:custGeom>
            <a:avLst/>
            <a:gdLst/>
            <a:ahLst/>
            <a:cxnLst/>
            <a:rect l="0" t="0" r="0" b="0"/>
            <a:pathLst>
              <a:path w="218358" h="30461">
                <a:moveTo>
                  <a:pt x="0" y="0"/>
                </a:moveTo>
                <a:lnTo>
                  <a:pt x="218358" y="30461"/>
                </a:lnTo>
              </a:path>
            </a:pathLst>
          </a:custGeom>
          <a:noFill/>
          <a:ln w="7454">
            <a:solidFill>
              <a:srgbClr val="4871DB">
                <a:alpha val="13000"/>
              </a:srgbClr>
            </a:solidFill>
            <a:prstDash val="solid"/>
          </a:ln>
        </p:spPr>
      </p:sp>
      <p:sp>
        <p:nvSpPr>
          <p:cNvPr id="834" name="lumia-token-stream-curve">
            <a:extLst>
              <a:ext uri="{FF2B5EF4-FFF2-40B4-BE49-F238E27FC236}">
                <a16:creationId xmlns:a16="http://schemas.microsoft.com/office/drawing/2014/main" id="{E65A284A-0554-495F-A50D-8727C73D785B}"/>
              </a:ext>
            </a:extLst>
          </p:cNvPr>
          <p:cNvSpPr>
            <a:spLocks noGrp="1"/>
          </p:cNvSpPr>
          <p:nvPr/>
        </p:nvSpPr>
        <p:spPr>
          <a:xfrm>
            <a:off x="868281" y="6703274"/>
            <a:ext cx="220866" cy="9525"/>
          </a:xfrm>
          <a:custGeom>
            <a:avLst/>
            <a:gdLst/>
            <a:ahLst/>
            <a:cxnLst/>
            <a:rect l="0" t="0" r="0" b="0"/>
            <a:pathLst>
              <a:path w="220866" h="9525">
                <a:moveTo>
                  <a:pt x="0" y="0"/>
                </a:moveTo>
                <a:lnTo>
                  <a:pt x="220866" y="2326"/>
                </a:lnTo>
              </a:path>
            </a:pathLst>
          </a:custGeom>
          <a:noFill/>
          <a:ln w="7454">
            <a:solidFill>
              <a:srgbClr val="4A6BD2">
                <a:alpha val="13000"/>
              </a:srgbClr>
            </a:solidFill>
            <a:prstDash val="solid"/>
          </a:ln>
        </p:spPr>
      </p:sp>
      <p:sp>
        <p:nvSpPr>
          <p:cNvPr id="835" name="lumia-token-stream-curve">
            <a:extLst>
              <a:ext uri="{FF2B5EF4-FFF2-40B4-BE49-F238E27FC236}">
                <a16:creationId xmlns:a16="http://schemas.microsoft.com/office/drawing/2014/main" id="{4A0EA27E-928B-45C2-ACB6-8EFE55B34063}"/>
              </a:ext>
            </a:extLst>
          </p:cNvPr>
          <p:cNvSpPr>
            <a:spLocks noGrp="1"/>
          </p:cNvSpPr>
          <p:nvPr/>
        </p:nvSpPr>
        <p:spPr>
          <a:xfrm>
            <a:off x="1089147" y="6705600"/>
            <a:ext cx="223365" cy="9525"/>
          </a:xfrm>
          <a:custGeom>
            <a:avLst/>
            <a:gdLst/>
            <a:ahLst/>
            <a:cxnLst/>
            <a:rect l="0" t="0" r="0" b="0"/>
            <a:pathLst>
              <a:path w="223365" h="9525">
                <a:moveTo>
                  <a:pt x="0" y="0"/>
                </a:moveTo>
                <a:lnTo>
                  <a:pt x="223365" y="0"/>
                </a:lnTo>
              </a:path>
            </a:pathLst>
          </a:custGeom>
          <a:noFill/>
          <a:ln w="7454">
            <a:solidFill>
              <a:srgbClr val="4C64CA">
                <a:alpha val="13000"/>
              </a:srgbClr>
            </a:solidFill>
            <a:prstDash val="solid"/>
          </a:ln>
        </p:spPr>
      </p:sp>
      <p:sp>
        <p:nvSpPr>
          <p:cNvPr id="836" name="lumia-token-stream-curve">
            <a:extLst>
              <a:ext uri="{FF2B5EF4-FFF2-40B4-BE49-F238E27FC236}">
                <a16:creationId xmlns:a16="http://schemas.microsoft.com/office/drawing/2014/main" id="{ED4BE789-B667-441A-B2BD-2C7D1FE5ED26}"/>
              </a:ext>
            </a:extLst>
          </p:cNvPr>
          <p:cNvSpPr>
            <a:spLocks noGrp="1"/>
          </p:cNvSpPr>
          <p:nvPr/>
        </p:nvSpPr>
        <p:spPr>
          <a:xfrm>
            <a:off x="1312512" y="6705600"/>
            <a:ext cx="225855" cy="9525"/>
          </a:xfrm>
          <a:custGeom>
            <a:avLst/>
            <a:gdLst/>
            <a:ahLst/>
            <a:cxnLst/>
            <a:rect l="0" t="0" r="0" b="0"/>
            <a:pathLst>
              <a:path w="225855" h="9525">
                <a:moveTo>
                  <a:pt x="0" y="0"/>
                </a:moveTo>
                <a:lnTo>
                  <a:pt x="225855" y="0"/>
                </a:lnTo>
              </a:path>
            </a:pathLst>
          </a:custGeom>
          <a:noFill/>
          <a:ln w="7454">
            <a:solidFill>
              <a:srgbClr val="4E5EC1">
                <a:alpha val="13000"/>
              </a:srgbClr>
            </a:solidFill>
            <a:prstDash val="solid"/>
          </a:ln>
        </p:spPr>
      </p:sp>
      <p:sp>
        <p:nvSpPr>
          <p:cNvPr id="837" name="lumia-token-stream-curve">
            <a:extLst>
              <a:ext uri="{FF2B5EF4-FFF2-40B4-BE49-F238E27FC236}">
                <a16:creationId xmlns:a16="http://schemas.microsoft.com/office/drawing/2014/main" id="{B9177FC0-68FD-4CEC-B861-0F4B448696DA}"/>
              </a:ext>
            </a:extLst>
          </p:cNvPr>
          <p:cNvSpPr>
            <a:spLocks noGrp="1"/>
          </p:cNvSpPr>
          <p:nvPr/>
        </p:nvSpPr>
        <p:spPr>
          <a:xfrm>
            <a:off x="1538366" y="6705600"/>
            <a:ext cx="228336" cy="9525"/>
          </a:xfrm>
          <a:custGeom>
            <a:avLst/>
            <a:gdLst/>
            <a:ahLst/>
            <a:cxnLst/>
            <a:rect l="0" t="0" r="0" b="0"/>
            <a:pathLst>
              <a:path w="228336" h="9525">
                <a:moveTo>
                  <a:pt x="0" y="0"/>
                </a:moveTo>
                <a:lnTo>
                  <a:pt x="228336" y="0"/>
                </a:lnTo>
              </a:path>
            </a:pathLst>
          </a:custGeom>
          <a:noFill/>
          <a:ln w="7454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838" name="lumia-token-stream-curve">
            <a:extLst>
              <a:ext uri="{FF2B5EF4-FFF2-40B4-BE49-F238E27FC236}">
                <a16:creationId xmlns:a16="http://schemas.microsoft.com/office/drawing/2014/main" id="{819927F7-917C-4695-B432-8D7115AF1EED}"/>
              </a:ext>
            </a:extLst>
          </p:cNvPr>
          <p:cNvSpPr>
            <a:spLocks noGrp="1"/>
          </p:cNvSpPr>
          <p:nvPr/>
        </p:nvSpPr>
        <p:spPr>
          <a:xfrm>
            <a:off x="1766702" y="6705600"/>
            <a:ext cx="230807" cy="9525"/>
          </a:xfrm>
          <a:custGeom>
            <a:avLst/>
            <a:gdLst/>
            <a:ahLst/>
            <a:cxnLst/>
            <a:rect l="0" t="0" r="0" b="0"/>
            <a:pathLst>
              <a:path w="230807" h="9525">
                <a:moveTo>
                  <a:pt x="0" y="0"/>
                </a:moveTo>
                <a:lnTo>
                  <a:pt x="230807" y="0"/>
                </a:lnTo>
              </a:path>
            </a:pathLst>
          </a:custGeom>
          <a:noFill/>
          <a:ln w="7454">
            <a:solidFill>
              <a:srgbClr val="5250B0">
                <a:alpha val="13000"/>
              </a:srgbClr>
            </a:solidFill>
            <a:prstDash val="solid"/>
          </a:ln>
        </p:spPr>
      </p:sp>
      <p:sp>
        <p:nvSpPr>
          <p:cNvPr id="839" name="lumia-token-stream-curve">
            <a:extLst>
              <a:ext uri="{FF2B5EF4-FFF2-40B4-BE49-F238E27FC236}">
                <a16:creationId xmlns:a16="http://schemas.microsoft.com/office/drawing/2014/main" id="{6CA59E03-9BB3-43CB-BFE5-FDB032FDB5D6}"/>
              </a:ext>
            </a:extLst>
          </p:cNvPr>
          <p:cNvSpPr>
            <a:spLocks noGrp="1"/>
          </p:cNvSpPr>
          <p:nvPr/>
        </p:nvSpPr>
        <p:spPr>
          <a:xfrm>
            <a:off x="1997509" y="6705600"/>
            <a:ext cx="233270" cy="9525"/>
          </a:xfrm>
          <a:custGeom>
            <a:avLst/>
            <a:gdLst/>
            <a:ahLst/>
            <a:cxnLst/>
            <a:rect l="0" t="0" r="0" b="0"/>
            <a:pathLst>
              <a:path w="233270" h="9525">
                <a:moveTo>
                  <a:pt x="0" y="0"/>
                </a:moveTo>
                <a:lnTo>
                  <a:pt x="233270" y="0"/>
                </a:lnTo>
              </a:path>
            </a:pathLst>
          </a:custGeom>
          <a:noFill/>
          <a:ln w="7454">
            <a:solidFill>
              <a:srgbClr val="544AA8">
                <a:alpha val="13000"/>
              </a:srgbClr>
            </a:solidFill>
            <a:prstDash val="solid"/>
          </a:ln>
        </p:spPr>
      </p:sp>
      <p:sp>
        <p:nvSpPr>
          <p:cNvPr id="840" name="lumia-token-stream-curve">
            <a:extLst>
              <a:ext uri="{FF2B5EF4-FFF2-40B4-BE49-F238E27FC236}">
                <a16:creationId xmlns:a16="http://schemas.microsoft.com/office/drawing/2014/main" id="{AD8F71FD-8B53-4A4F-A4FD-FBA0BAEE7210}"/>
              </a:ext>
            </a:extLst>
          </p:cNvPr>
          <p:cNvSpPr>
            <a:spLocks noGrp="1"/>
          </p:cNvSpPr>
          <p:nvPr/>
        </p:nvSpPr>
        <p:spPr>
          <a:xfrm>
            <a:off x="2230780" y="6694206"/>
            <a:ext cx="235724" cy="11394"/>
          </a:xfrm>
          <a:custGeom>
            <a:avLst/>
            <a:gdLst/>
            <a:ahLst/>
            <a:cxnLst/>
            <a:rect l="0" t="0" r="0" b="0"/>
            <a:pathLst>
              <a:path w="235724" h="11394">
                <a:moveTo>
                  <a:pt x="0" y="11394"/>
                </a:moveTo>
                <a:lnTo>
                  <a:pt x="235724" y="0"/>
                </a:lnTo>
              </a:path>
            </a:pathLst>
          </a:custGeom>
          <a:noFill/>
          <a:ln w="7454">
            <a:solidFill>
              <a:srgbClr val="5643A0">
                <a:alpha val="13000"/>
              </a:srgbClr>
            </a:solidFill>
            <a:prstDash val="solid"/>
          </a:ln>
        </p:spPr>
      </p:sp>
      <p:sp>
        <p:nvSpPr>
          <p:cNvPr id="841" name="lumia-token-stream-curve">
            <a:extLst>
              <a:ext uri="{FF2B5EF4-FFF2-40B4-BE49-F238E27FC236}">
                <a16:creationId xmlns:a16="http://schemas.microsoft.com/office/drawing/2014/main" id="{4AECBC85-549B-4ADE-BE56-4F0BD51DA659}"/>
              </a:ext>
            </a:extLst>
          </p:cNvPr>
          <p:cNvSpPr>
            <a:spLocks noGrp="1"/>
          </p:cNvSpPr>
          <p:nvPr/>
        </p:nvSpPr>
        <p:spPr>
          <a:xfrm>
            <a:off x="2466503" y="6646471"/>
            <a:ext cx="238168" cy="47734"/>
          </a:xfrm>
          <a:custGeom>
            <a:avLst/>
            <a:gdLst/>
            <a:ahLst/>
            <a:cxnLst/>
            <a:rect l="0" t="0" r="0" b="0"/>
            <a:pathLst>
              <a:path w="238168" h="47734">
                <a:moveTo>
                  <a:pt x="0" y="47734"/>
                </a:moveTo>
                <a:lnTo>
                  <a:pt x="238168" y="0"/>
                </a:lnTo>
              </a:path>
            </a:pathLst>
          </a:custGeom>
          <a:noFill/>
          <a:ln w="7454">
            <a:solidFill>
              <a:srgbClr val="583D97">
                <a:alpha val="13000"/>
              </a:srgbClr>
            </a:solidFill>
            <a:prstDash val="solid"/>
          </a:ln>
        </p:spPr>
      </p:sp>
      <p:sp>
        <p:nvSpPr>
          <p:cNvPr id="842" name="lumia-token-stream-curve">
            <a:extLst>
              <a:ext uri="{FF2B5EF4-FFF2-40B4-BE49-F238E27FC236}">
                <a16:creationId xmlns:a16="http://schemas.microsoft.com/office/drawing/2014/main" id="{4B18D5B7-4BD9-4393-9FCE-0269E2D60FBD}"/>
              </a:ext>
            </a:extLst>
          </p:cNvPr>
          <p:cNvSpPr>
            <a:spLocks noGrp="1"/>
          </p:cNvSpPr>
          <p:nvPr/>
        </p:nvSpPr>
        <p:spPr>
          <a:xfrm>
            <a:off x="2704671" y="6589720"/>
            <a:ext cx="240604" cy="56751"/>
          </a:xfrm>
          <a:custGeom>
            <a:avLst/>
            <a:gdLst/>
            <a:ahLst/>
            <a:cxnLst/>
            <a:rect l="0" t="0" r="0" b="0"/>
            <a:pathLst>
              <a:path w="240604" h="56751">
                <a:moveTo>
                  <a:pt x="0" y="56751"/>
                </a:moveTo>
                <a:lnTo>
                  <a:pt x="240604" y="0"/>
                </a:lnTo>
              </a:path>
            </a:pathLst>
          </a:custGeom>
          <a:noFill/>
          <a:ln w="7454">
            <a:solidFill>
              <a:srgbClr val="623C8F">
                <a:alpha val="13000"/>
              </a:srgbClr>
            </a:solidFill>
            <a:prstDash val="solid"/>
          </a:ln>
        </p:spPr>
      </p:sp>
      <p:sp>
        <p:nvSpPr>
          <p:cNvPr id="843" name="lumia-token-stream-curve">
            <a:extLst>
              <a:ext uri="{FF2B5EF4-FFF2-40B4-BE49-F238E27FC236}">
                <a16:creationId xmlns:a16="http://schemas.microsoft.com/office/drawing/2014/main" id="{C94525C6-6A37-4166-9309-9EF4D853AE79}"/>
              </a:ext>
            </a:extLst>
          </p:cNvPr>
          <p:cNvSpPr>
            <a:spLocks noGrp="1"/>
          </p:cNvSpPr>
          <p:nvPr/>
        </p:nvSpPr>
        <p:spPr>
          <a:xfrm>
            <a:off x="2945275" y="6526984"/>
            <a:ext cx="243030" cy="62736"/>
          </a:xfrm>
          <a:custGeom>
            <a:avLst/>
            <a:gdLst/>
            <a:ahLst/>
            <a:cxnLst/>
            <a:rect l="0" t="0" r="0" b="0"/>
            <a:pathLst>
              <a:path w="243030" h="62736">
                <a:moveTo>
                  <a:pt x="0" y="62736"/>
                </a:moveTo>
                <a:lnTo>
                  <a:pt x="243030" y="0"/>
                </a:lnTo>
              </a:path>
            </a:pathLst>
          </a:custGeom>
          <a:noFill/>
          <a:ln w="7454">
            <a:solidFill>
              <a:srgbClr val="6F3C86">
                <a:alpha val="13000"/>
              </a:srgbClr>
            </a:solidFill>
            <a:prstDash val="solid"/>
          </a:ln>
        </p:spPr>
      </p:sp>
      <p:sp>
        <p:nvSpPr>
          <p:cNvPr id="844" name="lumia-token-stream-curve">
            <a:extLst>
              <a:ext uri="{FF2B5EF4-FFF2-40B4-BE49-F238E27FC236}">
                <a16:creationId xmlns:a16="http://schemas.microsoft.com/office/drawing/2014/main" id="{599022B3-B80F-4174-85B8-A42C398BF2F3}"/>
              </a:ext>
            </a:extLst>
          </p:cNvPr>
          <p:cNvSpPr>
            <a:spLocks noGrp="1"/>
          </p:cNvSpPr>
          <p:nvPr/>
        </p:nvSpPr>
        <p:spPr>
          <a:xfrm>
            <a:off x="3188305" y="6461812"/>
            <a:ext cx="245447" cy="65172"/>
          </a:xfrm>
          <a:custGeom>
            <a:avLst/>
            <a:gdLst/>
            <a:ahLst/>
            <a:cxnLst/>
            <a:rect l="0" t="0" r="0" b="0"/>
            <a:pathLst>
              <a:path w="245447" h="65172">
                <a:moveTo>
                  <a:pt x="0" y="65172"/>
                </a:moveTo>
                <a:lnTo>
                  <a:pt x="245447" y="0"/>
                </a:lnTo>
              </a:path>
            </a:pathLst>
          </a:custGeom>
          <a:noFill/>
          <a:ln w="7454">
            <a:solidFill>
              <a:srgbClr val="7C3D7E">
                <a:alpha val="13000"/>
              </a:srgbClr>
            </a:solidFill>
            <a:prstDash val="solid"/>
          </a:ln>
        </p:spPr>
      </p:sp>
      <p:sp>
        <p:nvSpPr>
          <p:cNvPr id="845" name="lumia-token-stream-curve">
            <a:extLst>
              <a:ext uri="{FF2B5EF4-FFF2-40B4-BE49-F238E27FC236}">
                <a16:creationId xmlns:a16="http://schemas.microsoft.com/office/drawing/2014/main" id="{07B5081A-7F53-4681-B2DF-FD95ADB56398}"/>
              </a:ext>
            </a:extLst>
          </p:cNvPr>
          <p:cNvSpPr>
            <a:spLocks noGrp="1"/>
          </p:cNvSpPr>
          <p:nvPr/>
        </p:nvSpPr>
        <p:spPr>
          <a:xfrm>
            <a:off x="3433752" y="6397941"/>
            <a:ext cx="247855" cy="63871"/>
          </a:xfrm>
          <a:custGeom>
            <a:avLst/>
            <a:gdLst/>
            <a:ahLst/>
            <a:cxnLst/>
            <a:rect l="0" t="0" r="0" b="0"/>
            <a:pathLst>
              <a:path w="247855" h="63871">
                <a:moveTo>
                  <a:pt x="0" y="63871"/>
                </a:moveTo>
                <a:lnTo>
                  <a:pt x="247855" y="0"/>
                </a:lnTo>
              </a:path>
            </a:pathLst>
          </a:custGeom>
          <a:noFill/>
          <a:ln w="7454">
            <a:solidFill>
              <a:srgbClr val="893E75">
                <a:alpha val="14000"/>
              </a:srgbClr>
            </a:solidFill>
            <a:prstDash val="solid"/>
          </a:ln>
        </p:spPr>
      </p:sp>
      <p:sp>
        <p:nvSpPr>
          <p:cNvPr id="846" name="lumia-token-stream-curve">
            <a:extLst>
              <a:ext uri="{FF2B5EF4-FFF2-40B4-BE49-F238E27FC236}">
                <a16:creationId xmlns:a16="http://schemas.microsoft.com/office/drawing/2014/main" id="{320F7BD8-8CA4-4BC6-994C-E57D49F6BB8A}"/>
              </a:ext>
            </a:extLst>
          </p:cNvPr>
          <p:cNvSpPr>
            <a:spLocks noGrp="1"/>
          </p:cNvSpPr>
          <p:nvPr/>
        </p:nvSpPr>
        <p:spPr>
          <a:xfrm>
            <a:off x="3681608" y="6338922"/>
            <a:ext cx="250254" cy="59019"/>
          </a:xfrm>
          <a:custGeom>
            <a:avLst/>
            <a:gdLst/>
            <a:ahLst/>
            <a:cxnLst/>
            <a:rect l="0" t="0" r="0" b="0"/>
            <a:pathLst>
              <a:path w="250254" h="59019">
                <a:moveTo>
                  <a:pt x="0" y="59019"/>
                </a:moveTo>
                <a:lnTo>
                  <a:pt x="250254" y="0"/>
                </a:lnTo>
              </a:path>
            </a:pathLst>
          </a:custGeom>
          <a:noFill/>
          <a:ln w="7455">
            <a:solidFill>
              <a:srgbClr val="963E6C">
                <a:alpha val="14000"/>
              </a:srgbClr>
            </a:solidFill>
            <a:prstDash val="solid"/>
          </a:ln>
        </p:spPr>
      </p:sp>
      <p:sp>
        <p:nvSpPr>
          <p:cNvPr id="847" name="lumia-token-stream-curve">
            <a:extLst>
              <a:ext uri="{FF2B5EF4-FFF2-40B4-BE49-F238E27FC236}">
                <a16:creationId xmlns:a16="http://schemas.microsoft.com/office/drawing/2014/main" id="{B53F1AAD-6447-4683-BB26-8B73F700FCFD}"/>
              </a:ext>
            </a:extLst>
          </p:cNvPr>
          <p:cNvSpPr>
            <a:spLocks noGrp="1"/>
          </p:cNvSpPr>
          <p:nvPr/>
        </p:nvSpPr>
        <p:spPr>
          <a:xfrm>
            <a:off x="3931862" y="6287729"/>
            <a:ext cx="252644" cy="51193"/>
          </a:xfrm>
          <a:custGeom>
            <a:avLst/>
            <a:gdLst/>
            <a:ahLst/>
            <a:cxnLst/>
            <a:rect l="0" t="0" r="0" b="0"/>
            <a:pathLst>
              <a:path w="252644" h="51193">
                <a:moveTo>
                  <a:pt x="0" y="51193"/>
                </a:moveTo>
                <a:lnTo>
                  <a:pt x="252644" y="0"/>
                </a:lnTo>
              </a:path>
            </a:pathLst>
          </a:custGeom>
          <a:noFill/>
          <a:ln w="7478">
            <a:solidFill>
              <a:srgbClr val="A33F64">
                <a:alpha val="15000"/>
              </a:srgbClr>
            </a:solidFill>
            <a:prstDash val="solid"/>
          </a:ln>
        </p:spPr>
      </p:sp>
      <p:sp>
        <p:nvSpPr>
          <p:cNvPr id="848" name="lumia-token-stream-curve">
            <a:extLst>
              <a:ext uri="{FF2B5EF4-FFF2-40B4-BE49-F238E27FC236}">
                <a16:creationId xmlns:a16="http://schemas.microsoft.com/office/drawing/2014/main" id="{910E1A39-9571-41E0-97BB-D69F4898F820}"/>
              </a:ext>
            </a:extLst>
          </p:cNvPr>
          <p:cNvSpPr>
            <a:spLocks noGrp="1"/>
          </p:cNvSpPr>
          <p:nvPr/>
        </p:nvSpPr>
        <p:spPr>
          <a:xfrm>
            <a:off x="4184507" y="6246399"/>
            <a:ext cx="255025" cy="41331"/>
          </a:xfrm>
          <a:custGeom>
            <a:avLst/>
            <a:gdLst/>
            <a:ahLst/>
            <a:cxnLst/>
            <a:rect l="0" t="0" r="0" b="0"/>
            <a:pathLst>
              <a:path w="255025" h="41331">
                <a:moveTo>
                  <a:pt x="0" y="41331"/>
                </a:moveTo>
                <a:lnTo>
                  <a:pt x="255025" y="0"/>
                </a:lnTo>
              </a:path>
            </a:pathLst>
          </a:custGeom>
          <a:noFill/>
          <a:ln w="7530">
            <a:solidFill>
              <a:srgbClr val="B0405B">
                <a:alpha val="15000"/>
              </a:srgbClr>
            </a:solidFill>
            <a:prstDash val="solid"/>
          </a:ln>
        </p:spPr>
      </p:sp>
      <p:sp>
        <p:nvSpPr>
          <p:cNvPr id="849" name="lumia-token-stream-curve">
            <a:extLst>
              <a:ext uri="{FF2B5EF4-FFF2-40B4-BE49-F238E27FC236}">
                <a16:creationId xmlns:a16="http://schemas.microsoft.com/office/drawing/2014/main" id="{45951A78-D39B-4EFC-8324-399E961B9BE2}"/>
              </a:ext>
            </a:extLst>
          </p:cNvPr>
          <p:cNvSpPr>
            <a:spLocks noGrp="1"/>
          </p:cNvSpPr>
          <p:nvPr/>
        </p:nvSpPr>
        <p:spPr>
          <a:xfrm>
            <a:off x="4439532" y="6215736"/>
            <a:ext cx="257397" cy="30663"/>
          </a:xfrm>
          <a:custGeom>
            <a:avLst/>
            <a:gdLst/>
            <a:ahLst/>
            <a:cxnLst/>
            <a:rect l="0" t="0" r="0" b="0"/>
            <a:pathLst>
              <a:path w="257397" h="30663">
                <a:moveTo>
                  <a:pt x="0" y="30663"/>
                </a:moveTo>
                <a:lnTo>
                  <a:pt x="257397" y="0"/>
                </a:lnTo>
              </a:path>
            </a:pathLst>
          </a:custGeom>
          <a:noFill/>
          <a:ln w="7608">
            <a:solidFill>
              <a:srgbClr val="BD4153">
                <a:alpha val="15000"/>
              </a:srgbClr>
            </a:solidFill>
            <a:prstDash val="solid"/>
          </a:ln>
        </p:spPr>
      </p:sp>
      <p:sp>
        <p:nvSpPr>
          <p:cNvPr id="850" name="lumia-token-stream-curve">
            <a:extLst>
              <a:ext uri="{FF2B5EF4-FFF2-40B4-BE49-F238E27FC236}">
                <a16:creationId xmlns:a16="http://schemas.microsoft.com/office/drawing/2014/main" id="{EC3D79E6-06CC-409E-BC78-D0B757B213DF}"/>
              </a:ext>
            </a:extLst>
          </p:cNvPr>
          <p:cNvSpPr>
            <a:spLocks noGrp="1"/>
          </p:cNvSpPr>
          <p:nvPr/>
        </p:nvSpPr>
        <p:spPr>
          <a:xfrm>
            <a:off x="4696929" y="6195135"/>
            <a:ext cx="259760" cy="20601"/>
          </a:xfrm>
          <a:custGeom>
            <a:avLst/>
            <a:gdLst/>
            <a:ahLst/>
            <a:cxnLst/>
            <a:rect l="0" t="0" r="0" b="0"/>
            <a:pathLst>
              <a:path w="259760" h="20601">
                <a:moveTo>
                  <a:pt x="0" y="20601"/>
                </a:moveTo>
                <a:lnTo>
                  <a:pt x="259760" y="0"/>
                </a:lnTo>
              </a:path>
            </a:pathLst>
          </a:custGeom>
          <a:noFill/>
          <a:ln w="7710">
            <a:solidFill>
              <a:srgbClr val="CA414A">
                <a:alpha val="16000"/>
              </a:srgbClr>
            </a:solidFill>
            <a:prstDash val="solid"/>
          </a:ln>
        </p:spPr>
      </p:sp>
      <p:sp>
        <p:nvSpPr>
          <p:cNvPr id="851" name="lumia-token-stream-curve">
            <a:extLst>
              <a:ext uri="{FF2B5EF4-FFF2-40B4-BE49-F238E27FC236}">
                <a16:creationId xmlns:a16="http://schemas.microsoft.com/office/drawing/2014/main" id="{68EEBF03-7C7A-404C-9FAC-7D7A0C272194}"/>
              </a:ext>
            </a:extLst>
          </p:cNvPr>
          <p:cNvSpPr>
            <a:spLocks noGrp="1"/>
          </p:cNvSpPr>
          <p:nvPr/>
        </p:nvSpPr>
        <p:spPr>
          <a:xfrm>
            <a:off x="4956689" y="6182543"/>
            <a:ext cx="262114" cy="12592"/>
          </a:xfrm>
          <a:custGeom>
            <a:avLst/>
            <a:gdLst/>
            <a:ahLst/>
            <a:cxnLst/>
            <a:rect l="0" t="0" r="0" b="0"/>
            <a:pathLst>
              <a:path w="262114" h="12592">
                <a:moveTo>
                  <a:pt x="0" y="12592"/>
                </a:moveTo>
                <a:lnTo>
                  <a:pt x="262114" y="0"/>
                </a:lnTo>
              </a:path>
            </a:pathLst>
          </a:custGeom>
          <a:noFill/>
          <a:ln w="7835">
            <a:solidFill>
              <a:srgbClr val="D74242">
                <a:alpha val="17000"/>
              </a:srgbClr>
            </a:solidFill>
            <a:prstDash val="solid"/>
          </a:ln>
        </p:spPr>
      </p:sp>
      <p:sp>
        <p:nvSpPr>
          <p:cNvPr id="852" name="lumia-token-stream-curve">
            <a:extLst>
              <a:ext uri="{FF2B5EF4-FFF2-40B4-BE49-F238E27FC236}">
                <a16:creationId xmlns:a16="http://schemas.microsoft.com/office/drawing/2014/main" id="{701D5260-B325-4999-BF79-FD1D094D9FCE}"/>
              </a:ext>
            </a:extLst>
          </p:cNvPr>
          <p:cNvSpPr>
            <a:spLocks noGrp="1"/>
          </p:cNvSpPr>
          <p:nvPr/>
        </p:nvSpPr>
        <p:spPr>
          <a:xfrm>
            <a:off x="5218803" y="6174582"/>
            <a:ext cx="264458" cy="9525"/>
          </a:xfrm>
          <a:custGeom>
            <a:avLst/>
            <a:gdLst/>
            <a:ahLst/>
            <a:cxnLst/>
            <a:rect l="0" t="0" r="0" b="0"/>
            <a:pathLst>
              <a:path w="264458" h="9525">
                <a:moveTo>
                  <a:pt x="0" y="7961"/>
                </a:moveTo>
                <a:lnTo>
                  <a:pt x="264458" y="0"/>
                </a:lnTo>
              </a:path>
            </a:pathLst>
          </a:custGeom>
          <a:noFill/>
          <a:ln w="7980">
            <a:solidFill>
              <a:srgbClr val="E44339">
                <a:alpha val="17000"/>
              </a:srgbClr>
            </a:solidFill>
            <a:prstDash val="solid"/>
          </a:ln>
        </p:spPr>
      </p:sp>
      <p:sp>
        <p:nvSpPr>
          <p:cNvPr id="853" name="lumia-token-stream-curve">
            <a:extLst>
              <a:ext uri="{FF2B5EF4-FFF2-40B4-BE49-F238E27FC236}">
                <a16:creationId xmlns:a16="http://schemas.microsoft.com/office/drawing/2014/main" id="{82B62A16-3F3E-4B5D-A0F1-C810213D8F74}"/>
              </a:ext>
            </a:extLst>
          </p:cNvPr>
          <p:cNvSpPr>
            <a:spLocks noGrp="1"/>
          </p:cNvSpPr>
          <p:nvPr/>
        </p:nvSpPr>
        <p:spPr>
          <a:xfrm>
            <a:off x="5483261" y="6166838"/>
            <a:ext cx="266794" cy="9525"/>
          </a:xfrm>
          <a:custGeom>
            <a:avLst/>
            <a:gdLst/>
            <a:ahLst/>
            <a:cxnLst/>
            <a:rect l="0" t="0" r="0" b="0"/>
            <a:pathLst>
              <a:path w="266794" h="9525">
                <a:moveTo>
                  <a:pt x="0" y="7744"/>
                </a:moveTo>
                <a:lnTo>
                  <a:pt x="266794" y="0"/>
                </a:lnTo>
              </a:path>
            </a:pathLst>
          </a:custGeom>
          <a:noFill/>
          <a:ln w="8142">
            <a:solidFill>
              <a:srgbClr val="EB4833">
                <a:alpha val="18000"/>
              </a:srgbClr>
            </a:solidFill>
            <a:prstDash val="solid"/>
          </a:ln>
        </p:spPr>
      </p:sp>
      <p:sp>
        <p:nvSpPr>
          <p:cNvPr id="854" name="lumia-token-stream-curve">
            <a:extLst>
              <a:ext uri="{FF2B5EF4-FFF2-40B4-BE49-F238E27FC236}">
                <a16:creationId xmlns:a16="http://schemas.microsoft.com/office/drawing/2014/main" id="{E214F3D6-CEB4-44CD-9837-B4AA0991D0B8}"/>
              </a:ext>
            </a:extLst>
          </p:cNvPr>
          <p:cNvSpPr>
            <a:spLocks noGrp="1"/>
          </p:cNvSpPr>
          <p:nvPr/>
        </p:nvSpPr>
        <p:spPr>
          <a:xfrm>
            <a:off x="5750055" y="6154294"/>
            <a:ext cx="269120" cy="12544"/>
          </a:xfrm>
          <a:custGeom>
            <a:avLst/>
            <a:gdLst/>
            <a:ahLst/>
            <a:cxnLst/>
            <a:rect l="0" t="0" r="0" b="0"/>
            <a:pathLst>
              <a:path w="269120" h="12544">
                <a:moveTo>
                  <a:pt x="0" y="12544"/>
                </a:moveTo>
                <a:lnTo>
                  <a:pt x="269120" y="0"/>
                </a:lnTo>
              </a:path>
            </a:pathLst>
          </a:custGeom>
          <a:noFill/>
          <a:ln w="8321">
            <a:solidFill>
              <a:srgbClr val="EC532F">
                <a:alpha val="18000"/>
              </a:srgbClr>
            </a:solidFill>
            <a:prstDash val="solid"/>
          </a:ln>
        </p:spPr>
      </p:sp>
      <p:sp>
        <p:nvSpPr>
          <p:cNvPr id="855" name="lumia-token-stream-curve">
            <a:extLst>
              <a:ext uri="{FF2B5EF4-FFF2-40B4-BE49-F238E27FC236}">
                <a16:creationId xmlns:a16="http://schemas.microsoft.com/office/drawing/2014/main" id="{1BA6058E-96FC-4EE3-B3CE-1DF3952C00A4}"/>
              </a:ext>
            </a:extLst>
          </p:cNvPr>
          <p:cNvSpPr>
            <a:spLocks noGrp="1"/>
          </p:cNvSpPr>
          <p:nvPr/>
        </p:nvSpPr>
        <p:spPr>
          <a:xfrm>
            <a:off x="6019175" y="6131868"/>
            <a:ext cx="271437" cy="22426"/>
          </a:xfrm>
          <a:custGeom>
            <a:avLst/>
            <a:gdLst/>
            <a:ahLst/>
            <a:cxnLst/>
            <a:rect l="0" t="0" r="0" b="0"/>
            <a:pathLst>
              <a:path w="271437" h="22426">
                <a:moveTo>
                  <a:pt x="0" y="22426"/>
                </a:moveTo>
                <a:lnTo>
                  <a:pt x="271437" y="0"/>
                </a:lnTo>
              </a:path>
            </a:pathLst>
          </a:custGeom>
          <a:noFill/>
          <a:ln w="8513">
            <a:solidFill>
              <a:srgbClr val="EE5E2A">
                <a:alpha val="19000"/>
              </a:srgbClr>
            </a:solidFill>
            <a:prstDash val="solid"/>
          </a:ln>
        </p:spPr>
      </p:sp>
      <p:sp>
        <p:nvSpPr>
          <p:cNvPr id="856" name="lumia-token-stream-curve">
            <a:extLst>
              <a:ext uri="{FF2B5EF4-FFF2-40B4-BE49-F238E27FC236}">
                <a16:creationId xmlns:a16="http://schemas.microsoft.com/office/drawing/2014/main" id="{858AC565-A9A9-4CA6-A14E-1BB67BE53976}"/>
              </a:ext>
            </a:extLst>
          </p:cNvPr>
          <p:cNvSpPr>
            <a:spLocks noGrp="1"/>
          </p:cNvSpPr>
          <p:nvPr/>
        </p:nvSpPr>
        <p:spPr>
          <a:xfrm>
            <a:off x="6290612" y="6095007"/>
            <a:ext cx="273746" cy="36861"/>
          </a:xfrm>
          <a:custGeom>
            <a:avLst/>
            <a:gdLst/>
            <a:ahLst/>
            <a:cxnLst/>
            <a:rect l="0" t="0" r="0" b="0"/>
            <a:pathLst>
              <a:path w="273746" h="36861">
                <a:moveTo>
                  <a:pt x="0" y="36861"/>
                </a:moveTo>
                <a:lnTo>
                  <a:pt x="273746" y="0"/>
                </a:lnTo>
              </a:path>
            </a:pathLst>
          </a:custGeom>
          <a:noFill/>
          <a:ln w="8717">
            <a:solidFill>
              <a:srgbClr val="EF6926">
                <a:alpha val="20000"/>
              </a:srgbClr>
            </a:solidFill>
            <a:prstDash val="solid"/>
          </a:ln>
        </p:spPr>
      </p:sp>
      <p:sp>
        <p:nvSpPr>
          <p:cNvPr id="857" name="lumia-token-stream-curve">
            <a:extLst>
              <a:ext uri="{FF2B5EF4-FFF2-40B4-BE49-F238E27FC236}">
                <a16:creationId xmlns:a16="http://schemas.microsoft.com/office/drawing/2014/main" id="{05D9BD9F-6CE9-4B82-B6AA-4E491D8148F5}"/>
              </a:ext>
            </a:extLst>
          </p:cNvPr>
          <p:cNvSpPr>
            <a:spLocks noGrp="1"/>
          </p:cNvSpPr>
          <p:nvPr/>
        </p:nvSpPr>
        <p:spPr>
          <a:xfrm>
            <a:off x="6564357" y="6040254"/>
            <a:ext cx="276045" cy="54753"/>
          </a:xfrm>
          <a:custGeom>
            <a:avLst/>
            <a:gdLst/>
            <a:ahLst/>
            <a:cxnLst/>
            <a:rect l="0" t="0" r="0" b="0"/>
            <a:pathLst>
              <a:path w="276045" h="54753">
                <a:moveTo>
                  <a:pt x="0" y="54753"/>
                </a:moveTo>
                <a:lnTo>
                  <a:pt x="276045" y="0"/>
                </a:lnTo>
              </a:path>
            </a:pathLst>
          </a:custGeom>
          <a:noFill/>
          <a:ln w="8930">
            <a:solidFill>
              <a:srgbClr val="F17322">
                <a:alpha val="20000"/>
              </a:srgbClr>
            </a:solidFill>
            <a:prstDash val="solid"/>
          </a:ln>
        </p:spPr>
      </p:sp>
      <p:sp>
        <p:nvSpPr>
          <p:cNvPr id="858" name="lumia-token-stream-curve">
            <a:extLst>
              <a:ext uri="{FF2B5EF4-FFF2-40B4-BE49-F238E27FC236}">
                <a16:creationId xmlns:a16="http://schemas.microsoft.com/office/drawing/2014/main" id="{1DCC4BA7-E129-40AD-AE96-DCA01F127E64}"/>
              </a:ext>
            </a:extLst>
          </p:cNvPr>
          <p:cNvSpPr>
            <a:spLocks noGrp="1"/>
          </p:cNvSpPr>
          <p:nvPr/>
        </p:nvSpPr>
        <p:spPr>
          <a:xfrm>
            <a:off x="6840402" y="5965728"/>
            <a:ext cx="278335" cy="74527"/>
          </a:xfrm>
          <a:custGeom>
            <a:avLst/>
            <a:gdLst/>
            <a:ahLst/>
            <a:cxnLst/>
            <a:rect l="0" t="0" r="0" b="0"/>
            <a:pathLst>
              <a:path w="278335" h="74527">
                <a:moveTo>
                  <a:pt x="0" y="74527"/>
                </a:moveTo>
                <a:lnTo>
                  <a:pt x="278335" y="0"/>
                </a:lnTo>
              </a:path>
            </a:pathLst>
          </a:custGeom>
          <a:noFill/>
          <a:ln w="9151">
            <a:solidFill>
              <a:srgbClr val="F27E1E">
                <a:alpha val="21000"/>
              </a:srgbClr>
            </a:solidFill>
            <a:prstDash val="solid"/>
          </a:ln>
        </p:spPr>
      </p:sp>
      <p:sp>
        <p:nvSpPr>
          <p:cNvPr id="859" name="lumia-token-stream-curve">
            <a:extLst>
              <a:ext uri="{FF2B5EF4-FFF2-40B4-BE49-F238E27FC236}">
                <a16:creationId xmlns:a16="http://schemas.microsoft.com/office/drawing/2014/main" id="{98681F88-5CDD-48D2-9291-B31C72AEDAE6}"/>
              </a:ext>
            </a:extLst>
          </p:cNvPr>
          <p:cNvSpPr>
            <a:spLocks noGrp="1"/>
          </p:cNvSpPr>
          <p:nvPr/>
        </p:nvSpPr>
        <p:spPr>
          <a:xfrm>
            <a:off x="7118737" y="5871435"/>
            <a:ext cx="280616" cy="94293"/>
          </a:xfrm>
          <a:custGeom>
            <a:avLst/>
            <a:gdLst/>
            <a:ahLst/>
            <a:cxnLst/>
            <a:rect l="0" t="0" r="0" b="0"/>
            <a:pathLst>
              <a:path w="280616" h="94293">
                <a:moveTo>
                  <a:pt x="0" y="94293"/>
                </a:moveTo>
                <a:lnTo>
                  <a:pt x="280616" y="0"/>
                </a:lnTo>
              </a:path>
            </a:pathLst>
          </a:custGeom>
          <a:noFill/>
          <a:ln w="9376">
            <a:solidFill>
              <a:srgbClr val="F48919">
                <a:alpha val="21000"/>
              </a:srgbClr>
            </a:solidFill>
            <a:prstDash val="solid"/>
          </a:ln>
        </p:spPr>
      </p:sp>
      <p:sp>
        <p:nvSpPr>
          <p:cNvPr id="860" name="lumia-token-stream-curve">
            <a:extLst>
              <a:ext uri="{FF2B5EF4-FFF2-40B4-BE49-F238E27FC236}">
                <a16:creationId xmlns:a16="http://schemas.microsoft.com/office/drawing/2014/main" id="{0A5C5629-C81E-487A-A877-471067FC27D6}"/>
              </a:ext>
            </a:extLst>
          </p:cNvPr>
          <p:cNvSpPr>
            <a:spLocks noGrp="1"/>
          </p:cNvSpPr>
          <p:nvPr/>
        </p:nvSpPr>
        <p:spPr>
          <a:xfrm>
            <a:off x="7399353" y="5759367"/>
            <a:ext cx="282888" cy="112068"/>
          </a:xfrm>
          <a:custGeom>
            <a:avLst/>
            <a:gdLst/>
            <a:ahLst/>
            <a:cxnLst/>
            <a:rect l="0" t="0" r="0" b="0"/>
            <a:pathLst>
              <a:path w="282888" h="112068">
                <a:moveTo>
                  <a:pt x="0" y="112068"/>
                </a:moveTo>
                <a:lnTo>
                  <a:pt x="282888" y="0"/>
                </a:lnTo>
              </a:path>
            </a:pathLst>
          </a:custGeom>
          <a:noFill/>
          <a:ln w="9605">
            <a:solidFill>
              <a:srgbClr val="F59415">
                <a:alpha val="22000"/>
              </a:srgbClr>
            </a:solidFill>
            <a:prstDash val="solid"/>
          </a:ln>
        </p:spPr>
      </p:sp>
      <p:sp>
        <p:nvSpPr>
          <p:cNvPr id="861" name="lumia-token-stream-curve">
            <a:extLst>
              <a:ext uri="{FF2B5EF4-FFF2-40B4-BE49-F238E27FC236}">
                <a16:creationId xmlns:a16="http://schemas.microsoft.com/office/drawing/2014/main" id="{A37F76E2-ED5C-42F9-A30F-88412BB46F83}"/>
              </a:ext>
            </a:extLst>
          </p:cNvPr>
          <p:cNvSpPr>
            <a:spLocks noGrp="1"/>
          </p:cNvSpPr>
          <p:nvPr/>
        </p:nvSpPr>
        <p:spPr>
          <a:xfrm>
            <a:off x="7682240" y="5633338"/>
            <a:ext cx="285150" cy="126029"/>
          </a:xfrm>
          <a:custGeom>
            <a:avLst/>
            <a:gdLst/>
            <a:ahLst/>
            <a:cxnLst/>
            <a:rect l="0" t="0" r="0" b="0"/>
            <a:pathLst>
              <a:path w="285150" h="126029">
                <a:moveTo>
                  <a:pt x="0" y="126029"/>
                </a:moveTo>
                <a:lnTo>
                  <a:pt x="285150" y="0"/>
                </a:lnTo>
              </a:path>
            </a:pathLst>
          </a:custGeom>
          <a:noFill/>
          <a:ln w="9834">
            <a:solidFill>
              <a:srgbClr val="F79E11">
                <a:alpha val="23000"/>
              </a:srgbClr>
            </a:solidFill>
            <a:prstDash val="solid"/>
          </a:ln>
        </p:spPr>
      </p:sp>
      <p:sp>
        <p:nvSpPr>
          <p:cNvPr id="862" name="lumia-token-stream-curve">
            <a:extLst>
              <a:ext uri="{FF2B5EF4-FFF2-40B4-BE49-F238E27FC236}">
                <a16:creationId xmlns:a16="http://schemas.microsoft.com/office/drawing/2014/main" id="{D5388D5E-E718-4C02-A907-5EE708D9455F}"/>
              </a:ext>
            </a:extLst>
          </p:cNvPr>
          <p:cNvSpPr>
            <a:spLocks noGrp="1"/>
          </p:cNvSpPr>
          <p:nvPr/>
        </p:nvSpPr>
        <p:spPr>
          <a:xfrm>
            <a:off x="7967391" y="5498576"/>
            <a:ext cx="287404" cy="134762"/>
          </a:xfrm>
          <a:custGeom>
            <a:avLst/>
            <a:gdLst/>
            <a:ahLst/>
            <a:cxnLst/>
            <a:rect l="0" t="0" r="0" b="0"/>
            <a:pathLst>
              <a:path w="287404" h="134762">
                <a:moveTo>
                  <a:pt x="0" y="134762"/>
                </a:moveTo>
                <a:lnTo>
                  <a:pt x="287404" y="0"/>
                </a:lnTo>
              </a:path>
            </a:pathLst>
          </a:custGeom>
          <a:noFill/>
          <a:ln w="10062">
            <a:solidFill>
              <a:srgbClr val="F8A90C">
                <a:alpha val="23000"/>
              </a:srgbClr>
            </a:solidFill>
            <a:prstDash val="solid"/>
          </a:ln>
        </p:spPr>
      </p:sp>
      <p:sp>
        <p:nvSpPr>
          <p:cNvPr id="863" name="lumia-token-stream-curve">
            <a:extLst>
              <a:ext uri="{FF2B5EF4-FFF2-40B4-BE49-F238E27FC236}">
                <a16:creationId xmlns:a16="http://schemas.microsoft.com/office/drawing/2014/main" id="{4997BD1D-A53E-47F1-A84D-6D61224A36B1}"/>
              </a:ext>
            </a:extLst>
          </p:cNvPr>
          <p:cNvSpPr>
            <a:spLocks noGrp="1"/>
          </p:cNvSpPr>
          <p:nvPr/>
        </p:nvSpPr>
        <p:spPr>
          <a:xfrm>
            <a:off x="8254795" y="5361088"/>
            <a:ext cx="289649" cy="137488"/>
          </a:xfrm>
          <a:custGeom>
            <a:avLst/>
            <a:gdLst/>
            <a:ahLst/>
            <a:cxnLst/>
            <a:rect l="0" t="0" r="0" b="0"/>
            <a:pathLst>
              <a:path w="289649" h="137488">
                <a:moveTo>
                  <a:pt x="0" y="137488"/>
                </a:moveTo>
                <a:lnTo>
                  <a:pt x="289649" y="0"/>
                </a:lnTo>
              </a:path>
            </a:pathLst>
          </a:custGeom>
          <a:noFill/>
          <a:ln w="10286">
            <a:solidFill>
              <a:srgbClr val="FAB408">
                <a:alpha val="24000"/>
              </a:srgbClr>
            </a:solidFill>
            <a:prstDash val="solid"/>
          </a:ln>
        </p:spPr>
      </p:sp>
      <p:sp>
        <p:nvSpPr>
          <p:cNvPr id="864" name="lumia-token-stream-curve">
            <a:extLst>
              <a:ext uri="{FF2B5EF4-FFF2-40B4-BE49-F238E27FC236}">
                <a16:creationId xmlns:a16="http://schemas.microsoft.com/office/drawing/2014/main" id="{F37595E9-8C1A-4BC0-8F72-AE9C2D71B4DF}"/>
              </a:ext>
            </a:extLst>
          </p:cNvPr>
          <p:cNvSpPr>
            <a:spLocks noGrp="1"/>
          </p:cNvSpPr>
          <p:nvPr/>
        </p:nvSpPr>
        <p:spPr>
          <a:xfrm>
            <a:off x="8544443" y="5226876"/>
            <a:ext cx="291884" cy="134212"/>
          </a:xfrm>
          <a:custGeom>
            <a:avLst/>
            <a:gdLst/>
            <a:ahLst/>
            <a:cxnLst/>
            <a:rect l="0" t="0" r="0" b="0"/>
            <a:pathLst>
              <a:path w="291884" h="134212">
                <a:moveTo>
                  <a:pt x="0" y="134212"/>
                </a:moveTo>
                <a:lnTo>
                  <a:pt x="291884" y="0"/>
                </a:lnTo>
              </a:path>
            </a:pathLst>
          </a:custGeom>
          <a:noFill/>
          <a:ln w="10505">
            <a:solidFill>
              <a:srgbClr val="F7BC07">
                <a:alpha val="24000"/>
              </a:srgbClr>
            </a:solidFill>
            <a:prstDash val="solid"/>
          </a:ln>
        </p:spPr>
      </p:sp>
      <p:sp>
        <p:nvSpPr>
          <p:cNvPr id="865" name="lumia-token-stream-curve">
            <a:extLst>
              <a:ext uri="{FF2B5EF4-FFF2-40B4-BE49-F238E27FC236}">
                <a16:creationId xmlns:a16="http://schemas.microsoft.com/office/drawing/2014/main" id="{D4AD12C5-F7F7-4E08-AFB8-A2F940E295B8}"/>
              </a:ext>
            </a:extLst>
          </p:cNvPr>
          <p:cNvSpPr>
            <a:spLocks noGrp="1"/>
          </p:cNvSpPr>
          <p:nvPr/>
        </p:nvSpPr>
        <p:spPr>
          <a:xfrm>
            <a:off x="8836327" y="5101100"/>
            <a:ext cx="294111" cy="125776"/>
          </a:xfrm>
          <a:custGeom>
            <a:avLst/>
            <a:gdLst/>
            <a:ahLst/>
            <a:cxnLst/>
            <a:rect l="0" t="0" r="0" b="0"/>
            <a:pathLst>
              <a:path w="294111" h="125776">
                <a:moveTo>
                  <a:pt x="0" y="125776"/>
                </a:moveTo>
                <a:lnTo>
                  <a:pt x="294111" y="0"/>
                </a:lnTo>
              </a:path>
            </a:pathLst>
          </a:custGeom>
          <a:noFill/>
          <a:ln w="10716">
            <a:solidFill>
              <a:srgbClr val="E5BA0E">
                <a:alpha val="25000"/>
              </a:srgbClr>
            </a:solidFill>
            <a:prstDash val="solid"/>
          </a:ln>
        </p:spPr>
      </p:sp>
      <p:sp>
        <p:nvSpPr>
          <p:cNvPr id="866" name="lumia-token-stream-curve">
            <a:extLst>
              <a:ext uri="{FF2B5EF4-FFF2-40B4-BE49-F238E27FC236}">
                <a16:creationId xmlns:a16="http://schemas.microsoft.com/office/drawing/2014/main" id="{CD2176B8-4A29-4439-81E8-F0AA2E7F1589}"/>
              </a:ext>
            </a:extLst>
          </p:cNvPr>
          <p:cNvSpPr>
            <a:spLocks noGrp="1"/>
          </p:cNvSpPr>
          <p:nvPr/>
        </p:nvSpPr>
        <p:spPr>
          <a:xfrm>
            <a:off x="9130438" y="4987298"/>
            <a:ext cx="296328" cy="113802"/>
          </a:xfrm>
          <a:custGeom>
            <a:avLst/>
            <a:gdLst/>
            <a:ahLst/>
            <a:cxnLst/>
            <a:rect l="0" t="0" r="0" b="0"/>
            <a:pathLst>
              <a:path w="296328" h="113802">
                <a:moveTo>
                  <a:pt x="0" y="113802"/>
                </a:moveTo>
                <a:lnTo>
                  <a:pt x="296328" y="0"/>
                </a:lnTo>
              </a:path>
            </a:pathLst>
          </a:custGeom>
          <a:noFill/>
          <a:ln w="10917">
            <a:solidFill>
              <a:srgbClr val="D3B815">
                <a:alpha val="25000"/>
              </a:srgbClr>
            </a:solidFill>
            <a:prstDash val="solid"/>
          </a:ln>
        </p:spPr>
      </p:sp>
      <p:sp>
        <p:nvSpPr>
          <p:cNvPr id="867" name="lumia-token-stream-curve">
            <a:extLst>
              <a:ext uri="{FF2B5EF4-FFF2-40B4-BE49-F238E27FC236}">
                <a16:creationId xmlns:a16="http://schemas.microsoft.com/office/drawing/2014/main" id="{54356986-2D42-47D3-8C08-9B0E6521C56F}"/>
              </a:ext>
            </a:extLst>
          </p:cNvPr>
          <p:cNvSpPr>
            <a:spLocks noGrp="1"/>
          </p:cNvSpPr>
          <p:nvPr/>
        </p:nvSpPr>
        <p:spPr>
          <a:xfrm>
            <a:off x="9426766" y="4886785"/>
            <a:ext cx="298536" cy="100513"/>
          </a:xfrm>
          <a:custGeom>
            <a:avLst/>
            <a:gdLst/>
            <a:ahLst/>
            <a:cxnLst/>
            <a:rect l="0" t="0" r="0" b="0"/>
            <a:pathLst>
              <a:path w="298536" h="100513">
                <a:moveTo>
                  <a:pt x="0" y="100513"/>
                </a:moveTo>
                <a:lnTo>
                  <a:pt x="298536" y="0"/>
                </a:lnTo>
              </a:path>
            </a:pathLst>
          </a:custGeom>
          <a:noFill/>
          <a:ln w="11106">
            <a:solidFill>
              <a:srgbClr val="C2B61C">
                <a:alpha val="26000"/>
              </a:srgbClr>
            </a:solidFill>
            <a:prstDash val="solid"/>
          </a:ln>
        </p:spPr>
      </p:sp>
      <p:sp>
        <p:nvSpPr>
          <p:cNvPr id="868" name="lumia-token-stream-curve">
            <a:extLst>
              <a:ext uri="{FF2B5EF4-FFF2-40B4-BE49-F238E27FC236}">
                <a16:creationId xmlns:a16="http://schemas.microsoft.com/office/drawing/2014/main" id="{E9F4E908-B5B1-4B4D-8F1B-EC0395999F82}"/>
              </a:ext>
            </a:extLst>
          </p:cNvPr>
          <p:cNvSpPr>
            <a:spLocks noGrp="1"/>
          </p:cNvSpPr>
          <p:nvPr/>
        </p:nvSpPr>
        <p:spPr>
          <a:xfrm>
            <a:off x="9725302" y="4798332"/>
            <a:ext cx="300735" cy="88453"/>
          </a:xfrm>
          <a:custGeom>
            <a:avLst/>
            <a:gdLst/>
            <a:ahLst/>
            <a:cxnLst/>
            <a:rect l="0" t="0" r="0" b="0"/>
            <a:pathLst>
              <a:path w="300735" h="88453">
                <a:moveTo>
                  <a:pt x="0" y="88453"/>
                </a:moveTo>
                <a:lnTo>
                  <a:pt x="300735" y="0"/>
                </a:lnTo>
              </a:path>
            </a:pathLst>
          </a:custGeom>
          <a:noFill/>
          <a:ln w="11281">
            <a:solidFill>
              <a:srgbClr val="B0B422">
                <a:alpha val="26000"/>
              </a:srgbClr>
            </a:solidFill>
            <a:prstDash val="solid"/>
          </a:ln>
        </p:spPr>
      </p:sp>
      <p:sp>
        <p:nvSpPr>
          <p:cNvPr id="869" name="lumia-token-stream-curve">
            <a:extLst>
              <a:ext uri="{FF2B5EF4-FFF2-40B4-BE49-F238E27FC236}">
                <a16:creationId xmlns:a16="http://schemas.microsoft.com/office/drawing/2014/main" id="{75021964-B210-46E0-B2C8-102C68340253}"/>
              </a:ext>
            </a:extLst>
          </p:cNvPr>
          <p:cNvSpPr>
            <a:spLocks noGrp="1"/>
          </p:cNvSpPr>
          <p:nvPr/>
        </p:nvSpPr>
        <p:spPr>
          <a:xfrm>
            <a:off x="10026038" y="4718195"/>
            <a:ext cx="302926" cy="80137"/>
          </a:xfrm>
          <a:custGeom>
            <a:avLst/>
            <a:gdLst/>
            <a:ahLst/>
            <a:cxnLst/>
            <a:rect l="0" t="0" r="0" b="0"/>
            <a:pathLst>
              <a:path w="302926" h="80137">
                <a:moveTo>
                  <a:pt x="0" y="80137"/>
                </a:moveTo>
                <a:lnTo>
                  <a:pt x="302926" y="0"/>
                </a:lnTo>
              </a:path>
            </a:pathLst>
          </a:custGeom>
          <a:noFill/>
          <a:ln w="11440">
            <a:solidFill>
              <a:srgbClr val="9EB329">
                <a:alpha val="26000"/>
              </a:srgbClr>
            </a:solidFill>
            <a:prstDash val="solid"/>
          </a:ln>
        </p:spPr>
      </p:sp>
      <p:sp>
        <p:nvSpPr>
          <p:cNvPr id="870" name="lumia-token-stream-curve">
            <a:extLst>
              <a:ext uri="{FF2B5EF4-FFF2-40B4-BE49-F238E27FC236}">
                <a16:creationId xmlns:a16="http://schemas.microsoft.com/office/drawing/2014/main" id="{29C070E0-DC9C-4915-9C37-6EBE7383AA17}"/>
              </a:ext>
            </a:extLst>
          </p:cNvPr>
          <p:cNvSpPr>
            <a:spLocks noGrp="1"/>
          </p:cNvSpPr>
          <p:nvPr/>
        </p:nvSpPr>
        <p:spPr>
          <a:xfrm>
            <a:off x="10328963" y="4640522"/>
            <a:ext cx="305107" cy="77673"/>
          </a:xfrm>
          <a:custGeom>
            <a:avLst/>
            <a:gdLst/>
            <a:ahLst/>
            <a:cxnLst/>
            <a:rect l="0" t="0" r="0" b="0"/>
            <a:pathLst>
              <a:path w="305107" h="77673">
                <a:moveTo>
                  <a:pt x="0" y="77673"/>
                </a:moveTo>
                <a:lnTo>
                  <a:pt x="305107" y="0"/>
                </a:lnTo>
              </a:path>
            </a:pathLst>
          </a:custGeom>
          <a:noFill/>
          <a:ln w="11580">
            <a:solidFill>
              <a:srgbClr val="8CB130">
                <a:alpha val="27000"/>
              </a:srgbClr>
            </a:solidFill>
            <a:prstDash val="solid"/>
          </a:ln>
        </p:spPr>
      </p:sp>
      <p:sp>
        <p:nvSpPr>
          <p:cNvPr id="871" name="lumia-token-stream-curve">
            <a:extLst>
              <a:ext uri="{FF2B5EF4-FFF2-40B4-BE49-F238E27FC236}">
                <a16:creationId xmlns:a16="http://schemas.microsoft.com/office/drawing/2014/main" id="{13A4E553-21F2-4303-BDC1-B0A645241AAB}"/>
              </a:ext>
            </a:extLst>
          </p:cNvPr>
          <p:cNvSpPr>
            <a:spLocks noGrp="1"/>
          </p:cNvSpPr>
          <p:nvPr/>
        </p:nvSpPr>
        <p:spPr>
          <a:xfrm>
            <a:off x="10634070" y="4558100"/>
            <a:ext cx="307278" cy="82422"/>
          </a:xfrm>
          <a:custGeom>
            <a:avLst/>
            <a:gdLst/>
            <a:ahLst/>
            <a:cxnLst/>
            <a:rect l="0" t="0" r="0" b="0"/>
            <a:pathLst>
              <a:path w="307278" h="82422">
                <a:moveTo>
                  <a:pt x="0" y="82422"/>
                </a:moveTo>
                <a:lnTo>
                  <a:pt x="307278" y="0"/>
                </a:lnTo>
              </a:path>
            </a:pathLst>
          </a:custGeom>
          <a:noFill/>
          <a:ln w="11699">
            <a:solidFill>
              <a:srgbClr val="7BAF37">
                <a:alpha val="27000"/>
              </a:srgbClr>
            </a:solidFill>
            <a:prstDash val="solid"/>
          </a:ln>
        </p:spPr>
      </p:sp>
      <p:sp>
        <p:nvSpPr>
          <p:cNvPr id="872" name="lumia-token-stream-curve">
            <a:extLst>
              <a:ext uri="{FF2B5EF4-FFF2-40B4-BE49-F238E27FC236}">
                <a16:creationId xmlns:a16="http://schemas.microsoft.com/office/drawing/2014/main" id="{B484B48E-544B-4EE7-A518-AF870FA50B8E}"/>
              </a:ext>
            </a:extLst>
          </p:cNvPr>
          <p:cNvSpPr>
            <a:spLocks noGrp="1"/>
          </p:cNvSpPr>
          <p:nvPr/>
        </p:nvSpPr>
        <p:spPr>
          <a:xfrm>
            <a:off x="10941349" y="4463361"/>
            <a:ext cx="309441" cy="94739"/>
          </a:xfrm>
          <a:custGeom>
            <a:avLst/>
            <a:gdLst/>
            <a:ahLst/>
            <a:cxnLst/>
            <a:rect l="0" t="0" r="0" b="0"/>
            <a:pathLst>
              <a:path w="309441" h="94739">
                <a:moveTo>
                  <a:pt x="0" y="94739"/>
                </a:moveTo>
                <a:lnTo>
                  <a:pt x="309441" y="0"/>
                </a:lnTo>
              </a:path>
            </a:pathLst>
          </a:custGeom>
          <a:noFill/>
          <a:ln w="11795">
            <a:solidFill>
              <a:srgbClr val="69AD3E">
                <a:alpha val="27000"/>
              </a:srgbClr>
            </a:solidFill>
            <a:prstDash val="solid"/>
          </a:ln>
        </p:spPr>
      </p:sp>
      <p:sp>
        <p:nvSpPr>
          <p:cNvPr id="873" name="lumia-token-stream-curve">
            <a:extLst>
              <a:ext uri="{FF2B5EF4-FFF2-40B4-BE49-F238E27FC236}">
                <a16:creationId xmlns:a16="http://schemas.microsoft.com/office/drawing/2014/main" id="{E0B0A983-7C3A-438C-9593-AAD0F69336C0}"/>
              </a:ext>
            </a:extLst>
          </p:cNvPr>
          <p:cNvSpPr>
            <a:spLocks noGrp="1"/>
          </p:cNvSpPr>
          <p:nvPr/>
        </p:nvSpPr>
        <p:spPr>
          <a:xfrm>
            <a:off x="11250790" y="4349506"/>
            <a:ext cx="311595" cy="113856"/>
          </a:xfrm>
          <a:custGeom>
            <a:avLst/>
            <a:gdLst/>
            <a:ahLst/>
            <a:cxnLst/>
            <a:rect l="0" t="0" r="0" b="0"/>
            <a:pathLst>
              <a:path w="311595" h="113856">
                <a:moveTo>
                  <a:pt x="0" y="113856"/>
                </a:moveTo>
                <a:lnTo>
                  <a:pt x="311595" y="0"/>
                </a:lnTo>
              </a:path>
            </a:pathLst>
          </a:custGeom>
          <a:noFill/>
          <a:ln w="11867">
            <a:solidFill>
              <a:srgbClr val="57AC45">
                <a:alpha val="27000"/>
              </a:srgbClr>
            </a:solidFill>
            <a:prstDash val="solid"/>
          </a:ln>
        </p:spPr>
      </p:sp>
      <p:sp>
        <p:nvSpPr>
          <p:cNvPr id="874" name="lumia-token-stream-curve">
            <a:extLst>
              <a:ext uri="{FF2B5EF4-FFF2-40B4-BE49-F238E27FC236}">
                <a16:creationId xmlns:a16="http://schemas.microsoft.com/office/drawing/2014/main" id="{AA30AA39-63F2-499C-86FD-3B5037878E46}"/>
              </a:ext>
            </a:extLst>
          </p:cNvPr>
          <p:cNvSpPr>
            <a:spLocks noGrp="1"/>
          </p:cNvSpPr>
          <p:nvPr/>
        </p:nvSpPr>
        <p:spPr>
          <a:xfrm>
            <a:off x="11562385" y="4211579"/>
            <a:ext cx="313740" cy="137927"/>
          </a:xfrm>
          <a:custGeom>
            <a:avLst/>
            <a:gdLst/>
            <a:ahLst/>
            <a:cxnLst/>
            <a:rect l="0" t="0" r="0" b="0"/>
            <a:pathLst>
              <a:path w="313740" h="137927">
                <a:moveTo>
                  <a:pt x="0" y="137927"/>
                </a:moveTo>
                <a:lnTo>
                  <a:pt x="313740" y="0"/>
                </a:lnTo>
              </a:path>
            </a:pathLst>
          </a:custGeom>
          <a:noFill/>
          <a:ln w="11912">
            <a:solidFill>
              <a:srgbClr val="46AA4C">
                <a:alpha val="28000"/>
              </a:srgbClr>
            </a:solidFill>
            <a:prstDash val="solid"/>
          </a:ln>
        </p:spPr>
      </p:sp>
      <p:sp>
        <p:nvSpPr>
          <p:cNvPr id="875" name="lumia-token-stream-curve">
            <a:extLst>
              <a:ext uri="{FF2B5EF4-FFF2-40B4-BE49-F238E27FC236}">
                <a16:creationId xmlns:a16="http://schemas.microsoft.com/office/drawing/2014/main" id="{DA8C1288-38CB-44BF-B65B-0962968D314E}"/>
              </a:ext>
            </a:extLst>
          </p:cNvPr>
          <p:cNvSpPr>
            <a:spLocks noGrp="1"/>
          </p:cNvSpPr>
          <p:nvPr/>
        </p:nvSpPr>
        <p:spPr>
          <a:xfrm>
            <a:off x="11876125" y="4047322"/>
            <a:ext cx="315875" cy="164257"/>
          </a:xfrm>
          <a:custGeom>
            <a:avLst/>
            <a:gdLst/>
            <a:ahLst/>
            <a:cxnLst/>
            <a:rect l="0" t="0" r="0" b="0"/>
            <a:pathLst>
              <a:path w="315875" h="164257">
                <a:moveTo>
                  <a:pt x="0" y="164257"/>
                </a:moveTo>
                <a:lnTo>
                  <a:pt x="315875" y="0"/>
                </a:lnTo>
              </a:path>
            </a:pathLst>
          </a:custGeom>
          <a:noFill/>
          <a:ln w="11927">
            <a:solidFill>
              <a:srgbClr val="34A853">
                <a:alpha val="28000"/>
              </a:srgbClr>
            </a:solidFill>
            <a:prstDash val="solid"/>
          </a:ln>
        </p:spPr>
      </p:sp>
      <p:sp>
        <p:nvSpPr>
          <p:cNvPr id="876" name="lumia-token-stream-curve">
            <a:extLst>
              <a:ext uri="{FF2B5EF4-FFF2-40B4-BE49-F238E27FC236}">
                <a16:creationId xmlns:a16="http://schemas.microsoft.com/office/drawing/2014/main" id="{04F58EE5-11CC-494A-BEDB-988534315C49}"/>
              </a:ext>
            </a:extLst>
          </p:cNvPr>
          <p:cNvSpPr>
            <a:spLocks noGrp="1"/>
          </p:cNvSpPr>
          <p:nvPr/>
        </p:nvSpPr>
        <p:spPr>
          <a:xfrm>
            <a:off x="4693" y="6705600"/>
            <a:ext cx="211019" cy="9525"/>
          </a:xfrm>
          <a:custGeom>
            <a:avLst/>
            <a:gdLst/>
            <a:ahLst/>
            <a:cxnLst/>
            <a:rect l="0" t="0" r="0" b="0"/>
            <a:pathLst>
              <a:path w="211019" h="9525">
                <a:moveTo>
                  <a:pt x="0" y="0"/>
                </a:moveTo>
                <a:lnTo>
                  <a:pt x="211019" y="0"/>
                </a:lnTo>
              </a:path>
            </a:pathLst>
          </a:custGeom>
          <a:noFill/>
          <a:ln w="7678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877" name="lumia-token-stream-curve">
            <a:extLst>
              <a:ext uri="{FF2B5EF4-FFF2-40B4-BE49-F238E27FC236}">
                <a16:creationId xmlns:a16="http://schemas.microsoft.com/office/drawing/2014/main" id="{13953A0F-A3A3-47AD-B11D-2B5896D5872E}"/>
              </a:ext>
            </a:extLst>
          </p:cNvPr>
          <p:cNvSpPr>
            <a:spLocks noGrp="1"/>
          </p:cNvSpPr>
          <p:nvPr/>
        </p:nvSpPr>
        <p:spPr>
          <a:xfrm>
            <a:off x="215712" y="6705600"/>
            <a:ext cx="213551" cy="9525"/>
          </a:xfrm>
          <a:custGeom>
            <a:avLst/>
            <a:gdLst/>
            <a:ahLst/>
            <a:cxnLst/>
            <a:rect l="0" t="0" r="0" b="0"/>
            <a:pathLst>
              <a:path w="213551" h="9525">
                <a:moveTo>
                  <a:pt x="0" y="0"/>
                </a:moveTo>
                <a:lnTo>
                  <a:pt x="213551" y="0"/>
                </a:lnTo>
              </a:path>
            </a:pathLst>
          </a:custGeom>
          <a:noFill/>
          <a:ln w="7678">
            <a:solidFill>
              <a:srgbClr val="447EEC">
                <a:alpha val="13000"/>
              </a:srgbClr>
            </a:solidFill>
            <a:prstDash val="solid"/>
          </a:ln>
        </p:spPr>
      </p:sp>
      <p:sp>
        <p:nvSpPr>
          <p:cNvPr id="878" name="lumia-token-stream-curve">
            <a:extLst>
              <a:ext uri="{FF2B5EF4-FFF2-40B4-BE49-F238E27FC236}">
                <a16:creationId xmlns:a16="http://schemas.microsoft.com/office/drawing/2014/main" id="{CF2538F0-EECE-411C-A431-86F538AA3C25}"/>
              </a:ext>
            </a:extLst>
          </p:cNvPr>
          <p:cNvSpPr>
            <a:spLocks noGrp="1"/>
          </p:cNvSpPr>
          <p:nvPr/>
        </p:nvSpPr>
        <p:spPr>
          <a:xfrm>
            <a:off x="429263" y="6705600"/>
            <a:ext cx="216074" cy="9525"/>
          </a:xfrm>
          <a:custGeom>
            <a:avLst/>
            <a:gdLst/>
            <a:ahLst/>
            <a:cxnLst/>
            <a:rect l="0" t="0" r="0" b="0"/>
            <a:pathLst>
              <a:path w="216074" h="9525">
                <a:moveTo>
                  <a:pt x="0" y="0"/>
                </a:moveTo>
                <a:lnTo>
                  <a:pt x="216074" y="0"/>
                </a:lnTo>
              </a:path>
            </a:pathLst>
          </a:custGeom>
          <a:noFill/>
          <a:ln w="7678">
            <a:solidFill>
              <a:srgbClr val="4678E3">
                <a:alpha val="13000"/>
              </a:srgbClr>
            </a:solidFill>
            <a:prstDash val="solid"/>
          </a:ln>
        </p:spPr>
      </p:sp>
      <p:sp>
        <p:nvSpPr>
          <p:cNvPr id="879" name="lumia-token-stream-curve">
            <a:extLst>
              <a:ext uri="{FF2B5EF4-FFF2-40B4-BE49-F238E27FC236}">
                <a16:creationId xmlns:a16="http://schemas.microsoft.com/office/drawing/2014/main" id="{C3050E24-3D31-45A2-BFE8-093E7436CC13}"/>
              </a:ext>
            </a:extLst>
          </p:cNvPr>
          <p:cNvSpPr>
            <a:spLocks noGrp="1"/>
          </p:cNvSpPr>
          <p:nvPr/>
        </p:nvSpPr>
        <p:spPr>
          <a:xfrm>
            <a:off x="645337" y="6705600"/>
            <a:ext cx="218588" cy="9525"/>
          </a:xfrm>
          <a:custGeom>
            <a:avLst/>
            <a:gdLst/>
            <a:ahLst/>
            <a:cxnLst/>
            <a:rect l="0" t="0" r="0" b="0"/>
            <a:pathLst>
              <a:path w="218588" h="9525">
                <a:moveTo>
                  <a:pt x="0" y="0"/>
                </a:moveTo>
                <a:lnTo>
                  <a:pt x="218588" y="0"/>
                </a:lnTo>
              </a:path>
            </a:pathLst>
          </a:custGeom>
          <a:noFill/>
          <a:ln w="7678">
            <a:solidFill>
              <a:srgbClr val="4871DB">
                <a:alpha val="13000"/>
              </a:srgbClr>
            </a:solidFill>
            <a:prstDash val="solid"/>
          </a:ln>
        </p:spPr>
      </p:sp>
      <p:sp>
        <p:nvSpPr>
          <p:cNvPr id="880" name="lumia-token-stream-curve">
            <a:extLst>
              <a:ext uri="{FF2B5EF4-FFF2-40B4-BE49-F238E27FC236}">
                <a16:creationId xmlns:a16="http://schemas.microsoft.com/office/drawing/2014/main" id="{7A684B1D-B2D3-4A57-A694-486290E7D8BA}"/>
              </a:ext>
            </a:extLst>
          </p:cNvPr>
          <p:cNvSpPr>
            <a:spLocks noGrp="1"/>
          </p:cNvSpPr>
          <p:nvPr/>
        </p:nvSpPr>
        <p:spPr>
          <a:xfrm>
            <a:off x="863925" y="6705600"/>
            <a:ext cx="221092" cy="9525"/>
          </a:xfrm>
          <a:custGeom>
            <a:avLst/>
            <a:gdLst/>
            <a:ahLst/>
            <a:cxnLst/>
            <a:rect l="0" t="0" r="0" b="0"/>
            <a:pathLst>
              <a:path w="221092" h="9525">
                <a:moveTo>
                  <a:pt x="0" y="0"/>
                </a:moveTo>
                <a:lnTo>
                  <a:pt x="221092" y="0"/>
                </a:lnTo>
              </a:path>
            </a:pathLst>
          </a:custGeom>
          <a:noFill/>
          <a:ln w="7678">
            <a:solidFill>
              <a:srgbClr val="4A6BD2">
                <a:alpha val="13000"/>
              </a:srgbClr>
            </a:solidFill>
            <a:prstDash val="solid"/>
          </a:ln>
        </p:spPr>
      </p:sp>
      <p:sp>
        <p:nvSpPr>
          <p:cNvPr id="881" name="lumia-token-stream-curve">
            <a:extLst>
              <a:ext uri="{FF2B5EF4-FFF2-40B4-BE49-F238E27FC236}">
                <a16:creationId xmlns:a16="http://schemas.microsoft.com/office/drawing/2014/main" id="{EF24650A-3FCB-4750-AEA2-4A4EF11733E5}"/>
              </a:ext>
            </a:extLst>
          </p:cNvPr>
          <p:cNvSpPr>
            <a:spLocks noGrp="1"/>
          </p:cNvSpPr>
          <p:nvPr/>
        </p:nvSpPr>
        <p:spPr>
          <a:xfrm>
            <a:off x="1085018" y="6705600"/>
            <a:ext cx="223588" cy="9525"/>
          </a:xfrm>
          <a:custGeom>
            <a:avLst/>
            <a:gdLst/>
            <a:ahLst/>
            <a:cxnLst/>
            <a:rect l="0" t="0" r="0" b="0"/>
            <a:pathLst>
              <a:path w="223588" h="9525">
                <a:moveTo>
                  <a:pt x="0" y="0"/>
                </a:moveTo>
                <a:lnTo>
                  <a:pt x="223588" y="0"/>
                </a:lnTo>
              </a:path>
            </a:pathLst>
          </a:custGeom>
          <a:noFill/>
          <a:ln w="7678">
            <a:solidFill>
              <a:srgbClr val="4C64CA">
                <a:alpha val="13000"/>
              </a:srgbClr>
            </a:solidFill>
            <a:prstDash val="solid"/>
          </a:ln>
        </p:spPr>
      </p:sp>
      <p:sp>
        <p:nvSpPr>
          <p:cNvPr id="882" name="lumia-token-stream-curve">
            <a:extLst>
              <a:ext uri="{FF2B5EF4-FFF2-40B4-BE49-F238E27FC236}">
                <a16:creationId xmlns:a16="http://schemas.microsoft.com/office/drawing/2014/main" id="{20DE1300-D268-4D85-8119-89D70E3EB2DA}"/>
              </a:ext>
            </a:extLst>
          </p:cNvPr>
          <p:cNvSpPr>
            <a:spLocks noGrp="1"/>
          </p:cNvSpPr>
          <p:nvPr/>
        </p:nvSpPr>
        <p:spPr>
          <a:xfrm>
            <a:off x="1308605" y="6705600"/>
            <a:ext cx="226074" cy="9525"/>
          </a:xfrm>
          <a:custGeom>
            <a:avLst/>
            <a:gdLst/>
            <a:ahLst/>
            <a:cxnLst/>
            <a:rect l="0" t="0" r="0" b="0"/>
            <a:pathLst>
              <a:path w="226074" h="9525">
                <a:moveTo>
                  <a:pt x="0" y="0"/>
                </a:moveTo>
                <a:lnTo>
                  <a:pt x="226074" y="0"/>
                </a:lnTo>
              </a:path>
            </a:pathLst>
          </a:custGeom>
          <a:noFill/>
          <a:ln w="7678">
            <a:solidFill>
              <a:srgbClr val="4E5EC1">
                <a:alpha val="13000"/>
              </a:srgbClr>
            </a:solidFill>
            <a:prstDash val="solid"/>
          </a:ln>
        </p:spPr>
      </p:sp>
      <p:sp>
        <p:nvSpPr>
          <p:cNvPr id="883" name="lumia-token-stream-curve">
            <a:extLst>
              <a:ext uri="{FF2B5EF4-FFF2-40B4-BE49-F238E27FC236}">
                <a16:creationId xmlns:a16="http://schemas.microsoft.com/office/drawing/2014/main" id="{041E7D3E-6452-4463-BE77-7DBA6AEAE652}"/>
              </a:ext>
            </a:extLst>
          </p:cNvPr>
          <p:cNvSpPr>
            <a:spLocks noGrp="1"/>
          </p:cNvSpPr>
          <p:nvPr/>
        </p:nvSpPr>
        <p:spPr>
          <a:xfrm>
            <a:off x="1534679" y="6705600"/>
            <a:ext cx="228550" cy="9525"/>
          </a:xfrm>
          <a:custGeom>
            <a:avLst/>
            <a:gdLst/>
            <a:ahLst/>
            <a:cxnLst/>
            <a:rect l="0" t="0" r="0" b="0"/>
            <a:pathLst>
              <a:path w="228550" h="9525">
                <a:moveTo>
                  <a:pt x="0" y="0"/>
                </a:moveTo>
                <a:lnTo>
                  <a:pt x="228550" y="0"/>
                </a:lnTo>
              </a:path>
            </a:pathLst>
          </a:custGeom>
          <a:noFill/>
          <a:ln w="7678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884" name="lumia-token-stream-curve">
            <a:extLst>
              <a:ext uri="{FF2B5EF4-FFF2-40B4-BE49-F238E27FC236}">
                <a16:creationId xmlns:a16="http://schemas.microsoft.com/office/drawing/2014/main" id="{B7ED0AC7-D82F-4308-88F8-26FAAAD4C855}"/>
              </a:ext>
            </a:extLst>
          </p:cNvPr>
          <p:cNvSpPr>
            <a:spLocks noGrp="1"/>
          </p:cNvSpPr>
          <p:nvPr/>
        </p:nvSpPr>
        <p:spPr>
          <a:xfrm>
            <a:off x="1763229" y="6705600"/>
            <a:ext cx="231018" cy="9525"/>
          </a:xfrm>
          <a:custGeom>
            <a:avLst/>
            <a:gdLst/>
            <a:ahLst/>
            <a:cxnLst/>
            <a:rect l="0" t="0" r="0" b="0"/>
            <a:pathLst>
              <a:path w="231018" h="9525">
                <a:moveTo>
                  <a:pt x="0" y="0"/>
                </a:moveTo>
                <a:lnTo>
                  <a:pt x="231018" y="0"/>
                </a:lnTo>
              </a:path>
            </a:pathLst>
          </a:custGeom>
          <a:noFill/>
          <a:ln w="7678">
            <a:solidFill>
              <a:srgbClr val="5250B0">
                <a:alpha val="13000"/>
              </a:srgbClr>
            </a:solidFill>
            <a:prstDash val="solid"/>
          </a:ln>
        </p:spPr>
      </p:sp>
      <p:sp>
        <p:nvSpPr>
          <p:cNvPr id="885" name="lumia-token-stream-curve">
            <a:extLst>
              <a:ext uri="{FF2B5EF4-FFF2-40B4-BE49-F238E27FC236}">
                <a16:creationId xmlns:a16="http://schemas.microsoft.com/office/drawing/2014/main" id="{7A011950-1BE4-45EA-A88B-D1BE9CE0449E}"/>
              </a:ext>
            </a:extLst>
          </p:cNvPr>
          <p:cNvSpPr>
            <a:spLocks noGrp="1"/>
          </p:cNvSpPr>
          <p:nvPr/>
        </p:nvSpPr>
        <p:spPr>
          <a:xfrm>
            <a:off x="1994247" y="6705600"/>
            <a:ext cx="233476" cy="9525"/>
          </a:xfrm>
          <a:custGeom>
            <a:avLst/>
            <a:gdLst/>
            <a:ahLst/>
            <a:cxnLst/>
            <a:rect l="0" t="0" r="0" b="0"/>
            <a:pathLst>
              <a:path w="233476" h="9525">
                <a:moveTo>
                  <a:pt x="0" y="0"/>
                </a:moveTo>
                <a:lnTo>
                  <a:pt x="233476" y="0"/>
                </a:lnTo>
              </a:path>
            </a:pathLst>
          </a:custGeom>
          <a:noFill/>
          <a:ln w="7678">
            <a:solidFill>
              <a:srgbClr val="544AA8">
                <a:alpha val="13000"/>
              </a:srgbClr>
            </a:solidFill>
            <a:prstDash val="solid"/>
          </a:ln>
        </p:spPr>
      </p:sp>
      <p:sp>
        <p:nvSpPr>
          <p:cNvPr id="886" name="lumia-token-stream-curve">
            <a:extLst>
              <a:ext uri="{FF2B5EF4-FFF2-40B4-BE49-F238E27FC236}">
                <a16:creationId xmlns:a16="http://schemas.microsoft.com/office/drawing/2014/main" id="{E9E66CFC-858D-462C-A3D3-36CFF0484284}"/>
              </a:ext>
            </a:extLst>
          </p:cNvPr>
          <p:cNvSpPr>
            <a:spLocks noGrp="1"/>
          </p:cNvSpPr>
          <p:nvPr/>
        </p:nvSpPr>
        <p:spPr>
          <a:xfrm>
            <a:off x="2227723" y="6705600"/>
            <a:ext cx="235925" cy="9525"/>
          </a:xfrm>
          <a:custGeom>
            <a:avLst/>
            <a:gdLst/>
            <a:ahLst/>
            <a:cxnLst/>
            <a:rect l="0" t="0" r="0" b="0"/>
            <a:pathLst>
              <a:path w="235925" h="9525">
                <a:moveTo>
                  <a:pt x="0" y="0"/>
                </a:moveTo>
                <a:lnTo>
                  <a:pt x="235925" y="0"/>
                </a:lnTo>
              </a:path>
            </a:pathLst>
          </a:custGeom>
          <a:noFill/>
          <a:ln w="7678">
            <a:solidFill>
              <a:srgbClr val="5643A0">
                <a:alpha val="13000"/>
              </a:srgbClr>
            </a:solidFill>
            <a:prstDash val="solid"/>
          </a:ln>
        </p:spPr>
      </p:sp>
      <p:sp>
        <p:nvSpPr>
          <p:cNvPr id="887" name="lumia-token-stream-curve">
            <a:extLst>
              <a:ext uri="{FF2B5EF4-FFF2-40B4-BE49-F238E27FC236}">
                <a16:creationId xmlns:a16="http://schemas.microsoft.com/office/drawing/2014/main" id="{CB825AC7-7D12-4F1F-9D7B-8AFE2622C7C3}"/>
              </a:ext>
            </a:extLst>
          </p:cNvPr>
          <p:cNvSpPr>
            <a:spLocks noGrp="1"/>
          </p:cNvSpPr>
          <p:nvPr/>
        </p:nvSpPr>
        <p:spPr>
          <a:xfrm>
            <a:off x="2463648" y="6705600"/>
            <a:ext cx="238365" cy="9525"/>
          </a:xfrm>
          <a:custGeom>
            <a:avLst/>
            <a:gdLst/>
            <a:ahLst/>
            <a:cxnLst/>
            <a:rect l="0" t="0" r="0" b="0"/>
            <a:pathLst>
              <a:path w="238365" h="9525">
                <a:moveTo>
                  <a:pt x="0" y="0"/>
                </a:moveTo>
                <a:lnTo>
                  <a:pt x="238365" y="0"/>
                </a:lnTo>
              </a:path>
            </a:pathLst>
          </a:custGeom>
          <a:noFill/>
          <a:ln w="7678">
            <a:solidFill>
              <a:srgbClr val="583D97">
                <a:alpha val="13000"/>
              </a:srgbClr>
            </a:solidFill>
            <a:prstDash val="solid"/>
          </a:ln>
        </p:spPr>
      </p:sp>
      <p:sp>
        <p:nvSpPr>
          <p:cNvPr id="888" name="lumia-token-stream-curve">
            <a:extLst>
              <a:ext uri="{FF2B5EF4-FFF2-40B4-BE49-F238E27FC236}">
                <a16:creationId xmlns:a16="http://schemas.microsoft.com/office/drawing/2014/main" id="{678356D7-1054-4C38-9F06-0731E53DDC75}"/>
              </a:ext>
            </a:extLst>
          </p:cNvPr>
          <p:cNvSpPr>
            <a:spLocks noGrp="1"/>
          </p:cNvSpPr>
          <p:nvPr/>
        </p:nvSpPr>
        <p:spPr>
          <a:xfrm>
            <a:off x="2702013" y="6677118"/>
            <a:ext cx="240795" cy="28482"/>
          </a:xfrm>
          <a:custGeom>
            <a:avLst/>
            <a:gdLst/>
            <a:ahLst/>
            <a:cxnLst/>
            <a:rect l="0" t="0" r="0" b="0"/>
            <a:pathLst>
              <a:path w="240795" h="28482">
                <a:moveTo>
                  <a:pt x="0" y="28482"/>
                </a:moveTo>
                <a:lnTo>
                  <a:pt x="240795" y="0"/>
                </a:lnTo>
              </a:path>
            </a:pathLst>
          </a:custGeom>
          <a:noFill/>
          <a:ln w="7678">
            <a:solidFill>
              <a:srgbClr val="623C8F">
                <a:alpha val="13000"/>
              </a:srgbClr>
            </a:solidFill>
            <a:prstDash val="solid"/>
          </a:ln>
        </p:spPr>
      </p:sp>
      <p:sp>
        <p:nvSpPr>
          <p:cNvPr id="889" name="lumia-token-stream-curve">
            <a:extLst>
              <a:ext uri="{FF2B5EF4-FFF2-40B4-BE49-F238E27FC236}">
                <a16:creationId xmlns:a16="http://schemas.microsoft.com/office/drawing/2014/main" id="{FE1C1258-7F37-447B-8772-DA820ED5F54D}"/>
              </a:ext>
            </a:extLst>
          </p:cNvPr>
          <p:cNvSpPr>
            <a:spLocks noGrp="1"/>
          </p:cNvSpPr>
          <p:nvPr/>
        </p:nvSpPr>
        <p:spPr>
          <a:xfrm>
            <a:off x="2942808" y="6631040"/>
            <a:ext cx="243216" cy="46077"/>
          </a:xfrm>
          <a:custGeom>
            <a:avLst/>
            <a:gdLst/>
            <a:ahLst/>
            <a:cxnLst/>
            <a:rect l="0" t="0" r="0" b="0"/>
            <a:pathLst>
              <a:path w="243216" h="46077">
                <a:moveTo>
                  <a:pt x="0" y="46077"/>
                </a:moveTo>
                <a:lnTo>
                  <a:pt x="243216" y="0"/>
                </a:lnTo>
              </a:path>
            </a:pathLst>
          </a:custGeom>
          <a:noFill/>
          <a:ln w="7678">
            <a:solidFill>
              <a:srgbClr val="6F3C86">
                <a:alpha val="13000"/>
              </a:srgbClr>
            </a:solidFill>
            <a:prstDash val="solid"/>
          </a:ln>
        </p:spPr>
      </p:sp>
      <p:sp>
        <p:nvSpPr>
          <p:cNvPr id="890" name="lumia-token-stream-curve">
            <a:extLst>
              <a:ext uri="{FF2B5EF4-FFF2-40B4-BE49-F238E27FC236}">
                <a16:creationId xmlns:a16="http://schemas.microsoft.com/office/drawing/2014/main" id="{C3D6594F-05DC-4AE9-9097-40873673A743}"/>
              </a:ext>
            </a:extLst>
          </p:cNvPr>
          <p:cNvSpPr>
            <a:spLocks noGrp="1"/>
          </p:cNvSpPr>
          <p:nvPr/>
        </p:nvSpPr>
        <p:spPr>
          <a:xfrm>
            <a:off x="3186024" y="6592539"/>
            <a:ext cx="245628" cy="38502"/>
          </a:xfrm>
          <a:custGeom>
            <a:avLst/>
            <a:gdLst/>
            <a:ahLst/>
            <a:cxnLst/>
            <a:rect l="0" t="0" r="0" b="0"/>
            <a:pathLst>
              <a:path w="245628" h="38502">
                <a:moveTo>
                  <a:pt x="0" y="38502"/>
                </a:moveTo>
                <a:lnTo>
                  <a:pt x="245628" y="0"/>
                </a:lnTo>
              </a:path>
            </a:pathLst>
          </a:custGeom>
          <a:noFill/>
          <a:ln w="7678">
            <a:solidFill>
              <a:srgbClr val="7C3D7E">
                <a:alpha val="13000"/>
              </a:srgbClr>
            </a:solidFill>
            <a:prstDash val="solid"/>
          </a:ln>
        </p:spPr>
      </p:sp>
      <p:sp>
        <p:nvSpPr>
          <p:cNvPr id="891" name="lumia-token-stream-curve">
            <a:extLst>
              <a:ext uri="{FF2B5EF4-FFF2-40B4-BE49-F238E27FC236}">
                <a16:creationId xmlns:a16="http://schemas.microsoft.com/office/drawing/2014/main" id="{F618DE7D-E524-4047-B2E5-9A5038461794}"/>
              </a:ext>
            </a:extLst>
          </p:cNvPr>
          <p:cNvSpPr>
            <a:spLocks noGrp="1"/>
          </p:cNvSpPr>
          <p:nvPr/>
        </p:nvSpPr>
        <p:spPr>
          <a:xfrm>
            <a:off x="3431653" y="6563392"/>
            <a:ext cx="248031" cy="29146"/>
          </a:xfrm>
          <a:custGeom>
            <a:avLst/>
            <a:gdLst/>
            <a:ahLst/>
            <a:cxnLst/>
            <a:rect l="0" t="0" r="0" b="0"/>
            <a:pathLst>
              <a:path w="248031" h="29146">
                <a:moveTo>
                  <a:pt x="0" y="29146"/>
                </a:moveTo>
                <a:lnTo>
                  <a:pt x="248031" y="0"/>
                </a:lnTo>
              </a:path>
            </a:pathLst>
          </a:custGeom>
          <a:noFill/>
          <a:ln w="7678">
            <a:solidFill>
              <a:srgbClr val="893E75">
                <a:alpha val="14000"/>
              </a:srgbClr>
            </a:solidFill>
            <a:prstDash val="solid"/>
          </a:ln>
        </p:spPr>
      </p:sp>
      <p:sp>
        <p:nvSpPr>
          <p:cNvPr id="892" name="lumia-token-stream-curve">
            <a:extLst>
              <a:ext uri="{FF2B5EF4-FFF2-40B4-BE49-F238E27FC236}">
                <a16:creationId xmlns:a16="http://schemas.microsoft.com/office/drawing/2014/main" id="{8CCA15CC-8124-42FA-8276-9B0960F84AE1}"/>
              </a:ext>
            </a:extLst>
          </p:cNvPr>
          <p:cNvSpPr>
            <a:spLocks noGrp="1"/>
          </p:cNvSpPr>
          <p:nvPr/>
        </p:nvSpPr>
        <p:spPr>
          <a:xfrm>
            <a:off x="3679684" y="6544223"/>
            <a:ext cx="250425" cy="19170"/>
          </a:xfrm>
          <a:custGeom>
            <a:avLst/>
            <a:gdLst/>
            <a:ahLst/>
            <a:cxnLst/>
            <a:rect l="0" t="0" r="0" b="0"/>
            <a:pathLst>
              <a:path w="250425" h="19170">
                <a:moveTo>
                  <a:pt x="0" y="19170"/>
                </a:moveTo>
                <a:lnTo>
                  <a:pt x="250425" y="0"/>
                </a:lnTo>
              </a:path>
            </a:pathLst>
          </a:custGeom>
          <a:noFill/>
          <a:ln w="7679">
            <a:solidFill>
              <a:srgbClr val="963E6C">
                <a:alpha val="14000"/>
              </a:srgbClr>
            </a:solidFill>
            <a:prstDash val="solid"/>
          </a:ln>
        </p:spPr>
      </p:sp>
      <p:sp>
        <p:nvSpPr>
          <p:cNvPr id="893" name="lumia-token-stream-curve">
            <a:extLst>
              <a:ext uri="{FF2B5EF4-FFF2-40B4-BE49-F238E27FC236}">
                <a16:creationId xmlns:a16="http://schemas.microsoft.com/office/drawing/2014/main" id="{2C90029B-FA72-4695-B062-787D953532CF}"/>
              </a:ext>
            </a:extLst>
          </p:cNvPr>
          <p:cNvSpPr>
            <a:spLocks noGrp="1"/>
          </p:cNvSpPr>
          <p:nvPr/>
        </p:nvSpPr>
        <p:spPr>
          <a:xfrm>
            <a:off x="3930108" y="6534339"/>
            <a:ext cx="252809" cy="9884"/>
          </a:xfrm>
          <a:custGeom>
            <a:avLst/>
            <a:gdLst/>
            <a:ahLst/>
            <a:cxnLst/>
            <a:rect l="0" t="0" r="0" b="0"/>
            <a:pathLst>
              <a:path w="252809" h="9884">
                <a:moveTo>
                  <a:pt x="0" y="9884"/>
                </a:moveTo>
                <a:lnTo>
                  <a:pt x="252809" y="0"/>
                </a:lnTo>
              </a:path>
            </a:pathLst>
          </a:custGeom>
          <a:noFill/>
          <a:ln w="7702">
            <a:solidFill>
              <a:srgbClr val="A33F64">
                <a:alpha val="15000"/>
              </a:srgbClr>
            </a:solidFill>
            <a:prstDash val="solid"/>
          </a:ln>
        </p:spPr>
      </p:sp>
      <p:sp>
        <p:nvSpPr>
          <p:cNvPr id="894" name="lumia-token-stream-curve">
            <a:extLst>
              <a:ext uri="{FF2B5EF4-FFF2-40B4-BE49-F238E27FC236}">
                <a16:creationId xmlns:a16="http://schemas.microsoft.com/office/drawing/2014/main" id="{4EEB0629-B3A0-47BF-9E06-1F2B428A8219}"/>
              </a:ext>
            </a:extLst>
          </p:cNvPr>
          <p:cNvSpPr>
            <a:spLocks noGrp="1"/>
          </p:cNvSpPr>
          <p:nvPr/>
        </p:nvSpPr>
        <p:spPr>
          <a:xfrm>
            <a:off x="4182917" y="6531714"/>
            <a:ext cx="255184" cy="9525"/>
          </a:xfrm>
          <a:custGeom>
            <a:avLst/>
            <a:gdLst/>
            <a:ahLst/>
            <a:cxnLst/>
            <a:rect l="0" t="0" r="0" b="0"/>
            <a:pathLst>
              <a:path w="255184" h="9525">
                <a:moveTo>
                  <a:pt x="0" y="2625"/>
                </a:moveTo>
                <a:lnTo>
                  <a:pt x="255184" y="0"/>
                </a:lnTo>
              </a:path>
            </a:pathLst>
          </a:custGeom>
          <a:noFill/>
          <a:ln w="7756">
            <a:solidFill>
              <a:srgbClr val="B0405B">
                <a:alpha val="15000"/>
              </a:srgbClr>
            </a:solidFill>
            <a:prstDash val="solid"/>
          </a:ln>
        </p:spPr>
      </p:sp>
      <p:sp>
        <p:nvSpPr>
          <p:cNvPr id="895" name="lumia-token-stream-curve">
            <a:extLst>
              <a:ext uri="{FF2B5EF4-FFF2-40B4-BE49-F238E27FC236}">
                <a16:creationId xmlns:a16="http://schemas.microsoft.com/office/drawing/2014/main" id="{50ED6478-7ABF-4F05-966E-5BC476C8607B}"/>
              </a:ext>
            </a:extLst>
          </p:cNvPr>
          <p:cNvSpPr>
            <a:spLocks noGrp="1"/>
          </p:cNvSpPr>
          <p:nvPr/>
        </p:nvSpPr>
        <p:spPr>
          <a:xfrm>
            <a:off x="4438101" y="6531714"/>
            <a:ext cx="257549" cy="9525"/>
          </a:xfrm>
          <a:custGeom>
            <a:avLst/>
            <a:gdLst/>
            <a:ahLst/>
            <a:cxnLst/>
            <a:rect l="0" t="0" r="0" b="0"/>
            <a:pathLst>
              <a:path w="257549" h="9525">
                <a:moveTo>
                  <a:pt x="0" y="0"/>
                </a:moveTo>
                <a:lnTo>
                  <a:pt x="257549" y="1388"/>
                </a:lnTo>
              </a:path>
            </a:pathLst>
          </a:custGeom>
          <a:noFill/>
          <a:ln w="7836">
            <a:solidFill>
              <a:srgbClr val="BD4153">
                <a:alpha val="15000"/>
              </a:srgbClr>
            </a:solidFill>
            <a:prstDash val="solid"/>
          </a:ln>
        </p:spPr>
      </p:sp>
      <p:sp>
        <p:nvSpPr>
          <p:cNvPr id="896" name="lumia-token-stream-curve">
            <a:extLst>
              <a:ext uri="{FF2B5EF4-FFF2-40B4-BE49-F238E27FC236}">
                <a16:creationId xmlns:a16="http://schemas.microsoft.com/office/drawing/2014/main" id="{76DD0F37-2098-4DBC-A48A-F8E9F5DDEF40}"/>
              </a:ext>
            </a:extLst>
          </p:cNvPr>
          <p:cNvSpPr>
            <a:spLocks noGrp="1"/>
          </p:cNvSpPr>
          <p:nvPr/>
        </p:nvSpPr>
        <p:spPr>
          <a:xfrm>
            <a:off x="4695650" y="6533103"/>
            <a:ext cx="259906" cy="9525"/>
          </a:xfrm>
          <a:custGeom>
            <a:avLst/>
            <a:gdLst/>
            <a:ahLst/>
            <a:cxnLst/>
            <a:rect l="0" t="0" r="0" b="0"/>
            <a:pathLst>
              <a:path w="259906" h="9525">
                <a:moveTo>
                  <a:pt x="0" y="0"/>
                </a:moveTo>
                <a:lnTo>
                  <a:pt x="259906" y="1199"/>
                </a:lnTo>
              </a:path>
            </a:pathLst>
          </a:custGeom>
          <a:noFill/>
          <a:ln w="7941">
            <a:solidFill>
              <a:srgbClr val="CA414A">
                <a:alpha val="16000"/>
              </a:srgbClr>
            </a:solidFill>
            <a:prstDash val="solid"/>
          </a:ln>
        </p:spPr>
      </p:sp>
      <p:sp>
        <p:nvSpPr>
          <p:cNvPr id="897" name="lumia-token-stream-curve">
            <a:extLst>
              <a:ext uri="{FF2B5EF4-FFF2-40B4-BE49-F238E27FC236}">
                <a16:creationId xmlns:a16="http://schemas.microsoft.com/office/drawing/2014/main" id="{E30EE0A5-EDD1-45B3-A223-3EDC08980629}"/>
              </a:ext>
            </a:extLst>
          </p:cNvPr>
          <p:cNvSpPr>
            <a:spLocks noGrp="1"/>
          </p:cNvSpPr>
          <p:nvPr/>
        </p:nvSpPr>
        <p:spPr>
          <a:xfrm>
            <a:off x="4955556" y="6530547"/>
            <a:ext cx="262253" cy="9525"/>
          </a:xfrm>
          <a:custGeom>
            <a:avLst/>
            <a:gdLst/>
            <a:ahLst/>
            <a:cxnLst/>
            <a:rect l="0" t="0" r="0" b="0"/>
            <a:pathLst>
              <a:path w="262253" h="9525">
                <a:moveTo>
                  <a:pt x="0" y="3755"/>
                </a:moveTo>
                <a:lnTo>
                  <a:pt x="262253" y="0"/>
                </a:lnTo>
              </a:path>
            </a:pathLst>
          </a:custGeom>
          <a:noFill/>
          <a:ln w="8070">
            <a:solidFill>
              <a:srgbClr val="D74242">
                <a:alpha val="17000"/>
              </a:srgbClr>
            </a:solidFill>
            <a:prstDash val="solid"/>
          </a:ln>
        </p:spPr>
      </p:sp>
      <p:sp>
        <p:nvSpPr>
          <p:cNvPr id="898" name="lumia-token-stream-curve">
            <a:extLst>
              <a:ext uri="{FF2B5EF4-FFF2-40B4-BE49-F238E27FC236}">
                <a16:creationId xmlns:a16="http://schemas.microsoft.com/office/drawing/2014/main" id="{3B94C9D6-98AF-4D76-88C8-3513DEDCF931}"/>
              </a:ext>
            </a:extLst>
          </p:cNvPr>
          <p:cNvSpPr>
            <a:spLocks noGrp="1"/>
          </p:cNvSpPr>
          <p:nvPr/>
        </p:nvSpPr>
        <p:spPr>
          <a:xfrm>
            <a:off x="5217809" y="6516995"/>
            <a:ext cx="264591" cy="13552"/>
          </a:xfrm>
          <a:custGeom>
            <a:avLst/>
            <a:gdLst/>
            <a:ahLst/>
            <a:cxnLst/>
            <a:rect l="0" t="0" r="0" b="0"/>
            <a:pathLst>
              <a:path w="264591" h="13552">
                <a:moveTo>
                  <a:pt x="0" y="13552"/>
                </a:moveTo>
                <a:lnTo>
                  <a:pt x="264591" y="0"/>
                </a:lnTo>
              </a:path>
            </a:pathLst>
          </a:custGeom>
          <a:noFill/>
          <a:ln w="8219">
            <a:solidFill>
              <a:srgbClr val="E44339">
                <a:alpha val="17000"/>
              </a:srgbClr>
            </a:solidFill>
            <a:prstDash val="solid"/>
          </a:ln>
        </p:spPr>
      </p:sp>
      <p:sp>
        <p:nvSpPr>
          <p:cNvPr id="899" name="lumia-token-stream-curve">
            <a:extLst>
              <a:ext uri="{FF2B5EF4-FFF2-40B4-BE49-F238E27FC236}">
                <a16:creationId xmlns:a16="http://schemas.microsoft.com/office/drawing/2014/main" id="{74C1DFAD-D489-4088-9471-9E69B95C10C2}"/>
              </a:ext>
            </a:extLst>
          </p:cNvPr>
          <p:cNvSpPr>
            <a:spLocks noGrp="1"/>
          </p:cNvSpPr>
          <p:nvPr/>
        </p:nvSpPr>
        <p:spPr>
          <a:xfrm>
            <a:off x="5482400" y="6489266"/>
            <a:ext cx="266920" cy="27728"/>
          </a:xfrm>
          <a:custGeom>
            <a:avLst/>
            <a:gdLst/>
            <a:ahLst/>
            <a:cxnLst/>
            <a:rect l="0" t="0" r="0" b="0"/>
            <a:pathLst>
              <a:path w="266920" h="27728">
                <a:moveTo>
                  <a:pt x="0" y="27728"/>
                </a:moveTo>
                <a:lnTo>
                  <a:pt x="266920" y="0"/>
                </a:lnTo>
              </a:path>
            </a:pathLst>
          </a:custGeom>
          <a:noFill/>
          <a:ln w="8387">
            <a:solidFill>
              <a:srgbClr val="EB4833">
                <a:alpha val="18000"/>
              </a:srgbClr>
            </a:solidFill>
            <a:prstDash val="solid"/>
          </a:ln>
        </p:spPr>
      </p:sp>
      <p:sp>
        <p:nvSpPr>
          <p:cNvPr id="900" name="lumia-token-stream-curve">
            <a:extLst>
              <a:ext uri="{FF2B5EF4-FFF2-40B4-BE49-F238E27FC236}">
                <a16:creationId xmlns:a16="http://schemas.microsoft.com/office/drawing/2014/main" id="{0A90D2D5-F7BE-445B-A07F-A5DEFFB6C63D}"/>
              </a:ext>
            </a:extLst>
          </p:cNvPr>
          <p:cNvSpPr>
            <a:spLocks noGrp="1"/>
          </p:cNvSpPr>
          <p:nvPr/>
        </p:nvSpPr>
        <p:spPr>
          <a:xfrm>
            <a:off x="5749320" y="6443970"/>
            <a:ext cx="269239" cy="45296"/>
          </a:xfrm>
          <a:custGeom>
            <a:avLst/>
            <a:gdLst/>
            <a:ahLst/>
            <a:cxnLst/>
            <a:rect l="0" t="0" r="0" b="0"/>
            <a:pathLst>
              <a:path w="269239" h="45296">
                <a:moveTo>
                  <a:pt x="0" y="45296"/>
                </a:moveTo>
                <a:lnTo>
                  <a:pt x="269239" y="0"/>
                </a:lnTo>
              </a:path>
            </a:pathLst>
          </a:custGeom>
          <a:noFill/>
          <a:ln w="8571">
            <a:solidFill>
              <a:srgbClr val="EC532F">
                <a:alpha val="18000"/>
              </a:srgbClr>
            </a:solidFill>
            <a:prstDash val="solid"/>
          </a:ln>
        </p:spPr>
      </p:sp>
      <p:sp>
        <p:nvSpPr>
          <p:cNvPr id="901" name="lumia-token-stream-curve">
            <a:extLst>
              <a:ext uri="{FF2B5EF4-FFF2-40B4-BE49-F238E27FC236}">
                <a16:creationId xmlns:a16="http://schemas.microsoft.com/office/drawing/2014/main" id="{F7B69888-E412-4778-8D23-CE8A47B5E283}"/>
              </a:ext>
            </a:extLst>
          </p:cNvPr>
          <p:cNvSpPr>
            <a:spLocks noGrp="1"/>
          </p:cNvSpPr>
          <p:nvPr/>
        </p:nvSpPr>
        <p:spPr>
          <a:xfrm>
            <a:off x="6018559" y="6379152"/>
            <a:ext cx="271549" cy="64818"/>
          </a:xfrm>
          <a:custGeom>
            <a:avLst/>
            <a:gdLst/>
            <a:ahLst/>
            <a:cxnLst/>
            <a:rect l="0" t="0" r="0" b="0"/>
            <a:pathLst>
              <a:path w="271549" h="64818">
                <a:moveTo>
                  <a:pt x="0" y="64818"/>
                </a:moveTo>
                <a:lnTo>
                  <a:pt x="271549" y="0"/>
                </a:lnTo>
              </a:path>
            </a:pathLst>
          </a:custGeom>
          <a:noFill/>
          <a:ln w="8769">
            <a:solidFill>
              <a:srgbClr val="EE5E2A">
                <a:alpha val="19000"/>
              </a:srgbClr>
            </a:solidFill>
            <a:prstDash val="solid"/>
          </a:ln>
        </p:spPr>
      </p:sp>
      <p:sp>
        <p:nvSpPr>
          <p:cNvPr id="902" name="lumia-token-stream-curve">
            <a:extLst>
              <a:ext uri="{FF2B5EF4-FFF2-40B4-BE49-F238E27FC236}">
                <a16:creationId xmlns:a16="http://schemas.microsoft.com/office/drawing/2014/main" id="{CE4466CC-A417-4E6A-AA2D-0F238A9EA391}"/>
              </a:ext>
            </a:extLst>
          </p:cNvPr>
          <p:cNvSpPr>
            <a:spLocks noGrp="1"/>
          </p:cNvSpPr>
          <p:nvPr/>
        </p:nvSpPr>
        <p:spPr>
          <a:xfrm>
            <a:off x="6290109" y="6294607"/>
            <a:ext cx="273850" cy="84545"/>
          </a:xfrm>
          <a:custGeom>
            <a:avLst/>
            <a:gdLst/>
            <a:ahLst/>
            <a:cxnLst/>
            <a:rect l="0" t="0" r="0" b="0"/>
            <a:pathLst>
              <a:path w="273850" h="84545">
                <a:moveTo>
                  <a:pt x="0" y="84545"/>
                </a:moveTo>
                <a:lnTo>
                  <a:pt x="273850" y="0"/>
                </a:lnTo>
              </a:path>
            </a:pathLst>
          </a:custGeom>
          <a:noFill/>
          <a:ln w="8979">
            <a:solidFill>
              <a:srgbClr val="EF6926">
                <a:alpha val="20000"/>
              </a:srgbClr>
            </a:solidFill>
            <a:prstDash val="solid"/>
          </a:ln>
        </p:spPr>
      </p:sp>
      <p:sp>
        <p:nvSpPr>
          <p:cNvPr id="903" name="lumia-token-stream-curve">
            <a:extLst>
              <a:ext uri="{FF2B5EF4-FFF2-40B4-BE49-F238E27FC236}">
                <a16:creationId xmlns:a16="http://schemas.microsoft.com/office/drawing/2014/main" id="{B32937EF-EC4F-40FE-9CC8-942296BC3BD2}"/>
              </a:ext>
            </a:extLst>
          </p:cNvPr>
          <p:cNvSpPr>
            <a:spLocks noGrp="1"/>
          </p:cNvSpPr>
          <p:nvPr/>
        </p:nvSpPr>
        <p:spPr>
          <a:xfrm>
            <a:off x="6563959" y="6191999"/>
            <a:ext cx="276142" cy="102608"/>
          </a:xfrm>
          <a:custGeom>
            <a:avLst/>
            <a:gdLst/>
            <a:ahLst/>
            <a:cxnLst/>
            <a:rect l="0" t="0" r="0" b="0"/>
            <a:pathLst>
              <a:path w="276142" h="102608">
                <a:moveTo>
                  <a:pt x="0" y="102608"/>
                </a:moveTo>
                <a:lnTo>
                  <a:pt x="276142" y="0"/>
                </a:lnTo>
              </a:path>
            </a:pathLst>
          </a:custGeom>
          <a:noFill/>
          <a:ln w="9198">
            <a:solidFill>
              <a:srgbClr val="F17322">
                <a:alpha val="20000"/>
              </a:srgbClr>
            </a:solidFill>
            <a:prstDash val="solid"/>
          </a:ln>
        </p:spPr>
      </p:sp>
      <p:sp>
        <p:nvSpPr>
          <p:cNvPr id="904" name="lumia-token-stream-curve">
            <a:extLst>
              <a:ext uri="{FF2B5EF4-FFF2-40B4-BE49-F238E27FC236}">
                <a16:creationId xmlns:a16="http://schemas.microsoft.com/office/drawing/2014/main" id="{387C755E-69DA-4AF6-93D5-D539EF7793DA}"/>
              </a:ext>
            </a:extLst>
          </p:cNvPr>
          <p:cNvSpPr>
            <a:spLocks noGrp="1"/>
          </p:cNvSpPr>
          <p:nvPr/>
        </p:nvSpPr>
        <p:spPr>
          <a:xfrm>
            <a:off x="6840101" y="6074752"/>
            <a:ext cx="278425" cy="117246"/>
          </a:xfrm>
          <a:custGeom>
            <a:avLst/>
            <a:gdLst/>
            <a:ahLst/>
            <a:cxnLst/>
            <a:rect l="0" t="0" r="0" b="0"/>
            <a:pathLst>
              <a:path w="278425" h="117246">
                <a:moveTo>
                  <a:pt x="0" y="117246"/>
                </a:moveTo>
                <a:lnTo>
                  <a:pt x="278425" y="0"/>
                </a:lnTo>
              </a:path>
            </a:pathLst>
          </a:custGeom>
          <a:noFill/>
          <a:ln w="9425">
            <a:solidFill>
              <a:srgbClr val="F27E1E">
                <a:alpha val="21000"/>
              </a:srgbClr>
            </a:solidFill>
            <a:prstDash val="solid"/>
          </a:ln>
        </p:spPr>
      </p:sp>
      <p:sp>
        <p:nvSpPr>
          <p:cNvPr id="905" name="lumia-token-stream-curve">
            <a:extLst>
              <a:ext uri="{FF2B5EF4-FFF2-40B4-BE49-F238E27FC236}">
                <a16:creationId xmlns:a16="http://schemas.microsoft.com/office/drawing/2014/main" id="{B012A036-37D1-49AC-9E56-C162CA5EFECE}"/>
              </a:ext>
            </a:extLst>
          </p:cNvPr>
          <p:cNvSpPr>
            <a:spLocks noGrp="1"/>
          </p:cNvSpPr>
          <p:nvPr/>
        </p:nvSpPr>
        <p:spPr>
          <a:xfrm>
            <a:off x="7118526" y="5947720"/>
            <a:ext cx="280698" cy="127033"/>
          </a:xfrm>
          <a:custGeom>
            <a:avLst/>
            <a:gdLst/>
            <a:ahLst/>
            <a:cxnLst/>
            <a:rect l="0" t="0" r="0" b="0"/>
            <a:pathLst>
              <a:path w="280698" h="127033">
                <a:moveTo>
                  <a:pt x="0" y="127033"/>
                </a:moveTo>
                <a:lnTo>
                  <a:pt x="280698" y="0"/>
                </a:lnTo>
              </a:path>
            </a:pathLst>
          </a:custGeom>
          <a:noFill/>
          <a:ln w="9657">
            <a:solidFill>
              <a:srgbClr val="F48919">
                <a:alpha val="21000"/>
              </a:srgbClr>
            </a:solidFill>
            <a:prstDash val="solid"/>
          </a:ln>
        </p:spPr>
      </p:sp>
      <p:sp>
        <p:nvSpPr>
          <p:cNvPr id="906" name="lumia-token-stream-curve">
            <a:extLst>
              <a:ext uri="{FF2B5EF4-FFF2-40B4-BE49-F238E27FC236}">
                <a16:creationId xmlns:a16="http://schemas.microsoft.com/office/drawing/2014/main" id="{0FDAEBC9-8403-45E6-A2A5-D9DE8DDC6B23}"/>
              </a:ext>
            </a:extLst>
          </p:cNvPr>
          <p:cNvSpPr>
            <a:spLocks noGrp="1"/>
          </p:cNvSpPr>
          <p:nvPr/>
        </p:nvSpPr>
        <p:spPr>
          <a:xfrm>
            <a:off x="7399224" y="5816631"/>
            <a:ext cx="282962" cy="131089"/>
          </a:xfrm>
          <a:custGeom>
            <a:avLst/>
            <a:gdLst/>
            <a:ahLst/>
            <a:cxnLst/>
            <a:rect l="0" t="0" r="0" b="0"/>
            <a:pathLst>
              <a:path w="282962" h="131089">
                <a:moveTo>
                  <a:pt x="0" y="131089"/>
                </a:moveTo>
                <a:lnTo>
                  <a:pt x="282962" y="0"/>
                </a:lnTo>
              </a:path>
            </a:pathLst>
          </a:custGeom>
          <a:noFill/>
          <a:ln w="9893">
            <a:solidFill>
              <a:srgbClr val="F59415">
                <a:alpha val="22000"/>
              </a:srgbClr>
            </a:solidFill>
            <a:prstDash val="solid"/>
          </a:ln>
        </p:spPr>
      </p:sp>
      <p:sp>
        <p:nvSpPr>
          <p:cNvPr id="907" name="lumia-token-stream-curve">
            <a:extLst>
              <a:ext uri="{FF2B5EF4-FFF2-40B4-BE49-F238E27FC236}">
                <a16:creationId xmlns:a16="http://schemas.microsoft.com/office/drawing/2014/main" id="{C88EE1C8-0721-4E1E-A041-15D51773DC21}"/>
              </a:ext>
            </a:extLst>
          </p:cNvPr>
          <p:cNvSpPr>
            <a:spLocks noGrp="1"/>
          </p:cNvSpPr>
          <p:nvPr/>
        </p:nvSpPr>
        <p:spPr>
          <a:xfrm>
            <a:off x="7682186" y="5687393"/>
            <a:ext cx="285217" cy="129238"/>
          </a:xfrm>
          <a:custGeom>
            <a:avLst/>
            <a:gdLst/>
            <a:ahLst/>
            <a:cxnLst/>
            <a:rect l="0" t="0" r="0" b="0"/>
            <a:pathLst>
              <a:path w="285217" h="129238">
                <a:moveTo>
                  <a:pt x="0" y="129238"/>
                </a:moveTo>
                <a:lnTo>
                  <a:pt x="285217" y="0"/>
                </a:lnTo>
              </a:path>
            </a:pathLst>
          </a:custGeom>
          <a:noFill/>
          <a:ln w="10129">
            <a:solidFill>
              <a:srgbClr val="F79E11">
                <a:alpha val="23000"/>
              </a:srgbClr>
            </a:solidFill>
            <a:prstDash val="solid"/>
          </a:ln>
        </p:spPr>
      </p:sp>
      <p:sp>
        <p:nvSpPr>
          <p:cNvPr id="908" name="lumia-token-stream-curve">
            <a:extLst>
              <a:ext uri="{FF2B5EF4-FFF2-40B4-BE49-F238E27FC236}">
                <a16:creationId xmlns:a16="http://schemas.microsoft.com/office/drawing/2014/main" id="{61DBB47B-0597-49D7-8418-72E3DCCDB6B8}"/>
              </a:ext>
            </a:extLst>
          </p:cNvPr>
          <p:cNvSpPr>
            <a:spLocks noGrp="1"/>
          </p:cNvSpPr>
          <p:nvPr/>
        </p:nvSpPr>
        <p:spPr>
          <a:xfrm>
            <a:off x="7967402" y="5565315"/>
            <a:ext cx="287462" cy="122078"/>
          </a:xfrm>
          <a:custGeom>
            <a:avLst/>
            <a:gdLst/>
            <a:ahLst/>
            <a:cxnLst/>
            <a:rect l="0" t="0" r="0" b="0"/>
            <a:pathLst>
              <a:path w="287462" h="122078">
                <a:moveTo>
                  <a:pt x="0" y="122078"/>
                </a:moveTo>
                <a:lnTo>
                  <a:pt x="287462" y="0"/>
                </a:lnTo>
              </a:path>
            </a:pathLst>
          </a:custGeom>
          <a:noFill/>
          <a:ln w="10364">
            <a:solidFill>
              <a:srgbClr val="F8A90C">
                <a:alpha val="23000"/>
              </a:srgbClr>
            </a:solidFill>
            <a:prstDash val="solid"/>
          </a:ln>
        </p:spPr>
      </p:sp>
      <p:sp>
        <p:nvSpPr>
          <p:cNvPr id="909" name="lumia-token-stream-curve">
            <a:extLst>
              <a:ext uri="{FF2B5EF4-FFF2-40B4-BE49-F238E27FC236}">
                <a16:creationId xmlns:a16="http://schemas.microsoft.com/office/drawing/2014/main" id="{E82393F4-07DF-4D24-A63B-10E7FC45D4C7}"/>
              </a:ext>
            </a:extLst>
          </p:cNvPr>
          <p:cNvSpPr>
            <a:spLocks noGrp="1"/>
          </p:cNvSpPr>
          <p:nvPr/>
        </p:nvSpPr>
        <p:spPr>
          <a:xfrm>
            <a:off x="8254864" y="5454354"/>
            <a:ext cx="289698" cy="110962"/>
          </a:xfrm>
          <a:custGeom>
            <a:avLst/>
            <a:gdLst/>
            <a:ahLst/>
            <a:cxnLst/>
            <a:rect l="0" t="0" r="0" b="0"/>
            <a:pathLst>
              <a:path w="289698" h="110962">
                <a:moveTo>
                  <a:pt x="0" y="110962"/>
                </a:moveTo>
                <a:lnTo>
                  <a:pt x="289698" y="0"/>
                </a:lnTo>
              </a:path>
            </a:pathLst>
          </a:custGeom>
          <a:noFill/>
          <a:ln w="10595">
            <a:solidFill>
              <a:srgbClr val="FAB408">
                <a:alpha val="24000"/>
              </a:srgbClr>
            </a:solidFill>
            <a:prstDash val="solid"/>
          </a:ln>
        </p:spPr>
      </p:sp>
      <p:sp>
        <p:nvSpPr>
          <p:cNvPr id="910" name="lumia-token-stream-curve">
            <a:extLst>
              <a:ext uri="{FF2B5EF4-FFF2-40B4-BE49-F238E27FC236}">
                <a16:creationId xmlns:a16="http://schemas.microsoft.com/office/drawing/2014/main" id="{A14148E3-B41F-4CEF-9BA3-C5A1FF70D918}"/>
              </a:ext>
            </a:extLst>
          </p:cNvPr>
          <p:cNvSpPr>
            <a:spLocks noGrp="1"/>
          </p:cNvSpPr>
          <p:nvPr/>
        </p:nvSpPr>
        <p:spPr>
          <a:xfrm>
            <a:off x="8544562" y="5356495"/>
            <a:ext cx="291925" cy="97859"/>
          </a:xfrm>
          <a:custGeom>
            <a:avLst/>
            <a:gdLst/>
            <a:ahLst/>
            <a:cxnLst/>
            <a:rect l="0" t="0" r="0" b="0"/>
            <a:pathLst>
              <a:path w="291925" h="97859">
                <a:moveTo>
                  <a:pt x="0" y="97859"/>
                </a:moveTo>
                <a:lnTo>
                  <a:pt x="291925" y="0"/>
                </a:lnTo>
              </a:path>
            </a:pathLst>
          </a:custGeom>
          <a:noFill/>
          <a:ln w="10820">
            <a:solidFill>
              <a:srgbClr val="F7BC07">
                <a:alpha val="24000"/>
              </a:srgbClr>
            </a:solidFill>
            <a:prstDash val="solid"/>
          </a:ln>
        </p:spPr>
      </p:sp>
      <p:sp>
        <p:nvSpPr>
          <p:cNvPr id="911" name="lumia-token-stream-curve">
            <a:extLst>
              <a:ext uri="{FF2B5EF4-FFF2-40B4-BE49-F238E27FC236}">
                <a16:creationId xmlns:a16="http://schemas.microsoft.com/office/drawing/2014/main" id="{EF151386-C11D-4B39-965E-160B02B71271}"/>
              </a:ext>
            </a:extLst>
          </p:cNvPr>
          <p:cNvSpPr>
            <a:spLocks noGrp="1"/>
          </p:cNvSpPr>
          <p:nvPr/>
        </p:nvSpPr>
        <p:spPr>
          <a:xfrm>
            <a:off x="8836488" y="5271362"/>
            <a:ext cx="294143" cy="85133"/>
          </a:xfrm>
          <a:custGeom>
            <a:avLst/>
            <a:gdLst/>
            <a:ahLst/>
            <a:cxnLst/>
            <a:rect l="0" t="0" r="0" b="0"/>
            <a:pathLst>
              <a:path w="294143" h="85133">
                <a:moveTo>
                  <a:pt x="0" y="85133"/>
                </a:moveTo>
                <a:lnTo>
                  <a:pt x="294143" y="0"/>
                </a:lnTo>
              </a:path>
            </a:pathLst>
          </a:custGeom>
          <a:noFill/>
          <a:ln w="11038">
            <a:solidFill>
              <a:srgbClr val="E5BA0E">
                <a:alpha val="25000"/>
              </a:srgbClr>
            </a:solidFill>
            <a:prstDash val="solid"/>
          </a:ln>
        </p:spPr>
      </p:sp>
      <p:sp>
        <p:nvSpPr>
          <p:cNvPr id="912" name="lumia-token-stream-curve">
            <a:extLst>
              <a:ext uri="{FF2B5EF4-FFF2-40B4-BE49-F238E27FC236}">
                <a16:creationId xmlns:a16="http://schemas.microsoft.com/office/drawing/2014/main" id="{D2BCFC7E-421F-438E-97EE-95DD345C4FF6}"/>
              </a:ext>
            </a:extLst>
          </p:cNvPr>
          <p:cNvSpPr>
            <a:spLocks noGrp="1"/>
          </p:cNvSpPr>
          <p:nvPr/>
        </p:nvSpPr>
        <p:spPr>
          <a:xfrm>
            <a:off x="9130631" y="5196131"/>
            <a:ext cx="296351" cy="75231"/>
          </a:xfrm>
          <a:custGeom>
            <a:avLst/>
            <a:gdLst/>
            <a:ahLst/>
            <a:cxnLst/>
            <a:rect l="0" t="0" r="0" b="0"/>
            <a:pathLst>
              <a:path w="296351" h="75231">
                <a:moveTo>
                  <a:pt x="0" y="75231"/>
                </a:moveTo>
                <a:lnTo>
                  <a:pt x="296351" y="0"/>
                </a:lnTo>
              </a:path>
            </a:pathLst>
          </a:custGeom>
          <a:noFill/>
          <a:ln w="11245">
            <a:solidFill>
              <a:srgbClr val="D3B815">
                <a:alpha val="25000"/>
              </a:srgbClr>
            </a:solidFill>
            <a:prstDash val="solid"/>
          </a:ln>
        </p:spPr>
      </p:sp>
      <p:sp>
        <p:nvSpPr>
          <p:cNvPr id="913" name="lumia-token-stream-curve">
            <a:extLst>
              <a:ext uri="{FF2B5EF4-FFF2-40B4-BE49-F238E27FC236}">
                <a16:creationId xmlns:a16="http://schemas.microsoft.com/office/drawing/2014/main" id="{95D91C13-AA08-4F85-A95F-7B8B46A01147}"/>
              </a:ext>
            </a:extLst>
          </p:cNvPr>
          <p:cNvSpPr>
            <a:spLocks noGrp="1"/>
          </p:cNvSpPr>
          <p:nvPr/>
        </p:nvSpPr>
        <p:spPr>
          <a:xfrm>
            <a:off x="9426982" y="5125787"/>
            <a:ext cx="298551" cy="70345"/>
          </a:xfrm>
          <a:custGeom>
            <a:avLst/>
            <a:gdLst/>
            <a:ahLst/>
            <a:cxnLst/>
            <a:rect l="0" t="0" r="0" b="0"/>
            <a:pathLst>
              <a:path w="298551" h="70345">
                <a:moveTo>
                  <a:pt x="0" y="70345"/>
                </a:moveTo>
                <a:lnTo>
                  <a:pt x="298551" y="0"/>
                </a:lnTo>
              </a:path>
            </a:pathLst>
          </a:custGeom>
          <a:noFill/>
          <a:ln w="11439">
            <a:solidFill>
              <a:srgbClr val="C2B61C">
                <a:alpha val="26000"/>
              </a:srgbClr>
            </a:solidFill>
            <a:prstDash val="solid"/>
          </a:ln>
        </p:spPr>
      </p:sp>
      <p:sp>
        <p:nvSpPr>
          <p:cNvPr id="914" name="lumia-token-stream-curve">
            <a:extLst>
              <a:ext uri="{FF2B5EF4-FFF2-40B4-BE49-F238E27FC236}">
                <a16:creationId xmlns:a16="http://schemas.microsoft.com/office/drawing/2014/main" id="{3C0CA770-EF3B-4246-AC24-867223B26615}"/>
              </a:ext>
            </a:extLst>
          </p:cNvPr>
          <p:cNvSpPr>
            <a:spLocks noGrp="1"/>
          </p:cNvSpPr>
          <p:nvPr/>
        </p:nvSpPr>
        <p:spPr>
          <a:xfrm>
            <a:off x="9725533" y="5053711"/>
            <a:ext cx="300741" cy="72075"/>
          </a:xfrm>
          <a:custGeom>
            <a:avLst/>
            <a:gdLst/>
            <a:ahLst/>
            <a:cxnLst/>
            <a:rect l="0" t="0" r="0" b="0"/>
            <a:pathLst>
              <a:path w="300741" h="72075">
                <a:moveTo>
                  <a:pt x="0" y="72075"/>
                </a:moveTo>
                <a:lnTo>
                  <a:pt x="300741" y="0"/>
                </a:lnTo>
              </a:path>
            </a:pathLst>
          </a:custGeom>
          <a:noFill/>
          <a:ln w="11620">
            <a:solidFill>
              <a:srgbClr val="B0B422">
                <a:alpha val="26000"/>
              </a:srgbClr>
            </a:solidFill>
            <a:prstDash val="solid"/>
          </a:ln>
        </p:spPr>
      </p:sp>
      <p:sp>
        <p:nvSpPr>
          <p:cNvPr id="915" name="lumia-token-stream-curve">
            <a:extLst>
              <a:ext uri="{FF2B5EF4-FFF2-40B4-BE49-F238E27FC236}">
                <a16:creationId xmlns:a16="http://schemas.microsoft.com/office/drawing/2014/main" id="{2293333A-3098-4EF8-8814-5F88E3017227}"/>
              </a:ext>
            </a:extLst>
          </p:cNvPr>
          <p:cNvSpPr>
            <a:spLocks noGrp="1"/>
          </p:cNvSpPr>
          <p:nvPr/>
        </p:nvSpPr>
        <p:spPr>
          <a:xfrm>
            <a:off x="10026273" y="4972553"/>
            <a:ext cx="302921" cy="81158"/>
          </a:xfrm>
          <a:custGeom>
            <a:avLst/>
            <a:gdLst/>
            <a:ahLst/>
            <a:cxnLst/>
            <a:rect l="0" t="0" r="0" b="0"/>
            <a:pathLst>
              <a:path w="302921" h="81158">
                <a:moveTo>
                  <a:pt x="0" y="81158"/>
                </a:moveTo>
                <a:lnTo>
                  <a:pt x="302921" y="0"/>
                </a:lnTo>
              </a:path>
            </a:pathLst>
          </a:custGeom>
          <a:noFill/>
          <a:ln w="11783">
            <a:solidFill>
              <a:srgbClr val="9EB329">
                <a:alpha val="26000"/>
              </a:srgbClr>
            </a:solidFill>
            <a:prstDash val="solid"/>
          </a:ln>
        </p:spPr>
      </p:sp>
      <p:sp>
        <p:nvSpPr>
          <p:cNvPr id="916" name="lumia-token-stream-curve">
            <a:extLst>
              <a:ext uri="{FF2B5EF4-FFF2-40B4-BE49-F238E27FC236}">
                <a16:creationId xmlns:a16="http://schemas.microsoft.com/office/drawing/2014/main" id="{81F8FD9A-4937-45A5-9233-C4778CAC1EBE}"/>
              </a:ext>
            </a:extLst>
          </p:cNvPr>
          <p:cNvSpPr>
            <a:spLocks noGrp="1"/>
          </p:cNvSpPr>
          <p:nvPr/>
        </p:nvSpPr>
        <p:spPr>
          <a:xfrm>
            <a:off x="10329195" y="4875255"/>
            <a:ext cx="305093" cy="97298"/>
          </a:xfrm>
          <a:custGeom>
            <a:avLst/>
            <a:gdLst/>
            <a:ahLst/>
            <a:cxnLst/>
            <a:rect l="0" t="0" r="0" b="0"/>
            <a:pathLst>
              <a:path w="305093" h="97298">
                <a:moveTo>
                  <a:pt x="0" y="97298"/>
                </a:moveTo>
                <a:lnTo>
                  <a:pt x="305093" y="0"/>
                </a:lnTo>
              </a:path>
            </a:pathLst>
          </a:custGeom>
          <a:noFill/>
          <a:ln w="11927">
            <a:solidFill>
              <a:srgbClr val="8CB130">
                <a:alpha val="27000"/>
              </a:srgbClr>
            </a:solidFill>
            <a:prstDash val="solid"/>
          </a:ln>
        </p:spPr>
      </p:sp>
      <p:sp>
        <p:nvSpPr>
          <p:cNvPr id="917" name="lumia-token-stream-curve">
            <a:extLst>
              <a:ext uri="{FF2B5EF4-FFF2-40B4-BE49-F238E27FC236}">
                <a16:creationId xmlns:a16="http://schemas.microsoft.com/office/drawing/2014/main" id="{9EFF5968-8FC9-48EA-8AA0-1C9893A5F241}"/>
              </a:ext>
            </a:extLst>
          </p:cNvPr>
          <p:cNvSpPr>
            <a:spLocks noGrp="1"/>
          </p:cNvSpPr>
          <p:nvPr/>
        </p:nvSpPr>
        <p:spPr>
          <a:xfrm>
            <a:off x="10634287" y="4756111"/>
            <a:ext cx="307255" cy="119144"/>
          </a:xfrm>
          <a:custGeom>
            <a:avLst/>
            <a:gdLst/>
            <a:ahLst/>
            <a:cxnLst/>
            <a:rect l="0" t="0" r="0" b="0"/>
            <a:pathLst>
              <a:path w="307255" h="119144">
                <a:moveTo>
                  <a:pt x="0" y="119144"/>
                </a:moveTo>
                <a:lnTo>
                  <a:pt x="307255" y="0"/>
                </a:lnTo>
              </a:path>
            </a:pathLst>
          </a:custGeom>
          <a:noFill/>
          <a:ln w="12050">
            <a:solidFill>
              <a:srgbClr val="7BAF37">
                <a:alpha val="27000"/>
              </a:srgbClr>
            </a:solidFill>
            <a:prstDash val="solid"/>
          </a:ln>
        </p:spPr>
      </p:sp>
      <p:sp>
        <p:nvSpPr>
          <p:cNvPr id="918" name="lumia-token-stream-curve">
            <a:extLst>
              <a:ext uri="{FF2B5EF4-FFF2-40B4-BE49-F238E27FC236}">
                <a16:creationId xmlns:a16="http://schemas.microsoft.com/office/drawing/2014/main" id="{D8703095-FB28-4A88-B5E6-DA70E5A6BDA7}"/>
              </a:ext>
            </a:extLst>
          </p:cNvPr>
          <p:cNvSpPr>
            <a:spLocks noGrp="1"/>
          </p:cNvSpPr>
          <p:nvPr/>
        </p:nvSpPr>
        <p:spPr>
          <a:xfrm>
            <a:off x="10941543" y="4611680"/>
            <a:ext cx="309408" cy="144431"/>
          </a:xfrm>
          <a:custGeom>
            <a:avLst/>
            <a:gdLst/>
            <a:ahLst/>
            <a:cxnLst/>
            <a:rect l="0" t="0" r="0" b="0"/>
            <a:pathLst>
              <a:path w="309408" h="144431">
                <a:moveTo>
                  <a:pt x="0" y="144431"/>
                </a:moveTo>
                <a:lnTo>
                  <a:pt x="309408" y="0"/>
                </a:lnTo>
              </a:path>
            </a:pathLst>
          </a:custGeom>
          <a:noFill/>
          <a:ln w="12149">
            <a:solidFill>
              <a:srgbClr val="69AD3E">
                <a:alpha val="27000"/>
              </a:srgbClr>
            </a:solidFill>
            <a:prstDash val="solid"/>
          </a:ln>
        </p:spPr>
      </p:sp>
      <p:sp>
        <p:nvSpPr>
          <p:cNvPr id="919" name="lumia-token-stream-curve">
            <a:extLst>
              <a:ext uri="{FF2B5EF4-FFF2-40B4-BE49-F238E27FC236}">
                <a16:creationId xmlns:a16="http://schemas.microsoft.com/office/drawing/2014/main" id="{73F46418-74F5-4A2D-9ABB-284A11778A35}"/>
              </a:ext>
            </a:extLst>
          </p:cNvPr>
          <p:cNvSpPr>
            <a:spLocks noGrp="1"/>
          </p:cNvSpPr>
          <p:nvPr/>
        </p:nvSpPr>
        <p:spPr>
          <a:xfrm>
            <a:off x="11250951" y="4441413"/>
            <a:ext cx="311552" cy="170266"/>
          </a:xfrm>
          <a:custGeom>
            <a:avLst/>
            <a:gdLst/>
            <a:ahLst/>
            <a:cxnLst/>
            <a:rect l="0" t="0" r="0" b="0"/>
            <a:pathLst>
              <a:path w="311552" h="170266">
                <a:moveTo>
                  <a:pt x="0" y="170266"/>
                </a:moveTo>
                <a:lnTo>
                  <a:pt x="311552" y="0"/>
                </a:lnTo>
              </a:path>
            </a:pathLst>
          </a:custGeom>
          <a:noFill/>
          <a:ln w="12223">
            <a:solidFill>
              <a:srgbClr val="57AC45">
                <a:alpha val="27000"/>
              </a:srgbClr>
            </a:solidFill>
            <a:prstDash val="solid"/>
          </a:ln>
        </p:spPr>
      </p:sp>
      <p:sp>
        <p:nvSpPr>
          <p:cNvPr id="920" name="lumia-token-stream-curve">
            <a:extLst>
              <a:ext uri="{FF2B5EF4-FFF2-40B4-BE49-F238E27FC236}">
                <a16:creationId xmlns:a16="http://schemas.microsoft.com/office/drawing/2014/main" id="{230C28B9-3265-4268-A288-B8D368AB705E}"/>
              </a:ext>
            </a:extLst>
          </p:cNvPr>
          <p:cNvSpPr>
            <a:spLocks noGrp="1"/>
          </p:cNvSpPr>
          <p:nvPr/>
        </p:nvSpPr>
        <p:spPr>
          <a:xfrm>
            <a:off x="11562502" y="4247868"/>
            <a:ext cx="313686" cy="193545"/>
          </a:xfrm>
          <a:custGeom>
            <a:avLst/>
            <a:gdLst/>
            <a:ahLst/>
            <a:cxnLst/>
            <a:rect l="0" t="0" r="0" b="0"/>
            <a:pathLst>
              <a:path w="313686" h="193545">
                <a:moveTo>
                  <a:pt x="0" y="193545"/>
                </a:moveTo>
                <a:lnTo>
                  <a:pt x="313686" y="0"/>
                </a:lnTo>
              </a:path>
            </a:pathLst>
          </a:custGeom>
          <a:noFill/>
          <a:ln w="12269">
            <a:solidFill>
              <a:srgbClr val="46AA4C">
                <a:alpha val="28000"/>
              </a:srgbClr>
            </a:solidFill>
            <a:prstDash val="solid"/>
          </a:ln>
        </p:spPr>
      </p:sp>
      <p:sp>
        <p:nvSpPr>
          <p:cNvPr id="921" name="lumia-token-stream-curve">
            <a:extLst>
              <a:ext uri="{FF2B5EF4-FFF2-40B4-BE49-F238E27FC236}">
                <a16:creationId xmlns:a16="http://schemas.microsoft.com/office/drawing/2014/main" id="{E8E4C604-1CD0-44AE-8A3C-B9DFF1DE61C7}"/>
              </a:ext>
            </a:extLst>
          </p:cNvPr>
          <p:cNvSpPr>
            <a:spLocks noGrp="1"/>
          </p:cNvSpPr>
          <p:nvPr/>
        </p:nvSpPr>
        <p:spPr>
          <a:xfrm>
            <a:off x="11876189" y="4036438"/>
            <a:ext cx="315811" cy="211430"/>
          </a:xfrm>
          <a:custGeom>
            <a:avLst/>
            <a:gdLst/>
            <a:ahLst/>
            <a:cxnLst/>
            <a:rect l="0" t="0" r="0" b="0"/>
            <a:pathLst>
              <a:path w="315811" h="211430">
                <a:moveTo>
                  <a:pt x="0" y="211430"/>
                </a:moveTo>
                <a:lnTo>
                  <a:pt x="315811" y="0"/>
                </a:lnTo>
              </a:path>
            </a:pathLst>
          </a:custGeom>
          <a:noFill/>
          <a:ln w="12285">
            <a:solidFill>
              <a:srgbClr val="34A853">
                <a:alpha val="28000"/>
              </a:srgbClr>
            </a:solidFill>
            <a:prstDash val="solid"/>
          </a:ln>
        </p:spPr>
      </p:sp>
      <p:sp>
        <p:nvSpPr>
          <p:cNvPr id="922" name="lumia-token-stream-curve">
            <a:extLst>
              <a:ext uri="{FF2B5EF4-FFF2-40B4-BE49-F238E27FC236}">
                <a16:creationId xmlns:a16="http://schemas.microsoft.com/office/drawing/2014/main" id="{4E8CDF9E-8AC5-4700-BFD8-E6C4DF405F8A}"/>
              </a:ext>
            </a:extLst>
          </p:cNvPr>
          <p:cNvSpPr>
            <a:spLocks noGrp="1"/>
          </p:cNvSpPr>
          <p:nvPr/>
        </p:nvSpPr>
        <p:spPr>
          <a:xfrm>
            <a:off x="62894" y="6705600"/>
            <a:ext cx="208379" cy="9525"/>
          </a:xfrm>
          <a:custGeom>
            <a:avLst/>
            <a:gdLst/>
            <a:ahLst/>
            <a:cxnLst/>
            <a:rect l="0" t="0" r="0" b="0"/>
            <a:pathLst>
              <a:path w="208379" h="9525">
                <a:moveTo>
                  <a:pt x="0" y="0"/>
                </a:moveTo>
                <a:lnTo>
                  <a:pt x="208379" y="0"/>
                </a:lnTo>
              </a:path>
            </a:pathLst>
          </a:custGeom>
          <a:noFill/>
          <a:ln w="7902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923" name="lumia-token-stream-curve">
            <a:extLst>
              <a:ext uri="{FF2B5EF4-FFF2-40B4-BE49-F238E27FC236}">
                <a16:creationId xmlns:a16="http://schemas.microsoft.com/office/drawing/2014/main" id="{69C86225-28BB-47EC-81CF-F4A3BCCCB21B}"/>
              </a:ext>
            </a:extLst>
          </p:cNvPr>
          <p:cNvSpPr>
            <a:spLocks noGrp="1"/>
          </p:cNvSpPr>
          <p:nvPr/>
        </p:nvSpPr>
        <p:spPr>
          <a:xfrm>
            <a:off x="271273" y="6705600"/>
            <a:ext cx="210946" cy="9525"/>
          </a:xfrm>
          <a:custGeom>
            <a:avLst/>
            <a:gdLst/>
            <a:ahLst/>
            <a:cxnLst/>
            <a:rect l="0" t="0" r="0" b="0"/>
            <a:pathLst>
              <a:path w="210946" h="9525">
                <a:moveTo>
                  <a:pt x="0" y="0"/>
                </a:moveTo>
                <a:lnTo>
                  <a:pt x="210946" y="0"/>
                </a:lnTo>
              </a:path>
            </a:pathLst>
          </a:custGeom>
          <a:noFill/>
          <a:ln w="7902">
            <a:solidFill>
              <a:srgbClr val="447EEC">
                <a:alpha val="13000"/>
              </a:srgbClr>
            </a:solidFill>
            <a:prstDash val="solid"/>
          </a:ln>
        </p:spPr>
      </p:sp>
      <p:sp>
        <p:nvSpPr>
          <p:cNvPr id="924" name="lumia-token-stream-curve">
            <a:extLst>
              <a:ext uri="{FF2B5EF4-FFF2-40B4-BE49-F238E27FC236}">
                <a16:creationId xmlns:a16="http://schemas.microsoft.com/office/drawing/2014/main" id="{B3B9BE78-AF0B-4C11-BCE3-5EBFDDE864B3}"/>
              </a:ext>
            </a:extLst>
          </p:cNvPr>
          <p:cNvSpPr>
            <a:spLocks noGrp="1"/>
          </p:cNvSpPr>
          <p:nvPr/>
        </p:nvSpPr>
        <p:spPr>
          <a:xfrm>
            <a:off x="482219" y="6705600"/>
            <a:ext cx="213505" cy="9525"/>
          </a:xfrm>
          <a:custGeom>
            <a:avLst/>
            <a:gdLst/>
            <a:ahLst/>
            <a:cxnLst/>
            <a:rect l="0" t="0" r="0" b="0"/>
            <a:pathLst>
              <a:path w="213505" h="9525">
                <a:moveTo>
                  <a:pt x="0" y="0"/>
                </a:moveTo>
                <a:lnTo>
                  <a:pt x="213505" y="0"/>
                </a:lnTo>
              </a:path>
            </a:pathLst>
          </a:custGeom>
          <a:noFill/>
          <a:ln w="7902">
            <a:solidFill>
              <a:srgbClr val="4678E3">
                <a:alpha val="13000"/>
              </a:srgbClr>
            </a:solidFill>
            <a:prstDash val="solid"/>
          </a:ln>
        </p:spPr>
      </p:sp>
      <p:sp>
        <p:nvSpPr>
          <p:cNvPr id="925" name="lumia-token-stream-curve">
            <a:extLst>
              <a:ext uri="{FF2B5EF4-FFF2-40B4-BE49-F238E27FC236}">
                <a16:creationId xmlns:a16="http://schemas.microsoft.com/office/drawing/2014/main" id="{CB66E9E2-8E8C-4275-97F0-CFB4B47134E2}"/>
              </a:ext>
            </a:extLst>
          </p:cNvPr>
          <p:cNvSpPr>
            <a:spLocks noGrp="1"/>
          </p:cNvSpPr>
          <p:nvPr/>
        </p:nvSpPr>
        <p:spPr>
          <a:xfrm>
            <a:off x="695724" y="6705600"/>
            <a:ext cx="216058" cy="9525"/>
          </a:xfrm>
          <a:custGeom>
            <a:avLst/>
            <a:gdLst/>
            <a:ahLst/>
            <a:cxnLst/>
            <a:rect l="0" t="0" r="0" b="0"/>
            <a:pathLst>
              <a:path w="216058" h="9525">
                <a:moveTo>
                  <a:pt x="0" y="0"/>
                </a:moveTo>
                <a:lnTo>
                  <a:pt x="216058" y="0"/>
                </a:lnTo>
              </a:path>
            </a:pathLst>
          </a:custGeom>
          <a:noFill/>
          <a:ln w="7902">
            <a:solidFill>
              <a:srgbClr val="4871DB">
                <a:alpha val="13000"/>
              </a:srgbClr>
            </a:solidFill>
            <a:prstDash val="solid"/>
          </a:ln>
        </p:spPr>
      </p:sp>
      <p:sp>
        <p:nvSpPr>
          <p:cNvPr id="926" name="lumia-token-stream-curve">
            <a:extLst>
              <a:ext uri="{FF2B5EF4-FFF2-40B4-BE49-F238E27FC236}">
                <a16:creationId xmlns:a16="http://schemas.microsoft.com/office/drawing/2014/main" id="{6F843580-AD83-4442-9B42-C21498DC24FC}"/>
              </a:ext>
            </a:extLst>
          </p:cNvPr>
          <p:cNvSpPr>
            <a:spLocks noGrp="1"/>
          </p:cNvSpPr>
          <p:nvPr/>
        </p:nvSpPr>
        <p:spPr>
          <a:xfrm>
            <a:off x="911782" y="6705600"/>
            <a:ext cx="218602" cy="9525"/>
          </a:xfrm>
          <a:custGeom>
            <a:avLst/>
            <a:gdLst/>
            <a:ahLst/>
            <a:cxnLst/>
            <a:rect l="0" t="0" r="0" b="0"/>
            <a:pathLst>
              <a:path w="218602" h="9525">
                <a:moveTo>
                  <a:pt x="0" y="0"/>
                </a:moveTo>
                <a:lnTo>
                  <a:pt x="218602" y="0"/>
                </a:lnTo>
              </a:path>
            </a:pathLst>
          </a:custGeom>
          <a:noFill/>
          <a:ln w="7902">
            <a:solidFill>
              <a:srgbClr val="4A6BD2">
                <a:alpha val="13000"/>
              </a:srgbClr>
            </a:solidFill>
            <a:prstDash val="solid"/>
          </a:ln>
        </p:spPr>
      </p:sp>
      <p:sp>
        <p:nvSpPr>
          <p:cNvPr id="927" name="lumia-token-stream-curve">
            <a:extLst>
              <a:ext uri="{FF2B5EF4-FFF2-40B4-BE49-F238E27FC236}">
                <a16:creationId xmlns:a16="http://schemas.microsoft.com/office/drawing/2014/main" id="{1CF0EDC1-2979-4E8E-83DB-C6A64F79B038}"/>
              </a:ext>
            </a:extLst>
          </p:cNvPr>
          <p:cNvSpPr>
            <a:spLocks noGrp="1"/>
          </p:cNvSpPr>
          <p:nvPr/>
        </p:nvSpPr>
        <p:spPr>
          <a:xfrm>
            <a:off x="1130384" y="6705600"/>
            <a:ext cx="221139" cy="9525"/>
          </a:xfrm>
          <a:custGeom>
            <a:avLst/>
            <a:gdLst/>
            <a:ahLst/>
            <a:cxnLst/>
            <a:rect l="0" t="0" r="0" b="0"/>
            <a:pathLst>
              <a:path w="221139" h="9525">
                <a:moveTo>
                  <a:pt x="0" y="0"/>
                </a:moveTo>
                <a:lnTo>
                  <a:pt x="221139" y="0"/>
                </a:lnTo>
              </a:path>
            </a:pathLst>
          </a:custGeom>
          <a:noFill/>
          <a:ln w="7902">
            <a:solidFill>
              <a:srgbClr val="4C64CA">
                <a:alpha val="13000"/>
              </a:srgbClr>
            </a:solidFill>
            <a:prstDash val="solid"/>
          </a:ln>
        </p:spPr>
      </p:sp>
      <p:sp>
        <p:nvSpPr>
          <p:cNvPr id="928" name="lumia-token-stream-curve">
            <a:extLst>
              <a:ext uri="{FF2B5EF4-FFF2-40B4-BE49-F238E27FC236}">
                <a16:creationId xmlns:a16="http://schemas.microsoft.com/office/drawing/2014/main" id="{948820AF-2320-4A80-BB56-860A28A8B076}"/>
              </a:ext>
            </a:extLst>
          </p:cNvPr>
          <p:cNvSpPr>
            <a:spLocks noGrp="1"/>
          </p:cNvSpPr>
          <p:nvPr/>
        </p:nvSpPr>
        <p:spPr>
          <a:xfrm>
            <a:off x="1351523" y="6705600"/>
            <a:ext cx="223669" cy="9525"/>
          </a:xfrm>
          <a:custGeom>
            <a:avLst/>
            <a:gdLst/>
            <a:ahLst/>
            <a:cxnLst/>
            <a:rect l="0" t="0" r="0" b="0"/>
            <a:pathLst>
              <a:path w="223669" h="9525">
                <a:moveTo>
                  <a:pt x="0" y="0"/>
                </a:moveTo>
                <a:lnTo>
                  <a:pt x="223669" y="0"/>
                </a:lnTo>
              </a:path>
            </a:pathLst>
          </a:custGeom>
          <a:noFill/>
          <a:ln w="7902">
            <a:solidFill>
              <a:srgbClr val="4E5EC1">
                <a:alpha val="13000"/>
              </a:srgbClr>
            </a:solidFill>
            <a:prstDash val="solid"/>
          </a:ln>
        </p:spPr>
      </p:sp>
      <p:sp>
        <p:nvSpPr>
          <p:cNvPr id="929" name="lumia-token-stream-curve">
            <a:extLst>
              <a:ext uri="{FF2B5EF4-FFF2-40B4-BE49-F238E27FC236}">
                <a16:creationId xmlns:a16="http://schemas.microsoft.com/office/drawing/2014/main" id="{5F122F26-3858-40C9-97C7-858CA1120AF0}"/>
              </a:ext>
            </a:extLst>
          </p:cNvPr>
          <p:cNvSpPr>
            <a:spLocks noGrp="1"/>
          </p:cNvSpPr>
          <p:nvPr/>
        </p:nvSpPr>
        <p:spPr>
          <a:xfrm>
            <a:off x="1575192" y="6705600"/>
            <a:ext cx="226191" cy="9525"/>
          </a:xfrm>
          <a:custGeom>
            <a:avLst/>
            <a:gdLst/>
            <a:ahLst/>
            <a:cxnLst/>
            <a:rect l="0" t="0" r="0" b="0"/>
            <a:pathLst>
              <a:path w="226191" h="9525">
                <a:moveTo>
                  <a:pt x="0" y="0"/>
                </a:moveTo>
                <a:lnTo>
                  <a:pt x="226191" y="0"/>
                </a:lnTo>
              </a:path>
            </a:pathLst>
          </a:custGeom>
          <a:noFill/>
          <a:ln w="7902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930" name="lumia-token-stream-curve">
            <a:extLst>
              <a:ext uri="{FF2B5EF4-FFF2-40B4-BE49-F238E27FC236}">
                <a16:creationId xmlns:a16="http://schemas.microsoft.com/office/drawing/2014/main" id="{9894B94C-89D5-4C80-B507-A307B97BA66C}"/>
              </a:ext>
            </a:extLst>
          </p:cNvPr>
          <p:cNvSpPr>
            <a:spLocks noGrp="1"/>
          </p:cNvSpPr>
          <p:nvPr/>
        </p:nvSpPr>
        <p:spPr>
          <a:xfrm>
            <a:off x="1801384" y="6665005"/>
            <a:ext cx="228706" cy="40595"/>
          </a:xfrm>
          <a:custGeom>
            <a:avLst/>
            <a:gdLst/>
            <a:ahLst/>
            <a:cxnLst/>
            <a:rect l="0" t="0" r="0" b="0"/>
            <a:pathLst>
              <a:path w="228706" h="40595">
                <a:moveTo>
                  <a:pt x="0" y="40595"/>
                </a:moveTo>
                <a:lnTo>
                  <a:pt x="228706" y="0"/>
                </a:lnTo>
              </a:path>
            </a:pathLst>
          </a:custGeom>
          <a:noFill/>
          <a:ln w="7902">
            <a:solidFill>
              <a:srgbClr val="5250B0">
                <a:alpha val="13000"/>
              </a:srgbClr>
            </a:solidFill>
            <a:prstDash val="solid"/>
          </a:ln>
        </p:spPr>
      </p:sp>
      <p:sp>
        <p:nvSpPr>
          <p:cNvPr id="931" name="lumia-token-stream-curve">
            <a:extLst>
              <a:ext uri="{FF2B5EF4-FFF2-40B4-BE49-F238E27FC236}">
                <a16:creationId xmlns:a16="http://schemas.microsoft.com/office/drawing/2014/main" id="{35166333-FBAB-4D07-858E-9795AF375235}"/>
              </a:ext>
            </a:extLst>
          </p:cNvPr>
          <p:cNvSpPr>
            <a:spLocks noGrp="1"/>
          </p:cNvSpPr>
          <p:nvPr/>
        </p:nvSpPr>
        <p:spPr>
          <a:xfrm>
            <a:off x="2030090" y="6624934"/>
            <a:ext cx="231214" cy="40071"/>
          </a:xfrm>
          <a:custGeom>
            <a:avLst/>
            <a:gdLst/>
            <a:ahLst/>
            <a:cxnLst/>
            <a:rect l="0" t="0" r="0" b="0"/>
            <a:pathLst>
              <a:path w="231214" h="40071">
                <a:moveTo>
                  <a:pt x="0" y="40071"/>
                </a:moveTo>
                <a:lnTo>
                  <a:pt x="231214" y="0"/>
                </a:lnTo>
              </a:path>
            </a:pathLst>
          </a:custGeom>
          <a:noFill/>
          <a:ln w="7902">
            <a:solidFill>
              <a:srgbClr val="544AA8">
                <a:alpha val="13000"/>
              </a:srgbClr>
            </a:solidFill>
            <a:prstDash val="solid"/>
          </a:ln>
        </p:spPr>
      </p:sp>
      <p:sp>
        <p:nvSpPr>
          <p:cNvPr id="932" name="lumia-token-stream-curve">
            <a:extLst>
              <a:ext uri="{FF2B5EF4-FFF2-40B4-BE49-F238E27FC236}">
                <a16:creationId xmlns:a16="http://schemas.microsoft.com/office/drawing/2014/main" id="{4F876F6C-B71D-4554-B55B-FC746B479E45}"/>
              </a:ext>
            </a:extLst>
          </p:cNvPr>
          <p:cNvSpPr>
            <a:spLocks noGrp="1"/>
          </p:cNvSpPr>
          <p:nvPr/>
        </p:nvSpPr>
        <p:spPr>
          <a:xfrm>
            <a:off x="2261303" y="6591025"/>
            <a:ext cx="233713" cy="33908"/>
          </a:xfrm>
          <a:custGeom>
            <a:avLst/>
            <a:gdLst/>
            <a:ahLst/>
            <a:cxnLst/>
            <a:rect l="0" t="0" r="0" b="0"/>
            <a:pathLst>
              <a:path w="233713" h="33908">
                <a:moveTo>
                  <a:pt x="0" y="33908"/>
                </a:moveTo>
                <a:lnTo>
                  <a:pt x="233713" y="0"/>
                </a:lnTo>
              </a:path>
            </a:pathLst>
          </a:custGeom>
          <a:noFill/>
          <a:ln w="7902">
            <a:solidFill>
              <a:srgbClr val="5643A0">
                <a:alpha val="13000"/>
              </a:srgbClr>
            </a:solidFill>
            <a:prstDash val="solid"/>
          </a:ln>
        </p:spPr>
      </p:sp>
      <p:sp>
        <p:nvSpPr>
          <p:cNvPr id="933" name="lumia-token-stream-curve">
            <a:extLst>
              <a:ext uri="{FF2B5EF4-FFF2-40B4-BE49-F238E27FC236}">
                <a16:creationId xmlns:a16="http://schemas.microsoft.com/office/drawing/2014/main" id="{CC303D13-3779-4F7A-B175-1422163F3831}"/>
              </a:ext>
            </a:extLst>
          </p:cNvPr>
          <p:cNvSpPr>
            <a:spLocks noGrp="1"/>
          </p:cNvSpPr>
          <p:nvPr/>
        </p:nvSpPr>
        <p:spPr>
          <a:xfrm>
            <a:off x="2495017" y="6565401"/>
            <a:ext cx="236206" cy="25624"/>
          </a:xfrm>
          <a:custGeom>
            <a:avLst/>
            <a:gdLst/>
            <a:ahLst/>
            <a:cxnLst/>
            <a:rect l="0" t="0" r="0" b="0"/>
            <a:pathLst>
              <a:path w="236206" h="25624">
                <a:moveTo>
                  <a:pt x="0" y="25624"/>
                </a:moveTo>
                <a:lnTo>
                  <a:pt x="236206" y="0"/>
                </a:lnTo>
              </a:path>
            </a:pathLst>
          </a:custGeom>
          <a:noFill/>
          <a:ln w="7902">
            <a:solidFill>
              <a:srgbClr val="583D97">
                <a:alpha val="13000"/>
              </a:srgbClr>
            </a:solidFill>
            <a:prstDash val="solid"/>
          </a:ln>
        </p:spPr>
      </p:sp>
      <p:sp>
        <p:nvSpPr>
          <p:cNvPr id="934" name="lumia-token-stream-curve">
            <a:extLst>
              <a:ext uri="{FF2B5EF4-FFF2-40B4-BE49-F238E27FC236}">
                <a16:creationId xmlns:a16="http://schemas.microsoft.com/office/drawing/2014/main" id="{F970376B-0B7E-4644-BC5E-069D2D5C07E4}"/>
              </a:ext>
            </a:extLst>
          </p:cNvPr>
          <p:cNvSpPr>
            <a:spLocks noGrp="1"/>
          </p:cNvSpPr>
          <p:nvPr/>
        </p:nvSpPr>
        <p:spPr>
          <a:xfrm>
            <a:off x="2731223" y="6549306"/>
            <a:ext cx="238691" cy="16094"/>
          </a:xfrm>
          <a:custGeom>
            <a:avLst/>
            <a:gdLst/>
            <a:ahLst/>
            <a:cxnLst/>
            <a:rect l="0" t="0" r="0" b="0"/>
            <a:pathLst>
              <a:path w="238691" h="16094">
                <a:moveTo>
                  <a:pt x="0" y="16094"/>
                </a:moveTo>
                <a:lnTo>
                  <a:pt x="238691" y="0"/>
                </a:lnTo>
              </a:path>
            </a:pathLst>
          </a:custGeom>
          <a:noFill/>
          <a:ln w="7902">
            <a:solidFill>
              <a:srgbClr val="623C8F">
                <a:alpha val="14000"/>
              </a:srgbClr>
            </a:solidFill>
            <a:prstDash val="solid"/>
          </a:ln>
        </p:spPr>
      </p:sp>
      <p:sp>
        <p:nvSpPr>
          <p:cNvPr id="935" name="lumia-token-stream-curve">
            <a:extLst>
              <a:ext uri="{FF2B5EF4-FFF2-40B4-BE49-F238E27FC236}">
                <a16:creationId xmlns:a16="http://schemas.microsoft.com/office/drawing/2014/main" id="{C878A5CE-37F3-4CE5-83B3-C133C1358B61}"/>
              </a:ext>
            </a:extLst>
          </p:cNvPr>
          <p:cNvSpPr>
            <a:spLocks noGrp="1"/>
          </p:cNvSpPr>
          <p:nvPr/>
        </p:nvSpPr>
        <p:spPr>
          <a:xfrm>
            <a:off x="2969914" y="6542921"/>
            <a:ext cx="241168" cy="9525"/>
          </a:xfrm>
          <a:custGeom>
            <a:avLst/>
            <a:gdLst/>
            <a:ahLst/>
            <a:cxnLst/>
            <a:rect l="0" t="0" r="0" b="0"/>
            <a:pathLst>
              <a:path w="241168" h="9525">
                <a:moveTo>
                  <a:pt x="0" y="6386"/>
                </a:moveTo>
                <a:lnTo>
                  <a:pt x="241168" y="0"/>
                </a:lnTo>
              </a:path>
            </a:pathLst>
          </a:custGeom>
          <a:noFill/>
          <a:ln w="7902">
            <a:solidFill>
              <a:srgbClr val="6F3C86">
                <a:alpha val="14000"/>
              </a:srgbClr>
            </a:solidFill>
            <a:prstDash val="solid"/>
          </a:ln>
        </p:spPr>
      </p:sp>
      <p:sp>
        <p:nvSpPr>
          <p:cNvPr id="936" name="lumia-token-stream-curve">
            <a:extLst>
              <a:ext uri="{FF2B5EF4-FFF2-40B4-BE49-F238E27FC236}">
                <a16:creationId xmlns:a16="http://schemas.microsoft.com/office/drawing/2014/main" id="{3E6A51F1-71FF-4C09-B141-A7BE417D97D8}"/>
              </a:ext>
            </a:extLst>
          </p:cNvPr>
          <p:cNvSpPr>
            <a:spLocks noGrp="1"/>
          </p:cNvSpPr>
          <p:nvPr/>
        </p:nvSpPr>
        <p:spPr>
          <a:xfrm>
            <a:off x="3211082" y="6542921"/>
            <a:ext cx="243639" cy="9525"/>
          </a:xfrm>
          <a:custGeom>
            <a:avLst/>
            <a:gdLst/>
            <a:ahLst/>
            <a:cxnLst/>
            <a:rect l="0" t="0" r="0" b="0"/>
            <a:pathLst>
              <a:path w="243639" h="9525">
                <a:moveTo>
                  <a:pt x="0" y="0"/>
                </a:moveTo>
                <a:lnTo>
                  <a:pt x="243639" y="2329"/>
                </a:lnTo>
              </a:path>
            </a:pathLst>
          </a:custGeom>
          <a:noFill/>
          <a:ln w="7902">
            <a:solidFill>
              <a:srgbClr val="7C3D7E">
                <a:alpha val="14000"/>
              </a:srgbClr>
            </a:solidFill>
            <a:prstDash val="solid"/>
          </a:ln>
        </p:spPr>
      </p:sp>
      <p:sp>
        <p:nvSpPr>
          <p:cNvPr id="937" name="lumia-token-stream-curve">
            <a:extLst>
              <a:ext uri="{FF2B5EF4-FFF2-40B4-BE49-F238E27FC236}">
                <a16:creationId xmlns:a16="http://schemas.microsoft.com/office/drawing/2014/main" id="{9E2A7868-E9DD-4334-A044-EA64D3C17932}"/>
              </a:ext>
            </a:extLst>
          </p:cNvPr>
          <p:cNvSpPr>
            <a:spLocks noGrp="1"/>
          </p:cNvSpPr>
          <p:nvPr/>
        </p:nvSpPr>
        <p:spPr>
          <a:xfrm>
            <a:off x="3454721" y="6545250"/>
            <a:ext cx="246101" cy="9525"/>
          </a:xfrm>
          <a:custGeom>
            <a:avLst/>
            <a:gdLst/>
            <a:ahLst/>
            <a:cxnLst/>
            <a:rect l="0" t="0" r="0" b="0"/>
            <a:pathLst>
              <a:path w="246101" h="9525">
                <a:moveTo>
                  <a:pt x="0" y="0"/>
                </a:moveTo>
                <a:lnTo>
                  <a:pt x="246101" y="8882"/>
                </a:lnTo>
              </a:path>
            </a:pathLst>
          </a:custGeom>
          <a:noFill/>
          <a:ln w="7902">
            <a:solidFill>
              <a:srgbClr val="893E75">
                <a:alpha val="14000"/>
              </a:srgbClr>
            </a:solidFill>
            <a:prstDash val="solid"/>
          </a:ln>
        </p:spPr>
      </p:sp>
      <p:sp>
        <p:nvSpPr>
          <p:cNvPr id="938" name="lumia-token-stream-curve">
            <a:extLst>
              <a:ext uri="{FF2B5EF4-FFF2-40B4-BE49-F238E27FC236}">
                <a16:creationId xmlns:a16="http://schemas.microsoft.com/office/drawing/2014/main" id="{F49C3262-2895-401C-9907-8931D315D9DA}"/>
              </a:ext>
            </a:extLst>
          </p:cNvPr>
          <p:cNvSpPr>
            <a:spLocks noGrp="1"/>
          </p:cNvSpPr>
          <p:nvPr/>
        </p:nvSpPr>
        <p:spPr>
          <a:xfrm>
            <a:off x="3700822" y="6554132"/>
            <a:ext cx="248556" cy="12226"/>
          </a:xfrm>
          <a:custGeom>
            <a:avLst/>
            <a:gdLst/>
            <a:ahLst/>
            <a:cxnLst/>
            <a:rect l="0" t="0" r="0" b="0"/>
            <a:pathLst>
              <a:path w="248556" h="12226">
                <a:moveTo>
                  <a:pt x="0" y="0"/>
                </a:moveTo>
                <a:lnTo>
                  <a:pt x="248556" y="12226"/>
                </a:lnTo>
              </a:path>
            </a:pathLst>
          </a:custGeom>
          <a:noFill/>
          <a:ln w="7903">
            <a:solidFill>
              <a:srgbClr val="963E6C">
                <a:alpha val="15000"/>
              </a:srgbClr>
            </a:solidFill>
            <a:prstDash val="solid"/>
          </a:ln>
        </p:spPr>
      </p:sp>
      <p:sp>
        <p:nvSpPr>
          <p:cNvPr id="939" name="lumia-token-stream-curve">
            <a:extLst>
              <a:ext uri="{FF2B5EF4-FFF2-40B4-BE49-F238E27FC236}">
                <a16:creationId xmlns:a16="http://schemas.microsoft.com/office/drawing/2014/main" id="{6CFA9F9D-AA99-46EF-8562-35CA120581C8}"/>
              </a:ext>
            </a:extLst>
          </p:cNvPr>
          <p:cNvSpPr>
            <a:spLocks noGrp="1"/>
          </p:cNvSpPr>
          <p:nvPr/>
        </p:nvSpPr>
        <p:spPr>
          <a:xfrm>
            <a:off x="3949378" y="6566358"/>
            <a:ext cx="251004" cy="11559"/>
          </a:xfrm>
          <a:custGeom>
            <a:avLst/>
            <a:gdLst/>
            <a:ahLst/>
            <a:cxnLst/>
            <a:rect l="0" t="0" r="0" b="0"/>
            <a:pathLst>
              <a:path w="251004" h="11559">
                <a:moveTo>
                  <a:pt x="0" y="0"/>
                </a:moveTo>
                <a:lnTo>
                  <a:pt x="251004" y="11559"/>
                </a:lnTo>
              </a:path>
            </a:pathLst>
          </a:custGeom>
          <a:noFill/>
          <a:ln w="7927">
            <a:solidFill>
              <a:srgbClr val="A33F64">
                <a:alpha val="15000"/>
              </a:srgbClr>
            </a:solidFill>
            <a:prstDash val="solid"/>
          </a:ln>
        </p:spPr>
      </p:sp>
      <p:sp>
        <p:nvSpPr>
          <p:cNvPr id="940" name="lumia-token-stream-curve">
            <a:extLst>
              <a:ext uri="{FF2B5EF4-FFF2-40B4-BE49-F238E27FC236}">
                <a16:creationId xmlns:a16="http://schemas.microsoft.com/office/drawing/2014/main" id="{13D04FE6-9884-4148-8064-F16174EC7C3A}"/>
              </a:ext>
            </a:extLst>
          </p:cNvPr>
          <p:cNvSpPr>
            <a:spLocks noGrp="1"/>
          </p:cNvSpPr>
          <p:nvPr/>
        </p:nvSpPr>
        <p:spPr>
          <a:xfrm>
            <a:off x="4200383" y="6577917"/>
            <a:ext cx="253444" cy="9525"/>
          </a:xfrm>
          <a:custGeom>
            <a:avLst/>
            <a:gdLst/>
            <a:ahLst/>
            <a:cxnLst/>
            <a:rect l="0" t="0" r="0" b="0"/>
            <a:pathLst>
              <a:path w="253444" h="9525">
                <a:moveTo>
                  <a:pt x="0" y="0"/>
                </a:moveTo>
                <a:lnTo>
                  <a:pt x="253444" y="6426"/>
                </a:lnTo>
              </a:path>
            </a:pathLst>
          </a:custGeom>
          <a:noFill/>
          <a:ln w="7981">
            <a:solidFill>
              <a:srgbClr val="B0405B">
                <a:alpha val="16000"/>
              </a:srgbClr>
            </a:solidFill>
            <a:prstDash val="solid"/>
          </a:ln>
        </p:spPr>
      </p:sp>
      <p:sp>
        <p:nvSpPr>
          <p:cNvPr id="941" name="lumia-token-stream-curve">
            <a:extLst>
              <a:ext uri="{FF2B5EF4-FFF2-40B4-BE49-F238E27FC236}">
                <a16:creationId xmlns:a16="http://schemas.microsoft.com/office/drawing/2014/main" id="{A56D36F5-77E3-4DE2-B031-24452318B3D6}"/>
              </a:ext>
            </a:extLst>
          </p:cNvPr>
          <p:cNvSpPr>
            <a:spLocks noGrp="1"/>
          </p:cNvSpPr>
          <p:nvPr/>
        </p:nvSpPr>
        <p:spPr>
          <a:xfrm>
            <a:off x="4453827" y="6581145"/>
            <a:ext cx="255877" cy="9525"/>
          </a:xfrm>
          <a:custGeom>
            <a:avLst/>
            <a:gdLst/>
            <a:ahLst/>
            <a:cxnLst/>
            <a:rect l="0" t="0" r="0" b="0"/>
            <a:pathLst>
              <a:path w="255877" h="9525">
                <a:moveTo>
                  <a:pt x="0" y="3198"/>
                </a:moveTo>
                <a:lnTo>
                  <a:pt x="255877" y="0"/>
                </a:lnTo>
              </a:path>
            </a:pathLst>
          </a:custGeom>
          <a:noFill/>
          <a:ln w="8064">
            <a:solidFill>
              <a:srgbClr val="BD4153">
                <a:alpha val="16000"/>
              </a:srgbClr>
            </a:solidFill>
            <a:prstDash val="solid"/>
          </a:ln>
        </p:spPr>
      </p:sp>
      <p:sp>
        <p:nvSpPr>
          <p:cNvPr id="942" name="lumia-token-stream-curve">
            <a:extLst>
              <a:ext uri="{FF2B5EF4-FFF2-40B4-BE49-F238E27FC236}">
                <a16:creationId xmlns:a16="http://schemas.microsoft.com/office/drawing/2014/main" id="{A7F41A40-2E24-4C92-BF54-495BB990AC1A}"/>
              </a:ext>
            </a:extLst>
          </p:cNvPr>
          <p:cNvSpPr>
            <a:spLocks noGrp="1"/>
          </p:cNvSpPr>
          <p:nvPr/>
        </p:nvSpPr>
        <p:spPr>
          <a:xfrm>
            <a:off x="4709704" y="6564279"/>
            <a:ext cx="258303" cy="16867"/>
          </a:xfrm>
          <a:custGeom>
            <a:avLst/>
            <a:gdLst/>
            <a:ahLst/>
            <a:cxnLst/>
            <a:rect l="0" t="0" r="0" b="0"/>
            <a:pathLst>
              <a:path w="258303" h="16867">
                <a:moveTo>
                  <a:pt x="0" y="16867"/>
                </a:moveTo>
                <a:lnTo>
                  <a:pt x="258303" y="0"/>
                </a:lnTo>
              </a:path>
            </a:pathLst>
          </a:custGeom>
          <a:noFill/>
          <a:ln w="8173">
            <a:solidFill>
              <a:srgbClr val="CA414A">
                <a:alpha val="17000"/>
              </a:srgbClr>
            </a:solidFill>
            <a:prstDash val="solid"/>
          </a:ln>
        </p:spPr>
      </p:sp>
      <p:sp>
        <p:nvSpPr>
          <p:cNvPr id="943" name="lumia-token-stream-curve">
            <a:extLst>
              <a:ext uri="{FF2B5EF4-FFF2-40B4-BE49-F238E27FC236}">
                <a16:creationId xmlns:a16="http://schemas.microsoft.com/office/drawing/2014/main" id="{98CC7DAC-5B3B-4769-9062-42362432A8A7}"/>
              </a:ext>
            </a:extLst>
          </p:cNvPr>
          <p:cNvSpPr>
            <a:spLocks noGrp="1"/>
          </p:cNvSpPr>
          <p:nvPr/>
        </p:nvSpPr>
        <p:spPr>
          <a:xfrm>
            <a:off x="4968007" y="6530604"/>
            <a:ext cx="260720" cy="33675"/>
          </a:xfrm>
          <a:custGeom>
            <a:avLst/>
            <a:gdLst/>
            <a:ahLst/>
            <a:cxnLst/>
            <a:rect l="0" t="0" r="0" b="0"/>
            <a:pathLst>
              <a:path w="260720" h="33675">
                <a:moveTo>
                  <a:pt x="0" y="33675"/>
                </a:moveTo>
                <a:lnTo>
                  <a:pt x="260720" y="0"/>
                </a:lnTo>
              </a:path>
            </a:pathLst>
          </a:custGeom>
          <a:noFill/>
          <a:ln w="8305">
            <a:solidFill>
              <a:srgbClr val="D74242">
                <a:alpha val="17000"/>
              </a:srgbClr>
            </a:solidFill>
            <a:prstDash val="solid"/>
          </a:ln>
        </p:spPr>
      </p:sp>
      <p:sp>
        <p:nvSpPr>
          <p:cNvPr id="944" name="lumia-token-stream-curve">
            <a:extLst>
              <a:ext uri="{FF2B5EF4-FFF2-40B4-BE49-F238E27FC236}">
                <a16:creationId xmlns:a16="http://schemas.microsoft.com/office/drawing/2014/main" id="{6F58AC8E-92F1-4827-96A6-5B00C5F89D46}"/>
              </a:ext>
            </a:extLst>
          </p:cNvPr>
          <p:cNvSpPr>
            <a:spLocks noGrp="1"/>
          </p:cNvSpPr>
          <p:nvPr/>
        </p:nvSpPr>
        <p:spPr>
          <a:xfrm>
            <a:off x="5228727" y="6478287"/>
            <a:ext cx="263131" cy="52317"/>
          </a:xfrm>
          <a:custGeom>
            <a:avLst/>
            <a:gdLst/>
            <a:ahLst/>
            <a:cxnLst/>
            <a:rect l="0" t="0" r="0" b="0"/>
            <a:pathLst>
              <a:path w="263131" h="52317">
                <a:moveTo>
                  <a:pt x="0" y="52317"/>
                </a:moveTo>
                <a:lnTo>
                  <a:pt x="263131" y="0"/>
                </a:lnTo>
              </a:path>
            </a:pathLst>
          </a:custGeom>
          <a:noFill/>
          <a:ln w="8458">
            <a:solidFill>
              <a:srgbClr val="E44339">
                <a:alpha val="18000"/>
              </a:srgbClr>
            </a:solidFill>
            <a:prstDash val="solid"/>
          </a:ln>
        </p:spPr>
      </p:sp>
      <p:sp>
        <p:nvSpPr>
          <p:cNvPr id="945" name="lumia-token-stream-curve">
            <a:extLst>
              <a:ext uri="{FF2B5EF4-FFF2-40B4-BE49-F238E27FC236}">
                <a16:creationId xmlns:a16="http://schemas.microsoft.com/office/drawing/2014/main" id="{4DA6DD5D-CEA6-48CE-9BCF-15ADD65B6772}"/>
              </a:ext>
            </a:extLst>
          </p:cNvPr>
          <p:cNvSpPr>
            <a:spLocks noGrp="1"/>
          </p:cNvSpPr>
          <p:nvPr/>
        </p:nvSpPr>
        <p:spPr>
          <a:xfrm>
            <a:off x="5491858" y="6407080"/>
            <a:ext cx="265534" cy="71207"/>
          </a:xfrm>
          <a:custGeom>
            <a:avLst/>
            <a:gdLst/>
            <a:ahLst/>
            <a:cxnLst/>
            <a:rect l="0" t="0" r="0" b="0"/>
            <a:pathLst>
              <a:path w="265534" h="71207">
                <a:moveTo>
                  <a:pt x="0" y="71207"/>
                </a:moveTo>
                <a:lnTo>
                  <a:pt x="265534" y="0"/>
                </a:lnTo>
              </a:path>
            </a:pathLst>
          </a:custGeom>
          <a:noFill/>
          <a:ln w="8631">
            <a:solidFill>
              <a:srgbClr val="EB4833">
                <a:alpha val="18000"/>
              </a:srgbClr>
            </a:solidFill>
            <a:prstDash val="solid"/>
          </a:ln>
        </p:spPr>
      </p:sp>
      <p:sp>
        <p:nvSpPr>
          <p:cNvPr id="946" name="lumia-token-stream-curve">
            <a:extLst>
              <a:ext uri="{FF2B5EF4-FFF2-40B4-BE49-F238E27FC236}">
                <a16:creationId xmlns:a16="http://schemas.microsoft.com/office/drawing/2014/main" id="{376D2A3C-7AF3-49E8-A36F-F8599B6FCC85}"/>
              </a:ext>
            </a:extLst>
          </p:cNvPr>
          <p:cNvSpPr>
            <a:spLocks noGrp="1"/>
          </p:cNvSpPr>
          <p:nvPr/>
        </p:nvSpPr>
        <p:spPr>
          <a:xfrm>
            <a:off x="5757392" y="6318443"/>
            <a:ext cx="267929" cy="88637"/>
          </a:xfrm>
          <a:custGeom>
            <a:avLst/>
            <a:gdLst/>
            <a:ahLst/>
            <a:cxnLst/>
            <a:rect l="0" t="0" r="0" b="0"/>
            <a:pathLst>
              <a:path w="267929" h="88637">
                <a:moveTo>
                  <a:pt x="0" y="88637"/>
                </a:moveTo>
                <a:lnTo>
                  <a:pt x="267929" y="0"/>
                </a:lnTo>
              </a:path>
            </a:pathLst>
          </a:custGeom>
          <a:noFill/>
          <a:ln w="8820">
            <a:solidFill>
              <a:srgbClr val="EC532F">
                <a:alpha val="19000"/>
              </a:srgbClr>
            </a:solidFill>
            <a:prstDash val="solid"/>
          </a:ln>
        </p:spPr>
      </p:sp>
      <p:sp>
        <p:nvSpPr>
          <p:cNvPr id="947" name="lumia-token-stream-curve">
            <a:extLst>
              <a:ext uri="{FF2B5EF4-FFF2-40B4-BE49-F238E27FC236}">
                <a16:creationId xmlns:a16="http://schemas.microsoft.com/office/drawing/2014/main" id="{4E85A5DB-88B0-4148-A469-C070629A0C96}"/>
              </a:ext>
            </a:extLst>
          </p:cNvPr>
          <p:cNvSpPr>
            <a:spLocks noGrp="1"/>
          </p:cNvSpPr>
          <p:nvPr/>
        </p:nvSpPr>
        <p:spPr>
          <a:xfrm>
            <a:off x="6025321" y="6215471"/>
            <a:ext cx="270317" cy="102972"/>
          </a:xfrm>
          <a:custGeom>
            <a:avLst/>
            <a:gdLst/>
            <a:ahLst/>
            <a:cxnLst/>
            <a:rect l="0" t="0" r="0" b="0"/>
            <a:pathLst>
              <a:path w="270317" h="102972">
                <a:moveTo>
                  <a:pt x="0" y="102972"/>
                </a:moveTo>
                <a:lnTo>
                  <a:pt x="270317" y="0"/>
                </a:lnTo>
              </a:path>
            </a:pathLst>
          </a:custGeom>
          <a:noFill/>
          <a:ln w="9024">
            <a:solidFill>
              <a:srgbClr val="EE5E2A">
                <a:alpha val="20000"/>
              </a:srgbClr>
            </a:solidFill>
            <a:prstDash val="solid"/>
          </a:ln>
        </p:spPr>
      </p:sp>
      <p:sp>
        <p:nvSpPr>
          <p:cNvPr id="948" name="lumia-token-stream-curve">
            <a:extLst>
              <a:ext uri="{FF2B5EF4-FFF2-40B4-BE49-F238E27FC236}">
                <a16:creationId xmlns:a16="http://schemas.microsoft.com/office/drawing/2014/main" id="{84843AD6-C3B3-4D7C-A92C-26FFA3F9AC80}"/>
              </a:ext>
            </a:extLst>
          </p:cNvPr>
          <p:cNvSpPr>
            <a:spLocks noGrp="1"/>
          </p:cNvSpPr>
          <p:nvPr/>
        </p:nvSpPr>
        <p:spPr>
          <a:xfrm>
            <a:off x="6295638" y="6102619"/>
            <a:ext cx="272698" cy="112852"/>
          </a:xfrm>
          <a:custGeom>
            <a:avLst/>
            <a:gdLst/>
            <a:ahLst/>
            <a:cxnLst/>
            <a:rect l="0" t="0" r="0" b="0"/>
            <a:pathLst>
              <a:path w="272698" h="112852">
                <a:moveTo>
                  <a:pt x="0" y="112852"/>
                </a:moveTo>
                <a:lnTo>
                  <a:pt x="272698" y="0"/>
                </a:lnTo>
              </a:path>
            </a:pathLst>
          </a:custGeom>
          <a:noFill/>
          <a:ln w="9240">
            <a:solidFill>
              <a:srgbClr val="EF6926">
                <a:alpha val="20000"/>
              </a:srgbClr>
            </a:solidFill>
            <a:prstDash val="solid"/>
          </a:ln>
        </p:spPr>
      </p:sp>
      <p:sp>
        <p:nvSpPr>
          <p:cNvPr id="949" name="lumia-token-stream-curve">
            <a:extLst>
              <a:ext uri="{FF2B5EF4-FFF2-40B4-BE49-F238E27FC236}">
                <a16:creationId xmlns:a16="http://schemas.microsoft.com/office/drawing/2014/main" id="{72F2D3DA-271A-4F5D-B50C-438A27465CFE}"/>
              </a:ext>
            </a:extLst>
          </p:cNvPr>
          <p:cNvSpPr>
            <a:spLocks noGrp="1"/>
          </p:cNvSpPr>
          <p:nvPr/>
        </p:nvSpPr>
        <p:spPr>
          <a:xfrm>
            <a:off x="6568336" y="5985237"/>
            <a:ext cx="275071" cy="117382"/>
          </a:xfrm>
          <a:custGeom>
            <a:avLst/>
            <a:gdLst/>
            <a:ahLst/>
            <a:cxnLst/>
            <a:rect l="0" t="0" r="0" b="0"/>
            <a:pathLst>
              <a:path w="275071" h="117382">
                <a:moveTo>
                  <a:pt x="0" y="117382"/>
                </a:moveTo>
                <a:lnTo>
                  <a:pt x="275071" y="0"/>
                </a:lnTo>
              </a:path>
            </a:pathLst>
          </a:custGeom>
          <a:noFill/>
          <a:ln w="9466">
            <a:solidFill>
              <a:srgbClr val="F17322">
                <a:alpha val="21000"/>
              </a:srgbClr>
            </a:solidFill>
            <a:prstDash val="solid"/>
          </a:ln>
        </p:spPr>
      </p:sp>
      <p:sp>
        <p:nvSpPr>
          <p:cNvPr id="950" name="lumia-token-stream-curve">
            <a:extLst>
              <a:ext uri="{FF2B5EF4-FFF2-40B4-BE49-F238E27FC236}">
                <a16:creationId xmlns:a16="http://schemas.microsoft.com/office/drawing/2014/main" id="{73B01A51-3952-4A86-95C4-15F21D9B7F7E}"/>
              </a:ext>
            </a:extLst>
          </p:cNvPr>
          <p:cNvSpPr>
            <a:spLocks noGrp="1"/>
          </p:cNvSpPr>
          <p:nvPr/>
        </p:nvSpPr>
        <p:spPr>
          <a:xfrm>
            <a:off x="6843408" y="5868959"/>
            <a:ext cx="277437" cy="116279"/>
          </a:xfrm>
          <a:custGeom>
            <a:avLst/>
            <a:gdLst/>
            <a:ahLst/>
            <a:cxnLst/>
            <a:rect l="0" t="0" r="0" b="0"/>
            <a:pathLst>
              <a:path w="277437" h="116279">
                <a:moveTo>
                  <a:pt x="0" y="116279"/>
                </a:moveTo>
                <a:lnTo>
                  <a:pt x="277437" y="0"/>
                </a:lnTo>
              </a:path>
            </a:pathLst>
          </a:custGeom>
          <a:noFill/>
          <a:ln w="9700">
            <a:solidFill>
              <a:srgbClr val="F27E1E">
                <a:alpha val="22000"/>
              </a:srgbClr>
            </a:solidFill>
            <a:prstDash val="solid"/>
          </a:ln>
        </p:spPr>
      </p:sp>
      <p:sp>
        <p:nvSpPr>
          <p:cNvPr id="951" name="lumia-token-stream-curve">
            <a:extLst>
              <a:ext uri="{FF2B5EF4-FFF2-40B4-BE49-F238E27FC236}">
                <a16:creationId xmlns:a16="http://schemas.microsoft.com/office/drawing/2014/main" id="{2EE2D507-13D9-41B9-9369-D8894E171392}"/>
              </a:ext>
            </a:extLst>
          </p:cNvPr>
          <p:cNvSpPr>
            <a:spLocks noGrp="1"/>
          </p:cNvSpPr>
          <p:nvPr/>
        </p:nvSpPr>
        <p:spPr>
          <a:xfrm>
            <a:off x="7120844" y="5759003"/>
            <a:ext cx="279795" cy="109956"/>
          </a:xfrm>
          <a:custGeom>
            <a:avLst/>
            <a:gdLst/>
            <a:ahLst/>
            <a:cxnLst/>
            <a:rect l="0" t="0" r="0" b="0"/>
            <a:pathLst>
              <a:path w="279795" h="109956">
                <a:moveTo>
                  <a:pt x="0" y="109956"/>
                </a:moveTo>
                <a:lnTo>
                  <a:pt x="279795" y="0"/>
                </a:lnTo>
              </a:path>
            </a:pathLst>
          </a:custGeom>
          <a:noFill/>
          <a:ln w="9939">
            <a:solidFill>
              <a:srgbClr val="F48919">
                <a:alpha val="22000"/>
              </a:srgbClr>
            </a:solidFill>
            <a:prstDash val="solid"/>
          </a:ln>
        </p:spPr>
      </p:sp>
      <p:sp>
        <p:nvSpPr>
          <p:cNvPr id="952" name="lumia-token-stream-curve">
            <a:extLst>
              <a:ext uri="{FF2B5EF4-FFF2-40B4-BE49-F238E27FC236}">
                <a16:creationId xmlns:a16="http://schemas.microsoft.com/office/drawing/2014/main" id="{E83DBE98-4B6F-49F4-B999-A688A80478AF}"/>
              </a:ext>
            </a:extLst>
          </p:cNvPr>
          <p:cNvSpPr>
            <a:spLocks noGrp="1"/>
          </p:cNvSpPr>
          <p:nvPr/>
        </p:nvSpPr>
        <p:spPr>
          <a:xfrm>
            <a:off x="7400640" y="5659478"/>
            <a:ext cx="282146" cy="99525"/>
          </a:xfrm>
          <a:custGeom>
            <a:avLst/>
            <a:gdLst/>
            <a:ahLst/>
            <a:cxnLst/>
            <a:rect l="0" t="0" r="0" b="0"/>
            <a:pathLst>
              <a:path w="282146" h="99525">
                <a:moveTo>
                  <a:pt x="0" y="99525"/>
                </a:moveTo>
                <a:lnTo>
                  <a:pt x="282146" y="0"/>
                </a:lnTo>
              </a:path>
            </a:pathLst>
          </a:custGeom>
          <a:noFill/>
          <a:ln w="10181">
            <a:solidFill>
              <a:srgbClr val="F59415">
                <a:alpha val="23000"/>
              </a:srgbClr>
            </a:solidFill>
            <a:prstDash val="solid"/>
          </a:ln>
        </p:spPr>
      </p:sp>
      <p:sp>
        <p:nvSpPr>
          <p:cNvPr id="953" name="lumia-token-stream-curve">
            <a:extLst>
              <a:ext uri="{FF2B5EF4-FFF2-40B4-BE49-F238E27FC236}">
                <a16:creationId xmlns:a16="http://schemas.microsoft.com/office/drawing/2014/main" id="{F8D7AA04-F18C-4F2C-97CA-F058BA8DF038}"/>
              </a:ext>
            </a:extLst>
          </p:cNvPr>
          <p:cNvSpPr>
            <a:spLocks noGrp="1"/>
          </p:cNvSpPr>
          <p:nvPr/>
        </p:nvSpPr>
        <p:spPr>
          <a:xfrm>
            <a:off x="7682786" y="5572773"/>
            <a:ext cx="284489" cy="86705"/>
          </a:xfrm>
          <a:custGeom>
            <a:avLst/>
            <a:gdLst/>
            <a:ahLst/>
            <a:cxnLst/>
            <a:rect l="0" t="0" r="0" b="0"/>
            <a:pathLst>
              <a:path w="284489" h="86705">
                <a:moveTo>
                  <a:pt x="0" y="86705"/>
                </a:moveTo>
                <a:lnTo>
                  <a:pt x="284489" y="0"/>
                </a:lnTo>
              </a:path>
            </a:pathLst>
          </a:custGeom>
          <a:noFill/>
          <a:ln w="10424">
            <a:solidFill>
              <a:srgbClr val="F79E11">
                <a:alpha val="24000"/>
              </a:srgbClr>
            </a:solidFill>
            <a:prstDash val="solid"/>
          </a:ln>
        </p:spPr>
      </p:sp>
      <p:sp>
        <p:nvSpPr>
          <p:cNvPr id="954" name="lumia-token-stream-curve">
            <a:extLst>
              <a:ext uri="{FF2B5EF4-FFF2-40B4-BE49-F238E27FC236}">
                <a16:creationId xmlns:a16="http://schemas.microsoft.com/office/drawing/2014/main" id="{B0E237BD-AA69-4AE2-997D-13F06E91C1EA}"/>
              </a:ext>
            </a:extLst>
          </p:cNvPr>
          <p:cNvSpPr>
            <a:spLocks noGrp="1"/>
          </p:cNvSpPr>
          <p:nvPr/>
        </p:nvSpPr>
        <p:spPr>
          <a:xfrm>
            <a:off x="7967275" y="5499136"/>
            <a:ext cx="286825" cy="73637"/>
          </a:xfrm>
          <a:custGeom>
            <a:avLst/>
            <a:gdLst/>
            <a:ahLst/>
            <a:cxnLst/>
            <a:rect l="0" t="0" r="0" b="0"/>
            <a:pathLst>
              <a:path w="286825" h="73637">
                <a:moveTo>
                  <a:pt x="0" y="73637"/>
                </a:moveTo>
                <a:lnTo>
                  <a:pt x="286825" y="0"/>
                </a:lnTo>
              </a:path>
            </a:pathLst>
          </a:custGeom>
          <a:noFill/>
          <a:ln w="10666">
            <a:solidFill>
              <a:srgbClr val="F8A90C">
                <a:alpha val="24000"/>
              </a:srgbClr>
            </a:solidFill>
            <a:prstDash val="solid"/>
          </a:ln>
        </p:spPr>
      </p:sp>
      <p:sp>
        <p:nvSpPr>
          <p:cNvPr id="955" name="lumia-token-stream-curve">
            <a:extLst>
              <a:ext uri="{FF2B5EF4-FFF2-40B4-BE49-F238E27FC236}">
                <a16:creationId xmlns:a16="http://schemas.microsoft.com/office/drawing/2014/main" id="{EBF50875-94D0-4ACA-99FB-880D3FD7783A}"/>
              </a:ext>
            </a:extLst>
          </p:cNvPr>
          <p:cNvSpPr>
            <a:spLocks noGrp="1"/>
          </p:cNvSpPr>
          <p:nvPr/>
        </p:nvSpPr>
        <p:spPr>
          <a:xfrm>
            <a:off x="8254100" y="5436499"/>
            <a:ext cx="289154" cy="62636"/>
          </a:xfrm>
          <a:custGeom>
            <a:avLst/>
            <a:gdLst/>
            <a:ahLst/>
            <a:cxnLst/>
            <a:rect l="0" t="0" r="0" b="0"/>
            <a:pathLst>
              <a:path w="289154" h="62636">
                <a:moveTo>
                  <a:pt x="0" y="62636"/>
                </a:moveTo>
                <a:lnTo>
                  <a:pt x="289154" y="0"/>
                </a:lnTo>
              </a:path>
            </a:pathLst>
          </a:custGeom>
          <a:noFill/>
          <a:ln w="10903">
            <a:solidFill>
              <a:srgbClr val="FAB408">
                <a:alpha val="25000"/>
              </a:srgbClr>
            </a:solidFill>
            <a:prstDash val="solid"/>
          </a:ln>
        </p:spPr>
      </p:sp>
      <p:sp>
        <p:nvSpPr>
          <p:cNvPr id="956" name="lumia-token-stream-curve">
            <a:extLst>
              <a:ext uri="{FF2B5EF4-FFF2-40B4-BE49-F238E27FC236}">
                <a16:creationId xmlns:a16="http://schemas.microsoft.com/office/drawing/2014/main" id="{1601E5DA-7A26-48DA-9C97-290CF3EB0BB7}"/>
              </a:ext>
            </a:extLst>
          </p:cNvPr>
          <p:cNvSpPr>
            <a:spLocks noGrp="1"/>
          </p:cNvSpPr>
          <p:nvPr/>
        </p:nvSpPr>
        <p:spPr>
          <a:xfrm>
            <a:off x="8543254" y="5380619"/>
            <a:ext cx="291475" cy="55881"/>
          </a:xfrm>
          <a:custGeom>
            <a:avLst/>
            <a:gdLst/>
            <a:ahLst/>
            <a:cxnLst/>
            <a:rect l="0" t="0" r="0" b="0"/>
            <a:pathLst>
              <a:path w="291475" h="55881">
                <a:moveTo>
                  <a:pt x="0" y="55881"/>
                </a:moveTo>
                <a:lnTo>
                  <a:pt x="291475" y="0"/>
                </a:lnTo>
              </a:path>
            </a:pathLst>
          </a:custGeom>
          <a:noFill/>
          <a:ln w="11135">
            <a:solidFill>
              <a:srgbClr val="F7BC07">
                <a:alpha val="25000"/>
              </a:srgbClr>
            </a:solidFill>
            <a:prstDash val="solid"/>
          </a:ln>
        </p:spPr>
      </p:sp>
      <p:sp>
        <p:nvSpPr>
          <p:cNvPr id="957" name="lumia-token-stream-curve">
            <a:extLst>
              <a:ext uri="{FF2B5EF4-FFF2-40B4-BE49-F238E27FC236}">
                <a16:creationId xmlns:a16="http://schemas.microsoft.com/office/drawing/2014/main" id="{8CF77B7B-0A95-41E9-9882-5F2576A7B34E}"/>
              </a:ext>
            </a:extLst>
          </p:cNvPr>
          <p:cNvSpPr>
            <a:spLocks noGrp="1"/>
          </p:cNvSpPr>
          <p:nvPr/>
        </p:nvSpPr>
        <p:spPr>
          <a:xfrm>
            <a:off x="8834728" y="5325515"/>
            <a:ext cx="293788" cy="55104"/>
          </a:xfrm>
          <a:custGeom>
            <a:avLst/>
            <a:gdLst/>
            <a:ahLst/>
            <a:cxnLst/>
            <a:rect l="0" t="0" r="0" b="0"/>
            <a:pathLst>
              <a:path w="293788" h="55104">
                <a:moveTo>
                  <a:pt x="0" y="55104"/>
                </a:moveTo>
                <a:lnTo>
                  <a:pt x="293788" y="0"/>
                </a:lnTo>
              </a:path>
            </a:pathLst>
          </a:custGeom>
          <a:noFill/>
          <a:ln w="11359">
            <a:solidFill>
              <a:srgbClr val="E5BA0E">
                <a:alpha val="26000"/>
              </a:srgbClr>
            </a:solidFill>
            <a:prstDash val="solid"/>
          </a:ln>
        </p:spPr>
      </p:sp>
      <p:sp>
        <p:nvSpPr>
          <p:cNvPr id="958" name="lumia-token-stream-curve">
            <a:extLst>
              <a:ext uri="{FF2B5EF4-FFF2-40B4-BE49-F238E27FC236}">
                <a16:creationId xmlns:a16="http://schemas.microsoft.com/office/drawing/2014/main" id="{1E577CB8-A001-4A22-B7E6-226FAEE951BF}"/>
              </a:ext>
            </a:extLst>
          </p:cNvPr>
          <p:cNvSpPr>
            <a:spLocks noGrp="1"/>
          </p:cNvSpPr>
          <p:nvPr/>
        </p:nvSpPr>
        <p:spPr>
          <a:xfrm>
            <a:off x="9128516" y="5264194"/>
            <a:ext cx="296094" cy="61320"/>
          </a:xfrm>
          <a:custGeom>
            <a:avLst/>
            <a:gdLst/>
            <a:ahLst/>
            <a:cxnLst/>
            <a:rect l="0" t="0" r="0" b="0"/>
            <a:pathLst>
              <a:path w="296094" h="61320">
                <a:moveTo>
                  <a:pt x="0" y="61320"/>
                </a:moveTo>
                <a:lnTo>
                  <a:pt x="296094" y="0"/>
                </a:lnTo>
              </a:path>
            </a:pathLst>
          </a:custGeom>
          <a:noFill/>
          <a:ln w="11572">
            <a:solidFill>
              <a:srgbClr val="D3B815">
                <a:alpha val="26000"/>
              </a:srgbClr>
            </a:solidFill>
            <a:prstDash val="solid"/>
          </a:ln>
        </p:spPr>
      </p:sp>
      <p:sp>
        <p:nvSpPr>
          <p:cNvPr id="959" name="lumia-token-stream-curve">
            <a:extLst>
              <a:ext uri="{FF2B5EF4-FFF2-40B4-BE49-F238E27FC236}">
                <a16:creationId xmlns:a16="http://schemas.microsoft.com/office/drawing/2014/main" id="{715CCB40-2937-4507-BAD3-1B88E91FA084}"/>
              </a:ext>
            </a:extLst>
          </p:cNvPr>
          <p:cNvSpPr>
            <a:spLocks noGrp="1"/>
          </p:cNvSpPr>
          <p:nvPr/>
        </p:nvSpPr>
        <p:spPr>
          <a:xfrm>
            <a:off x="9424610" y="5189569"/>
            <a:ext cx="298393" cy="74626"/>
          </a:xfrm>
          <a:custGeom>
            <a:avLst/>
            <a:gdLst/>
            <a:ahLst/>
            <a:cxnLst/>
            <a:rect l="0" t="0" r="0" b="0"/>
            <a:pathLst>
              <a:path w="298393" h="74626">
                <a:moveTo>
                  <a:pt x="0" y="74626"/>
                </a:moveTo>
                <a:lnTo>
                  <a:pt x="298393" y="0"/>
                </a:lnTo>
              </a:path>
            </a:pathLst>
          </a:custGeom>
          <a:noFill/>
          <a:ln w="11773">
            <a:solidFill>
              <a:srgbClr val="C2B61C">
                <a:alpha val="27000"/>
              </a:srgbClr>
            </a:solidFill>
            <a:prstDash val="solid"/>
          </a:ln>
        </p:spPr>
      </p:sp>
      <p:sp>
        <p:nvSpPr>
          <p:cNvPr id="960" name="lumia-token-stream-curve">
            <a:extLst>
              <a:ext uri="{FF2B5EF4-FFF2-40B4-BE49-F238E27FC236}">
                <a16:creationId xmlns:a16="http://schemas.microsoft.com/office/drawing/2014/main" id="{1ED841F1-4E59-4B4D-943D-DA92FB98093A}"/>
              </a:ext>
            </a:extLst>
          </p:cNvPr>
          <p:cNvSpPr>
            <a:spLocks noGrp="1"/>
          </p:cNvSpPr>
          <p:nvPr/>
        </p:nvSpPr>
        <p:spPr>
          <a:xfrm>
            <a:off x="9723003" y="5095448"/>
            <a:ext cx="300684" cy="94121"/>
          </a:xfrm>
          <a:custGeom>
            <a:avLst/>
            <a:gdLst/>
            <a:ahLst/>
            <a:cxnLst/>
            <a:rect l="0" t="0" r="0" b="0"/>
            <a:pathLst>
              <a:path w="300684" h="94121">
                <a:moveTo>
                  <a:pt x="0" y="94121"/>
                </a:moveTo>
                <a:lnTo>
                  <a:pt x="300684" y="0"/>
                </a:lnTo>
              </a:path>
            </a:pathLst>
          </a:custGeom>
          <a:noFill/>
          <a:ln w="11958">
            <a:solidFill>
              <a:srgbClr val="B0B422">
                <a:alpha val="27000"/>
              </a:srgbClr>
            </a:solidFill>
            <a:prstDash val="solid"/>
          </a:ln>
        </p:spPr>
      </p:sp>
      <p:sp>
        <p:nvSpPr>
          <p:cNvPr id="961" name="lumia-token-stream-curve">
            <a:extLst>
              <a:ext uri="{FF2B5EF4-FFF2-40B4-BE49-F238E27FC236}">
                <a16:creationId xmlns:a16="http://schemas.microsoft.com/office/drawing/2014/main" id="{3F34D33C-07D7-427A-876E-7C71F50CDB05}"/>
              </a:ext>
            </a:extLst>
          </p:cNvPr>
          <p:cNvSpPr>
            <a:spLocks noGrp="1"/>
          </p:cNvSpPr>
          <p:nvPr/>
        </p:nvSpPr>
        <p:spPr>
          <a:xfrm>
            <a:off x="10023687" y="4977475"/>
            <a:ext cx="302968" cy="117973"/>
          </a:xfrm>
          <a:custGeom>
            <a:avLst/>
            <a:gdLst/>
            <a:ahLst/>
            <a:cxnLst/>
            <a:rect l="0" t="0" r="0" b="0"/>
            <a:pathLst>
              <a:path w="302968" h="117973">
                <a:moveTo>
                  <a:pt x="0" y="117973"/>
                </a:moveTo>
                <a:lnTo>
                  <a:pt x="302968" y="0"/>
                </a:lnTo>
              </a:path>
            </a:pathLst>
          </a:custGeom>
          <a:noFill/>
          <a:ln w="12126">
            <a:solidFill>
              <a:srgbClr val="9EB329">
                <a:alpha val="28000"/>
              </a:srgbClr>
            </a:solidFill>
            <a:prstDash val="solid"/>
          </a:ln>
        </p:spPr>
      </p:sp>
      <p:sp>
        <p:nvSpPr>
          <p:cNvPr id="962" name="lumia-token-stream-curve">
            <a:extLst>
              <a:ext uri="{FF2B5EF4-FFF2-40B4-BE49-F238E27FC236}">
                <a16:creationId xmlns:a16="http://schemas.microsoft.com/office/drawing/2014/main" id="{288C9FCE-9006-4DEC-B3B4-1B668AB889E3}"/>
              </a:ext>
            </a:extLst>
          </p:cNvPr>
          <p:cNvSpPr>
            <a:spLocks noGrp="1"/>
          </p:cNvSpPr>
          <p:nvPr/>
        </p:nvSpPr>
        <p:spPr>
          <a:xfrm>
            <a:off x="10326655" y="4833853"/>
            <a:ext cx="305244" cy="143622"/>
          </a:xfrm>
          <a:custGeom>
            <a:avLst/>
            <a:gdLst/>
            <a:ahLst/>
            <a:cxnLst/>
            <a:rect l="0" t="0" r="0" b="0"/>
            <a:pathLst>
              <a:path w="305244" h="143622">
                <a:moveTo>
                  <a:pt x="0" y="143622"/>
                </a:moveTo>
                <a:lnTo>
                  <a:pt x="305244" y="0"/>
                </a:lnTo>
              </a:path>
            </a:pathLst>
          </a:custGeom>
          <a:noFill/>
          <a:ln w="12274">
            <a:solidFill>
              <a:srgbClr val="8CB130">
                <a:alpha val="28000"/>
              </a:srgbClr>
            </a:solidFill>
            <a:prstDash val="solid"/>
          </a:ln>
        </p:spPr>
      </p:sp>
      <p:sp>
        <p:nvSpPr>
          <p:cNvPr id="963" name="lumia-token-stream-curve">
            <a:extLst>
              <a:ext uri="{FF2B5EF4-FFF2-40B4-BE49-F238E27FC236}">
                <a16:creationId xmlns:a16="http://schemas.microsoft.com/office/drawing/2014/main" id="{EACC1999-B670-4FA8-8922-FFD0669C4449}"/>
              </a:ext>
            </a:extLst>
          </p:cNvPr>
          <p:cNvSpPr>
            <a:spLocks noGrp="1"/>
          </p:cNvSpPr>
          <p:nvPr/>
        </p:nvSpPr>
        <p:spPr>
          <a:xfrm>
            <a:off x="10631898" y="4665734"/>
            <a:ext cx="307513" cy="168119"/>
          </a:xfrm>
          <a:custGeom>
            <a:avLst/>
            <a:gdLst/>
            <a:ahLst/>
            <a:cxnLst/>
            <a:rect l="0" t="0" r="0" b="0"/>
            <a:pathLst>
              <a:path w="307513" h="168119">
                <a:moveTo>
                  <a:pt x="0" y="168119"/>
                </a:moveTo>
                <a:lnTo>
                  <a:pt x="307513" y="0"/>
                </a:lnTo>
              </a:path>
            </a:pathLst>
          </a:custGeom>
          <a:noFill/>
          <a:ln w="12401">
            <a:solidFill>
              <a:srgbClr val="7BAF37">
                <a:alpha val="28000"/>
              </a:srgbClr>
            </a:solidFill>
            <a:prstDash val="solid"/>
          </a:ln>
        </p:spPr>
      </p:sp>
      <p:sp>
        <p:nvSpPr>
          <p:cNvPr id="964" name="lumia-token-stream-curve">
            <a:extLst>
              <a:ext uri="{FF2B5EF4-FFF2-40B4-BE49-F238E27FC236}">
                <a16:creationId xmlns:a16="http://schemas.microsoft.com/office/drawing/2014/main" id="{8F4FD1D7-FD9D-456F-AFC0-7190FDDC6C97}"/>
              </a:ext>
            </a:extLst>
          </p:cNvPr>
          <p:cNvSpPr>
            <a:spLocks noGrp="1"/>
          </p:cNvSpPr>
          <p:nvPr/>
        </p:nvSpPr>
        <p:spPr>
          <a:xfrm>
            <a:off x="10939411" y="4477185"/>
            <a:ext cx="309774" cy="188549"/>
          </a:xfrm>
          <a:custGeom>
            <a:avLst/>
            <a:gdLst/>
            <a:ahLst/>
            <a:cxnLst/>
            <a:rect l="0" t="0" r="0" b="0"/>
            <a:pathLst>
              <a:path w="309774" h="188549">
                <a:moveTo>
                  <a:pt x="0" y="188549"/>
                </a:moveTo>
                <a:lnTo>
                  <a:pt x="309774" y="0"/>
                </a:lnTo>
              </a:path>
            </a:pathLst>
          </a:custGeom>
          <a:noFill/>
          <a:ln w="12503">
            <a:solidFill>
              <a:srgbClr val="69AD3E">
                <a:alpha val="28000"/>
              </a:srgbClr>
            </a:solidFill>
            <a:prstDash val="solid"/>
          </a:ln>
        </p:spPr>
      </p:sp>
      <p:sp>
        <p:nvSpPr>
          <p:cNvPr id="965" name="lumia-token-stream-curve">
            <a:extLst>
              <a:ext uri="{FF2B5EF4-FFF2-40B4-BE49-F238E27FC236}">
                <a16:creationId xmlns:a16="http://schemas.microsoft.com/office/drawing/2014/main" id="{F93CD402-C8E8-4905-8DA9-40391F28B9E5}"/>
              </a:ext>
            </a:extLst>
          </p:cNvPr>
          <p:cNvSpPr>
            <a:spLocks noGrp="1"/>
          </p:cNvSpPr>
          <p:nvPr/>
        </p:nvSpPr>
        <p:spPr>
          <a:xfrm>
            <a:off x="11249185" y="4274699"/>
            <a:ext cx="312028" cy="202485"/>
          </a:xfrm>
          <a:custGeom>
            <a:avLst/>
            <a:gdLst/>
            <a:ahLst/>
            <a:cxnLst/>
            <a:rect l="0" t="0" r="0" b="0"/>
            <a:pathLst>
              <a:path w="312028" h="202485">
                <a:moveTo>
                  <a:pt x="0" y="202485"/>
                </a:moveTo>
                <a:lnTo>
                  <a:pt x="312028" y="0"/>
                </a:lnTo>
              </a:path>
            </a:pathLst>
          </a:custGeom>
          <a:noFill/>
          <a:ln w="12579">
            <a:solidFill>
              <a:srgbClr val="57AC45">
                <a:alpha val="29000"/>
              </a:srgbClr>
            </a:solidFill>
            <a:prstDash val="solid"/>
          </a:ln>
        </p:spPr>
      </p:sp>
      <p:sp>
        <p:nvSpPr>
          <p:cNvPr id="966" name="lumia-token-stream-curve">
            <a:extLst>
              <a:ext uri="{FF2B5EF4-FFF2-40B4-BE49-F238E27FC236}">
                <a16:creationId xmlns:a16="http://schemas.microsoft.com/office/drawing/2014/main" id="{05C32952-478E-414D-A043-5F7ECEF9F4D1}"/>
              </a:ext>
            </a:extLst>
          </p:cNvPr>
          <p:cNvSpPr>
            <a:spLocks noGrp="1"/>
          </p:cNvSpPr>
          <p:nvPr/>
        </p:nvSpPr>
        <p:spPr>
          <a:xfrm>
            <a:off x="11561213" y="4066297"/>
            <a:ext cx="314274" cy="208403"/>
          </a:xfrm>
          <a:custGeom>
            <a:avLst/>
            <a:gdLst/>
            <a:ahLst/>
            <a:cxnLst/>
            <a:rect l="0" t="0" r="0" b="0"/>
            <a:pathLst>
              <a:path w="314274" h="208403">
                <a:moveTo>
                  <a:pt x="0" y="208403"/>
                </a:moveTo>
                <a:lnTo>
                  <a:pt x="314274" y="0"/>
                </a:lnTo>
              </a:path>
            </a:pathLst>
          </a:custGeom>
          <a:noFill/>
          <a:ln w="12626">
            <a:solidFill>
              <a:srgbClr val="46AA4C">
                <a:alpha val="29000"/>
              </a:srgbClr>
            </a:solidFill>
            <a:prstDash val="solid"/>
          </a:ln>
        </p:spPr>
      </p:sp>
      <p:sp>
        <p:nvSpPr>
          <p:cNvPr id="967" name="lumia-token-stream-curve">
            <a:extLst>
              <a:ext uri="{FF2B5EF4-FFF2-40B4-BE49-F238E27FC236}">
                <a16:creationId xmlns:a16="http://schemas.microsoft.com/office/drawing/2014/main" id="{8ECE4507-FB6C-4E93-9138-7AD5F0467393}"/>
              </a:ext>
            </a:extLst>
          </p:cNvPr>
          <p:cNvSpPr>
            <a:spLocks noGrp="1"/>
          </p:cNvSpPr>
          <p:nvPr/>
        </p:nvSpPr>
        <p:spPr>
          <a:xfrm>
            <a:off x="11875487" y="3860316"/>
            <a:ext cx="316513" cy="205981"/>
          </a:xfrm>
          <a:custGeom>
            <a:avLst/>
            <a:gdLst/>
            <a:ahLst/>
            <a:cxnLst/>
            <a:rect l="0" t="0" r="0" b="0"/>
            <a:pathLst>
              <a:path w="316513" h="205981">
                <a:moveTo>
                  <a:pt x="0" y="205981"/>
                </a:moveTo>
                <a:lnTo>
                  <a:pt x="316513" y="0"/>
                </a:lnTo>
              </a:path>
            </a:pathLst>
          </a:custGeom>
          <a:noFill/>
          <a:ln w="12643">
            <a:solidFill>
              <a:srgbClr val="34A853">
                <a:alpha val="29000"/>
              </a:srgbClr>
            </a:solidFill>
            <a:prstDash val="solid"/>
          </a:ln>
        </p:spPr>
      </p:sp>
      <p:sp>
        <p:nvSpPr>
          <p:cNvPr id="968" name="lumia-token-stream-curve">
            <a:extLst>
              <a:ext uri="{FF2B5EF4-FFF2-40B4-BE49-F238E27FC236}">
                <a16:creationId xmlns:a16="http://schemas.microsoft.com/office/drawing/2014/main" id="{ECF22FCF-ACE8-4B3B-9393-6854C0163EDD}"/>
              </a:ext>
            </a:extLst>
          </p:cNvPr>
          <p:cNvSpPr>
            <a:spLocks noGrp="1"/>
          </p:cNvSpPr>
          <p:nvPr/>
        </p:nvSpPr>
        <p:spPr>
          <a:xfrm>
            <a:off x="94171" y="6705600"/>
            <a:ext cx="206960" cy="9525"/>
          </a:xfrm>
          <a:custGeom>
            <a:avLst/>
            <a:gdLst/>
            <a:ahLst/>
            <a:cxnLst/>
            <a:rect l="0" t="0" r="0" b="0"/>
            <a:pathLst>
              <a:path w="206960" h="9525">
                <a:moveTo>
                  <a:pt x="0" y="0"/>
                </a:moveTo>
                <a:lnTo>
                  <a:pt x="206960" y="0"/>
                </a:lnTo>
              </a:path>
            </a:pathLst>
          </a:custGeom>
          <a:noFill/>
          <a:ln w="8125">
            <a:solidFill>
              <a:srgbClr val="4285F4">
                <a:alpha val="13000"/>
              </a:srgbClr>
            </a:solidFill>
            <a:prstDash val="solid"/>
          </a:ln>
        </p:spPr>
      </p:sp>
      <p:sp>
        <p:nvSpPr>
          <p:cNvPr id="969" name="lumia-token-stream-curve">
            <a:extLst>
              <a:ext uri="{FF2B5EF4-FFF2-40B4-BE49-F238E27FC236}">
                <a16:creationId xmlns:a16="http://schemas.microsoft.com/office/drawing/2014/main" id="{A8A6FA38-7E9C-4B4C-B92C-CCC2B1D3DDB8}"/>
              </a:ext>
            </a:extLst>
          </p:cNvPr>
          <p:cNvSpPr>
            <a:spLocks noGrp="1"/>
          </p:cNvSpPr>
          <p:nvPr/>
        </p:nvSpPr>
        <p:spPr>
          <a:xfrm>
            <a:off x="301131" y="6705600"/>
            <a:ext cx="209546" cy="9525"/>
          </a:xfrm>
          <a:custGeom>
            <a:avLst/>
            <a:gdLst/>
            <a:ahLst/>
            <a:cxnLst/>
            <a:rect l="0" t="0" r="0" b="0"/>
            <a:pathLst>
              <a:path w="209546" h="9525">
                <a:moveTo>
                  <a:pt x="0" y="0"/>
                </a:moveTo>
                <a:lnTo>
                  <a:pt x="209546" y="0"/>
                </a:lnTo>
              </a:path>
            </a:pathLst>
          </a:custGeom>
          <a:noFill/>
          <a:ln w="8125">
            <a:solidFill>
              <a:srgbClr val="447EEC">
                <a:alpha val="13000"/>
              </a:srgbClr>
            </a:solidFill>
            <a:prstDash val="solid"/>
          </a:ln>
        </p:spPr>
      </p:sp>
      <p:sp>
        <p:nvSpPr>
          <p:cNvPr id="970" name="lumia-token-stream-curve">
            <a:extLst>
              <a:ext uri="{FF2B5EF4-FFF2-40B4-BE49-F238E27FC236}">
                <a16:creationId xmlns:a16="http://schemas.microsoft.com/office/drawing/2014/main" id="{9CF5C445-F3BE-482A-AD3D-564E90F82200}"/>
              </a:ext>
            </a:extLst>
          </p:cNvPr>
          <p:cNvSpPr>
            <a:spLocks noGrp="1"/>
          </p:cNvSpPr>
          <p:nvPr/>
        </p:nvSpPr>
        <p:spPr>
          <a:xfrm>
            <a:off x="510677" y="6705600"/>
            <a:ext cx="212125" cy="9525"/>
          </a:xfrm>
          <a:custGeom>
            <a:avLst/>
            <a:gdLst/>
            <a:ahLst/>
            <a:cxnLst/>
            <a:rect l="0" t="0" r="0" b="0"/>
            <a:pathLst>
              <a:path w="212125" h="9525">
                <a:moveTo>
                  <a:pt x="0" y="0"/>
                </a:moveTo>
                <a:lnTo>
                  <a:pt x="212125" y="0"/>
                </a:lnTo>
              </a:path>
            </a:pathLst>
          </a:custGeom>
          <a:noFill/>
          <a:ln w="8125">
            <a:solidFill>
              <a:srgbClr val="4678E3">
                <a:alpha val="13000"/>
              </a:srgbClr>
            </a:solidFill>
            <a:prstDash val="solid"/>
          </a:ln>
        </p:spPr>
      </p:sp>
      <p:sp>
        <p:nvSpPr>
          <p:cNvPr id="971" name="lumia-token-stream-curve">
            <a:extLst>
              <a:ext uri="{FF2B5EF4-FFF2-40B4-BE49-F238E27FC236}">
                <a16:creationId xmlns:a16="http://schemas.microsoft.com/office/drawing/2014/main" id="{BA7C9A5E-CD81-423E-BDC1-6701739DF6FD}"/>
              </a:ext>
            </a:extLst>
          </p:cNvPr>
          <p:cNvSpPr>
            <a:spLocks noGrp="1"/>
          </p:cNvSpPr>
          <p:nvPr/>
        </p:nvSpPr>
        <p:spPr>
          <a:xfrm>
            <a:off x="722802" y="6705600"/>
            <a:ext cx="214698" cy="9525"/>
          </a:xfrm>
          <a:custGeom>
            <a:avLst/>
            <a:gdLst/>
            <a:ahLst/>
            <a:cxnLst/>
            <a:rect l="0" t="0" r="0" b="0"/>
            <a:pathLst>
              <a:path w="214698" h="9525">
                <a:moveTo>
                  <a:pt x="0" y="0"/>
                </a:moveTo>
                <a:lnTo>
                  <a:pt x="214698" y="0"/>
                </a:lnTo>
              </a:path>
            </a:pathLst>
          </a:custGeom>
          <a:noFill/>
          <a:ln w="8125">
            <a:solidFill>
              <a:srgbClr val="4871DB">
                <a:alpha val="13000"/>
              </a:srgbClr>
            </a:solidFill>
            <a:prstDash val="solid"/>
          </a:ln>
        </p:spPr>
      </p:sp>
      <p:sp>
        <p:nvSpPr>
          <p:cNvPr id="972" name="lumia-token-stream-curve">
            <a:extLst>
              <a:ext uri="{FF2B5EF4-FFF2-40B4-BE49-F238E27FC236}">
                <a16:creationId xmlns:a16="http://schemas.microsoft.com/office/drawing/2014/main" id="{97221E7D-7540-428B-A266-1873BD9FCA4D}"/>
              </a:ext>
            </a:extLst>
          </p:cNvPr>
          <p:cNvSpPr>
            <a:spLocks noGrp="1"/>
          </p:cNvSpPr>
          <p:nvPr/>
        </p:nvSpPr>
        <p:spPr>
          <a:xfrm>
            <a:off x="937499" y="6705600"/>
            <a:ext cx="217264" cy="9525"/>
          </a:xfrm>
          <a:custGeom>
            <a:avLst/>
            <a:gdLst/>
            <a:ahLst/>
            <a:cxnLst/>
            <a:rect l="0" t="0" r="0" b="0"/>
            <a:pathLst>
              <a:path w="217264" h="9525">
                <a:moveTo>
                  <a:pt x="0" y="0"/>
                </a:moveTo>
                <a:lnTo>
                  <a:pt x="217264" y="0"/>
                </a:lnTo>
              </a:path>
            </a:pathLst>
          </a:custGeom>
          <a:noFill/>
          <a:ln w="8125">
            <a:solidFill>
              <a:srgbClr val="4A6BD2">
                <a:alpha val="13000"/>
              </a:srgbClr>
            </a:solidFill>
            <a:prstDash val="solid"/>
          </a:ln>
        </p:spPr>
      </p:sp>
      <p:sp>
        <p:nvSpPr>
          <p:cNvPr id="973" name="lumia-token-stream-curve">
            <a:extLst>
              <a:ext uri="{FF2B5EF4-FFF2-40B4-BE49-F238E27FC236}">
                <a16:creationId xmlns:a16="http://schemas.microsoft.com/office/drawing/2014/main" id="{C4B4AC26-A98E-4BFE-B5A5-B0F3B6E47E98}"/>
              </a:ext>
            </a:extLst>
          </p:cNvPr>
          <p:cNvSpPr>
            <a:spLocks noGrp="1"/>
          </p:cNvSpPr>
          <p:nvPr/>
        </p:nvSpPr>
        <p:spPr>
          <a:xfrm>
            <a:off x="1154763" y="6705600"/>
            <a:ext cx="219824" cy="9525"/>
          </a:xfrm>
          <a:custGeom>
            <a:avLst/>
            <a:gdLst/>
            <a:ahLst/>
            <a:cxnLst/>
            <a:rect l="0" t="0" r="0" b="0"/>
            <a:pathLst>
              <a:path w="219824" h="9525">
                <a:moveTo>
                  <a:pt x="0" y="0"/>
                </a:moveTo>
                <a:lnTo>
                  <a:pt x="219824" y="0"/>
                </a:lnTo>
              </a:path>
            </a:pathLst>
          </a:custGeom>
          <a:noFill/>
          <a:ln w="8125">
            <a:solidFill>
              <a:srgbClr val="4C64CA">
                <a:alpha val="13000"/>
              </a:srgbClr>
            </a:solidFill>
            <a:prstDash val="solid"/>
          </a:ln>
        </p:spPr>
      </p:sp>
      <p:sp>
        <p:nvSpPr>
          <p:cNvPr id="974" name="lumia-token-stream-curve">
            <a:extLst>
              <a:ext uri="{FF2B5EF4-FFF2-40B4-BE49-F238E27FC236}">
                <a16:creationId xmlns:a16="http://schemas.microsoft.com/office/drawing/2014/main" id="{3E425052-0421-4ACE-9B29-2B8161EB89E6}"/>
              </a:ext>
            </a:extLst>
          </p:cNvPr>
          <p:cNvSpPr>
            <a:spLocks noGrp="1"/>
          </p:cNvSpPr>
          <p:nvPr/>
        </p:nvSpPr>
        <p:spPr>
          <a:xfrm>
            <a:off x="1374587" y="6705600"/>
            <a:ext cx="222377" cy="9525"/>
          </a:xfrm>
          <a:custGeom>
            <a:avLst/>
            <a:gdLst/>
            <a:ahLst/>
            <a:cxnLst/>
            <a:rect l="0" t="0" r="0" b="0"/>
            <a:pathLst>
              <a:path w="222377" h="9525">
                <a:moveTo>
                  <a:pt x="0" y="0"/>
                </a:moveTo>
                <a:lnTo>
                  <a:pt x="222377" y="0"/>
                </a:lnTo>
              </a:path>
            </a:pathLst>
          </a:custGeom>
          <a:noFill/>
          <a:ln w="8125">
            <a:solidFill>
              <a:srgbClr val="4E5EC1">
                <a:alpha val="13000"/>
              </a:srgbClr>
            </a:solidFill>
            <a:prstDash val="solid"/>
          </a:ln>
        </p:spPr>
      </p:sp>
      <p:sp>
        <p:nvSpPr>
          <p:cNvPr id="975" name="lumia-token-stream-curve">
            <a:extLst>
              <a:ext uri="{FF2B5EF4-FFF2-40B4-BE49-F238E27FC236}">
                <a16:creationId xmlns:a16="http://schemas.microsoft.com/office/drawing/2014/main" id="{4FA97827-C8DB-41F6-92E5-0DF73D1B2D69}"/>
              </a:ext>
            </a:extLst>
          </p:cNvPr>
          <p:cNvSpPr>
            <a:spLocks noGrp="1"/>
          </p:cNvSpPr>
          <p:nvPr/>
        </p:nvSpPr>
        <p:spPr>
          <a:xfrm>
            <a:off x="1596964" y="6688668"/>
            <a:ext cx="224924" cy="16932"/>
          </a:xfrm>
          <a:custGeom>
            <a:avLst/>
            <a:gdLst/>
            <a:ahLst/>
            <a:cxnLst/>
            <a:rect l="0" t="0" r="0" b="0"/>
            <a:pathLst>
              <a:path w="224924" h="16932">
                <a:moveTo>
                  <a:pt x="0" y="16932"/>
                </a:moveTo>
                <a:lnTo>
                  <a:pt x="224924" y="0"/>
                </a:lnTo>
              </a:path>
            </a:pathLst>
          </a:custGeom>
          <a:noFill/>
          <a:ln w="8125">
            <a:solidFill>
              <a:srgbClr val="5057B9">
                <a:alpha val="13000"/>
              </a:srgbClr>
            </a:solidFill>
            <a:prstDash val="solid"/>
          </a:ln>
        </p:spPr>
      </p:sp>
      <p:sp>
        <p:nvSpPr>
          <p:cNvPr id="976" name="lumia-token-stream-curve">
            <a:extLst>
              <a:ext uri="{FF2B5EF4-FFF2-40B4-BE49-F238E27FC236}">
                <a16:creationId xmlns:a16="http://schemas.microsoft.com/office/drawing/2014/main" id="{BD95BB37-E054-4CE6-A171-35E9284C3B21}"/>
              </a:ext>
            </a:extLst>
          </p:cNvPr>
          <p:cNvSpPr>
            <a:spLocks noGrp="1"/>
          </p:cNvSpPr>
          <p:nvPr/>
        </p:nvSpPr>
        <p:spPr>
          <a:xfrm>
            <a:off x="1821888" y="6679716"/>
            <a:ext cx="227464" cy="9525"/>
          </a:xfrm>
          <a:custGeom>
            <a:avLst/>
            <a:gdLst/>
            <a:ahLst/>
            <a:cxnLst/>
            <a:rect l="0" t="0" r="0" b="0"/>
            <a:pathLst>
              <a:path w="227464" h="9525">
                <a:moveTo>
                  <a:pt x="0" y="8952"/>
                </a:moveTo>
                <a:lnTo>
                  <a:pt x="227464" y="0"/>
                </a:lnTo>
              </a:path>
            </a:pathLst>
          </a:custGeom>
          <a:noFill/>
          <a:ln w="8125">
            <a:solidFill>
              <a:srgbClr val="5250B0">
                <a:alpha val="13000"/>
              </a:srgbClr>
            </a:solidFill>
            <a:prstDash val="solid"/>
          </a:ln>
        </p:spPr>
      </p:sp>
      <p:sp>
        <p:nvSpPr>
          <p:cNvPr id="977" name="lumia-token-stream-curve">
            <a:extLst>
              <a:ext uri="{FF2B5EF4-FFF2-40B4-BE49-F238E27FC236}">
                <a16:creationId xmlns:a16="http://schemas.microsoft.com/office/drawing/2014/main" id="{CA242461-3715-43AD-AFAD-8562130C8FFD}"/>
              </a:ext>
            </a:extLst>
          </p:cNvPr>
          <p:cNvSpPr>
            <a:spLocks noGrp="1"/>
          </p:cNvSpPr>
          <p:nvPr/>
        </p:nvSpPr>
        <p:spPr>
          <a:xfrm>
            <a:off x="2049352" y="6679716"/>
            <a:ext cx="229998" cy="9525"/>
          </a:xfrm>
          <a:custGeom>
            <a:avLst/>
            <a:gdLst/>
            <a:ahLst/>
            <a:cxnLst/>
            <a:rect l="0" t="0" r="0" b="0"/>
            <a:pathLst>
              <a:path w="229998" h="9525">
                <a:moveTo>
                  <a:pt x="0" y="0"/>
                </a:moveTo>
                <a:lnTo>
                  <a:pt x="229998" y="115"/>
                </a:lnTo>
              </a:path>
            </a:pathLst>
          </a:custGeom>
          <a:noFill/>
          <a:ln w="8125">
            <a:solidFill>
              <a:srgbClr val="544AA8">
                <a:alpha val="13000"/>
              </a:srgbClr>
            </a:solidFill>
            <a:prstDash val="solid"/>
          </a:ln>
        </p:spPr>
      </p:sp>
      <p:sp>
        <p:nvSpPr>
          <p:cNvPr id="978" name="lumia-token-stream-curve">
            <a:extLst>
              <a:ext uri="{FF2B5EF4-FFF2-40B4-BE49-F238E27FC236}">
                <a16:creationId xmlns:a16="http://schemas.microsoft.com/office/drawing/2014/main" id="{F755A4D3-C80A-4E35-BCFD-5F0130755944}"/>
              </a:ext>
            </a:extLst>
          </p:cNvPr>
          <p:cNvSpPr>
            <a:spLocks noGrp="1"/>
          </p:cNvSpPr>
          <p:nvPr/>
        </p:nvSpPr>
        <p:spPr>
          <a:xfrm>
            <a:off x="2279349" y="6679831"/>
            <a:ext cx="232525" cy="9525"/>
          </a:xfrm>
          <a:custGeom>
            <a:avLst/>
            <a:gdLst/>
            <a:ahLst/>
            <a:cxnLst/>
            <a:rect l="0" t="0" r="0" b="0"/>
            <a:pathLst>
              <a:path w="232525" h="9525">
                <a:moveTo>
                  <a:pt x="0" y="0"/>
                </a:moveTo>
                <a:lnTo>
                  <a:pt x="232525" y="8913"/>
                </a:lnTo>
              </a:path>
            </a:pathLst>
          </a:custGeom>
          <a:noFill/>
          <a:ln w="8125">
            <a:solidFill>
              <a:srgbClr val="5643A0">
                <a:alpha val="13000"/>
              </a:srgbClr>
            </a:solidFill>
            <a:prstDash val="solid"/>
          </a:ln>
        </p:spPr>
      </p:sp>
      <p:sp>
        <p:nvSpPr>
          <p:cNvPr id="979" name="lumia-token-stream-curve">
            <a:extLst>
              <a:ext uri="{FF2B5EF4-FFF2-40B4-BE49-F238E27FC236}">
                <a16:creationId xmlns:a16="http://schemas.microsoft.com/office/drawing/2014/main" id="{ACFF887A-53BB-4941-86BB-5172D2EBC27C}"/>
              </a:ext>
            </a:extLst>
          </p:cNvPr>
          <p:cNvSpPr>
            <a:spLocks noGrp="1"/>
          </p:cNvSpPr>
          <p:nvPr/>
        </p:nvSpPr>
        <p:spPr>
          <a:xfrm>
            <a:off x="2511874" y="6688744"/>
            <a:ext cx="235046" cy="16399"/>
          </a:xfrm>
          <a:custGeom>
            <a:avLst/>
            <a:gdLst/>
            <a:ahLst/>
            <a:cxnLst/>
            <a:rect l="0" t="0" r="0" b="0"/>
            <a:pathLst>
              <a:path w="235046" h="16399">
                <a:moveTo>
                  <a:pt x="0" y="0"/>
                </a:moveTo>
                <a:lnTo>
                  <a:pt x="235046" y="16399"/>
                </a:lnTo>
              </a:path>
            </a:pathLst>
          </a:custGeom>
          <a:noFill/>
          <a:ln w="8125">
            <a:solidFill>
              <a:srgbClr val="583D97">
                <a:alpha val="13000"/>
              </a:srgbClr>
            </a:solidFill>
            <a:prstDash val="solid"/>
          </a:ln>
        </p:spPr>
      </p:sp>
      <p:sp>
        <p:nvSpPr>
          <p:cNvPr id="980" name="lumia-token-stream-curve">
            <a:extLst>
              <a:ext uri="{FF2B5EF4-FFF2-40B4-BE49-F238E27FC236}">
                <a16:creationId xmlns:a16="http://schemas.microsoft.com/office/drawing/2014/main" id="{BA8C8499-53D1-4CC8-91DB-5BD5C31CB915}"/>
              </a:ext>
            </a:extLst>
          </p:cNvPr>
          <p:cNvSpPr>
            <a:spLocks noGrp="1"/>
          </p:cNvSpPr>
          <p:nvPr/>
        </p:nvSpPr>
        <p:spPr>
          <a:xfrm>
            <a:off x="2746920" y="6705143"/>
            <a:ext cx="237560" cy="9525"/>
          </a:xfrm>
          <a:custGeom>
            <a:avLst/>
            <a:gdLst/>
            <a:ahLst/>
            <a:cxnLst/>
            <a:rect l="0" t="0" r="0" b="0"/>
            <a:pathLst>
              <a:path w="237560" h="9525">
                <a:moveTo>
                  <a:pt x="0" y="0"/>
                </a:moveTo>
                <a:lnTo>
                  <a:pt x="237560" y="457"/>
                </a:lnTo>
              </a:path>
            </a:pathLst>
          </a:custGeom>
          <a:noFill/>
          <a:ln w="8125">
            <a:solidFill>
              <a:srgbClr val="623C8F">
                <a:alpha val="14000"/>
              </a:srgbClr>
            </a:solidFill>
            <a:prstDash val="solid"/>
          </a:ln>
        </p:spPr>
      </p:sp>
      <p:sp>
        <p:nvSpPr>
          <p:cNvPr id="981" name="lumia-token-stream-curve">
            <a:extLst>
              <a:ext uri="{FF2B5EF4-FFF2-40B4-BE49-F238E27FC236}">
                <a16:creationId xmlns:a16="http://schemas.microsoft.com/office/drawing/2014/main" id="{0542BA70-CFFF-4736-9071-D2FC63C7D5A8}"/>
              </a:ext>
            </a:extLst>
          </p:cNvPr>
          <p:cNvSpPr>
            <a:spLocks noGrp="1"/>
          </p:cNvSpPr>
          <p:nvPr/>
        </p:nvSpPr>
        <p:spPr>
          <a:xfrm>
            <a:off x="2984480" y="6705600"/>
            <a:ext cx="240068" cy="9525"/>
          </a:xfrm>
          <a:custGeom>
            <a:avLst/>
            <a:gdLst/>
            <a:ahLst/>
            <a:cxnLst/>
            <a:rect l="0" t="0" r="0" b="0"/>
            <a:pathLst>
              <a:path w="240068" h="9525">
                <a:moveTo>
                  <a:pt x="0" y="0"/>
                </a:moveTo>
                <a:lnTo>
                  <a:pt x="240068" y="0"/>
                </a:lnTo>
              </a:path>
            </a:pathLst>
          </a:custGeom>
          <a:noFill/>
          <a:ln w="8125">
            <a:solidFill>
              <a:srgbClr val="6F3C86">
                <a:alpha val="14000"/>
              </a:srgbClr>
            </a:solidFill>
            <a:prstDash val="solid"/>
          </a:ln>
        </p:spPr>
      </p:sp>
      <p:sp>
        <p:nvSpPr>
          <p:cNvPr id="982" name="lumia-token-stream-curve">
            <a:extLst>
              <a:ext uri="{FF2B5EF4-FFF2-40B4-BE49-F238E27FC236}">
                <a16:creationId xmlns:a16="http://schemas.microsoft.com/office/drawing/2014/main" id="{2A82067A-1FB2-4C3C-9704-771EF654F505}"/>
              </a:ext>
            </a:extLst>
          </p:cNvPr>
          <p:cNvSpPr>
            <a:spLocks noGrp="1"/>
          </p:cNvSpPr>
          <p:nvPr/>
        </p:nvSpPr>
        <p:spPr>
          <a:xfrm>
            <a:off x="3224548" y="6705600"/>
            <a:ext cx="242569" cy="9525"/>
          </a:xfrm>
          <a:custGeom>
            <a:avLst/>
            <a:gdLst/>
            <a:ahLst/>
            <a:cxnLst/>
            <a:rect l="0" t="0" r="0" b="0"/>
            <a:pathLst>
              <a:path w="242569" h="9525">
                <a:moveTo>
                  <a:pt x="0" y="0"/>
                </a:moveTo>
                <a:lnTo>
                  <a:pt x="242569" y="0"/>
                </a:lnTo>
              </a:path>
            </a:pathLst>
          </a:custGeom>
          <a:noFill/>
          <a:ln w="8125">
            <a:solidFill>
              <a:srgbClr val="7C3D7E">
                <a:alpha val="14000"/>
              </a:srgbClr>
            </a:solidFill>
            <a:prstDash val="solid"/>
          </a:ln>
        </p:spPr>
      </p:sp>
      <p:sp>
        <p:nvSpPr>
          <p:cNvPr id="983" name="lumia-token-stream-curve">
            <a:extLst>
              <a:ext uri="{FF2B5EF4-FFF2-40B4-BE49-F238E27FC236}">
                <a16:creationId xmlns:a16="http://schemas.microsoft.com/office/drawing/2014/main" id="{EC7830C8-C502-489D-816F-8A9E753DD3D9}"/>
              </a:ext>
            </a:extLst>
          </p:cNvPr>
          <p:cNvSpPr>
            <a:spLocks noGrp="1"/>
          </p:cNvSpPr>
          <p:nvPr/>
        </p:nvSpPr>
        <p:spPr>
          <a:xfrm>
            <a:off x="3467118" y="6705600"/>
            <a:ext cx="245064" cy="9525"/>
          </a:xfrm>
          <a:custGeom>
            <a:avLst/>
            <a:gdLst/>
            <a:ahLst/>
            <a:cxnLst/>
            <a:rect l="0" t="0" r="0" b="0"/>
            <a:pathLst>
              <a:path w="245064" h="9525">
                <a:moveTo>
                  <a:pt x="0" y="0"/>
                </a:moveTo>
                <a:lnTo>
                  <a:pt x="245064" y="0"/>
                </a:lnTo>
              </a:path>
            </a:pathLst>
          </a:custGeom>
          <a:noFill/>
          <a:ln w="8125">
            <a:solidFill>
              <a:srgbClr val="893E75">
                <a:alpha val="14000"/>
              </a:srgbClr>
            </a:solidFill>
            <a:prstDash val="solid"/>
          </a:ln>
        </p:spPr>
      </p:sp>
      <p:sp>
        <p:nvSpPr>
          <p:cNvPr id="984" name="lumia-token-stream-curve">
            <a:extLst>
              <a:ext uri="{FF2B5EF4-FFF2-40B4-BE49-F238E27FC236}">
                <a16:creationId xmlns:a16="http://schemas.microsoft.com/office/drawing/2014/main" id="{5409F41E-E6F3-4DDB-9EF9-D867CB691F86}"/>
              </a:ext>
            </a:extLst>
          </p:cNvPr>
          <p:cNvSpPr>
            <a:spLocks noGrp="1"/>
          </p:cNvSpPr>
          <p:nvPr/>
        </p:nvSpPr>
        <p:spPr>
          <a:xfrm>
            <a:off x="3712182" y="6705600"/>
            <a:ext cx="247552" cy="9525"/>
          </a:xfrm>
          <a:custGeom>
            <a:avLst/>
            <a:gdLst/>
            <a:ahLst/>
            <a:cxnLst/>
            <a:rect l="0" t="0" r="0" b="0"/>
            <a:pathLst>
              <a:path w="247552" h="9525">
                <a:moveTo>
                  <a:pt x="0" y="0"/>
                </a:moveTo>
                <a:lnTo>
                  <a:pt x="247552" y="0"/>
                </a:lnTo>
              </a:path>
            </a:pathLst>
          </a:custGeom>
          <a:noFill/>
          <a:ln w="8126">
            <a:solidFill>
              <a:srgbClr val="963E6C">
                <a:alpha val="15000"/>
              </a:srgbClr>
            </a:solidFill>
            <a:prstDash val="solid"/>
          </a:ln>
        </p:spPr>
      </p:sp>
      <p:sp>
        <p:nvSpPr>
          <p:cNvPr id="985" name="lumia-token-stream-curve">
            <a:extLst>
              <a:ext uri="{FF2B5EF4-FFF2-40B4-BE49-F238E27FC236}">
                <a16:creationId xmlns:a16="http://schemas.microsoft.com/office/drawing/2014/main" id="{51488BC3-8C4D-4C4A-9045-7F1158DCB2B7}"/>
              </a:ext>
            </a:extLst>
          </p:cNvPr>
          <p:cNvSpPr>
            <a:spLocks noGrp="1"/>
          </p:cNvSpPr>
          <p:nvPr/>
        </p:nvSpPr>
        <p:spPr>
          <a:xfrm>
            <a:off x="3959734" y="6705600"/>
            <a:ext cx="250034" cy="9525"/>
          </a:xfrm>
          <a:custGeom>
            <a:avLst/>
            <a:gdLst/>
            <a:ahLst/>
            <a:cxnLst/>
            <a:rect l="0" t="0" r="0" b="0"/>
            <a:pathLst>
              <a:path w="250034" h="9525">
                <a:moveTo>
                  <a:pt x="0" y="0"/>
                </a:moveTo>
                <a:lnTo>
                  <a:pt x="250034" y="0"/>
                </a:lnTo>
              </a:path>
            </a:pathLst>
          </a:custGeom>
          <a:noFill/>
          <a:ln w="8151">
            <a:solidFill>
              <a:srgbClr val="A33F64">
                <a:alpha val="15000"/>
              </a:srgbClr>
            </a:solidFill>
            <a:prstDash val="solid"/>
          </a:ln>
        </p:spPr>
      </p:sp>
      <p:sp>
        <p:nvSpPr>
          <p:cNvPr id="986" name="lumia-token-stream-curve">
            <a:extLst>
              <a:ext uri="{FF2B5EF4-FFF2-40B4-BE49-F238E27FC236}">
                <a16:creationId xmlns:a16="http://schemas.microsoft.com/office/drawing/2014/main" id="{230471B3-4049-4472-8DA9-DBC1DFF82E2F}"/>
              </a:ext>
            </a:extLst>
          </p:cNvPr>
          <p:cNvSpPr>
            <a:spLocks noGrp="1"/>
          </p:cNvSpPr>
          <p:nvPr/>
        </p:nvSpPr>
        <p:spPr>
          <a:xfrm>
            <a:off x="4209768" y="6705600"/>
            <a:ext cx="252510" cy="9525"/>
          </a:xfrm>
          <a:custGeom>
            <a:avLst/>
            <a:gdLst/>
            <a:ahLst/>
            <a:cxnLst/>
            <a:rect l="0" t="0" r="0" b="0"/>
            <a:pathLst>
              <a:path w="252510" h="9525">
                <a:moveTo>
                  <a:pt x="0" y="0"/>
                </a:moveTo>
                <a:lnTo>
                  <a:pt x="252510" y="0"/>
                </a:lnTo>
              </a:path>
            </a:pathLst>
          </a:custGeom>
          <a:noFill/>
          <a:ln w="8207">
            <a:solidFill>
              <a:srgbClr val="B0405B">
                <a:alpha val="16000"/>
              </a:srgbClr>
            </a:solidFill>
            <a:prstDash val="solid"/>
          </a:ln>
        </p:spPr>
      </p:sp>
      <p:sp>
        <p:nvSpPr>
          <p:cNvPr id="987" name="lumia-token-stream-curve">
            <a:extLst>
              <a:ext uri="{FF2B5EF4-FFF2-40B4-BE49-F238E27FC236}">
                <a16:creationId xmlns:a16="http://schemas.microsoft.com/office/drawing/2014/main" id="{3B01798F-7037-478A-80DC-074AE04D2C12}"/>
              </a:ext>
            </a:extLst>
          </p:cNvPr>
          <p:cNvSpPr>
            <a:spLocks noGrp="1"/>
          </p:cNvSpPr>
          <p:nvPr/>
        </p:nvSpPr>
        <p:spPr>
          <a:xfrm>
            <a:off x="4462278" y="6705600"/>
            <a:ext cx="254978" cy="9525"/>
          </a:xfrm>
          <a:custGeom>
            <a:avLst/>
            <a:gdLst/>
            <a:ahLst/>
            <a:cxnLst/>
            <a:rect l="0" t="0" r="0" b="0"/>
            <a:pathLst>
              <a:path w="254978" h="9525">
                <a:moveTo>
                  <a:pt x="0" y="0"/>
                </a:moveTo>
                <a:lnTo>
                  <a:pt x="254978" y="0"/>
                </a:lnTo>
              </a:path>
            </a:pathLst>
          </a:custGeom>
          <a:noFill/>
          <a:ln w="8292">
            <a:solidFill>
              <a:srgbClr val="BD4153">
                <a:alpha val="16000"/>
              </a:srgbClr>
            </a:solidFill>
            <a:prstDash val="solid"/>
          </a:ln>
        </p:spPr>
      </p:sp>
      <p:sp>
        <p:nvSpPr>
          <p:cNvPr id="988" name="lumia-token-stream-curve">
            <a:extLst>
              <a:ext uri="{FF2B5EF4-FFF2-40B4-BE49-F238E27FC236}">
                <a16:creationId xmlns:a16="http://schemas.microsoft.com/office/drawing/2014/main" id="{7B2C9ECC-E6DE-4949-A280-B3EEB78F3F55}"/>
              </a:ext>
            </a:extLst>
          </p:cNvPr>
          <p:cNvSpPr>
            <a:spLocks noGrp="1"/>
          </p:cNvSpPr>
          <p:nvPr/>
        </p:nvSpPr>
        <p:spPr>
          <a:xfrm>
            <a:off x="4717257" y="6655283"/>
            <a:ext cx="257441" cy="50317"/>
          </a:xfrm>
          <a:custGeom>
            <a:avLst/>
            <a:gdLst/>
            <a:ahLst/>
            <a:cxnLst/>
            <a:rect l="0" t="0" r="0" b="0"/>
            <a:pathLst>
              <a:path w="257441" h="50317">
                <a:moveTo>
                  <a:pt x="0" y="50317"/>
                </a:moveTo>
                <a:lnTo>
                  <a:pt x="257441" y="0"/>
                </a:lnTo>
              </a:path>
            </a:pathLst>
          </a:custGeom>
          <a:noFill/>
          <a:ln w="8404">
            <a:solidFill>
              <a:srgbClr val="CA414A">
                <a:alpha val="17000"/>
              </a:srgbClr>
            </a:solidFill>
            <a:prstDash val="solid"/>
          </a:ln>
        </p:spPr>
      </p:sp>
      <p:sp>
        <p:nvSpPr>
          <p:cNvPr id="989" name="lumia-token-stream-curve">
            <a:extLst>
              <a:ext uri="{FF2B5EF4-FFF2-40B4-BE49-F238E27FC236}">
                <a16:creationId xmlns:a16="http://schemas.microsoft.com/office/drawing/2014/main" id="{8B85257B-3808-475E-83D6-CEB9184778D8}"/>
              </a:ext>
            </a:extLst>
          </p:cNvPr>
          <p:cNvSpPr>
            <a:spLocks noGrp="1"/>
          </p:cNvSpPr>
          <p:nvPr/>
        </p:nvSpPr>
        <p:spPr>
          <a:xfrm>
            <a:off x="4974697" y="6577060"/>
            <a:ext cx="259897" cy="78223"/>
          </a:xfrm>
          <a:custGeom>
            <a:avLst/>
            <a:gdLst/>
            <a:ahLst/>
            <a:cxnLst/>
            <a:rect l="0" t="0" r="0" b="0"/>
            <a:pathLst>
              <a:path w="259897" h="78223">
                <a:moveTo>
                  <a:pt x="0" y="78223"/>
                </a:moveTo>
                <a:lnTo>
                  <a:pt x="259897" y="0"/>
                </a:lnTo>
              </a:path>
            </a:pathLst>
          </a:custGeom>
          <a:noFill/>
          <a:ln w="8540">
            <a:solidFill>
              <a:srgbClr val="D74242">
                <a:alpha val="17000"/>
              </a:srgbClr>
            </a:solidFill>
            <a:prstDash val="solid"/>
          </a:ln>
        </p:spPr>
      </p:sp>
      <p:sp>
        <p:nvSpPr>
          <p:cNvPr id="990" name="lumia-token-stream-curve">
            <a:extLst>
              <a:ext uri="{FF2B5EF4-FFF2-40B4-BE49-F238E27FC236}">
                <a16:creationId xmlns:a16="http://schemas.microsoft.com/office/drawing/2014/main" id="{D7E674F0-8307-49AB-A764-0A15314287E3}"/>
              </a:ext>
            </a:extLst>
          </p:cNvPr>
          <p:cNvSpPr>
            <a:spLocks noGrp="1"/>
          </p:cNvSpPr>
          <p:nvPr/>
        </p:nvSpPr>
        <p:spPr>
          <a:xfrm>
            <a:off x="5234594" y="6484909"/>
            <a:ext cx="262346" cy="92152"/>
          </a:xfrm>
          <a:custGeom>
            <a:avLst/>
            <a:gdLst/>
            <a:ahLst/>
            <a:cxnLst/>
            <a:rect l="0" t="0" r="0" b="0"/>
            <a:pathLst>
              <a:path w="262346" h="92152">
                <a:moveTo>
                  <a:pt x="0" y="92152"/>
                </a:moveTo>
                <a:lnTo>
                  <a:pt x="262346" y="0"/>
                </a:lnTo>
              </a:path>
            </a:pathLst>
          </a:custGeom>
          <a:noFill/>
          <a:ln w="8698">
            <a:solidFill>
              <a:srgbClr val="E44339">
                <a:alpha val="18000"/>
              </a:srgbClr>
            </a:solidFill>
            <a:prstDash val="solid"/>
          </a:ln>
        </p:spPr>
      </p:sp>
      <p:sp>
        <p:nvSpPr>
          <p:cNvPr id="991" name="lumia-token-stream-curve">
            <a:extLst>
              <a:ext uri="{FF2B5EF4-FFF2-40B4-BE49-F238E27FC236}">
                <a16:creationId xmlns:a16="http://schemas.microsoft.com/office/drawing/2014/main" id="{8A6DC2D4-7447-42F1-BE34-6D2B7DC83634}"/>
              </a:ext>
            </a:extLst>
          </p:cNvPr>
          <p:cNvSpPr>
            <a:spLocks noGrp="1"/>
          </p:cNvSpPr>
          <p:nvPr/>
        </p:nvSpPr>
        <p:spPr>
          <a:xfrm>
            <a:off x="5496940" y="6383009"/>
            <a:ext cx="264789" cy="101900"/>
          </a:xfrm>
          <a:custGeom>
            <a:avLst/>
            <a:gdLst/>
            <a:ahLst/>
            <a:cxnLst/>
            <a:rect l="0" t="0" r="0" b="0"/>
            <a:pathLst>
              <a:path w="264789" h="101900">
                <a:moveTo>
                  <a:pt x="0" y="101900"/>
                </a:moveTo>
                <a:lnTo>
                  <a:pt x="264789" y="0"/>
                </a:lnTo>
              </a:path>
            </a:pathLst>
          </a:custGeom>
          <a:noFill/>
          <a:ln w="8875">
            <a:solidFill>
              <a:srgbClr val="EB4833">
                <a:alpha val="18000"/>
              </a:srgbClr>
            </a:solidFill>
            <a:prstDash val="solid"/>
          </a:ln>
        </p:spPr>
      </p:sp>
      <p:sp>
        <p:nvSpPr>
          <p:cNvPr id="992" name="lumia-token-stream-curve">
            <a:extLst>
              <a:ext uri="{FF2B5EF4-FFF2-40B4-BE49-F238E27FC236}">
                <a16:creationId xmlns:a16="http://schemas.microsoft.com/office/drawing/2014/main" id="{4325BAE7-8201-4510-9000-E3959C97BB7B}"/>
              </a:ext>
            </a:extLst>
          </p:cNvPr>
          <p:cNvSpPr>
            <a:spLocks noGrp="1"/>
          </p:cNvSpPr>
          <p:nvPr/>
        </p:nvSpPr>
        <p:spPr>
          <a:xfrm>
            <a:off x="5761729" y="6276393"/>
            <a:ext cx="267225" cy="106616"/>
          </a:xfrm>
          <a:custGeom>
            <a:avLst/>
            <a:gdLst/>
            <a:ahLst/>
            <a:cxnLst/>
            <a:rect l="0" t="0" r="0" b="0"/>
            <a:pathLst>
              <a:path w="267225" h="106616">
                <a:moveTo>
                  <a:pt x="0" y="106616"/>
                </a:moveTo>
                <a:lnTo>
                  <a:pt x="267225" y="0"/>
                </a:lnTo>
              </a:path>
            </a:pathLst>
          </a:custGeom>
          <a:noFill/>
          <a:ln w="9070">
            <a:solidFill>
              <a:srgbClr val="EC532F">
                <a:alpha val="19000"/>
              </a:srgbClr>
            </a:solidFill>
            <a:prstDash val="solid"/>
          </a:ln>
        </p:spPr>
      </p:sp>
      <p:sp>
        <p:nvSpPr>
          <p:cNvPr id="993" name="lumia-token-stream-curve">
            <a:extLst>
              <a:ext uri="{FF2B5EF4-FFF2-40B4-BE49-F238E27FC236}">
                <a16:creationId xmlns:a16="http://schemas.microsoft.com/office/drawing/2014/main" id="{39544272-014E-41D0-B1C0-65998BAB9971}"/>
              </a:ext>
            </a:extLst>
          </p:cNvPr>
          <p:cNvSpPr>
            <a:spLocks noGrp="1"/>
          </p:cNvSpPr>
          <p:nvPr/>
        </p:nvSpPr>
        <p:spPr>
          <a:xfrm>
            <a:off x="6028955" y="6170404"/>
            <a:ext cx="269655" cy="105989"/>
          </a:xfrm>
          <a:custGeom>
            <a:avLst/>
            <a:gdLst/>
            <a:ahLst/>
            <a:cxnLst/>
            <a:rect l="0" t="0" r="0" b="0"/>
            <a:pathLst>
              <a:path w="269655" h="105989">
                <a:moveTo>
                  <a:pt x="0" y="105989"/>
                </a:moveTo>
                <a:lnTo>
                  <a:pt x="269655" y="0"/>
                </a:lnTo>
              </a:path>
            </a:pathLst>
          </a:custGeom>
          <a:noFill/>
          <a:ln w="9280">
            <a:solidFill>
              <a:srgbClr val="EE5E2A">
                <a:alpha val="20000"/>
              </a:srgbClr>
            </a:solidFill>
            <a:prstDash val="solid"/>
          </a:ln>
        </p:spPr>
      </p:sp>
      <p:sp>
        <p:nvSpPr>
          <p:cNvPr id="994" name="lumia-token-stream-curve">
            <a:extLst>
              <a:ext uri="{FF2B5EF4-FFF2-40B4-BE49-F238E27FC236}">
                <a16:creationId xmlns:a16="http://schemas.microsoft.com/office/drawing/2014/main" id="{DFBB23EA-68A5-477B-923D-68A9EB8AB086}"/>
              </a:ext>
            </a:extLst>
          </p:cNvPr>
          <p:cNvSpPr>
            <a:spLocks noGrp="1"/>
          </p:cNvSpPr>
          <p:nvPr/>
        </p:nvSpPr>
        <p:spPr>
          <a:xfrm>
            <a:off x="6298610" y="6070076"/>
            <a:ext cx="272079" cy="100328"/>
          </a:xfrm>
          <a:custGeom>
            <a:avLst/>
            <a:gdLst/>
            <a:ahLst/>
            <a:cxnLst/>
            <a:rect l="0" t="0" r="0" b="0"/>
            <a:pathLst>
              <a:path w="272079" h="100328">
                <a:moveTo>
                  <a:pt x="0" y="100328"/>
                </a:moveTo>
                <a:lnTo>
                  <a:pt x="272079" y="0"/>
                </a:lnTo>
              </a:path>
            </a:pathLst>
          </a:custGeom>
          <a:noFill/>
          <a:ln w="9502">
            <a:solidFill>
              <a:srgbClr val="EF6926">
                <a:alpha val="20000"/>
              </a:srgbClr>
            </a:solidFill>
            <a:prstDash val="solid"/>
          </a:ln>
        </p:spPr>
      </p:sp>
      <p:sp>
        <p:nvSpPr>
          <p:cNvPr id="995" name="lumia-token-stream-curve">
            <a:extLst>
              <a:ext uri="{FF2B5EF4-FFF2-40B4-BE49-F238E27FC236}">
                <a16:creationId xmlns:a16="http://schemas.microsoft.com/office/drawing/2014/main" id="{BAD8AB85-0F8F-47AF-9015-69AA76C5A4D5}"/>
              </a:ext>
            </a:extLst>
          </p:cNvPr>
          <p:cNvSpPr>
            <a:spLocks noGrp="1"/>
          </p:cNvSpPr>
          <p:nvPr/>
        </p:nvSpPr>
        <p:spPr>
          <a:xfrm>
            <a:off x="6570689" y="5979498"/>
            <a:ext cx="274496" cy="90578"/>
          </a:xfrm>
          <a:custGeom>
            <a:avLst/>
            <a:gdLst/>
            <a:ahLst/>
            <a:cxnLst/>
            <a:rect l="0" t="0" r="0" b="0"/>
            <a:pathLst>
              <a:path w="274496" h="90578">
                <a:moveTo>
                  <a:pt x="0" y="90578"/>
                </a:moveTo>
                <a:lnTo>
                  <a:pt x="274496" y="0"/>
                </a:lnTo>
              </a:path>
            </a:pathLst>
          </a:custGeom>
          <a:noFill/>
          <a:ln w="9734">
            <a:solidFill>
              <a:srgbClr val="F17322">
                <a:alpha val="21000"/>
              </a:srgbClr>
            </a:solidFill>
            <a:prstDash val="solid"/>
          </a:ln>
        </p:spPr>
      </p:sp>
      <p:sp>
        <p:nvSpPr>
          <p:cNvPr id="996" name="lumia-token-stream-curve">
            <a:extLst>
              <a:ext uri="{FF2B5EF4-FFF2-40B4-BE49-F238E27FC236}">
                <a16:creationId xmlns:a16="http://schemas.microsoft.com/office/drawing/2014/main" id="{BD172D18-89F7-48FC-8A60-9F7CA5A6B226}"/>
              </a:ext>
            </a:extLst>
          </p:cNvPr>
          <p:cNvSpPr>
            <a:spLocks noGrp="1"/>
          </p:cNvSpPr>
          <p:nvPr/>
        </p:nvSpPr>
        <p:spPr>
          <a:xfrm>
            <a:off x="6845184" y="5901245"/>
            <a:ext cx="276906" cy="78253"/>
          </a:xfrm>
          <a:custGeom>
            <a:avLst/>
            <a:gdLst/>
            <a:ahLst/>
            <a:cxnLst/>
            <a:rect l="0" t="0" r="0" b="0"/>
            <a:pathLst>
              <a:path w="276906" h="78253">
                <a:moveTo>
                  <a:pt x="0" y="78253"/>
                </a:moveTo>
                <a:lnTo>
                  <a:pt x="276906" y="0"/>
                </a:lnTo>
              </a:path>
            </a:pathLst>
          </a:custGeom>
          <a:noFill/>
          <a:ln w="9974">
            <a:solidFill>
              <a:srgbClr val="F27E1E">
                <a:alpha val="22000"/>
              </a:srgbClr>
            </a:solidFill>
            <a:prstDash val="solid"/>
          </a:ln>
        </p:spPr>
      </p:sp>
      <p:sp>
        <p:nvSpPr>
          <p:cNvPr id="997" name="lumia-token-stream-curve">
            <a:extLst>
              <a:ext uri="{FF2B5EF4-FFF2-40B4-BE49-F238E27FC236}">
                <a16:creationId xmlns:a16="http://schemas.microsoft.com/office/drawing/2014/main" id="{3A4C8D20-C649-4A91-A63F-9459F548591B}"/>
              </a:ext>
            </a:extLst>
          </p:cNvPr>
          <p:cNvSpPr>
            <a:spLocks noGrp="1"/>
          </p:cNvSpPr>
          <p:nvPr/>
        </p:nvSpPr>
        <p:spPr>
          <a:xfrm>
            <a:off x="7122091" y="5835954"/>
            <a:ext cx="279310" cy="65291"/>
          </a:xfrm>
          <a:custGeom>
            <a:avLst/>
            <a:gdLst/>
            <a:ahLst/>
            <a:cxnLst/>
            <a:rect l="0" t="0" r="0" b="0"/>
            <a:pathLst>
              <a:path w="279310" h="65291">
                <a:moveTo>
                  <a:pt x="0" y="65291"/>
                </a:moveTo>
                <a:lnTo>
                  <a:pt x="279310" y="0"/>
                </a:lnTo>
              </a:path>
            </a:pathLst>
          </a:custGeom>
          <a:noFill/>
          <a:ln w="10220">
            <a:solidFill>
              <a:srgbClr val="F48919">
                <a:alpha val="22000"/>
              </a:srgbClr>
            </a:solidFill>
            <a:prstDash val="solid"/>
          </a:ln>
        </p:spPr>
      </p:sp>
      <p:sp>
        <p:nvSpPr>
          <p:cNvPr id="998" name="lumia-token-stream-curve">
            <a:extLst>
              <a:ext uri="{FF2B5EF4-FFF2-40B4-BE49-F238E27FC236}">
                <a16:creationId xmlns:a16="http://schemas.microsoft.com/office/drawing/2014/main" id="{FAB6B826-912A-44D7-BE63-13F70EC6B3E1}"/>
              </a:ext>
            </a:extLst>
          </p:cNvPr>
          <p:cNvSpPr>
            <a:spLocks noGrp="1"/>
          </p:cNvSpPr>
          <p:nvPr/>
        </p:nvSpPr>
        <p:spPr>
          <a:xfrm>
            <a:off x="7401401" y="5782115"/>
            <a:ext cx="281707" cy="53840"/>
          </a:xfrm>
          <a:custGeom>
            <a:avLst/>
            <a:gdLst/>
            <a:ahLst/>
            <a:cxnLst/>
            <a:rect l="0" t="0" r="0" b="0"/>
            <a:pathLst>
              <a:path w="281707" h="53840">
                <a:moveTo>
                  <a:pt x="0" y="53840"/>
                </a:moveTo>
                <a:lnTo>
                  <a:pt x="281707" y="0"/>
                </a:lnTo>
              </a:path>
            </a:pathLst>
          </a:custGeom>
          <a:noFill/>
          <a:ln w="10469">
            <a:solidFill>
              <a:srgbClr val="F59415">
                <a:alpha val="23000"/>
              </a:srgbClr>
            </a:solidFill>
            <a:prstDash val="solid"/>
          </a:ln>
        </p:spPr>
      </p:sp>
      <p:sp>
        <p:nvSpPr>
          <p:cNvPr id="999" name="lumia-token-stream-curve">
            <a:extLst>
              <a:ext uri="{FF2B5EF4-FFF2-40B4-BE49-F238E27FC236}">
                <a16:creationId xmlns:a16="http://schemas.microsoft.com/office/drawing/2014/main" id="{405A68E1-D218-4BE9-B9F2-7C998DB0C926}"/>
              </a:ext>
            </a:extLst>
          </p:cNvPr>
          <p:cNvSpPr>
            <a:spLocks noGrp="1"/>
          </p:cNvSpPr>
          <p:nvPr/>
        </p:nvSpPr>
        <p:spPr>
          <a:xfrm>
            <a:off x="7683108" y="5736120"/>
            <a:ext cx="284098" cy="45995"/>
          </a:xfrm>
          <a:custGeom>
            <a:avLst/>
            <a:gdLst/>
            <a:ahLst/>
            <a:cxnLst/>
            <a:rect l="0" t="0" r="0" b="0"/>
            <a:pathLst>
              <a:path w="284098" h="45995">
                <a:moveTo>
                  <a:pt x="0" y="45995"/>
                </a:moveTo>
                <a:lnTo>
                  <a:pt x="284098" y="0"/>
                </a:lnTo>
              </a:path>
            </a:pathLst>
          </a:custGeom>
          <a:noFill/>
          <a:ln w="10719">
            <a:solidFill>
              <a:srgbClr val="F79E11">
                <a:alpha val="24000"/>
              </a:srgbClr>
            </a:solidFill>
            <a:prstDash val="solid"/>
          </a:ln>
        </p:spPr>
      </p:sp>
      <p:sp>
        <p:nvSpPr>
          <p:cNvPr id="1000" name="lumia-token-stream-curve">
            <a:extLst>
              <a:ext uri="{FF2B5EF4-FFF2-40B4-BE49-F238E27FC236}">
                <a16:creationId xmlns:a16="http://schemas.microsoft.com/office/drawing/2014/main" id="{36DFE58D-1A20-4C4A-B43A-4140466C809E}"/>
              </a:ext>
            </a:extLst>
          </p:cNvPr>
          <p:cNvSpPr>
            <a:spLocks noGrp="1"/>
          </p:cNvSpPr>
          <p:nvPr/>
        </p:nvSpPr>
        <p:spPr>
          <a:xfrm>
            <a:off x="7967206" y="5692603"/>
            <a:ext cx="286483" cy="43517"/>
          </a:xfrm>
          <a:custGeom>
            <a:avLst/>
            <a:gdLst/>
            <a:ahLst/>
            <a:cxnLst/>
            <a:rect l="0" t="0" r="0" b="0"/>
            <a:pathLst>
              <a:path w="286483" h="43517">
                <a:moveTo>
                  <a:pt x="0" y="43517"/>
                </a:moveTo>
                <a:lnTo>
                  <a:pt x="286483" y="0"/>
                </a:lnTo>
              </a:path>
            </a:pathLst>
          </a:custGeom>
          <a:noFill/>
          <a:ln w="10967">
            <a:solidFill>
              <a:srgbClr val="F8A90C">
                <a:alpha val="24000"/>
              </a:srgbClr>
            </a:solidFill>
            <a:prstDash val="solid"/>
          </a:ln>
        </p:spPr>
      </p:sp>
      <p:sp>
        <p:nvSpPr>
          <p:cNvPr id="1001" name="lumia-token-stream-curve">
            <a:extLst>
              <a:ext uri="{FF2B5EF4-FFF2-40B4-BE49-F238E27FC236}">
                <a16:creationId xmlns:a16="http://schemas.microsoft.com/office/drawing/2014/main" id="{E3A3CA75-AFBE-4C92-8590-C024446DFE3E}"/>
              </a:ext>
            </a:extLst>
          </p:cNvPr>
          <p:cNvSpPr>
            <a:spLocks noGrp="1"/>
          </p:cNvSpPr>
          <p:nvPr/>
        </p:nvSpPr>
        <p:spPr>
          <a:xfrm>
            <a:off x="8253689" y="5645031"/>
            <a:ext cx="288861" cy="47571"/>
          </a:xfrm>
          <a:custGeom>
            <a:avLst/>
            <a:gdLst/>
            <a:ahLst/>
            <a:cxnLst/>
            <a:rect l="0" t="0" r="0" b="0"/>
            <a:pathLst>
              <a:path w="288861" h="47571">
                <a:moveTo>
                  <a:pt x="0" y="47571"/>
                </a:moveTo>
                <a:lnTo>
                  <a:pt x="288861" y="0"/>
                </a:lnTo>
              </a:path>
            </a:pathLst>
          </a:custGeom>
          <a:noFill/>
          <a:ln w="11212">
            <a:solidFill>
              <a:srgbClr val="FAB408">
                <a:alpha val="25000"/>
              </a:srgbClr>
            </a:solidFill>
            <a:prstDash val="solid"/>
          </a:ln>
        </p:spPr>
      </p:sp>
      <p:sp>
        <p:nvSpPr>
          <p:cNvPr id="1002" name="lumia-token-stream-curve">
            <a:extLst>
              <a:ext uri="{FF2B5EF4-FFF2-40B4-BE49-F238E27FC236}">
                <a16:creationId xmlns:a16="http://schemas.microsoft.com/office/drawing/2014/main" id="{E63FFF11-B8E7-455F-9BE6-393E93027CB8}"/>
              </a:ext>
            </a:extLst>
          </p:cNvPr>
          <p:cNvSpPr>
            <a:spLocks noGrp="1"/>
          </p:cNvSpPr>
          <p:nvPr/>
        </p:nvSpPr>
        <p:spPr>
          <a:xfrm>
            <a:off x="8542550" y="5586510"/>
            <a:ext cx="291232" cy="58521"/>
          </a:xfrm>
          <a:custGeom>
            <a:avLst/>
            <a:gdLst/>
            <a:ahLst/>
            <a:cxnLst/>
            <a:rect l="0" t="0" r="0" b="0"/>
            <a:pathLst>
              <a:path w="291232" h="58521">
                <a:moveTo>
                  <a:pt x="0" y="58521"/>
                </a:moveTo>
                <a:lnTo>
                  <a:pt x="291232" y="0"/>
                </a:lnTo>
              </a:path>
            </a:pathLst>
          </a:custGeom>
          <a:noFill/>
          <a:ln w="11451">
            <a:solidFill>
              <a:srgbClr val="F7BC07">
                <a:alpha val="25000"/>
              </a:srgbClr>
            </a:solidFill>
            <a:prstDash val="solid"/>
          </a:ln>
        </p:spPr>
      </p:sp>
      <p:sp>
        <p:nvSpPr>
          <p:cNvPr id="1003" name="lumia-token-stream-curve">
            <a:extLst>
              <a:ext uri="{FF2B5EF4-FFF2-40B4-BE49-F238E27FC236}">
                <a16:creationId xmlns:a16="http://schemas.microsoft.com/office/drawing/2014/main" id="{2B7F115E-478E-403B-9CC9-DD440810AB7F}"/>
              </a:ext>
            </a:extLst>
          </p:cNvPr>
          <p:cNvSpPr>
            <a:spLocks noGrp="1"/>
          </p:cNvSpPr>
          <p:nvPr/>
        </p:nvSpPr>
        <p:spPr>
          <a:xfrm>
            <a:off x="8833783" y="5510688"/>
            <a:ext cx="293597" cy="75822"/>
          </a:xfrm>
          <a:custGeom>
            <a:avLst/>
            <a:gdLst/>
            <a:ahLst/>
            <a:cxnLst/>
            <a:rect l="0" t="0" r="0" b="0"/>
            <a:pathLst>
              <a:path w="293597" h="75822">
                <a:moveTo>
                  <a:pt x="0" y="75822"/>
                </a:moveTo>
                <a:lnTo>
                  <a:pt x="293597" y="0"/>
                </a:lnTo>
              </a:path>
            </a:pathLst>
          </a:custGeom>
          <a:noFill/>
          <a:ln w="11681">
            <a:solidFill>
              <a:srgbClr val="E5BA0E">
                <a:alpha val="26000"/>
              </a:srgbClr>
            </a:solidFill>
            <a:prstDash val="solid"/>
          </a:ln>
        </p:spPr>
      </p:sp>
      <p:sp>
        <p:nvSpPr>
          <p:cNvPr id="1004" name="lumia-token-stream-curve">
            <a:extLst>
              <a:ext uri="{FF2B5EF4-FFF2-40B4-BE49-F238E27FC236}">
                <a16:creationId xmlns:a16="http://schemas.microsoft.com/office/drawing/2014/main" id="{5344B51C-3F76-425E-AC24-BF8C2B9D1937}"/>
              </a:ext>
            </a:extLst>
          </p:cNvPr>
          <p:cNvSpPr>
            <a:spLocks noGrp="1"/>
          </p:cNvSpPr>
          <p:nvPr/>
        </p:nvSpPr>
        <p:spPr>
          <a:xfrm>
            <a:off x="9127380" y="5412662"/>
            <a:ext cx="295956" cy="98026"/>
          </a:xfrm>
          <a:custGeom>
            <a:avLst/>
            <a:gdLst/>
            <a:ahLst/>
            <a:cxnLst/>
            <a:rect l="0" t="0" r="0" b="0"/>
            <a:pathLst>
              <a:path w="295956" h="98026">
                <a:moveTo>
                  <a:pt x="0" y="98026"/>
                </a:moveTo>
                <a:lnTo>
                  <a:pt x="295956" y="0"/>
                </a:lnTo>
              </a:path>
            </a:pathLst>
          </a:custGeom>
          <a:noFill/>
          <a:ln w="11900">
            <a:solidFill>
              <a:srgbClr val="D3B815">
                <a:alpha val="26000"/>
              </a:srgbClr>
            </a:solidFill>
            <a:prstDash val="solid"/>
          </a:ln>
        </p:spPr>
      </p:sp>
      <p:sp>
        <p:nvSpPr>
          <p:cNvPr id="1005" name="lumia-token-stream-curve">
            <a:extLst>
              <a:ext uri="{FF2B5EF4-FFF2-40B4-BE49-F238E27FC236}">
                <a16:creationId xmlns:a16="http://schemas.microsoft.com/office/drawing/2014/main" id="{749E082D-FC68-4BD8-A6BB-EF70D2E1AA88}"/>
              </a:ext>
            </a:extLst>
          </p:cNvPr>
          <p:cNvSpPr>
            <a:spLocks noGrp="1"/>
          </p:cNvSpPr>
          <p:nvPr/>
        </p:nvSpPr>
        <p:spPr>
          <a:xfrm>
            <a:off x="9423336" y="5289738"/>
            <a:ext cx="298308" cy="122923"/>
          </a:xfrm>
          <a:custGeom>
            <a:avLst/>
            <a:gdLst/>
            <a:ahLst/>
            <a:cxnLst/>
            <a:rect l="0" t="0" r="0" b="0"/>
            <a:pathLst>
              <a:path w="298308" h="122923">
                <a:moveTo>
                  <a:pt x="0" y="122923"/>
                </a:moveTo>
                <a:lnTo>
                  <a:pt x="298308" y="0"/>
                </a:lnTo>
              </a:path>
            </a:pathLst>
          </a:custGeom>
          <a:noFill/>
          <a:ln w="12106">
            <a:solidFill>
              <a:srgbClr val="C2B61C">
                <a:alpha val="27000"/>
              </a:srgbClr>
            </a:solidFill>
            <a:prstDash val="solid"/>
          </a:ln>
        </p:spPr>
      </p:sp>
      <p:sp>
        <p:nvSpPr>
          <p:cNvPr id="1006" name="lumia-token-stream-curve">
            <a:extLst>
              <a:ext uri="{FF2B5EF4-FFF2-40B4-BE49-F238E27FC236}">
                <a16:creationId xmlns:a16="http://schemas.microsoft.com/office/drawing/2014/main" id="{72A1C776-D75B-4229-A7E9-CAD3163C17AD}"/>
              </a:ext>
            </a:extLst>
          </p:cNvPr>
          <p:cNvSpPr>
            <a:spLocks noGrp="1"/>
          </p:cNvSpPr>
          <p:nvPr/>
        </p:nvSpPr>
        <p:spPr>
          <a:xfrm>
            <a:off x="9721644" y="5141930"/>
            <a:ext cx="300653" cy="147808"/>
          </a:xfrm>
          <a:custGeom>
            <a:avLst/>
            <a:gdLst/>
            <a:ahLst/>
            <a:cxnLst/>
            <a:rect l="0" t="0" r="0" b="0"/>
            <a:pathLst>
              <a:path w="300653" h="147808">
                <a:moveTo>
                  <a:pt x="0" y="147808"/>
                </a:moveTo>
                <a:lnTo>
                  <a:pt x="300653" y="0"/>
                </a:lnTo>
              </a:path>
            </a:pathLst>
          </a:custGeom>
          <a:noFill/>
          <a:ln w="12296">
            <a:solidFill>
              <a:srgbClr val="B0B422">
                <a:alpha val="27000"/>
              </a:srgbClr>
            </a:solidFill>
            <a:prstDash val="solid"/>
          </a:ln>
        </p:spPr>
      </p:sp>
      <p:sp>
        <p:nvSpPr>
          <p:cNvPr id="1007" name="lumia-token-stream-curve">
            <a:extLst>
              <a:ext uri="{FF2B5EF4-FFF2-40B4-BE49-F238E27FC236}">
                <a16:creationId xmlns:a16="http://schemas.microsoft.com/office/drawing/2014/main" id="{21B7F26C-E1F2-4C75-8288-212D1D04089B}"/>
              </a:ext>
            </a:extLst>
          </p:cNvPr>
          <p:cNvSpPr>
            <a:spLocks noGrp="1"/>
          </p:cNvSpPr>
          <p:nvPr/>
        </p:nvSpPr>
        <p:spPr>
          <a:xfrm>
            <a:off x="10022297" y="4972093"/>
            <a:ext cx="302992" cy="169837"/>
          </a:xfrm>
          <a:custGeom>
            <a:avLst/>
            <a:gdLst/>
            <a:ahLst/>
            <a:cxnLst/>
            <a:rect l="0" t="0" r="0" b="0"/>
            <a:pathLst>
              <a:path w="302992" h="169837">
                <a:moveTo>
                  <a:pt x="0" y="169837"/>
                </a:moveTo>
                <a:lnTo>
                  <a:pt x="302992" y="0"/>
                </a:lnTo>
              </a:path>
            </a:pathLst>
          </a:custGeom>
          <a:noFill/>
          <a:ln w="12469">
            <a:solidFill>
              <a:srgbClr val="9EB329">
                <a:alpha val="28000"/>
              </a:srgbClr>
            </a:solidFill>
            <a:prstDash val="solid"/>
          </a:ln>
        </p:spPr>
      </p:sp>
      <p:sp>
        <p:nvSpPr>
          <p:cNvPr id="1008" name="lumia-token-stream-curve">
            <a:extLst>
              <a:ext uri="{FF2B5EF4-FFF2-40B4-BE49-F238E27FC236}">
                <a16:creationId xmlns:a16="http://schemas.microsoft.com/office/drawing/2014/main" id="{B5614DA8-E2DD-4FFC-A18A-49F207D2A919}"/>
              </a:ext>
            </a:extLst>
          </p:cNvPr>
          <p:cNvSpPr>
            <a:spLocks noGrp="1"/>
          </p:cNvSpPr>
          <p:nvPr/>
        </p:nvSpPr>
        <p:spPr>
          <a:xfrm>
            <a:off x="10325290" y="4785648"/>
            <a:ext cx="305325" cy="186445"/>
          </a:xfrm>
          <a:custGeom>
            <a:avLst/>
            <a:gdLst/>
            <a:ahLst/>
            <a:cxnLst/>
            <a:rect l="0" t="0" r="0" b="0"/>
            <a:pathLst>
              <a:path w="305325" h="186445">
                <a:moveTo>
                  <a:pt x="0" y="186445"/>
                </a:moveTo>
                <a:lnTo>
                  <a:pt x="305325" y="0"/>
                </a:lnTo>
              </a:path>
            </a:pathLst>
          </a:custGeom>
          <a:noFill/>
          <a:ln w="12622">
            <a:solidFill>
              <a:srgbClr val="8CB130">
                <a:alpha val="28000"/>
              </a:srgbClr>
            </a:solidFill>
            <a:prstDash val="solid"/>
          </a:ln>
        </p:spPr>
      </p:sp>
      <p:sp>
        <p:nvSpPr>
          <p:cNvPr id="1009" name="lumia-token-stream-curve">
            <a:extLst>
              <a:ext uri="{FF2B5EF4-FFF2-40B4-BE49-F238E27FC236}">
                <a16:creationId xmlns:a16="http://schemas.microsoft.com/office/drawing/2014/main" id="{5FDDADB3-E2BD-4059-8225-36F53C4817CC}"/>
              </a:ext>
            </a:extLst>
          </p:cNvPr>
          <p:cNvSpPr>
            <a:spLocks noGrp="1"/>
          </p:cNvSpPr>
          <p:nvPr/>
        </p:nvSpPr>
        <p:spPr>
          <a:xfrm>
            <a:off x="10630615" y="4589899"/>
            <a:ext cx="307651" cy="195749"/>
          </a:xfrm>
          <a:custGeom>
            <a:avLst/>
            <a:gdLst/>
            <a:ahLst/>
            <a:cxnLst/>
            <a:rect l="0" t="0" r="0" b="0"/>
            <a:pathLst>
              <a:path w="307651" h="195749">
                <a:moveTo>
                  <a:pt x="0" y="195749"/>
                </a:moveTo>
                <a:lnTo>
                  <a:pt x="307651" y="0"/>
                </a:lnTo>
              </a:path>
            </a:pathLst>
          </a:custGeom>
          <a:noFill/>
          <a:ln w="12752">
            <a:solidFill>
              <a:srgbClr val="7BAF37">
                <a:alpha val="28000"/>
              </a:srgbClr>
            </a:solidFill>
            <a:prstDash val="solid"/>
          </a:ln>
        </p:spPr>
      </p:sp>
      <p:sp>
        <p:nvSpPr>
          <p:cNvPr id="1010" name="lumia-token-stream-curve">
            <a:extLst>
              <a:ext uri="{FF2B5EF4-FFF2-40B4-BE49-F238E27FC236}">
                <a16:creationId xmlns:a16="http://schemas.microsoft.com/office/drawing/2014/main" id="{7606D550-8F27-45AE-8F57-72B37CCA3463}"/>
              </a:ext>
            </a:extLst>
          </p:cNvPr>
          <p:cNvSpPr>
            <a:spLocks noGrp="1"/>
          </p:cNvSpPr>
          <p:nvPr/>
        </p:nvSpPr>
        <p:spPr>
          <a:xfrm>
            <a:off x="10938266" y="4393010"/>
            <a:ext cx="309971" cy="196889"/>
          </a:xfrm>
          <a:custGeom>
            <a:avLst/>
            <a:gdLst/>
            <a:ahLst/>
            <a:cxnLst/>
            <a:rect l="0" t="0" r="0" b="0"/>
            <a:pathLst>
              <a:path w="309971" h="196889">
                <a:moveTo>
                  <a:pt x="0" y="196889"/>
                </a:moveTo>
                <a:lnTo>
                  <a:pt x="309971" y="0"/>
                </a:lnTo>
              </a:path>
            </a:pathLst>
          </a:custGeom>
          <a:noFill/>
          <a:ln w="12857">
            <a:solidFill>
              <a:srgbClr val="69AD3E">
                <a:alpha val="28000"/>
              </a:srgbClr>
            </a:solidFill>
            <a:prstDash val="solid"/>
          </a:ln>
        </p:spPr>
      </p:sp>
      <p:sp>
        <p:nvSpPr>
          <p:cNvPr id="1011" name="lumia-token-stream-curve">
            <a:extLst>
              <a:ext uri="{FF2B5EF4-FFF2-40B4-BE49-F238E27FC236}">
                <a16:creationId xmlns:a16="http://schemas.microsoft.com/office/drawing/2014/main" id="{9AA686BA-72A3-4FD3-A0F0-40E24640BEEC}"/>
              </a:ext>
            </a:extLst>
          </p:cNvPr>
          <p:cNvSpPr>
            <a:spLocks noGrp="1"/>
          </p:cNvSpPr>
          <p:nvPr/>
        </p:nvSpPr>
        <p:spPr>
          <a:xfrm>
            <a:off x="11248236" y="4202786"/>
            <a:ext cx="312284" cy="190225"/>
          </a:xfrm>
          <a:custGeom>
            <a:avLst/>
            <a:gdLst/>
            <a:ahLst/>
            <a:cxnLst/>
            <a:rect l="0" t="0" r="0" b="0"/>
            <a:pathLst>
              <a:path w="312284" h="190225">
                <a:moveTo>
                  <a:pt x="0" y="190225"/>
                </a:moveTo>
                <a:lnTo>
                  <a:pt x="312284" y="0"/>
                </a:lnTo>
              </a:path>
            </a:pathLst>
          </a:custGeom>
          <a:noFill/>
          <a:ln w="12935">
            <a:solidFill>
              <a:srgbClr val="57AC45">
                <a:alpha val="29000"/>
              </a:srgbClr>
            </a:solidFill>
            <a:prstDash val="solid"/>
          </a:ln>
        </p:spPr>
      </p:sp>
      <p:sp>
        <p:nvSpPr>
          <p:cNvPr id="1012" name="lumia-token-stream-curve">
            <a:extLst>
              <a:ext uri="{FF2B5EF4-FFF2-40B4-BE49-F238E27FC236}">
                <a16:creationId xmlns:a16="http://schemas.microsoft.com/office/drawing/2014/main" id="{FE3BC70A-544E-4DE5-97FE-54544E917335}"/>
              </a:ext>
            </a:extLst>
          </p:cNvPr>
          <p:cNvSpPr>
            <a:spLocks noGrp="1"/>
          </p:cNvSpPr>
          <p:nvPr/>
        </p:nvSpPr>
        <p:spPr>
          <a:xfrm>
            <a:off x="11560520" y="4025416"/>
            <a:ext cx="314590" cy="177369"/>
          </a:xfrm>
          <a:custGeom>
            <a:avLst/>
            <a:gdLst/>
            <a:ahLst/>
            <a:cxnLst/>
            <a:rect l="0" t="0" r="0" b="0"/>
            <a:pathLst>
              <a:path w="314590" h="177369">
                <a:moveTo>
                  <a:pt x="0" y="177369"/>
                </a:moveTo>
                <a:lnTo>
                  <a:pt x="314590" y="0"/>
                </a:lnTo>
              </a:path>
            </a:pathLst>
          </a:custGeom>
          <a:noFill/>
          <a:ln w="12984">
            <a:solidFill>
              <a:srgbClr val="46AA4C">
                <a:alpha val="29000"/>
              </a:srgbClr>
            </a:solidFill>
            <a:prstDash val="solid"/>
          </a:ln>
        </p:spPr>
      </p:sp>
      <p:sp>
        <p:nvSpPr>
          <p:cNvPr id="1013" name="lumia-token-stream-curve">
            <a:extLst>
              <a:ext uri="{FF2B5EF4-FFF2-40B4-BE49-F238E27FC236}">
                <a16:creationId xmlns:a16="http://schemas.microsoft.com/office/drawing/2014/main" id="{0E575578-C66B-4FE6-96E3-05A1C3F4294E}"/>
              </a:ext>
            </a:extLst>
          </p:cNvPr>
          <p:cNvSpPr>
            <a:spLocks noGrp="1"/>
          </p:cNvSpPr>
          <p:nvPr/>
        </p:nvSpPr>
        <p:spPr>
          <a:xfrm>
            <a:off x="11875110" y="3864405"/>
            <a:ext cx="316890" cy="161011"/>
          </a:xfrm>
          <a:custGeom>
            <a:avLst/>
            <a:gdLst/>
            <a:ahLst/>
            <a:cxnLst/>
            <a:rect l="0" t="0" r="0" b="0"/>
            <a:pathLst>
              <a:path w="316890" h="161011">
                <a:moveTo>
                  <a:pt x="0" y="161011"/>
                </a:moveTo>
                <a:lnTo>
                  <a:pt x="316890" y="0"/>
                </a:lnTo>
              </a:path>
            </a:pathLst>
          </a:custGeom>
          <a:noFill/>
          <a:ln w="13000">
            <a:solidFill>
              <a:srgbClr val="34A853">
                <a:alpha val="29000"/>
              </a:srgbClr>
            </a:solidFill>
            <a:prstDash val="solid"/>
          </a:ln>
        </p:spPr>
      </p:sp>
      <p:sp>
        <p:nvSpPr>
          <p:cNvPr id="1014" name="lumia-token-stream-curve">
            <a:extLst>
              <a:ext uri="{FF2B5EF4-FFF2-40B4-BE49-F238E27FC236}">
                <a16:creationId xmlns:a16="http://schemas.microsoft.com/office/drawing/2014/main" id="{0C307555-C57C-4FA8-8EB2-00C7A341D8FC}"/>
              </a:ext>
            </a:extLst>
          </p:cNvPr>
          <p:cNvSpPr>
            <a:spLocks noGrp="1"/>
          </p:cNvSpPr>
          <p:nvPr/>
        </p:nvSpPr>
        <p:spPr>
          <a:xfrm>
            <a:off x="7506" y="6705600"/>
            <a:ext cx="210891" cy="9525"/>
          </a:xfrm>
          <a:custGeom>
            <a:avLst/>
            <a:gdLst/>
            <a:ahLst/>
            <a:cxnLst/>
            <a:rect l="0" t="0" r="0" b="0"/>
            <a:pathLst>
              <a:path w="210891" h="9525">
                <a:moveTo>
                  <a:pt x="0" y="0"/>
                </a:moveTo>
                <a:lnTo>
                  <a:pt x="210891" y="0"/>
                </a:lnTo>
              </a:path>
            </a:pathLst>
          </a:custGeom>
          <a:noFill/>
          <a:ln w="8349">
            <a:solidFill>
              <a:srgbClr val="4285F4">
                <a:alpha val="14000"/>
              </a:srgbClr>
            </a:solidFill>
            <a:prstDash val="solid"/>
          </a:ln>
        </p:spPr>
      </p:sp>
      <p:sp>
        <p:nvSpPr>
          <p:cNvPr id="1015" name="lumia-token-stream-curve">
            <a:extLst>
              <a:ext uri="{FF2B5EF4-FFF2-40B4-BE49-F238E27FC236}">
                <a16:creationId xmlns:a16="http://schemas.microsoft.com/office/drawing/2014/main" id="{079265F3-1C4B-44CA-AFDD-F54DE9B7E6FA}"/>
              </a:ext>
            </a:extLst>
          </p:cNvPr>
          <p:cNvSpPr>
            <a:spLocks noGrp="1"/>
          </p:cNvSpPr>
          <p:nvPr/>
        </p:nvSpPr>
        <p:spPr>
          <a:xfrm>
            <a:off x="218397" y="6705600"/>
            <a:ext cx="213425" cy="9525"/>
          </a:xfrm>
          <a:custGeom>
            <a:avLst/>
            <a:gdLst/>
            <a:ahLst/>
            <a:cxnLst/>
            <a:rect l="0" t="0" r="0" b="0"/>
            <a:pathLst>
              <a:path w="213425" h="9525">
                <a:moveTo>
                  <a:pt x="0" y="0"/>
                </a:moveTo>
                <a:lnTo>
                  <a:pt x="213425" y="0"/>
                </a:lnTo>
              </a:path>
            </a:pathLst>
          </a:custGeom>
          <a:noFill/>
          <a:ln w="8349">
            <a:solidFill>
              <a:srgbClr val="447EEC">
                <a:alpha val="14000"/>
              </a:srgbClr>
            </a:solidFill>
            <a:prstDash val="solid"/>
          </a:ln>
        </p:spPr>
      </p:sp>
      <p:sp>
        <p:nvSpPr>
          <p:cNvPr id="1016" name="lumia-token-stream-curve">
            <a:extLst>
              <a:ext uri="{FF2B5EF4-FFF2-40B4-BE49-F238E27FC236}">
                <a16:creationId xmlns:a16="http://schemas.microsoft.com/office/drawing/2014/main" id="{F3F243F3-4005-491F-8EA3-E07635821904}"/>
              </a:ext>
            </a:extLst>
          </p:cNvPr>
          <p:cNvSpPr>
            <a:spLocks noGrp="1"/>
          </p:cNvSpPr>
          <p:nvPr/>
        </p:nvSpPr>
        <p:spPr>
          <a:xfrm>
            <a:off x="431823" y="6705600"/>
            <a:ext cx="215950" cy="9525"/>
          </a:xfrm>
          <a:custGeom>
            <a:avLst/>
            <a:gdLst/>
            <a:ahLst/>
            <a:cxnLst/>
            <a:rect l="0" t="0" r="0" b="0"/>
            <a:pathLst>
              <a:path w="215950" h="9525">
                <a:moveTo>
                  <a:pt x="0" y="0"/>
                </a:moveTo>
                <a:lnTo>
                  <a:pt x="215950" y="0"/>
                </a:lnTo>
              </a:path>
            </a:pathLst>
          </a:custGeom>
          <a:noFill/>
          <a:ln w="8349">
            <a:solidFill>
              <a:srgbClr val="4678E3">
                <a:alpha val="14000"/>
              </a:srgbClr>
            </a:solidFill>
            <a:prstDash val="solid"/>
          </a:ln>
        </p:spPr>
      </p:sp>
      <p:sp>
        <p:nvSpPr>
          <p:cNvPr id="1017" name="lumia-token-stream-curve">
            <a:extLst>
              <a:ext uri="{FF2B5EF4-FFF2-40B4-BE49-F238E27FC236}">
                <a16:creationId xmlns:a16="http://schemas.microsoft.com/office/drawing/2014/main" id="{8E8DF244-D5C4-4ED6-A64B-58E480E9CCC8}"/>
              </a:ext>
            </a:extLst>
          </p:cNvPr>
          <p:cNvSpPr>
            <a:spLocks noGrp="1"/>
          </p:cNvSpPr>
          <p:nvPr/>
        </p:nvSpPr>
        <p:spPr>
          <a:xfrm>
            <a:off x="647773" y="6705600"/>
            <a:ext cx="218466" cy="9525"/>
          </a:xfrm>
          <a:custGeom>
            <a:avLst/>
            <a:gdLst/>
            <a:ahLst/>
            <a:cxnLst/>
            <a:rect l="0" t="0" r="0" b="0"/>
            <a:pathLst>
              <a:path w="218466" h="9525">
                <a:moveTo>
                  <a:pt x="0" y="0"/>
                </a:moveTo>
                <a:lnTo>
                  <a:pt x="218466" y="0"/>
                </a:lnTo>
              </a:path>
            </a:pathLst>
          </a:custGeom>
          <a:noFill/>
          <a:ln w="8349">
            <a:solidFill>
              <a:srgbClr val="4871DB">
                <a:alpha val="14000"/>
              </a:srgbClr>
            </a:solidFill>
            <a:prstDash val="solid"/>
          </a:ln>
        </p:spPr>
      </p:sp>
      <p:sp>
        <p:nvSpPr>
          <p:cNvPr id="1018" name="lumia-token-stream-curve">
            <a:extLst>
              <a:ext uri="{FF2B5EF4-FFF2-40B4-BE49-F238E27FC236}">
                <a16:creationId xmlns:a16="http://schemas.microsoft.com/office/drawing/2014/main" id="{EF8A9E7A-7CF4-4DDD-870A-D0D8320A0C5B}"/>
              </a:ext>
            </a:extLst>
          </p:cNvPr>
          <p:cNvSpPr>
            <a:spLocks noGrp="1"/>
          </p:cNvSpPr>
          <p:nvPr/>
        </p:nvSpPr>
        <p:spPr>
          <a:xfrm>
            <a:off x="866239" y="6705600"/>
            <a:ext cx="220972" cy="9525"/>
          </a:xfrm>
          <a:custGeom>
            <a:avLst/>
            <a:gdLst/>
            <a:ahLst/>
            <a:cxnLst/>
            <a:rect l="0" t="0" r="0" b="0"/>
            <a:pathLst>
              <a:path w="220972" h="9525">
                <a:moveTo>
                  <a:pt x="0" y="0"/>
                </a:moveTo>
                <a:lnTo>
                  <a:pt x="220972" y="0"/>
                </a:lnTo>
              </a:path>
            </a:pathLst>
          </a:custGeom>
          <a:noFill/>
          <a:ln w="8349">
            <a:solidFill>
              <a:srgbClr val="4A6BD2">
                <a:alpha val="14000"/>
              </a:srgbClr>
            </a:solidFill>
            <a:prstDash val="solid"/>
          </a:ln>
        </p:spPr>
      </p:sp>
      <p:sp>
        <p:nvSpPr>
          <p:cNvPr id="1019" name="lumia-token-stream-curve">
            <a:extLst>
              <a:ext uri="{FF2B5EF4-FFF2-40B4-BE49-F238E27FC236}">
                <a16:creationId xmlns:a16="http://schemas.microsoft.com/office/drawing/2014/main" id="{6E3B329C-82F1-42E7-8F33-6A36D5DAE553}"/>
              </a:ext>
            </a:extLst>
          </p:cNvPr>
          <p:cNvSpPr>
            <a:spLocks noGrp="1"/>
          </p:cNvSpPr>
          <p:nvPr/>
        </p:nvSpPr>
        <p:spPr>
          <a:xfrm>
            <a:off x="1087211" y="6705600"/>
            <a:ext cx="223469" cy="9525"/>
          </a:xfrm>
          <a:custGeom>
            <a:avLst/>
            <a:gdLst/>
            <a:ahLst/>
            <a:cxnLst/>
            <a:rect l="0" t="0" r="0" b="0"/>
            <a:pathLst>
              <a:path w="223469" h="9525">
                <a:moveTo>
                  <a:pt x="0" y="0"/>
                </a:moveTo>
                <a:lnTo>
                  <a:pt x="223469" y="0"/>
                </a:lnTo>
              </a:path>
            </a:pathLst>
          </a:custGeom>
          <a:noFill/>
          <a:ln w="8349">
            <a:solidFill>
              <a:srgbClr val="4C64CA">
                <a:alpha val="14000"/>
              </a:srgbClr>
            </a:solidFill>
            <a:prstDash val="solid"/>
          </a:ln>
        </p:spPr>
      </p:sp>
      <p:sp>
        <p:nvSpPr>
          <p:cNvPr id="1020" name="lumia-token-stream-curve">
            <a:extLst>
              <a:ext uri="{FF2B5EF4-FFF2-40B4-BE49-F238E27FC236}">
                <a16:creationId xmlns:a16="http://schemas.microsoft.com/office/drawing/2014/main" id="{38F32F8C-80C3-4AD4-8270-483CAE8EE25F}"/>
              </a:ext>
            </a:extLst>
          </p:cNvPr>
          <p:cNvSpPr>
            <a:spLocks noGrp="1"/>
          </p:cNvSpPr>
          <p:nvPr/>
        </p:nvSpPr>
        <p:spPr>
          <a:xfrm>
            <a:off x="1310680" y="6705600"/>
            <a:ext cx="225957" cy="9525"/>
          </a:xfrm>
          <a:custGeom>
            <a:avLst/>
            <a:gdLst/>
            <a:ahLst/>
            <a:cxnLst/>
            <a:rect l="0" t="0" r="0" b="0"/>
            <a:pathLst>
              <a:path w="225957" h="9525">
                <a:moveTo>
                  <a:pt x="0" y="0"/>
                </a:moveTo>
                <a:lnTo>
                  <a:pt x="225957" y="0"/>
                </a:lnTo>
              </a:path>
            </a:pathLst>
          </a:custGeom>
          <a:noFill/>
          <a:ln w="8349">
            <a:solidFill>
              <a:srgbClr val="4E5EC1">
                <a:alpha val="14000"/>
              </a:srgbClr>
            </a:solidFill>
            <a:prstDash val="solid"/>
          </a:ln>
        </p:spPr>
      </p:sp>
      <p:sp>
        <p:nvSpPr>
          <p:cNvPr id="1021" name="lumia-token-stream-curve">
            <a:extLst>
              <a:ext uri="{FF2B5EF4-FFF2-40B4-BE49-F238E27FC236}">
                <a16:creationId xmlns:a16="http://schemas.microsoft.com/office/drawing/2014/main" id="{B09546B4-D1A5-4C1D-9E1B-F7E33039649E}"/>
              </a:ext>
            </a:extLst>
          </p:cNvPr>
          <p:cNvSpPr>
            <a:spLocks noGrp="1"/>
          </p:cNvSpPr>
          <p:nvPr/>
        </p:nvSpPr>
        <p:spPr>
          <a:xfrm>
            <a:off x="1536637" y="6705600"/>
            <a:ext cx="228436" cy="9525"/>
          </a:xfrm>
          <a:custGeom>
            <a:avLst/>
            <a:gdLst/>
            <a:ahLst/>
            <a:cxnLst/>
            <a:rect l="0" t="0" r="0" b="0"/>
            <a:pathLst>
              <a:path w="228436" h="9525">
                <a:moveTo>
                  <a:pt x="0" y="0"/>
                </a:moveTo>
                <a:lnTo>
                  <a:pt x="228436" y="0"/>
                </a:lnTo>
              </a:path>
            </a:pathLst>
          </a:custGeom>
          <a:noFill/>
          <a:ln w="8349">
            <a:solidFill>
              <a:srgbClr val="5057B9">
                <a:alpha val="14000"/>
              </a:srgbClr>
            </a:solidFill>
            <a:prstDash val="solid"/>
          </a:ln>
        </p:spPr>
      </p:sp>
      <p:sp>
        <p:nvSpPr>
          <p:cNvPr id="1022" name="lumia-token-stream-curve">
            <a:extLst>
              <a:ext uri="{FF2B5EF4-FFF2-40B4-BE49-F238E27FC236}">
                <a16:creationId xmlns:a16="http://schemas.microsoft.com/office/drawing/2014/main" id="{E602A291-D7F6-4150-9EF7-7C3E651422AE}"/>
              </a:ext>
            </a:extLst>
          </p:cNvPr>
          <p:cNvSpPr>
            <a:spLocks noGrp="1"/>
          </p:cNvSpPr>
          <p:nvPr/>
        </p:nvSpPr>
        <p:spPr>
          <a:xfrm>
            <a:off x="1765074" y="6705600"/>
            <a:ext cx="230906" cy="9525"/>
          </a:xfrm>
          <a:custGeom>
            <a:avLst/>
            <a:gdLst/>
            <a:ahLst/>
            <a:cxnLst/>
            <a:rect l="0" t="0" r="0" b="0"/>
            <a:pathLst>
              <a:path w="230906" h="9525">
                <a:moveTo>
                  <a:pt x="0" y="0"/>
                </a:moveTo>
                <a:lnTo>
                  <a:pt x="230906" y="0"/>
                </a:lnTo>
              </a:path>
            </a:pathLst>
          </a:custGeom>
          <a:noFill/>
          <a:ln w="8349">
            <a:solidFill>
              <a:srgbClr val="5250B0">
                <a:alpha val="14000"/>
              </a:srgbClr>
            </a:solidFill>
            <a:prstDash val="solid"/>
          </a:ln>
        </p:spPr>
      </p:sp>
      <p:sp>
        <p:nvSpPr>
          <p:cNvPr id="1023" name="lumia-token-stream-curve">
            <a:extLst>
              <a:ext uri="{FF2B5EF4-FFF2-40B4-BE49-F238E27FC236}">
                <a16:creationId xmlns:a16="http://schemas.microsoft.com/office/drawing/2014/main" id="{24F37623-FB28-4BB0-B3F9-6F9FBE16277D}"/>
              </a:ext>
            </a:extLst>
          </p:cNvPr>
          <p:cNvSpPr>
            <a:spLocks noGrp="1"/>
          </p:cNvSpPr>
          <p:nvPr/>
        </p:nvSpPr>
        <p:spPr>
          <a:xfrm>
            <a:off x="1995980" y="6705600"/>
            <a:ext cx="233367" cy="9525"/>
          </a:xfrm>
          <a:custGeom>
            <a:avLst/>
            <a:gdLst/>
            <a:ahLst/>
            <a:cxnLst/>
            <a:rect l="0" t="0" r="0" b="0"/>
            <a:pathLst>
              <a:path w="233367" h="9525">
                <a:moveTo>
                  <a:pt x="0" y="0"/>
                </a:moveTo>
                <a:lnTo>
                  <a:pt x="233367" y="0"/>
                </a:lnTo>
              </a:path>
            </a:pathLst>
          </a:custGeom>
          <a:noFill/>
          <a:ln w="8349">
            <a:solidFill>
              <a:srgbClr val="544AA8">
                <a:alpha val="14000"/>
              </a:srgbClr>
            </a:solidFill>
            <a:prstDash val="solid"/>
          </a:ln>
        </p:spPr>
      </p:sp>
      <p:sp>
        <p:nvSpPr>
          <p:cNvPr id="1024" name="lumia-token-stream-curve">
            <a:extLst>
              <a:ext uri="{FF2B5EF4-FFF2-40B4-BE49-F238E27FC236}">
                <a16:creationId xmlns:a16="http://schemas.microsoft.com/office/drawing/2014/main" id="{E5112F43-BA6B-4AB9-B6E3-C0855F68A3ED}"/>
              </a:ext>
            </a:extLst>
          </p:cNvPr>
          <p:cNvSpPr>
            <a:spLocks noGrp="1"/>
          </p:cNvSpPr>
          <p:nvPr/>
        </p:nvSpPr>
        <p:spPr>
          <a:xfrm>
            <a:off x="2229346" y="6705600"/>
            <a:ext cx="235818" cy="9525"/>
          </a:xfrm>
          <a:custGeom>
            <a:avLst/>
            <a:gdLst/>
            <a:ahLst/>
            <a:cxnLst/>
            <a:rect l="0" t="0" r="0" b="0"/>
            <a:pathLst>
              <a:path w="235818" h="9525">
                <a:moveTo>
                  <a:pt x="0" y="0"/>
                </a:moveTo>
                <a:lnTo>
                  <a:pt x="235818" y="0"/>
                </a:lnTo>
              </a:path>
            </a:pathLst>
          </a:custGeom>
          <a:noFill/>
          <a:ln w="8349">
            <a:solidFill>
              <a:srgbClr val="5643A0">
                <a:alpha val="14000"/>
              </a:srgbClr>
            </a:solidFill>
            <a:prstDash val="solid"/>
          </a:ln>
        </p:spPr>
      </p:sp>
      <p:sp>
        <p:nvSpPr>
          <p:cNvPr id="1025" name="lumia-token-stream-curve">
            <a:extLst>
              <a:ext uri="{FF2B5EF4-FFF2-40B4-BE49-F238E27FC236}">
                <a16:creationId xmlns:a16="http://schemas.microsoft.com/office/drawing/2014/main" id="{225D6639-C36B-4A93-83EC-40F2D6219D56}"/>
              </a:ext>
            </a:extLst>
          </p:cNvPr>
          <p:cNvSpPr>
            <a:spLocks noGrp="1"/>
          </p:cNvSpPr>
          <p:nvPr/>
        </p:nvSpPr>
        <p:spPr>
          <a:xfrm>
            <a:off x="2465164" y="6705600"/>
            <a:ext cx="238260" cy="9525"/>
          </a:xfrm>
          <a:custGeom>
            <a:avLst/>
            <a:gdLst/>
            <a:ahLst/>
            <a:cxnLst/>
            <a:rect l="0" t="0" r="0" b="0"/>
            <a:pathLst>
              <a:path w="238260" h="9525">
                <a:moveTo>
                  <a:pt x="0" y="0"/>
                </a:moveTo>
                <a:lnTo>
                  <a:pt x="238260" y="0"/>
                </a:lnTo>
              </a:path>
            </a:pathLst>
          </a:custGeom>
          <a:noFill/>
          <a:ln w="8349">
            <a:solidFill>
              <a:srgbClr val="583D97">
                <a:alpha val="14000"/>
              </a:srgbClr>
            </a:solidFill>
            <a:prstDash val="solid"/>
          </a:ln>
        </p:spPr>
      </p:sp>
      <p:sp>
        <p:nvSpPr>
          <p:cNvPr id="1026" name="lumia-token-stream-curve">
            <a:extLst>
              <a:ext uri="{FF2B5EF4-FFF2-40B4-BE49-F238E27FC236}">
                <a16:creationId xmlns:a16="http://schemas.microsoft.com/office/drawing/2014/main" id="{FDF09252-C5B5-460E-99C7-3556CA4556FD}"/>
              </a:ext>
            </a:extLst>
          </p:cNvPr>
          <p:cNvSpPr>
            <a:spLocks noGrp="1"/>
          </p:cNvSpPr>
          <p:nvPr/>
        </p:nvSpPr>
        <p:spPr>
          <a:xfrm>
            <a:off x="2703425" y="6705600"/>
            <a:ext cx="240693" cy="9525"/>
          </a:xfrm>
          <a:custGeom>
            <a:avLst/>
            <a:gdLst/>
            <a:ahLst/>
            <a:cxnLst/>
            <a:rect l="0" t="0" r="0" b="0"/>
            <a:pathLst>
              <a:path w="240693" h="9525">
                <a:moveTo>
                  <a:pt x="0" y="0"/>
                </a:moveTo>
                <a:lnTo>
                  <a:pt x="240693" y="0"/>
                </a:lnTo>
              </a:path>
            </a:pathLst>
          </a:custGeom>
          <a:noFill/>
          <a:ln w="8349">
            <a:solidFill>
              <a:srgbClr val="623C8F">
                <a:alpha val="14000"/>
              </a:srgbClr>
            </a:solidFill>
            <a:prstDash val="solid"/>
          </a:ln>
        </p:spPr>
      </p:sp>
      <p:sp>
        <p:nvSpPr>
          <p:cNvPr id="1027" name="lumia-token-stream-curve">
            <a:extLst>
              <a:ext uri="{FF2B5EF4-FFF2-40B4-BE49-F238E27FC236}">
                <a16:creationId xmlns:a16="http://schemas.microsoft.com/office/drawing/2014/main" id="{136B594C-C957-4757-8875-7413887F8D8A}"/>
              </a:ext>
            </a:extLst>
          </p:cNvPr>
          <p:cNvSpPr>
            <a:spLocks noGrp="1"/>
          </p:cNvSpPr>
          <p:nvPr/>
        </p:nvSpPr>
        <p:spPr>
          <a:xfrm>
            <a:off x="2944118" y="6705600"/>
            <a:ext cx="243117" cy="9525"/>
          </a:xfrm>
          <a:custGeom>
            <a:avLst/>
            <a:gdLst/>
            <a:ahLst/>
            <a:cxnLst/>
            <a:rect l="0" t="0" r="0" b="0"/>
            <a:pathLst>
              <a:path w="243117" h="9525">
                <a:moveTo>
                  <a:pt x="0" y="0"/>
                </a:moveTo>
                <a:lnTo>
                  <a:pt x="243117" y="0"/>
                </a:lnTo>
              </a:path>
            </a:pathLst>
          </a:custGeom>
          <a:noFill/>
          <a:ln w="8349">
            <a:solidFill>
              <a:srgbClr val="6F3C86">
                <a:alpha val="14000"/>
              </a:srgbClr>
            </a:solidFill>
            <a:prstDash val="solid"/>
          </a:ln>
        </p:spPr>
      </p:sp>
      <p:sp>
        <p:nvSpPr>
          <p:cNvPr id="1028" name="lumia-token-stream-curve">
            <a:extLst>
              <a:ext uri="{FF2B5EF4-FFF2-40B4-BE49-F238E27FC236}">
                <a16:creationId xmlns:a16="http://schemas.microsoft.com/office/drawing/2014/main" id="{2742EF32-6028-4726-BA61-F0BD818EA597}"/>
              </a:ext>
            </a:extLst>
          </p:cNvPr>
          <p:cNvSpPr>
            <a:spLocks noGrp="1"/>
          </p:cNvSpPr>
          <p:nvPr/>
        </p:nvSpPr>
        <p:spPr>
          <a:xfrm>
            <a:off x="3187236" y="6705600"/>
            <a:ext cx="245532" cy="9525"/>
          </a:xfrm>
          <a:custGeom>
            <a:avLst/>
            <a:gdLst/>
            <a:ahLst/>
            <a:cxnLst/>
            <a:rect l="0" t="0" r="0" b="0"/>
            <a:pathLst>
              <a:path w="245532" h="9525">
                <a:moveTo>
                  <a:pt x="0" y="0"/>
                </a:moveTo>
                <a:lnTo>
                  <a:pt x="245532" y="0"/>
                </a:lnTo>
              </a:path>
            </a:pathLst>
          </a:custGeom>
          <a:noFill/>
          <a:ln w="8349">
            <a:solidFill>
              <a:srgbClr val="7C3D7E">
                <a:alpha val="15000"/>
              </a:srgbClr>
            </a:solidFill>
            <a:prstDash val="solid"/>
          </a:ln>
        </p:spPr>
      </p:sp>
      <p:sp>
        <p:nvSpPr>
          <p:cNvPr id="1029" name="lumia-token-stream-curve">
            <a:extLst>
              <a:ext uri="{FF2B5EF4-FFF2-40B4-BE49-F238E27FC236}">
                <a16:creationId xmlns:a16="http://schemas.microsoft.com/office/drawing/2014/main" id="{AE97578E-1D77-4A8E-8B61-AF21CCE0134A}"/>
              </a:ext>
            </a:extLst>
          </p:cNvPr>
          <p:cNvSpPr>
            <a:spLocks noGrp="1"/>
          </p:cNvSpPr>
          <p:nvPr/>
        </p:nvSpPr>
        <p:spPr>
          <a:xfrm>
            <a:off x="3432768" y="6705600"/>
            <a:ext cx="247938" cy="9525"/>
          </a:xfrm>
          <a:custGeom>
            <a:avLst/>
            <a:gdLst/>
            <a:ahLst/>
            <a:cxnLst/>
            <a:rect l="0" t="0" r="0" b="0"/>
            <a:pathLst>
              <a:path w="247938" h="9525">
                <a:moveTo>
                  <a:pt x="0" y="0"/>
                </a:moveTo>
                <a:lnTo>
                  <a:pt x="247938" y="0"/>
                </a:lnTo>
              </a:path>
            </a:pathLst>
          </a:custGeom>
          <a:noFill/>
          <a:ln w="8349">
            <a:solidFill>
              <a:srgbClr val="893E75">
                <a:alpha val="15000"/>
              </a:srgbClr>
            </a:solidFill>
            <a:prstDash val="solid"/>
          </a:ln>
        </p:spPr>
      </p:sp>
      <p:sp>
        <p:nvSpPr>
          <p:cNvPr id="1030" name="lumia-token-stream-curve">
            <a:extLst>
              <a:ext uri="{FF2B5EF4-FFF2-40B4-BE49-F238E27FC236}">
                <a16:creationId xmlns:a16="http://schemas.microsoft.com/office/drawing/2014/main" id="{A875342F-06D1-4339-AEE7-E972230B057F}"/>
              </a:ext>
            </a:extLst>
          </p:cNvPr>
          <p:cNvSpPr>
            <a:spLocks noGrp="1"/>
          </p:cNvSpPr>
          <p:nvPr/>
        </p:nvSpPr>
        <p:spPr>
          <a:xfrm>
            <a:off x="3680705" y="6705600"/>
            <a:ext cx="250334" cy="9525"/>
          </a:xfrm>
          <a:custGeom>
            <a:avLst/>
            <a:gdLst/>
            <a:ahLst/>
            <a:cxnLst/>
            <a:rect l="0" t="0" r="0" b="0"/>
            <a:pathLst>
              <a:path w="250334" h="9525">
                <a:moveTo>
                  <a:pt x="0" y="0"/>
                </a:moveTo>
                <a:lnTo>
                  <a:pt x="250334" y="0"/>
                </a:lnTo>
              </a:path>
            </a:pathLst>
          </a:custGeom>
          <a:noFill/>
          <a:ln w="8350">
            <a:solidFill>
              <a:srgbClr val="963E6C">
                <a:alpha val="15000"/>
              </a:srgbClr>
            </a:solidFill>
            <a:prstDash val="solid"/>
          </a:ln>
        </p:spPr>
      </p:sp>
      <p:sp>
        <p:nvSpPr>
          <p:cNvPr id="1031" name="lumia-token-stream-curve">
            <a:extLst>
              <a:ext uri="{FF2B5EF4-FFF2-40B4-BE49-F238E27FC236}">
                <a16:creationId xmlns:a16="http://schemas.microsoft.com/office/drawing/2014/main" id="{9F007CFB-962A-47C1-A6BF-77DF9869B53F}"/>
              </a:ext>
            </a:extLst>
          </p:cNvPr>
          <p:cNvSpPr>
            <a:spLocks noGrp="1"/>
          </p:cNvSpPr>
          <p:nvPr/>
        </p:nvSpPr>
        <p:spPr>
          <a:xfrm>
            <a:off x="3931040" y="6705600"/>
            <a:ext cx="252721" cy="9525"/>
          </a:xfrm>
          <a:custGeom>
            <a:avLst/>
            <a:gdLst/>
            <a:ahLst/>
            <a:cxnLst/>
            <a:rect l="0" t="0" r="0" b="0"/>
            <a:pathLst>
              <a:path w="252721" h="9525">
                <a:moveTo>
                  <a:pt x="0" y="0"/>
                </a:moveTo>
                <a:lnTo>
                  <a:pt x="252721" y="0"/>
                </a:lnTo>
              </a:path>
            </a:pathLst>
          </a:custGeom>
          <a:noFill/>
          <a:ln w="8376">
            <a:solidFill>
              <a:srgbClr val="A33F64">
                <a:alpha val="16000"/>
              </a:srgbClr>
            </a:solidFill>
            <a:prstDash val="solid"/>
          </a:ln>
        </p:spPr>
      </p:sp>
      <p:sp>
        <p:nvSpPr>
          <p:cNvPr id="1032" name="lumia-token-stream-curve">
            <a:extLst>
              <a:ext uri="{FF2B5EF4-FFF2-40B4-BE49-F238E27FC236}">
                <a16:creationId xmlns:a16="http://schemas.microsoft.com/office/drawing/2014/main" id="{30FFEA11-D01B-429E-B19B-12B6A7E3AC3B}"/>
              </a:ext>
            </a:extLst>
          </p:cNvPr>
          <p:cNvSpPr>
            <a:spLocks noGrp="1"/>
          </p:cNvSpPr>
          <p:nvPr/>
        </p:nvSpPr>
        <p:spPr>
          <a:xfrm>
            <a:off x="4183761" y="6705600"/>
            <a:ext cx="255100" cy="9525"/>
          </a:xfrm>
          <a:custGeom>
            <a:avLst/>
            <a:gdLst/>
            <a:ahLst/>
            <a:cxnLst/>
            <a:rect l="0" t="0" r="0" b="0"/>
            <a:pathLst>
              <a:path w="255100" h="9525">
                <a:moveTo>
                  <a:pt x="0" y="0"/>
                </a:moveTo>
                <a:lnTo>
                  <a:pt x="255100" y="0"/>
                </a:lnTo>
              </a:path>
            </a:pathLst>
          </a:custGeom>
          <a:noFill/>
          <a:ln w="8433">
            <a:solidFill>
              <a:srgbClr val="B0405B">
                <a:alpha val="16000"/>
              </a:srgbClr>
            </a:solidFill>
            <a:prstDash val="solid"/>
          </a:ln>
        </p:spPr>
      </p:sp>
      <p:sp>
        <p:nvSpPr>
          <p:cNvPr id="1033" name="lumia-token-stream-curve">
            <a:extLst>
              <a:ext uri="{FF2B5EF4-FFF2-40B4-BE49-F238E27FC236}">
                <a16:creationId xmlns:a16="http://schemas.microsoft.com/office/drawing/2014/main" id="{B223C548-D154-45A2-BB93-2DF90CC224E5}"/>
              </a:ext>
            </a:extLst>
          </p:cNvPr>
          <p:cNvSpPr>
            <a:spLocks noGrp="1"/>
          </p:cNvSpPr>
          <p:nvPr/>
        </p:nvSpPr>
        <p:spPr>
          <a:xfrm>
            <a:off x="4438861" y="6705600"/>
            <a:ext cx="257469" cy="9525"/>
          </a:xfrm>
          <a:custGeom>
            <a:avLst/>
            <a:gdLst/>
            <a:ahLst/>
            <a:cxnLst/>
            <a:rect l="0" t="0" r="0" b="0"/>
            <a:pathLst>
              <a:path w="257469" h="9525">
                <a:moveTo>
                  <a:pt x="0" y="0"/>
                </a:moveTo>
                <a:lnTo>
                  <a:pt x="257469" y="0"/>
                </a:lnTo>
              </a:path>
            </a:pathLst>
          </a:custGeom>
          <a:noFill/>
          <a:ln w="8521">
            <a:solidFill>
              <a:srgbClr val="BD4153">
                <a:alpha val="17000"/>
              </a:srgbClr>
            </a:solidFill>
            <a:prstDash val="solid"/>
          </a:ln>
        </p:spPr>
      </p:sp>
      <p:sp>
        <p:nvSpPr>
          <p:cNvPr id="1034" name="lumia-token-stream-curve">
            <a:extLst>
              <a:ext uri="{FF2B5EF4-FFF2-40B4-BE49-F238E27FC236}">
                <a16:creationId xmlns:a16="http://schemas.microsoft.com/office/drawing/2014/main" id="{BFDFC2CB-4351-47E0-BF20-B031D473A199}"/>
              </a:ext>
            </a:extLst>
          </p:cNvPr>
          <p:cNvSpPr>
            <a:spLocks noGrp="1"/>
          </p:cNvSpPr>
          <p:nvPr/>
        </p:nvSpPr>
        <p:spPr>
          <a:xfrm>
            <a:off x="4696329" y="6685777"/>
            <a:ext cx="259828" cy="19823"/>
          </a:xfrm>
          <a:custGeom>
            <a:avLst/>
            <a:gdLst/>
            <a:ahLst/>
            <a:cxnLst/>
            <a:rect l="0" t="0" r="0" b="0"/>
            <a:pathLst>
              <a:path w="259828" h="19823">
                <a:moveTo>
                  <a:pt x="0" y="19823"/>
                </a:moveTo>
                <a:lnTo>
                  <a:pt x="259828" y="0"/>
                </a:lnTo>
              </a:path>
            </a:pathLst>
          </a:custGeom>
          <a:noFill/>
          <a:ln w="8635">
            <a:solidFill>
              <a:srgbClr val="CA414A">
                <a:alpha val="17000"/>
              </a:srgbClr>
            </a:solidFill>
            <a:prstDash val="solid"/>
          </a:ln>
        </p:spPr>
      </p:sp>
      <p:sp>
        <p:nvSpPr>
          <p:cNvPr id="1035" name="lumia-token-stream-curve">
            <a:extLst>
              <a:ext uri="{FF2B5EF4-FFF2-40B4-BE49-F238E27FC236}">
                <a16:creationId xmlns:a16="http://schemas.microsoft.com/office/drawing/2014/main" id="{4A66203E-7ED2-4F44-8159-168C8BD82747}"/>
              </a:ext>
            </a:extLst>
          </p:cNvPr>
          <p:cNvSpPr>
            <a:spLocks noGrp="1"/>
          </p:cNvSpPr>
          <p:nvPr/>
        </p:nvSpPr>
        <p:spPr>
          <a:xfrm>
            <a:off x="4956158" y="6591097"/>
            <a:ext cx="262179" cy="94679"/>
          </a:xfrm>
          <a:custGeom>
            <a:avLst/>
            <a:gdLst/>
            <a:ahLst/>
            <a:cxnLst/>
            <a:rect l="0" t="0" r="0" b="0"/>
            <a:pathLst>
              <a:path w="262179" h="94679">
                <a:moveTo>
                  <a:pt x="0" y="94679"/>
                </a:moveTo>
                <a:lnTo>
                  <a:pt x="262179" y="0"/>
                </a:lnTo>
              </a:path>
            </a:pathLst>
          </a:custGeom>
          <a:noFill/>
          <a:ln w="8775">
            <a:solidFill>
              <a:srgbClr val="D74242">
                <a:alpha val="18000"/>
              </a:srgbClr>
            </a:solidFill>
            <a:prstDash val="solid"/>
          </a:ln>
        </p:spPr>
      </p:sp>
      <p:sp>
        <p:nvSpPr>
          <p:cNvPr id="1036" name="lumia-token-stream-curve">
            <a:extLst>
              <a:ext uri="{FF2B5EF4-FFF2-40B4-BE49-F238E27FC236}">
                <a16:creationId xmlns:a16="http://schemas.microsoft.com/office/drawing/2014/main" id="{B65EC7DD-A097-4A64-96DB-A745F1086C3C}"/>
              </a:ext>
            </a:extLst>
          </p:cNvPr>
          <p:cNvSpPr>
            <a:spLocks noGrp="1"/>
          </p:cNvSpPr>
          <p:nvPr/>
        </p:nvSpPr>
        <p:spPr>
          <a:xfrm>
            <a:off x="5218337" y="6497105"/>
            <a:ext cx="264520" cy="93993"/>
          </a:xfrm>
          <a:custGeom>
            <a:avLst/>
            <a:gdLst/>
            <a:ahLst/>
            <a:cxnLst/>
            <a:rect l="0" t="0" r="0" b="0"/>
            <a:pathLst>
              <a:path w="264520" h="93993">
                <a:moveTo>
                  <a:pt x="0" y="93993"/>
                </a:moveTo>
                <a:lnTo>
                  <a:pt x="264520" y="0"/>
                </a:lnTo>
              </a:path>
            </a:pathLst>
          </a:custGeom>
          <a:noFill/>
          <a:ln w="8937">
            <a:solidFill>
              <a:srgbClr val="E44339">
                <a:alpha val="19000"/>
              </a:srgbClr>
            </a:solidFill>
            <a:prstDash val="solid"/>
          </a:ln>
        </p:spPr>
      </p:sp>
      <p:sp>
        <p:nvSpPr>
          <p:cNvPr id="1037" name="lumia-token-stream-curve">
            <a:extLst>
              <a:ext uri="{FF2B5EF4-FFF2-40B4-BE49-F238E27FC236}">
                <a16:creationId xmlns:a16="http://schemas.microsoft.com/office/drawing/2014/main" id="{1AF3EF94-01AE-4EBF-99B4-8CC80A6275E5}"/>
              </a:ext>
            </a:extLst>
          </p:cNvPr>
          <p:cNvSpPr>
            <a:spLocks noGrp="1"/>
          </p:cNvSpPr>
          <p:nvPr/>
        </p:nvSpPr>
        <p:spPr>
          <a:xfrm>
            <a:off x="5482857" y="6408730"/>
            <a:ext cx="266853" cy="88375"/>
          </a:xfrm>
          <a:custGeom>
            <a:avLst/>
            <a:gdLst/>
            <a:ahLst/>
            <a:cxnLst/>
            <a:rect l="0" t="0" r="0" b="0"/>
            <a:pathLst>
              <a:path w="266853" h="88375">
                <a:moveTo>
                  <a:pt x="0" y="88375"/>
                </a:moveTo>
                <a:lnTo>
                  <a:pt x="266853" y="0"/>
                </a:lnTo>
              </a:path>
            </a:pathLst>
          </a:custGeom>
          <a:noFill/>
          <a:ln w="9120">
            <a:solidFill>
              <a:srgbClr val="EB4833">
                <a:alpha val="19000"/>
              </a:srgbClr>
            </a:solidFill>
            <a:prstDash val="solid"/>
          </a:ln>
        </p:spPr>
      </p:sp>
      <p:sp>
        <p:nvSpPr>
          <p:cNvPr id="1038" name="lumia-token-stream-curve">
            <a:extLst>
              <a:ext uri="{FF2B5EF4-FFF2-40B4-BE49-F238E27FC236}">
                <a16:creationId xmlns:a16="http://schemas.microsoft.com/office/drawing/2014/main" id="{696804E4-EC89-4193-A7A0-A0AA23E4F0B0}"/>
              </a:ext>
            </a:extLst>
          </p:cNvPr>
          <p:cNvSpPr>
            <a:spLocks noGrp="1"/>
          </p:cNvSpPr>
          <p:nvPr/>
        </p:nvSpPr>
        <p:spPr>
          <a:xfrm>
            <a:off x="5749710" y="6330050"/>
            <a:ext cx="269176" cy="78681"/>
          </a:xfrm>
          <a:custGeom>
            <a:avLst/>
            <a:gdLst/>
            <a:ahLst/>
            <a:cxnLst/>
            <a:rect l="0" t="0" r="0" b="0"/>
            <a:pathLst>
              <a:path w="269176" h="78681">
                <a:moveTo>
                  <a:pt x="0" y="78681"/>
                </a:moveTo>
                <a:lnTo>
                  <a:pt x="269176" y="0"/>
                </a:lnTo>
              </a:path>
            </a:pathLst>
          </a:custGeom>
          <a:noFill/>
          <a:ln w="9320">
            <a:solidFill>
              <a:srgbClr val="EC532F">
                <a:alpha val="20000"/>
              </a:srgbClr>
            </a:solidFill>
            <a:prstDash val="solid"/>
          </a:ln>
        </p:spPr>
      </p:sp>
      <p:sp>
        <p:nvSpPr>
          <p:cNvPr id="1039" name="lumia-token-stream-curve">
            <a:extLst>
              <a:ext uri="{FF2B5EF4-FFF2-40B4-BE49-F238E27FC236}">
                <a16:creationId xmlns:a16="http://schemas.microsoft.com/office/drawing/2014/main" id="{9AE7BE9F-9146-4399-A486-4BBC057D1112}"/>
              </a:ext>
            </a:extLst>
          </p:cNvPr>
          <p:cNvSpPr>
            <a:spLocks noGrp="1"/>
          </p:cNvSpPr>
          <p:nvPr/>
        </p:nvSpPr>
        <p:spPr>
          <a:xfrm>
            <a:off x="6018886" y="6263741"/>
            <a:ext cx="271490" cy="66309"/>
          </a:xfrm>
          <a:custGeom>
            <a:avLst/>
            <a:gdLst/>
            <a:ahLst/>
            <a:cxnLst/>
            <a:rect l="0" t="0" r="0" b="0"/>
            <a:pathLst>
              <a:path w="271490" h="66309">
                <a:moveTo>
                  <a:pt x="0" y="66309"/>
                </a:moveTo>
                <a:lnTo>
                  <a:pt x="271490" y="0"/>
                </a:lnTo>
              </a:path>
            </a:pathLst>
          </a:custGeom>
          <a:noFill/>
          <a:ln w="9535">
            <a:solidFill>
              <a:srgbClr val="EE5E2A">
                <a:alpha val="21000"/>
              </a:srgbClr>
            </a:solidFill>
            <a:prstDash val="solid"/>
          </a:ln>
        </p:spPr>
      </p:sp>
      <p:sp>
        <p:nvSpPr>
          <p:cNvPr id="1040" name="lumia-token-stream-curve">
            <a:extLst>
              <a:ext uri="{FF2B5EF4-FFF2-40B4-BE49-F238E27FC236}">
                <a16:creationId xmlns:a16="http://schemas.microsoft.com/office/drawing/2014/main" id="{5A1227B1-A799-4678-8ACB-231AB9279991}"/>
              </a:ext>
            </a:extLst>
          </p:cNvPr>
          <p:cNvSpPr>
            <a:spLocks noGrp="1"/>
          </p:cNvSpPr>
          <p:nvPr/>
        </p:nvSpPr>
        <p:spPr>
          <a:xfrm>
            <a:off x="6290376" y="6210666"/>
            <a:ext cx="273795" cy="53074"/>
          </a:xfrm>
          <a:custGeom>
            <a:avLst/>
            <a:gdLst/>
            <a:ahLst/>
            <a:cxnLst/>
            <a:rect l="0" t="0" r="0" b="0"/>
            <a:pathLst>
              <a:path w="273795" h="53074">
                <a:moveTo>
                  <a:pt x="0" y="53074"/>
                </a:moveTo>
                <a:lnTo>
                  <a:pt x="273795" y="0"/>
                </a:lnTo>
              </a:path>
            </a:pathLst>
          </a:custGeom>
          <a:noFill/>
          <a:ln w="9763">
            <a:solidFill>
              <a:srgbClr val="EF6926">
                <a:alpha val="21000"/>
              </a:srgbClr>
            </a:solidFill>
            <a:prstDash val="solid"/>
          </a:ln>
        </p:spPr>
      </p:sp>
      <p:sp>
        <p:nvSpPr>
          <p:cNvPr id="1041" name="lumia-token-stream-curve">
            <a:extLst>
              <a:ext uri="{FF2B5EF4-FFF2-40B4-BE49-F238E27FC236}">
                <a16:creationId xmlns:a16="http://schemas.microsoft.com/office/drawing/2014/main" id="{EF6A1012-B2A1-408E-A897-C3AC8CD89388}"/>
              </a:ext>
            </a:extLst>
          </p:cNvPr>
          <p:cNvSpPr>
            <a:spLocks noGrp="1"/>
          </p:cNvSpPr>
          <p:nvPr/>
        </p:nvSpPr>
        <p:spPr>
          <a:xfrm>
            <a:off x="6564171" y="6169649"/>
            <a:ext cx="276090" cy="41017"/>
          </a:xfrm>
          <a:custGeom>
            <a:avLst/>
            <a:gdLst/>
            <a:ahLst/>
            <a:cxnLst/>
            <a:rect l="0" t="0" r="0" b="0"/>
            <a:pathLst>
              <a:path w="276090" h="41017">
                <a:moveTo>
                  <a:pt x="0" y="41017"/>
                </a:moveTo>
                <a:lnTo>
                  <a:pt x="276090" y="0"/>
                </a:lnTo>
              </a:path>
            </a:pathLst>
          </a:custGeom>
          <a:noFill/>
          <a:ln w="10002">
            <a:solidFill>
              <a:srgbClr val="F17322">
                <a:alpha val="22000"/>
              </a:srgbClr>
            </a:solidFill>
            <a:prstDash val="solid"/>
          </a:ln>
        </p:spPr>
      </p:sp>
      <p:sp>
        <p:nvSpPr>
          <p:cNvPr id="1042" name="lumia-token-stream-curve">
            <a:extLst>
              <a:ext uri="{FF2B5EF4-FFF2-40B4-BE49-F238E27FC236}">
                <a16:creationId xmlns:a16="http://schemas.microsoft.com/office/drawing/2014/main" id="{C900708D-1D1F-49B6-8358-08FC3E24229A}"/>
              </a:ext>
            </a:extLst>
          </p:cNvPr>
          <p:cNvSpPr>
            <a:spLocks noGrp="1"/>
          </p:cNvSpPr>
          <p:nvPr/>
        </p:nvSpPr>
        <p:spPr>
          <a:xfrm>
            <a:off x="6840261" y="6137486"/>
            <a:ext cx="278377" cy="32163"/>
          </a:xfrm>
          <a:custGeom>
            <a:avLst/>
            <a:gdLst/>
            <a:ahLst/>
            <a:cxnLst/>
            <a:rect l="0" t="0" r="0" b="0"/>
            <a:pathLst>
              <a:path w="278377" h="32163">
                <a:moveTo>
                  <a:pt x="0" y="32163"/>
                </a:moveTo>
                <a:lnTo>
                  <a:pt x="278377" y="0"/>
                </a:lnTo>
              </a:path>
            </a:pathLst>
          </a:custGeom>
          <a:noFill/>
          <a:ln w="10249">
            <a:solidFill>
              <a:srgbClr val="F27E1E">
                <a:alpha val="23000"/>
              </a:srgbClr>
            </a:solidFill>
            <a:prstDash val="solid"/>
          </a:ln>
        </p:spPr>
      </p:sp>
      <p:sp>
        <p:nvSpPr>
          <p:cNvPr id="1043" name="lumia-token-stream-curve">
            <a:extLst>
              <a:ext uri="{FF2B5EF4-FFF2-40B4-BE49-F238E27FC236}">
                <a16:creationId xmlns:a16="http://schemas.microsoft.com/office/drawing/2014/main" id="{57710925-213A-47FD-A923-8A13B387A4A1}"/>
              </a:ext>
            </a:extLst>
          </p:cNvPr>
          <p:cNvSpPr>
            <a:spLocks noGrp="1"/>
          </p:cNvSpPr>
          <p:nvPr/>
        </p:nvSpPr>
        <p:spPr>
          <a:xfrm>
            <a:off x="7118638" y="6109219"/>
            <a:ext cx="280654" cy="28268"/>
          </a:xfrm>
          <a:custGeom>
            <a:avLst/>
            <a:gdLst/>
            <a:ahLst/>
            <a:cxnLst/>
            <a:rect l="0" t="0" r="0" b="0"/>
            <a:pathLst>
              <a:path w="280654" h="28268">
                <a:moveTo>
                  <a:pt x="0" y="28268"/>
                </a:moveTo>
                <a:lnTo>
                  <a:pt x="280654" y="0"/>
                </a:lnTo>
              </a:path>
            </a:pathLst>
          </a:custGeom>
          <a:noFill/>
          <a:ln w="10501">
            <a:solidFill>
              <a:srgbClr val="F48919">
                <a:alpha val="23000"/>
              </a:srgbClr>
            </a:solidFill>
            <a:prstDash val="solid"/>
          </a:ln>
        </p:spPr>
      </p:sp>
      <p:sp>
        <p:nvSpPr>
          <p:cNvPr id="1044" name="lumia-token-stream-curve">
            <a:extLst>
              <a:ext uri="{FF2B5EF4-FFF2-40B4-BE49-F238E27FC236}">
                <a16:creationId xmlns:a16="http://schemas.microsoft.com/office/drawing/2014/main" id="{1F04E091-9543-49C2-9CBA-B9645D374C4D}"/>
              </a:ext>
            </a:extLst>
          </p:cNvPr>
          <p:cNvSpPr>
            <a:spLocks noGrp="1"/>
          </p:cNvSpPr>
          <p:nvPr/>
        </p:nvSpPr>
        <p:spPr>
          <a:xfrm>
            <a:off x="7399292" y="6078651"/>
            <a:ext cx="282922" cy="30568"/>
          </a:xfrm>
          <a:custGeom>
            <a:avLst/>
            <a:gdLst/>
            <a:ahLst/>
            <a:cxnLst/>
            <a:rect l="0" t="0" r="0" b="0"/>
            <a:pathLst>
              <a:path w="282922" h="30568">
                <a:moveTo>
                  <a:pt x="0" y="30568"/>
                </a:moveTo>
                <a:lnTo>
                  <a:pt x="282922" y="0"/>
                </a:lnTo>
              </a:path>
            </a:pathLst>
          </a:custGeom>
          <a:noFill/>
          <a:ln w="10757">
            <a:solidFill>
              <a:srgbClr val="F59415">
                <a:alpha val="24000"/>
              </a:srgbClr>
            </a:solidFill>
            <a:prstDash val="solid"/>
          </a:ln>
        </p:spPr>
      </p:sp>
      <p:sp>
        <p:nvSpPr>
          <p:cNvPr id="1045" name="lumia-token-stream-curve">
            <a:extLst>
              <a:ext uri="{FF2B5EF4-FFF2-40B4-BE49-F238E27FC236}">
                <a16:creationId xmlns:a16="http://schemas.microsoft.com/office/drawing/2014/main" id="{8FE0D5F3-9DA0-4843-9ED4-517FF92C9E5F}"/>
              </a:ext>
            </a:extLst>
          </p:cNvPr>
          <p:cNvSpPr>
            <a:spLocks noGrp="1"/>
          </p:cNvSpPr>
          <p:nvPr/>
        </p:nvSpPr>
        <p:spPr>
          <a:xfrm>
            <a:off x="7682215" y="6039067"/>
            <a:ext cx="285181" cy="39583"/>
          </a:xfrm>
          <a:custGeom>
            <a:avLst/>
            <a:gdLst/>
            <a:ahLst/>
            <a:cxnLst/>
            <a:rect l="0" t="0" r="0" b="0"/>
            <a:pathLst>
              <a:path w="285181" h="39583">
                <a:moveTo>
                  <a:pt x="0" y="39583"/>
                </a:moveTo>
                <a:lnTo>
                  <a:pt x="285181" y="0"/>
                </a:lnTo>
              </a:path>
            </a:pathLst>
          </a:custGeom>
          <a:noFill/>
          <a:ln w="11014">
            <a:solidFill>
              <a:srgbClr val="F79E11">
                <a:alpha val="25000"/>
              </a:srgbClr>
            </a:solidFill>
            <a:prstDash val="solid"/>
          </a:ln>
        </p:spPr>
      </p:sp>
      <p:sp>
        <p:nvSpPr>
          <p:cNvPr id="1046" name="lumia-token-stream-curve">
            <a:extLst>
              <a:ext uri="{FF2B5EF4-FFF2-40B4-BE49-F238E27FC236}">
                <a16:creationId xmlns:a16="http://schemas.microsoft.com/office/drawing/2014/main" id="{80DC12A6-D103-4BEC-BB7A-4C6BCE02967B}"/>
              </a:ext>
            </a:extLst>
          </p:cNvPr>
          <p:cNvSpPr>
            <a:spLocks noGrp="1"/>
          </p:cNvSpPr>
          <p:nvPr/>
        </p:nvSpPr>
        <p:spPr>
          <a:xfrm>
            <a:off x="7967396" y="5984074"/>
            <a:ext cx="287431" cy="54993"/>
          </a:xfrm>
          <a:custGeom>
            <a:avLst/>
            <a:gdLst/>
            <a:ahLst/>
            <a:cxnLst/>
            <a:rect l="0" t="0" r="0" b="0"/>
            <a:pathLst>
              <a:path w="287431" h="54993">
                <a:moveTo>
                  <a:pt x="0" y="54993"/>
                </a:moveTo>
                <a:lnTo>
                  <a:pt x="287431" y="0"/>
                </a:lnTo>
              </a:path>
            </a:pathLst>
          </a:custGeom>
          <a:noFill/>
          <a:ln w="11269">
            <a:solidFill>
              <a:srgbClr val="F8A90C">
                <a:alpha val="25000"/>
              </a:srgbClr>
            </a:solidFill>
            <a:prstDash val="solid"/>
          </a:ln>
        </p:spPr>
      </p:sp>
      <p:sp>
        <p:nvSpPr>
          <p:cNvPr id="1047" name="lumia-token-stream-curve">
            <a:extLst>
              <a:ext uri="{FF2B5EF4-FFF2-40B4-BE49-F238E27FC236}">
                <a16:creationId xmlns:a16="http://schemas.microsoft.com/office/drawing/2014/main" id="{95C549A7-0DF6-4F5A-8903-FE631A8ED331}"/>
              </a:ext>
            </a:extLst>
          </p:cNvPr>
          <p:cNvSpPr>
            <a:spLocks noGrp="1"/>
          </p:cNvSpPr>
          <p:nvPr/>
        </p:nvSpPr>
        <p:spPr>
          <a:xfrm>
            <a:off x="8254827" y="5908456"/>
            <a:ext cx="289672" cy="75618"/>
          </a:xfrm>
          <a:custGeom>
            <a:avLst/>
            <a:gdLst/>
            <a:ahLst/>
            <a:cxnLst/>
            <a:rect l="0" t="0" r="0" b="0"/>
            <a:pathLst>
              <a:path w="289672" h="75618">
                <a:moveTo>
                  <a:pt x="0" y="75618"/>
                </a:moveTo>
                <a:lnTo>
                  <a:pt x="289672" y="0"/>
                </a:lnTo>
              </a:path>
            </a:pathLst>
          </a:custGeom>
          <a:noFill/>
          <a:ln w="11521">
            <a:solidFill>
              <a:srgbClr val="FAB408">
                <a:alpha val="26000"/>
              </a:srgbClr>
            </a:solidFill>
            <a:prstDash val="solid"/>
          </a:ln>
        </p:spPr>
      </p:sp>
      <p:sp>
        <p:nvSpPr>
          <p:cNvPr id="1048" name="lumia-token-stream-curve">
            <a:extLst>
              <a:ext uri="{FF2B5EF4-FFF2-40B4-BE49-F238E27FC236}">
                <a16:creationId xmlns:a16="http://schemas.microsoft.com/office/drawing/2014/main" id="{25731D4D-D9E1-4164-A455-D179271C337B}"/>
              </a:ext>
            </a:extLst>
          </p:cNvPr>
          <p:cNvSpPr>
            <a:spLocks noGrp="1"/>
          </p:cNvSpPr>
          <p:nvPr/>
        </p:nvSpPr>
        <p:spPr>
          <a:xfrm>
            <a:off x="8544499" y="5808931"/>
            <a:ext cx="291903" cy="99525"/>
          </a:xfrm>
          <a:custGeom>
            <a:avLst/>
            <a:gdLst/>
            <a:ahLst/>
            <a:cxnLst/>
            <a:rect l="0" t="0" r="0" b="0"/>
            <a:pathLst>
              <a:path w="291903" h="99525">
                <a:moveTo>
                  <a:pt x="0" y="99525"/>
                </a:moveTo>
                <a:lnTo>
                  <a:pt x="291903" y="0"/>
                </a:lnTo>
              </a:path>
            </a:pathLst>
          </a:custGeom>
          <a:noFill/>
          <a:ln w="11766">
            <a:solidFill>
              <a:srgbClr val="F7BC07">
                <a:alpha val="26000"/>
              </a:srgbClr>
            </a:solidFill>
            <a:prstDash val="solid"/>
          </a:ln>
        </p:spPr>
      </p:sp>
      <p:sp>
        <p:nvSpPr>
          <p:cNvPr id="1049" name="lumia-token-stream-curve">
            <a:extLst>
              <a:ext uri="{FF2B5EF4-FFF2-40B4-BE49-F238E27FC236}">
                <a16:creationId xmlns:a16="http://schemas.microsoft.com/office/drawing/2014/main" id="{7F7E5DE9-4DDA-487F-96DD-401843024B21}"/>
              </a:ext>
            </a:extLst>
          </p:cNvPr>
          <p:cNvSpPr>
            <a:spLocks noGrp="1"/>
          </p:cNvSpPr>
          <p:nvPr/>
        </p:nvSpPr>
        <p:spPr>
          <a:xfrm>
            <a:off x="8836403" y="5684695"/>
            <a:ext cx="294126" cy="124236"/>
          </a:xfrm>
          <a:custGeom>
            <a:avLst/>
            <a:gdLst/>
            <a:ahLst/>
            <a:cxnLst/>
            <a:rect l="0" t="0" r="0" b="0"/>
            <a:pathLst>
              <a:path w="294126" h="124236">
                <a:moveTo>
                  <a:pt x="0" y="124236"/>
                </a:moveTo>
                <a:lnTo>
                  <a:pt x="294126" y="0"/>
                </a:lnTo>
              </a:path>
            </a:pathLst>
          </a:custGeom>
          <a:noFill/>
          <a:ln w="12002">
            <a:solidFill>
              <a:srgbClr val="E5BA0E">
                <a:alpha val="27000"/>
              </a:srgbClr>
            </a:solidFill>
            <a:prstDash val="solid"/>
          </a:ln>
        </p:spPr>
      </p:sp>
      <p:sp>
        <p:nvSpPr>
          <p:cNvPr id="1050" name="lumia-token-stream-curve">
            <a:extLst>
              <a:ext uri="{FF2B5EF4-FFF2-40B4-BE49-F238E27FC236}">
                <a16:creationId xmlns:a16="http://schemas.microsoft.com/office/drawing/2014/main" id="{8531F32F-ABF7-4982-81ED-43EBD6DC4702}"/>
              </a:ext>
            </a:extLst>
          </p:cNvPr>
          <p:cNvSpPr>
            <a:spLocks noGrp="1"/>
          </p:cNvSpPr>
          <p:nvPr/>
        </p:nvSpPr>
        <p:spPr>
          <a:xfrm>
            <a:off x="9130528" y="5537654"/>
            <a:ext cx="296339" cy="147041"/>
          </a:xfrm>
          <a:custGeom>
            <a:avLst/>
            <a:gdLst/>
            <a:ahLst/>
            <a:cxnLst/>
            <a:rect l="0" t="0" r="0" b="0"/>
            <a:pathLst>
              <a:path w="296339" h="147041">
                <a:moveTo>
                  <a:pt x="0" y="147041"/>
                </a:moveTo>
                <a:lnTo>
                  <a:pt x="296339" y="0"/>
                </a:lnTo>
              </a:path>
            </a:pathLst>
          </a:custGeom>
          <a:noFill/>
          <a:ln w="12227">
            <a:solidFill>
              <a:srgbClr val="D3B815">
                <a:alpha val="27000"/>
              </a:srgbClr>
            </a:solidFill>
            <a:prstDash val="solid"/>
          </a:ln>
        </p:spPr>
      </p:sp>
      <p:sp>
        <p:nvSpPr>
          <p:cNvPr id="1051" name="lumia-token-stream-curve">
            <a:extLst>
              <a:ext uri="{FF2B5EF4-FFF2-40B4-BE49-F238E27FC236}">
                <a16:creationId xmlns:a16="http://schemas.microsoft.com/office/drawing/2014/main" id="{AA3315C2-89AA-4867-9FB9-EFB4C68C18A4}"/>
              </a:ext>
            </a:extLst>
          </p:cNvPr>
          <p:cNvSpPr>
            <a:spLocks noGrp="1"/>
          </p:cNvSpPr>
          <p:nvPr/>
        </p:nvSpPr>
        <p:spPr>
          <a:xfrm>
            <a:off x="9426867" y="5372285"/>
            <a:ext cx="298543" cy="165370"/>
          </a:xfrm>
          <a:custGeom>
            <a:avLst/>
            <a:gdLst/>
            <a:ahLst/>
            <a:cxnLst/>
            <a:rect l="0" t="0" r="0" b="0"/>
            <a:pathLst>
              <a:path w="298543" h="165370">
                <a:moveTo>
                  <a:pt x="0" y="165370"/>
                </a:moveTo>
                <a:lnTo>
                  <a:pt x="298543" y="0"/>
                </a:lnTo>
              </a:path>
            </a:pathLst>
          </a:custGeom>
          <a:noFill/>
          <a:ln w="12439">
            <a:solidFill>
              <a:srgbClr val="C2B61C">
                <a:alpha val="28000"/>
              </a:srgbClr>
            </a:solidFill>
            <a:prstDash val="solid"/>
          </a:ln>
        </p:spPr>
      </p:sp>
      <p:sp>
        <p:nvSpPr>
          <p:cNvPr id="1052" name="lumia-token-stream-curve">
            <a:extLst>
              <a:ext uri="{FF2B5EF4-FFF2-40B4-BE49-F238E27FC236}">
                <a16:creationId xmlns:a16="http://schemas.microsoft.com/office/drawing/2014/main" id="{E476D43E-6DD7-4854-BA93-56C932E42DEA}"/>
              </a:ext>
            </a:extLst>
          </p:cNvPr>
          <p:cNvSpPr>
            <a:spLocks noGrp="1"/>
          </p:cNvSpPr>
          <p:nvPr/>
        </p:nvSpPr>
        <p:spPr>
          <a:xfrm>
            <a:off x="9725410" y="5195115"/>
            <a:ext cx="300738" cy="177170"/>
          </a:xfrm>
          <a:custGeom>
            <a:avLst/>
            <a:gdLst/>
            <a:ahLst/>
            <a:cxnLst/>
            <a:rect l="0" t="0" r="0" b="0"/>
            <a:pathLst>
              <a:path w="300738" h="177170">
                <a:moveTo>
                  <a:pt x="0" y="177170"/>
                </a:moveTo>
                <a:lnTo>
                  <a:pt x="300738" y="0"/>
                </a:lnTo>
              </a:path>
            </a:pathLst>
          </a:custGeom>
          <a:noFill/>
          <a:ln w="12635">
            <a:solidFill>
              <a:srgbClr val="B0B422">
                <a:alpha val="28000"/>
              </a:srgbClr>
            </a:solidFill>
            <a:prstDash val="solid"/>
          </a:ln>
        </p:spPr>
      </p:sp>
      <p:sp>
        <p:nvSpPr>
          <p:cNvPr id="1053" name="lumia-token-stream-curve">
            <a:extLst>
              <a:ext uri="{FF2B5EF4-FFF2-40B4-BE49-F238E27FC236}">
                <a16:creationId xmlns:a16="http://schemas.microsoft.com/office/drawing/2014/main" id="{471846F2-78D9-4803-804A-E2C47C71D356}"/>
              </a:ext>
            </a:extLst>
          </p:cNvPr>
          <p:cNvSpPr>
            <a:spLocks noGrp="1"/>
          </p:cNvSpPr>
          <p:nvPr/>
        </p:nvSpPr>
        <p:spPr>
          <a:xfrm>
            <a:off x="10026148" y="5013871"/>
            <a:ext cx="302924" cy="181243"/>
          </a:xfrm>
          <a:custGeom>
            <a:avLst/>
            <a:gdLst/>
            <a:ahLst/>
            <a:cxnLst/>
            <a:rect l="0" t="0" r="0" b="0"/>
            <a:pathLst>
              <a:path w="302924" h="181243">
                <a:moveTo>
                  <a:pt x="0" y="181243"/>
                </a:moveTo>
                <a:lnTo>
                  <a:pt x="302924" y="0"/>
                </a:lnTo>
              </a:path>
            </a:pathLst>
          </a:custGeom>
          <a:noFill/>
          <a:ln w="12812">
            <a:solidFill>
              <a:srgbClr val="9EB329">
                <a:alpha val="29000"/>
              </a:srgbClr>
            </a:solidFill>
            <a:prstDash val="solid"/>
          </a:ln>
        </p:spPr>
      </p:sp>
      <p:sp>
        <p:nvSpPr>
          <p:cNvPr id="1054" name="lumia-token-stream-curve">
            <a:extLst>
              <a:ext uri="{FF2B5EF4-FFF2-40B4-BE49-F238E27FC236}">
                <a16:creationId xmlns:a16="http://schemas.microsoft.com/office/drawing/2014/main" id="{22F19724-03D7-4558-AB47-9E88646F34FC}"/>
              </a:ext>
            </a:extLst>
          </p:cNvPr>
          <p:cNvSpPr>
            <a:spLocks noGrp="1"/>
          </p:cNvSpPr>
          <p:nvPr/>
        </p:nvSpPr>
        <p:spPr>
          <a:xfrm>
            <a:off x="10329072" y="4836390"/>
            <a:ext cx="305100" cy="177481"/>
          </a:xfrm>
          <a:custGeom>
            <a:avLst/>
            <a:gdLst/>
            <a:ahLst/>
            <a:cxnLst/>
            <a:rect l="0" t="0" r="0" b="0"/>
            <a:pathLst>
              <a:path w="305100" h="177481">
                <a:moveTo>
                  <a:pt x="0" y="177481"/>
                </a:moveTo>
                <a:lnTo>
                  <a:pt x="305100" y="0"/>
                </a:lnTo>
              </a:path>
            </a:pathLst>
          </a:custGeom>
          <a:noFill/>
          <a:ln w="12969">
            <a:solidFill>
              <a:srgbClr val="8CB130">
                <a:alpha val="29000"/>
              </a:srgbClr>
            </a:solidFill>
            <a:prstDash val="solid"/>
          </a:ln>
        </p:spPr>
      </p:sp>
      <p:sp>
        <p:nvSpPr>
          <p:cNvPr id="1055" name="lumia-token-stream-curve">
            <a:extLst>
              <a:ext uri="{FF2B5EF4-FFF2-40B4-BE49-F238E27FC236}">
                <a16:creationId xmlns:a16="http://schemas.microsoft.com/office/drawing/2014/main" id="{0A6C5260-1553-4011-A6D4-147D788540A0}"/>
              </a:ext>
            </a:extLst>
          </p:cNvPr>
          <p:cNvSpPr>
            <a:spLocks noGrp="1"/>
          </p:cNvSpPr>
          <p:nvPr/>
        </p:nvSpPr>
        <p:spPr>
          <a:xfrm>
            <a:off x="10634172" y="4669440"/>
            <a:ext cx="307268" cy="166951"/>
          </a:xfrm>
          <a:custGeom>
            <a:avLst/>
            <a:gdLst/>
            <a:ahLst/>
            <a:cxnLst/>
            <a:rect l="0" t="0" r="0" b="0"/>
            <a:pathLst>
              <a:path w="307268" h="166951">
                <a:moveTo>
                  <a:pt x="0" y="166951"/>
                </a:moveTo>
                <a:lnTo>
                  <a:pt x="307268" y="0"/>
                </a:lnTo>
              </a:path>
            </a:pathLst>
          </a:custGeom>
          <a:noFill/>
          <a:ln w="13103">
            <a:solidFill>
              <a:srgbClr val="7BAF37">
                <a:alpha val="29000"/>
              </a:srgbClr>
            </a:solidFill>
            <a:prstDash val="solid"/>
          </a:ln>
        </p:spPr>
      </p:sp>
      <p:sp>
        <p:nvSpPr>
          <p:cNvPr id="1056" name="lumia-token-stream-curve">
            <a:extLst>
              <a:ext uri="{FF2B5EF4-FFF2-40B4-BE49-F238E27FC236}">
                <a16:creationId xmlns:a16="http://schemas.microsoft.com/office/drawing/2014/main" id="{3F9CE176-2FD4-4AD2-87FF-275AF4B876A7}"/>
              </a:ext>
            </a:extLst>
          </p:cNvPr>
          <p:cNvSpPr>
            <a:spLocks noGrp="1"/>
          </p:cNvSpPr>
          <p:nvPr/>
        </p:nvSpPr>
        <p:spPr>
          <a:xfrm>
            <a:off x="10941439" y="4517630"/>
            <a:ext cx="309426" cy="151810"/>
          </a:xfrm>
          <a:custGeom>
            <a:avLst/>
            <a:gdLst/>
            <a:ahLst/>
            <a:cxnLst/>
            <a:rect l="0" t="0" r="0" b="0"/>
            <a:pathLst>
              <a:path w="309426" h="151810">
                <a:moveTo>
                  <a:pt x="0" y="151810"/>
                </a:moveTo>
                <a:lnTo>
                  <a:pt x="309426" y="0"/>
                </a:lnTo>
              </a:path>
            </a:pathLst>
          </a:custGeom>
          <a:noFill/>
          <a:ln w="13211">
            <a:solidFill>
              <a:srgbClr val="69AD3E">
                <a:alpha val="30000"/>
              </a:srgbClr>
            </a:solidFill>
            <a:prstDash val="solid"/>
          </a:ln>
        </p:spPr>
      </p:sp>
      <p:sp>
        <p:nvSpPr>
          <p:cNvPr id="1057" name="lumia-token-stream-curve">
            <a:extLst>
              <a:ext uri="{FF2B5EF4-FFF2-40B4-BE49-F238E27FC236}">
                <a16:creationId xmlns:a16="http://schemas.microsoft.com/office/drawing/2014/main" id="{34462792-0994-458D-BD78-293BE34CB2CE}"/>
              </a:ext>
            </a:extLst>
          </p:cNvPr>
          <p:cNvSpPr>
            <a:spLocks noGrp="1"/>
          </p:cNvSpPr>
          <p:nvPr/>
        </p:nvSpPr>
        <p:spPr>
          <a:xfrm>
            <a:off x="11250865" y="4382588"/>
            <a:ext cx="311575" cy="135043"/>
          </a:xfrm>
          <a:custGeom>
            <a:avLst/>
            <a:gdLst/>
            <a:ahLst/>
            <a:cxnLst/>
            <a:rect l="0" t="0" r="0" b="0"/>
            <a:pathLst>
              <a:path w="311575" h="135043">
                <a:moveTo>
                  <a:pt x="0" y="135043"/>
                </a:moveTo>
                <a:lnTo>
                  <a:pt x="311575" y="0"/>
                </a:lnTo>
              </a:path>
            </a:pathLst>
          </a:custGeom>
          <a:noFill/>
          <a:ln w="13291">
            <a:solidFill>
              <a:srgbClr val="57AC45">
                <a:alpha val="30000"/>
              </a:srgbClr>
            </a:solidFill>
            <a:prstDash val="solid"/>
          </a:ln>
        </p:spPr>
      </p:sp>
      <p:sp>
        <p:nvSpPr>
          <p:cNvPr id="1058" name="lumia-token-stream-curve">
            <a:extLst>
              <a:ext uri="{FF2B5EF4-FFF2-40B4-BE49-F238E27FC236}">
                <a16:creationId xmlns:a16="http://schemas.microsoft.com/office/drawing/2014/main" id="{3F514E41-8B80-4C2E-84F6-ACA287A4592B}"/>
              </a:ext>
            </a:extLst>
          </p:cNvPr>
          <p:cNvSpPr>
            <a:spLocks noGrp="1"/>
          </p:cNvSpPr>
          <p:nvPr/>
        </p:nvSpPr>
        <p:spPr>
          <a:xfrm>
            <a:off x="11562440" y="4262542"/>
            <a:ext cx="313715" cy="120046"/>
          </a:xfrm>
          <a:custGeom>
            <a:avLst/>
            <a:gdLst/>
            <a:ahLst/>
            <a:cxnLst/>
            <a:rect l="0" t="0" r="0" b="0"/>
            <a:pathLst>
              <a:path w="313715" h="120046">
                <a:moveTo>
                  <a:pt x="0" y="120046"/>
                </a:moveTo>
                <a:lnTo>
                  <a:pt x="313715" y="0"/>
                </a:lnTo>
              </a:path>
            </a:pathLst>
          </a:custGeom>
          <a:noFill/>
          <a:ln w="13341">
            <a:solidFill>
              <a:srgbClr val="46AA4C">
                <a:alpha val="30000"/>
              </a:srgbClr>
            </a:solidFill>
            <a:prstDash val="solid"/>
          </a:ln>
        </p:spPr>
      </p:sp>
      <p:sp>
        <p:nvSpPr>
          <p:cNvPr id="1059" name="lumia-token-stream-curve">
            <a:extLst>
              <a:ext uri="{FF2B5EF4-FFF2-40B4-BE49-F238E27FC236}">
                <a16:creationId xmlns:a16="http://schemas.microsoft.com/office/drawing/2014/main" id="{9D53A7DD-F46D-4369-853C-19D96D94C331}"/>
              </a:ext>
            </a:extLst>
          </p:cNvPr>
          <p:cNvSpPr>
            <a:spLocks noGrp="1"/>
          </p:cNvSpPr>
          <p:nvPr/>
        </p:nvSpPr>
        <p:spPr>
          <a:xfrm>
            <a:off x="11876155" y="4152425"/>
            <a:ext cx="315845" cy="110117"/>
          </a:xfrm>
          <a:custGeom>
            <a:avLst/>
            <a:gdLst/>
            <a:ahLst/>
            <a:cxnLst/>
            <a:rect l="0" t="0" r="0" b="0"/>
            <a:pathLst>
              <a:path w="315845" h="110117">
                <a:moveTo>
                  <a:pt x="0" y="110117"/>
                </a:moveTo>
                <a:lnTo>
                  <a:pt x="315845" y="0"/>
                </a:lnTo>
              </a:path>
            </a:pathLst>
          </a:custGeom>
          <a:noFill/>
          <a:ln w="13358">
            <a:solidFill>
              <a:srgbClr val="34A853">
                <a:alpha val="30000"/>
              </a:srgbClr>
            </a:solidFill>
            <a:prstDash val="solid"/>
          </a:ln>
        </p:spPr>
      </p:sp>
      <p:sp>
        <p:nvSpPr>
          <p:cNvPr id="1060" name="lumia-token-stream-curve">
            <a:extLst>
              <a:ext uri="{FF2B5EF4-FFF2-40B4-BE49-F238E27FC236}">
                <a16:creationId xmlns:a16="http://schemas.microsoft.com/office/drawing/2014/main" id="{CABBEC78-DDF0-4B4D-8618-B4A8858C7761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174030" cy="9525"/>
          </a:xfrm>
          <a:custGeom>
            <a:avLst/>
            <a:gdLst/>
            <a:ahLst/>
            <a:cxnLst/>
            <a:rect l="0" t="0" r="0" b="0"/>
            <a:pathLst>
              <a:path w="174030" h="9525">
                <a:moveTo>
                  <a:pt x="0" y="0"/>
                </a:moveTo>
                <a:lnTo>
                  <a:pt x="174030" y="0"/>
                </a:lnTo>
              </a:path>
            </a:pathLst>
          </a:custGeom>
          <a:noFill/>
          <a:ln w="8573">
            <a:solidFill>
              <a:srgbClr val="4285F4">
                <a:alpha val="14000"/>
              </a:srgbClr>
            </a:solidFill>
            <a:prstDash val="solid"/>
          </a:ln>
        </p:spPr>
      </p:sp>
      <p:sp>
        <p:nvSpPr>
          <p:cNvPr id="1061" name="lumia-token-stream-curve">
            <a:extLst>
              <a:ext uri="{FF2B5EF4-FFF2-40B4-BE49-F238E27FC236}">
                <a16:creationId xmlns:a16="http://schemas.microsoft.com/office/drawing/2014/main" id="{4661D88B-59AE-4314-814F-690CDB2D92C0}"/>
              </a:ext>
            </a:extLst>
          </p:cNvPr>
          <p:cNvSpPr>
            <a:spLocks noGrp="1"/>
          </p:cNvSpPr>
          <p:nvPr/>
        </p:nvSpPr>
        <p:spPr>
          <a:xfrm>
            <a:off x="174030" y="6705600"/>
            <a:ext cx="215506" cy="9525"/>
          </a:xfrm>
          <a:custGeom>
            <a:avLst/>
            <a:gdLst/>
            <a:ahLst/>
            <a:cxnLst/>
            <a:rect l="0" t="0" r="0" b="0"/>
            <a:pathLst>
              <a:path w="215506" h="9525">
                <a:moveTo>
                  <a:pt x="0" y="0"/>
                </a:moveTo>
                <a:lnTo>
                  <a:pt x="215506" y="0"/>
                </a:lnTo>
              </a:path>
            </a:pathLst>
          </a:custGeom>
          <a:noFill/>
          <a:ln w="8573">
            <a:solidFill>
              <a:srgbClr val="447EEC">
                <a:alpha val="14000"/>
              </a:srgbClr>
            </a:solidFill>
            <a:prstDash val="solid"/>
          </a:ln>
        </p:spPr>
      </p:sp>
      <p:sp>
        <p:nvSpPr>
          <p:cNvPr id="1062" name="lumia-token-stream-curve">
            <a:extLst>
              <a:ext uri="{FF2B5EF4-FFF2-40B4-BE49-F238E27FC236}">
                <a16:creationId xmlns:a16="http://schemas.microsoft.com/office/drawing/2014/main" id="{D60EED1E-9195-4D63-B925-1ECF779459A9}"/>
              </a:ext>
            </a:extLst>
          </p:cNvPr>
          <p:cNvSpPr>
            <a:spLocks noGrp="1"/>
          </p:cNvSpPr>
          <p:nvPr/>
        </p:nvSpPr>
        <p:spPr>
          <a:xfrm>
            <a:off x="389536" y="6705600"/>
            <a:ext cx="218001" cy="9525"/>
          </a:xfrm>
          <a:custGeom>
            <a:avLst/>
            <a:gdLst/>
            <a:ahLst/>
            <a:cxnLst/>
            <a:rect l="0" t="0" r="0" b="0"/>
            <a:pathLst>
              <a:path w="218001" h="9525">
                <a:moveTo>
                  <a:pt x="0" y="0"/>
                </a:moveTo>
                <a:lnTo>
                  <a:pt x="218001" y="0"/>
                </a:lnTo>
              </a:path>
            </a:pathLst>
          </a:custGeom>
          <a:noFill/>
          <a:ln w="8573">
            <a:solidFill>
              <a:srgbClr val="4678E3">
                <a:alpha val="14000"/>
              </a:srgbClr>
            </a:solidFill>
            <a:prstDash val="solid"/>
          </a:ln>
        </p:spPr>
      </p:sp>
      <p:sp>
        <p:nvSpPr>
          <p:cNvPr id="1063" name="lumia-token-stream-curve">
            <a:extLst>
              <a:ext uri="{FF2B5EF4-FFF2-40B4-BE49-F238E27FC236}">
                <a16:creationId xmlns:a16="http://schemas.microsoft.com/office/drawing/2014/main" id="{B9F76BF8-28D6-4F40-A2F9-BF2B7CF2CCED}"/>
              </a:ext>
            </a:extLst>
          </p:cNvPr>
          <p:cNvSpPr>
            <a:spLocks noGrp="1"/>
          </p:cNvSpPr>
          <p:nvPr/>
        </p:nvSpPr>
        <p:spPr>
          <a:xfrm>
            <a:off x="607537" y="6705600"/>
            <a:ext cx="220486" cy="9525"/>
          </a:xfrm>
          <a:custGeom>
            <a:avLst/>
            <a:gdLst/>
            <a:ahLst/>
            <a:cxnLst/>
            <a:rect l="0" t="0" r="0" b="0"/>
            <a:pathLst>
              <a:path w="220486" h="9525">
                <a:moveTo>
                  <a:pt x="0" y="0"/>
                </a:moveTo>
                <a:lnTo>
                  <a:pt x="220486" y="0"/>
                </a:lnTo>
              </a:path>
            </a:pathLst>
          </a:custGeom>
          <a:noFill/>
          <a:ln w="8573">
            <a:solidFill>
              <a:srgbClr val="4871DB">
                <a:alpha val="14000"/>
              </a:srgbClr>
            </a:solidFill>
            <a:prstDash val="solid"/>
          </a:ln>
        </p:spPr>
      </p:sp>
      <p:sp>
        <p:nvSpPr>
          <p:cNvPr id="1064" name="lumia-token-stream-curve">
            <a:extLst>
              <a:ext uri="{FF2B5EF4-FFF2-40B4-BE49-F238E27FC236}">
                <a16:creationId xmlns:a16="http://schemas.microsoft.com/office/drawing/2014/main" id="{C5C9F76A-1221-46B9-98CE-B8BD063F8B71}"/>
              </a:ext>
            </a:extLst>
          </p:cNvPr>
          <p:cNvSpPr>
            <a:spLocks noGrp="1"/>
          </p:cNvSpPr>
          <p:nvPr/>
        </p:nvSpPr>
        <p:spPr>
          <a:xfrm>
            <a:off x="828024" y="6705600"/>
            <a:ext cx="222961" cy="9525"/>
          </a:xfrm>
          <a:custGeom>
            <a:avLst/>
            <a:gdLst/>
            <a:ahLst/>
            <a:cxnLst/>
            <a:rect l="0" t="0" r="0" b="0"/>
            <a:pathLst>
              <a:path w="222961" h="9525">
                <a:moveTo>
                  <a:pt x="0" y="0"/>
                </a:moveTo>
                <a:lnTo>
                  <a:pt x="222961" y="0"/>
                </a:lnTo>
              </a:path>
            </a:pathLst>
          </a:custGeom>
          <a:noFill/>
          <a:ln w="8573">
            <a:solidFill>
              <a:srgbClr val="4A6BD2">
                <a:alpha val="14000"/>
              </a:srgbClr>
            </a:solidFill>
            <a:prstDash val="solid"/>
          </a:ln>
        </p:spPr>
      </p:sp>
      <p:sp>
        <p:nvSpPr>
          <p:cNvPr id="1065" name="lumia-token-stream-curve">
            <a:extLst>
              <a:ext uri="{FF2B5EF4-FFF2-40B4-BE49-F238E27FC236}">
                <a16:creationId xmlns:a16="http://schemas.microsoft.com/office/drawing/2014/main" id="{5D237A30-E75F-4F04-8F9F-0F5B8CF82F19}"/>
              </a:ext>
            </a:extLst>
          </p:cNvPr>
          <p:cNvSpPr>
            <a:spLocks noGrp="1"/>
          </p:cNvSpPr>
          <p:nvPr/>
        </p:nvSpPr>
        <p:spPr>
          <a:xfrm>
            <a:off x="1050984" y="6705600"/>
            <a:ext cx="225424" cy="9525"/>
          </a:xfrm>
          <a:custGeom>
            <a:avLst/>
            <a:gdLst/>
            <a:ahLst/>
            <a:cxnLst/>
            <a:rect l="0" t="0" r="0" b="0"/>
            <a:pathLst>
              <a:path w="225424" h="9525">
                <a:moveTo>
                  <a:pt x="0" y="0"/>
                </a:moveTo>
                <a:lnTo>
                  <a:pt x="225424" y="0"/>
                </a:lnTo>
              </a:path>
            </a:pathLst>
          </a:custGeom>
          <a:noFill/>
          <a:ln w="8573">
            <a:solidFill>
              <a:srgbClr val="4C64CA">
                <a:alpha val="14000"/>
              </a:srgbClr>
            </a:solidFill>
            <a:prstDash val="solid"/>
          </a:ln>
        </p:spPr>
      </p:sp>
      <p:sp>
        <p:nvSpPr>
          <p:cNvPr id="1066" name="lumia-token-stream-curve">
            <a:extLst>
              <a:ext uri="{FF2B5EF4-FFF2-40B4-BE49-F238E27FC236}">
                <a16:creationId xmlns:a16="http://schemas.microsoft.com/office/drawing/2014/main" id="{2A13F65D-6E31-4D28-AA2A-9604A2938971}"/>
              </a:ext>
            </a:extLst>
          </p:cNvPr>
          <p:cNvSpPr>
            <a:spLocks noGrp="1"/>
          </p:cNvSpPr>
          <p:nvPr/>
        </p:nvSpPr>
        <p:spPr>
          <a:xfrm>
            <a:off x="1276408" y="6705600"/>
            <a:ext cx="227877" cy="9525"/>
          </a:xfrm>
          <a:custGeom>
            <a:avLst/>
            <a:gdLst/>
            <a:ahLst/>
            <a:cxnLst/>
            <a:rect l="0" t="0" r="0" b="0"/>
            <a:pathLst>
              <a:path w="227877" h="9525">
                <a:moveTo>
                  <a:pt x="0" y="0"/>
                </a:moveTo>
                <a:lnTo>
                  <a:pt x="227877" y="0"/>
                </a:lnTo>
              </a:path>
            </a:pathLst>
          </a:custGeom>
          <a:noFill/>
          <a:ln w="8573">
            <a:solidFill>
              <a:srgbClr val="4E5EC1">
                <a:alpha val="14000"/>
              </a:srgbClr>
            </a:solidFill>
            <a:prstDash val="solid"/>
          </a:ln>
        </p:spPr>
      </p:sp>
      <p:sp>
        <p:nvSpPr>
          <p:cNvPr id="1067" name="lumia-token-stream-curve">
            <a:extLst>
              <a:ext uri="{FF2B5EF4-FFF2-40B4-BE49-F238E27FC236}">
                <a16:creationId xmlns:a16="http://schemas.microsoft.com/office/drawing/2014/main" id="{22B47C91-FA81-4359-8EA0-22B336A2C4BA}"/>
              </a:ext>
            </a:extLst>
          </p:cNvPr>
          <p:cNvSpPr>
            <a:spLocks noGrp="1"/>
          </p:cNvSpPr>
          <p:nvPr/>
        </p:nvSpPr>
        <p:spPr>
          <a:xfrm>
            <a:off x="1504286" y="6705600"/>
            <a:ext cx="230320" cy="9525"/>
          </a:xfrm>
          <a:custGeom>
            <a:avLst/>
            <a:gdLst/>
            <a:ahLst/>
            <a:cxnLst/>
            <a:rect l="0" t="0" r="0" b="0"/>
            <a:pathLst>
              <a:path w="230320" h="9525">
                <a:moveTo>
                  <a:pt x="0" y="0"/>
                </a:moveTo>
                <a:lnTo>
                  <a:pt x="230320" y="0"/>
                </a:lnTo>
              </a:path>
            </a:pathLst>
          </a:custGeom>
          <a:noFill/>
          <a:ln w="8573">
            <a:solidFill>
              <a:srgbClr val="5057B9">
                <a:alpha val="14000"/>
              </a:srgbClr>
            </a:solidFill>
            <a:prstDash val="solid"/>
          </a:ln>
        </p:spPr>
      </p:sp>
      <p:sp>
        <p:nvSpPr>
          <p:cNvPr id="1068" name="lumia-token-stream-curve">
            <a:extLst>
              <a:ext uri="{FF2B5EF4-FFF2-40B4-BE49-F238E27FC236}">
                <a16:creationId xmlns:a16="http://schemas.microsoft.com/office/drawing/2014/main" id="{7EE38478-9BA3-4FCE-A140-8451CC369692}"/>
              </a:ext>
            </a:extLst>
          </p:cNvPr>
          <p:cNvSpPr>
            <a:spLocks noGrp="1"/>
          </p:cNvSpPr>
          <p:nvPr/>
        </p:nvSpPr>
        <p:spPr>
          <a:xfrm>
            <a:off x="1734606" y="6705600"/>
            <a:ext cx="232752" cy="9525"/>
          </a:xfrm>
          <a:custGeom>
            <a:avLst/>
            <a:gdLst/>
            <a:ahLst/>
            <a:cxnLst/>
            <a:rect l="0" t="0" r="0" b="0"/>
            <a:pathLst>
              <a:path w="232752" h="9525">
                <a:moveTo>
                  <a:pt x="0" y="0"/>
                </a:moveTo>
                <a:lnTo>
                  <a:pt x="232752" y="0"/>
                </a:lnTo>
              </a:path>
            </a:pathLst>
          </a:custGeom>
          <a:noFill/>
          <a:ln w="8573">
            <a:solidFill>
              <a:srgbClr val="5250B0">
                <a:alpha val="14000"/>
              </a:srgbClr>
            </a:solidFill>
            <a:prstDash val="solid"/>
          </a:ln>
        </p:spPr>
      </p:sp>
      <p:sp>
        <p:nvSpPr>
          <p:cNvPr id="1069" name="lumia-token-stream-curve">
            <a:extLst>
              <a:ext uri="{FF2B5EF4-FFF2-40B4-BE49-F238E27FC236}">
                <a16:creationId xmlns:a16="http://schemas.microsoft.com/office/drawing/2014/main" id="{4A91609B-A1FA-44D7-949A-202BD0FB2DAF}"/>
              </a:ext>
            </a:extLst>
          </p:cNvPr>
          <p:cNvSpPr>
            <a:spLocks noGrp="1"/>
          </p:cNvSpPr>
          <p:nvPr/>
        </p:nvSpPr>
        <p:spPr>
          <a:xfrm>
            <a:off x="1967358" y="6705600"/>
            <a:ext cx="235173" cy="9525"/>
          </a:xfrm>
          <a:custGeom>
            <a:avLst/>
            <a:gdLst/>
            <a:ahLst/>
            <a:cxnLst/>
            <a:rect l="0" t="0" r="0" b="0"/>
            <a:pathLst>
              <a:path w="235173" h="9525">
                <a:moveTo>
                  <a:pt x="0" y="0"/>
                </a:moveTo>
                <a:lnTo>
                  <a:pt x="235173" y="0"/>
                </a:lnTo>
              </a:path>
            </a:pathLst>
          </a:custGeom>
          <a:noFill/>
          <a:ln w="8573">
            <a:solidFill>
              <a:srgbClr val="544AA8">
                <a:alpha val="14000"/>
              </a:srgbClr>
            </a:solidFill>
            <a:prstDash val="solid"/>
          </a:ln>
        </p:spPr>
      </p:sp>
      <p:sp>
        <p:nvSpPr>
          <p:cNvPr id="1070" name="lumia-token-stream-curve">
            <a:extLst>
              <a:ext uri="{FF2B5EF4-FFF2-40B4-BE49-F238E27FC236}">
                <a16:creationId xmlns:a16="http://schemas.microsoft.com/office/drawing/2014/main" id="{61A132BD-D766-45AB-939B-CCA5FEA5E417}"/>
              </a:ext>
            </a:extLst>
          </p:cNvPr>
          <p:cNvSpPr>
            <a:spLocks noGrp="1"/>
          </p:cNvSpPr>
          <p:nvPr/>
        </p:nvSpPr>
        <p:spPr>
          <a:xfrm>
            <a:off x="2202531" y="6705600"/>
            <a:ext cx="237584" cy="9525"/>
          </a:xfrm>
          <a:custGeom>
            <a:avLst/>
            <a:gdLst/>
            <a:ahLst/>
            <a:cxnLst/>
            <a:rect l="0" t="0" r="0" b="0"/>
            <a:pathLst>
              <a:path w="237584" h="9525">
                <a:moveTo>
                  <a:pt x="0" y="0"/>
                </a:moveTo>
                <a:lnTo>
                  <a:pt x="237584" y="0"/>
                </a:lnTo>
              </a:path>
            </a:pathLst>
          </a:custGeom>
          <a:noFill/>
          <a:ln w="8573">
            <a:solidFill>
              <a:srgbClr val="5643A0">
                <a:alpha val="14000"/>
              </a:srgbClr>
            </a:solidFill>
            <a:prstDash val="solid"/>
          </a:ln>
        </p:spPr>
      </p:sp>
      <p:sp>
        <p:nvSpPr>
          <p:cNvPr id="1071" name="lumia-token-stream-curve">
            <a:extLst>
              <a:ext uri="{FF2B5EF4-FFF2-40B4-BE49-F238E27FC236}">
                <a16:creationId xmlns:a16="http://schemas.microsoft.com/office/drawing/2014/main" id="{78D9E3D0-4718-41D9-8A49-7FD0572633CD}"/>
              </a:ext>
            </a:extLst>
          </p:cNvPr>
          <p:cNvSpPr>
            <a:spLocks noGrp="1"/>
          </p:cNvSpPr>
          <p:nvPr/>
        </p:nvSpPr>
        <p:spPr>
          <a:xfrm>
            <a:off x="2440115" y="6705600"/>
            <a:ext cx="239984" cy="9525"/>
          </a:xfrm>
          <a:custGeom>
            <a:avLst/>
            <a:gdLst/>
            <a:ahLst/>
            <a:cxnLst/>
            <a:rect l="0" t="0" r="0" b="0"/>
            <a:pathLst>
              <a:path w="239984" h="9525">
                <a:moveTo>
                  <a:pt x="0" y="0"/>
                </a:moveTo>
                <a:lnTo>
                  <a:pt x="239984" y="0"/>
                </a:lnTo>
              </a:path>
            </a:pathLst>
          </a:custGeom>
          <a:noFill/>
          <a:ln w="8573">
            <a:solidFill>
              <a:srgbClr val="583D97">
                <a:alpha val="14000"/>
              </a:srgbClr>
            </a:solidFill>
            <a:prstDash val="solid"/>
          </a:ln>
        </p:spPr>
      </p:sp>
      <p:sp>
        <p:nvSpPr>
          <p:cNvPr id="1072" name="lumia-token-stream-curve">
            <a:extLst>
              <a:ext uri="{FF2B5EF4-FFF2-40B4-BE49-F238E27FC236}">
                <a16:creationId xmlns:a16="http://schemas.microsoft.com/office/drawing/2014/main" id="{112253D9-5F29-426D-9552-FDE856B630AC}"/>
              </a:ext>
            </a:extLst>
          </p:cNvPr>
          <p:cNvSpPr>
            <a:spLocks noGrp="1"/>
          </p:cNvSpPr>
          <p:nvPr/>
        </p:nvSpPr>
        <p:spPr>
          <a:xfrm>
            <a:off x="2680099" y="6705600"/>
            <a:ext cx="242374" cy="9525"/>
          </a:xfrm>
          <a:custGeom>
            <a:avLst/>
            <a:gdLst/>
            <a:ahLst/>
            <a:cxnLst/>
            <a:rect l="0" t="0" r="0" b="0"/>
            <a:pathLst>
              <a:path w="242374" h="9525">
                <a:moveTo>
                  <a:pt x="0" y="0"/>
                </a:moveTo>
                <a:lnTo>
                  <a:pt x="242374" y="0"/>
                </a:lnTo>
              </a:path>
            </a:pathLst>
          </a:custGeom>
          <a:noFill/>
          <a:ln w="8573">
            <a:solidFill>
              <a:srgbClr val="623C8F">
                <a:alpha val="14000"/>
              </a:srgbClr>
            </a:solidFill>
            <a:prstDash val="solid"/>
          </a:ln>
        </p:spPr>
      </p:sp>
      <p:sp>
        <p:nvSpPr>
          <p:cNvPr id="1073" name="lumia-token-stream-curve">
            <a:extLst>
              <a:ext uri="{FF2B5EF4-FFF2-40B4-BE49-F238E27FC236}">
                <a16:creationId xmlns:a16="http://schemas.microsoft.com/office/drawing/2014/main" id="{6103AC49-05F7-4D08-ADA4-99157B66A3E5}"/>
              </a:ext>
            </a:extLst>
          </p:cNvPr>
          <p:cNvSpPr>
            <a:spLocks noGrp="1"/>
          </p:cNvSpPr>
          <p:nvPr/>
        </p:nvSpPr>
        <p:spPr>
          <a:xfrm>
            <a:off x="2922473" y="6705600"/>
            <a:ext cx="244753" cy="9525"/>
          </a:xfrm>
          <a:custGeom>
            <a:avLst/>
            <a:gdLst/>
            <a:ahLst/>
            <a:cxnLst/>
            <a:rect l="0" t="0" r="0" b="0"/>
            <a:pathLst>
              <a:path w="244753" h="9525">
                <a:moveTo>
                  <a:pt x="0" y="0"/>
                </a:moveTo>
                <a:lnTo>
                  <a:pt x="244753" y="0"/>
                </a:lnTo>
              </a:path>
            </a:pathLst>
          </a:custGeom>
          <a:noFill/>
          <a:ln w="8573">
            <a:solidFill>
              <a:srgbClr val="6F3C86">
                <a:alpha val="14000"/>
              </a:srgbClr>
            </a:solidFill>
            <a:prstDash val="solid"/>
          </a:ln>
        </p:spPr>
      </p:sp>
      <p:sp>
        <p:nvSpPr>
          <p:cNvPr id="1074" name="lumia-token-stream-curve">
            <a:extLst>
              <a:ext uri="{FF2B5EF4-FFF2-40B4-BE49-F238E27FC236}">
                <a16:creationId xmlns:a16="http://schemas.microsoft.com/office/drawing/2014/main" id="{EBDAEE7A-CD9F-414B-9029-55063615DE38}"/>
              </a:ext>
            </a:extLst>
          </p:cNvPr>
          <p:cNvSpPr>
            <a:spLocks noGrp="1"/>
          </p:cNvSpPr>
          <p:nvPr/>
        </p:nvSpPr>
        <p:spPr>
          <a:xfrm>
            <a:off x="3167226" y="6705600"/>
            <a:ext cx="247121" cy="9525"/>
          </a:xfrm>
          <a:custGeom>
            <a:avLst/>
            <a:gdLst/>
            <a:ahLst/>
            <a:cxnLst/>
            <a:rect l="0" t="0" r="0" b="0"/>
            <a:pathLst>
              <a:path w="247121" h="9525">
                <a:moveTo>
                  <a:pt x="0" y="0"/>
                </a:moveTo>
                <a:lnTo>
                  <a:pt x="247121" y="0"/>
                </a:lnTo>
              </a:path>
            </a:pathLst>
          </a:custGeom>
          <a:noFill/>
          <a:ln w="8573">
            <a:solidFill>
              <a:srgbClr val="7C3D7E">
                <a:alpha val="15000"/>
              </a:srgbClr>
            </a:solidFill>
            <a:prstDash val="solid"/>
          </a:ln>
        </p:spPr>
      </p:sp>
      <p:sp>
        <p:nvSpPr>
          <p:cNvPr id="1075" name="lumia-token-stream-curve">
            <a:extLst>
              <a:ext uri="{FF2B5EF4-FFF2-40B4-BE49-F238E27FC236}">
                <a16:creationId xmlns:a16="http://schemas.microsoft.com/office/drawing/2014/main" id="{796A311D-FAEA-4568-9E0F-7F0AEA70E727}"/>
              </a:ext>
            </a:extLst>
          </p:cNvPr>
          <p:cNvSpPr>
            <a:spLocks noGrp="1"/>
          </p:cNvSpPr>
          <p:nvPr/>
        </p:nvSpPr>
        <p:spPr>
          <a:xfrm>
            <a:off x="3414347" y="6705600"/>
            <a:ext cx="249479" cy="9525"/>
          </a:xfrm>
          <a:custGeom>
            <a:avLst/>
            <a:gdLst/>
            <a:ahLst/>
            <a:cxnLst/>
            <a:rect l="0" t="0" r="0" b="0"/>
            <a:pathLst>
              <a:path w="249479" h="9525">
                <a:moveTo>
                  <a:pt x="0" y="0"/>
                </a:moveTo>
                <a:lnTo>
                  <a:pt x="249479" y="0"/>
                </a:lnTo>
              </a:path>
            </a:pathLst>
          </a:custGeom>
          <a:noFill/>
          <a:ln w="8573">
            <a:solidFill>
              <a:srgbClr val="893E75">
                <a:alpha val="15000"/>
              </a:srgbClr>
            </a:solidFill>
            <a:prstDash val="solid"/>
          </a:ln>
        </p:spPr>
      </p:sp>
      <p:sp>
        <p:nvSpPr>
          <p:cNvPr id="1076" name="lumia-token-stream-curve">
            <a:extLst>
              <a:ext uri="{FF2B5EF4-FFF2-40B4-BE49-F238E27FC236}">
                <a16:creationId xmlns:a16="http://schemas.microsoft.com/office/drawing/2014/main" id="{D99DCE72-CBEF-414F-91B3-5F95D6BE7B6F}"/>
              </a:ext>
            </a:extLst>
          </p:cNvPr>
          <p:cNvSpPr>
            <a:spLocks noGrp="1"/>
          </p:cNvSpPr>
          <p:nvPr/>
        </p:nvSpPr>
        <p:spPr>
          <a:xfrm>
            <a:off x="3663826" y="6705600"/>
            <a:ext cx="251826" cy="9525"/>
          </a:xfrm>
          <a:custGeom>
            <a:avLst/>
            <a:gdLst/>
            <a:ahLst/>
            <a:cxnLst/>
            <a:rect l="0" t="0" r="0" b="0"/>
            <a:pathLst>
              <a:path w="251826" h="9525">
                <a:moveTo>
                  <a:pt x="0" y="0"/>
                </a:moveTo>
                <a:lnTo>
                  <a:pt x="251826" y="0"/>
                </a:lnTo>
              </a:path>
            </a:pathLst>
          </a:custGeom>
          <a:noFill/>
          <a:ln w="8574">
            <a:solidFill>
              <a:srgbClr val="963E6C">
                <a:alpha val="15000"/>
              </a:srgbClr>
            </a:solidFill>
            <a:prstDash val="solid"/>
          </a:ln>
        </p:spPr>
      </p:sp>
      <p:sp>
        <p:nvSpPr>
          <p:cNvPr id="1077" name="lumia-token-stream-curve">
            <a:extLst>
              <a:ext uri="{FF2B5EF4-FFF2-40B4-BE49-F238E27FC236}">
                <a16:creationId xmlns:a16="http://schemas.microsoft.com/office/drawing/2014/main" id="{F9C3C863-838A-4DB3-86C6-0A5550618903}"/>
              </a:ext>
            </a:extLst>
          </p:cNvPr>
          <p:cNvSpPr>
            <a:spLocks noGrp="1"/>
          </p:cNvSpPr>
          <p:nvPr/>
        </p:nvSpPr>
        <p:spPr>
          <a:xfrm>
            <a:off x="3915652" y="6705600"/>
            <a:ext cx="254163" cy="9525"/>
          </a:xfrm>
          <a:custGeom>
            <a:avLst/>
            <a:gdLst/>
            <a:ahLst/>
            <a:cxnLst/>
            <a:rect l="0" t="0" r="0" b="0"/>
            <a:pathLst>
              <a:path w="254163" h="9525">
                <a:moveTo>
                  <a:pt x="0" y="0"/>
                </a:moveTo>
                <a:lnTo>
                  <a:pt x="254163" y="0"/>
                </a:lnTo>
              </a:path>
            </a:pathLst>
          </a:custGeom>
          <a:noFill/>
          <a:ln w="8600">
            <a:solidFill>
              <a:srgbClr val="A33F64">
                <a:alpha val="16000"/>
              </a:srgbClr>
            </a:solidFill>
            <a:prstDash val="solid"/>
          </a:ln>
        </p:spPr>
      </p:sp>
      <p:sp>
        <p:nvSpPr>
          <p:cNvPr id="1078" name="lumia-token-stream-curve">
            <a:extLst>
              <a:ext uri="{FF2B5EF4-FFF2-40B4-BE49-F238E27FC236}">
                <a16:creationId xmlns:a16="http://schemas.microsoft.com/office/drawing/2014/main" id="{7836AF8D-DD16-4A50-B25C-941D274C3569}"/>
              </a:ext>
            </a:extLst>
          </p:cNvPr>
          <p:cNvSpPr>
            <a:spLocks noGrp="1"/>
          </p:cNvSpPr>
          <p:nvPr/>
        </p:nvSpPr>
        <p:spPr>
          <a:xfrm>
            <a:off x="4169814" y="6687985"/>
            <a:ext cx="256489" cy="17615"/>
          </a:xfrm>
          <a:custGeom>
            <a:avLst/>
            <a:gdLst/>
            <a:ahLst/>
            <a:cxnLst/>
            <a:rect l="0" t="0" r="0" b="0"/>
            <a:pathLst>
              <a:path w="256489" h="17615">
                <a:moveTo>
                  <a:pt x="0" y="17615"/>
                </a:moveTo>
                <a:lnTo>
                  <a:pt x="256489" y="0"/>
                </a:lnTo>
              </a:path>
            </a:pathLst>
          </a:custGeom>
          <a:noFill/>
          <a:ln w="8659">
            <a:solidFill>
              <a:srgbClr val="B0405B">
                <a:alpha val="16000"/>
              </a:srgbClr>
            </a:solidFill>
            <a:prstDash val="solid"/>
          </a:ln>
        </p:spPr>
      </p:sp>
      <p:sp>
        <p:nvSpPr>
          <p:cNvPr id="1079" name="lumia-token-stream-curve">
            <a:extLst>
              <a:ext uri="{FF2B5EF4-FFF2-40B4-BE49-F238E27FC236}">
                <a16:creationId xmlns:a16="http://schemas.microsoft.com/office/drawing/2014/main" id="{367AA546-A11D-46B8-816F-60FE98602D17}"/>
              </a:ext>
            </a:extLst>
          </p:cNvPr>
          <p:cNvSpPr>
            <a:spLocks noGrp="1"/>
          </p:cNvSpPr>
          <p:nvPr/>
        </p:nvSpPr>
        <p:spPr>
          <a:xfrm>
            <a:off x="4426303" y="6604661"/>
            <a:ext cx="258804" cy="83324"/>
          </a:xfrm>
          <a:custGeom>
            <a:avLst/>
            <a:gdLst/>
            <a:ahLst/>
            <a:cxnLst/>
            <a:rect l="0" t="0" r="0" b="0"/>
            <a:pathLst>
              <a:path w="258804" h="83324">
                <a:moveTo>
                  <a:pt x="0" y="83324"/>
                </a:moveTo>
                <a:lnTo>
                  <a:pt x="258804" y="0"/>
                </a:lnTo>
              </a:path>
            </a:pathLst>
          </a:custGeom>
          <a:noFill/>
          <a:ln w="8749">
            <a:solidFill>
              <a:srgbClr val="BD4153">
                <a:alpha val="17000"/>
              </a:srgbClr>
            </a:solidFill>
            <a:prstDash val="solid"/>
          </a:ln>
        </p:spPr>
      </p:sp>
      <p:sp>
        <p:nvSpPr>
          <p:cNvPr id="1080" name="lumia-token-stream-curve">
            <a:extLst>
              <a:ext uri="{FF2B5EF4-FFF2-40B4-BE49-F238E27FC236}">
                <a16:creationId xmlns:a16="http://schemas.microsoft.com/office/drawing/2014/main" id="{F85803A8-93C1-4B5D-B338-5E8658581419}"/>
              </a:ext>
            </a:extLst>
          </p:cNvPr>
          <p:cNvSpPr>
            <a:spLocks noGrp="1"/>
          </p:cNvSpPr>
          <p:nvPr/>
        </p:nvSpPr>
        <p:spPr>
          <a:xfrm>
            <a:off x="4685107" y="6527166"/>
            <a:ext cx="261109" cy="77495"/>
          </a:xfrm>
          <a:custGeom>
            <a:avLst/>
            <a:gdLst/>
            <a:ahLst/>
            <a:cxnLst/>
            <a:rect l="0" t="0" r="0" b="0"/>
            <a:pathLst>
              <a:path w="261109" h="77495">
                <a:moveTo>
                  <a:pt x="0" y="77495"/>
                </a:moveTo>
                <a:lnTo>
                  <a:pt x="261109" y="0"/>
                </a:lnTo>
              </a:path>
            </a:pathLst>
          </a:custGeom>
          <a:noFill/>
          <a:ln w="8867">
            <a:solidFill>
              <a:srgbClr val="CA414A">
                <a:alpha val="17000"/>
              </a:srgbClr>
            </a:solidFill>
            <a:prstDash val="solid"/>
          </a:ln>
        </p:spPr>
      </p:sp>
      <p:sp>
        <p:nvSpPr>
          <p:cNvPr id="1081" name="lumia-token-stream-curve">
            <a:extLst>
              <a:ext uri="{FF2B5EF4-FFF2-40B4-BE49-F238E27FC236}">
                <a16:creationId xmlns:a16="http://schemas.microsoft.com/office/drawing/2014/main" id="{BC245657-C6FB-4491-BA4E-9CA5B167ED0C}"/>
              </a:ext>
            </a:extLst>
          </p:cNvPr>
          <p:cNvSpPr>
            <a:spLocks noGrp="1"/>
          </p:cNvSpPr>
          <p:nvPr/>
        </p:nvSpPr>
        <p:spPr>
          <a:xfrm>
            <a:off x="4946215" y="6459456"/>
            <a:ext cx="263403" cy="67710"/>
          </a:xfrm>
          <a:custGeom>
            <a:avLst/>
            <a:gdLst/>
            <a:ahLst/>
            <a:cxnLst/>
            <a:rect l="0" t="0" r="0" b="0"/>
            <a:pathLst>
              <a:path w="263403" h="67710">
                <a:moveTo>
                  <a:pt x="0" y="67710"/>
                </a:moveTo>
                <a:lnTo>
                  <a:pt x="263403" y="0"/>
                </a:lnTo>
              </a:path>
            </a:pathLst>
          </a:custGeom>
          <a:noFill/>
          <a:ln w="9010">
            <a:solidFill>
              <a:srgbClr val="D74242">
                <a:alpha val="18000"/>
              </a:srgbClr>
            </a:solidFill>
            <a:prstDash val="solid"/>
          </a:ln>
        </p:spPr>
      </p:sp>
      <p:sp>
        <p:nvSpPr>
          <p:cNvPr id="1082" name="lumia-token-stream-curve">
            <a:extLst>
              <a:ext uri="{FF2B5EF4-FFF2-40B4-BE49-F238E27FC236}">
                <a16:creationId xmlns:a16="http://schemas.microsoft.com/office/drawing/2014/main" id="{E030AB78-0249-45C6-B68B-6BA7DC450C9A}"/>
              </a:ext>
            </a:extLst>
          </p:cNvPr>
          <p:cNvSpPr>
            <a:spLocks noGrp="1"/>
          </p:cNvSpPr>
          <p:nvPr/>
        </p:nvSpPr>
        <p:spPr>
          <a:xfrm>
            <a:off x="5209618" y="6404189"/>
            <a:ext cx="265687" cy="55267"/>
          </a:xfrm>
          <a:custGeom>
            <a:avLst/>
            <a:gdLst/>
            <a:ahLst/>
            <a:cxnLst/>
            <a:rect l="0" t="0" r="0" b="0"/>
            <a:pathLst>
              <a:path w="265687" h="55267">
                <a:moveTo>
                  <a:pt x="0" y="55267"/>
                </a:moveTo>
                <a:lnTo>
                  <a:pt x="265687" y="0"/>
                </a:lnTo>
              </a:path>
            </a:pathLst>
          </a:custGeom>
          <a:noFill/>
          <a:ln w="9177">
            <a:solidFill>
              <a:srgbClr val="E44339">
                <a:alpha val="19000"/>
              </a:srgbClr>
            </a:solidFill>
            <a:prstDash val="solid"/>
          </a:ln>
        </p:spPr>
      </p:sp>
      <p:sp>
        <p:nvSpPr>
          <p:cNvPr id="1083" name="lumia-token-stream-curve">
            <a:extLst>
              <a:ext uri="{FF2B5EF4-FFF2-40B4-BE49-F238E27FC236}">
                <a16:creationId xmlns:a16="http://schemas.microsoft.com/office/drawing/2014/main" id="{ADF32706-04B3-4918-AA97-1A7E46577373}"/>
              </a:ext>
            </a:extLst>
          </p:cNvPr>
          <p:cNvSpPr>
            <a:spLocks noGrp="1"/>
          </p:cNvSpPr>
          <p:nvPr/>
        </p:nvSpPr>
        <p:spPr>
          <a:xfrm>
            <a:off x="5475305" y="6362329"/>
            <a:ext cx="267960" cy="41861"/>
          </a:xfrm>
          <a:custGeom>
            <a:avLst/>
            <a:gdLst/>
            <a:ahLst/>
            <a:cxnLst/>
            <a:rect l="0" t="0" r="0" b="0"/>
            <a:pathLst>
              <a:path w="267960" h="41861">
                <a:moveTo>
                  <a:pt x="0" y="41861"/>
                </a:moveTo>
                <a:lnTo>
                  <a:pt x="267960" y="0"/>
                </a:lnTo>
              </a:path>
            </a:pathLst>
          </a:custGeom>
          <a:noFill/>
          <a:ln w="9364">
            <a:solidFill>
              <a:srgbClr val="EB4833">
                <a:alpha val="19000"/>
              </a:srgbClr>
            </a:solidFill>
            <a:prstDash val="solid"/>
          </a:ln>
        </p:spPr>
      </p:sp>
      <p:sp>
        <p:nvSpPr>
          <p:cNvPr id="1084" name="lumia-token-stream-curve">
            <a:extLst>
              <a:ext uri="{FF2B5EF4-FFF2-40B4-BE49-F238E27FC236}">
                <a16:creationId xmlns:a16="http://schemas.microsoft.com/office/drawing/2014/main" id="{7DCAC32B-05B5-4FF4-B067-077A0F009E21}"/>
              </a:ext>
            </a:extLst>
          </p:cNvPr>
          <p:cNvSpPr>
            <a:spLocks noGrp="1"/>
          </p:cNvSpPr>
          <p:nvPr/>
        </p:nvSpPr>
        <p:spPr>
          <a:xfrm>
            <a:off x="5743264" y="6332915"/>
            <a:ext cx="270222" cy="29413"/>
          </a:xfrm>
          <a:custGeom>
            <a:avLst/>
            <a:gdLst/>
            <a:ahLst/>
            <a:cxnLst/>
            <a:rect l="0" t="0" r="0" b="0"/>
            <a:pathLst>
              <a:path w="270222" h="29413">
                <a:moveTo>
                  <a:pt x="0" y="29413"/>
                </a:moveTo>
                <a:lnTo>
                  <a:pt x="270222" y="0"/>
                </a:lnTo>
              </a:path>
            </a:pathLst>
          </a:custGeom>
          <a:noFill/>
          <a:ln w="9569">
            <a:solidFill>
              <a:srgbClr val="EC532F">
                <a:alpha val="20000"/>
              </a:srgbClr>
            </a:solidFill>
            <a:prstDash val="solid"/>
          </a:ln>
        </p:spPr>
      </p:sp>
      <p:sp>
        <p:nvSpPr>
          <p:cNvPr id="1085" name="lumia-token-stream-curve">
            <a:extLst>
              <a:ext uri="{FF2B5EF4-FFF2-40B4-BE49-F238E27FC236}">
                <a16:creationId xmlns:a16="http://schemas.microsoft.com/office/drawing/2014/main" id="{C9F00B4D-8D02-4D71-9C30-86AF7425282F}"/>
              </a:ext>
            </a:extLst>
          </p:cNvPr>
          <p:cNvSpPr>
            <a:spLocks noGrp="1"/>
          </p:cNvSpPr>
          <p:nvPr/>
        </p:nvSpPr>
        <p:spPr>
          <a:xfrm>
            <a:off x="6013486" y="6313055"/>
            <a:ext cx="272474" cy="19860"/>
          </a:xfrm>
          <a:custGeom>
            <a:avLst/>
            <a:gdLst/>
            <a:ahLst/>
            <a:cxnLst/>
            <a:rect l="0" t="0" r="0" b="0"/>
            <a:pathLst>
              <a:path w="272474" h="19860">
                <a:moveTo>
                  <a:pt x="0" y="19860"/>
                </a:moveTo>
                <a:lnTo>
                  <a:pt x="272474" y="0"/>
                </a:lnTo>
              </a:path>
            </a:pathLst>
          </a:custGeom>
          <a:noFill/>
          <a:ln w="9790">
            <a:solidFill>
              <a:srgbClr val="EE5E2A">
                <a:alpha val="21000"/>
              </a:srgbClr>
            </a:solidFill>
            <a:prstDash val="solid"/>
          </a:ln>
        </p:spPr>
      </p:sp>
      <p:sp>
        <p:nvSpPr>
          <p:cNvPr id="1086" name="lumia-token-stream-curve">
            <a:extLst>
              <a:ext uri="{FF2B5EF4-FFF2-40B4-BE49-F238E27FC236}">
                <a16:creationId xmlns:a16="http://schemas.microsoft.com/office/drawing/2014/main" id="{182D35FB-97FE-4DAF-93F3-CA94BF0AA9D4}"/>
              </a:ext>
            </a:extLst>
          </p:cNvPr>
          <p:cNvSpPr>
            <a:spLocks noGrp="1"/>
          </p:cNvSpPr>
          <p:nvPr/>
        </p:nvSpPr>
        <p:spPr>
          <a:xfrm>
            <a:off x="6285960" y="6298143"/>
            <a:ext cx="274715" cy="14912"/>
          </a:xfrm>
          <a:custGeom>
            <a:avLst/>
            <a:gdLst/>
            <a:ahLst/>
            <a:cxnLst/>
            <a:rect l="0" t="0" r="0" b="0"/>
            <a:pathLst>
              <a:path w="274715" h="14912">
                <a:moveTo>
                  <a:pt x="0" y="14912"/>
                </a:moveTo>
                <a:lnTo>
                  <a:pt x="274715" y="0"/>
                </a:lnTo>
              </a:path>
            </a:pathLst>
          </a:custGeom>
          <a:noFill/>
          <a:ln w="10025">
            <a:solidFill>
              <a:srgbClr val="EF6926">
                <a:alpha val="21000"/>
              </a:srgbClr>
            </a:solidFill>
            <a:prstDash val="solid"/>
          </a:ln>
        </p:spPr>
      </p:sp>
      <p:sp>
        <p:nvSpPr>
          <p:cNvPr id="1087" name="lumia-token-stream-curve">
            <a:extLst>
              <a:ext uri="{FF2B5EF4-FFF2-40B4-BE49-F238E27FC236}">
                <a16:creationId xmlns:a16="http://schemas.microsoft.com/office/drawing/2014/main" id="{DDC24B34-2584-47EF-8183-F85FD3D124E6}"/>
              </a:ext>
            </a:extLst>
          </p:cNvPr>
          <p:cNvSpPr>
            <a:spLocks noGrp="1"/>
          </p:cNvSpPr>
          <p:nvPr/>
        </p:nvSpPr>
        <p:spPr>
          <a:xfrm>
            <a:off x="6560675" y="6282311"/>
            <a:ext cx="276946" cy="15832"/>
          </a:xfrm>
          <a:custGeom>
            <a:avLst/>
            <a:gdLst/>
            <a:ahLst/>
            <a:cxnLst/>
            <a:rect l="0" t="0" r="0" b="0"/>
            <a:pathLst>
              <a:path w="276946" h="15832">
                <a:moveTo>
                  <a:pt x="0" y="15832"/>
                </a:moveTo>
                <a:lnTo>
                  <a:pt x="276946" y="0"/>
                </a:lnTo>
              </a:path>
            </a:pathLst>
          </a:custGeom>
          <a:noFill/>
          <a:ln w="10270">
            <a:solidFill>
              <a:srgbClr val="F17322">
                <a:alpha val="22000"/>
              </a:srgbClr>
            </a:solidFill>
            <a:prstDash val="solid"/>
          </a:ln>
        </p:spPr>
      </p:sp>
      <p:sp>
        <p:nvSpPr>
          <p:cNvPr id="1088" name="lumia-token-stream-curve">
            <a:extLst>
              <a:ext uri="{FF2B5EF4-FFF2-40B4-BE49-F238E27FC236}">
                <a16:creationId xmlns:a16="http://schemas.microsoft.com/office/drawing/2014/main" id="{6C506A46-84DC-4A91-A4B0-3971B10A44B3}"/>
              </a:ext>
            </a:extLst>
          </p:cNvPr>
          <p:cNvSpPr>
            <a:spLocks noGrp="1"/>
          </p:cNvSpPr>
          <p:nvPr/>
        </p:nvSpPr>
        <p:spPr>
          <a:xfrm>
            <a:off x="6837621" y="6259073"/>
            <a:ext cx="279166" cy="23238"/>
          </a:xfrm>
          <a:custGeom>
            <a:avLst/>
            <a:gdLst/>
            <a:ahLst/>
            <a:cxnLst/>
            <a:rect l="0" t="0" r="0" b="0"/>
            <a:pathLst>
              <a:path w="279166" h="23238">
                <a:moveTo>
                  <a:pt x="0" y="23238"/>
                </a:moveTo>
                <a:lnTo>
                  <a:pt x="279166" y="0"/>
                </a:lnTo>
              </a:path>
            </a:pathLst>
          </a:custGeom>
          <a:noFill/>
          <a:ln w="10523">
            <a:solidFill>
              <a:srgbClr val="F27E1E">
                <a:alpha val="23000"/>
              </a:srgbClr>
            </a:solidFill>
            <a:prstDash val="solid"/>
          </a:ln>
        </p:spPr>
      </p:sp>
      <p:sp>
        <p:nvSpPr>
          <p:cNvPr id="1089" name="lumia-token-stream-curve">
            <a:extLst>
              <a:ext uri="{FF2B5EF4-FFF2-40B4-BE49-F238E27FC236}">
                <a16:creationId xmlns:a16="http://schemas.microsoft.com/office/drawing/2014/main" id="{A25D7326-AD93-4A3D-B646-8D0315989604}"/>
              </a:ext>
            </a:extLst>
          </p:cNvPr>
          <p:cNvSpPr>
            <a:spLocks noGrp="1"/>
          </p:cNvSpPr>
          <p:nvPr/>
        </p:nvSpPr>
        <p:spPr>
          <a:xfrm>
            <a:off x="7116786" y="6222095"/>
            <a:ext cx="281375" cy="36978"/>
          </a:xfrm>
          <a:custGeom>
            <a:avLst/>
            <a:gdLst/>
            <a:ahLst/>
            <a:cxnLst/>
            <a:rect l="0" t="0" r="0" b="0"/>
            <a:pathLst>
              <a:path w="281375" h="36978">
                <a:moveTo>
                  <a:pt x="0" y="36978"/>
                </a:moveTo>
                <a:lnTo>
                  <a:pt x="281375" y="0"/>
                </a:lnTo>
              </a:path>
            </a:pathLst>
          </a:custGeom>
          <a:noFill/>
          <a:ln w="10783">
            <a:solidFill>
              <a:srgbClr val="F48919">
                <a:alpha val="23000"/>
              </a:srgbClr>
            </a:solidFill>
            <a:prstDash val="solid"/>
          </a:ln>
        </p:spPr>
      </p:sp>
      <p:sp>
        <p:nvSpPr>
          <p:cNvPr id="1090" name="lumia-token-stream-curve">
            <a:extLst>
              <a:ext uri="{FF2B5EF4-FFF2-40B4-BE49-F238E27FC236}">
                <a16:creationId xmlns:a16="http://schemas.microsoft.com/office/drawing/2014/main" id="{99D0E605-A033-4870-8491-1FC90E20F968}"/>
              </a:ext>
            </a:extLst>
          </p:cNvPr>
          <p:cNvSpPr>
            <a:spLocks noGrp="1"/>
          </p:cNvSpPr>
          <p:nvPr/>
        </p:nvSpPr>
        <p:spPr>
          <a:xfrm>
            <a:off x="7398161" y="6166000"/>
            <a:ext cx="283574" cy="56096"/>
          </a:xfrm>
          <a:custGeom>
            <a:avLst/>
            <a:gdLst/>
            <a:ahLst/>
            <a:cxnLst/>
            <a:rect l="0" t="0" r="0" b="0"/>
            <a:pathLst>
              <a:path w="283574" h="56096">
                <a:moveTo>
                  <a:pt x="0" y="56096"/>
                </a:moveTo>
                <a:lnTo>
                  <a:pt x="283574" y="0"/>
                </a:lnTo>
              </a:path>
            </a:pathLst>
          </a:custGeom>
          <a:noFill/>
          <a:ln w="11045">
            <a:solidFill>
              <a:srgbClr val="F59415">
                <a:alpha val="24000"/>
              </a:srgbClr>
            </a:solidFill>
            <a:prstDash val="solid"/>
          </a:ln>
        </p:spPr>
      </p:sp>
      <p:sp>
        <p:nvSpPr>
          <p:cNvPr id="1091" name="lumia-token-stream-curve">
            <a:extLst>
              <a:ext uri="{FF2B5EF4-FFF2-40B4-BE49-F238E27FC236}">
                <a16:creationId xmlns:a16="http://schemas.microsoft.com/office/drawing/2014/main" id="{6BBB6A5F-1B4F-4CC1-BBE7-3D90D349C95B}"/>
              </a:ext>
            </a:extLst>
          </p:cNvPr>
          <p:cNvSpPr>
            <a:spLocks noGrp="1"/>
          </p:cNvSpPr>
          <p:nvPr/>
        </p:nvSpPr>
        <p:spPr>
          <a:xfrm>
            <a:off x="7681735" y="6087101"/>
            <a:ext cx="285762" cy="78899"/>
          </a:xfrm>
          <a:custGeom>
            <a:avLst/>
            <a:gdLst/>
            <a:ahLst/>
            <a:cxnLst/>
            <a:rect l="0" t="0" r="0" b="0"/>
            <a:pathLst>
              <a:path w="285762" h="78899">
                <a:moveTo>
                  <a:pt x="0" y="78899"/>
                </a:moveTo>
                <a:lnTo>
                  <a:pt x="285762" y="0"/>
                </a:lnTo>
              </a:path>
            </a:pathLst>
          </a:custGeom>
          <a:noFill/>
          <a:ln w="11309">
            <a:solidFill>
              <a:srgbClr val="F79E11">
                <a:alpha val="25000"/>
              </a:srgbClr>
            </a:solidFill>
            <a:prstDash val="solid"/>
          </a:ln>
        </p:spPr>
      </p:sp>
      <p:sp>
        <p:nvSpPr>
          <p:cNvPr id="1092" name="lumia-token-stream-curve">
            <a:extLst>
              <a:ext uri="{FF2B5EF4-FFF2-40B4-BE49-F238E27FC236}">
                <a16:creationId xmlns:a16="http://schemas.microsoft.com/office/drawing/2014/main" id="{DF9B8842-609D-4F15-AAD9-27FDC18A3634}"/>
              </a:ext>
            </a:extLst>
          </p:cNvPr>
          <p:cNvSpPr>
            <a:spLocks noGrp="1"/>
          </p:cNvSpPr>
          <p:nvPr/>
        </p:nvSpPr>
        <p:spPr>
          <a:xfrm>
            <a:off x="7967498" y="5983972"/>
            <a:ext cx="287940" cy="103129"/>
          </a:xfrm>
          <a:custGeom>
            <a:avLst/>
            <a:gdLst/>
            <a:ahLst/>
            <a:cxnLst/>
            <a:rect l="0" t="0" r="0" b="0"/>
            <a:pathLst>
              <a:path w="287940" h="103129">
                <a:moveTo>
                  <a:pt x="0" y="103129"/>
                </a:moveTo>
                <a:lnTo>
                  <a:pt x="287940" y="0"/>
                </a:lnTo>
              </a:path>
            </a:pathLst>
          </a:custGeom>
          <a:noFill/>
          <a:ln w="11571">
            <a:solidFill>
              <a:srgbClr val="F8A90C">
                <a:alpha val="25000"/>
              </a:srgbClr>
            </a:solidFill>
            <a:prstDash val="solid"/>
          </a:ln>
        </p:spPr>
      </p:sp>
      <p:sp>
        <p:nvSpPr>
          <p:cNvPr id="1093" name="lumia-token-stream-curve">
            <a:extLst>
              <a:ext uri="{FF2B5EF4-FFF2-40B4-BE49-F238E27FC236}">
                <a16:creationId xmlns:a16="http://schemas.microsoft.com/office/drawing/2014/main" id="{78A4380B-D18A-45F0-87F9-5686936CE1DB}"/>
              </a:ext>
            </a:extLst>
          </p:cNvPr>
          <p:cNvSpPr>
            <a:spLocks noGrp="1"/>
          </p:cNvSpPr>
          <p:nvPr/>
        </p:nvSpPr>
        <p:spPr>
          <a:xfrm>
            <a:off x="8255437" y="5857743"/>
            <a:ext cx="290107" cy="126229"/>
          </a:xfrm>
          <a:custGeom>
            <a:avLst/>
            <a:gdLst/>
            <a:ahLst/>
            <a:cxnLst/>
            <a:rect l="0" t="0" r="0" b="0"/>
            <a:pathLst>
              <a:path w="290107" h="126229">
                <a:moveTo>
                  <a:pt x="0" y="126229"/>
                </a:moveTo>
                <a:lnTo>
                  <a:pt x="290107" y="0"/>
                </a:lnTo>
              </a:path>
            </a:pathLst>
          </a:custGeom>
          <a:noFill/>
          <a:ln w="11829">
            <a:solidFill>
              <a:srgbClr val="FAB408">
                <a:alpha val="26000"/>
              </a:srgbClr>
            </a:solidFill>
            <a:prstDash val="solid"/>
          </a:ln>
        </p:spPr>
      </p:sp>
      <p:sp>
        <p:nvSpPr>
          <p:cNvPr id="1094" name="lumia-token-stream-curve">
            <a:extLst>
              <a:ext uri="{FF2B5EF4-FFF2-40B4-BE49-F238E27FC236}">
                <a16:creationId xmlns:a16="http://schemas.microsoft.com/office/drawing/2014/main" id="{23BF0F1F-1A6C-4E0C-9B11-5F53BCF1C728}"/>
              </a:ext>
            </a:extLst>
          </p:cNvPr>
          <p:cNvSpPr>
            <a:spLocks noGrp="1"/>
          </p:cNvSpPr>
          <p:nvPr/>
        </p:nvSpPr>
        <p:spPr>
          <a:xfrm>
            <a:off x="8545544" y="5712069"/>
            <a:ext cx="292263" cy="145674"/>
          </a:xfrm>
          <a:custGeom>
            <a:avLst/>
            <a:gdLst/>
            <a:ahLst/>
            <a:cxnLst/>
            <a:rect l="0" t="0" r="0" b="0"/>
            <a:pathLst>
              <a:path w="292263" h="145674">
                <a:moveTo>
                  <a:pt x="0" y="145674"/>
                </a:moveTo>
                <a:lnTo>
                  <a:pt x="292263" y="0"/>
                </a:lnTo>
              </a:path>
            </a:pathLst>
          </a:custGeom>
          <a:noFill/>
          <a:ln w="12081">
            <a:solidFill>
              <a:srgbClr val="F7BC07">
                <a:alpha val="26000"/>
              </a:srgbClr>
            </a:solidFill>
            <a:prstDash val="solid"/>
          </a:ln>
        </p:spPr>
      </p:sp>
      <p:sp>
        <p:nvSpPr>
          <p:cNvPr id="1095" name="lumia-token-stream-curve">
            <a:extLst>
              <a:ext uri="{FF2B5EF4-FFF2-40B4-BE49-F238E27FC236}">
                <a16:creationId xmlns:a16="http://schemas.microsoft.com/office/drawing/2014/main" id="{C49B46A8-D87B-4479-9D0E-ABEDB409E9B0}"/>
              </a:ext>
            </a:extLst>
          </p:cNvPr>
          <p:cNvSpPr>
            <a:spLocks noGrp="1"/>
          </p:cNvSpPr>
          <p:nvPr/>
        </p:nvSpPr>
        <p:spPr>
          <a:xfrm>
            <a:off x="8837808" y="5552746"/>
            <a:ext cx="294409" cy="159323"/>
          </a:xfrm>
          <a:custGeom>
            <a:avLst/>
            <a:gdLst/>
            <a:ahLst/>
            <a:cxnLst/>
            <a:rect l="0" t="0" r="0" b="0"/>
            <a:pathLst>
              <a:path w="294409" h="159323">
                <a:moveTo>
                  <a:pt x="0" y="159323"/>
                </a:moveTo>
                <a:lnTo>
                  <a:pt x="294409" y="0"/>
                </a:lnTo>
              </a:path>
            </a:pathLst>
          </a:custGeom>
          <a:noFill/>
          <a:ln w="12324">
            <a:solidFill>
              <a:srgbClr val="E5BA0E">
                <a:alpha val="27000"/>
              </a:srgbClr>
            </a:solidFill>
            <a:prstDash val="solid"/>
          </a:ln>
        </p:spPr>
      </p:sp>
      <p:sp>
        <p:nvSpPr>
          <p:cNvPr id="1096" name="lumia-token-stream-curve">
            <a:extLst>
              <a:ext uri="{FF2B5EF4-FFF2-40B4-BE49-F238E27FC236}">
                <a16:creationId xmlns:a16="http://schemas.microsoft.com/office/drawing/2014/main" id="{B0BE55B5-6147-4E1D-B127-CA13B0EB1BA0}"/>
              </a:ext>
            </a:extLst>
          </p:cNvPr>
          <p:cNvSpPr>
            <a:spLocks noGrp="1"/>
          </p:cNvSpPr>
          <p:nvPr/>
        </p:nvSpPr>
        <p:spPr>
          <a:xfrm>
            <a:off x="9132217" y="5387004"/>
            <a:ext cx="296544" cy="165742"/>
          </a:xfrm>
          <a:custGeom>
            <a:avLst/>
            <a:gdLst/>
            <a:ahLst/>
            <a:cxnLst/>
            <a:rect l="0" t="0" r="0" b="0"/>
            <a:pathLst>
              <a:path w="296544" h="165742">
                <a:moveTo>
                  <a:pt x="0" y="165742"/>
                </a:moveTo>
                <a:lnTo>
                  <a:pt x="296544" y="0"/>
                </a:lnTo>
              </a:path>
            </a:pathLst>
          </a:custGeom>
          <a:noFill/>
          <a:ln w="12555">
            <a:solidFill>
              <a:srgbClr val="D3B815">
                <a:alpha val="27000"/>
              </a:srgbClr>
            </a:solidFill>
            <a:prstDash val="solid"/>
          </a:ln>
        </p:spPr>
      </p:sp>
      <p:sp>
        <p:nvSpPr>
          <p:cNvPr id="1097" name="lumia-token-stream-curve">
            <a:extLst>
              <a:ext uri="{FF2B5EF4-FFF2-40B4-BE49-F238E27FC236}">
                <a16:creationId xmlns:a16="http://schemas.microsoft.com/office/drawing/2014/main" id="{C028E5B5-8A08-4160-887C-A6BF042B437F}"/>
              </a:ext>
            </a:extLst>
          </p:cNvPr>
          <p:cNvSpPr>
            <a:spLocks noGrp="1"/>
          </p:cNvSpPr>
          <p:nvPr/>
        </p:nvSpPr>
        <p:spPr>
          <a:xfrm>
            <a:off x="9428761" y="5222542"/>
            <a:ext cx="298669" cy="164462"/>
          </a:xfrm>
          <a:custGeom>
            <a:avLst/>
            <a:gdLst/>
            <a:ahLst/>
            <a:cxnLst/>
            <a:rect l="0" t="0" r="0" b="0"/>
            <a:pathLst>
              <a:path w="298669" h="164462">
                <a:moveTo>
                  <a:pt x="0" y="164462"/>
                </a:moveTo>
                <a:lnTo>
                  <a:pt x="298669" y="0"/>
                </a:lnTo>
              </a:path>
            </a:pathLst>
          </a:custGeom>
          <a:noFill/>
          <a:ln w="12772">
            <a:solidFill>
              <a:srgbClr val="C2B61C">
                <a:alpha val="28000"/>
              </a:srgbClr>
            </a:solidFill>
            <a:prstDash val="solid"/>
          </a:ln>
        </p:spPr>
      </p:sp>
      <p:sp>
        <p:nvSpPr>
          <p:cNvPr id="1098" name="lumia-token-stream-curve">
            <a:extLst>
              <a:ext uri="{FF2B5EF4-FFF2-40B4-BE49-F238E27FC236}">
                <a16:creationId xmlns:a16="http://schemas.microsoft.com/office/drawing/2014/main" id="{DFCF1121-F3E8-4A26-8581-4E0D3DC85763}"/>
              </a:ext>
            </a:extLst>
          </p:cNvPr>
          <p:cNvSpPr>
            <a:spLocks noGrp="1"/>
          </p:cNvSpPr>
          <p:nvPr/>
        </p:nvSpPr>
        <p:spPr>
          <a:xfrm>
            <a:off x="9727430" y="5066440"/>
            <a:ext cx="300783" cy="156102"/>
          </a:xfrm>
          <a:custGeom>
            <a:avLst/>
            <a:gdLst/>
            <a:ahLst/>
            <a:cxnLst/>
            <a:rect l="0" t="0" r="0" b="0"/>
            <a:pathLst>
              <a:path w="300783" h="156102">
                <a:moveTo>
                  <a:pt x="0" y="156102"/>
                </a:moveTo>
                <a:lnTo>
                  <a:pt x="300783" y="0"/>
                </a:lnTo>
              </a:path>
            </a:pathLst>
          </a:custGeom>
          <a:noFill/>
          <a:ln w="12973">
            <a:solidFill>
              <a:srgbClr val="B0B422">
                <a:alpha val="28000"/>
              </a:srgbClr>
            </a:solidFill>
            <a:prstDash val="solid"/>
          </a:ln>
        </p:spPr>
      </p:sp>
      <p:sp>
        <p:nvSpPr>
          <p:cNvPr id="1099" name="lumia-token-stream-curve">
            <a:extLst>
              <a:ext uri="{FF2B5EF4-FFF2-40B4-BE49-F238E27FC236}">
                <a16:creationId xmlns:a16="http://schemas.microsoft.com/office/drawing/2014/main" id="{485514D0-8444-4761-B27E-05BF774C89FE}"/>
              </a:ext>
            </a:extLst>
          </p:cNvPr>
          <p:cNvSpPr>
            <a:spLocks noGrp="1"/>
          </p:cNvSpPr>
          <p:nvPr/>
        </p:nvSpPr>
        <p:spPr>
          <a:xfrm>
            <a:off x="10028214" y="4924083"/>
            <a:ext cx="302887" cy="142357"/>
          </a:xfrm>
          <a:custGeom>
            <a:avLst/>
            <a:gdLst/>
            <a:ahLst/>
            <a:cxnLst/>
            <a:rect l="0" t="0" r="0" b="0"/>
            <a:pathLst>
              <a:path w="302887" h="142357">
                <a:moveTo>
                  <a:pt x="0" y="142357"/>
                </a:moveTo>
                <a:lnTo>
                  <a:pt x="302887" y="0"/>
                </a:lnTo>
              </a:path>
            </a:pathLst>
          </a:custGeom>
          <a:noFill/>
          <a:ln w="13156">
            <a:solidFill>
              <a:srgbClr val="9EB329">
                <a:alpha val="29000"/>
              </a:srgbClr>
            </a:solidFill>
            <a:prstDash val="solid"/>
          </a:ln>
        </p:spPr>
      </p:sp>
      <p:sp>
        <p:nvSpPr>
          <p:cNvPr id="1100" name="lumia-token-stream-curve">
            <a:extLst>
              <a:ext uri="{FF2B5EF4-FFF2-40B4-BE49-F238E27FC236}">
                <a16:creationId xmlns:a16="http://schemas.microsoft.com/office/drawing/2014/main" id="{B24E20AD-2EB9-49CE-8EA1-22B5AE4DA2A5}"/>
              </a:ext>
            </a:extLst>
          </p:cNvPr>
          <p:cNvSpPr>
            <a:spLocks noGrp="1"/>
          </p:cNvSpPr>
          <p:nvPr/>
        </p:nvSpPr>
        <p:spPr>
          <a:xfrm>
            <a:off x="10331100" y="4798273"/>
            <a:ext cx="304980" cy="125810"/>
          </a:xfrm>
          <a:custGeom>
            <a:avLst/>
            <a:gdLst/>
            <a:ahLst/>
            <a:cxnLst/>
            <a:rect l="0" t="0" r="0" b="0"/>
            <a:pathLst>
              <a:path w="304980" h="125810">
                <a:moveTo>
                  <a:pt x="0" y="125810"/>
                </a:moveTo>
                <a:lnTo>
                  <a:pt x="304980" y="0"/>
                </a:lnTo>
              </a:path>
            </a:pathLst>
          </a:custGeom>
          <a:noFill/>
          <a:ln w="13316">
            <a:solidFill>
              <a:srgbClr val="8CB130">
                <a:alpha val="29000"/>
              </a:srgbClr>
            </a:solidFill>
            <a:prstDash val="solid"/>
          </a:ln>
        </p:spPr>
      </p:sp>
      <p:sp>
        <p:nvSpPr>
          <p:cNvPr id="1101" name="lumia-token-stream-curve">
            <a:extLst>
              <a:ext uri="{FF2B5EF4-FFF2-40B4-BE49-F238E27FC236}">
                <a16:creationId xmlns:a16="http://schemas.microsoft.com/office/drawing/2014/main" id="{468210AC-8A18-4D0E-85DB-AA03EE2463C7}"/>
              </a:ext>
            </a:extLst>
          </p:cNvPr>
          <p:cNvSpPr>
            <a:spLocks noGrp="1"/>
          </p:cNvSpPr>
          <p:nvPr/>
        </p:nvSpPr>
        <p:spPr>
          <a:xfrm>
            <a:off x="10636080" y="4688674"/>
            <a:ext cx="307062" cy="109599"/>
          </a:xfrm>
          <a:custGeom>
            <a:avLst/>
            <a:gdLst/>
            <a:ahLst/>
            <a:cxnLst/>
            <a:rect l="0" t="0" r="0" b="0"/>
            <a:pathLst>
              <a:path w="307062" h="109599">
                <a:moveTo>
                  <a:pt x="0" y="109599"/>
                </a:moveTo>
                <a:lnTo>
                  <a:pt x="307062" y="0"/>
                </a:lnTo>
              </a:path>
            </a:pathLst>
          </a:custGeom>
          <a:noFill/>
          <a:ln w="13454">
            <a:solidFill>
              <a:srgbClr val="7BAF37">
                <a:alpha val="29000"/>
              </a:srgbClr>
            </a:solidFill>
            <a:prstDash val="solid"/>
          </a:ln>
        </p:spPr>
      </p:sp>
      <p:sp>
        <p:nvSpPr>
          <p:cNvPr id="1102" name="lumia-token-stream-curve">
            <a:extLst>
              <a:ext uri="{FF2B5EF4-FFF2-40B4-BE49-F238E27FC236}">
                <a16:creationId xmlns:a16="http://schemas.microsoft.com/office/drawing/2014/main" id="{C9883A9F-42AD-4BC8-B73C-B348EE9BA608}"/>
              </a:ext>
            </a:extLst>
          </p:cNvPr>
          <p:cNvSpPr>
            <a:spLocks noGrp="1"/>
          </p:cNvSpPr>
          <p:nvPr/>
        </p:nvSpPr>
        <p:spPr>
          <a:xfrm>
            <a:off x="10943142" y="4591695"/>
            <a:ext cx="309134" cy="96980"/>
          </a:xfrm>
          <a:custGeom>
            <a:avLst/>
            <a:gdLst/>
            <a:ahLst/>
            <a:cxnLst/>
            <a:rect l="0" t="0" r="0" b="0"/>
            <a:pathLst>
              <a:path w="309134" h="96980">
                <a:moveTo>
                  <a:pt x="0" y="96980"/>
                </a:moveTo>
                <a:lnTo>
                  <a:pt x="309134" y="0"/>
                </a:lnTo>
              </a:path>
            </a:pathLst>
          </a:custGeom>
          <a:noFill/>
          <a:ln w="13565">
            <a:solidFill>
              <a:srgbClr val="69AD3E">
                <a:alpha val="30000"/>
              </a:srgbClr>
            </a:solidFill>
            <a:prstDash val="solid"/>
          </a:ln>
        </p:spPr>
      </p:sp>
      <p:sp>
        <p:nvSpPr>
          <p:cNvPr id="1103" name="lumia-token-stream-curve">
            <a:extLst>
              <a:ext uri="{FF2B5EF4-FFF2-40B4-BE49-F238E27FC236}">
                <a16:creationId xmlns:a16="http://schemas.microsoft.com/office/drawing/2014/main" id="{11DA95C2-2A67-40E7-B535-B56AEF0A2F64}"/>
              </a:ext>
            </a:extLst>
          </p:cNvPr>
          <p:cNvSpPr>
            <a:spLocks noGrp="1"/>
          </p:cNvSpPr>
          <p:nvPr/>
        </p:nvSpPr>
        <p:spPr>
          <a:xfrm>
            <a:off x="11252275" y="4500866"/>
            <a:ext cx="311195" cy="90828"/>
          </a:xfrm>
          <a:custGeom>
            <a:avLst/>
            <a:gdLst/>
            <a:ahLst/>
            <a:cxnLst/>
            <a:rect l="0" t="0" r="0" b="0"/>
            <a:pathLst>
              <a:path w="311195" h="90828">
                <a:moveTo>
                  <a:pt x="0" y="90828"/>
                </a:moveTo>
                <a:lnTo>
                  <a:pt x="311195" y="0"/>
                </a:lnTo>
              </a:path>
            </a:pathLst>
          </a:custGeom>
          <a:noFill/>
          <a:ln w="13647">
            <a:solidFill>
              <a:srgbClr val="57AC45">
                <a:alpha val="30000"/>
              </a:srgbClr>
            </a:solidFill>
            <a:prstDash val="solid"/>
          </a:ln>
        </p:spPr>
      </p:sp>
      <p:sp>
        <p:nvSpPr>
          <p:cNvPr id="1104" name="lumia-token-stream-curve">
            <a:extLst>
              <a:ext uri="{FF2B5EF4-FFF2-40B4-BE49-F238E27FC236}">
                <a16:creationId xmlns:a16="http://schemas.microsoft.com/office/drawing/2014/main" id="{9B9E7DDE-570D-475A-A9EF-8708312DC0B9}"/>
              </a:ext>
            </a:extLst>
          </p:cNvPr>
          <p:cNvSpPr>
            <a:spLocks noGrp="1"/>
          </p:cNvSpPr>
          <p:nvPr/>
        </p:nvSpPr>
        <p:spPr>
          <a:xfrm>
            <a:off x="11563470" y="4407697"/>
            <a:ext cx="313245" cy="93169"/>
          </a:xfrm>
          <a:custGeom>
            <a:avLst/>
            <a:gdLst/>
            <a:ahLst/>
            <a:cxnLst/>
            <a:rect l="0" t="0" r="0" b="0"/>
            <a:pathLst>
              <a:path w="313245" h="93169">
                <a:moveTo>
                  <a:pt x="0" y="93169"/>
                </a:moveTo>
                <a:lnTo>
                  <a:pt x="313245" y="0"/>
                </a:lnTo>
              </a:path>
            </a:pathLst>
          </a:custGeom>
          <a:noFill/>
          <a:ln w="13698">
            <a:solidFill>
              <a:srgbClr val="46AA4C">
                <a:alpha val="30000"/>
              </a:srgbClr>
            </a:solidFill>
            <a:prstDash val="solid"/>
          </a:ln>
        </p:spPr>
      </p:sp>
      <p:sp>
        <p:nvSpPr>
          <p:cNvPr id="1105" name="lumia-token-stream-curve">
            <a:extLst>
              <a:ext uri="{FF2B5EF4-FFF2-40B4-BE49-F238E27FC236}">
                <a16:creationId xmlns:a16="http://schemas.microsoft.com/office/drawing/2014/main" id="{F57B7379-4CB8-47F9-9B27-AF06551D420E}"/>
              </a:ext>
            </a:extLst>
          </p:cNvPr>
          <p:cNvSpPr>
            <a:spLocks noGrp="1"/>
          </p:cNvSpPr>
          <p:nvPr/>
        </p:nvSpPr>
        <p:spPr>
          <a:xfrm>
            <a:off x="11876715" y="4302891"/>
            <a:ext cx="315285" cy="104807"/>
          </a:xfrm>
          <a:custGeom>
            <a:avLst/>
            <a:gdLst/>
            <a:ahLst/>
            <a:cxnLst/>
            <a:rect l="0" t="0" r="0" b="0"/>
            <a:pathLst>
              <a:path w="315285" h="104807">
                <a:moveTo>
                  <a:pt x="0" y="104807"/>
                </a:moveTo>
                <a:lnTo>
                  <a:pt x="315285" y="0"/>
                </a:lnTo>
              </a:path>
            </a:pathLst>
          </a:custGeom>
          <a:noFill/>
          <a:ln w="13716">
            <a:solidFill>
              <a:srgbClr val="34A853">
                <a:alpha val="30000"/>
              </a:srgbClr>
            </a:solidFill>
            <a:prstDash val="solid"/>
          </a:ln>
        </p:spPr>
      </p:sp>
      <p:sp>
        <p:nvSpPr>
          <p:cNvPr id="1106" name="lumia-token-particle-soft-glow">
            <a:extLst>
              <a:ext uri="{FF2B5EF4-FFF2-40B4-BE49-F238E27FC236}">
                <a16:creationId xmlns:a16="http://schemas.microsoft.com/office/drawing/2014/main" id="{FD75817F-DA19-4938-B8F9-DE8DEED462E5}"/>
              </a:ext>
            </a:extLst>
          </p:cNvPr>
          <p:cNvSpPr>
            <a:spLocks noGrp="1"/>
          </p:cNvSpPr>
          <p:nvPr/>
        </p:nvSpPr>
        <p:spPr>
          <a:xfrm rot="739585">
            <a:off x="12072076" y="3873974"/>
            <a:ext cx="218102" cy="218102"/>
          </a:xfrm>
          <a:prstGeom prst="ellipse">
            <a:avLst/>
          </a:prstGeom>
          <a:solidFill>
            <a:srgbClr val="44AA4D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107" name="lumia-token-particle">
            <a:extLst>
              <a:ext uri="{FF2B5EF4-FFF2-40B4-BE49-F238E27FC236}">
                <a16:creationId xmlns:a16="http://schemas.microsoft.com/office/drawing/2014/main" id="{6AC52D54-0E1F-4D23-A244-4B4B7DED3665}"/>
              </a:ext>
            </a:extLst>
          </p:cNvPr>
          <p:cNvSpPr>
            <a:spLocks noGrp="1"/>
          </p:cNvSpPr>
          <p:nvPr/>
        </p:nvSpPr>
        <p:spPr>
          <a:xfrm rot="1392166">
            <a:off x="12135689" y="3937587"/>
            <a:ext cx="90876" cy="90876"/>
          </a:xfrm>
          <a:prstGeom prst="ellipse">
            <a:avLst/>
          </a:prstGeom>
          <a:solidFill>
            <a:srgbClr val="44AA4D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108" name="lumia-token-particle">
            <a:extLst>
              <a:ext uri="{FF2B5EF4-FFF2-40B4-BE49-F238E27FC236}">
                <a16:creationId xmlns:a16="http://schemas.microsoft.com/office/drawing/2014/main" id="{912AA55F-7959-4F62-A123-E48FB82D45AA}"/>
              </a:ext>
            </a:extLst>
          </p:cNvPr>
          <p:cNvSpPr>
            <a:spLocks noGrp="1"/>
          </p:cNvSpPr>
          <p:nvPr/>
        </p:nvSpPr>
        <p:spPr>
          <a:xfrm rot="1442909">
            <a:off x="11146335" y="4834216"/>
            <a:ext cx="42229" cy="42229"/>
          </a:xfrm>
          <a:prstGeom prst="ellipse">
            <a:avLst/>
          </a:prstGeom>
          <a:solidFill>
            <a:srgbClr val="76AF39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1109" name="lumia-token-particle">
            <a:extLst>
              <a:ext uri="{FF2B5EF4-FFF2-40B4-BE49-F238E27FC236}">
                <a16:creationId xmlns:a16="http://schemas.microsoft.com/office/drawing/2014/main" id="{62C31639-4117-453D-814E-76BA2E186CE0}"/>
              </a:ext>
            </a:extLst>
          </p:cNvPr>
          <p:cNvSpPr>
            <a:spLocks noGrp="1"/>
          </p:cNvSpPr>
          <p:nvPr/>
        </p:nvSpPr>
        <p:spPr>
          <a:xfrm rot="858989">
            <a:off x="7770161" y="5655899"/>
            <a:ext cx="21243" cy="21243"/>
          </a:xfrm>
          <a:prstGeom prst="ellipse">
            <a:avLst/>
          </a:prstGeom>
          <a:solidFill>
            <a:srgbClr val="F69813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110" name="lumia-token-particle">
            <a:extLst>
              <a:ext uri="{FF2B5EF4-FFF2-40B4-BE49-F238E27FC236}">
                <a16:creationId xmlns:a16="http://schemas.microsoft.com/office/drawing/2014/main" id="{A9426710-B488-4D7E-8EE2-E926946B1D13}"/>
              </a:ext>
            </a:extLst>
          </p:cNvPr>
          <p:cNvSpPr>
            <a:spLocks noGrp="1"/>
          </p:cNvSpPr>
          <p:nvPr/>
        </p:nvSpPr>
        <p:spPr>
          <a:xfrm rot="1710921">
            <a:off x="2307014" y="6107208"/>
            <a:ext cx="14145" cy="14145"/>
          </a:xfrm>
          <a:prstGeom prst="ellipse">
            <a:avLst/>
          </a:prstGeom>
          <a:solidFill>
            <a:srgbClr val="5544A0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111" name="lumia-token-particle">
            <a:extLst>
              <a:ext uri="{FF2B5EF4-FFF2-40B4-BE49-F238E27FC236}">
                <a16:creationId xmlns:a16="http://schemas.microsoft.com/office/drawing/2014/main" id="{DA39CC5F-FB45-48E9-A811-F6D58B16836E}"/>
              </a:ext>
            </a:extLst>
          </p:cNvPr>
          <p:cNvSpPr>
            <a:spLocks noGrp="1"/>
          </p:cNvSpPr>
          <p:nvPr/>
        </p:nvSpPr>
        <p:spPr>
          <a:xfrm rot="388460">
            <a:off x="7181537" y="4719976"/>
            <a:ext cx="11378" cy="11378"/>
          </a:xfrm>
          <a:prstGeom prst="ellipse">
            <a:avLst/>
          </a:prstGeom>
          <a:solidFill>
            <a:srgbClr val="F4871A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112" name="lumia-token-particle">
            <a:extLst>
              <a:ext uri="{FF2B5EF4-FFF2-40B4-BE49-F238E27FC236}">
                <a16:creationId xmlns:a16="http://schemas.microsoft.com/office/drawing/2014/main" id="{D950C3AE-C996-4E82-8BC4-CACFFEF07503}"/>
              </a:ext>
            </a:extLst>
          </p:cNvPr>
          <p:cNvSpPr>
            <a:spLocks noGrp="1"/>
          </p:cNvSpPr>
          <p:nvPr/>
        </p:nvSpPr>
        <p:spPr>
          <a:xfrm rot="1944318">
            <a:off x="1598683" y="6095730"/>
            <a:ext cx="31342" cy="31342"/>
          </a:xfrm>
          <a:prstGeom prst="ellipse">
            <a:avLst/>
          </a:prstGeom>
          <a:solidFill>
            <a:srgbClr val="5055B6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1113" name="lumia-token-particle">
            <a:extLst>
              <a:ext uri="{FF2B5EF4-FFF2-40B4-BE49-F238E27FC236}">
                <a16:creationId xmlns:a16="http://schemas.microsoft.com/office/drawing/2014/main" id="{0670424D-A5BD-472C-B570-18545804A8BE}"/>
              </a:ext>
            </a:extLst>
          </p:cNvPr>
          <p:cNvSpPr>
            <a:spLocks noGrp="1"/>
          </p:cNvSpPr>
          <p:nvPr/>
        </p:nvSpPr>
        <p:spPr>
          <a:xfrm rot="439995">
            <a:off x="11738833" y="4058190"/>
            <a:ext cx="54409" cy="54409"/>
          </a:xfrm>
          <a:prstGeom prst="ellipse">
            <a:avLst/>
          </a:prstGeom>
          <a:solidFill>
            <a:srgbClr val="5BAC44">
              <a:alpha val="73000"/>
            </a:srgbClr>
          </a:solidFill>
          <a:ln w="0">
            <a:noFill/>
            <a:prstDash val="solid"/>
          </a:ln>
        </p:spPr>
      </p:sp>
      <p:sp>
        <p:nvSpPr>
          <p:cNvPr id="1114" name="lumia-token-particle">
            <a:extLst>
              <a:ext uri="{FF2B5EF4-FFF2-40B4-BE49-F238E27FC236}">
                <a16:creationId xmlns:a16="http://schemas.microsoft.com/office/drawing/2014/main" id="{A4DFDB49-38A7-41C7-BCAB-C0DE474BA578}"/>
              </a:ext>
            </a:extLst>
          </p:cNvPr>
          <p:cNvSpPr>
            <a:spLocks noGrp="1"/>
          </p:cNvSpPr>
          <p:nvPr/>
        </p:nvSpPr>
        <p:spPr>
          <a:xfrm rot="2159422">
            <a:off x="10704303" y="3715213"/>
            <a:ext cx="25337" cy="25337"/>
          </a:xfrm>
          <a:prstGeom prst="roundRect">
            <a:avLst>
              <a:gd name="adj" fmla="val 18000"/>
            </a:avLst>
          </a:prstGeom>
          <a:solidFill>
            <a:srgbClr val="8CB130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115" name="lumia-token-particle">
            <a:extLst>
              <a:ext uri="{FF2B5EF4-FFF2-40B4-BE49-F238E27FC236}">
                <a16:creationId xmlns:a16="http://schemas.microsoft.com/office/drawing/2014/main" id="{CF33B3CC-2AC2-456B-A14E-346FB64EFE8B}"/>
              </a:ext>
            </a:extLst>
          </p:cNvPr>
          <p:cNvSpPr>
            <a:spLocks noGrp="1"/>
          </p:cNvSpPr>
          <p:nvPr/>
        </p:nvSpPr>
        <p:spPr>
          <a:xfrm rot="1407873">
            <a:off x="2399604" y="6210388"/>
            <a:ext cx="15848" cy="15848"/>
          </a:xfrm>
          <a:prstGeom prst="ellipse">
            <a:avLst/>
          </a:prstGeom>
          <a:solidFill>
            <a:srgbClr val="573F9A">
              <a:alpha val="34000"/>
            </a:srgbClr>
          </a:solidFill>
          <a:ln w="0">
            <a:noFill/>
            <a:prstDash val="solid"/>
          </a:ln>
        </p:spPr>
      </p:sp>
      <p:sp>
        <p:nvSpPr>
          <p:cNvPr id="1116" name="lumia-token-particle-soft-glow">
            <a:extLst>
              <a:ext uri="{FF2B5EF4-FFF2-40B4-BE49-F238E27FC236}">
                <a16:creationId xmlns:a16="http://schemas.microsoft.com/office/drawing/2014/main" id="{EE57848F-B477-4F25-8085-7D8B447E9DF2}"/>
              </a:ext>
            </a:extLst>
          </p:cNvPr>
          <p:cNvSpPr>
            <a:spLocks noGrp="1"/>
          </p:cNvSpPr>
          <p:nvPr/>
        </p:nvSpPr>
        <p:spPr>
          <a:xfrm rot="1333834">
            <a:off x="11234041" y="3770659"/>
            <a:ext cx="276654" cy="276654"/>
          </a:xfrm>
          <a:prstGeom prst="roundRect">
            <a:avLst>
              <a:gd name="adj" fmla="val 18000"/>
            </a:avLst>
          </a:prstGeom>
          <a:solidFill>
            <a:srgbClr val="63AD41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117" name="lumia-token-particle">
            <a:extLst>
              <a:ext uri="{FF2B5EF4-FFF2-40B4-BE49-F238E27FC236}">
                <a16:creationId xmlns:a16="http://schemas.microsoft.com/office/drawing/2014/main" id="{46C86868-EFA6-496A-8DFD-62BA2A7BEEB3}"/>
              </a:ext>
            </a:extLst>
          </p:cNvPr>
          <p:cNvSpPr>
            <a:spLocks noGrp="1"/>
          </p:cNvSpPr>
          <p:nvPr/>
        </p:nvSpPr>
        <p:spPr>
          <a:xfrm rot="2155746">
            <a:off x="11314732" y="3851350"/>
            <a:ext cx="115273" cy="115273"/>
          </a:xfrm>
          <a:prstGeom prst="roundRect">
            <a:avLst>
              <a:gd name="adj" fmla="val 18000"/>
            </a:avLst>
          </a:prstGeom>
          <a:solidFill>
            <a:srgbClr val="63AD41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118" name="lumia-token-particle">
            <a:extLst>
              <a:ext uri="{FF2B5EF4-FFF2-40B4-BE49-F238E27FC236}">
                <a16:creationId xmlns:a16="http://schemas.microsoft.com/office/drawing/2014/main" id="{DC28E897-44C7-475F-A5B0-006F742C642B}"/>
              </a:ext>
            </a:extLst>
          </p:cNvPr>
          <p:cNvSpPr>
            <a:spLocks noGrp="1"/>
          </p:cNvSpPr>
          <p:nvPr/>
        </p:nvSpPr>
        <p:spPr>
          <a:xfrm rot="1868118">
            <a:off x="10919513" y="3740099"/>
            <a:ext cx="56311" cy="56311"/>
          </a:xfrm>
          <a:prstGeom prst="ellipse">
            <a:avLst/>
          </a:prstGeom>
          <a:solidFill>
            <a:srgbClr val="88B032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119" name="lumia-token-particle">
            <a:extLst>
              <a:ext uri="{FF2B5EF4-FFF2-40B4-BE49-F238E27FC236}">
                <a16:creationId xmlns:a16="http://schemas.microsoft.com/office/drawing/2014/main" id="{35C7411A-0161-4084-98ED-B5FAAB8D2920}"/>
              </a:ext>
            </a:extLst>
          </p:cNvPr>
          <p:cNvSpPr>
            <a:spLocks noGrp="1"/>
          </p:cNvSpPr>
          <p:nvPr/>
        </p:nvSpPr>
        <p:spPr>
          <a:xfrm rot="2240967">
            <a:off x="6644043" y="5461243"/>
            <a:ext cx="29641" cy="29641"/>
          </a:xfrm>
          <a:prstGeom prst="ellipse">
            <a:avLst/>
          </a:prstGeom>
          <a:solidFill>
            <a:srgbClr val="EF6926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120" name="lumia-token-particle-soft-glow">
            <a:extLst>
              <a:ext uri="{FF2B5EF4-FFF2-40B4-BE49-F238E27FC236}">
                <a16:creationId xmlns:a16="http://schemas.microsoft.com/office/drawing/2014/main" id="{EFB0306F-2C60-4289-B9F6-BD9254C89074}"/>
              </a:ext>
            </a:extLst>
          </p:cNvPr>
          <p:cNvSpPr>
            <a:spLocks noGrp="1"/>
          </p:cNvSpPr>
          <p:nvPr/>
        </p:nvSpPr>
        <p:spPr>
          <a:xfrm rot="905979">
            <a:off x="8051808" y="4420847"/>
            <a:ext cx="164923" cy="164923"/>
          </a:xfrm>
          <a:prstGeom prst="ellipse">
            <a:avLst/>
          </a:prstGeom>
          <a:solidFill>
            <a:srgbClr val="F9AD0B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21" name="lumia-token-particle">
            <a:extLst>
              <a:ext uri="{FF2B5EF4-FFF2-40B4-BE49-F238E27FC236}">
                <a16:creationId xmlns:a16="http://schemas.microsoft.com/office/drawing/2014/main" id="{38797AA8-C74D-45DD-A1B1-DF3A529A1826}"/>
              </a:ext>
            </a:extLst>
          </p:cNvPr>
          <p:cNvSpPr>
            <a:spLocks noGrp="1"/>
          </p:cNvSpPr>
          <p:nvPr/>
        </p:nvSpPr>
        <p:spPr>
          <a:xfrm rot="2528855">
            <a:off x="8099910" y="4468949"/>
            <a:ext cx="68718" cy="68718"/>
          </a:xfrm>
          <a:prstGeom prst="ellipse">
            <a:avLst/>
          </a:prstGeom>
          <a:solidFill>
            <a:srgbClr val="F9AD0B">
              <a:alpha val="87000"/>
            </a:srgbClr>
          </a:solidFill>
          <a:ln w="0">
            <a:noFill/>
            <a:prstDash val="solid"/>
          </a:ln>
        </p:spPr>
      </p:sp>
      <p:sp>
        <p:nvSpPr>
          <p:cNvPr id="1122" name="lumia-token-particle">
            <a:extLst>
              <a:ext uri="{FF2B5EF4-FFF2-40B4-BE49-F238E27FC236}">
                <a16:creationId xmlns:a16="http://schemas.microsoft.com/office/drawing/2014/main" id="{FDC55151-18E3-465B-9D58-B73B5DC2A1E4}"/>
              </a:ext>
            </a:extLst>
          </p:cNvPr>
          <p:cNvSpPr>
            <a:spLocks noGrp="1"/>
          </p:cNvSpPr>
          <p:nvPr/>
        </p:nvSpPr>
        <p:spPr>
          <a:xfrm rot="2489606">
            <a:off x="4797797" y="5763879"/>
            <a:ext cx="23636" cy="23636"/>
          </a:xfrm>
          <a:prstGeom prst="roundRect">
            <a:avLst>
              <a:gd name="adj" fmla="val 18000"/>
            </a:avLst>
          </a:prstGeom>
          <a:solidFill>
            <a:srgbClr val="C6414D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123" name="lumia-token-particle">
            <a:extLst>
              <a:ext uri="{FF2B5EF4-FFF2-40B4-BE49-F238E27FC236}">
                <a16:creationId xmlns:a16="http://schemas.microsoft.com/office/drawing/2014/main" id="{2CEE4FD6-2737-4631-8788-8A7199B700D4}"/>
              </a:ext>
            </a:extLst>
          </p:cNvPr>
          <p:cNvSpPr>
            <a:spLocks noGrp="1"/>
          </p:cNvSpPr>
          <p:nvPr/>
        </p:nvSpPr>
        <p:spPr>
          <a:xfrm rot="2429082">
            <a:off x="10448829" y="5004894"/>
            <a:ext cx="27961" cy="27961"/>
          </a:xfrm>
          <a:prstGeom prst="ellipse">
            <a:avLst/>
          </a:prstGeom>
          <a:solidFill>
            <a:srgbClr val="92B12E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124" name="lumia-token-particle">
            <a:extLst>
              <a:ext uri="{FF2B5EF4-FFF2-40B4-BE49-F238E27FC236}">
                <a16:creationId xmlns:a16="http://schemas.microsoft.com/office/drawing/2014/main" id="{40B36F3B-F296-451C-B1BD-FA4E9F0E2C61}"/>
              </a:ext>
            </a:extLst>
          </p:cNvPr>
          <p:cNvSpPr>
            <a:spLocks noGrp="1"/>
          </p:cNvSpPr>
          <p:nvPr/>
        </p:nvSpPr>
        <p:spPr>
          <a:xfrm rot="665814">
            <a:off x="11120785" y="3442087"/>
            <a:ext cx="44148" cy="44148"/>
          </a:xfrm>
          <a:prstGeom prst="roundRect">
            <a:avLst>
              <a:gd name="adj" fmla="val 18000"/>
            </a:avLst>
          </a:prstGeom>
          <a:solidFill>
            <a:srgbClr val="6CAE3D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1125" name="lumia-token-particle">
            <a:extLst>
              <a:ext uri="{FF2B5EF4-FFF2-40B4-BE49-F238E27FC236}">
                <a16:creationId xmlns:a16="http://schemas.microsoft.com/office/drawing/2014/main" id="{988C2DCB-9698-4719-BB4F-AE4FBD3AB6F5}"/>
              </a:ext>
            </a:extLst>
          </p:cNvPr>
          <p:cNvSpPr>
            <a:spLocks noGrp="1"/>
          </p:cNvSpPr>
          <p:nvPr/>
        </p:nvSpPr>
        <p:spPr>
          <a:xfrm rot="399510">
            <a:off x="1306191" y="5901650"/>
            <a:ext cx="16306" cy="16306"/>
          </a:xfrm>
          <a:prstGeom prst="ellipse">
            <a:avLst/>
          </a:prstGeom>
          <a:solidFill>
            <a:srgbClr val="4E5CC0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1126" name="lumia-token-particle">
            <a:extLst>
              <a:ext uri="{FF2B5EF4-FFF2-40B4-BE49-F238E27FC236}">
                <a16:creationId xmlns:a16="http://schemas.microsoft.com/office/drawing/2014/main" id="{7FBFB66C-C49F-419C-8D48-5D05EE719F67}"/>
              </a:ext>
            </a:extLst>
          </p:cNvPr>
          <p:cNvSpPr>
            <a:spLocks noGrp="1"/>
          </p:cNvSpPr>
          <p:nvPr/>
        </p:nvSpPr>
        <p:spPr>
          <a:xfrm rot="193991">
            <a:off x="10709213" y="4634540"/>
            <a:ext cx="23929" cy="23929"/>
          </a:xfrm>
          <a:prstGeom prst="roundRect">
            <a:avLst>
              <a:gd name="adj" fmla="val 18000"/>
            </a:avLst>
          </a:prstGeom>
          <a:solidFill>
            <a:srgbClr val="90B12F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127" name="lumia-token-particle">
            <a:extLst>
              <a:ext uri="{FF2B5EF4-FFF2-40B4-BE49-F238E27FC236}">
                <a16:creationId xmlns:a16="http://schemas.microsoft.com/office/drawing/2014/main" id="{6A11D902-6FCA-4595-9565-BF308A4E0FA5}"/>
              </a:ext>
            </a:extLst>
          </p:cNvPr>
          <p:cNvSpPr>
            <a:spLocks noGrp="1"/>
          </p:cNvSpPr>
          <p:nvPr/>
        </p:nvSpPr>
        <p:spPr>
          <a:xfrm rot="2540405">
            <a:off x="5886826" y="5757299"/>
            <a:ext cx="30753" cy="30753"/>
          </a:xfrm>
          <a:prstGeom prst="ellipse">
            <a:avLst/>
          </a:prstGeom>
          <a:solidFill>
            <a:srgbClr val="EC522F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128" name="lumia-token-particle">
            <a:extLst>
              <a:ext uri="{FF2B5EF4-FFF2-40B4-BE49-F238E27FC236}">
                <a16:creationId xmlns:a16="http://schemas.microsoft.com/office/drawing/2014/main" id="{90D5250B-A750-4B0E-B6E0-D9D6CC2B9089}"/>
              </a:ext>
            </a:extLst>
          </p:cNvPr>
          <p:cNvSpPr>
            <a:spLocks noGrp="1"/>
          </p:cNvSpPr>
          <p:nvPr/>
        </p:nvSpPr>
        <p:spPr>
          <a:xfrm rot="1211091">
            <a:off x="2649474" y="6010451"/>
            <a:ext cx="30458" cy="30458"/>
          </a:xfrm>
          <a:prstGeom prst="roundRect">
            <a:avLst>
              <a:gd name="adj" fmla="val 18000"/>
            </a:avLst>
          </a:prstGeom>
          <a:solidFill>
            <a:srgbClr val="583C96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1129" name="lumia-token-particle">
            <a:extLst>
              <a:ext uri="{FF2B5EF4-FFF2-40B4-BE49-F238E27FC236}">
                <a16:creationId xmlns:a16="http://schemas.microsoft.com/office/drawing/2014/main" id="{0E90CD17-DED2-4F1A-8186-A4545FB154CB}"/>
              </a:ext>
            </a:extLst>
          </p:cNvPr>
          <p:cNvSpPr>
            <a:spLocks noGrp="1"/>
          </p:cNvSpPr>
          <p:nvPr/>
        </p:nvSpPr>
        <p:spPr>
          <a:xfrm rot="866364">
            <a:off x="5540516" y="5849764"/>
            <a:ext cx="12382" cy="12382"/>
          </a:xfrm>
          <a:prstGeom prst="ellipse">
            <a:avLst/>
          </a:prstGeom>
          <a:solidFill>
            <a:srgbClr val="EB4C32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130" name="lumia-token-particle">
            <a:extLst>
              <a:ext uri="{FF2B5EF4-FFF2-40B4-BE49-F238E27FC236}">
                <a16:creationId xmlns:a16="http://schemas.microsoft.com/office/drawing/2014/main" id="{D0515432-225C-4703-BB2A-79A98379156C}"/>
              </a:ext>
            </a:extLst>
          </p:cNvPr>
          <p:cNvSpPr>
            <a:spLocks noGrp="1"/>
          </p:cNvSpPr>
          <p:nvPr/>
        </p:nvSpPr>
        <p:spPr>
          <a:xfrm rot="1618006">
            <a:off x="8569963" y="4521705"/>
            <a:ext cx="22287" cy="22287"/>
          </a:xfrm>
          <a:prstGeom prst="roundRect">
            <a:avLst>
              <a:gd name="adj" fmla="val 18000"/>
            </a:avLst>
          </a:prstGeom>
          <a:solidFill>
            <a:srgbClr val="F7BC07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1131" name="lumia-token-particle-soft-glow">
            <a:extLst>
              <a:ext uri="{FF2B5EF4-FFF2-40B4-BE49-F238E27FC236}">
                <a16:creationId xmlns:a16="http://schemas.microsoft.com/office/drawing/2014/main" id="{1B513AB1-7C07-4BD5-A1CB-DA26E79FCB86}"/>
              </a:ext>
            </a:extLst>
          </p:cNvPr>
          <p:cNvSpPr>
            <a:spLocks noGrp="1"/>
          </p:cNvSpPr>
          <p:nvPr/>
        </p:nvSpPr>
        <p:spPr>
          <a:xfrm rot="901553">
            <a:off x="401421" y="6366675"/>
            <a:ext cx="111614" cy="111614"/>
          </a:xfrm>
          <a:prstGeom prst="roundRect">
            <a:avLst>
              <a:gd name="adj" fmla="val 18000"/>
            </a:avLst>
          </a:prstGeom>
          <a:solidFill>
            <a:srgbClr val="4678E3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132" name="lumia-token-particle">
            <a:extLst>
              <a:ext uri="{FF2B5EF4-FFF2-40B4-BE49-F238E27FC236}">
                <a16:creationId xmlns:a16="http://schemas.microsoft.com/office/drawing/2014/main" id="{A9A95DF6-F21A-448C-A0AD-AF99A0FF5779}"/>
              </a:ext>
            </a:extLst>
          </p:cNvPr>
          <p:cNvSpPr>
            <a:spLocks noGrp="1"/>
          </p:cNvSpPr>
          <p:nvPr/>
        </p:nvSpPr>
        <p:spPr>
          <a:xfrm rot="2139307">
            <a:off x="433976" y="6399229"/>
            <a:ext cx="46506" cy="46506"/>
          </a:xfrm>
          <a:prstGeom prst="roundRect">
            <a:avLst>
              <a:gd name="adj" fmla="val 18000"/>
            </a:avLst>
          </a:prstGeom>
          <a:solidFill>
            <a:srgbClr val="4678E3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133" name="lumia-token-particle">
            <a:extLst>
              <a:ext uri="{FF2B5EF4-FFF2-40B4-BE49-F238E27FC236}">
                <a16:creationId xmlns:a16="http://schemas.microsoft.com/office/drawing/2014/main" id="{74B950FA-0C67-4B3A-93A9-259EA471FC18}"/>
              </a:ext>
            </a:extLst>
          </p:cNvPr>
          <p:cNvSpPr>
            <a:spLocks noGrp="1"/>
          </p:cNvSpPr>
          <p:nvPr/>
        </p:nvSpPr>
        <p:spPr>
          <a:xfrm rot="157203">
            <a:off x="9823693" y="4019414"/>
            <a:ext cx="25171" cy="25171"/>
          </a:xfrm>
          <a:prstGeom prst="roundRect">
            <a:avLst>
              <a:gd name="adj" fmla="val 18000"/>
            </a:avLst>
          </a:prstGeom>
          <a:solidFill>
            <a:srgbClr val="B2B521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134" name="lumia-token-particle">
            <a:extLst>
              <a:ext uri="{FF2B5EF4-FFF2-40B4-BE49-F238E27FC236}">
                <a16:creationId xmlns:a16="http://schemas.microsoft.com/office/drawing/2014/main" id="{6111E9DD-6B52-40AD-9F16-BE7CCD403195}"/>
              </a:ext>
            </a:extLst>
          </p:cNvPr>
          <p:cNvSpPr>
            <a:spLocks noGrp="1"/>
          </p:cNvSpPr>
          <p:nvPr/>
        </p:nvSpPr>
        <p:spPr>
          <a:xfrm rot="1110900">
            <a:off x="7483747" y="5735399"/>
            <a:ext cx="43235" cy="43235"/>
          </a:xfrm>
          <a:prstGeom prst="ellipse">
            <a:avLst/>
          </a:prstGeom>
          <a:solidFill>
            <a:srgbClr val="F69614">
              <a:alpha val="65000"/>
            </a:srgbClr>
          </a:solidFill>
          <a:ln w="0">
            <a:noFill/>
            <a:prstDash val="solid"/>
          </a:ln>
        </p:spPr>
      </p:sp>
      <p:sp>
        <p:nvSpPr>
          <p:cNvPr id="1135" name="lumia-token-particle">
            <a:extLst>
              <a:ext uri="{FF2B5EF4-FFF2-40B4-BE49-F238E27FC236}">
                <a16:creationId xmlns:a16="http://schemas.microsoft.com/office/drawing/2014/main" id="{7DAE9411-0396-4D7B-9C00-FF1FCBB3364F}"/>
              </a:ext>
            </a:extLst>
          </p:cNvPr>
          <p:cNvSpPr>
            <a:spLocks noGrp="1"/>
          </p:cNvSpPr>
          <p:nvPr/>
        </p:nvSpPr>
        <p:spPr>
          <a:xfrm rot="746995">
            <a:off x="3903505" y="5975438"/>
            <a:ext cx="21799" cy="21799"/>
          </a:xfrm>
          <a:prstGeom prst="ellipse">
            <a:avLst/>
          </a:prstGeom>
          <a:solidFill>
            <a:srgbClr val="A53F63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1136" name="lumia-token-particle">
            <a:extLst>
              <a:ext uri="{FF2B5EF4-FFF2-40B4-BE49-F238E27FC236}">
                <a16:creationId xmlns:a16="http://schemas.microsoft.com/office/drawing/2014/main" id="{BDC61216-5388-4776-A759-3128D4C6E061}"/>
              </a:ext>
            </a:extLst>
          </p:cNvPr>
          <p:cNvSpPr>
            <a:spLocks noGrp="1"/>
          </p:cNvSpPr>
          <p:nvPr/>
        </p:nvSpPr>
        <p:spPr>
          <a:xfrm rot="601947">
            <a:off x="7570837" y="5502079"/>
            <a:ext cx="34755" cy="34755"/>
          </a:xfrm>
          <a:prstGeom prst="roundRect">
            <a:avLst>
              <a:gd name="adj" fmla="val 18000"/>
            </a:avLst>
          </a:prstGeom>
          <a:solidFill>
            <a:srgbClr val="F48C18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1137" name="lumia-token-particle">
            <a:extLst>
              <a:ext uri="{FF2B5EF4-FFF2-40B4-BE49-F238E27FC236}">
                <a16:creationId xmlns:a16="http://schemas.microsoft.com/office/drawing/2014/main" id="{A3A06C6F-3263-49E6-A855-EF50845EDF07}"/>
              </a:ext>
            </a:extLst>
          </p:cNvPr>
          <p:cNvSpPr>
            <a:spLocks noGrp="1"/>
          </p:cNvSpPr>
          <p:nvPr/>
        </p:nvSpPr>
        <p:spPr>
          <a:xfrm rot="426027">
            <a:off x="9508130" y="4820744"/>
            <a:ext cx="49784" cy="49784"/>
          </a:xfrm>
          <a:prstGeom prst="roundRect">
            <a:avLst>
              <a:gd name="adj" fmla="val 18000"/>
            </a:avLst>
          </a:prstGeom>
          <a:solidFill>
            <a:srgbClr val="C8B719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138" name="lumia-token-particle">
            <a:extLst>
              <a:ext uri="{FF2B5EF4-FFF2-40B4-BE49-F238E27FC236}">
                <a16:creationId xmlns:a16="http://schemas.microsoft.com/office/drawing/2014/main" id="{CD9A424E-C215-4A42-A73E-6A0F356A4CB1}"/>
              </a:ext>
            </a:extLst>
          </p:cNvPr>
          <p:cNvSpPr>
            <a:spLocks noGrp="1"/>
          </p:cNvSpPr>
          <p:nvPr/>
        </p:nvSpPr>
        <p:spPr>
          <a:xfrm rot="2170639">
            <a:off x="11643311" y="3777322"/>
            <a:ext cx="37952" cy="37952"/>
          </a:xfrm>
          <a:prstGeom prst="roundRect">
            <a:avLst>
              <a:gd name="adj" fmla="val 18000"/>
            </a:avLst>
          </a:prstGeom>
          <a:solidFill>
            <a:srgbClr val="4BAA4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9" name="lumia-token-particle">
            <a:extLst>
              <a:ext uri="{FF2B5EF4-FFF2-40B4-BE49-F238E27FC236}">
                <a16:creationId xmlns:a16="http://schemas.microsoft.com/office/drawing/2014/main" id="{D872E58C-8AA3-4850-9742-5ED200149B38}"/>
              </a:ext>
            </a:extLst>
          </p:cNvPr>
          <p:cNvSpPr>
            <a:spLocks noGrp="1"/>
          </p:cNvSpPr>
          <p:nvPr/>
        </p:nvSpPr>
        <p:spPr>
          <a:xfrm rot="1016059">
            <a:off x="7607197" y="5212505"/>
            <a:ext cx="36769" cy="36769"/>
          </a:xfrm>
          <a:prstGeom prst="ellipse">
            <a:avLst/>
          </a:prstGeom>
          <a:solidFill>
            <a:srgbClr val="F59116">
              <a:alpha val="65000"/>
            </a:srgbClr>
          </a:solidFill>
          <a:ln w="0">
            <a:noFill/>
            <a:prstDash val="solid"/>
          </a:ln>
        </p:spPr>
      </p:sp>
      <p:sp>
        <p:nvSpPr>
          <p:cNvPr id="1140" name="lumia-token-particle">
            <a:extLst>
              <a:ext uri="{FF2B5EF4-FFF2-40B4-BE49-F238E27FC236}">
                <a16:creationId xmlns:a16="http://schemas.microsoft.com/office/drawing/2014/main" id="{A8D8F05D-FFA9-4A5D-82B7-A4A1A6DFB980}"/>
              </a:ext>
            </a:extLst>
          </p:cNvPr>
          <p:cNvSpPr>
            <a:spLocks noGrp="1"/>
          </p:cNvSpPr>
          <p:nvPr/>
        </p:nvSpPr>
        <p:spPr>
          <a:xfrm rot="2449615">
            <a:off x="6975000" y="5168668"/>
            <a:ext cx="42321" cy="42321"/>
          </a:xfrm>
          <a:prstGeom prst="ellipse">
            <a:avLst/>
          </a:prstGeom>
          <a:solidFill>
            <a:srgbClr val="F27D1E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141" name="lumia-token-particle">
            <a:extLst>
              <a:ext uri="{FF2B5EF4-FFF2-40B4-BE49-F238E27FC236}">
                <a16:creationId xmlns:a16="http://schemas.microsoft.com/office/drawing/2014/main" id="{C3EC1465-0C36-4E48-B158-0D14E51C8496}"/>
              </a:ext>
            </a:extLst>
          </p:cNvPr>
          <p:cNvSpPr>
            <a:spLocks noGrp="1"/>
          </p:cNvSpPr>
          <p:nvPr/>
        </p:nvSpPr>
        <p:spPr>
          <a:xfrm rot="1026517">
            <a:off x="3263935" y="6071589"/>
            <a:ext cx="23718" cy="23718"/>
          </a:xfrm>
          <a:prstGeom prst="ellipse">
            <a:avLst/>
          </a:prstGeom>
          <a:solidFill>
            <a:srgbClr val="803D7B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142" name="lumia-token-particle">
            <a:extLst>
              <a:ext uri="{FF2B5EF4-FFF2-40B4-BE49-F238E27FC236}">
                <a16:creationId xmlns:a16="http://schemas.microsoft.com/office/drawing/2014/main" id="{C333D382-15AD-464E-A036-3B92DD24375F}"/>
              </a:ext>
            </a:extLst>
          </p:cNvPr>
          <p:cNvSpPr>
            <a:spLocks noGrp="1"/>
          </p:cNvSpPr>
          <p:nvPr/>
        </p:nvSpPr>
        <p:spPr>
          <a:xfrm rot="1079364">
            <a:off x="5851097" y="5519862"/>
            <a:ext cx="12963" cy="12963"/>
          </a:xfrm>
          <a:prstGeom prst="ellipse">
            <a:avLst/>
          </a:prstGeom>
          <a:solidFill>
            <a:srgbClr val="EC4F30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143" name="lumia-token-particle">
            <a:extLst>
              <a:ext uri="{FF2B5EF4-FFF2-40B4-BE49-F238E27FC236}">
                <a16:creationId xmlns:a16="http://schemas.microsoft.com/office/drawing/2014/main" id="{F4529049-FFC2-4488-847D-513E8F51478E}"/>
              </a:ext>
            </a:extLst>
          </p:cNvPr>
          <p:cNvSpPr>
            <a:spLocks noGrp="1"/>
          </p:cNvSpPr>
          <p:nvPr/>
        </p:nvSpPr>
        <p:spPr>
          <a:xfrm rot="2208514">
            <a:off x="8006484" y="5673615"/>
            <a:ext cx="49615" cy="49615"/>
          </a:xfrm>
          <a:prstGeom prst="roundRect">
            <a:avLst>
              <a:gd name="adj" fmla="val 18000"/>
            </a:avLst>
          </a:prstGeom>
          <a:solidFill>
            <a:srgbClr val="F79E11">
              <a:alpha val="65000"/>
            </a:srgbClr>
          </a:solidFill>
          <a:ln w="0">
            <a:noFill/>
            <a:prstDash val="solid"/>
          </a:ln>
        </p:spPr>
      </p:sp>
      <p:sp>
        <p:nvSpPr>
          <p:cNvPr id="1144" name="lumia-token-particle">
            <a:extLst>
              <a:ext uri="{FF2B5EF4-FFF2-40B4-BE49-F238E27FC236}">
                <a16:creationId xmlns:a16="http://schemas.microsoft.com/office/drawing/2014/main" id="{5F3C3A31-A46F-482A-927A-26A0DAC859D0}"/>
              </a:ext>
            </a:extLst>
          </p:cNvPr>
          <p:cNvSpPr>
            <a:spLocks noGrp="1"/>
          </p:cNvSpPr>
          <p:nvPr/>
        </p:nvSpPr>
        <p:spPr>
          <a:xfrm rot="1312666">
            <a:off x="9403678" y="5278338"/>
            <a:ext cx="38921" cy="38921"/>
          </a:xfrm>
          <a:prstGeom prst="roundRect">
            <a:avLst>
              <a:gd name="adj" fmla="val 18000"/>
            </a:avLst>
          </a:prstGeom>
          <a:solidFill>
            <a:srgbClr val="D1B816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145" name="lumia-token-particle">
            <a:extLst>
              <a:ext uri="{FF2B5EF4-FFF2-40B4-BE49-F238E27FC236}">
                <a16:creationId xmlns:a16="http://schemas.microsoft.com/office/drawing/2014/main" id="{81CE6EF1-7EEB-4C5E-9C32-532D3EB6DA27}"/>
              </a:ext>
            </a:extLst>
          </p:cNvPr>
          <p:cNvSpPr>
            <a:spLocks noGrp="1"/>
          </p:cNvSpPr>
          <p:nvPr/>
        </p:nvSpPr>
        <p:spPr>
          <a:xfrm rot="244711">
            <a:off x="3832507" y="5695032"/>
            <a:ext cx="9128" cy="9128"/>
          </a:xfrm>
          <a:prstGeom prst="ellipse">
            <a:avLst/>
          </a:prstGeom>
          <a:solidFill>
            <a:srgbClr val="A13F65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146" name="lumia-token-particle-soft-glow">
            <a:extLst>
              <a:ext uri="{FF2B5EF4-FFF2-40B4-BE49-F238E27FC236}">
                <a16:creationId xmlns:a16="http://schemas.microsoft.com/office/drawing/2014/main" id="{9A935654-B596-45F9-9FCE-38BCEC1E2DD8}"/>
              </a:ext>
            </a:extLst>
          </p:cNvPr>
          <p:cNvSpPr>
            <a:spLocks noGrp="1"/>
          </p:cNvSpPr>
          <p:nvPr/>
        </p:nvSpPr>
        <p:spPr>
          <a:xfrm rot="2548597">
            <a:off x="9131033" y="4125974"/>
            <a:ext cx="186347" cy="186347"/>
          </a:xfrm>
          <a:prstGeom prst="ellipse">
            <a:avLst/>
          </a:prstGeom>
          <a:solidFill>
            <a:srgbClr val="DBB911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47" name="lumia-token-particle">
            <a:extLst>
              <a:ext uri="{FF2B5EF4-FFF2-40B4-BE49-F238E27FC236}">
                <a16:creationId xmlns:a16="http://schemas.microsoft.com/office/drawing/2014/main" id="{9A12CDDA-B242-4095-B4EB-94BD678CBC54}"/>
              </a:ext>
            </a:extLst>
          </p:cNvPr>
          <p:cNvSpPr>
            <a:spLocks noGrp="1"/>
          </p:cNvSpPr>
          <p:nvPr/>
        </p:nvSpPr>
        <p:spPr>
          <a:xfrm rot="454825">
            <a:off x="9185384" y="4180325"/>
            <a:ext cx="77645" cy="77645"/>
          </a:xfrm>
          <a:prstGeom prst="ellipse">
            <a:avLst/>
          </a:prstGeom>
          <a:solidFill>
            <a:srgbClr val="DBB911">
              <a:alpha val="89000"/>
            </a:srgbClr>
          </a:solidFill>
          <a:ln w="0">
            <a:noFill/>
            <a:prstDash val="solid"/>
          </a:ln>
        </p:spPr>
      </p:sp>
      <p:sp>
        <p:nvSpPr>
          <p:cNvPr id="1148" name="lumia-token-particle">
            <a:extLst>
              <a:ext uri="{FF2B5EF4-FFF2-40B4-BE49-F238E27FC236}">
                <a16:creationId xmlns:a16="http://schemas.microsoft.com/office/drawing/2014/main" id="{DA48930D-9553-484D-9F16-D865B723B0A7}"/>
              </a:ext>
            </a:extLst>
          </p:cNvPr>
          <p:cNvSpPr>
            <a:spLocks noGrp="1"/>
          </p:cNvSpPr>
          <p:nvPr/>
        </p:nvSpPr>
        <p:spPr>
          <a:xfrm rot="1752715">
            <a:off x="9356279" y="4195310"/>
            <a:ext cx="39960" cy="39960"/>
          </a:xfrm>
          <a:prstGeom prst="roundRect">
            <a:avLst>
              <a:gd name="adj" fmla="val 18000"/>
            </a:avLst>
          </a:prstGeom>
          <a:solidFill>
            <a:srgbClr val="DCB911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149" name="lumia-token-particle">
            <a:extLst>
              <a:ext uri="{FF2B5EF4-FFF2-40B4-BE49-F238E27FC236}">
                <a16:creationId xmlns:a16="http://schemas.microsoft.com/office/drawing/2014/main" id="{D387ED8A-382E-4CDD-B8FF-AFD07E760FFE}"/>
              </a:ext>
            </a:extLst>
          </p:cNvPr>
          <p:cNvSpPr>
            <a:spLocks noGrp="1"/>
          </p:cNvSpPr>
          <p:nvPr/>
        </p:nvSpPr>
        <p:spPr>
          <a:xfrm rot="2422049">
            <a:off x="9935368" y="3938793"/>
            <a:ext cx="18502" cy="18502"/>
          </a:xfrm>
          <a:prstGeom prst="roundRect">
            <a:avLst>
              <a:gd name="adj" fmla="val 20593"/>
            </a:avLst>
          </a:prstGeom>
          <a:solidFill>
            <a:srgbClr val="ADB424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150" name="lumia-token-particle">
            <a:extLst>
              <a:ext uri="{FF2B5EF4-FFF2-40B4-BE49-F238E27FC236}">
                <a16:creationId xmlns:a16="http://schemas.microsoft.com/office/drawing/2014/main" id="{9859FF95-F481-4F3B-A123-64D9F5EC9994}"/>
              </a:ext>
            </a:extLst>
          </p:cNvPr>
          <p:cNvSpPr>
            <a:spLocks noGrp="1"/>
          </p:cNvSpPr>
          <p:nvPr/>
        </p:nvSpPr>
        <p:spPr>
          <a:xfrm rot="1179040">
            <a:off x="6920340" y="4988321"/>
            <a:ext cx="20899" cy="20899"/>
          </a:xfrm>
          <a:prstGeom prst="roundRect">
            <a:avLst>
              <a:gd name="adj" fmla="val 18231"/>
            </a:avLst>
          </a:prstGeom>
          <a:solidFill>
            <a:srgbClr val="F27920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151" name="lumia-token-particle">
            <a:extLst>
              <a:ext uri="{FF2B5EF4-FFF2-40B4-BE49-F238E27FC236}">
                <a16:creationId xmlns:a16="http://schemas.microsoft.com/office/drawing/2014/main" id="{5AEE2631-4723-45C3-A716-0ACFD2A15142}"/>
              </a:ext>
            </a:extLst>
          </p:cNvPr>
          <p:cNvSpPr>
            <a:spLocks noGrp="1"/>
          </p:cNvSpPr>
          <p:nvPr/>
        </p:nvSpPr>
        <p:spPr>
          <a:xfrm rot="273910">
            <a:off x="10481100" y="4029224"/>
            <a:ext cx="32106" cy="32106"/>
          </a:xfrm>
          <a:prstGeom prst="ellipse">
            <a:avLst/>
          </a:prstGeom>
          <a:solidFill>
            <a:srgbClr val="98B22C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152" name="lumia-token-particle">
            <a:extLst>
              <a:ext uri="{FF2B5EF4-FFF2-40B4-BE49-F238E27FC236}">
                <a16:creationId xmlns:a16="http://schemas.microsoft.com/office/drawing/2014/main" id="{A918E60C-9C35-4A76-8AE8-A229E84F5F7B}"/>
              </a:ext>
            </a:extLst>
          </p:cNvPr>
          <p:cNvSpPr>
            <a:spLocks noGrp="1"/>
          </p:cNvSpPr>
          <p:nvPr/>
        </p:nvSpPr>
        <p:spPr>
          <a:xfrm rot="1383617">
            <a:off x="12177147" y="3162560"/>
            <a:ext cx="29707" cy="29707"/>
          </a:xfrm>
          <a:prstGeom prst="roundRect">
            <a:avLst>
              <a:gd name="adj" fmla="val 18000"/>
            </a:avLst>
          </a:prstGeom>
          <a:solidFill>
            <a:srgbClr val="3BA95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3" name="lumia-token-particle">
            <a:extLst>
              <a:ext uri="{FF2B5EF4-FFF2-40B4-BE49-F238E27FC236}">
                <a16:creationId xmlns:a16="http://schemas.microsoft.com/office/drawing/2014/main" id="{85DF551A-E322-4350-8F80-20D57864A9FB}"/>
              </a:ext>
            </a:extLst>
          </p:cNvPr>
          <p:cNvSpPr>
            <a:spLocks noGrp="1"/>
          </p:cNvSpPr>
          <p:nvPr/>
        </p:nvSpPr>
        <p:spPr>
          <a:xfrm rot="498">
            <a:off x="9784103" y="4956940"/>
            <a:ext cx="23953" cy="23953"/>
          </a:xfrm>
          <a:prstGeom prst="ellipse">
            <a:avLst/>
          </a:prstGeom>
          <a:solidFill>
            <a:srgbClr val="AEB423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154" name="lumia-token-particle-soft-glow">
            <a:extLst>
              <a:ext uri="{FF2B5EF4-FFF2-40B4-BE49-F238E27FC236}">
                <a16:creationId xmlns:a16="http://schemas.microsoft.com/office/drawing/2014/main" id="{D8E9443E-CD42-4C72-A7E4-57BF08A11A9C}"/>
              </a:ext>
            </a:extLst>
          </p:cNvPr>
          <p:cNvSpPr>
            <a:spLocks noGrp="1"/>
          </p:cNvSpPr>
          <p:nvPr/>
        </p:nvSpPr>
        <p:spPr>
          <a:xfrm rot="1204362">
            <a:off x="8286593" y="4795657"/>
            <a:ext cx="195981" cy="195981"/>
          </a:xfrm>
          <a:prstGeom prst="ellipse">
            <a:avLst/>
          </a:prstGeom>
          <a:solidFill>
            <a:srgbClr val="FAB408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55" name="lumia-token-particle">
            <a:extLst>
              <a:ext uri="{FF2B5EF4-FFF2-40B4-BE49-F238E27FC236}">
                <a16:creationId xmlns:a16="http://schemas.microsoft.com/office/drawing/2014/main" id="{F4FC8697-8F3E-43BE-91A0-5D4EB0F212AA}"/>
              </a:ext>
            </a:extLst>
          </p:cNvPr>
          <p:cNvSpPr>
            <a:spLocks noGrp="1"/>
          </p:cNvSpPr>
          <p:nvPr/>
        </p:nvSpPr>
        <p:spPr>
          <a:xfrm rot="511025">
            <a:off x="8343754" y="4852818"/>
            <a:ext cx="81659" cy="81659"/>
          </a:xfrm>
          <a:prstGeom prst="ellipse">
            <a:avLst/>
          </a:prstGeom>
          <a:solidFill>
            <a:srgbClr val="FAB408">
              <a:alpha val="87000"/>
            </a:srgbClr>
          </a:solidFill>
          <a:ln w="0">
            <a:noFill/>
            <a:prstDash val="solid"/>
          </a:ln>
        </p:spPr>
      </p:sp>
      <p:sp>
        <p:nvSpPr>
          <p:cNvPr id="1156" name="lumia-token-particle">
            <a:extLst>
              <a:ext uri="{FF2B5EF4-FFF2-40B4-BE49-F238E27FC236}">
                <a16:creationId xmlns:a16="http://schemas.microsoft.com/office/drawing/2014/main" id="{949C5E46-F2AC-473E-BC6A-206C7DD7EBEA}"/>
              </a:ext>
            </a:extLst>
          </p:cNvPr>
          <p:cNvSpPr>
            <a:spLocks noGrp="1"/>
          </p:cNvSpPr>
          <p:nvPr/>
        </p:nvSpPr>
        <p:spPr>
          <a:xfrm rot="2557016">
            <a:off x="7875592" y="5684233"/>
            <a:ext cx="46245" cy="46245"/>
          </a:xfrm>
          <a:prstGeom prst="ellipse">
            <a:avLst/>
          </a:prstGeom>
          <a:solidFill>
            <a:srgbClr val="F69813">
              <a:alpha val="65000"/>
            </a:srgbClr>
          </a:solidFill>
          <a:ln w="0">
            <a:noFill/>
            <a:prstDash val="solid"/>
          </a:ln>
        </p:spPr>
      </p:sp>
      <p:sp>
        <p:nvSpPr>
          <p:cNvPr id="1157" name="lumia-token-particle-soft-glow">
            <a:extLst>
              <a:ext uri="{FF2B5EF4-FFF2-40B4-BE49-F238E27FC236}">
                <a16:creationId xmlns:a16="http://schemas.microsoft.com/office/drawing/2014/main" id="{97C4DEEA-A009-4CAF-B8F0-1F4C24FF0492}"/>
              </a:ext>
            </a:extLst>
          </p:cNvPr>
          <p:cNvSpPr>
            <a:spLocks noGrp="1"/>
          </p:cNvSpPr>
          <p:nvPr/>
        </p:nvSpPr>
        <p:spPr>
          <a:xfrm rot="2084491">
            <a:off x="11247725" y="3384390"/>
            <a:ext cx="323726" cy="323726"/>
          </a:xfrm>
          <a:prstGeom prst="roundRect">
            <a:avLst>
              <a:gd name="adj" fmla="val 18000"/>
            </a:avLst>
          </a:prstGeom>
          <a:solidFill>
            <a:srgbClr val="50AB48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158" name="lumia-token-particle">
            <a:extLst>
              <a:ext uri="{FF2B5EF4-FFF2-40B4-BE49-F238E27FC236}">
                <a16:creationId xmlns:a16="http://schemas.microsoft.com/office/drawing/2014/main" id="{49E139C0-F836-4638-8DED-4D47F326879C}"/>
              </a:ext>
            </a:extLst>
          </p:cNvPr>
          <p:cNvSpPr>
            <a:spLocks noGrp="1"/>
          </p:cNvSpPr>
          <p:nvPr/>
        </p:nvSpPr>
        <p:spPr>
          <a:xfrm rot="833334">
            <a:off x="11342145" y="3478809"/>
            <a:ext cx="134886" cy="134886"/>
          </a:xfrm>
          <a:prstGeom prst="roundRect">
            <a:avLst>
              <a:gd name="adj" fmla="val 18000"/>
            </a:avLst>
          </a:prstGeom>
          <a:solidFill>
            <a:srgbClr val="50AB48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159" name="lumia-token-particle-soft-glow">
            <a:extLst>
              <a:ext uri="{FF2B5EF4-FFF2-40B4-BE49-F238E27FC236}">
                <a16:creationId xmlns:a16="http://schemas.microsoft.com/office/drawing/2014/main" id="{5C943539-C054-492C-BDEE-14247675CA70}"/>
              </a:ext>
            </a:extLst>
          </p:cNvPr>
          <p:cNvSpPr>
            <a:spLocks noGrp="1"/>
          </p:cNvSpPr>
          <p:nvPr/>
        </p:nvSpPr>
        <p:spPr>
          <a:xfrm rot="924179">
            <a:off x="5431202" y="5627933"/>
            <a:ext cx="87882" cy="87882"/>
          </a:xfrm>
          <a:prstGeom prst="roundRect">
            <a:avLst>
              <a:gd name="adj" fmla="val 18000"/>
            </a:avLst>
          </a:prstGeom>
          <a:solidFill>
            <a:srgbClr val="E54339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160" name="lumia-token-particle">
            <a:extLst>
              <a:ext uri="{FF2B5EF4-FFF2-40B4-BE49-F238E27FC236}">
                <a16:creationId xmlns:a16="http://schemas.microsoft.com/office/drawing/2014/main" id="{6135578B-E830-42CC-8858-A7C7F8BF55B1}"/>
              </a:ext>
            </a:extLst>
          </p:cNvPr>
          <p:cNvSpPr>
            <a:spLocks noGrp="1"/>
          </p:cNvSpPr>
          <p:nvPr/>
        </p:nvSpPr>
        <p:spPr>
          <a:xfrm rot="1885889">
            <a:off x="5456834" y="5653565"/>
            <a:ext cx="36618" cy="36618"/>
          </a:xfrm>
          <a:prstGeom prst="roundRect">
            <a:avLst>
              <a:gd name="adj" fmla="val 18000"/>
            </a:avLst>
          </a:prstGeom>
          <a:solidFill>
            <a:srgbClr val="E54339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1161" name="lumia-token-particle">
            <a:extLst>
              <a:ext uri="{FF2B5EF4-FFF2-40B4-BE49-F238E27FC236}">
                <a16:creationId xmlns:a16="http://schemas.microsoft.com/office/drawing/2014/main" id="{B340B5D1-23D0-431E-AF25-6B68D098B927}"/>
              </a:ext>
            </a:extLst>
          </p:cNvPr>
          <p:cNvSpPr>
            <a:spLocks noGrp="1"/>
          </p:cNvSpPr>
          <p:nvPr/>
        </p:nvSpPr>
        <p:spPr>
          <a:xfrm rot="1551384">
            <a:off x="10001921" y="4227132"/>
            <a:ext cx="15930" cy="15930"/>
          </a:xfrm>
          <a:prstGeom prst="ellipse">
            <a:avLst/>
          </a:prstGeom>
          <a:solidFill>
            <a:srgbClr val="A5B327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162" name="lumia-token-particle">
            <a:extLst>
              <a:ext uri="{FF2B5EF4-FFF2-40B4-BE49-F238E27FC236}">
                <a16:creationId xmlns:a16="http://schemas.microsoft.com/office/drawing/2014/main" id="{CBC514B2-33AE-496E-B8CF-C2142532625B}"/>
              </a:ext>
            </a:extLst>
          </p:cNvPr>
          <p:cNvSpPr>
            <a:spLocks noGrp="1"/>
          </p:cNvSpPr>
          <p:nvPr/>
        </p:nvSpPr>
        <p:spPr>
          <a:xfrm rot="312037">
            <a:off x="8527620" y="4749462"/>
            <a:ext cx="52288" cy="52288"/>
          </a:xfrm>
          <a:prstGeom prst="roundRect">
            <a:avLst>
              <a:gd name="adj" fmla="val 18000"/>
            </a:avLst>
          </a:prstGeom>
          <a:solidFill>
            <a:srgbClr val="F6BB07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163" name="lumia-token-particle-soft-glow">
            <a:extLst>
              <a:ext uri="{FF2B5EF4-FFF2-40B4-BE49-F238E27FC236}">
                <a16:creationId xmlns:a16="http://schemas.microsoft.com/office/drawing/2014/main" id="{2959B330-79E1-41ED-B69E-1917C08C34B0}"/>
              </a:ext>
            </a:extLst>
          </p:cNvPr>
          <p:cNvSpPr>
            <a:spLocks noGrp="1"/>
          </p:cNvSpPr>
          <p:nvPr/>
        </p:nvSpPr>
        <p:spPr>
          <a:xfrm rot="564366">
            <a:off x="7463068" y="5141203"/>
            <a:ext cx="145833" cy="145833"/>
          </a:xfrm>
          <a:prstGeom prst="ellipse">
            <a:avLst/>
          </a:prstGeom>
          <a:solidFill>
            <a:srgbClr val="F59116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64" name="lumia-token-particle">
            <a:extLst>
              <a:ext uri="{FF2B5EF4-FFF2-40B4-BE49-F238E27FC236}">
                <a16:creationId xmlns:a16="http://schemas.microsoft.com/office/drawing/2014/main" id="{AA7577EB-8912-4FBE-9F65-E544337D8F0F}"/>
              </a:ext>
            </a:extLst>
          </p:cNvPr>
          <p:cNvSpPr>
            <a:spLocks noGrp="1"/>
          </p:cNvSpPr>
          <p:nvPr/>
        </p:nvSpPr>
        <p:spPr>
          <a:xfrm rot="1057140">
            <a:off x="7505603" y="5183738"/>
            <a:ext cx="60764" cy="60764"/>
          </a:xfrm>
          <a:prstGeom prst="ellipse">
            <a:avLst/>
          </a:prstGeom>
          <a:solidFill>
            <a:srgbClr val="F59116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1165" name="lumia-token-particle">
            <a:extLst>
              <a:ext uri="{FF2B5EF4-FFF2-40B4-BE49-F238E27FC236}">
                <a16:creationId xmlns:a16="http://schemas.microsoft.com/office/drawing/2014/main" id="{E7CEEC3E-22EB-40F8-B72C-4FEC31D227E6}"/>
              </a:ext>
            </a:extLst>
          </p:cNvPr>
          <p:cNvSpPr>
            <a:spLocks noGrp="1"/>
          </p:cNvSpPr>
          <p:nvPr/>
        </p:nvSpPr>
        <p:spPr>
          <a:xfrm rot="21661">
            <a:off x="4761690" y="5824523"/>
            <a:ext cx="12362" cy="12362"/>
          </a:xfrm>
          <a:prstGeom prst="ellipse">
            <a:avLst/>
          </a:prstGeom>
          <a:solidFill>
            <a:srgbClr val="D04246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66" name="lumia-token-particle-soft-glow">
            <a:extLst>
              <a:ext uri="{FF2B5EF4-FFF2-40B4-BE49-F238E27FC236}">
                <a16:creationId xmlns:a16="http://schemas.microsoft.com/office/drawing/2014/main" id="{54C6884E-4900-4F07-AE05-F1751C0137FE}"/>
              </a:ext>
            </a:extLst>
          </p:cNvPr>
          <p:cNvSpPr>
            <a:spLocks noGrp="1"/>
          </p:cNvSpPr>
          <p:nvPr/>
        </p:nvSpPr>
        <p:spPr>
          <a:xfrm rot="1941943">
            <a:off x="2904653" y="6139770"/>
            <a:ext cx="114465" cy="114465"/>
          </a:xfrm>
          <a:prstGeom prst="roundRect">
            <a:avLst>
              <a:gd name="adj" fmla="val 18000"/>
            </a:avLst>
          </a:prstGeom>
          <a:solidFill>
            <a:srgbClr val="6A3C89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67" name="lumia-token-particle">
            <a:extLst>
              <a:ext uri="{FF2B5EF4-FFF2-40B4-BE49-F238E27FC236}">
                <a16:creationId xmlns:a16="http://schemas.microsoft.com/office/drawing/2014/main" id="{353EBB88-76E4-4110-9110-01384D71744B}"/>
              </a:ext>
            </a:extLst>
          </p:cNvPr>
          <p:cNvSpPr>
            <a:spLocks noGrp="1"/>
          </p:cNvSpPr>
          <p:nvPr/>
        </p:nvSpPr>
        <p:spPr>
          <a:xfrm rot="1499353">
            <a:off x="2938038" y="6173156"/>
            <a:ext cx="47694" cy="47694"/>
          </a:xfrm>
          <a:prstGeom prst="roundRect">
            <a:avLst>
              <a:gd name="adj" fmla="val 18000"/>
            </a:avLst>
          </a:prstGeom>
          <a:solidFill>
            <a:srgbClr val="6A3C89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168" name="lumia-token-particle">
            <a:extLst>
              <a:ext uri="{FF2B5EF4-FFF2-40B4-BE49-F238E27FC236}">
                <a16:creationId xmlns:a16="http://schemas.microsoft.com/office/drawing/2014/main" id="{C8D01E77-3A55-4321-AE44-C547CB27EF03}"/>
              </a:ext>
            </a:extLst>
          </p:cNvPr>
          <p:cNvSpPr>
            <a:spLocks noGrp="1"/>
          </p:cNvSpPr>
          <p:nvPr/>
        </p:nvSpPr>
        <p:spPr>
          <a:xfrm rot="336505">
            <a:off x="6232239" y="5441580"/>
            <a:ext cx="19473" cy="19473"/>
          </a:xfrm>
          <a:prstGeom prst="ellipse">
            <a:avLst/>
          </a:prstGeom>
          <a:solidFill>
            <a:srgbClr val="EE5F2A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169" name="lumia-token-particle-soft-glow">
            <a:extLst>
              <a:ext uri="{FF2B5EF4-FFF2-40B4-BE49-F238E27FC236}">
                <a16:creationId xmlns:a16="http://schemas.microsoft.com/office/drawing/2014/main" id="{3C2BB90A-4DF1-46F0-A41B-BFBCB74B3A1C}"/>
              </a:ext>
            </a:extLst>
          </p:cNvPr>
          <p:cNvSpPr>
            <a:spLocks noGrp="1"/>
          </p:cNvSpPr>
          <p:nvPr/>
        </p:nvSpPr>
        <p:spPr>
          <a:xfrm rot="58868">
            <a:off x="7480650" y="4805179"/>
            <a:ext cx="131333" cy="131333"/>
          </a:xfrm>
          <a:prstGeom prst="roundRect">
            <a:avLst>
              <a:gd name="adj" fmla="val 18000"/>
            </a:avLst>
          </a:prstGeom>
          <a:solidFill>
            <a:srgbClr val="F69A12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70" name="lumia-token-particle">
            <a:extLst>
              <a:ext uri="{FF2B5EF4-FFF2-40B4-BE49-F238E27FC236}">
                <a16:creationId xmlns:a16="http://schemas.microsoft.com/office/drawing/2014/main" id="{AD44CD84-6AF5-4EAC-8815-0189A3719F5B}"/>
              </a:ext>
            </a:extLst>
          </p:cNvPr>
          <p:cNvSpPr>
            <a:spLocks noGrp="1"/>
          </p:cNvSpPr>
          <p:nvPr/>
        </p:nvSpPr>
        <p:spPr>
          <a:xfrm rot="217320">
            <a:off x="7518955" y="4843484"/>
            <a:ext cx="54722" cy="54722"/>
          </a:xfrm>
          <a:prstGeom prst="roundRect">
            <a:avLst>
              <a:gd name="adj" fmla="val 18000"/>
            </a:avLst>
          </a:prstGeom>
          <a:solidFill>
            <a:srgbClr val="F69A12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171" name="lumia-token-particle">
            <a:extLst>
              <a:ext uri="{FF2B5EF4-FFF2-40B4-BE49-F238E27FC236}">
                <a16:creationId xmlns:a16="http://schemas.microsoft.com/office/drawing/2014/main" id="{311DEA43-35EB-4F91-B75B-2F6661D73AC4}"/>
              </a:ext>
            </a:extLst>
          </p:cNvPr>
          <p:cNvSpPr>
            <a:spLocks noGrp="1"/>
          </p:cNvSpPr>
          <p:nvPr/>
        </p:nvSpPr>
        <p:spPr>
          <a:xfrm rot="1306956">
            <a:off x="5254261" y="5531796"/>
            <a:ext cx="18017" cy="18017"/>
          </a:xfrm>
          <a:prstGeom prst="roundRect">
            <a:avLst>
              <a:gd name="adj" fmla="val 21147"/>
            </a:avLst>
          </a:prstGeom>
          <a:solidFill>
            <a:srgbClr val="DC423E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172" name="lumia-token-particle">
            <a:extLst>
              <a:ext uri="{FF2B5EF4-FFF2-40B4-BE49-F238E27FC236}">
                <a16:creationId xmlns:a16="http://schemas.microsoft.com/office/drawing/2014/main" id="{49FB123C-E65D-4FA9-871B-63BE34752F72}"/>
              </a:ext>
            </a:extLst>
          </p:cNvPr>
          <p:cNvSpPr>
            <a:spLocks noGrp="1"/>
          </p:cNvSpPr>
          <p:nvPr/>
        </p:nvSpPr>
        <p:spPr>
          <a:xfrm rot="2282304">
            <a:off x="9398922" y="4999876"/>
            <a:ext cx="48699" cy="48699"/>
          </a:xfrm>
          <a:prstGeom prst="ellipse">
            <a:avLst/>
          </a:prstGeom>
          <a:solidFill>
            <a:srgbClr val="DAB912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173" name="lumia-token-particle">
            <a:extLst>
              <a:ext uri="{FF2B5EF4-FFF2-40B4-BE49-F238E27FC236}">
                <a16:creationId xmlns:a16="http://schemas.microsoft.com/office/drawing/2014/main" id="{52444FF3-D99F-46B0-9FBD-D42C289D781A}"/>
              </a:ext>
            </a:extLst>
          </p:cNvPr>
          <p:cNvSpPr>
            <a:spLocks noGrp="1"/>
          </p:cNvSpPr>
          <p:nvPr/>
        </p:nvSpPr>
        <p:spPr>
          <a:xfrm rot="1955966">
            <a:off x="4943692" y="6042078"/>
            <a:ext cx="15701" cy="15701"/>
          </a:xfrm>
          <a:prstGeom prst="roundRect">
            <a:avLst>
              <a:gd name="adj" fmla="val 24266"/>
            </a:avLst>
          </a:prstGeom>
          <a:solidFill>
            <a:srgbClr val="CF4247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74" name="lumia-token-particle-soft-glow">
            <a:extLst>
              <a:ext uri="{FF2B5EF4-FFF2-40B4-BE49-F238E27FC236}">
                <a16:creationId xmlns:a16="http://schemas.microsoft.com/office/drawing/2014/main" id="{CBEBFC8F-5A62-4E1A-8D10-5CCF2A82D09C}"/>
              </a:ext>
            </a:extLst>
          </p:cNvPr>
          <p:cNvSpPr>
            <a:spLocks noGrp="1"/>
          </p:cNvSpPr>
          <p:nvPr/>
        </p:nvSpPr>
        <p:spPr>
          <a:xfrm rot="1570517">
            <a:off x="9535346" y="4943232"/>
            <a:ext cx="196473" cy="196473"/>
          </a:xfrm>
          <a:prstGeom prst="ellipse">
            <a:avLst/>
          </a:prstGeom>
          <a:solidFill>
            <a:srgbClr val="CCB717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175" name="lumia-token-particle">
            <a:extLst>
              <a:ext uri="{FF2B5EF4-FFF2-40B4-BE49-F238E27FC236}">
                <a16:creationId xmlns:a16="http://schemas.microsoft.com/office/drawing/2014/main" id="{6AE077ED-404F-4E14-90EA-4998CE8DCD59}"/>
              </a:ext>
            </a:extLst>
          </p:cNvPr>
          <p:cNvSpPr>
            <a:spLocks noGrp="1"/>
          </p:cNvSpPr>
          <p:nvPr/>
        </p:nvSpPr>
        <p:spPr>
          <a:xfrm rot="388408">
            <a:off x="9592651" y="5000536"/>
            <a:ext cx="81864" cy="81864"/>
          </a:xfrm>
          <a:prstGeom prst="ellipse">
            <a:avLst/>
          </a:prstGeom>
          <a:solidFill>
            <a:srgbClr val="CCB717">
              <a:alpha val="90000"/>
            </a:srgbClr>
          </a:solidFill>
          <a:ln w="0">
            <a:noFill/>
            <a:prstDash val="solid"/>
          </a:ln>
        </p:spPr>
      </p:sp>
      <p:sp>
        <p:nvSpPr>
          <p:cNvPr id="1176" name="lumia-token-particle-soft-glow">
            <a:extLst>
              <a:ext uri="{FF2B5EF4-FFF2-40B4-BE49-F238E27FC236}">
                <a16:creationId xmlns:a16="http://schemas.microsoft.com/office/drawing/2014/main" id="{3C83536C-133D-404C-922F-F97A2DAD51FE}"/>
              </a:ext>
            </a:extLst>
          </p:cNvPr>
          <p:cNvSpPr>
            <a:spLocks noGrp="1"/>
          </p:cNvSpPr>
          <p:nvPr/>
        </p:nvSpPr>
        <p:spPr>
          <a:xfrm rot="729317">
            <a:off x="8657210" y="5191961"/>
            <a:ext cx="162192" cy="162192"/>
          </a:xfrm>
          <a:prstGeom prst="ellipse">
            <a:avLst/>
          </a:prstGeom>
          <a:solidFill>
            <a:srgbClr val="F0BB09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77" name="lumia-token-particle">
            <a:extLst>
              <a:ext uri="{FF2B5EF4-FFF2-40B4-BE49-F238E27FC236}">
                <a16:creationId xmlns:a16="http://schemas.microsoft.com/office/drawing/2014/main" id="{B4145376-AF82-4859-9FB4-DAA7FCEF5B75}"/>
              </a:ext>
            </a:extLst>
          </p:cNvPr>
          <p:cNvSpPr>
            <a:spLocks noGrp="1"/>
          </p:cNvSpPr>
          <p:nvPr/>
        </p:nvSpPr>
        <p:spPr>
          <a:xfrm rot="2291593">
            <a:off x="8704516" y="5239267"/>
            <a:ext cx="67580" cy="67580"/>
          </a:xfrm>
          <a:prstGeom prst="ellipse">
            <a:avLst/>
          </a:prstGeom>
          <a:solidFill>
            <a:srgbClr val="F0BB09">
              <a:alpha val="88000"/>
            </a:srgbClr>
          </a:solidFill>
          <a:ln w="0">
            <a:noFill/>
            <a:prstDash val="solid"/>
          </a:ln>
        </p:spPr>
      </p:sp>
      <p:sp>
        <p:nvSpPr>
          <p:cNvPr id="1178" name="lumia-token-particle">
            <a:extLst>
              <a:ext uri="{FF2B5EF4-FFF2-40B4-BE49-F238E27FC236}">
                <a16:creationId xmlns:a16="http://schemas.microsoft.com/office/drawing/2014/main" id="{A5248E47-E121-4C84-963D-A69F72F4F735}"/>
              </a:ext>
            </a:extLst>
          </p:cNvPr>
          <p:cNvSpPr>
            <a:spLocks noGrp="1"/>
          </p:cNvSpPr>
          <p:nvPr/>
        </p:nvSpPr>
        <p:spPr>
          <a:xfrm rot="1140543">
            <a:off x="11231339" y="4161676"/>
            <a:ext cx="41360" cy="41360"/>
          </a:xfrm>
          <a:prstGeom prst="ellipse">
            <a:avLst/>
          </a:prstGeom>
          <a:solidFill>
            <a:srgbClr val="75AF39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1179" name="lumia-token-particle-soft-glow">
            <a:extLst>
              <a:ext uri="{FF2B5EF4-FFF2-40B4-BE49-F238E27FC236}">
                <a16:creationId xmlns:a16="http://schemas.microsoft.com/office/drawing/2014/main" id="{11A7BFBA-3751-4270-85FB-82312EF7C69E}"/>
              </a:ext>
            </a:extLst>
          </p:cNvPr>
          <p:cNvSpPr>
            <a:spLocks noGrp="1"/>
          </p:cNvSpPr>
          <p:nvPr/>
        </p:nvSpPr>
        <p:spPr>
          <a:xfrm rot="1881587">
            <a:off x="7783887" y="4805553"/>
            <a:ext cx="173291" cy="173291"/>
          </a:xfrm>
          <a:prstGeom prst="roundRect">
            <a:avLst>
              <a:gd name="adj" fmla="val 18000"/>
            </a:avLst>
          </a:prstGeom>
          <a:solidFill>
            <a:srgbClr val="F8A60E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80" name="lumia-token-particle">
            <a:extLst>
              <a:ext uri="{FF2B5EF4-FFF2-40B4-BE49-F238E27FC236}">
                <a16:creationId xmlns:a16="http://schemas.microsoft.com/office/drawing/2014/main" id="{C1F3C3E4-28EB-4AE4-BF33-D400CDEA126E}"/>
              </a:ext>
            </a:extLst>
          </p:cNvPr>
          <p:cNvSpPr>
            <a:spLocks noGrp="1"/>
          </p:cNvSpPr>
          <p:nvPr/>
        </p:nvSpPr>
        <p:spPr>
          <a:xfrm rot="2681856">
            <a:off x="7834430" y="4856096"/>
            <a:ext cx="72205" cy="72205"/>
          </a:xfrm>
          <a:prstGeom prst="roundRect">
            <a:avLst>
              <a:gd name="adj" fmla="val 18000"/>
            </a:avLst>
          </a:prstGeom>
          <a:solidFill>
            <a:srgbClr val="F8A60E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1181" name="lumia-token-particle-soft-glow">
            <a:extLst>
              <a:ext uri="{FF2B5EF4-FFF2-40B4-BE49-F238E27FC236}">
                <a16:creationId xmlns:a16="http://schemas.microsoft.com/office/drawing/2014/main" id="{61DC9DC5-178E-477F-A3AF-B29E5CF3395E}"/>
              </a:ext>
            </a:extLst>
          </p:cNvPr>
          <p:cNvSpPr>
            <a:spLocks noGrp="1"/>
          </p:cNvSpPr>
          <p:nvPr/>
        </p:nvSpPr>
        <p:spPr>
          <a:xfrm rot="2306350">
            <a:off x="2915750" y="6218665"/>
            <a:ext cx="141056" cy="141056"/>
          </a:xfrm>
          <a:prstGeom prst="roundRect">
            <a:avLst>
              <a:gd name="adj" fmla="val 18000"/>
            </a:avLst>
          </a:prstGeom>
          <a:solidFill>
            <a:srgbClr val="6A3C89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182" name="lumia-token-particle">
            <a:extLst>
              <a:ext uri="{FF2B5EF4-FFF2-40B4-BE49-F238E27FC236}">
                <a16:creationId xmlns:a16="http://schemas.microsoft.com/office/drawing/2014/main" id="{45A615CF-AF69-4FE4-88AB-95E116E3BCF9}"/>
              </a:ext>
            </a:extLst>
          </p:cNvPr>
          <p:cNvSpPr>
            <a:spLocks noGrp="1"/>
          </p:cNvSpPr>
          <p:nvPr/>
        </p:nvSpPr>
        <p:spPr>
          <a:xfrm rot="2054074">
            <a:off x="2956891" y="6259806"/>
            <a:ext cx="58773" cy="58773"/>
          </a:xfrm>
          <a:prstGeom prst="roundRect">
            <a:avLst>
              <a:gd name="adj" fmla="val 18000"/>
            </a:avLst>
          </a:prstGeom>
          <a:solidFill>
            <a:srgbClr val="6A3C89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183" name="lumia-token-particle-soft-glow">
            <a:extLst>
              <a:ext uri="{FF2B5EF4-FFF2-40B4-BE49-F238E27FC236}">
                <a16:creationId xmlns:a16="http://schemas.microsoft.com/office/drawing/2014/main" id="{9198903F-FDD9-4538-891A-7C0AF832E1C3}"/>
              </a:ext>
            </a:extLst>
          </p:cNvPr>
          <p:cNvSpPr>
            <a:spLocks noGrp="1"/>
          </p:cNvSpPr>
          <p:nvPr/>
        </p:nvSpPr>
        <p:spPr>
          <a:xfrm rot="113118">
            <a:off x="10762192" y="3793527"/>
            <a:ext cx="261451" cy="261451"/>
          </a:xfrm>
          <a:prstGeom prst="roundRect">
            <a:avLst>
              <a:gd name="adj" fmla="val 18000"/>
            </a:avLst>
          </a:prstGeom>
          <a:solidFill>
            <a:srgbClr val="6DAE3D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184" name="lumia-token-particle">
            <a:extLst>
              <a:ext uri="{FF2B5EF4-FFF2-40B4-BE49-F238E27FC236}">
                <a16:creationId xmlns:a16="http://schemas.microsoft.com/office/drawing/2014/main" id="{C2AF9164-0A37-47E6-BE47-4C4F671C8A60}"/>
              </a:ext>
            </a:extLst>
          </p:cNvPr>
          <p:cNvSpPr>
            <a:spLocks noGrp="1"/>
          </p:cNvSpPr>
          <p:nvPr/>
        </p:nvSpPr>
        <p:spPr>
          <a:xfrm rot="1425112">
            <a:off x="10838448" y="3869783"/>
            <a:ext cx="108938" cy="108938"/>
          </a:xfrm>
          <a:prstGeom prst="roundRect">
            <a:avLst>
              <a:gd name="adj" fmla="val 18000"/>
            </a:avLst>
          </a:prstGeom>
          <a:solidFill>
            <a:srgbClr val="6DAE3D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185" name="lumia-token-particle-soft-glow">
            <a:extLst>
              <a:ext uri="{FF2B5EF4-FFF2-40B4-BE49-F238E27FC236}">
                <a16:creationId xmlns:a16="http://schemas.microsoft.com/office/drawing/2014/main" id="{47715B5B-B764-4CC9-B24B-672A2831C306}"/>
              </a:ext>
            </a:extLst>
          </p:cNvPr>
          <p:cNvSpPr>
            <a:spLocks noGrp="1"/>
          </p:cNvSpPr>
          <p:nvPr/>
        </p:nvSpPr>
        <p:spPr>
          <a:xfrm rot="2111403">
            <a:off x="9774551" y="4319626"/>
            <a:ext cx="282803" cy="282803"/>
          </a:xfrm>
          <a:prstGeom prst="ellipse">
            <a:avLst/>
          </a:prstGeom>
          <a:solidFill>
            <a:srgbClr val="AFB423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186" name="lumia-token-particle">
            <a:extLst>
              <a:ext uri="{FF2B5EF4-FFF2-40B4-BE49-F238E27FC236}">
                <a16:creationId xmlns:a16="http://schemas.microsoft.com/office/drawing/2014/main" id="{F7E2C0A9-47C0-44EC-A6C8-4C050451B65F}"/>
              </a:ext>
            </a:extLst>
          </p:cNvPr>
          <p:cNvSpPr>
            <a:spLocks noGrp="1"/>
          </p:cNvSpPr>
          <p:nvPr/>
        </p:nvSpPr>
        <p:spPr>
          <a:xfrm rot="370218">
            <a:off x="9857035" y="4402110"/>
            <a:ext cx="117835" cy="117835"/>
          </a:xfrm>
          <a:prstGeom prst="ellipse">
            <a:avLst/>
          </a:prstGeom>
          <a:solidFill>
            <a:srgbClr val="AFB423">
              <a:alpha val="91000"/>
            </a:srgbClr>
          </a:solidFill>
          <a:ln w="0">
            <a:noFill/>
            <a:prstDash val="solid"/>
          </a:ln>
        </p:spPr>
      </p:sp>
      <p:sp>
        <p:nvSpPr>
          <p:cNvPr id="1187" name="lumia-token-particle">
            <a:extLst>
              <a:ext uri="{FF2B5EF4-FFF2-40B4-BE49-F238E27FC236}">
                <a16:creationId xmlns:a16="http://schemas.microsoft.com/office/drawing/2014/main" id="{8EC01A32-5835-452F-B6D6-3C928D86DF9B}"/>
              </a:ext>
            </a:extLst>
          </p:cNvPr>
          <p:cNvSpPr>
            <a:spLocks noGrp="1"/>
          </p:cNvSpPr>
          <p:nvPr/>
        </p:nvSpPr>
        <p:spPr>
          <a:xfrm rot="115078">
            <a:off x="11339919" y="3326773"/>
            <a:ext cx="52148" cy="52148"/>
          </a:xfrm>
          <a:prstGeom prst="ellipse">
            <a:avLst/>
          </a:prstGeom>
          <a:solidFill>
            <a:srgbClr val="5FAC42">
              <a:alpha val="73000"/>
            </a:srgbClr>
          </a:solidFill>
          <a:ln w="0">
            <a:noFill/>
            <a:prstDash val="solid"/>
          </a:ln>
        </p:spPr>
      </p:sp>
      <p:sp>
        <p:nvSpPr>
          <p:cNvPr id="1188" name="lumia-token-particle">
            <a:extLst>
              <a:ext uri="{FF2B5EF4-FFF2-40B4-BE49-F238E27FC236}">
                <a16:creationId xmlns:a16="http://schemas.microsoft.com/office/drawing/2014/main" id="{18BD764E-D884-44B8-B47C-10C281656D3C}"/>
              </a:ext>
            </a:extLst>
          </p:cNvPr>
          <p:cNvSpPr>
            <a:spLocks noGrp="1"/>
          </p:cNvSpPr>
          <p:nvPr/>
        </p:nvSpPr>
        <p:spPr>
          <a:xfrm rot="1802441">
            <a:off x="8519529" y="4679039"/>
            <a:ext cx="18978" cy="18978"/>
          </a:xfrm>
          <a:prstGeom prst="ellipse">
            <a:avLst/>
          </a:prstGeom>
          <a:solidFill>
            <a:srgbClr val="FAB209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189" name="lumia-token-particle-soft-glow">
            <a:extLst>
              <a:ext uri="{FF2B5EF4-FFF2-40B4-BE49-F238E27FC236}">
                <a16:creationId xmlns:a16="http://schemas.microsoft.com/office/drawing/2014/main" id="{56EB92EF-2AAE-4C12-970E-EF5365F936A1}"/>
              </a:ext>
            </a:extLst>
          </p:cNvPr>
          <p:cNvSpPr>
            <a:spLocks noGrp="1"/>
          </p:cNvSpPr>
          <p:nvPr/>
        </p:nvSpPr>
        <p:spPr>
          <a:xfrm rot="407658">
            <a:off x="9299443" y="4801472"/>
            <a:ext cx="294238" cy="294238"/>
          </a:xfrm>
          <a:prstGeom prst="roundRect">
            <a:avLst>
              <a:gd name="adj" fmla="val 18000"/>
            </a:avLst>
          </a:prstGeom>
          <a:solidFill>
            <a:srgbClr val="C1B61C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190" name="lumia-token-particle">
            <a:extLst>
              <a:ext uri="{FF2B5EF4-FFF2-40B4-BE49-F238E27FC236}">
                <a16:creationId xmlns:a16="http://schemas.microsoft.com/office/drawing/2014/main" id="{7C92BA31-D07B-40A0-9778-27A07A561012}"/>
              </a:ext>
            </a:extLst>
          </p:cNvPr>
          <p:cNvSpPr>
            <a:spLocks noGrp="1"/>
          </p:cNvSpPr>
          <p:nvPr/>
        </p:nvSpPr>
        <p:spPr>
          <a:xfrm rot="2526035">
            <a:off x="9385262" y="4887291"/>
            <a:ext cx="122599" cy="122599"/>
          </a:xfrm>
          <a:prstGeom prst="roundRect">
            <a:avLst>
              <a:gd name="adj" fmla="val 18000"/>
            </a:avLst>
          </a:prstGeom>
          <a:solidFill>
            <a:srgbClr val="C1B61C">
              <a:alpha val="90000"/>
            </a:srgbClr>
          </a:solidFill>
          <a:ln w="0">
            <a:noFill/>
            <a:prstDash val="solid"/>
          </a:ln>
        </p:spPr>
      </p:sp>
      <p:sp>
        <p:nvSpPr>
          <p:cNvPr id="1191" name="lumia-token-particle-soft-glow">
            <a:extLst>
              <a:ext uri="{FF2B5EF4-FFF2-40B4-BE49-F238E27FC236}">
                <a16:creationId xmlns:a16="http://schemas.microsoft.com/office/drawing/2014/main" id="{8E4F7E3C-9FD8-4F50-9E4B-D30293353660}"/>
              </a:ext>
            </a:extLst>
          </p:cNvPr>
          <p:cNvSpPr>
            <a:spLocks noGrp="1"/>
          </p:cNvSpPr>
          <p:nvPr/>
        </p:nvSpPr>
        <p:spPr>
          <a:xfrm rot="1901198">
            <a:off x="7425141" y="5317828"/>
            <a:ext cx="191406" cy="191406"/>
          </a:xfrm>
          <a:prstGeom prst="ellipse">
            <a:avLst/>
          </a:prstGeom>
          <a:solidFill>
            <a:srgbClr val="F48A19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92" name="lumia-token-particle">
            <a:extLst>
              <a:ext uri="{FF2B5EF4-FFF2-40B4-BE49-F238E27FC236}">
                <a16:creationId xmlns:a16="http://schemas.microsoft.com/office/drawing/2014/main" id="{A448178F-FA74-4606-B74E-EDC3BB7102DA}"/>
              </a:ext>
            </a:extLst>
          </p:cNvPr>
          <p:cNvSpPr>
            <a:spLocks noGrp="1"/>
          </p:cNvSpPr>
          <p:nvPr/>
        </p:nvSpPr>
        <p:spPr>
          <a:xfrm rot="1335813">
            <a:off x="7480967" y="5373655"/>
            <a:ext cx="79752" cy="79752"/>
          </a:xfrm>
          <a:prstGeom prst="ellipse">
            <a:avLst/>
          </a:prstGeom>
          <a:solidFill>
            <a:srgbClr val="F48A19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1193" name="lumia-token-particle">
            <a:extLst>
              <a:ext uri="{FF2B5EF4-FFF2-40B4-BE49-F238E27FC236}">
                <a16:creationId xmlns:a16="http://schemas.microsoft.com/office/drawing/2014/main" id="{3DA91AA9-E503-42C6-9733-9E93CB4643F6}"/>
              </a:ext>
            </a:extLst>
          </p:cNvPr>
          <p:cNvSpPr>
            <a:spLocks noGrp="1"/>
          </p:cNvSpPr>
          <p:nvPr/>
        </p:nvSpPr>
        <p:spPr>
          <a:xfrm rot="1690893">
            <a:off x="3938170" y="6270872"/>
            <a:ext cx="17414" cy="17414"/>
          </a:xfrm>
          <a:prstGeom prst="roundRect">
            <a:avLst>
              <a:gd name="adj" fmla="val 21878"/>
            </a:avLst>
          </a:prstGeom>
          <a:solidFill>
            <a:srgbClr val="9E3F67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194" name="lumia-token-particle">
            <a:extLst>
              <a:ext uri="{FF2B5EF4-FFF2-40B4-BE49-F238E27FC236}">
                <a16:creationId xmlns:a16="http://schemas.microsoft.com/office/drawing/2014/main" id="{7CAF3D45-711D-48CB-883D-00A04982D767}"/>
              </a:ext>
            </a:extLst>
          </p:cNvPr>
          <p:cNvSpPr>
            <a:spLocks noGrp="1"/>
          </p:cNvSpPr>
          <p:nvPr/>
        </p:nvSpPr>
        <p:spPr>
          <a:xfrm rot="1399542">
            <a:off x="4425313" y="6080923"/>
            <a:ext cx="16505" cy="16505"/>
          </a:xfrm>
          <a:prstGeom prst="roundRect">
            <a:avLst>
              <a:gd name="adj" fmla="val 23083"/>
            </a:avLst>
          </a:prstGeom>
          <a:solidFill>
            <a:srgbClr val="BD4153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195" name="lumia-token-particle-soft-glow">
            <a:extLst>
              <a:ext uri="{FF2B5EF4-FFF2-40B4-BE49-F238E27FC236}">
                <a16:creationId xmlns:a16="http://schemas.microsoft.com/office/drawing/2014/main" id="{868EDBFC-4AE1-4528-9415-7C427454EB68}"/>
              </a:ext>
            </a:extLst>
          </p:cNvPr>
          <p:cNvSpPr>
            <a:spLocks noGrp="1"/>
          </p:cNvSpPr>
          <p:nvPr/>
        </p:nvSpPr>
        <p:spPr>
          <a:xfrm rot="523810">
            <a:off x="9994842" y="4544648"/>
            <a:ext cx="294503" cy="294503"/>
          </a:xfrm>
          <a:prstGeom prst="roundRect">
            <a:avLst>
              <a:gd name="adj" fmla="val 18000"/>
            </a:avLst>
          </a:prstGeom>
          <a:solidFill>
            <a:srgbClr val="9FB329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196" name="lumia-token-particle">
            <a:extLst>
              <a:ext uri="{FF2B5EF4-FFF2-40B4-BE49-F238E27FC236}">
                <a16:creationId xmlns:a16="http://schemas.microsoft.com/office/drawing/2014/main" id="{9C4D2AAB-A553-475B-8564-62DF8E8CEDE0}"/>
              </a:ext>
            </a:extLst>
          </p:cNvPr>
          <p:cNvSpPr>
            <a:spLocks noGrp="1"/>
          </p:cNvSpPr>
          <p:nvPr/>
        </p:nvSpPr>
        <p:spPr>
          <a:xfrm rot="2232806">
            <a:off x="10080739" y="4630545"/>
            <a:ext cx="122709" cy="122709"/>
          </a:xfrm>
          <a:prstGeom prst="roundRect">
            <a:avLst>
              <a:gd name="adj" fmla="val 18000"/>
            </a:avLst>
          </a:prstGeom>
          <a:solidFill>
            <a:srgbClr val="9FB329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197" name="lumia-token-particle">
            <a:extLst>
              <a:ext uri="{FF2B5EF4-FFF2-40B4-BE49-F238E27FC236}">
                <a16:creationId xmlns:a16="http://schemas.microsoft.com/office/drawing/2014/main" id="{7A0F6023-829D-45E7-A568-B326FFE095B7}"/>
              </a:ext>
            </a:extLst>
          </p:cNvPr>
          <p:cNvSpPr>
            <a:spLocks noGrp="1"/>
          </p:cNvSpPr>
          <p:nvPr/>
        </p:nvSpPr>
        <p:spPr>
          <a:xfrm rot="75058">
            <a:off x="6177399" y="5865728"/>
            <a:ext cx="36406" cy="36406"/>
          </a:xfrm>
          <a:prstGeom prst="roundRect">
            <a:avLst>
              <a:gd name="adj" fmla="val 18000"/>
            </a:avLst>
          </a:prstGeom>
          <a:solidFill>
            <a:srgbClr val="EE6029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198" name="lumia-token-particle-soft-glow">
            <a:extLst>
              <a:ext uri="{FF2B5EF4-FFF2-40B4-BE49-F238E27FC236}">
                <a16:creationId xmlns:a16="http://schemas.microsoft.com/office/drawing/2014/main" id="{E62CF2EE-A2DF-4518-BF22-F4B5D67099B0}"/>
              </a:ext>
            </a:extLst>
          </p:cNvPr>
          <p:cNvSpPr>
            <a:spLocks noGrp="1"/>
          </p:cNvSpPr>
          <p:nvPr/>
        </p:nvSpPr>
        <p:spPr>
          <a:xfrm rot="1688445">
            <a:off x="7178515" y="5388698"/>
            <a:ext cx="132656" cy="132656"/>
          </a:xfrm>
          <a:prstGeom prst="ellipse">
            <a:avLst/>
          </a:prstGeom>
          <a:solidFill>
            <a:srgbClr val="F3801D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199" name="lumia-token-particle">
            <a:extLst>
              <a:ext uri="{FF2B5EF4-FFF2-40B4-BE49-F238E27FC236}">
                <a16:creationId xmlns:a16="http://schemas.microsoft.com/office/drawing/2014/main" id="{89BB3A54-7A18-47FB-B660-E0779519B70F}"/>
              </a:ext>
            </a:extLst>
          </p:cNvPr>
          <p:cNvSpPr>
            <a:spLocks noGrp="1"/>
          </p:cNvSpPr>
          <p:nvPr/>
        </p:nvSpPr>
        <p:spPr>
          <a:xfrm rot="2326962">
            <a:off x="7217206" y="5427389"/>
            <a:ext cx="55273" cy="55273"/>
          </a:xfrm>
          <a:prstGeom prst="ellipse">
            <a:avLst/>
          </a:prstGeom>
          <a:solidFill>
            <a:srgbClr val="F3801D">
              <a:alpha val="83000"/>
            </a:srgbClr>
          </a:solidFill>
          <a:ln w="0">
            <a:noFill/>
            <a:prstDash val="solid"/>
          </a:ln>
        </p:spPr>
      </p:sp>
      <p:sp>
        <p:nvSpPr>
          <p:cNvPr id="1200" name="lumia-token-particle-soft-glow">
            <a:extLst>
              <a:ext uri="{FF2B5EF4-FFF2-40B4-BE49-F238E27FC236}">
                <a16:creationId xmlns:a16="http://schemas.microsoft.com/office/drawing/2014/main" id="{74D24EA2-57D5-41E4-870C-2B54885D1DD5}"/>
              </a:ext>
            </a:extLst>
          </p:cNvPr>
          <p:cNvSpPr>
            <a:spLocks noGrp="1"/>
          </p:cNvSpPr>
          <p:nvPr/>
        </p:nvSpPr>
        <p:spPr>
          <a:xfrm rot="2463400">
            <a:off x="11770633" y="3953567"/>
            <a:ext cx="300423" cy="300423"/>
          </a:xfrm>
          <a:prstGeom prst="roundRect">
            <a:avLst>
              <a:gd name="adj" fmla="val 18000"/>
            </a:avLst>
          </a:prstGeom>
          <a:solidFill>
            <a:srgbClr val="4AAA4A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201" name="lumia-token-particle">
            <a:extLst>
              <a:ext uri="{FF2B5EF4-FFF2-40B4-BE49-F238E27FC236}">
                <a16:creationId xmlns:a16="http://schemas.microsoft.com/office/drawing/2014/main" id="{54B881D1-C39D-491F-8D0B-A2B1C94070CF}"/>
              </a:ext>
            </a:extLst>
          </p:cNvPr>
          <p:cNvSpPr>
            <a:spLocks noGrp="1"/>
          </p:cNvSpPr>
          <p:nvPr/>
        </p:nvSpPr>
        <p:spPr>
          <a:xfrm rot="1039457">
            <a:off x="11858256" y="4041191"/>
            <a:ext cx="125176" cy="125176"/>
          </a:xfrm>
          <a:prstGeom prst="roundRect">
            <a:avLst>
              <a:gd name="adj" fmla="val 18000"/>
            </a:avLst>
          </a:prstGeom>
          <a:solidFill>
            <a:srgbClr val="4AAA4A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202" name="lumia-token-particle">
            <a:extLst>
              <a:ext uri="{FF2B5EF4-FFF2-40B4-BE49-F238E27FC236}">
                <a16:creationId xmlns:a16="http://schemas.microsoft.com/office/drawing/2014/main" id="{9B5245B9-11F7-4028-AF88-9588120E1146}"/>
              </a:ext>
            </a:extLst>
          </p:cNvPr>
          <p:cNvSpPr>
            <a:spLocks noGrp="1"/>
          </p:cNvSpPr>
          <p:nvPr/>
        </p:nvSpPr>
        <p:spPr>
          <a:xfrm rot="1597756">
            <a:off x="4983329" y="6035002"/>
            <a:ext cx="16404" cy="16404"/>
          </a:xfrm>
          <a:prstGeom prst="roundRect">
            <a:avLst>
              <a:gd name="adj" fmla="val 23226"/>
            </a:avLst>
          </a:prstGeom>
          <a:solidFill>
            <a:srgbClr val="CC4149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203" name="lumia-token-particle">
            <a:extLst>
              <a:ext uri="{FF2B5EF4-FFF2-40B4-BE49-F238E27FC236}">
                <a16:creationId xmlns:a16="http://schemas.microsoft.com/office/drawing/2014/main" id="{80E12CBB-5992-4F80-9D48-EDDA69BC164F}"/>
              </a:ext>
            </a:extLst>
          </p:cNvPr>
          <p:cNvSpPr>
            <a:spLocks noGrp="1"/>
          </p:cNvSpPr>
          <p:nvPr/>
        </p:nvSpPr>
        <p:spPr>
          <a:xfrm rot="776229">
            <a:off x="9668717" y="4082826"/>
            <a:ext cx="34277" cy="34277"/>
          </a:xfrm>
          <a:prstGeom prst="ellipse">
            <a:avLst/>
          </a:prstGeom>
          <a:solidFill>
            <a:srgbClr val="CCB718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204" name="lumia-token-particle-soft-glow">
            <a:extLst>
              <a:ext uri="{FF2B5EF4-FFF2-40B4-BE49-F238E27FC236}">
                <a16:creationId xmlns:a16="http://schemas.microsoft.com/office/drawing/2014/main" id="{FB1F6381-65D0-4D57-9789-AB1C04ECBBF4}"/>
              </a:ext>
            </a:extLst>
          </p:cNvPr>
          <p:cNvSpPr>
            <a:spLocks noGrp="1"/>
          </p:cNvSpPr>
          <p:nvPr/>
        </p:nvSpPr>
        <p:spPr>
          <a:xfrm rot="1303895">
            <a:off x="9169680" y="4707302"/>
            <a:ext cx="204107" cy="204107"/>
          </a:xfrm>
          <a:prstGeom prst="ellipse">
            <a:avLst/>
          </a:prstGeom>
          <a:solidFill>
            <a:srgbClr val="E2B90F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205" name="lumia-token-particle">
            <a:extLst>
              <a:ext uri="{FF2B5EF4-FFF2-40B4-BE49-F238E27FC236}">
                <a16:creationId xmlns:a16="http://schemas.microsoft.com/office/drawing/2014/main" id="{F71D8EE2-D7B3-4BB5-8DA6-D13BD515BC44}"/>
              </a:ext>
            </a:extLst>
          </p:cNvPr>
          <p:cNvSpPr>
            <a:spLocks noGrp="1"/>
          </p:cNvSpPr>
          <p:nvPr/>
        </p:nvSpPr>
        <p:spPr>
          <a:xfrm rot="2348533">
            <a:off x="9229212" y="4766833"/>
            <a:ext cx="85045" cy="85045"/>
          </a:xfrm>
          <a:prstGeom prst="ellipse">
            <a:avLst/>
          </a:prstGeom>
          <a:solidFill>
            <a:srgbClr val="E2B90F">
              <a:alpha val="89000"/>
            </a:srgbClr>
          </a:solidFill>
          <a:ln w="0">
            <a:noFill/>
            <a:prstDash val="solid"/>
          </a:ln>
        </p:spPr>
      </p:sp>
      <p:sp>
        <p:nvSpPr>
          <p:cNvPr id="1206" name="lumia-token-particle">
            <a:extLst>
              <a:ext uri="{FF2B5EF4-FFF2-40B4-BE49-F238E27FC236}">
                <a16:creationId xmlns:a16="http://schemas.microsoft.com/office/drawing/2014/main" id="{A00AEF92-FB2B-49BD-A3BE-2E854415E81B}"/>
              </a:ext>
            </a:extLst>
          </p:cNvPr>
          <p:cNvSpPr>
            <a:spLocks noGrp="1"/>
          </p:cNvSpPr>
          <p:nvPr/>
        </p:nvSpPr>
        <p:spPr>
          <a:xfrm rot="1829446">
            <a:off x="8448535" y="5119243"/>
            <a:ext cx="17418" cy="17418"/>
          </a:xfrm>
          <a:prstGeom prst="ellipse">
            <a:avLst/>
          </a:prstGeom>
          <a:solidFill>
            <a:srgbClr val="FBBB05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1207" name="lumia-token-particle">
            <a:extLst>
              <a:ext uri="{FF2B5EF4-FFF2-40B4-BE49-F238E27FC236}">
                <a16:creationId xmlns:a16="http://schemas.microsoft.com/office/drawing/2014/main" id="{45FA1E24-B1C3-4720-9542-11A8B4204D40}"/>
              </a:ext>
            </a:extLst>
          </p:cNvPr>
          <p:cNvSpPr>
            <a:spLocks noGrp="1"/>
          </p:cNvSpPr>
          <p:nvPr/>
        </p:nvSpPr>
        <p:spPr>
          <a:xfrm rot="943904">
            <a:off x="3377805" y="6108707"/>
            <a:ext cx="15789" cy="15789"/>
          </a:xfrm>
          <a:prstGeom prst="roundRect">
            <a:avLst>
              <a:gd name="adj" fmla="val 24131"/>
            </a:avLst>
          </a:prstGeom>
          <a:solidFill>
            <a:srgbClr val="833D79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208" name="lumia-token-particle">
            <a:extLst>
              <a:ext uri="{FF2B5EF4-FFF2-40B4-BE49-F238E27FC236}">
                <a16:creationId xmlns:a16="http://schemas.microsoft.com/office/drawing/2014/main" id="{AB06EDE3-2556-41EA-8D07-73D7992A2BCC}"/>
              </a:ext>
            </a:extLst>
          </p:cNvPr>
          <p:cNvSpPr>
            <a:spLocks noGrp="1"/>
          </p:cNvSpPr>
          <p:nvPr/>
        </p:nvSpPr>
        <p:spPr>
          <a:xfrm rot="2628673">
            <a:off x="6713565" y="5440490"/>
            <a:ext cx="12121" cy="12121"/>
          </a:xfrm>
          <a:prstGeom prst="ellipse">
            <a:avLst/>
          </a:prstGeom>
          <a:solidFill>
            <a:srgbClr val="F06D24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209" name="lumia-token-particle">
            <a:extLst>
              <a:ext uri="{FF2B5EF4-FFF2-40B4-BE49-F238E27FC236}">
                <a16:creationId xmlns:a16="http://schemas.microsoft.com/office/drawing/2014/main" id="{F1E8E20E-27C3-47C5-AFE9-431CFEFA4B86}"/>
              </a:ext>
            </a:extLst>
          </p:cNvPr>
          <p:cNvSpPr>
            <a:spLocks noGrp="1"/>
          </p:cNvSpPr>
          <p:nvPr/>
        </p:nvSpPr>
        <p:spPr>
          <a:xfrm rot="1820141">
            <a:off x="1430479" y="6532140"/>
            <a:ext cx="16880" cy="16880"/>
          </a:xfrm>
          <a:prstGeom prst="roundRect">
            <a:avLst>
              <a:gd name="adj" fmla="val 22572"/>
            </a:avLst>
          </a:prstGeom>
          <a:solidFill>
            <a:srgbClr val="4F5BBE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1210" name="lumia-token-particle">
            <a:extLst>
              <a:ext uri="{FF2B5EF4-FFF2-40B4-BE49-F238E27FC236}">
                <a16:creationId xmlns:a16="http://schemas.microsoft.com/office/drawing/2014/main" id="{CAC795E3-0E36-4AE0-8D66-1AB26916656F}"/>
              </a:ext>
            </a:extLst>
          </p:cNvPr>
          <p:cNvSpPr>
            <a:spLocks noGrp="1"/>
          </p:cNvSpPr>
          <p:nvPr/>
        </p:nvSpPr>
        <p:spPr>
          <a:xfrm rot="2350529">
            <a:off x="3968816" y="6090401"/>
            <a:ext cx="7613" cy="7613"/>
          </a:xfrm>
          <a:prstGeom prst="ellipse">
            <a:avLst/>
          </a:prstGeom>
          <a:solidFill>
            <a:srgbClr val="A03F65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211" name="lumia-token-particle-soft-glow">
            <a:extLst>
              <a:ext uri="{FF2B5EF4-FFF2-40B4-BE49-F238E27FC236}">
                <a16:creationId xmlns:a16="http://schemas.microsoft.com/office/drawing/2014/main" id="{08E5BA3E-C1F2-4927-824C-4E394D89FD3A}"/>
              </a:ext>
            </a:extLst>
          </p:cNvPr>
          <p:cNvSpPr>
            <a:spLocks noGrp="1"/>
          </p:cNvSpPr>
          <p:nvPr/>
        </p:nvSpPr>
        <p:spPr>
          <a:xfrm rot="589553">
            <a:off x="5721426" y="5638028"/>
            <a:ext cx="141440" cy="141440"/>
          </a:xfrm>
          <a:prstGeom prst="roundRect">
            <a:avLst>
              <a:gd name="adj" fmla="val 18000"/>
            </a:avLst>
          </a:prstGeom>
          <a:solidFill>
            <a:srgbClr val="EB4C32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12" name="lumia-token-particle">
            <a:extLst>
              <a:ext uri="{FF2B5EF4-FFF2-40B4-BE49-F238E27FC236}">
                <a16:creationId xmlns:a16="http://schemas.microsoft.com/office/drawing/2014/main" id="{9EAF83D6-458A-44BF-BA52-00097A7F85E5}"/>
              </a:ext>
            </a:extLst>
          </p:cNvPr>
          <p:cNvSpPr>
            <a:spLocks noGrp="1"/>
          </p:cNvSpPr>
          <p:nvPr/>
        </p:nvSpPr>
        <p:spPr>
          <a:xfrm rot="923216">
            <a:off x="5762679" y="5679281"/>
            <a:ext cx="58933" cy="58933"/>
          </a:xfrm>
          <a:prstGeom prst="roundRect">
            <a:avLst>
              <a:gd name="adj" fmla="val 18000"/>
            </a:avLst>
          </a:prstGeom>
          <a:solidFill>
            <a:srgbClr val="EB4C32">
              <a:alpha val="79000"/>
            </a:srgbClr>
          </a:solidFill>
          <a:ln w="0">
            <a:noFill/>
            <a:prstDash val="solid"/>
          </a:ln>
        </p:spPr>
      </p:sp>
      <p:sp>
        <p:nvSpPr>
          <p:cNvPr id="1213" name="lumia-token-particle-soft-glow">
            <a:extLst>
              <a:ext uri="{FF2B5EF4-FFF2-40B4-BE49-F238E27FC236}">
                <a16:creationId xmlns:a16="http://schemas.microsoft.com/office/drawing/2014/main" id="{B722F7EC-544B-47AB-A575-CE151FDD1359}"/>
              </a:ext>
            </a:extLst>
          </p:cNvPr>
          <p:cNvSpPr>
            <a:spLocks noGrp="1"/>
          </p:cNvSpPr>
          <p:nvPr/>
        </p:nvSpPr>
        <p:spPr>
          <a:xfrm rot="2570065">
            <a:off x="7399556" y="5078584"/>
            <a:ext cx="152232" cy="152232"/>
          </a:xfrm>
          <a:prstGeom prst="ellipse">
            <a:avLst/>
          </a:prstGeom>
          <a:solidFill>
            <a:srgbClr val="F48D18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214" name="lumia-token-particle">
            <a:extLst>
              <a:ext uri="{FF2B5EF4-FFF2-40B4-BE49-F238E27FC236}">
                <a16:creationId xmlns:a16="http://schemas.microsoft.com/office/drawing/2014/main" id="{E87C5C60-EBE3-4A81-8953-D8AC7AA200F0}"/>
              </a:ext>
            </a:extLst>
          </p:cNvPr>
          <p:cNvSpPr>
            <a:spLocks noGrp="1"/>
          </p:cNvSpPr>
          <p:nvPr/>
        </p:nvSpPr>
        <p:spPr>
          <a:xfrm rot="2062842">
            <a:off x="7443957" y="5122985"/>
            <a:ext cx="63430" cy="63430"/>
          </a:xfrm>
          <a:prstGeom prst="ellipse">
            <a:avLst/>
          </a:prstGeom>
          <a:solidFill>
            <a:srgbClr val="F48D18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1215" name="lumia-token-particle">
            <a:extLst>
              <a:ext uri="{FF2B5EF4-FFF2-40B4-BE49-F238E27FC236}">
                <a16:creationId xmlns:a16="http://schemas.microsoft.com/office/drawing/2014/main" id="{1529FB73-BC72-4E67-A7B4-54E8120E074A}"/>
              </a:ext>
            </a:extLst>
          </p:cNvPr>
          <p:cNvSpPr>
            <a:spLocks noGrp="1"/>
          </p:cNvSpPr>
          <p:nvPr/>
        </p:nvSpPr>
        <p:spPr>
          <a:xfrm rot="142171">
            <a:off x="6012729" y="5332529"/>
            <a:ext cx="33743" cy="33743"/>
          </a:xfrm>
          <a:prstGeom prst="ellipse">
            <a:avLst/>
          </a:prstGeom>
          <a:solidFill>
            <a:srgbClr val="EC542E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216" name="lumia-token-particle">
            <a:extLst>
              <a:ext uri="{FF2B5EF4-FFF2-40B4-BE49-F238E27FC236}">
                <a16:creationId xmlns:a16="http://schemas.microsoft.com/office/drawing/2014/main" id="{C77C60BA-D979-4C4E-8024-E4F9A3903DB3}"/>
              </a:ext>
            </a:extLst>
          </p:cNvPr>
          <p:cNvSpPr>
            <a:spLocks noGrp="1"/>
          </p:cNvSpPr>
          <p:nvPr/>
        </p:nvSpPr>
        <p:spPr>
          <a:xfrm rot="497534">
            <a:off x="7829702" y="5100026"/>
            <a:ext cx="27843" cy="27843"/>
          </a:xfrm>
          <a:prstGeom prst="ellipse">
            <a:avLst/>
          </a:prstGeom>
          <a:solidFill>
            <a:srgbClr val="F69B12">
              <a:alpha val="65000"/>
            </a:srgbClr>
          </a:solidFill>
          <a:ln w="0">
            <a:noFill/>
            <a:prstDash val="solid"/>
          </a:ln>
        </p:spPr>
      </p:sp>
      <p:sp>
        <p:nvSpPr>
          <p:cNvPr id="1217" name="lumia-token-particle">
            <a:extLst>
              <a:ext uri="{FF2B5EF4-FFF2-40B4-BE49-F238E27FC236}">
                <a16:creationId xmlns:a16="http://schemas.microsoft.com/office/drawing/2014/main" id="{AF1E1D60-BDD3-4BA9-87C3-52476430F17D}"/>
              </a:ext>
            </a:extLst>
          </p:cNvPr>
          <p:cNvSpPr>
            <a:spLocks noGrp="1"/>
          </p:cNvSpPr>
          <p:nvPr/>
        </p:nvSpPr>
        <p:spPr>
          <a:xfrm rot="270467">
            <a:off x="5821186" y="5329853"/>
            <a:ext cx="18914" cy="18914"/>
          </a:xfrm>
          <a:prstGeom prst="ellipse">
            <a:avLst/>
          </a:prstGeom>
          <a:solidFill>
            <a:srgbClr val="ED572D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218" name="lumia-token-particle-soft-glow">
            <a:extLst>
              <a:ext uri="{FF2B5EF4-FFF2-40B4-BE49-F238E27FC236}">
                <a16:creationId xmlns:a16="http://schemas.microsoft.com/office/drawing/2014/main" id="{CA1E7230-20E2-4FA8-AC81-F6C4AE85193A}"/>
              </a:ext>
            </a:extLst>
          </p:cNvPr>
          <p:cNvSpPr>
            <a:spLocks noGrp="1"/>
          </p:cNvSpPr>
          <p:nvPr/>
        </p:nvSpPr>
        <p:spPr>
          <a:xfrm rot="851913">
            <a:off x="4805602" y="6027178"/>
            <a:ext cx="148478" cy="148478"/>
          </a:xfrm>
          <a:prstGeom prst="ellipse">
            <a:avLst/>
          </a:prstGeom>
          <a:solidFill>
            <a:srgbClr val="CD4148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19" name="lumia-token-particle">
            <a:extLst>
              <a:ext uri="{FF2B5EF4-FFF2-40B4-BE49-F238E27FC236}">
                <a16:creationId xmlns:a16="http://schemas.microsoft.com/office/drawing/2014/main" id="{72DCC0B6-700D-48EB-90BD-B941E32FFB6B}"/>
              </a:ext>
            </a:extLst>
          </p:cNvPr>
          <p:cNvSpPr>
            <a:spLocks noGrp="1"/>
          </p:cNvSpPr>
          <p:nvPr/>
        </p:nvSpPr>
        <p:spPr>
          <a:xfrm rot="1035793">
            <a:off x="4848908" y="6070484"/>
            <a:ext cx="61866" cy="61866"/>
          </a:xfrm>
          <a:prstGeom prst="ellipse">
            <a:avLst/>
          </a:prstGeom>
          <a:solidFill>
            <a:srgbClr val="CD4148">
              <a:alpha val="77000"/>
            </a:srgbClr>
          </a:solidFill>
          <a:ln w="0">
            <a:noFill/>
            <a:prstDash val="solid"/>
          </a:ln>
        </p:spPr>
      </p:sp>
      <p:sp>
        <p:nvSpPr>
          <p:cNvPr id="1220" name="lumia-token-particle">
            <a:extLst>
              <a:ext uri="{FF2B5EF4-FFF2-40B4-BE49-F238E27FC236}">
                <a16:creationId xmlns:a16="http://schemas.microsoft.com/office/drawing/2014/main" id="{28D511A6-E3E0-4FD4-A3CC-B96FCD7C9F75}"/>
              </a:ext>
            </a:extLst>
          </p:cNvPr>
          <p:cNvSpPr>
            <a:spLocks noGrp="1"/>
          </p:cNvSpPr>
          <p:nvPr/>
        </p:nvSpPr>
        <p:spPr>
          <a:xfrm rot="2106160">
            <a:off x="1071982" y="6266717"/>
            <a:ext cx="10195" cy="10195"/>
          </a:xfrm>
          <a:prstGeom prst="ellipse">
            <a:avLst/>
          </a:prstGeom>
          <a:solidFill>
            <a:srgbClr val="4C64CA">
              <a:alpha val="32000"/>
            </a:srgbClr>
          </a:solidFill>
          <a:ln w="0">
            <a:noFill/>
            <a:prstDash val="solid"/>
          </a:ln>
        </p:spPr>
      </p:sp>
      <p:sp>
        <p:nvSpPr>
          <p:cNvPr id="1221" name="lumia-token-particle">
            <a:extLst>
              <a:ext uri="{FF2B5EF4-FFF2-40B4-BE49-F238E27FC236}">
                <a16:creationId xmlns:a16="http://schemas.microsoft.com/office/drawing/2014/main" id="{41BBDCFB-391D-4BB2-93B8-B8D32A3B2C13}"/>
              </a:ext>
            </a:extLst>
          </p:cNvPr>
          <p:cNvSpPr>
            <a:spLocks noGrp="1"/>
          </p:cNvSpPr>
          <p:nvPr/>
        </p:nvSpPr>
        <p:spPr>
          <a:xfrm rot="1905134">
            <a:off x="9675671" y="4814546"/>
            <a:ext cx="19909" cy="19909"/>
          </a:xfrm>
          <a:prstGeom prst="roundRect">
            <a:avLst>
              <a:gd name="adj" fmla="val 19137"/>
            </a:avLst>
          </a:prstGeom>
          <a:solidFill>
            <a:srgbClr val="C2B61B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222" name="lumia-token-particle-soft-glow">
            <a:extLst>
              <a:ext uri="{FF2B5EF4-FFF2-40B4-BE49-F238E27FC236}">
                <a16:creationId xmlns:a16="http://schemas.microsoft.com/office/drawing/2014/main" id="{752FA32E-9F48-477D-ABD7-54A41BD1FE54}"/>
              </a:ext>
            </a:extLst>
          </p:cNvPr>
          <p:cNvSpPr>
            <a:spLocks noGrp="1"/>
          </p:cNvSpPr>
          <p:nvPr/>
        </p:nvSpPr>
        <p:spPr>
          <a:xfrm rot="1743666">
            <a:off x="10321237" y="4856266"/>
            <a:ext cx="229298" cy="229298"/>
          </a:xfrm>
          <a:prstGeom prst="roundRect">
            <a:avLst>
              <a:gd name="adj" fmla="val 18000"/>
            </a:avLst>
          </a:prstGeom>
          <a:solidFill>
            <a:srgbClr val="94B22D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223" name="lumia-token-particle">
            <a:extLst>
              <a:ext uri="{FF2B5EF4-FFF2-40B4-BE49-F238E27FC236}">
                <a16:creationId xmlns:a16="http://schemas.microsoft.com/office/drawing/2014/main" id="{848564D6-2DB5-461B-8593-43B7A553D607}"/>
              </a:ext>
            </a:extLst>
          </p:cNvPr>
          <p:cNvSpPr>
            <a:spLocks noGrp="1"/>
          </p:cNvSpPr>
          <p:nvPr/>
        </p:nvSpPr>
        <p:spPr>
          <a:xfrm rot="1683526">
            <a:off x="10388116" y="4923145"/>
            <a:ext cx="95541" cy="95541"/>
          </a:xfrm>
          <a:prstGeom prst="roundRect">
            <a:avLst>
              <a:gd name="adj" fmla="val 18000"/>
            </a:avLst>
          </a:prstGeom>
          <a:solidFill>
            <a:srgbClr val="94B22D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224" name="lumia-token-particle">
            <a:extLst>
              <a:ext uri="{FF2B5EF4-FFF2-40B4-BE49-F238E27FC236}">
                <a16:creationId xmlns:a16="http://schemas.microsoft.com/office/drawing/2014/main" id="{B8CDCCD2-2937-4685-902B-38519464CDD9}"/>
              </a:ext>
            </a:extLst>
          </p:cNvPr>
          <p:cNvSpPr>
            <a:spLocks noGrp="1"/>
          </p:cNvSpPr>
          <p:nvPr/>
        </p:nvSpPr>
        <p:spPr>
          <a:xfrm rot="1260409">
            <a:off x="10629631" y="4074995"/>
            <a:ext cx="58224" cy="58224"/>
          </a:xfrm>
          <a:prstGeom prst="roundRect">
            <a:avLst>
              <a:gd name="adj" fmla="val 18000"/>
            </a:avLst>
          </a:prstGeom>
          <a:solidFill>
            <a:srgbClr val="8BB131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225" name="lumia-token-particle">
            <a:extLst>
              <a:ext uri="{FF2B5EF4-FFF2-40B4-BE49-F238E27FC236}">
                <a16:creationId xmlns:a16="http://schemas.microsoft.com/office/drawing/2014/main" id="{C0B9F8E5-6208-44E9-BDD7-D5363D03BD9B}"/>
              </a:ext>
            </a:extLst>
          </p:cNvPr>
          <p:cNvSpPr>
            <a:spLocks noGrp="1"/>
          </p:cNvSpPr>
          <p:nvPr/>
        </p:nvSpPr>
        <p:spPr>
          <a:xfrm rot="1856873">
            <a:off x="4859265" y="5603915"/>
            <a:ext cx="33064" cy="33064"/>
          </a:xfrm>
          <a:prstGeom prst="ellipse">
            <a:avLst/>
          </a:prstGeom>
          <a:solidFill>
            <a:srgbClr val="CA414A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226" name="lumia-token-particle">
            <a:extLst>
              <a:ext uri="{FF2B5EF4-FFF2-40B4-BE49-F238E27FC236}">
                <a16:creationId xmlns:a16="http://schemas.microsoft.com/office/drawing/2014/main" id="{85977E74-ADB6-4C27-8B8C-7F2C79A105C4}"/>
              </a:ext>
            </a:extLst>
          </p:cNvPr>
          <p:cNvSpPr>
            <a:spLocks noGrp="1"/>
          </p:cNvSpPr>
          <p:nvPr/>
        </p:nvSpPr>
        <p:spPr>
          <a:xfrm rot="2503352">
            <a:off x="10231592" y="3524425"/>
            <a:ext cx="52830" cy="52830"/>
          </a:xfrm>
          <a:prstGeom prst="roundRect">
            <a:avLst>
              <a:gd name="adj" fmla="val 18000"/>
            </a:avLst>
          </a:prstGeom>
          <a:solidFill>
            <a:srgbClr val="98B22C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227" name="lumia-token-particle">
            <a:extLst>
              <a:ext uri="{FF2B5EF4-FFF2-40B4-BE49-F238E27FC236}">
                <a16:creationId xmlns:a16="http://schemas.microsoft.com/office/drawing/2014/main" id="{F30BE1EA-266F-4BFC-B66E-90C927214EF9}"/>
              </a:ext>
            </a:extLst>
          </p:cNvPr>
          <p:cNvSpPr>
            <a:spLocks noGrp="1"/>
          </p:cNvSpPr>
          <p:nvPr/>
        </p:nvSpPr>
        <p:spPr>
          <a:xfrm rot="1128131">
            <a:off x="8719167" y="5462262"/>
            <a:ext cx="36563" cy="36563"/>
          </a:xfrm>
          <a:prstGeom prst="ellipse">
            <a:avLst/>
          </a:prstGeom>
          <a:solidFill>
            <a:srgbClr val="FAB607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228" name="lumia-token-particle-soft-glow">
            <a:extLst>
              <a:ext uri="{FF2B5EF4-FFF2-40B4-BE49-F238E27FC236}">
                <a16:creationId xmlns:a16="http://schemas.microsoft.com/office/drawing/2014/main" id="{7330998C-103B-4DF6-820B-379CA6B13708}"/>
              </a:ext>
            </a:extLst>
          </p:cNvPr>
          <p:cNvSpPr>
            <a:spLocks noGrp="1"/>
          </p:cNvSpPr>
          <p:nvPr/>
        </p:nvSpPr>
        <p:spPr>
          <a:xfrm rot="1844223">
            <a:off x="11406862" y="3635829"/>
            <a:ext cx="182781" cy="182781"/>
          </a:xfrm>
          <a:prstGeom prst="ellipse">
            <a:avLst/>
          </a:prstGeom>
          <a:solidFill>
            <a:srgbClr val="5CAC43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229" name="lumia-token-particle">
            <a:extLst>
              <a:ext uri="{FF2B5EF4-FFF2-40B4-BE49-F238E27FC236}">
                <a16:creationId xmlns:a16="http://schemas.microsoft.com/office/drawing/2014/main" id="{5A65034B-26F5-4978-99E3-AECF1C0843F7}"/>
              </a:ext>
            </a:extLst>
          </p:cNvPr>
          <p:cNvSpPr>
            <a:spLocks noGrp="1"/>
          </p:cNvSpPr>
          <p:nvPr/>
        </p:nvSpPr>
        <p:spPr>
          <a:xfrm rot="2441132">
            <a:off x="11460174" y="3689140"/>
            <a:ext cx="76159" cy="76159"/>
          </a:xfrm>
          <a:prstGeom prst="ellipse">
            <a:avLst/>
          </a:prstGeom>
          <a:solidFill>
            <a:srgbClr val="5CAC43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230" name="lumia-token-particle">
            <a:extLst>
              <a:ext uri="{FF2B5EF4-FFF2-40B4-BE49-F238E27FC236}">
                <a16:creationId xmlns:a16="http://schemas.microsoft.com/office/drawing/2014/main" id="{435B6B56-D5A3-47A8-B226-7FF1DE99B53C}"/>
              </a:ext>
            </a:extLst>
          </p:cNvPr>
          <p:cNvSpPr>
            <a:spLocks noGrp="1"/>
          </p:cNvSpPr>
          <p:nvPr/>
        </p:nvSpPr>
        <p:spPr>
          <a:xfrm rot="1450181">
            <a:off x="8876819" y="5267347"/>
            <a:ext cx="45980" cy="45980"/>
          </a:xfrm>
          <a:prstGeom prst="ellipse">
            <a:avLst/>
          </a:prstGeom>
          <a:solidFill>
            <a:srgbClr val="F9BC06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231" name="lumia-token-particle-soft-glow">
            <a:extLst>
              <a:ext uri="{FF2B5EF4-FFF2-40B4-BE49-F238E27FC236}">
                <a16:creationId xmlns:a16="http://schemas.microsoft.com/office/drawing/2014/main" id="{11691F75-DB08-403D-A14F-D0DF007A662E}"/>
              </a:ext>
            </a:extLst>
          </p:cNvPr>
          <p:cNvSpPr>
            <a:spLocks noGrp="1"/>
          </p:cNvSpPr>
          <p:nvPr/>
        </p:nvSpPr>
        <p:spPr>
          <a:xfrm rot="1480872">
            <a:off x="6412640" y="5053843"/>
            <a:ext cx="134626" cy="134626"/>
          </a:xfrm>
          <a:prstGeom prst="roundRect">
            <a:avLst>
              <a:gd name="adj" fmla="val 18000"/>
            </a:avLst>
          </a:prstGeom>
          <a:solidFill>
            <a:srgbClr val="F06E24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32" name="lumia-token-particle">
            <a:extLst>
              <a:ext uri="{FF2B5EF4-FFF2-40B4-BE49-F238E27FC236}">
                <a16:creationId xmlns:a16="http://schemas.microsoft.com/office/drawing/2014/main" id="{02D95B58-3CFA-47D6-932A-B392D82C23B0}"/>
              </a:ext>
            </a:extLst>
          </p:cNvPr>
          <p:cNvSpPr>
            <a:spLocks noGrp="1"/>
          </p:cNvSpPr>
          <p:nvPr/>
        </p:nvSpPr>
        <p:spPr>
          <a:xfrm rot="1335976">
            <a:off x="6451906" y="5093109"/>
            <a:ext cx="56094" cy="56094"/>
          </a:xfrm>
          <a:prstGeom prst="roundRect">
            <a:avLst>
              <a:gd name="adj" fmla="val 18000"/>
            </a:avLst>
          </a:prstGeom>
          <a:solidFill>
            <a:srgbClr val="F06E24">
              <a:alpha val="82000"/>
            </a:srgbClr>
          </a:solidFill>
          <a:ln w="0">
            <a:noFill/>
            <a:prstDash val="solid"/>
          </a:ln>
        </p:spPr>
      </p:sp>
      <p:sp>
        <p:nvSpPr>
          <p:cNvPr id="1233" name="lumia-token-particle">
            <a:extLst>
              <a:ext uri="{FF2B5EF4-FFF2-40B4-BE49-F238E27FC236}">
                <a16:creationId xmlns:a16="http://schemas.microsoft.com/office/drawing/2014/main" id="{108B75D7-8A59-43CF-877A-62D0C69F5766}"/>
              </a:ext>
            </a:extLst>
          </p:cNvPr>
          <p:cNvSpPr>
            <a:spLocks noGrp="1"/>
          </p:cNvSpPr>
          <p:nvPr/>
        </p:nvSpPr>
        <p:spPr>
          <a:xfrm rot="963002">
            <a:off x="12165787" y="3572260"/>
            <a:ext cx="52426" cy="52426"/>
          </a:xfrm>
          <a:prstGeom prst="roundRect">
            <a:avLst>
              <a:gd name="adj" fmla="val 18000"/>
            </a:avLst>
          </a:prstGeom>
          <a:solidFill>
            <a:srgbClr val="38A851">
              <a:alpha val="74000"/>
            </a:srgbClr>
          </a:solidFill>
          <a:ln w="0">
            <a:noFill/>
            <a:prstDash val="solid"/>
          </a:ln>
        </p:spPr>
      </p:sp>
      <p:sp>
        <p:nvSpPr>
          <p:cNvPr id="1234" name="lumia-token-particle">
            <a:extLst>
              <a:ext uri="{FF2B5EF4-FFF2-40B4-BE49-F238E27FC236}">
                <a16:creationId xmlns:a16="http://schemas.microsoft.com/office/drawing/2014/main" id="{79A37E39-3B62-4F3A-A298-5E8C7279DD15}"/>
              </a:ext>
            </a:extLst>
          </p:cNvPr>
          <p:cNvSpPr>
            <a:spLocks noGrp="1"/>
          </p:cNvSpPr>
          <p:nvPr/>
        </p:nvSpPr>
        <p:spPr>
          <a:xfrm rot="2319298">
            <a:off x="8901754" y="4748013"/>
            <a:ext cx="45987" cy="45987"/>
          </a:xfrm>
          <a:prstGeom prst="ellipse">
            <a:avLst/>
          </a:prstGeom>
          <a:solidFill>
            <a:srgbClr val="E5BA0E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235" name="lumia-token-particle">
            <a:extLst>
              <a:ext uri="{FF2B5EF4-FFF2-40B4-BE49-F238E27FC236}">
                <a16:creationId xmlns:a16="http://schemas.microsoft.com/office/drawing/2014/main" id="{0CE33BF1-2F93-4DE7-B178-8F7FBFF4BA61}"/>
              </a:ext>
            </a:extLst>
          </p:cNvPr>
          <p:cNvSpPr>
            <a:spLocks noGrp="1"/>
          </p:cNvSpPr>
          <p:nvPr/>
        </p:nvSpPr>
        <p:spPr>
          <a:xfrm rot="2211028">
            <a:off x="6237441" y="5729198"/>
            <a:ext cx="16344" cy="16344"/>
          </a:xfrm>
          <a:prstGeom prst="ellipse">
            <a:avLst/>
          </a:prstGeom>
          <a:solidFill>
            <a:srgbClr val="EE5D2B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236" name="lumia-token-particle">
            <a:extLst>
              <a:ext uri="{FF2B5EF4-FFF2-40B4-BE49-F238E27FC236}">
                <a16:creationId xmlns:a16="http://schemas.microsoft.com/office/drawing/2014/main" id="{BE5B1672-5A82-4818-871B-5835CEB39F6F}"/>
              </a:ext>
            </a:extLst>
          </p:cNvPr>
          <p:cNvSpPr>
            <a:spLocks noGrp="1"/>
          </p:cNvSpPr>
          <p:nvPr/>
        </p:nvSpPr>
        <p:spPr>
          <a:xfrm rot="2327974">
            <a:off x="5091050" y="5760514"/>
            <a:ext cx="15110" cy="15110"/>
          </a:xfrm>
          <a:prstGeom prst="ellipse">
            <a:avLst/>
          </a:prstGeom>
          <a:solidFill>
            <a:srgbClr val="DD423E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1237" name="lumia-token-particle">
            <a:extLst>
              <a:ext uri="{FF2B5EF4-FFF2-40B4-BE49-F238E27FC236}">
                <a16:creationId xmlns:a16="http://schemas.microsoft.com/office/drawing/2014/main" id="{5D90B2D0-9FD8-4E85-BCFA-999DF67BDE2E}"/>
              </a:ext>
            </a:extLst>
          </p:cNvPr>
          <p:cNvSpPr>
            <a:spLocks noGrp="1"/>
          </p:cNvSpPr>
          <p:nvPr/>
        </p:nvSpPr>
        <p:spPr>
          <a:xfrm rot="1983568">
            <a:off x="2481152" y="6422372"/>
            <a:ext cx="14297" cy="14297"/>
          </a:xfrm>
          <a:prstGeom prst="ellipse">
            <a:avLst/>
          </a:prstGeom>
          <a:solidFill>
            <a:srgbClr val="593B94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238" name="lumia-token-particle">
            <a:extLst>
              <a:ext uri="{FF2B5EF4-FFF2-40B4-BE49-F238E27FC236}">
                <a16:creationId xmlns:a16="http://schemas.microsoft.com/office/drawing/2014/main" id="{B8B8FF30-5271-4997-BCC3-9537E38B3F03}"/>
              </a:ext>
            </a:extLst>
          </p:cNvPr>
          <p:cNvSpPr>
            <a:spLocks noGrp="1"/>
          </p:cNvSpPr>
          <p:nvPr/>
        </p:nvSpPr>
        <p:spPr>
          <a:xfrm rot="1608428">
            <a:off x="3308136" y="5703364"/>
            <a:ext cx="25080" cy="25080"/>
          </a:xfrm>
          <a:prstGeom prst="roundRect">
            <a:avLst>
              <a:gd name="adj" fmla="val 18000"/>
            </a:avLst>
          </a:prstGeom>
          <a:solidFill>
            <a:srgbClr val="813D7A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239" name="lumia-token-particle-soft-glow">
            <a:extLst>
              <a:ext uri="{FF2B5EF4-FFF2-40B4-BE49-F238E27FC236}">
                <a16:creationId xmlns:a16="http://schemas.microsoft.com/office/drawing/2014/main" id="{A20BBED0-8E26-4DFE-9347-F0FBE6987BA2}"/>
              </a:ext>
            </a:extLst>
          </p:cNvPr>
          <p:cNvSpPr>
            <a:spLocks noGrp="1"/>
          </p:cNvSpPr>
          <p:nvPr/>
        </p:nvSpPr>
        <p:spPr>
          <a:xfrm rot="1778358">
            <a:off x="8246618" y="5071542"/>
            <a:ext cx="181645" cy="181645"/>
          </a:xfrm>
          <a:prstGeom prst="ellipse">
            <a:avLst/>
          </a:prstGeom>
          <a:solidFill>
            <a:srgbClr val="F9AA0C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240" name="lumia-token-particle">
            <a:extLst>
              <a:ext uri="{FF2B5EF4-FFF2-40B4-BE49-F238E27FC236}">
                <a16:creationId xmlns:a16="http://schemas.microsoft.com/office/drawing/2014/main" id="{FACD432D-83A1-45B3-B793-5B0A12BC1934}"/>
              </a:ext>
            </a:extLst>
          </p:cNvPr>
          <p:cNvSpPr>
            <a:spLocks noGrp="1"/>
          </p:cNvSpPr>
          <p:nvPr/>
        </p:nvSpPr>
        <p:spPr>
          <a:xfrm rot="1690384">
            <a:off x="8299597" y="5124522"/>
            <a:ext cx="75685" cy="75685"/>
          </a:xfrm>
          <a:prstGeom prst="ellipse">
            <a:avLst/>
          </a:prstGeom>
          <a:solidFill>
            <a:srgbClr val="F9AA0C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1241" name="lumia-token-particle">
            <a:extLst>
              <a:ext uri="{FF2B5EF4-FFF2-40B4-BE49-F238E27FC236}">
                <a16:creationId xmlns:a16="http://schemas.microsoft.com/office/drawing/2014/main" id="{A519DF8B-754A-4889-9F10-61F0973A0C41}"/>
              </a:ext>
            </a:extLst>
          </p:cNvPr>
          <p:cNvSpPr>
            <a:spLocks noGrp="1"/>
          </p:cNvSpPr>
          <p:nvPr/>
        </p:nvSpPr>
        <p:spPr>
          <a:xfrm rot="891656">
            <a:off x="3023105" y="5843133"/>
            <a:ext cx="8289" cy="8289"/>
          </a:xfrm>
          <a:prstGeom prst="ellipse">
            <a:avLst/>
          </a:prstGeom>
          <a:solidFill>
            <a:srgbClr val="723C84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242" name="lumia-token-particle-soft-glow">
            <a:extLst>
              <a:ext uri="{FF2B5EF4-FFF2-40B4-BE49-F238E27FC236}">
                <a16:creationId xmlns:a16="http://schemas.microsoft.com/office/drawing/2014/main" id="{06509135-825C-41C6-B898-A8C1D16E5991}"/>
              </a:ext>
            </a:extLst>
          </p:cNvPr>
          <p:cNvSpPr>
            <a:spLocks noGrp="1"/>
          </p:cNvSpPr>
          <p:nvPr/>
        </p:nvSpPr>
        <p:spPr>
          <a:xfrm rot="27562">
            <a:off x="3847674" y="5817429"/>
            <a:ext cx="89912" cy="89912"/>
          </a:xfrm>
          <a:prstGeom prst="roundRect">
            <a:avLst>
              <a:gd name="adj" fmla="val 18000"/>
            </a:avLst>
          </a:prstGeom>
          <a:solidFill>
            <a:srgbClr val="9C3F68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243" name="lumia-token-particle">
            <a:extLst>
              <a:ext uri="{FF2B5EF4-FFF2-40B4-BE49-F238E27FC236}">
                <a16:creationId xmlns:a16="http://schemas.microsoft.com/office/drawing/2014/main" id="{0E422B20-407F-4BE0-93AD-F0005B017B5B}"/>
              </a:ext>
            </a:extLst>
          </p:cNvPr>
          <p:cNvSpPr>
            <a:spLocks noGrp="1"/>
          </p:cNvSpPr>
          <p:nvPr/>
        </p:nvSpPr>
        <p:spPr>
          <a:xfrm rot="1797220">
            <a:off x="3873899" y="5843653"/>
            <a:ext cx="37463" cy="37463"/>
          </a:xfrm>
          <a:prstGeom prst="roundRect">
            <a:avLst>
              <a:gd name="adj" fmla="val 18000"/>
            </a:avLst>
          </a:prstGeom>
          <a:solidFill>
            <a:srgbClr val="9C3F68">
              <a:alpha val="73000"/>
            </a:srgbClr>
          </a:solidFill>
          <a:ln w="0">
            <a:noFill/>
            <a:prstDash val="solid"/>
          </a:ln>
        </p:spPr>
      </p:sp>
      <p:sp>
        <p:nvSpPr>
          <p:cNvPr id="1244" name="lumia-token-particle">
            <a:extLst>
              <a:ext uri="{FF2B5EF4-FFF2-40B4-BE49-F238E27FC236}">
                <a16:creationId xmlns:a16="http://schemas.microsoft.com/office/drawing/2014/main" id="{FD533051-CEEE-45C5-B8F0-12805057B3DC}"/>
              </a:ext>
            </a:extLst>
          </p:cNvPr>
          <p:cNvSpPr>
            <a:spLocks noGrp="1"/>
          </p:cNvSpPr>
          <p:nvPr/>
        </p:nvSpPr>
        <p:spPr>
          <a:xfrm rot="233252">
            <a:off x="8356399" y="5173685"/>
            <a:ext cx="18660" cy="18660"/>
          </a:xfrm>
          <a:prstGeom prst="ellipse">
            <a:avLst/>
          </a:prstGeom>
          <a:solidFill>
            <a:srgbClr val="FAB707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1245" name="lumia-token-particle">
            <a:extLst>
              <a:ext uri="{FF2B5EF4-FFF2-40B4-BE49-F238E27FC236}">
                <a16:creationId xmlns:a16="http://schemas.microsoft.com/office/drawing/2014/main" id="{345EC15B-3812-4F5A-81D1-2AE4B48EEA0B}"/>
              </a:ext>
            </a:extLst>
          </p:cNvPr>
          <p:cNvSpPr>
            <a:spLocks noGrp="1"/>
          </p:cNvSpPr>
          <p:nvPr/>
        </p:nvSpPr>
        <p:spPr>
          <a:xfrm rot="36349">
            <a:off x="3862764" y="5863608"/>
            <a:ext cx="10118" cy="10118"/>
          </a:xfrm>
          <a:prstGeom prst="ellipse">
            <a:avLst/>
          </a:prstGeom>
          <a:solidFill>
            <a:srgbClr val="9B3F69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246" name="lumia-token-particle">
            <a:extLst>
              <a:ext uri="{FF2B5EF4-FFF2-40B4-BE49-F238E27FC236}">
                <a16:creationId xmlns:a16="http://schemas.microsoft.com/office/drawing/2014/main" id="{9F689460-1FA0-4979-8646-2EAB4089970A}"/>
              </a:ext>
            </a:extLst>
          </p:cNvPr>
          <p:cNvSpPr>
            <a:spLocks noGrp="1"/>
          </p:cNvSpPr>
          <p:nvPr/>
        </p:nvSpPr>
        <p:spPr>
          <a:xfrm rot="847449">
            <a:off x="9170940" y="5123115"/>
            <a:ext cx="21671" cy="21671"/>
          </a:xfrm>
          <a:prstGeom prst="ellipse">
            <a:avLst/>
          </a:prstGeom>
          <a:solidFill>
            <a:srgbClr val="D2B815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247" name="lumia-token-particle">
            <a:extLst>
              <a:ext uri="{FF2B5EF4-FFF2-40B4-BE49-F238E27FC236}">
                <a16:creationId xmlns:a16="http://schemas.microsoft.com/office/drawing/2014/main" id="{4B5B177F-27D5-4CBD-84E4-8152053B9F40}"/>
              </a:ext>
            </a:extLst>
          </p:cNvPr>
          <p:cNvSpPr>
            <a:spLocks noGrp="1"/>
          </p:cNvSpPr>
          <p:nvPr/>
        </p:nvSpPr>
        <p:spPr>
          <a:xfrm rot="1709946">
            <a:off x="12181799" y="3495653"/>
            <a:ext cx="20402" cy="20402"/>
          </a:xfrm>
          <a:prstGeom prst="roundRect">
            <a:avLst>
              <a:gd name="adj" fmla="val 18675"/>
            </a:avLst>
          </a:prstGeom>
          <a:solidFill>
            <a:srgbClr val="3BA950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8" name="lumia-token-particle-soft-glow">
            <a:extLst>
              <a:ext uri="{FF2B5EF4-FFF2-40B4-BE49-F238E27FC236}">
                <a16:creationId xmlns:a16="http://schemas.microsoft.com/office/drawing/2014/main" id="{B6190AF3-DEB8-44CA-8B02-6C5B81CAE9B7}"/>
              </a:ext>
            </a:extLst>
          </p:cNvPr>
          <p:cNvSpPr>
            <a:spLocks noGrp="1"/>
          </p:cNvSpPr>
          <p:nvPr/>
        </p:nvSpPr>
        <p:spPr>
          <a:xfrm rot="1901393">
            <a:off x="10795884" y="3607671"/>
            <a:ext cx="179891" cy="179891"/>
          </a:xfrm>
          <a:prstGeom prst="roundRect">
            <a:avLst>
              <a:gd name="adj" fmla="val 18000"/>
            </a:avLst>
          </a:prstGeom>
          <a:solidFill>
            <a:srgbClr val="81B035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249" name="lumia-token-particle">
            <a:extLst>
              <a:ext uri="{FF2B5EF4-FFF2-40B4-BE49-F238E27FC236}">
                <a16:creationId xmlns:a16="http://schemas.microsoft.com/office/drawing/2014/main" id="{CA6F29A7-A1AF-4D5A-9D25-D36807DF3358}"/>
              </a:ext>
            </a:extLst>
          </p:cNvPr>
          <p:cNvSpPr>
            <a:spLocks noGrp="1"/>
          </p:cNvSpPr>
          <p:nvPr/>
        </p:nvSpPr>
        <p:spPr>
          <a:xfrm rot="202138">
            <a:off x="10848352" y="3660140"/>
            <a:ext cx="74955" cy="74955"/>
          </a:xfrm>
          <a:prstGeom prst="roundRect">
            <a:avLst>
              <a:gd name="adj" fmla="val 18000"/>
            </a:avLst>
          </a:prstGeom>
          <a:solidFill>
            <a:srgbClr val="81B035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250" name="lumia-token-particle">
            <a:extLst>
              <a:ext uri="{FF2B5EF4-FFF2-40B4-BE49-F238E27FC236}">
                <a16:creationId xmlns:a16="http://schemas.microsoft.com/office/drawing/2014/main" id="{FC13EC31-658F-4A7B-ACD0-E8652C5C7F6B}"/>
              </a:ext>
            </a:extLst>
          </p:cNvPr>
          <p:cNvSpPr>
            <a:spLocks noGrp="1"/>
          </p:cNvSpPr>
          <p:nvPr/>
        </p:nvSpPr>
        <p:spPr>
          <a:xfrm rot="603214">
            <a:off x="7187190" y="5655920"/>
            <a:ext cx="35668" cy="35668"/>
          </a:xfrm>
          <a:prstGeom prst="roundRect">
            <a:avLst>
              <a:gd name="adj" fmla="val 18000"/>
            </a:avLst>
          </a:prstGeom>
          <a:solidFill>
            <a:srgbClr val="F27E1D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251" name="lumia-token-particle">
            <a:extLst>
              <a:ext uri="{FF2B5EF4-FFF2-40B4-BE49-F238E27FC236}">
                <a16:creationId xmlns:a16="http://schemas.microsoft.com/office/drawing/2014/main" id="{BBF2C917-F1ED-4069-8631-11E133662DAD}"/>
              </a:ext>
            </a:extLst>
          </p:cNvPr>
          <p:cNvSpPr>
            <a:spLocks noGrp="1"/>
          </p:cNvSpPr>
          <p:nvPr/>
        </p:nvSpPr>
        <p:spPr>
          <a:xfrm rot="1419903">
            <a:off x="5833427" y="5553930"/>
            <a:ext cx="29431" cy="29431"/>
          </a:xfrm>
          <a:prstGeom prst="ellipse">
            <a:avLst/>
          </a:prstGeom>
          <a:solidFill>
            <a:srgbClr val="EB4D31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252" name="lumia-token-particle">
            <a:extLst>
              <a:ext uri="{FF2B5EF4-FFF2-40B4-BE49-F238E27FC236}">
                <a16:creationId xmlns:a16="http://schemas.microsoft.com/office/drawing/2014/main" id="{7E67F9D6-451E-4592-AE90-3078E178CA02}"/>
              </a:ext>
            </a:extLst>
          </p:cNvPr>
          <p:cNvSpPr>
            <a:spLocks noGrp="1"/>
          </p:cNvSpPr>
          <p:nvPr/>
        </p:nvSpPr>
        <p:spPr>
          <a:xfrm rot="1420768">
            <a:off x="3883345" y="5599391"/>
            <a:ext cx="16212" cy="16212"/>
          </a:xfrm>
          <a:prstGeom prst="roundRect">
            <a:avLst>
              <a:gd name="adj" fmla="val 23501"/>
            </a:avLst>
          </a:prstGeom>
          <a:solidFill>
            <a:srgbClr val="9C3F68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253" name="lumia-token-particle">
            <a:extLst>
              <a:ext uri="{FF2B5EF4-FFF2-40B4-BE49-F238E27FC236}">
                <a16:creationId xmlns:a16="http://schemas.microsoft.com/office/drawing/2014/main" id="{D9BED2A6-12EC-47B6-AE87-0B2D955C9DC0}"/>
              </a:ext>
            </a:extLst>
          </p:cNvPr>
          <p:cNvSpPr>
            <a:spLocks noGrp="1"/>
          </p:cNvSpPr>
          <p:nvPr/>
        </p:nvSpPr>
        <p:spPr>
          <a:xfrm rot="306311">
            <a:off x="11193104" y="3459783"/>
            <a:ext cx="27603" cy="27603"/>
          </a:xfrm>
          <a:prstGeom prst="ellipse">
            <a:avLst/>
          </a:prstGeom>
          <a:solidFill>
            <a:srgbClr val="67AD3F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1254" name="lumia-token-particle-soft-glow">
            <a:extLst>
              <a:ext uri="{FF2B5EF4-FFF2-40B4-BE49-F238E27FC236}">
                <a16:creationId xmlns:a16="http://schemas.microsoft.com/office/drawing/2014/main" id="{582FCFB4-52CD-44E3-A2F9-6FDFA2FA4803}"/>
              </a:ext>
            </a:extLst>
          </p:cNvPr>
          <p:cNvSpPr>
            <a:spLocks noGrp="1"/>
          </p:cNvSpPr>
          <p:nvPr/>
        </p:nvSpPr>
        <p:spPr>
          <a:xfrm rot="2013254">
            <a:off x="6361063" y="5922171"/>
            <a:ext cx="161181" cy="161181"/>
          </a:xfrm>
          <a:prstGeom prst="roundRect">
            <a:avLst>
              <a:gd name="adj" fmla="val 18000"/>
            </a:avLst>
          </a:prstGeom>
          <a:solidFill>
            <a:srgbClr val="F06B25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55" name="lumia-token-particle">
            <a:extLst>
              <a:ext uri="{FF2B5EF4-FFF2-40B4-BE49-F238E27FC236}">
                <a16:creationId xmlns:a16="http://schemas.microsoft.com/office/drawing/2014/main" id="{C46768CE-AC95-41A4-80A8-E6E5C08F35C7}"/>
              </a:ext>
            </a:extLst>
          </p:cNvPr>
          <p:cNvSpPr>
            <a:spLocks noGrp="1"/>
          </p:cNvSpPr>
          <p:nvPr/>
        </p:nvSpPr>
        <p:spPr>
          <a:xfrm rot="1774222">
            <a:off x="6408074" y="5969182"/>
            <a:ext cx="67159" cy="67159"/>
          </a:xfrm>
          <a:prstGeom prst="roundRect">
            <a:avLst>
              <a:gd name="adj" fmla="val 18000"/>
            </a:avLst>
          </a:prstGeom>
          <a:solidFill>
            <a:srgbClr val="F06B25">
              <a:alpha val="81000"/>
            </a:srgbClr>
          </a:solidFill>
          <a:ln w="0">
            <a:noFill/>
            <a:prstDash val="solid"/>
          </a:ln>
        </p:spPr>
      </p:sp>
      <p:sp>
        <p:nvSpPr>
          <p:cNvPr id="1256" name="lumia-token-particle">
            <a:extLst>
              <a:ext uri="{FF2B5EF4-FFF2-40B4-BE49-F238E27FC236}">
                <a16:creationId xmlns:a16="http://schemas.microsoft.com/office/drawing/2014/main" id="{85BFF2BA-70B6-461C-AAC0-A91F9F454001}"/>
              </a:ext>
            </a:extLst>
          </p:cNvPr>
          <p:cNvSpPr>
            <a:spLocks noGrp="1"/>
          </p:cNvSpPr>
          <p:nvPr/>
        </p:nvSpPr>
        <p:spPr>
          <a:xfrm rot="1354037">
            <a:off x="7241919" y="5798238"/>
            <a:ext cx="14583" cy="14583"/>
          </a:xfrm>
          <a:prstGeom prst="ellipse">
            <a:avLst/>
          </a:prstGeom>
          <a:solidFill>
            <a:srgbClr val="F27F1D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257" name="lumia-token-particle">
            <a:extLst>
              <a:ext uri="{FF2B5EF4-FFF2-40B4-BE49-F238E27FC236}">
                <a16:creationId xmlns:a16="http://schemas.microsoft.com/office/drawing/2014/main" id="{29EB955B-61D0-4E32-925C-E0DEA42B348A}"/>
              </a:ext>
            </a:extLst>
          </p:cNvPr>
          <p:cNvSpPr>
            <a:spLocks noGrp="1"/>
          </p:cNvSpPr>
          <p:nvPr/>
        </p:nvSpPr>
        <p:spPr>
          <a:xfrm rot="1574083">
            <a:off x="7295332" y="5171564"/>
            <a:ext cx="22055" cy="22055"/>
          </a:xfrm>
          <a:prstGeom prst="roundRect">
            <a:avLst>
              <a:gd name="adj" fmla="val 18000"/>
            </a:avLst>
          </a:prstGeom>
          <a:solidFill>
            <a:srgbClr val="F3821C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258" name="lumia-token-particle">
            <a:extLst>
              <a:ext uri="{FF2B5EF4-FFF2-40B4-BE49-F238E27FC236}">
                <a16:creationId xmlns:a16="http://schemas.microsoft.com/office/drawing/2014/main" id="{F8871FD7-2A86-4A67-8088-73F4EE5AD429}"/>
              </a:ext>
            </a:extLst>
          </p:cNvPr>
          <p:cNvSpPr>
            <a:spLocks noGrp="1"/>
          </p:cNvSpPr>
          <p:nvPr/>
        </p:nvSpPr>
        <p:spPr>
          <a:xfrm rot="1808016">
            <a:off x="7589154" y="5597708"/>
            <a:ext cx="27159" cy="27159"/>
          </a:xfrm>
          <a:prstGeom prst="ellipse">
            <a:avLst/>
          </a:prstGeom>
          <a:solidFill>
            <a:srgbClr val="F59016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1259" name="lumia-token-particle">
            <a:extLst>
              <a:ext uri="{FF2B5EF4-FFF2-40B4-BE49-F238E27FC236}">
                <a16:creationId xmlns:a16="http://schemas.microsoft.com/office/drawing/2014/main" id="{F5F4143E-21D2-4E1C-8828-56F27B96DF20}"/>
              </a:ext>
            </a:extLst>
          </p:cNvPr>
          <p:cNvSpPr>
            <a:spLocks noGrp="1"/>
          </p:cNvSpPr>
          <p:nvPr/>
        </p:nvSpPr>
        <p:spPr>
          <a:xfrm rot="937724">
            <a:off x="9792103" y="4678700"/>
            <a:ext cx="29051" cy="29051"/>
          </a:xfrm>
          <a:prstGeom prst="roundRect">
            <a:avLst>
              <a:gd name="adj" fmla="val 18000"/>
            </a:avLst>
          </a:prstGeom>
          <a:solidFill>
            <a:srgbClr val="BAB51E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260" name="lumia-token-particle-soft-glow">
            <a:extLst>
              <a:ext uri="{FF2B5EF4-FFF2-40B4-BE49-F238E27FC236}">
                <a16:creationId xmlns:a16="http://schemas.microsoft.com/office/drawing/2014/main" id="{473E62E4-00DC-43DF-B0B1-1E87FAC2A3F3}"/>
              </a:ext>
            </a:extLst>
          </p:cNvPr>
          <p:cNvSpPr>
            <a:spLocks noGrp="1"/>
          </p:cNvSpPr>
          <p:nvPr/>
        </p:nvSpPr>
        <p:spPr>
          <a:xfrm rot="1636606">
            <a:off x="8446297" y="5322966"/>
            <a:ext cx="218896" cy="218896"/>
          </a:xfrm>
          <a:prstGeom prst="roundRect">
            <a:avLst>
              <a:gd name="adj" fmla="val 18000"/>
            </a:avLst>
          </a:prstGeom>
          <a:solidFill>
            <a:srgbClr val="FBBA06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261" name="lumia-token-particle">
            <a:extLst>
              <a:ext uri="{FF2B5EF4-FFF2-40B4-BE49-F238E27FC236}">
                <a16:creationId xmlns:a16="http://schemas.microsoft.com/office/drawing/2014/main" id="{9BA2897D-750E-4418-B214-21D753D0E7B9}"/>
              </a:ext>
            </a:extLst>
          </p:cNvPr>
          <p:cNvSpPr>
            <a:spLocks noGrp="1"/>
          </p:cNvSpPr>
          <p:nvPr/>
        </p:nvSpPr>
        <p:spPr>
          <a:xfrm rot="333582">
            <a:off x="8510141" y="5386810"/>
            <a:ext cx="91207" cy="91207"/>
          </a:xfrm>
          <a:prstGeom prst="roundRect">
            <a:avLst>
              <a:gd name="adj" fmla="val 18000"/>
            </a:avLst>
          </a:prstGeom>
          <a:solidFill>
            <a:srgbClr val="FBBA06">
              <a:alpha val="88000"/>
            </a:srgbClr>
          </a:solidFill>
          <a:ln w="0">
            <a:noFill/>
            <a:prstDash val="solid"/>
          </a:ln>
        </p:spPr>
      </p:sp>
      <p:sp>
        <p:nvSpPr>
          <p:cNvPr id="1262" name="lumia-token-particle">
            <a:extLst>
              <a:ext uri="{FF2B5EF4-FFF2-40B4-BE49-F238E27FC236}">
                <a16:creationId xmlns:a16="http://schemas.microsoft.com/office/drawing/2014/main" id="{34701ED8-E4D9-415F-9019-51FC1F2F5F01}"/>
              </a:ext>
            </a:extLst>
          </p:cNvPr>
          <p:cNvSpPr>
            <a:spLocks noGrp="1"/>
          </p:cNvSpPr>
          <p:nvPr/>
        </p:nvSpPr>
        <p:spPr>
          <a:xfrm rot="2388557">
            <a:off x="10367001" y="4103320"/>
            <a:ext cx="69914" cy="69914"/>
          </a:xfrm>
          <a:prstGeom prst="roundRect">
            <a:avLst>
              <a:gd name="adj" fmla="val 18000"/>
            </a:avLst>
          </a:prstGeom>
          <a:solidFill>
            <a:srgbClr val="92B12E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263" name="lumia-token-particle">
            <a:extLst>
              <a:ext uri="{FF2B5EF4-FFF2-40B4-BE49-F238E27FC236}">
                <a16:creationId xmlns:a16="http://schemas.microsoft.com/office/drawing/2014/main" id="{063FA0B2-4D67-45ED-BE2B-F5C726B90799}"/>
              </a:ext>
            </a:extLst>
          </p:cNvPr>
          <p:cNvSpPr>
            <a:spLocks noGrp="1"/>
          </p:cNvSpPr>
          <p:nvPr/>
        </p:nvSpPr>
        <p:spPr>
          <a:xfrm rot="2364129">
            <a:off x="3896550" y="5799168"/>
            <a:ext cx="24468" cy="24468"/>
          </a:xfrm>
          <a:prstGeom prst="roundRect">
            <a:avLst>
              <a:gd name="adj" fmla="val 18000"/>
            </a:avLst>
          </a:prstGeom>
          <a:solidFill>
            <a:srgbClr val="973E6C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264" name="lumia-token-particle">
            <a:extLst>
              <a:ext uri="{FF2B5EF4-FFF2-40B4-BE49-F238E27FC236}">
                <a16:creationId xmlns:a16="http://schemas.microsoft.com/office/drawing/2014/main" id="{C68446F7-9B7A-4719-82BB-1AF8B5C116FD}"/>
              </a:ext>
            </a:extLst>
          </p:cNvPr>
          <p:cNvSpPr>
            <a:spLocks noGrp="1"/>
          </p:cNvSpPr>
          <p:nvPr/>
        </p:nvSpPr>
        <p:spPr>
          <a:xfrm rot="2170462">
            <a:off x="3655977" y="6059931"/>
            <a:ext cx="24432" cy="24432"/>
          </a:xfrm>
          <a:prstGeom prst="roundRect">
            <a:avLst>
              <a:gd name="adj" fmla="val 18000"/>
            </a:avLst>
          </a:prstGeom>
          <a:solidFill>
            <a:srgbClr val="923E6F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265" name="lumia-token-particle">
            <a:extLst>
              <a:ext uri="{FF2B5EF4-FFF2-40B4-BE49-F238E27FC236}">
                <a16:creationId xmlns:a16="http://schemas.microsoft.com/office/drawing/2014/main" id="{5041ECA0-F000-4A92-9125-96DCF9B2C2D0}"/>
              </a:ext>
            </a:extLst>
          </p:cNvPr>
          <p:cNvSpPr>
            <a:spLocks noGrp="1"/>
          </p:cNvSpPr>
          <p:nvPr/>
        </p:nvSpPr>
        <p:spPr>
          <a:xfrm rot="1421415">
            <a:off x="7873635" y="4980716"/>
            <a:ext cx="46807" cy="46807"/>
          </a:xfrm>
          <a:prstGeom prst="ellipse">
            <a:avLst/>
          </a:prstGeom>
          <a:solidFill>
            <a:srgbClr val="F8A50E">
              <a:alpha val="66000"/>
            </a:srgbClr>
          </a:solidFill>
          <a:ln w="0">
            <a:noFill/>
            <a:prstDash val="solid"/>
          </a:ln>
        </p:spPr>
      </p:sp>
      <p:sp>
        <p:nvSpPr>
          <p:cNvPr id="1266" name="lumia-token-particle">
            <a:extLst>
              <a:ext uri="{FF2B5EF4-FFF2-40B4-BE49-F238E27FC236}">
                <a16:creationId xmlns:a16="http://schemas.microsoft.com/office/drawing/2014/main" id="{7C7F6E87-ADD8-48BB-930C-CC888EBCB6AB}"/>
              </a:ext>
            </a:extLst>
          </p:cNvPr>
          <p:cNvSpPr>
            <a:spLocks noGrp="1"/>
          </p:cNvSpPr>
          <p:nvPr/>
        </p:nvSpPr>
        <p:spPr>
          <a:xfrm rot="2630731">
            <a:off x="10782663" y="4425071"/>
            <a:ext cx="53398" cy="53398"/>
          </a:xfrm>
          <a:prstGeom prst="ellipse">
            <a:avLst/>
          </a:prstGeom>
          <a:solidFill>
            <a:srgbClr val="82B034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267" name="lumia-token-particle">
            <a:extLst>
              <a:ext uri="{FF2B5EF4-FFF2-40B4-BE49-F238E27FC236}">
                <a16:creationId xmlns:a16="http://schemas.microsoft.com/office/drawing/2014/main" id="{8757E198-AAEF-4A22-8B89-E4CC51E01A44}"/>
              </a:ext>
            </a:extLst>
          </p:cNvPr>
          <p:cNvSpPr>
            <a:spLocks noGrp="1"/>
          </p:cNvSpPr>
          <p:nvPr/>
        </p:nvSpPr>
        <p:spPr>
          <a:xfrm rot="1780064">
            <a:off x="6864064" y="5864849"/>
            <a:ext cx="10254" cy="10254"/>
          </a:xfrm>
          <a:prstGeom prst="ellipse">
            <a:avLst/>
          </a:prstGeom>
          <a:solidFill>
            <a:srgbClr val="F27E1E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268" name="lumia-token-particle">
            <a:extLst>
              <a:ext uri="{FF2B5EF4-FFF2-40B4-BE49-F238E27FC236}">
                <a16:creationId xmlns:a16="http://schemas.microsoft.com/office/drawing/2014/main" id="{56E69CEB-5E6C-4F70-A62F-37F9F644BAAF}"/>
              </a:ext>
            </a:extLst>
          </p:cNvPr>
          <p:cNvSpPr>
            <a:spLocks noGrp="1"/>
          </p:cNvSpPr>
          <p:nvPr/>
        </p:nvSpPr>
        <p:spPr>
          <a:xfrm rot="2431009">
            <a:off x="8271393" y="5098557"/>
            <a:ext cx="50680" cy="50680"/>
          </a:xfrm>
          <a:prstGeom prst="roundRect">
            <a:avLst>
              <a:gd name="adj" fmla="val 18000"/>
            </a:avLst>
          </a:prstGeom>
          <a:solidFill>
            <a:srgbClr val="F9B00A">
              <a:alpha val="66000"/>
            </a:srgbClr>
          </a:solidFill>
          <a:ln w="0">
            <a:noFill/>
            <a:prstDash val="solid"/>
          </a:ln>
        </p:spPr>
      </p:sp>
      <p:sp>
        <p:nvSpPr>
          <p:cNvPr id="1269" name="lumia-token-particle">
            <a:extLst>
              <a:ext uri="{FF2B5EF4-FFF2-40B4-BE49-F238E27FC236}">
                <a16:creationId xmlns:a16="http://schemas.microsoft.com/office/drawing/2014/main" id="{92D8A926-0F7D-441D-B708-1CE8E4D0A135}"/>
              </a:ext>
            </a:extLst>
          </p:cNvPr>
          <p:cNvSpPr>
            <a:spLocks noGrp="1"/>
          </p:cNvSpPr>
          <p:nvPr/>
        </p:nvSpPr>
        <p:spPr>
          <a:xfrm rot="2176097">
            <a:off x="2906959" y="6078911"/>
            <a:ext cx="10928" cy="10928"/>
          </a:xfrm>
          <a:prstGeom prst="roundRect">
            <a:avLst>
              <a:gd name="adj" fmla="val 34863"/>
            </a:avLst>
          </a:prstGeom>
          <a:solidFill>
            <a:srgbClr val="6F3C86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270" name="lumia-token-particle-soft-glow">
            <a:extLst>
              <a:ext uri="{FF2B5EF4-FFF2-40B4-BE49-F238E27FC236}">
                <a16:creationId xmlns:a16="http://schemas.microsoft.com/office/drawing/2014/main" id="{FA3D191C-1E88-4516-A7F3-2B2829195AAA}"/>
              </a:ext>
            </a:extLst>
          </p:cNvPr>
          <p:cNvSpPr>
            <a:spLocks noGrp="1"/>
          </p:cNvSpPr>
          <p:nvPr/>
        </p:nvSpPr>
        <p:spPr>
          <a:xfrm rot="201816">
            <a:off x="5977889" y="5599770"/>
            <a:ext cx="108622" cy="108622"/>
          </a:xfrm>
          <a:prstGeom prst="ellipse">
            <a:avLst/>
          </a:prstGeom>
          <a:solidFill>
            <a:srgbClr val="ED582D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71" name="lumia-token-particle">
            <a:extLst>
              <a:ext uri="{FF2B5EF4-FFF2-40B4-BE49-F238E27FC236}">
                <a16:creationId xmlns:a16="http://schemas.microsoft.com/office/drawing/2014/main" id="{1792AFEA-69F8-4AB1-9C4C-B6091BEADAD8}"/>
              </a:ext>
            </a:extLst>
          </p:cNvPr>
          <p:cNvSpPr>
            <a:spLocks noGrp="1"/>
          </p:cNvSpPr>
          <p:nvPr/>
        </p:nvSpPr>
        <p:spPr>
          <a:xfrm rot="2407358">
            <a:off x="6009570" y="5631451"/>
            <a:ext cx="45259" cy="45259"/>
          </a:xfrm>
          <a:prstGeom prst="ellipse">
            <a:avLst/>
          </a:prstGeom>
          <a:solidFill>
            <a:srgbClr val="ED582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72" name="lumia-token-particle-soft-glow">
            <a:extLst>
              <a:ext uri="{FF2B5EF4-FFF2-40B4-BE49-F238E27FC236}">
                <a16:creationId xmlns:a16="http://schemas.microsoft.com/office/drawing/2014/main" id="{39DF32F0-BA2E-4F7B-8DE4-2D0A919C7A92}"/>
              </a:ext>
            </a:extLst>
          </p:cNvPr>
          <p:cNvSpPr>
            <a:spLocks noGrp="1"/>
          </p:cNvSpPr>
          <p:nvPr/>
        </p:nvSpPr>
        <p:spPr>
          <a:xfrm rot="2068914">
            <a:off x="6857718" y="5789800"/>
            <a:ext cx="183694" cy="183694"/>
          </a:xfrm>
          <a:prstGeom prst="roundRect">
            <a:avLst>
              <a:gd name="adj" fmla="val 18000"/>
            </a:avLst>
          </a:prstGeom>
          <a:solidFill>
            <a:srgbClr val="F17820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273" name="lumia-token-particle">
            <a:extLst>
              <a:ext uri="{FF2B5EF4-FFF2-40B4-BE49-F238E27FC236}">
                <a16:creationId xmlns:a16="http://schemas.microsoft.com/office/drawing/2014/main" id="{1F6A5794-C378-400B-B15C-81060706663C}"/>
              </a:ext>
            </a:extLst>
          </p:cNvPr>
          <p:cNvSpPr>
            <a:spLocks noGrp="1"/>
          </p:cNvSpPr>
          <p:nvPr/>
        </p:nvSpPr>
        <p:spPr>
          <a:xfrm rot="204481">
            <a:off x="6911295" y="5843378"/>
            <a:ext cx="76539" cy="76539"/>
          </a:xfrm>
          <a:prstGeom prst="roundRect">
            <a:avLst>
              <a:gd name="adj" fmla="val 18000"/>
            </a:avLst>
          </a:prstGeom>
          <a:solidFill>
            <a:srgbClr val="F17820">
              <a:alpha val="82000"/>
            </a:srgbClr>
          </a:solidFill>
          <a:ln w="0">
            <a:noFill/>
            <a:prstDash val="solid"/>
          </a:ln>
        </p:spPr>
      </p:sp>
      <p:sp>
        <p:nvSpPr>
          <p:cNvPr id="1274" name="lumia-token-particle">
            <a:extLst>
              <a:ext uri="{FF2B5EF4-FFF2-40B4-BE49-F238E27FC236}">
                <a16:creationId xmlns:a16="http://schemas.microsoft.com/office/drawing/2014/main" id="{5F42E288-2A6E-42B8-84C9-E572DC92BF87}"/>
              </a:ext>
            </a:extLst>
          </p:cNvPr>
          <p:cNvSpPr>
            <a:spLocks noGrp="1"/>
          </p:cNvSpPr>
          <p:nvPr/>
        </p:nvSpPr>
        <p:spPr>
          <a:xfrm rot="994797">
            <a:off x="6329484" y="5841240"/>
            <a:ext cx="33034" cy="33034"/>
          </a:xfrm>
          <a:prstGeom prst="ellipse">
            <a:avLst/>
          </a:prstGeom>
          <a:solidFill>
            <a:srgbClr val="EF6528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275" name="lumia-token-particle">
            <a:extLst>
              <a:ext uri="{FF2B5EF4-FFF2-40B4-BE49-F238E27FC236}">
                <a16:creationId xmlns:a16="http://schemas.microsoft.com/office/drawing/2014/main" id="{E76F0534-9145-4FF6-A2F4-2B756FAC1CFF}"/>
              </a:ext>
            </a:extLst>
          </p:cNvPr>
          <p:cNvSpPr>
            <a:spLocks noGrp="1"/>
          </p:cNvSpPr>
          <p:nvPr/>
        </p:nvSpPr>
        <p:spPr>
          <a:xfrm rot="852607">
            <a:off x="8876373" y="4667160"/>
            <a:ext cx="29974" cy="29974"/>
          </a:xfrm>
          <a:prstGeom prst="ellipse">
            <a:avLst/>
          </a:prstGeom>
          <a:solidFill>
            <a:srgbClr val="E8BA0C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1276" name="lumia-token-particle-soft-glow">
            <a:extLst>
              <a:ext uri="{FF2B5EF4-FFF2-40B4-BE49-F238E27FC236}">
                <a16:creationId xmlns:a16="http://schemas.microsoft.com/office/drawing/2014/main" id="{AD09EA56-7D82-4B5B-999A-6D7E1621664B}"/>
              </a:ext>
            </a:extLst>
          </p:cNvPr>
          <p:cNvSpPr>
            <a:spLocks noGrp="1"/>
          </p:cNvSpPr>
          <p:nvPr/>
        </p:nvSpPr>
        <p:spPr>
          <a:xfrm rot="1610047">
            <a:off x="12027042" y="3283031"/>
            <a:ext cx="278632" cy="278632"/>
          </a:xfrm>
          <a:prstGeom prst="roundRect">
            <a:avLst>
              <a:gd name="adj" fmla="val 18000"/>
            </a:avLst>
          </a:prstGeom>
          <a:solidFill>
            <a:srgbClr val="39A951">
              <a:alpha val="14000"/>
            </a:srgbClr>
          </a:solidFill>
          <a:ln w="0">
            <a:noFill/>
            <a:prstDash val="solid"/>
          </a:ln>
        </p:spPr>
      </p:sp>
      <p:sp>
        <p:nvSpPr>
          <p:cNvPr id="1277" name="lumia-token-particle">
            <a:extLst>
              <a:ext uri="{FF2B5EF4-FFF2-40B4-BE49-F238E27FC236}">
                <a16:creationId xmlns:a16="http://schemas.microsoft.com/office/drawing/2014/main" id="{26AEC063-4D85-4CA6-BD9C-88A621863134}"/>
              </a:ext>
            </a:extLst>
          </p:cNvPr>
          <p:cNvSpPr>
            <a:spLocks noGrp="1"/>
          </p:cNvSpPr>
          <p:nvPr/>
        </p:nvSpPr>
        <p:spPr>
          <a:xfrm rot="2527778">
            <a:off x="12108310" y="3364299"/>
            <a:ext cx="116097" cy="116097"/>
          </a:xfrm>
          <a:prstGeom prst="roundRect">
            <a:avLst>
              <a:gd name="adj" fmla="val 18000"/>
            </a:avLst>
          </a:prstGeom>
          <a:solidFill>
            <a:srgbClr val="39A951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278" name="lumia-token-particle">
            <a:extLst>
              <a:ext uri="{FF2B5EF4-FFF2-40B4-BE49-F238E27FC236}">
                <a16:creationId xmlns:a16="http://schemas.microsoft.com/office/drawing/2014/main" id="{4C63BFDD-23A7-4500-A291-512CC38EF03A}"/>
              </a:ext>
            </a:extLst>
          </p:cNvPr>
          <p:cNvSpPr>
            <a:spLocks noGrp="1"/>
          </p:cNvSpPr>
          <p:nvPr/>
        </p:nvSpPr>
        <p:spPr>
          <a:xfrm rot="530960">
            <a:off x="8353884" y="5287841"/>
            <a:ext cx="40456" cy="40456"/>
          </a:xfrm>
          <a:prstGeom prst="ellipse">
            <a:avLst/>
          </a:prstGeom>
          <a:solidFill>
            <a:srgbClr val="FAB707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279" name="lumia-token-particle-soft-glow">
            <a:extLst>
              <a:ext uri="{FF2B5EF4-FFF2-40B4-BE49-F238E27FC236}">
                <a16:creationId xmlns:a16="http://schemas.microsoft.com/office/drawing/2014/main" id="{B53C672D-3D66-4BAA-9B20-9452397B48F7}"/>
              </a:ext>
            </a:extLst>
          </p:cNvPr>
          <p:cNvSpPr>
            <a:spLocks noGrp="1"/>
          </p:cNvSpPr>
          <p:nvPr/>
        </p:nvSpPr>
        <p:spPr>
          <a:xfrm rot="1982659">
            <a:off x="10058126" y="4239986"/>
            <a:ext cx="294765" cy="294765"/>
          </a:xfrm>
          <a:prstGeom prst="roundRect">
            <a:avLst>
              <a:gd name="adj" fmla="val 18000"/>
            </a:avLst>
          </a:prstGeom>
          <a:solidFill>
            <a:srgbClr val="96B22D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280" name="lumia-token-particle">
            <a:extLst>
              <a:ext uri="{FF2B5EF4-FFF2-40B4-BE49-F238E27FC236}">
                <a16:creationId xmlns:a16="http://schemas.microsoft.com/office/drawing/2014/main" id="{86A70DAF-CFE1-4FF2-BE77-9280B8063EA1}"/>
              </a:ext>
            </a:extLst>
          </p:cNvPr>
          <p:cNvSpPr>
            <a:spLocks noGrp="1"/>
          </p:cNvSpPr>
          <p:nvPr/>
        </p:nvSpPr>
        <p:spPr>
          <a:xfrm rot="599351">
            <a:off x="10144099" y="4325959"/>
            <a:ext cx="122819" cy="122819"/>
          </a:xfrm>
          <a:prstGeom prst="roundRect">
            <a:avLst>
              <a:gd name="adj" fmla="val 18000"/>
            </a:avLst>
          </a:prstGeom>
          <a:solidFill>
            <a:srgbClr val="96B22D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281" name="lumia-token-particle">
            <a:extLst>
              <a:ext uri="{FF2B5EF4-FFF2-40B4-BE49-F238E27FC236}">
                <a16:creationId xmlns:a16="http://schemas.microsoft.com/office/drawing/2014/main" id="{2A02B67E-90B4-4AE3-83F1-FCB953142EC3}"/>
              </a:ext>
            </a:extLst>
          </p:cNvPr>
          <p:cNvSpPr>
            <a:spLocks noGrp="1"/>
          </p:cNvSpPr>
          <p:nvPr/>
        </p:nvSpPr>
        <p:spPr>
          <a:xfrm rot="515707">
            <a:off x="3446966" y="5812485"/>
            <a:ext cx="11754" cy="11754"/>
          </a:xfrm>
          <a:prstGeom prst="ellipse">
            <a:avLst/>
          </a:prstGeom>
          <a:solidFill>
            <a:srgbClr val="883E75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282" name="lumia-token-particle">
            <a:extLst>
              <a:ext uri="{FF2B5EF4-FFF2-40B4-BE49-F238E27FC236}">
                <a16:creationId xmlns:a16="http://schemas.microsoft.com/office/drawing/2014/main" id="{DB3E1F10-A5F2-4D7A-9511-52271291BA15}"/>
              </a:ext>
            </a:extLst>
          </p:cNvPr>
          <p:cNvSpPr>
            <a:spLocks noGrp="1"/>
          </p:cNvSpPr>
          <p:nvPr/>
        </p:nvSpPr>
        <p:spPr>
          <a:xfrm rot="898606">
            <a:off x="11771709" y="3654469"/>
            <a:ext cx="19303" cy="19303"/>
          </a:xfrm>
          <a:prstGeom prst="ellipse">
            <a:avLst/>
          </a:prstGeom>
          <a:solidFill>
            <a:srgbClr val="51AB4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3" name="lumia-token-particle">
            <a:extLst>
              <a:ext uri="{FF2B5EF4-FFF2-40B4-BE49-F238E27FC236}">
                <a16:creationId xmlns:a16="http://schemas.microsoft.com/office/drawing/2014/main" id="{5FEC2796-9D9D-4735-98F6-B4D1DCC4784D}"/>
              </a:ext>
            </a:extLst>
          </p:cNvPr>
          <p:cNvSpPr>
            <a:spLocks noGrp="1"/>
          </p:cNvSpPr>
          <p:nvPr/>
        </p:nvSpPr>
        <p:spPr>
          <a:xfrm rot="842402">
            <a:off x="7380225" y="5289839"/>
            <a:ext cx="30944" cy="30944"/>
          </a:xfrm>
          <a:prstGeom prst="roundRect">
            <a:avLst>
              <a:gd name="adj" fmla="val 18000"/>
            </a:avLst>
          </a:prstGeom>
          <a:solidFill>
            <a:srgbClr val="F4871A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1284" name="lumia-token-particle">
            <a:extLst>
              <a:ext uri="{FF2B5EF4-FFF2-40B4-BE49-F238E27FC236}">
                <a16:creationId xmlns:a16="http://schemas.microsoft.com/office/drawing/2014/main" id="{A09D72FD-B3FE-4CE4-81B3-5FF9EC523BC0}"/>
              </a:ext>
            </a:extLst>
          </p:cNvPr>
          <p:cNvSpPr>
            <a:spLocks noGrp="1"/>
          </p:cNvSpPr>
          <p:nvPr/>
        </p:nvSpPr>
        <p:spPr>
          <a:xfrm rot="2150701">
            <a:off x="6889063" y="5232672"/>
            <a:ext cx="18904" cy="18904"/>
          </a:xfrm>
          <a:prstGeom prst="roundRect">
            <a:avLst>
              <a:gd name="adj" fmla="val 20155"/>
            </a:avLst>
          </a:prstGeom>
          <a:solidFill>
            <a:srgbClr val="F17720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285" name="lumia-token-particle">
            <a:extLst>
              <a:ext uri="{FF2B5EF4-FFF2-40B4-BE49-F238E27FC236}">
                <a16:creationId xmlns:a16="http://schemas.microsoft.com/office/drawing/2014/main" id="{507BD200-7B78-452D-94C4-D73FA8727F72}"/>
              </a:ext>
            </a:extLst>
          </p:cNvPr>
          <p:cNvSpPr>
            <a:spLocks noGrp="1"/>
          </p:cNvSpPr>
          <p:nvPr/>
        </p:nvSpPr>
        <p:spPr>
          <a:xfrm rot="265512">
            <a:off x="4242475" y="6023842"/>
            <a:ext cx="13233" cy="13233"/>
          </a:xfrm>
          <a:prstGeom prst="roundRect">
            <a:avLst>
              <a:gd name="adj" fmla="val 28791"/>
            </a:avLst>
          </a:prstGeom>
          <a:solidFill>
            <a:srgbClr val="B34059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286" name="lumia-token-particle">
            <a:extLst>
              <a:ext uri="{FF2B5EF4-FFF2-40B4-BE49-F238E27FC236}">
                <a16:creationId xmlns:a16="http://schemas.microsoft.com/office/drawing/2014/main" id="{9CD3832F-F39D-4473-8F50-C0496FC78973}"/>
              </a:ext>
            </a:extLst>
          </p:cNvPr>
          <p:cNvSpPr>
            <a:spLocks noGrp="1"/>
          </p:cNvSpPr>
          <p:nvPr/>
        </p:nvSpPr>
        <p:spPr>
          <a:xfrm rot="1405175">
            <a:off x="3266245" y="5754656"/>
            <a:ext cx="16284" cy="16284"/>
          </a:xfrm>
          <a:prstGeom prst="roundRect">
            <a:avLst>
              <a:gd name="adj" fmla="val 23398"/>
            </a:avLst>
          </a:prstGeom>
          <a:solidFill>
            <a:srgbClr val="803D7B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287" name="lumia-token-particle">
            <a:extLst>
              <a:ext uri="{FF2B5EF4-FFF2-40B4-BE49-F238E27FC236}">
                <a16:creationId xmlns:a16="http://schemas.microsoft.com/office/drawing/2014/main" id="{D1C11B9D-A8EB-426E-A8F2-A40364408EE4}"/>
              </a:ext>
            </a:extLst>
          </p:cNvPr>
          <p:cNvSpPr>
            <a:spLocks noGrp="1"/>
          </p:cNvSpPr>
          <p:nvPr/>
        </p:nvSpPr>
        <p:spPr>
          <a:xfrm rot="459143">
            <a:off x="6240536" y="5394068"/>
            <a:ext cx="19574" cy="19574"/>
          </a:xfrm>
          <a:prstGeom prst="ellipse">
            <a:avLst/>
          </a:prstGeom>
          <a:solidFill>
            <a:srgbClr val="EE5F2A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288" name="lumia-token-particle">
            <a:extLst>
              <a:ext uri="{FF2B5EF4-FFF2-40B4-BE49-F238E27FC236}">
                <a16:creationId xmlns:a16="http://schemas.microsoft.com/office/drawing/2014/main" id="{39042873-1062-4C77-A462-2B4743C31BA6}"/>
              </a:ext>
            </a:extLst>
          </p:cNvPr>
          <p:cNvSpPr>
            <a:spLocks noGrp="1"/>
          </p:cNvSpPr>
          <p:nvPr/>
        </p:nvSpPr>
        <p:spPr>
          <a:xfrm rot="630131">
            <a:off x="5173490" y="5765510"/>
            <a:ext cx="10441" cy="10441"/>
          </a:xfrm>
          <a:prstGeom prst="ellipse">
            <a:avLst/>
          </a:prstGeom>
          <a:solidFill>
            <a:srgbClr val="E34339">
              <a:alpha val="39000"/>
            </a:srgbClr>
          </a:solidFill>
          <a:ln w="0">
            <a:noFill/>
            <a:prstDash val="solid"/>
          </a:ln>
        </p:spPr>
      </p:sp>
      <p:sp>
        <p:nvSpPr>
          <p:cNvPr id="1289" name="lumia-token-particle-soft-glow">
            <a:extLst>
              <a:ext uri="{FF2B5EF4-FFF2-40B4-BE49-F238E27FC236}">
                <a16:creationId xmlns:a16="http://schemas.microsoft.com/office/drawing/2014/main" id="{8D00CA54-DFED-4287-BA2F-8E26D0BD9D37}"/>
              </a:ext>
            </a:extLst>
          </p:cNvPr>
          <p:cNvSpPr>
            <a:spLocks noGrp="1"/>
          </p:cNvSpPr>
          <p:nvPr/>
        </p:nvSpPr>
        <p:spPr>
          <a:xfrm rot="1664532">
            <a:off x="821895" y="6278931"/>
            <a:ext cx="116891" cy="116891"/>
          </a:xfrm>
          <a:prstGeom prst="ellipse">
            <a:avLst/>
          </a:prstGeom>
          <a:solidFill>
            <a:srgbClr val="496DD5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290" name="lumia-token-particle">
            <a:extLst>
              <a:ext uri="{FF2B5EF4-FFF2-40B4-BE49-F238E27FC236}">
                <a16:creationId xmlns:a16="http://schemas.microsoft.com/office/drawing/2014/main" id="{EA2E8A44-513D-4EAF-AA65-5F5A254D7FEC}"/>
              </a:ext>
            </a:extLst>
          </p:cNvPr>
          <p:cNvSpPr>
            <a:spLocks noGrp="1"/>
          </p:cNvSpPr>
          <p:nvPr/>
        </p:nvSpPr>
        <p:spPr>
          <a:xfrm rot="1808323">
            <a:off x="855989" y="6313024"/>
            <a:ext cx="48705" cy="48705"/>
          </a:xfrm>
          <a:prstGeom prst="ellipse">
            <a:avLst/>
          </a:prstGeom>
          <a:solidFill>
            <a:srgbClr val="496DD5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291" name="lumia-token-particle">
            <a:extLst>
              <a:ext uri="{FF2B5EF4-FFF2-40B4-BE49-F238E27FC236}">
                <a16:creationId xmlns:a16="http://schemas.microsoft.com/office/drawing/2014/main" id="{E78CE381-DC31-4325-90BD-C76FC632A4CF}"/>
              </a:ext>
            </a:extLst>
          </p:cNvPr>
          <p:cNvSpPr>
            <a:spLocks noGrp="1"/>
          </p:cNvSpPr>
          <p:nvPr/>
        </p:nvSpPr>
        <p:spPr>
          <a:xfrm rot="1738097">
            <a:off x="8327178" y="5715307"/>
            <a:ext cx="26652" cy="26652"/>
          </a:xfrm>
          <a:prstGeom prst="roundRect">
            <a:avLst>
              <a:gd name="adj" fmla="val 18000"/>
            </a:avLst>
          </a:prstGeom>
          <a:solidFill>
            <a:srgbClr val="F9AE0A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292" name="lumia-token-particle-soft-glow">
            <a:extLst>
              <a:ext uri="{FF2B5EF4-FFF2-40B4-BE49-F238E27FC236}">
                <a16:creationId xmlns:a16="http://schemas.microsoft.com/office/drawing/2014/main" id="{CD1E81BE-42C7-493E-A2C6-A6055D1599C4}"/>
              </a:ext>
            </a:extLst>
          </p:cNvPr>
          <p:cNvSpPr>
            <a:spLocks noGrp="1"/>
          </p:cNvSpPr>
          <p:nvPr/>
        </p:nvSpPr>
        <p:spPr>
          <a:xfrm rot="401931">
            <a:off x="10174574" y="4965918"/>
            <a:ext cx="208845" cy="208845"/>
          </a:xfrm>
          <a:prstGeom prst="roundRect">
            <a:avLst>
              <a:gd name="adj" fmla="val 18000"/>
            </a:avLst>
          </a:prstGeom>
          <a:solidFill>
            <a:srgbClr val="A0B329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293" name="lumia-token-particle">
            <a:extLst>
              <a:ext uri="{FF2B5EF4-FFF2-40B4-BE49-F238E27FC236}">
                <a16:creationId xmlns:a16="http://schemas.microsoft.com/office/drawing/2014/main" id="{C2661A15-6598-4E64-9B5A-8CEA3D59886D}"/>
              </a:ext>
            </a:extLst>
          </p:cNvPr>
          <p:cNvSpPr>
            <a:spLocks noGrp="1"/>
          </p:cNvSpPr>
          <p:nvPr/>
        </p:nvSpPr>
        <p:spPr>
          <a:xfrm rot="1158079">
            <a:off x="10235487" y="5026831"/>
            <a:ext cx="87019" cy="87019"/>
          </a:xfrm>
          <a:prstGeom prst="roundRect">
            <a:avLst>
              <a:gd name="adj" fmla="val 18000"/>
            </a:avLst>
          </a:prstGeom>
          <a:solidFill>
            <a:srgbClr val="A0B329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294" name="lumia-token-particle">
            <a:extLst>
              <a:ext uri="{FF2B5EF4-FFF2-40B4-BE49-F238E27FC236}">
                <a16:creationId xmlns:a16="http://schemas.microsoft.com/office/drawing/2014/main" id="{7CD51D5D-9D23-40A3-BF03-C5328D7821F1}"/>
              </a:ext>
            </a:extLst>
          </p:cNvPr>
          <p:cNvSpPr>
            <a:spLocks noGrp="1"/>
          </p:cNvSpPr>
          <p:nvPr/>
        </p:nvSpPr>
        <p:spPr>
          <a:xfrm rot="281360">
            <a:off x="8563228" y="4648980"/>
            <a:ext cx="15766" cy="15766"/>
          </a:xfrm>
          <a:prstGeom prst="roundRect">
            <a:avLst>
              <a:gd name="adj" fmla="val 24166"/>
            </a:avLst>
          </a:prstGeom>
          <a:solidFill>
            <a:srgbClr val="FAB607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1295" name="lumia-token-particle">
            <a:extLst>
              <a:ext uri="{FF2B5EF4-FFF2-40B4-BE49-F238E27FC236}">
                <a16:creationId xmlns:a16="http://schemas.microsoft.com/office/drawing/2014/main" id="{158D6932-810D-4603-8E63-B4F77243098E}"/>
              </a:ext>
            </a:extLst>
          </p:cNvPr>
          <p:cNvSpPr>
            <a:spLocks noGrp="1"/>
          </p:cNvSpPr>
          <p:nvPr/>
        </p:nvSpPr>
        <p:spPr>
          <a:xfrm rot="973967">
            <a:off x="2867803" y="6078095"/>
            <a:ext cx="7753" cy="7753"/>
          </a:xfrm>
          <a:prstGeom prst="roundRect">
            <a:avLst>
              <a:gd name="adj" fmla="val 49140"/>
            </a:avLst>
          </a:prstGeom>
          <a:solidFill>
            <a:srgbClr val="643C8D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296" name="lumia-token-particle">
            <a:extLst>
              <a:ext uri="{FF2B5EF4-FFF2-40B4-BE49-F238E27FC236}">
                <a16:creationId xmlns:a16="http://schemas.microsoft.com/office/drawing/2014/main" id="{5BFF4D21-2C1B-4C5C-95E3-B2586143CB34}"/>
              </a:ext>
            </a:extLst>
          </p:cNvPr>
          <p:cNvSpPr>
            <a:spLocks noGrp="1"/>
          </p:cNvSpPr>
          <p:nvPr/>
        </p:nvSpPr>
        <p:spPr>
          <a:xfrm rot="185126">
            <a:off x="4178242" y="6020668"/>
            <a:ext cx="16303" cy="16303"/>
          </a:xfrm>
          <a:prstGeom prst="ellipse">
            <a:avLst/>
          </a:prstGeom>
          <a:solidFill>
            <a:srgbClr val="AA3F5F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297" name="lumia-token-particle-soft-glow">
            <a:extLst>
              <a:ext uri="{FF2B5EF4-FFF2-40B4-BE49-F238E27FC236}">
                <a16:creationId xmlns:a16="http://schemas.microsoft.com/office/drawing/2014/main" id="{B7C438D1-3B01-4CE8-B05A-66AD8A656EE9}"/>
              </a:ext>
            </a:extLst>
          </p:cNvPr>
          <p:cNvSpPr>
            <a:spLocks noGrp="1"/>
          </p:cNvSpPr>
          <p:nvPr/>
        </p:nvSpPr>
        <p:spPr>
          <a:xfrm rot="49806">
            <a:off x="2006703" y="6320913"/>
            <a:ext cx="115069" cy="115069"/>
          </a:xfrm>
          <a:prstGeom prst="roundRect">
            <a:avLst>
              <a:gd name="adj" fmla="val 18000"/>
            </a:avLst>
          </a:prstGeom>
          <a:solidFill>
            <a:srgbClr val="534BA9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298" name="lumia-token-particle">
            <a:extLst>
              <a:ext uri="{FF2B5EF4-FFF2-40B4-BE49-F238E27FC236}">
                <a16:creationId xmlns:a16="http://schemas.microsoft.com/office/drawing/2014/main" id="{80714F99-B6EA-4EB7-B5C3-4E801E319D0B}"/>
              </a:ext>
            </a:extLst>
          </p:cNvPr>
          <p:cNvSpPr>
            <a:spLocks noGrp="1"/>
          </p:cNvSpPr>
          <p:nvPr/>
        </p:nvSpPr>
        <p:spPr>
          <a:xfrm rot="2105095">
            <a:off x="2040265" y="6354474"/>
            <a:ext cx="47946" cy="47946"/>
          </a:xfrm>
          <a:prstGeom prst="roundRect">
            <a:avLst>
              <a:gd name="adj" fmla="val 18000"/>
            </a:avLst>
          </a:prstGeom>
          <a:solidFill>
            <a:srgbClr val="534BA9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299" name="lumia-token-particle">
            <a:extLst>
              <a:ext uri="{FF2B5EF4-FFF2-40B4-BE49-F238E27FC236}">
                <a16:creationId xmlns:a16="http://schemas.microsoft.com/office/drawing/2014/main" id="{F5807C5F-D83E-4D54-AC35-2A1E8C811C03}"/>
              </a:ext>
            </a:extLst>
          </p:cNvPr>
          <p:cNvSpPr>
            <a:spLocks noGrp="1"/>
          </p:cNvSpPr>
          <p:nvPr/>
        </p:nvSpPr>
        <p:spPr>
          <a:xfrm rot="2130335">
            <a:off x="11597286" y="4316846"/>
            <a:ext cx="61607" cy="61607"/>
          </a:xfrm>
          <a:prstGeom prst="ellipse">
            <a:avLst/>
          </a:prstGeom>
          <a:solidFill>
            <a:srgbClr val="57AC45">
              <a:alpha val="73000"/>
            </a:srgbClr>
          </a:solidFill>
          <a:ln w="0">
            <a:noFill/>
            <a:prstDash val="solid"/>
          </a:ln>
        </p:spPr>
      </p:sp>
      <p:sp>
        <p:nvSpPr>
          <p:cNvPr id="1300" name="lumia-token-particle">
            <a:extLst>
              <a:ext uri="{FF2B5EF4-FFF2-40B4-BE49-F238E27FC236}">
                <a16:creationId xmlns:a16="http://schemas.microsoft.com/office/drawing/2014/main" id="{E39567A0-D809-459E-8C1E-149B061DA493}"/>
              </a:ext>
            </a:extLst>
          </p:cNvPr>
          <p:cNvSpPr>
            <a:spLocks noGrp="1"/>
          </p:cNvSpPr>
          <p:nvPr/>
        </p:nvSpPr>
        <p:spPr>
          <a:xfrm rot="255756">
            <a:off x="1054061" y="6233682"/>
            <a:ext cx="17089" cy="17089"/>
          </a:xfrm>
          <a:prstGeom prst="ellipse">
            <a:avLst/>
          </a:prstGeom>
          <a:solidFill>
            <a:srgbClr val="4B67CD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1301" name="lumia-token-particle">
            <a:extLst>
              <a:ext uri="{FF2B5EF4-FFF2-40B4-BE49-F238E27FC236}">
                <a16:creationId xmlns:a16="http://schemas.microsoft.com/office/drawing/2014/main" id="{BA7C64B4-27D9-48E3-A502-352592276C65}"/>
              </a:ext>
            </a:extLst>
          </p:cNvPr>
          <p:cNvSpPr>
            <a:spLocks noGrp="1"/>
          </p:cNvSpPr>
          <p:nvPr/>
        </p:nvSpPr>
        <p:spPr>
          <a:xfrm rot="1099038">
            <a:off x="11776269" y="3298669"/>
            <a:ext cx="40562" cy="40562"/>
          </a:xfrm>
          <a:prstGeom prst="roundRect">
            <a:avLst>
              <a:gd name="adj" fmla="val 18000"/>
            </a:avLst>
          </a:prstGeom>
          <a:solidFill>
            <a:srgbClr val="4FAB48">
              <a:alpha val="73000"/>
            </a:srgbClr>
          </a:solidFill>
          <a:ln w="0">
            <a:noFill/>
            <a:prstDash val="solid"/>
          </a:ln>
        </p:spPr>
      </p:sp>
      <p:sp>
        <p:nvSpPr>
          <p:cNvPr id="1302" name="lumia-token-particle">
            <a:extLst>
              <a:ext uri="{FF2B5EF4-FFF2-40B4-BE49-F238E27FC236}">
                <a16:creationId xmlns:a16="http://schemas.microsoft.com/office/drawing/2014/main" id="{B2CC479D-CA5D-4235-B8FC-8E9AC9ED1E62}"/>
              </a:ext>
            </a:extLst>
          </p:cNvPr>
          <p:cNvSpPr>
            <a:spLocks noGrp="1"/>
          </p:cNvSpPr>
          <p:nvPr/>
        </p:nvSpPr>
        <p:spPr>
          <a:xfrm rot="1633666">
            <a:off x="9106332" y="5381587"/>
            <a:ext cx="61037" cy="61037"/>
          </a:xfrm>
          <a:prstGeom prst="ellipse">
            <a:avLst/>
          </a:prstGeom>
          <a:solidFill>
            <a:srgbClr val="D5B814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303" name="lumia-token-particle">
            <a:extLst>
              <a:ext uri="{FF2B5EF4-FFF2-40B4-BE49-F238E27FC236}">
                <a16:creationId xmlns:a16="http://schemas.microsoft.com/office/drawing/2014/main" id="{3F3F0EFE-A86B-4BFA-8A7B-9CED3672C9A5}"/>
              </a:ext>
            </a:extLst>
          </p:cNvPr>
          <p:cNvSpPr>
            <a:spLocks noGrp="1"/>
          </p:cNvSpPr>
          <p:nvPr/>
        </p:nvSpPr>
        <p:spPr>
          <a:xfrm rot="2320434">
            <a:off x="7361021" y="5576294"/>
            <a:ext cx="16487" cy="16487"/>
          </a:xfrm>
          <a:prstGeom prst="roundRect">
            <a:avLst>
              <a:gd name="adj" fmla="val 23110"/>
            </a:avLst>
          </a:prstGeom>
          <a:solidFill>
            <a:srgbClr val="F4871A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304" name="lumia-token-particle-soft-glow">
            <a:extLst>
              <a:ext uri="{FF2B5EF4-FFF2-40B4-BE49-F238E27FC236}">
                <a16:creationId xmlns:a16="http://schemas.microsoft.com/office/drawing/2014/main" id="{D25B5DB8-ED7A-4374-A0DE-7792292FBAA2}"/>
              </a:ext>
            </a:extLst>
          </p:cNvPr>
          <p:cNvSpPr>
            <a:spLocks noGrp="1"/>
          </p:cNvSpPr>
          <p:nvPr/>
        </p:nvSpPr>
        <p:spPr>
          <a:xfrm rot="2604244">
            <a:off x="4360736" y="6098189"/>
            <a:ext cx="82408" cy="82408"/>
          </a:xfrm>
          <a:prstGeom prst="ellipse">
            <a:avLst/>
          </a:prstGeom>
          <a:solidFill>
            <a:srgbClr val="B84056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305" name="lumia-token-particle">
            <a:extLst>
              <a:ext uri="{FF2B5EF4-FFF2-40B4-BE49-F238E27FC236}">
                <a16:creationId xmlns:a16="http://schemas.microsoft.com/office/drawing/2014/main" id="{C673DB05-A4F5-4E09-BE79-761B17D8D231}"/>
              </a:ext>
            </a:extLst>
          </p:cNvPr>
          <p:cNvSpPr>
            <a:spLocks noGrp="1"/>
          </p:cNvSpPr>
          <p:nvPr/>
        </p:nvSpPr>
        <p:spPr>
          <a:xfrm rot="1494632">
            <a:off x="4384771" y="6122224"/>
            <a:ext cx="34337" cy="34337"/>
          </a:xfrm>
          <a:prstGeom prst="ellipse">
            <a:avLst/>
          </a:prstGeom>
          <a:solidFill>
            <a:srgbClr val="B84056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1306" name="lumia-token-particle">
            <a:extLst>
              <a:ext uri="{FF2B5EF4-FFF2-40B4-BE49-F238E27FC236}">
                <a16:creationId xmlns:a16="http://schemas.microsoft.com/office/drawing/2014/main" id="{26B3FB9B-BE0D-4DAC-AFCD-B98FC35721C5}"/>
              </a:ext>
            </a:extLst>
          </p:cNvPr>
          <p:cNvSpPr>
            <a:spLocks noGrp="1"/>
          </p:cNvSpPr>
          <p:nvPr/>
        </p:nvSpPr>
        <p:spPr>
          <a:xfrm rot="194924">
            <a:off x="9134068" y="4424316"/>
            <a:ext cx="31728" cy="31728"/>
          </a:xfrm>
          <a:prstGeom prst="ellipse">
            <a:avLst/>
          </a:prstGeom>
          <a:solidFill>
            <a:srgbClr val="E0B910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307" name="lumia-token-particle-soft-glow">
            <a:extLst>
              <a:ext uri="{FF2B5EF4-FFF2-40B4-BE49-F238E27FC236}">
                <a16:creationId xmlns:a16="http://schemas.microsoft.com/office/drawing/2014/main" id="{144C6BB5-42AA-49C8-A073-84E9954CF5C8}"/>
              </a:ext>
            </a:extLst>
          </p:cNvPr>
          <p:cNvSpPr>
            <a:spLocks noGrp="1"/>
          </p:cNvSpPr>
          <p:nvPr/>
        </p:nvSpPr>
        <p:spPr>
          <a:xfrm rot="1819552">
            <a:off x="5531779" y="5688548"/>
            <a:ext cx="86376" cy="86376"/>
          </a:xfrm>
          <a:prstGeom prst="roundRect">
            <a:avLst>
              <a:gd name="adj" fmla="val 18000"/>
            </a:avLst>
          </a:prstGeom>
          <a:solidFill>
            <a:srgbClr val="EB4733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308" name="lumia-token-particle">
            <a:extLst>
              <a:ext uri="{FF2B5EF4-FFF2-40B4-BE49-F238E27FC236}">
                <a16:creationId xmlns:a16="http://schemas.microsoft.com/office/drawing/2014/main" id="{DA0BAD3C-BD57-47D6-A9DD-1722F07129F0}"/>
              </a:ext>
            </a:extLst>
          </p:cNvPr>
          <p:cNvSpPr>
            <a:spLocks noGrp="1"/>
          </p:cNvSpPr>
          <p:nvPr/>
        </p:nvSpPr>
        <p:spPr>
          <a:xfrm rot="2610492">
            <a:off x="5556972" y="5713741"/>
            <a:ext cx="35990" cy="35990"/>
          </a:xfrm>
          <a:prstGeom prst="roundRect">
            <a:avLst>
              <a:gd name="adj" fmla="val 18000"/>
            </a:avLst>
          </a:prstGeom>
          <a:solidFill>
            <a:srgbClr val="EB4733">
              <a:alpha val="79000"/>
            </a:srgbClr>
          </a:solidFill>
          <a:ln w="0">
            <a:noFill/>
            <a:prstDash val="solid"/>
          </a:ln>
        </p:spPr>
      </p:sp>
      <p:sp>
        <p:nvSpPr>
          <p:cNvPr id="1309" name="lumia-token-particle">
            <a:extLst>
              <a:ext uri="{FF2B5EF4-FFF2-40B4-BE49-F238E27FC236}">
                <a16:creationId xmlns:a16="http://schemas.microsoft.com/office/drawing/2014/main" id="{EE3592D5-5DF7-4E35-98C6-542DFDDC04C9}"/>
              </a:ext>
            </a:extLst>
          </p:cNvPr>
          <p:cNvSpPr>
            <a:spLocks noGrp="1"/>
          </p:cNvSpPr>
          <p:nvPr/>
        </p:nvSpPr>
        <p:spPr>
          <a:xfrm rot="2250700">
            <a:off x="4413850" y="5894076"/>
            <a:ext cx="12689" cy="12689"/>
          </a:xfrm>
          <a:prstGeom prst="ellipse">
            <a:avLst/>
          </a:prstGeom>
          <a:solidFill>
            <a:srgbClr val="BB4054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310" name="lumia-token-particle">
            <a:extLst>
              <a:ext uri="{FF2B5EF4-FFF2-40B4-BE49-F238E27FC236}">
                <a16:creationId xmlns:a16="http://schemas.microsoft.com/office/drawing/2014/main" id="{9B6E0102-F493-493D-B4C8-3ADC3710EC69}"/>
              </a:ext>
            </a:extLst>
          </p:cNvPr>
          <p:cNvSpPr>
            <a:spLocks noGrp="1"/>
          </p:cNvSpPr>
          <p:nvPr/>
        </p:nvSpPr>
        <p:spPr>
          <a:xfrm rot="645563">
            <a:off x="7240008" y="5916408"/>
            <a:ext cx="24211" cy="24211"/>
          </a:xfrm>
          <a:prstGeom prst="ellipse">
            <a:avLst/>
          </a:prstGeom>
          <a:solidFill>
            <a:srgbClr val="F48C18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1311" name="lumia-token-particle">
            <a:extLst>
              <a:ext uri="{FF2B5EF4-FFF2-40B4-BE49-F238E27FC236}">
                <a16:creationId xmlns:a16="http://schemas.microsoft.com/office/drawing/2014/main" id="{13824DBA-7B81-4085-A49F-EF970B2EE8DB}"/>
              </a:ext>
            </a:extLst>
          </p:cNvPr>
          <p:cNvSpPr>
            <a:spLocks noGrp="1"/>
          </p:cNvSpPr>
          <p:nvPr/>
        </p:nvSpPr>
        <p:spPr>
          <a:xfrm rot="2538329">
            <a:off x="7900768" y="5652046"/>
            <a:ext cx="26483" cy="26483"/>
          </a:xfrm>
          <a:prstGeom prst="ellipse">
            <a:avLst/>
          </a:prstGeom>
          <a:solidFill>
            <a:srgbClr val="F8A60E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312" name="lumia-token-particle">
            <a:extLst>
              <a:ext uri="{FF2B5EF4-FFF2-40B4-BE49-F238E27FC236}">
                <a16:creationId xmlns:a16="http://schemas.microsoft.com/office/drawing/2014/main" id="{5D56F252-F53E-43C5-B3BC-2C1E6A00288F}"/>
              </a:ext>
            </a:extLst>
          </p:cNvPr>
          <p:cNvSpPr>
            <a:spLocks noGrp="1"/>
          </p:cNvSpPr>
          <p:nvPr/>
        </p:nvSpPr>
        <p:spPr>
          <a:xfrm rot="2596479">
            <a:off x="4788710" y="5720367"/>
            <a:ext cx="26144" cy="26144"/>
          </a:xfrm>
          <a:prstGeom prst="ellipse">
            <a:avLst/>
          </a:prstGeom>
          <a:solidFill>
            <a:srgbClr val="CD4148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313" name="lumia-token-particle-soft-glow">
            <a:extLst>
              <a:ext uri="{FF2B5EF4-FFF2-40B4-BE49-F238E27FC236}">
                <a16:creationId xmlns:a16="http://schemas.microsoft.com/office/drawing/2014/main" id="{A7270E34-8982-4D89-8E50-A49118C82E18}"/>
              </a:ext>
            </a:extLst>
          </p:cNvPr>
          <p:cNvSpPr>
            <a:spLocks noGrp="1"/>
          </p:cNvSpPr>
          <p:nvPr/>
        </p:nvSpPr>
        <p:spPr>
          <a:xfrm rot="391289">
            <a:off x="11612342" y="2906965"/>
            <a:ext cx="232985" cy="232985"/>
          </a:xfrm>
          <a:prstGeom prst="roundRect">
            <a:avLst>
              <a:gd name="adj" fmla="val 18000"/>
            </a:avLst>
          </a:prstGeom>
          <a:solidFill>
            <a:srgbClr val="57AC45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314" name="lumia-token-particle">
            <a:extLst>
              <a:ext uri="{FF2B5EF4-FFF2-40B4-BE49-F238E27FC236}">
                <a16:creationId xmlns:a16="http://schemas.microsoft.com/office/drawing/2014/main" id="{BD27B28B-F306-455D-A186-24FA2A83BFD8}"/>
              </a:ext>
            </a:extLst>
          </p:cNvPr>
          <p:cNvSpPr>
            <a:spLocks noGrp="1"/>
          </p:cNvSpPr>
          <p:nvPr/>
        </p:nvSpPr>
        <p:spPr>
          <a:xfrm rot="178450">
            <a:off x="11680295" y="2974919"/>
            <a:ext cx="97077" cy="97077"/>
          </a:xfrm>
          <a:prstGeom prst="roundRect">
            <a:avLst>
              <a:gd name="adj" fmla="val 18000"/>
            </a:avLst>
          </a:prstGeom>
          <a:solidFill>
            <a:srgbClr val="57AC45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315" name="lumia-token-particle">
            <a:extLst>
              <a:ext uri="{FF2B5EF4-FFF2-40B4-BE49-F238E27FC236}">
                <a16:creationId xmlns:a16="http://schemas.microsoft.com/office/drawing/2014/main" id="{974A2AD7-F20E-404B-B9EB-6C68ECC54AE1}"/>
              </a:ext>
            </a:extLst>
          </p:cNvPr>
          <p:cNvSpPr>
            <a:spLocks noGrp="1"/>
          </p:cNvSpPr>
          <p:nvPr/>
        </p:nvSpPr>
        <p:spPr>
          <a:xfrm rot="1490941">
            <a:off x="7961806" y="5003531"/>
            <a:ext cx="11351" cy="11351"/>
          </a:xfrm>
          <a:prstGeom prst="ellipse">
            <a:avLst/>
          </a:prstGeom>
          <a:solidFill>
            <a:srgbClr val="F69A12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316" name="lumia-token-particle-soft-glow">
            <a:extLst>
              <a:ext uri="{FF2B5EF4-FFF2-40B4-BE49-F238E27FC236}">
                <a16:creationId xmlns:a16="http://schemas.microsoft.com/office/drawing/2014/main" id="{DE68975B-FBE9-4EC4-B225-8744786EA79B}"/>
              </a:ext>
            </a:extLst>
          </p:cNvPr>
          <p:cNvSpPr>
            <a:spLocks noGrp="1"/>
          </p:cNvSpPr>
          <p:nvPr/>
        </p:nvSpPr>
        <p:spPr>
          <a:xfrm rot="1213887">
            <a:off x="1279000" y="6174958"/>
            <a:ext cx="111949" cy="111949"/>
          </a:xfrm>
          <a:prstGeom prst="ellipse">
            <a:avLst/>
          </a:prstGeom>
          <a:solidFill>
            <a:srgbClr val="4E5DC0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317" name="lumia-token-particle">
            <a:extLst>
              <a:ext uri="{FF2B5EF4-FFF2-40B4-BE49-F238E27FC236}">
                <a16:creationId xmlns:a16="http://schemas.microsoft.com/office/drawing/2014/main" id="{5AE4AD4A-E564-48A4-99F6-BE3AD6D9CDAA}"/>
              </a:ext>
            </a:extLst>
          </p:cNvPr>
          <p:cNvSpPr>
            <a:spLocks noGrp="1"/>
          </p:cNvSpPr>
          <p:nvPr/>
        </p:nvSpPr>
        <p:spPr>
          <a:xfrm rot="232587">
            <a:off x="1311652" y="6207610"/>
            <a:ext cx="46645" cy="46645"/>
          </a:xfrm>
          <a:prstGeom prst="ellipse">
            <a:avLst/>
          </a:prstGeom>
          <a:solidFill>
            <a:srgbClr val="4E5DC0">
              <a:alpha val="65000"/>
            </a:srgbClr>
          </a:solidFill>
          <a:ln w="0">
            <a:noFill/>
            <a:prstDash val="solid"/>
          </a:ln>
        </p:spPr>
      </p:sp>
      <p:sp>
        <p:nvSpPr>
          <p:cNvPr id="1318" name="lumia-token-particle">
            <a:extLst>
              <a:ext uri="{FF2B5EF4-FFF2-40B4-BE49-F238E27FC236}">
                <a16:creationId xmlns:a16="http://schemas.microsoft.com/office/drawing/2014/main" id="{DA5A837D-9056-47A4-9BDD-C07F8AEFBF0B}"/>
              </a:ext>
            </a:extLst>
          </p:cNvPr>
          <p:cNvSpPr>
            <a:spLocks noGrp="1"/>
          </p:cNvSpPr>
          <p:nvPr/>
        </p:nvSpPr>
        <p:spPr>
          <a:xfrm rot="737441">
            <a:off x="4802969" y="5823171"/>
            <a:ext cx="19199" cy="19199"/>
          </a:xfrm>
          <a:prstGeom prst="ellipse">
            <a:avLst/>
          </a:prstGeom>
          <a:solidFill>
            <a:srgbClr val="D04246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319" name="lumia-token-particle">
            <a:extLst>
              <a:ext uri="{FF2B5EF4-FFF2-40B4-BE49-F238E27FC236}">
                <a16:creationId xmlns:a16="http://schemas.microsoft.com/office/drawing/2014/main" id="{37652813-FFA9-41FF-B2A6-7DE8B0AFF638}"/>
              </a:ext>
            </a:extLst>
          </p:cNvPr>
          <p:cNvSpPr>
            <a:spLocks noGrp="1"/>
          </p:cNvSpPr>
          <p:nvPr/>
        </p:nvSpPr>
        <p:spPr>
          <a:xfrm rot="1784864">
            <a:off x="2560354" y="6049302"/>
            <a:ext cx="12696" cy="12696"/>
          </a:xfrm>
          <a:prstGeom prst="ellipse">
            <a:avLst/>
          </a:prstGeom>
          <a:solidFill>
            <a:srgbClr val="5D3B92">
              <a:alpha val="35000"/>
            </a:srgbClr>
          </a:solidFill>
          <a:ln w="0">
            <a:noFill/>
            <a:prstDash val="solid"/>
          </a:ln>
        </p:spPr>
      </p:sp>
      <p:sp>
        <p:nvSpPr>
          <p:cNvPr id="1320" name="lumia-token-particle">
            <a:extLst>
              <a:ext uri="{FF2B5EF4-FFF2-40B4-BE49-F238E27FC236}">
                <a16:creationId xmlns:a16="http://schemas.microsoft.com/office/drawing/2014/main" id="{7DE78667-BA31-43F9-80E7-83EF3ADD3888}"/>
              </a:ext>
            </a:extLst>
          </p:cNvPr>
          <p:cNvSpPr>
            <a:spLocks noGrp="1"/>
          </p:cNvSpPr>
          <p:nvPr/>
        </p:nvSpPr>
        <p:spPr>
          <a:xfrm rot="580330">
            <a:off x="9310670" y="4750726"/>
            <a:ext cx="62127" cy="62127"/>
          </a:xfrm>
          <a:prstGeom prst="ellipse">
            <a:avLst/>
          </a:prstGeom>
          <a:solidFill>
            <a:srgbClr val="CEB717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321" name="lumia-token-particle-soft-glow">
            <a:extLst>
              <a:ext uri="{FF2B5EF4-FFF2-40B4-BE49-F238E27FC236}">
                <a16:creationId xmlns:a16="http://schemas.microsoft.com/office/drawing/2014/main" id="{775FCF92-BCB0-41BF-A9FF-B8C01973BAEA}"/>
              </a:ext>
            </a:extLst>
          </p:cNvPr>
          <p:cNvSpPr>
            <a:spLocks noGrp="1"/>
          </p:cNvSpPr>
          <p:nvPr/>
        </p:nvSpPr>
        <p:spPr>
          <a:xfrm rot="996474">
            <a:off x="12070206" y="2675026"/>
            <a:ext cx="243587" cy="243587"/>
          </a:xfrm>
          <a:prstGeom prst="ellipse">
            <a:avLst/>
          </a:prstGeom>
          <a:solidFill>
            <a:srgbClr val="3CA950">
              <a:alpha val="14000"/>
            </a:srgbClr>
          </a:solidFill>
          <a:ln w="0">
            <a:noFill/>
            <a:prstDash val="solid"/>
          </a:ln>
        </p:spPr>
      </p:sp>
      <p:sp>
        <p:nvSpPr>
          <p:cNvPr id="1322" name="lumia-token-particle">
            <a:extLst>
              <a:ext uri="{FF2B5EF4-FFF2-40B4-BE49-F238E27FC236}">
                <a16:creationId xmlns:a16="http://schemas.microsoft.com/office/drawing/2014/main" id="{82D2EEC1-B3E3-4D4C-A737-502DB871FD0E}"/>
              </a:ext>
            </a:extLst>
          </p:cNvPr>
          <p:cNvSpPr>
            <a:spLocks noGrp="1"/>
          </p:cNvSpPr>
          <p:nvPr/>
        </p:nvSpPr>
        <p:spPr>
          <a:xfrm rot="1764292">
            <a:off x="12141253" y="2746072"/>
            <a:ext cx="101495" cy="101495"/>
          </a:xfrm>
          <a:prstGeom prst="ellipse">
            <a:avLst/>
          </a:prstGeom>
          <a:solidFill>
            <a:srgbClr val="3CA950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323" name="lumia-token-particle-soft-glow">
            <a:extLst>
              <a:ext uri="{FF2B5EF4-FFF2-40B4-BE49-F238E27FC236}">
                <a16:creationId xmlns:a16="http://schemas.microsoft.com/office/drawing/2014/main" id="{E08D83F8-CD6B-4006-B702-630FC43A6B63}"/>
              </a:ext>
            </a:extLst>
          </p:cNvPr>
          <p:cNvSpPr>
            <a:spLocks noGrp="1"/>
          </p:cNvSpPr>
          <p:nvPr/>
        </p:nvSpPr>
        <p:spPr>
          <a:xfrm rot="2161467">
            <a:off x="6440565" y="4873726"/>
            <a:ext cx="131633" cy="131633"/>
          </a:xfrm>
          <a:prstGeom prst="roundRect">
            <a:avLst>
              <a:gd name="adj" fmla="val 18000"/>
            </a:avLst>
          </a:prstGeom>
          <a:solidFill>
            <a:srgbClr val="F07123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324" name="lumia-token-particle">
            <a:extLst>
              <a:ext uri="{FF2B5EF4-FFF2-40B4-BE49-F238E27FC236}">
                <a16:creationId xmlns:a16="http://schemas.microsoft.com/office/drawing/2014/main" id="{F1412064-B4E1-423D-8838-D0E10B185F4E}"/>
              </a:ext>
            </a:extLst>
          </p:cNvPr>
          <p:cNvSpPr>
            <a:spLocks noGrp="1"/>
          </p:cNvSpPr>
          <p:nvPr/>
        </p:nvSpPr>
        <p:spPr>
          <a:xfrm rot="460877">
            <a:off x="6478958" y="4912119"/>
            <a:ext cx="54847" cy="54847"/>
          </a:xfrm>
          <a:prstGeom prst="roundRect">
            <a:avLst>
              <a:gd name="adj" fmla="val 18000"/>
            </a:avLst>
          </a:prstGeom>
          <a:solidFill>
            <a:srgbClr val="F07123">
              <a:alpha val="82000"/>
            </a:srgbClr>
          </a:solidFill>
          <a:ln w="0">
            <a:noFill/>
            <a:prstDash val="solid"/>
          </a:ln>
        </p:spPr>
      </p:sp>
      <p:sp>
        <p:nvSpPr>
          <p:cNvPr id="1325" name="lumia-token-particle">
            <a:extLst>
              <a:ext uri="{FF2B5EF4-FFF2-40B4-BE49-F238E27FC236}">
                <a16:creationId xmlns:a16="http://schemas.microsoft.com/office/drawing/2014/main" id="{B605C693-198B-43FE-A88D-324FBC484A4C}"/>
              </a:ext>
            </a:extLst>
          </p:cNvPr>
          <p:cNvSpPr>
            <a:spLocks noGrp="1"/>
          </p:cNvSpPr>
          <p:nvPr/>
        </p:nvSpPr>
        <p:spPr>
          <a:xfrm rot="2169895">
            <a:off x="8334434" y="5443725"/>
            <a:ext cx="12881" cy="12881"/>
          </a:xfrm>
          <a:prstGeom prst="ellipse">
            <a:avLst/>
          </a:prstGeom>
          <a:solidFill>
            <a:srgbClr val="F8A80D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326" name="lumia-token-particle">
            <a:extLst>
              <a:ext uri="{FF2B5EF4-FFF2-40B4-BE49-F238E27FC236}">
                <a16:creationId xmlns:a16="http://schemas.microsoft.com/office/drawing/2014/main" id="{ED425564-53F9-4E41-9370-21053E1DEC93}"/>
              </a:ext>
            </a:extLst>
          </p:cNvPr>
          <p:cNvSpPr>
            <a:spLocks noGrp="1"/>
          </p:cNvSpPr>
          <p:nvPr/>
        </p:nvSpPr>
        <p:spPr>
          <a:xfrm rot="996429">
            <a:off x="6756133" y="5882919"/>
            <a:ext cx="13232" cy="13232"/>
          </a:xfrm>
          <a:prstGeom prst="ellipse">
            <a:avLst/>
          </a:prstGeom>
          <a:solidFill>
            <a:srgbClr val="F07023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327" name="lumia-token-particle-soft-glow">
            <a:extLst>
              <a:ext uri="{FF2B5EF4-FFF2-40B4-BE49-F238E27FC236}">
                <a16:creationId xmlns:a16="http://schemas.microsoft.com/office/drawing/2014/main" id="{D0BF931E-86D2-43EA-BD73-AF651F6A3473}"/>
              </a:ext>
            </a:extLst>
          </p:cNvPr>
          <p:cNvSpPr>
            <a:spLocks noGrp="1"/>
          </p:cNvSpPr>
          <p:nvPr/>
        </p:nvSpPr>
        <p:spPr>
          <a:xfrm rot="1461900">
            <a:off x="6317939" y="6043450"/>
            <a:ext cx="107083" cy="107083"/>
          </a:xfrm>
          <a:prstGeom prst="ellipse">
            <a:avLst/>
          </a:prstGeom>
          <a:solidFill>
            <a:srgbClr val="EF6727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328" name="lumia-token-particle">
            <a:extLst>
              <a:ext uri="{FF2B5EF4-FFF2-40B4-BE49-F238E27FC236}">
                <a16:creationId xmlns:a16="http://schemas.microsoft.com/office/drawing/2014/main" id="{3C785F7D-CA7A-48E1-9D12-1894887B1750}"/>
              </a:ext>
            </a:extLst>
          </p:cNvPr>
          <p:cNvSpPr>
            <a:spLocks noGrp="1"/>
          </p:cNvSpPr>
          <p:nvPr/>
        </p:nvSpPr>
        <p:spPr>
          <a:xfrm rot="1479141">
            <a:off x="6349172" y="6074683"/>
            <a:ext cx="44618" cy="44618"/>
          </a:xfrm>
          <a:prstGeom prst="ellipse">
            <a:avLst/>
          </a:prstGeom>
          <a:solidFill>
            <a:srgbClr val="EF6727">
              <a:alpha val="81000"/>
            </a:srgbClr>
          </a:solidFill>
          <a:ln w="0">
            <a:noFill/>
            <a:prstDash val="solid"/>
          </a:ln>
        </p:spPr>
      </p:sp>
      <p:sp>
        <p:nvSpPr>
          <p:cNvPr id="1329" name="lumia-token-particle">
            <a:extLst>
              <a:ext uri="{FF2B5EF4-FFF2-40B4-BE49-F238E27FC236}">
                <a16:creationId xmlns:a16="http://schemas.microsoft.com/office/drawing/2014/main" id="{18B686DC-C996-4C77-AA23-F539BF20D018}"/>
              </a:ext>
            </a:extLst>
          </p:cNvPr>
          <p:cNvSpPr>
            <a:spLocks noGrp="1"/>
          </p:cNvSpPr>
          <p:nvPr/>
        </p:nvSpPr>
        <p:spPr>
          <a:xfrm rot="1929464">
            <a:off x="7511247" y="5706419"/>
            <a:ext cx="18972" cy="18972"/>
          </a:xfrm>
          <a:prstGeom prst="roundRect">
            <a:avLst>
              <a:gd name="adj" fmla="val 20082"/>
            </a:avLst>
          </a:prstGeom>
          <a:solidFill>
            <a:srgbClr val="F59415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330" name="lumia-token-particle-soft-glow">
            <a:extLst>
              <a:ext uri="{FF2B5EF4-FFF2-40B4-BE49-F238E27FC236}">
                <a16:creationId xmlns:a16="http://schemas.microsoft.com/office/drawing/2014/main" id="{B1D4FB03-A8DA-4C80-BE88-481DD01165D7}"/>
              </a:ext>
            </a:extLst>
          </p:cNvPr>
          <p:cNvSpPr>
            <a:spLocks noGrp="1"/>
          </p:cNvSpPr>
          <p:nvPr/>
        </p:nvSpPr>
        <p:spPr>
          <a:xfrm rot="1415022">
            <a:off x="8739068" y="5246944"/>
            <a:ext cx="260553" cy="260553"/>
          </a:xfrm>
          <a:prstGeom prst="roundRect">
            <a:avLst>
              <a:gd name="adj" fmla="val 18000"/>
            </a:avLst>
          </a:prstGeom>
          <a:solidFill>
            <a:srgbClr val="E8BA0D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331" name="lumia-token-particle">
            <a:extLst>
              <a:ext uri="{FF2B5EF4-FFF2-40B4-BE49-F238E27FC236}">
                <a16:creationId xmlns:a16="http://schemas.microsoft.com/office/drawing/2014/main" id="{E1A8FC13-BBA3-4758-BC13-AE185320E4AD}"/>
              </a:ext>
            </a:extLst>
          </p:cNvPr>
          <p:cNvSpPr>
            <a:spLocks noGrp="1"/>
          </p:cNvSpPr>
          <p:nvPr/>
        </p:nvSpPr>
        <p:spPr>
          <a:xfrm rot="1881922">
            <a:off x="8815063" y="5322939"/>
            <a:ext cx="108564" cy="108564"/>
          </a:xfrm>
          <a:prstGeom prst="roundRect">
            <a:avLst>
              <a:gd name="adj" fmla="val 18000"/>
            </a:avLst>
          </a:prstGeom>
          <a:solidFill>
            <a:srgbClr val="E8BA0D">
              <a:alpha val="89000"/>
            </a:srgbClr>
          </a:solidFill>
          <a:ln w="0">
            <a:noFill/>
            <a:prstDash val="solid"/>
          </a:ln>
        </p:spPr>
      </p:sp>
      <p:sp>
        <p:nvSpPr>
          <p:cNvPr id="1332" name="lumia-token-particle">
            <a:extLst>
              <a:ext uri="{FF2B5EF4-FFF2-40B4-BE49-F238E27FC236}">
                <a16:creationId xmlns:a16="http://schemas.microsoft.com/office/drawing/2014/main" id="{26D3B1B6-DC47-4BB2-B8EF-91A53CCE4035}"/>
              </a:ext>
            </a:extLst>
          </p:cNvPr>
          <p:cNvSpPr>
            <a:spLocks noGrp="1"/>
          </p:cNvSpPr>
          <p:nvPr/>
        </p:nvSpPr>
        <p:spPr>
          <a:xfrm rot="15953">
            <a:off x="11326329" y="3279346"/>
            <a:ext cx="68114" cy="68114"/>
          </a:xfrm>
          <a:prstGeom prst="roundRect">
            <a:avLst>
              <a:gd name="adj" fmla="val 18000"/>
            </a:avLst>
          </a:prstGeom>
          <a:solidFill>
            <a:srgbClr val="66AD3F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1333" name="lumia-token-particle-soft-glow">
            <a:extLst>
              <a:ext uri="{FF2B5EF4-FFF2-40B4-BE49-F238E27FC236}">
                <a16:creationId xmlns:a16="http://schemas.microsoft.com/office/drawing/2014/main" id="{E2C0B085-98D0-40A1-85BB-207F08E68823}"/>
              </a:ext>
            </a:extLst>
          </p:cNvPr>
          <p:cNvSpPr>
            <a:spLocks noGrp="1"/>
          </p:cNvSpPr>
          <p:nvPr/>
        </p:nvSpPr>
        <p:spPr>
          <a:xfrm rot="1172495">
            <a:off x="3430646" y="5981364"/>
            <a:ext cx="98378" cy="98378"/>
          </a:xfrm>
          <a:prstGeom prst="roundRect">
            <a:avLst>
              <a:gd name="adj" fmla="val 18000"/>
            </a:avLst>
          </a:prstGeom>
          <a:solidFill>
            <a:srgbClr val="863E77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334" name="lumia-token-particle">
            <a:extLst>
              <a:ext uri="{FF2B5EF4-FFF2-40B4-BE49-F238E27FC236}">
                <a16:creationId xmlns:a16="http://schemas.microsoft.com/office/drawing/2014/main" id="{CDD4DA7F-4D7A-492D-B903-BBD6534F30E1}"/>
              </a:ext>
            </a:extLst>
          </p:cNvPr>
          <p:cNvSpPr>
            <a:spLocks noGrp="1"/>
          </p:cNvSpPr>
          <p:nvPr/>
        </p:nvSpPr>
        <p:spPr>
          <a:xfrm rot="1223655">
            <a:off x="3459340" y="6010057"/>
            <a:ext cx="40991" cy="40991"/>
          </a:xfrm>
          <a:prstGeom prst="roundRect">
            <a:avLst>
              <a:gd name="adj" fmla="val 18000"/>
            </a:avLst>
          </a:prstGeom>
          <a:solidFill>
            <a:srgbClr val="863E77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1335" name="lumia-token-particle-soft-glow">
            <a:extLst>
              <a:ext uri="{FF2B5EF4-FFF2-40B4-BE49-F238E27FC236}">
                <a16:creationId xmlns:a16="http://schemas.microsoft.com/office/drawing/2014/main" id="{137941DF-D4FB-4D41-B3F8-0B1D10D04B94}"/>
              </a:ext>
            </a:extLst>
          </p:cNvPr>
          <p:cNvSpPr>
            <a:spLocks noGrp="1"/>
          </p:cNvSpPr>
          <p:nvPr/>
        </p:nvSpPr>
        <p:spPr>
          <a:xfrm rot="1184557">
            <a:off x="5381640" y="5836364"/>
            <a:ext cx="139778" cy="139778"/>
          </a:xfrm>
          <a:prstGeom prst="roundRect">
            <a:avLst>
              <a:gd name="adj" fmla="val 18000"/>
            </a:avLst>
          </a:prstGeom>
          <a:solidFill>
            <a:srgbClr val="E94336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336" name="lumia-token-particle">
            <a:extLst>
              <a:ext uri="{FF2B5EF4-FFF2-40B4-BE49-F238E27FC236}">
                <a16:creationId xmlns:a16="http://schemas.microsoft.com/office/drawing/2014/main" id="{3E5455DB-B2D4-4305-8C1C-BBA617495191}"/>
              </a:ext>
            </a:extLst>
          </p:cNvPr>
          <p:cNvSpPr>
            <a:spLocks noGrp="1"/>
          </p:cNvSpPr>
          <p:nvPr/>
        </p:nvSpPr>
        <p:spPr>
          <a:xfrm rot="630420">
            <a:off x="5422408" y="5877133"/>
            <a:ext cx="58241" cy="58241"/>
          </a:xfrm>
          <a:prstGeom prst="roundRect">
            <a:avLst>
              <a:gd name="adj" fmla="val 18000"/>
            </a:avLst>
          </a:prstGeom>
          <a:solidFill>
            <a:srgbClr val="E94336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1337" name="lumia-token-particle-soft-glow">
            <a:extLst>
              <a:ext uri="{FF2B5EF4-FFF2-40B4-BE49-F238E27FC236}">
                <a16:creationId xmlns:a16="http://schemas.microsoft.com/office/drawing/2014/main" id="{DCA3D453-5FE8-46DB-81C0-27AE52AE8546}"/>
              </a:ext>
            </a:extLst>
          </p:cNvPr>
          <p:cNvSpPr>
            <a:spLocks noGrp="1"/>
          </p:cNvSpPr>
          <p:nvPr/>
        </p:nvSpPr>
        <p:spPr>
          <a:xfrm rot="1408482">
            <a:off x="7383654" y="5356640"/>
            <a:ext cx="198387" cy="198387"/>
          </a:xfrm>
          <a:prstGeom prst="ellipse">
            <a:avLst/>
          </a:prstGeom>
          <a:solidFill>
            <a:srgbClr val="F59315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338" name="lumia-token-particle">
            <a:extLst>
              <a:ext uri="{FF2B5EF4-FFF2-40B4-BE49-F238E27FC236}">
                <a16:creationId xmlns:a16="http://schemas.microsoft.com/office/drawing/2014/main" id="{C14E552B-1925-407C-91C8-E591DFD53167}"/>
              </a:ext>
            </a:extLst>
          </p:cNvPr>
          <p:cNvSpPr>
            <a:spLocks noGrp="1"/>
          </p:cNvSpPr>
          <p:nvPr/>
        </p:nvSpPr>
        <p:spPr>
          <a:xfrm rot="1122804">
            <a:off x="7441517" y="5414503"/>
            <a:ext cx="82661" cy="82661"/>
          </a:xfrm>
          <a:prstGeom prst="ellipse">
            <a:avLst/>
          </a:prstGeom>
          <a:solidFill>
            <a:srgbClr val="F59315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339" name="lumia-token-particle">
            <a:extLst>
              <a:ext uri="{FF2B5EF4-FFF2-40B4-BE49-F238E27FC236}">
                <a16:creationId xmlns:a16="http://schemas.microsoft.com/office/drawing/2014/main" id="{6DB29C15-C721-4046-960D-E2092B48E74D}"/>
              </a:ext>
            </a:extLst>
          </p:cNvPr>
          <p:cNvSpPr>
            <a:spLocks noGrp="1"/>
          </p:cNvSpPr>
          <p:nvPr/>
        </p:nvSpPr>
        <p:spPr>
          <a:xfrm rot="2544857">
            <a:off x="8294254" y="5111609"/>
            <a:ext cx="26634" cy="26634"/>
          </a:xfrm>
          <a:prstGeom prst="ellipse">
            <a:avLst/>
          </a:prstGeom>
          <a:solidFill>
            <a:srgbClr val="FAB209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340" name="lumia-token-particle-soft-glow">
            <a:extLst>
              <a:ext uri="{FF2B5EF4-FFF2-40B4-BE49-F238E27FC236}">
                <a16:creationId xmlns:a16="http://schemas.microsoft.com/office/drawing/2014/main" id="{94A0BC46-83A8-442F-83FF-2AAE28B37B30}"/>
              </a:ext>
            </a:extLst>
          </p:cNvPr>
          <p:cNvSpPr>
            <a:spLocks noGrp="1"/>
          </p:cNvSpPr>
          <p:nvPr/>
        </p:nvSpPr>
        <p:spPr>
          <a:xfrm rot="2537238">
            <a:off x="810283" y="6231624"/>
            <a:ext cx="120394" cy="120394"/>
          </a:xfrm>
          <a:prstGeom prst="ellipse">
            <a:avLst/>
          </a:prstGeom>
          <a:solidFill>
            <a:srgbClr val="4A6AD2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341" name="lumia-token-particle">
            <a:extLst>
              <a:ext uri="{FF2B5EF4-FFF2-40B4-BE49-F238E27FC236}">
                <a16:creationId xmlns:a16="http://schemas.microsoft.com/office/drawing/2014/main" id="{5BC2CDA7-ECE6-4C84-8ED7-AA44DA6CB458}"/>
              </a:ext>
            </a:extLst>
          </p:cNvPr>
          <p:cNvSpPr>
            <a:spLocks noGrp="1"/>
          </p:cNvSpPr>
          <p:nvPr/>
        </p:nvSpPr>
        <p:spPr>
          <a:xfrm rot="2078517">
            <a:off x="845398" y="6266739"/>
            <a:ext cx="50164" cy="50164"/>
          </a:xfrm>
          <a:prstGeom prst="ellipse">
            <a:avLst/>
          </a:prstGeom>
          <a:solidFill>
            <a:srgbClr val="4A6AD2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342" name="lumia-token-particle">
            <a:extLst>
              <a:ext uri="{FF2B5EF4-FFF2-40B4-BE49-F238E27FC236}">
                <a16:creationId xmlns:a16="http://schemas.microsoft.com/office/drawing/2014/main" id="{F5069454-5456-461A-9834-079A0B239D91}"/>
              </a:ext>
            </a:extLst>
          </p:cNvPr>
          <p:cNvSpPr>
            <a:spLocks noGrp="1"/>
          </p:cNvSpPr>
          <p:nvPr/>
        </p:nvSpPr>
        <p:spPr>
          <a:xfrm rot="481216">
            <a:off x="8971189" y="4447117"/>
            <a:ext cx="26494" cy="26494"/>
          </a:xfrm>
          <a:prstGeom prst="ellipse">
            <a:avLst/>
          </a:prstGeom>
          <a:solidFill>
            <a:srgbClr val="E0B90F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1343" name="lumia-token-particle">
            <a:extLst>
              <a:ext uri="{FF2B5EF4-FFF2-40B4-BE49-F238E27FC236}">
                <a16:creationId xmlns:a16="http://schemas.microsoft.com/office/drawing/2014/main" id="{7393DD22-87F9-4B6E-80AF-D93192986488}"/>
              </a:ext>
            </a:extLst>
          </p:cNvPr>
          <p:cNvSpPr>
            <a:spLocks noGrp="1"/>
          </p:cNvSpPr>
          <p:nvPr/>
        </p:nvSpPr>
        <p:spPr>
          <a:xfrm rot="946426">
            <a:off x="6061775" y="6072593"/>
            <a:ext cx="22676" cy="22676"/>
          </a:xfrm>
          <a:prstGeom prst="roundRect">
            <a:avLst>
              <a:gd name="adj" fmla="val 18000"/>
            </a:avLst>
          </a:prstGeom>
          <a:solidFill>
            <a:srgbClr val="EE6029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344" name="lumia-token-particle-soft-glow">
            <a:extLst>
              <a:ext uri="{FF2B5EF4-FFF2-40B4-BE49-F238E27FC236}">
                <a16:creationId xmlns:a16="http://schemas.microsoft.com/office/drawing/2014/main" id="{7060339D-49F7-4352-8234-5BA5D251500A}"/>
              </a:ext>
            </a:extLst>
          </p:cNvPr>
          <p:cNvSpPr>
            <a:spLocks noGrp="1"/>
          </p:cNvSpPr>
          <p:nvPr/>
        </p:nvSpPr>
        <p:spPr>
          <a:xfrm rot="2106573">
            <a:off x="9680018" y="4768249"/>
            <a:ext cx="226127" cy="226127"/>
          </a:xfrm>
          <a:prstGeom prst="ellipse">
            <a:avLst/>
          </a:prstGeom>
          <a:solidFill>
            <a:srgbClr val="B4B521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345" name="lumia-token-particle">
            <a:extLst>
              <a:ext uri="{FF2B5EF4-FFF2-40B4-BE49-F238E27FC236}">
                <a16:creationId xmlns:a16="http://schemas.microsoft.com/office/drawing/2014/main" id="{D546144F-AED0-47D9-93B4-126535FE2D71}"/>
              </a:ext>
            </a:extLst>
          </p:cNvPr>
          <p:cNvSpPr>
            <a:spLocks noGrp="1"/>
          </p:cNvSpPr>
          <p:nvPr/>
        </p:nvSpPr>
        <p:spPr>
          <a:xfrm rot="1243890">
            <a:off x="9745972" y="4834203"/>
            <a:ext cx="94220" cy="94220"/>
          </a:xfrm>
          <a:prstGeom prst="ellipse">
            <a:avLst/>
          </a:prstGeom>
          <a:solidFill>
            <a:srgbClr val="B4B521">
              <a:alpha val="91000"/>
            </a:srgbClr>
          </a:solidFill>
          <a:ln w="0">
            <a:noFill/>
            <a:prstDash val="solid"/>
          </a:ln>
        </p:spPr>
      </p:sp>
      <p:sp>
        <p:nvSpPr>
          <p:cNvPr id="1346" name="lumia-token-particle">
            <a:extLst>
              <a:ext uri="{FF2B5EF4-FFF2-40B4-BE49-F238E27FC236}">
                <a16:creationId xmlns:a16="http://schemas.microsoft.com/office/drawing/2014/main" id="{62ED0653-A1C9-4518-AA0D-C2D085F1A378}"/>
              </a:ext>
            </a:extLst>
          </p:cNvPr>
          <p:cNvSpPr>
            <a:spLocks noGrp="1"/>
          </p:cNvSpPr>
          <p:nvPr/>
        </p:nvSpPr>
        <p:spPr>
          <a:xfrm rot="1254388">
            <a:off x="6339863" y="5786261"/>
            <a:ext cx="34904" cy="34904"/>
          </a:xfrm>
          <a:prstGeom prst="ellipse">
            <a:avLst/>
          </a:prstGeom>
          <a:solidFill>
            <a:srgbClr val="EF6328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347" name="lumia-token-particle">
            <a:extLst>
              <a:ext uri="{FF2B5EF4-FFF2-40B4-BE49-F238E27FC236}">
                <a16:creationId xmlns:a16="http://schemas.microsoft.com/office/drawing/2014/main" id="{4668754B-E5E9-470D-A50D-EC3EB5FE3DC1}"/>
              </a:ext>
            </a:extLst>
          </p:cNvPr>
          <p:cNvSpPr>
            <a:spLocks noGrp="1"/>
          </p:cNvSpPr>
          <p:nvPr/>
        </p:nvSpPr>
        <p:spPr>
          <a:xfrm rot="2025">
            <a:off x="10145853" y="3590105"/>
            <a:ext cx="69719" cy="69719"/>
          </a:xfrm>
          <a:prstGeom prst="ellipse">
            <a:avLst/>
          </a:prstGeom>
          <a:solidFill>
            <a:srgbClr val="A5B327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348" name="lumia-token-particle">
            <a:extLst>
              <a:ext uri="{FF2B5EF4-FFF2-40B4-BE49-F238E27FC236}">
                <a16:creationId xmlns:a16="http://schemas.microsoft.com/office/drawing/2014/main" id="{1EA03CDC-A5B0-4220-9B57-5659A7F6A22A}"/>
              </a:ext>
            </a:extLst>
          </p:cNvPr>
          <p:cNvSpPr>
            <a:spLocks noGrp="1"/>
          </p:cNvSpPr>
          <p:nvPr/>
        </p:nvSpPr>
        <p:spPr>
          <a:xfrm rot="152800">
            <a:off x="2715250" y="6001441"/>
            <a:ext cx="32764" cy="32764"/>
          </a:xfrm>
          <a:prstGeom prst="roundRect">
            <a:avLst>
              <a:gd name="adj" fmla="val 18000"/>
            </a:avLst>
          </a:prstGeom>
          <a:solidFill>
            <a:srgbClr val="633C8E">
              <a:alpha val="53000"/>
            </a:srgbClr>
          </a:solidFill>
          <a:ln w="0">
            <a:noFill/>
            <a:prstDash val="solid"/>
          </a:ln>
        </p:spPr>
      </p:sp>
      <p:sp>
        <p:nvSpPr>
          <p:cNvPr id="1349" name="lumia-token-particle-soft-glow">
            <a:extLst>
              <a:ext uri="{FF2B5EF4-FFF2-40B4-BE49-F238E27FC236}">
                <a16:creationId xmlns:a16="http://schemas.microsoft.com/office/drawing/2014/main" id="{FD279DF1-41CF-4D64-885E-F28A44EBF820}"/>
              </a:ext>
            </a:extLst>
          </p:cNvPr>
          <p:cNvSpPr>
            <a:spLocks noGrp="1"/>
          </p:cNvSpPr>
          <p:nvPr/>
        </p:nvSpPr>
        <p:spPr>
          <a:xfrm rot="728284">
            <a:off x="2139344" y="6138602"/>
            <a:ext cx="104097" cy="104097"/>
          </a:xfrm>
          <a:prstGeom prst="roundRect">
            <a:avLst>
              <a:gd name="adj" fmla="val 18000"/>
            </a:avLst>
          </a:prstGeom>
          <a:solidFill>
            <a:srgbClr val="5543A0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350" name="lumia-token-particle">
            <a:extLst>
              <a:ext uri="{FF2B5EF4-FFF2-40B4-BE49-F238E27FC236}">
                <a16:creationId xmlns:a16="http://schemas.microsoft.com/office/drawing/2014/main" id="{CEA6DB7B-DADA-43FF-B81E-B99D042744E5}"/>
              </a:ext>
            </a:extLst>
          </p:cNvPr>
          <p:cNvSpPr>
            <a:spLocks noGrp="1"/>
          </p:cNvSpPr>
          <p:nvPr/>
        </p:nvSpPr>
        <p:spPr>
          <a:xfrm rot="2243763">
            <a:off x="2169706" y="6168964"/>
            <a:ext cx="43374" cy="43374"/>
          </a:xfrm>
          <a:prstGeom prst="roundRect">
            <a:avLst>
              <a:gd name="adj" fmla="val 18000"/>
            </a:avLst>
          </a:prstGeom>
          <a:solidFill>
            <a:srgbClr val="5543A0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351" name="lumia-token-particle">
            <a:extLst>
              <a:ext uri="{FF2B5EF4-FFF2-40B4-BE49-F238E27FC236}">
                <a16:creationId xmlns:a16="http://schemas.microsoft.com/office/drawing/2014/main" id="{83A95CF8-81DD-4589-B8BB-646F0BCBAE49}"/>
              </a:ext>
            </a:extLst>
          </p:cNvPr>
          <p:cNvSpPr>
            <a:spLocks noGrp="1"/>
          </p:cNvSpPr>
          <p:nvPr/>
        </p:nvSpPr>
        <p:spPr>
          <a:xfrm rot="2185853">
            <a:off x="9208922" y="5474634"/>
            <a:ext cx="15067" cy="15067"/>
          </a:xfrm>
          <a:prstGeom prst="ellipse">
            <a:avLst/>
          </a:prstGeom>
          <a:solidFill>
            <a:srgbClr val="DDB911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352" name="lumia-token-particle">
            <a:extLst>
              <a:ext uri="{FF2B5EF4-FFF2-40B4-BE49-F238E27FC236}">
                <a16:creationId xmlns:a16="http://schemas.microsoft.com/office/drawing/2014/main" id="{B0ED19C3-039E-4786-A538-60B1B4D2CF81}"/>
              </a:ext>
            </a:extLst>
          </p:cNvPr>
          <p:cNvSpPr>
            <a:spLocks noGrp="1"/>
          </p:cNvSpPr>
          <p:nvPr/>
        </p:nvSpPr>
        <p:spPr>
          <a:xfrm rot="2596761">
            <a:off x="11274276" y="3195115"/>
            <a:ext cx="23724" cy="23724"/>
          </a:xfrm>
          <a:prstGeom prst="roundRect">
            <a:avLst>
              <a:gd name="adj" fmla="val 18000"/>
            </a:avLst>
          </a:prstGeom>
          <a:solidFill>
            <a:srgbClr val="58AC45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3" name="lumia-token-particle">
            <a:extLst>
              <a:ext uri="{FF2B5EF4-FFF2-40B4-BE49-F238E27FC236}">
                <a16:creationId xmlns:a16="http://schemas.microsoft.com/office/drawing/2014/main" id="{DB960568-8F27-42B2-914C-876187123CD2}"/>
              </a:ext>
            </a:extLst>
          </p:cNvPr>
          <p:cNvSpPr>
            <a:spLocks noGrp="1"/>
          </p:cNvSpPr>
          <p:nvPr/>
        </p:nvSpPr>
        <p:spPr>
          <a:xfrm rot="1833620">
            <a:off x="9610179" y="4454991"/>
            <a:ext cx="20393" cy="20393"/>
          </a:xfrm>
          <a:prstGeom prst="roundRect">
            <a:avLst>
              <a:gd name="adj" fmla="val 18683"/>
            </a:avLst>
          </a:prstGeom>
          <a:solidFill>
            <a:srgbClr val="CEB717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354" name="lumia-token-particle-soft-glow">
            <a:extLst>
              <a:ext uri="{FF2B5EF4-FFF2-40B4-BE49-F238E27FC236}">
                <a16:creationId xmlns:a16="http://schemas.microsoft.com/office/drawing/2014/main" id="{356BA8F3-5CDD-4AC4-9425-B46D15AF02BE}"/>
              </a:ext>
            </a:extLst>
          </p:cNvPr>
          <p:cNvSpPr>
            <a:spLocks noGrp="1"/>
          </p:cNvSpPr>
          <p:nvPr/>
        </p:nvSpPr>
        <p:spPr>
          <a:xfrm rot="2016291">
            <a:off x="9678276" y="4010433"/>
            <a:ext cx="283682" cy="283682"/>
          </a:xfrm>
          <a:prstGeom prst="ellipse">
            <a:avLst/>
          </a:prstGeom>
          <a:solidFill>
            <a:srgbClr val="AAB425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355" name="lumia-token-particle">
            <a:extLst>
              <a:ext uri="{FF2B5EF4-FFF2-40B4-BE49-F238E27FC236}">
                <a16:creationId xmlns:a16="http://schemas.microsoft.com/office/drawing/2014/main" id="{835ABC44-14D4-4211-B652-9F5243193281}"/>
              </a:ext>
            </a:extLst>
          </p:cNvPr>
          <p:cNvSpPr>
            <a:spLocks noGrp="1"/>
          </p:cNvSpPr>
          <p:nvPr/>
        </p:nvSpPr>
        <p:spPr>
          <a:xfrm rot="906352">
            <a:off x="9761017" y="4093174"/>
            <a:ext cx="118201" cy="118201"/>
          </a:xfrm>
          <a:prstGeom prst="ellipse">
            <a:avLst/>
          </a:prstGeom>
          <a:solidFill>
            <a:srgbClr val="AAB425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356" name="lumia-token-particle-soft-glow">
            <a:extLst>
              <a:ext uri="{FF2B5EF4-FFF2-40B4-BE49-F238E27FC236}">
                <a16:creationId xmlns:a16="http://schemas.microsoft.com/office/drawing/2014/main" id="{C26ABA2A-D1E4-4481-839D-F497849B9591}"/>
              </a:ext>
            </a:extLst>
          </p:cNvPr>
          <p:cNvSpPr>
            <a:spLocks noGrp="1"/>
          </p:cNvSpPr>
          <p:nvPr/>
        </p:nvSpPr>
        <p:spPr>
          <a:xfrm rot="234633">
            <a:off x="5036982" y="5369609"/>
            <a:ext cx="122285" cy="122285"/>
          </a:xfrm>
          <a:prstGeom prst="roundRect">
            <a:avLst>
              <a:gd name="adj" fmla="val 18000"/>
            </a:avLst>
          </a:prstGeom>
          <a:solidFill>
            <a:srgbClr val="D34244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357" name="lumia-token-particle">
            <a:extLst>
              <a:ext uri="{FF2B5EF4-FFF2-40B4-BE49-F238E27FC236}">
                <a16:creationId xmlns:a16="http://schemas.microsoft.com/office/drawing/2014/main" id="{4CE6263B-20DE-4EFE-8187-5128E6991B83}"/>
              </a:ext>
            </a:extLst>
          </p:cNvPr>
          <p:cNvSpPr>
            <a:spLocks noGrp="1"/>
          </p:cNvSpPr>
          <p:nvPr/>
        </p:nvSpPr>
        <p:spPr>
          <a:xfrm rot="1206004">
            <a:off x="5072649" y="5405276"/>
            <a:ext cx="50952" cy="50952"/>
          </a:xfrm>
          <a:prstGeom prst="roundRect">
            <a:avLst>
              <a:gd name="adj" fmla="val 18000"/>
            </a:avLst>
          </a:prstGeom>
          <a:solidFill>
            <a:srgbClr val="D34244">
              <a:alpha val="77000"/>
            </a:srgbClr>
          </a:solidFill>
          <a:ln w="0">
            <a:noFill/>
            <a:prstDash val="solid"/>
          </a:ln>
        </p:spPr>
      </p:sp>
      <p:sp>
        <p:nvSpPr>
          <p:cNvPr id="1358" name="lumia-token-particle">
            <a:extLst>
              <a:ext uri="{FF2B5EF4-FFF2-40B4-BE49-F238E27FC236}">
                <a16:creationId xmlns:a16="http://schemas.microsoft.com/office/drawing/2014/main" id="{9215D5F2-457E-49C7-9D5A-086B110E3D41}"/>
              </a:ext>
            </a:extLst>
          </p:cNvPr>
          <p:cNvSpPr>
            <a:spLocks noGrp="1"/>
          </p:cNvSpPr>
          <p:nvPr/>
        </p:nvSpPr>
        <p:spPr>
          <a:xfrm rot="860134">
            <a:off x="10450015" y="3755192"/>
            <a:ext cx="43719" cy="43719"/>
          </a:xfrm>
          <a:prstGeom prst="roundRect">
            <a:avLst>
              <a:gd name="adj" fmla="val 18000"/>
            </a:avLst>
          </a:prstGeom>
          <a:solidFill>
            <a:srgbClr val="9EB329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359" name="lumia-token-particle">
            <a:extLst>
              <a:ext uri="{FF2B5EF4-FFF2-40B4-BE49-F238E27FC236}">
                <a16:creationId xmlns:a16="http://schemas.microsoft.com/office/drawing/2014/main" id="{4FAD3FC0-0EEF-474E-A9C7-CD640BEC5154}"/>
              </a:ext>
            </a:extLst>
          </p:cNvPr>
          <p:cNvSpPr>
            <a:spLocks noGrp="1"/>
          </p:cNvSpPr>
          <p:nvPr/>
        </p:nvSpPr>
        <p:spPr>
          <a:xfrm rot="2551614">
            <a:off x="6969961" y="5821275"/>
            <a:ext cx="14513" cy="14513"/>
          </a:xfrm>
          <a:prstGeom prst="ellipse">
            <a:avLst/>
          </a:prstGeom>
          <a:solidFill>
            <a:srgbClr val="F27E1E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360" name="lumia-token-particle">
            <a:extLst>
              <a:ext uri="{FF2B5EF4-FFF2-40B4-BE49-F238E27FC236}">
                <a16:creationId xmlns:a16="http://schemas.microsoft.com/office/drawing/2014/main" id="{1CE45714-BD3C-45B4-9D14-BBE577D8136E}"/>
              </a:ext>
            </a:extLst>
          </p:cNvPr>
          <p:cNvSpPr>
            <a:spLocks noGrp="1"/>
          </p:cNvSpPr>
          <p:nvPr/>
        </p:nvSpPr>
        <p:spPr>
          <a:xfrm rot="182461">
            <a:off x="3448209" y="6113413"/>
            <a:ext cx="20679" cy="20679"/>
          </a:xfrm>
          <a:prstGeom prst="roundRect">
            <a:avLst>
              <a:gd name="adj" fmla="val 18425"/>
            </a:avLst>
          </a:prstGeom>
          <a:solidFill>
            <a:srgbClr val="803D7B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361" name="lumia-token-particle">
            <a:extLst>
              <a:ext uri="{FF2B5EF4-FFF2-40B4-BE49-F238E27FC236}">
                <a16:creationId xmlns:a16="http://schemas.microsoft.com/office/drawing/2014/main" id="{3E1B577F-0488-4A9A-A80D-77A15B2619D3}"/>
              </a:ext>
            </a:extLst>
          </p:cNvPr>
          <p:cNvSpPr>
            <a:spLocks noGrp="1"/>
          </p:cNvSpPr>
          <p:nvPr/>
        </p:nvSpPr>
        <p:spPr>
          <a:xfrm rot="762373">
            <a:off x="7951621" y="5539174"/>
            <a:ext cx="37628" cy="37628"/>
          </a:xfrm>
          <a:prstGeom prst="roundRect">
            <a:avLst>
              <a:gd name="adj" fmla="val 18000"/>
            </a:avLst>
          </a:prstGeom>
          <a:solidFill>
            <a:srgbClr val="F8AA0C">
              <a:alpha val="66000"/>
            </a:srgbClr>
          </a:solidFill>
          <a:ln w="0">
            <a:noFill/>
            <a:prstDash val="solid"/>
          </a:ln>
        </p:spPr>
      </p:sp>
      <p:sp>
        <p:nvSpPr>
          <p:cNvPr id="1362" name="lumia-token-particle">
            <a:extLst>
              <a:ext uri="{FF2B5EF4-FFF2-40B4-BE49-F238E27FC236}">
                <a16:creationId xmlns:a16="http://schemas.microsoft.com/office/drawing/2014/main" id="{72EACE69-CB5C-451B-A608-18995476D85B}"/>
              </a:ext>
            </a:extLst>
          </p:cNvPr>
          <p:cNvSpPr>
            <a:spLocks noGrp="1"/>
          </p:cNvSpPr>
          <p:nvPr/>
        </p:nvSpPr>
        <p:spPr>
          <a:xfrm rot="1396054">
            <a:off x="9362695" y="4877860"/>
            <a:ext cx="18593" cy="18593"/>
          </a:xfrm>
          <a:prstGeom prst="ellipse">
            <a:avLst/>
          </a:prstGeom>
          <a:solidFill>
            <a:srgbClr val="DDB911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363" name="lumia-token-particle">
            <a:extLst>
              <a:ext uri="{FF2B5EF4-FFF2-40B4-BE49-F238E27FC236}">
                <a16:creationId xmlns:a16="http://schemas.microsoft.com/office/drawing/2014/main" id="{23169F2F-BD70-4000-BF7B-27C9F97C098F}"/>
              </a:ext>
            </a:extLst>
          </p:cNvPr>
          <p:cNvSpPr>
            <a:spLocks noGrp="1"/>
          </p:cNvSpPr>
          <p:nvPr/>
        </p:nvSpPr>
        <p:spPr>
          <a:xfrm rot="1256344">
            <a:off x="7893820" y="5621655"/>
            <a:ext cx="25834" cy="25834"/>
          </a:xfrm>
          <a:prstGeom prst="ellipse">
            <a:avLst/>
          </a:prstGeom>
          <a:solidFill>
            <a:srgbClr val="F8A60E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364" name="lumia-token-particle">
            <a:extLst>
              <a:ext uri="{FF2B5EF4-FFF2-40B4-BE49-F238E27FC236}">
                <a16:creationId xmlns:a16="http://schemas.microsoft.com/office/drawing/2014/main" id="{CF49666A-08A3-43A3-A7B3-CA3A1E1D91D6}"/>
              </a:ext>
            </a:extLst>
          </p:cNvPr>
          <p:cNvSpPr>
            <a:spLocks noGrp="1"/>
          </p:cNvSpPr>
          <p:nvPr/>
        </p:nvSpPr>
        <p:spPr>
          <a:xfrm rot="1379935">
            <a:off x="11349808" y="3372059"/>
            <a:ext cx="45459" cy="45459"/>
          </a:xfrm>
          <a:prstGeom prst="ellipse">
            <a:avLst/>
          </a:prstGeom>
          <a:solidFill>
            <a:srgbClr val="69AD3E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1365" name="lumia-token-particle">
            <a:extLst>
              <a:ext uri="{FF2B5EF4-FFF2-40B4-BE49-F238E27FC236}">
                <a16:creationId xmlns:a16="http://schemas.microsoft.com/office/drawing/2014/main" id="{38B0F9A2-3E37-4576-A801-2BB6C8C55E28}"/>
              </a:ext>
            </a:extLst>
          </p:cNvPr>
          <p:cNvSpPr>
            <a:spLocks noGrp="1"/>
          </p:cNvSpPr>
          <p:nvPr/>
        </p:nvSpPr>
        <p:spPr>
          <a:xfrm rot="181753">
            <a:off x="7121353" y="4837269"/>
            <a:ext cx="31649" cy="31649"/>
          </a:xfrm>
          <a:prstGeom prst="ellipse">
            <a:avLst/>
          </a:prstGeom>
          <a:solidFill>
            <a:srgbClr val="F3801D">
              <a:alpha val="64000"/>
            </a:srgbClr>
          </a:solidFill>
          <a:ln w="0">
            <a:noFill/>
            <a:prstDash val="solid"/>
          </a:ln>
        </p:spPr>
      </p:sp>
      <p:sp>
        <p:nvSpPr>
          <p:cNvPr id="1366" name="lumia-token-particle">
            <a:extLst>
              <a:ext uri="{FF2B5EF4-FFF2-40B4-BE49-F238E27FC236}">
                <a16:creationId xmlns:a16="http://schemas.microsoft.com/office/drawing/2014/main" id="{5BD69CCF-158F-4103-8C9E-8210C3AB4A6E}"/>
              </a:ext>
            </a:extLst>
          </p:cNvPr>
          <p:cNvSpPr>
            <a:spLocks noGrp="1"/>
          </p:cNvSpPr>
          <p:nvPr/>
        </p:nvSpPr>
        <p:spPr>
          <a:xfrm rot="354438">
            <a:off x="6738905" y="5330443"/>
            <a:ext cx="17723" cy="17723"/>
          </a:xfrm>
          <a:prstGeom prst="ellipse">
            <a:avLst/>
          </a:prstGeom>
          <a:solidFill>
            <a:srgbClr val="F07123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367" name="lumia-token-particle">
            <a:extLst>
              <a:ext uri="{FF2B5EF4-FFF2-40B4-BE49-F238E27FC236}">
                <a16:creationId xmlns:a16="http://schemas.microsoft.com/office/drawing/2014/main" id="{DF516914-9E07-4CC5-8EC3-C0EEBDAFD731}"/>
              </a:ext>
            </a:extLst>
          </p:cNvPr>
          <p:cNvSpPr>
            <a:spLocks noGrp="1"/>
          </p:cNvSpPr>
          <p:nvPr/>
        </p:nvSpPr>
        <p:spPr>
          <a:xfrm rot="2043061">
            <a:off x="6274213" y="5175769"/>
            <a:ext cx="17294" cy="17294"/>
          </a:xfrm>
          <a:prstGeom prst="ellipse">
            <a:avLst/>
          </a:prstGeom>
          <a:solidFill>
            <a:srgbClr val="ED5C2B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368" name="lumia-token-particle">
            <a:extLst>
              <a:ext uri="{FF2B5EF4-FFF2-40B4-BE49-F238E27FC236}">
                <a16:creationId xmlns:a16="http://schemas.microsoft.com/office/drawing/2014/main" id="{E45A8BAA-BACD-4E8A-8F9C-FE706A43AA8D}"/>
              </a:ext>
            </a:extLst>
          </p:cNvPr>
          <p:cNvSpPr>
            <a:spLocks noGrp="1"/>
          </p:cNvSpPr>
          <p:nvPr/>
        </p:nvSpPr>
        <p:spPr>
          <a:xfrm rot="608198">
            <a:off x="11890153" y="2998008"/>
            <a:ext cx="64074" cy="64074"/>
          </a:xfrm>
          <a:prstGeom prst="ellipse">
            <a:avLst/>
          </a:prstGeom>
          <a:solidFill>
            <a:srgbClr val="37A852">
              <a:alpha val="74000"/>
            </a:srgbClr>
          </a:solidFill>
          <a:ln w="0">
            <a:noFill/>
            <a:prstDash val="solid"/>
          </a:ln>
        </p:spPr>
      </p:sp>
      <p:sp>
        <p:nvSpPr>
          <p:cNvPr id="1369" name="lumia-token-particle">
            <a:extLst>
              <a:ext uri="{FF2B5EF4-FFF2-40B4-BE49-F238E27FC236}">
                <a16:creationId xmlns:a16="http://schemas.microsoft.com/office/drawing/2014/main" id="{A3CAB409-C3AA-40F8-AD99-0B4F2FE45773}"/>
              </a:ext>
            </a:extLst>
          </p:cNvPr>
          <p:cNvSpPr>
            <a:spLocks noGrp="1"/>
          </p:cNvSpPr>
          <p:nvPr/>
        </p:nvSpPr>
        <p:spPr>
          <a:xfrm rot="885018">
            <a:off x="11907819" y="3067105"/>
            <a:ext cx="41476" cy="41476"/>
          </a:xfrm>
          <a:prstGeom prst="roundRect">
            <a:avLst>
              <a:gd name="adj" fmla="val 18000"/>
            </a:avLst>
          </a:prstGeom>
          <a:solidFill>
            <a:srgbClr val="51AB48">
              <a:alpha val="73000"/>
            </a:srgbClr>
          </a:solidFill>
          <a:ln w="0">
            <a:noFill/>
            <a:prstDash val="solid"/>
          </a:ln>
        </p:spPr>
      </p:sp>
      <p:sp>
        <p:nvSpPr>
          <p:cNvPr id="1370" name="lumia-token-particle">
            <a:extLst>
              <a:ext uri="{FF2B5EF4-FFF2-40B4-BE49-F238E27FC236}">
                <a16:creationId xmlns:a16="http://schemas.microsoft.com/office/drawing/2014/main" id="{42DD41A6-0DB5-439B-9C20-4C6F71A5617C}"/>
              </a:ext>
            </a:extLst>
          </p:cNvPr>
          <p:cNvSpPr>
            <a:spLocks noGrp="1"/>
          </p:cNvSpPr>
          <p:nvPr/>
        </p:nvSpPr>
        <p:spPr>
          <a:xfrm rot="1331633">
            <a:off x="3421127" y="5800709"/>
            <a:ext cx="28376" cy="28376"/>
          </a:xfrm>
          <a:prstGeom prst="roundRect">
            <a:avLst>
              <a:gd name="adj" fmla="val 18000"/>
            </a:avLst>
          </a:prstGeom>
          <a:solidFill>
            <a:srgbClr val="883E76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371" name="lumia-token-particle">
            <a:extLst>
              <a:ext uri="{FF2B5EF4-FFF2-40B4-BE49-F238E27FC236}">
                <a16:creationId xmlns:a16="http://schemas.microsoft.com/office/drawing/2014/main" id="{7DCF434F-232D-4C31-B986-134938108069}"/>
              </a:ext>
            </a:extLst>
          </p:cNvPr>
          <p:cNvSpPr>
            <a:spLocks noGrp="1"/>
          </p:cNvSpPr>
          <p:nvPr/>
        </p:nvSpPr>
        <p:spPr>
          <a:xfrm rot="255806">
            <a:off x="9341841" y="4491509"/>
            <a:ext cx="44919" cy="44919"/>
          </a:xfrm>
          <a:prstGeom prst="ellipse">
            <a:avLst/>
          </a:prstGeom>
          <a:solidFill>
            <a:srgbClr val="C7B71A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372" name="lumia-token-particle-soft-glow">
            <a:extLst>
              <a:ext uri="{FF2B5EF4-FFF2-40B4-BE49-F238E27FC236}">
                <a16:creationId xmlns:a16="http://schemas.microsoft.com/office/drawing/2014/main" id="{DB106997-872F-484C-AE03-369112DE7195}"/>
              </a:ext>
            </a:extLst>
          </p:cNvPr>
          <p:cNvSpPr>
            <a:spLocks noGrp="1"/>
          </p:cNvSpPr>
          <p:nvPr/>
        </p:nvSpPr>
        <p:spPr>
          <a:xfrm rot="2148668">
            <a:off x="6159624" y="5916527"/>
            <a:ext cx="108070" cy="108070"/>
          </a:xfrm>
          <a:prstGeom prst="ellipse">
            <a:avLst/>
          </a:prstGeom>
          <a:solidFill>
            <a:srgbClr val="EE5F2A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373" name="lumia-token-particle">
            <a:extLst>
              <a:ext uri="{FF2B5EF4-FFF2-40B4-BE49-F238E27FC236}">
                <a16:creationId xmlns:a16="http://schemas.microsoft.com/office/drawing/2014/main" id="{A584774C-F613-431A-8151-9E1DFF14039E}"/>
              </a:ext>
            </a:extLst>
          </p:cNvPr>
          <p:cNvSpPr>
            <a:spLocks noGrp="1"/>
          </p:cNvSpPr>
          <p:nvPr/>
        </p:nvSpPr>
        <p:spPr>
          <a:xfrm rot="514604">
            <a:off x="6191144" y="5948047"/>
            <a:ext cx="45029" cy="45029"/>
          </a:xfrm>
          <a:prstGeom prst="ellipse">
            <a:avLst/>
          </a:prstGeom>
          <a:solidFill>
            <a:srgbClr val="EE5F2A">
              <a:alpha val="81000"/>
            </a:srgbClr>
          </a:solidFill>
          <a:ln w="0">
            <a:noFill/>
            <a:prstDash val="solid"/>
          </a:ln>
        </p:spPr>
      </p:sp>
      <p:sp>
        <p:nvSpPr>
          <p:cNvPr id="1374" name="lumia-token-particle">
            <a:extLst>
              <a:ext uri="{FF2B5EF4-FFF2-40B4-BE49-F238E27FC236}">
                <a16:creationId xmlns:a16="http://schemas.microsoft.com/office/drawing/2014/main" id="{1C407BAA-9146-46E6-B3B8-78018B3EFDAC}"/>
              </a:ext>
            </a:extLst>
          </p:cNvPr>
          <p:cNvSpPr>
            <a:spLocks noGrp="1"/>
          </p:cNvSpPr>
          <p:nvPr/>
        </p:nvSpPr>
        <p:spPr>
          <a:xfrm rot="1555313">
            <a:off x="6095307" y="5073472"/>
            <a:ext cx="24563" cy="24563"/>
          </a:xfrm>
          <a:prstGeom prst="roundRect">
            <a:avLst>
              <a:gd name="adj" fmla="val 18000"/>
            </a:avLst>
          </a:prstGeom>
          <a:solidFill>
            <a:srgbClr val="EE6029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375" name="lumia-token-particle-soft-glow">
            <a:extLst>
              <a:ext uri="{FF2B5EF4-FFF2-40B4-BE49-F238E27FC236}">
                <a16:creationId xmlns:a16="http://schemas.microsoft.com/office/drawing/2014/main" id="{FF9449C4-072A-4AB1-B92A-853C540C2CE1}"/>
              </a:ext>
            </a:extLst>
          </p:cNvPr>
          <p:cNvSpPr>
            <a:spLocks noGrp="1"/>
          </p:cNvSpPr>
          <p:nvPr/>
        </p:nvSpPr>
        <p:spPr>
          <a:xfrm rot="1757565">
            <a:off x="11560122" y="3378132"/>
            <a:ext cx="337960" cy="337960"/>
          </a:xfrm>
          <a:prstGeom prst="roundRect">
            <a:avLst>
              <a:gd name="adj" fmla="val 18000"/>
            </a:avLst>
          </a:prstGeom>
          <a:solidFill>
            <a:srgbClr val="3EA94F">
              <a:alpha val="14000"/>
            </a:srgbClr>
          </a:solidFill>
          <a:ln w="0">
            <a:noFill/>
            <a:prstDash val="solid"/>
          </a:ln>
        </p:spPr>
      </p:sp>
      <p:sp>
        <p:nvSpPr>
          <p:cNvPr id="1376" name="lumia-token-particle">
            <a:extLst>
              <a:ext uri="{FF2B5EF4-FFF2-40B4-BE49-F238E27FC236}">
                <a16:creationId xmlns:a16="http://schemas.microsoft.com/office/drawing/2014/main" id="{FCB61B6C-30F0-45B7-A8E8-2DFC5F9F021C}"/>
              </a:ext>
            </a:extLst>
          </p:cNvPr>
          <p:cNvSpPr>
            <a:spLocks noGrp="1"/>
          </p:cNvSpPr>
          <p:nvPr/>
        </p:nvSpPr>
        <p:spPr>
          <a:xfrm rot="1342582">
            <a:off x="11658694" y="3476704"/>
            <a:ext cx="140817" cy="140817"/>
          </a:xfrm>
          <a:prstGeom prst="roundRect">
            <a:avLst>
              <a:gd name="adj" fmla="val 18000"/>
            </a:avLst>
          </a:prstGeom>
          <a:solidFill>
            <a:srgbClr val="3EA94F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377" name="lumia-token-particle">
            <a:extLst>
              <a:ext uri="{FF2B5EF4-FFF2-40B4-BE49-F238E27FC236}">
                <a16:creationId xmlns:a16="http://schemas.microsoft.com/office/drawing/2014/main" id="{5D490DFB-05FA-4A9B-86F1-5C686FAD2573}"/>
              </a:ext>
            </a:extLst>
          </p:cNvPr>
          <p:cNvSpPr>
            <a:spLocks noGrp="1"/>
          </p:cNvSpPr>
          <p:nvPr/>
        </p:nvSpPr>
        <p:spPr>
          <a:xfrm rot="953635">
            <a:off x="7847120" y="5757622"/>
            <a:ext cx="26452" cy="26452"/>
          </a:xfrm>
          <a:prstGeom prst="roundRect">
            <a:avLst>
              <a:gd name="adj" fmla="val 18000"/>
            </a:avLst>
          </a:prstGeom>
          <a:solidFill>
            <a:srgbClr val="F79E11">
              <a:alpha val="65000"/>
            </a:srgbClr>
          </a:solidFill>
          <a:ln w="0">
            <a:noFill/>
            <a:prstDash val="solid"/>
          </a:ln>
        </p:spPr>
      </p:sp>
      <p:sp>
        <p:nvSpPr>
          <p:cNvPr id="1378" name="lumia-token-particle">
            <a:extLst>
              <a:ext uri="{FF2B5EF4-FFF2-40B4-BE49-F238E27FC236}">
                <a16:creationId xmlns:a16="http://schemas.microsoft.com/office/drawing/2014/main" id="{15871E2D-602A-48E6-AB8A-CBC4C68298FE}"/>
              </a:ext>
            </a:extLst>
          </p:cNvPr>
          <p:cNvSpPr>
            <a:spLocks noGrp="1"/>
          </p:cNvSpPr>
          <p:nvPr/>
        </p:nvSpPr>
        <p:spPr>
          <a:xfrm rot="596693">
            <a:off x="5206379" y="5593377"/>
            <a:ext cx="29852" cy="29852"/>
          </a:xfrm>
          <a:prstGeom prst="roundRect">
            <a:avLst>
              <a:gd name="adj" fmla="val 18000"/>
            </a:avLst>
          </a:prstGeom>
          <a:solidFill>
            <a:srgbClr val="E54338">
              <a:alpha val="60000"/>
            </a:srgbClr>
          </a:solidFill>
          <a:ln w="0">
            <a:noFill/>
            <a:prstDash val="solid"/>
          </a:ln>
        </p:spPr>
      </p:sp>
      <p:sp>
        <p:nvSpPr>
          <p:cNvPr id="1379" name="lumia-token-particle">
            <a:extLst>
              <a:ext uri="{FF2B5EF4-FFF2-40B4-BE49-F238E27FC236}">
                <a16:creationId xmlns:a16="http://schemas.microsoft.com/office/drawing/2014/main" id="{772FB126-B607-4EBB-8C74-E3638EAB5517}"/>
              </a:ext>
            </a:extLst>
          </p:cNvPr>
          <p:cNvSpPr>
            <a:spLocks noGrp="1"/>
          </p:cNvSpPr>
          <p:nvPr/>
        </p:nvSpPr>
        <p:spPr>
          <a:xfrm rot="2304575">
            <a:off x="8683543" y="5304541"/>
            <a:ext cx="20929" cy="20929"/>
          </a:xfrm>
          <a:prstGeom prst="ellipse">
            <a:avLst/>
          </a:prstGeom>
          <a:solidFill>
            <a:srgbClr val="FAB607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1380" name="lumia-token-particle">
            <a:extLst>
              <a:ext uri="{FF2B5EF4-FFF2-40B4-BE49-F238E27FC236}">
                <a16:creationId xmlns:a16="http://schemas.microsoft.com/office/drawing/2014/main" id="{AA4E6257-9165-4BAF-A075-1A19EC8CE649}"/>
              </a:ext>
            </a:extLst>
          </p:cNvPr>
          <p:cNvSpPr>
            <a:spLocks noGrp="1"/>
          </p:cNvSpPr>
          <p:nvPr/>
        </p:nvSpPr>
        <p:spPr>
          <a:xfrm rot="2640066">
            <a:off x="7780254" y="5439871"/>
            <a:ext cx="47868" cy="47868"/>
          </a:xfrm>
          <a:prstGeom prst="roundRect">
            <a:avLst>
              <a:gd name="adj" fmla="val 18000"/>
            </a:avLst>
          </a:prstGeom>
          <a:solidFill>
            <a:srgbClr val="F69714">
              <a:alpha val="65000"/>
            </a:srgbClr>
          </a:solidFill>
          <a:ln w="0">
            <a:noFill/>
            <a:prstDash val="solid"/>
          </a:ln>
        </p:spPr>
      </p:sp>
      <p:sp>
        <p:nvSpPr>
          <p:cNvPr id="1381" name="lumia-token-particle-soft-glow">
            <a:extLst>
              <a:ext uri="{FF2B5EF4-FFF2-40B4-BE49-F238E27FC236}">
                <a16:creationId xmlns:a16="http://schemas.microsoft.com/office/drawing/2014/main" id="{0C6570E8-80DA-46A3-94FF-6A44E551C432}"/>
              </a:ext>
            </a:extLst>
          </p:cNvPr>
          <p:cNvSpPr>
            <a:spLocks noGrp="1"/>
          </p:cNvSpPr>
          <p:nvPr/>
        </p:nvSpPr>
        <p:spPr>
          <a:xfrm rot="1273421">
            <a:off x="3101034" y="6006504"/>
            <a:ext cx="100381" cy="100381"/>
          </a:xfrm>
          <a:prstGeom prst="roundRect">
            <a:avLst>
              <a:gd name="adj" fmla="val 18000"/>
            </a:avLst>
          </a:prstGeom>
          <a:solidFill>
            <a:srgbClr val="713C84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382" name="lumia-token-particle">
            <a:extLst>
              <a:ext uri="{FF2B5EF4-FFF2-40B4-BE49-F238E27FC236}">
                <a16:creationId xmlns:a16="http://schemas.microsoft.com/office/drawing/2014/main" id="{0932417A-B72B-43A9-93C5-5A7F71958B4F}"/>
              </a:ext>
            </a:extLst>
          </p:cNvPr>
          <p:cNvSpPr>
            <a:spLocks noGrp="1"/>
          </p:cNvSpPr>
          <p:nvPr/>
        </p:nvSpPr>
        <p:spPr>
          <a:xfrm rot="64452">
            <a:off x="3130311" y="6035782"/>
            <a:ext cx="41825" cy="41825"/>
          </a:xfrm>
          <a:prstGeom prst="roundRect">
            <a:avLst>
              <a:gd name="adj" fmla="val 18000"/>
            </a:avLst>
          </a:prstGeom>
          <a:solidFill>
            <a:srgbClr val="713C84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383" name="lumia-token-particle-soft-glow">
            <a:extLst>
              <a:ext uri="{FF2B5EF4-FFF2-40B4-BE49-F238E27FC236}">
                <a16:creationId xmlns:a16="http://schemas.microsoft.com/office/drawing/2014/main" id="{A42E00FD-8960-4C42-B831-EE345648B874}"/>
              </a:ext>
            </a:extLst>
          </p:cNvPr>
          <p:cNvSpPr>
            <a:spLocks noGrp="1"/>
          </p:cNvSpPr>
          <p:nvPr/>
        </p:nvSpPr>
        <p:spPr>
          <a:xfrm rot="765587">
            <a:off x="10722369" y="3696490"/>
            <a:ext cx="214584" cy="214584"/>
          </a:xfrm>
          <a:prstGeom prst="roundRect">
            <a:avLst>
              <a:gd name="adj" fmla="val 18000"/>
            </a:avLst>
          </a:prstGeom>
          <a:solidFill>
            <a:srgbClr val="70AE3B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384" name="lumia-token-particle">
            <a:extLst>
              <a:ext uri="{FF2B5EF4-FFF2-40B4-BE49-F238E27FC236}">
                <a16:creationId xmlns:a16="http://schemas.microsoft.com/office/drawing/2014/main" id="{D12EF197-F3E2-49FD-9A35-C688E338BF46}"/>
              </a:ext>
            </a:extLst>
          </p:cNvPr>
          <p:cNvSpPr>
            <a:spLocks noGrp="1"/>
          </p:cNvSpPr>
          <p:nvPr/>
        </p:nvSpPr>
        <p:spPr>
          <a:xfrm rot="697019">
            <a:off x="10784956" y="3759077"/>
            <a:ext cx="89410" cy="89410"/>
          </a:xfrm>
          <a:prstGeom prst="roundRect">
            <a:avLst>
              <a:gd name="adj" fmla="val 18000"/>
            </a:avLst>
          </a:prstGeom>
          <a:solidFill>
            <a:srgbClr val="70AE3B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385" name="lumia-token-particle">
            <a:extLst>
              <a:ext uri="{FF2B5EF4-FFF2-40B4-BE49-F238E27FC236}">
                <a16:creationId xmlns:a16="http://schemas.microsoft.com/office/drawing/2014/main" id="{59A96922-C10A-4564-98E4-A3A4E796E627}"/>
              </a:ext>
            </a:extLst>
          </p:cNvPr>
          <p:cNvSpPr>
            <a:spLocks noGrp="1"/>
          </p:cNvSpPr>
          <p:nvPr/>
        </p:nvSpPr>
        <p:spPr>
          <a:xfrm rot="1786550">
            <a:off x="9819965" y="4225306"/>
            <a:ext cx="41310" cy="41310"/>
          </a:xfrm>
          <a:prstGeom prst="ellipse">
            <a:avLst/>
          </a:prstGeom>
          <a:solidFill>
            <a:srgbClr val="C6B71A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386" name="lumia-token-particle-soft-glow">
            <a:extLst>
              <a:ext uri="{FF2B5EF4-FFF2-40B4-BE49-F238E27FC236}">
                <a16:creationId xmlns:a16="http://schemas.microsoft.com/office/drawing/2014/main" id="{91B04C3D-DFD6-4101-824B-6A8486FE3317}"/>
              </a:ext>
            </a:extLst>
          </p:cNvPr>
          <p:cNvSpPr>
            <a:spLocks noGrp="1"/>
          </p:cNvSpPr>
          <p:nvPr/>
        </p:nvSpPr>
        <p:spPr>
          <a:xfrm rot="49856">
            <a:off x="3024024" y="5970698"/>
            <a:ext cx="87499" cy="87499"/>
          </a:xfrm>
          <a:prstGeom prst="ellipse">
            <a:avLst/>
          </a:prstGeom>
          <a:solidFill>
            <a:srgbClr val="753D82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387" name="lumia-token-particle">
            <a:extLst>
              <a:ext uri="{FF2B5EF4-FFF2-40B4-BE49-F238E27FC236}">
                <a16:creationId xmlns:a16="http://schemas.microsoft.com/office/drawing/2014/main" id="{C812D324-021B-4197-8A6A-4623883661CD}"/>
              </a:ext>
            </a:extLst>
          </p:cNvPr>
          <p:cNvSpPr>
            <a:spLocks noGrp="1"/>
          </p:cNvSpPr>
          <p:nvPr/>
        </p:nvSpPr>
        <p:spPr>
          <a:xfrm rot="2098776">
            <a:off x="3049545" y="5996219"/>
            <a:ext cx="36458" cy="36458"/>
          </a:xfrm>
          <a:prstGeom prst="ellipse">
            <a:avLst/>
          </a:prstGeom>
          <a:solidFill>
            <a:srgbClr val="753D82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388" name="lumia-token-particle-soft-glow">
            <a:extLst>
              <a:ext uri="{FF2B5EF4-FFF2-40B4-BE49-F238E27FC236}">
                <a16:creationId xmlns:a16="http://schemas.microsoft.com/office/drawing/2014/main" id="{DA3ADA05-D549-4547-AFF9-1F6CE36FD4E9}"/>
              </a:ext>
            </a:extLst>
          </p:cNvPr>
          <p:cNvSpPr>
            <a:spLocks noGrp="1"/>
          </p:cNvSpPr>
          <p:nvPr/>
        </p:nvSpPr>
        <p:spPr>
          <a:xfrm rot="262603">
            <a:off x="9282330" y="5029234"/>
            <a:ext cx="179502" cy="179502"/>
          </a:xfrm>
          <a:prstGeom prst="ellipse">
            <a:avLst/>
          </a:prstGeom>
          <a:solidFill>
            <a:srgbClr val="DEB910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389" name="lumia-token-particle">
            <a:extLst>
              <a:ext uri="{FF2B5EF4-FFF2-40B4-BE49-F238E27FC236}">
                <a16:creationId xmlns:a16="http://schemas.microsoft.com/office/drawing/2014/main" id="{2113620D-964C-4C27-A215-B87A3BFFEE65}"/>
              </a:ext>
            </a:extLst>
          </p:cNvPr>
          <p:cNvSpPr>
            <a:spLocks noGrp="1"/>
          </p:cNvSpPr>
          <p:nvPr/>
        </p:nvSpPr>
        <p:spPr>
          <a:xfrm rot="162636">
            <a:off x="9334685" y="5081589"/>
            <a:ext cx="74792" cy="74792"/>
          </a:xfrm>
          <a:prstGeom prst="ellipse">
            <a:avLst/>
          </a:prstGeom>
          <a:solidFill>
            <a:srgbClr val="DEB910">
              <a:alpha val="89000"/>
            </a:srgbClr>
          </a:solidFill>
          <a:ln w="0">
            <a:noFill/>
            <a:prstDash val="solid"/>
          </a:ln>
        </p:spPr>
      </p:sp>
      <p:sp>
        <p:nvSpPr>
          <p:cNvPr id="1390" name="lumia-token-particle-soft-glow">
            <a:extLst>
              <a:ext uri="{FF2B5EF4-FFF2-40B4-BE49-F238E27FC236}">
                <a16:creationId xmlns:a16="http://schemas.microsoft.com/office/drawing/2014/main" id="{C60256FE-4939-4444-AE42-D25D78D08A75}"/>
              </a:ext>
            </a:extLst>
          </p:cNvPr>
          <p:cNvSpPr>
            <a:spLocks noGrp="1"/>
          </p:cNvSpPr>
          <p:nvPr/>
        </p:nvSpPr>
        <p:spPr>
          <a:xfrm rot="1523572">
            <a:off x="2481540" y="5962598"/>
            <a:ext cx="105131" cy="105131"/>
          </a:xfrm>
          <a:prstGeom prst="ellipse">
            <a:avLst/>
          </a:prstGeom>
          <a:solidFill>
            <a:srgbClr val="583B95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391" name="lumia-token-particle">
            <a:extLst>
              <a:ext uri="{FF2B5EF4-FFF2-40B4-BE49-F238E27FC236}">
                <a16:creationId xmlns:a16="http://schemas.microsoft.com/office/drawing/2014/main" id="{BF31B186-0EED-4E82-9B90-C2BB97E561D2}"/>
              </a:ext>
            </a:extLst>
          </p:cNvPr>
          <p:cNvSpPr>
            <a:spLocks noGrp="1"/>
          </p:cNvSpPr>
          <p:nvPr/>
        </p:nvSpPr>
        <p:spPr>
          <a:xfrm rot="2322111">
            <a:off x="2512203" y="5993261"/>
            <a:ext cx="43805" cy="43805"/>
          </a:xfrm>
          <a:prstGeom prst="ellipse">
            <a:avLst/>
          </a:prstGeom>
          <a:solidFill>
            <a:srgbClr val="583B95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392" name="lumia-token-particle">
            <a:extLst>
              <a:ext uri="{FF2B5EF4-FFF2-40B4-BE49-F238E27FC236}">
                <a16:creationId xmlns:a16="http://schemas.microsoft.com/office/drawing/2014/main" id="{CA95BAD0-7879-43AA-9E67-3E085E6E1AB8}"/>
              </a:ext>
            </a:extLst>
          </p:cNvPr>
          <p:cNvSpPr>
            <a:spLocks noGrp="1"/>
          </p:cNvSpPr>
          <p:nvPr/>
        </p:nvSpPr>
        <p:spPr>
          <a:xfrm rot="148625">
            <a:off x="4710767" y="5656971"/>
            <a:ext cx="21840" cy="21840"/>
          </a:xfrm>
          <a:prstGeom prst="ellipse">
            <a:avLst/>
          </a:prstGeom>
          <a:solidFill>
            <a:srgbClr val="C8414B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393" name="lumia-token-particle-soft-glow">
            <a:extLst>
              <a:ext uri="{FF2B5EF4-FFF2-40B4-BE49-F238E27FC236}">
                <a16:creationId xmlns:a16="http://schemas.microsoft.com/office/drawing/2014/main" id="{00BF1CCC-1F36-42D3-BBB7-A996B0B916D6}"/>
              </a:ext>
            </a:extLst>
          </p:cNvPr>
          <p:cNvSpPr>
            <a:spLocks noGrp="1"/>
          </p:cNvSpPr>
          <p:nvPr/>
        </p:nvSpPr>
        <p:spPr>
          <a:xfrm rot="825922">
            <a:off x="11652785" y="2913294"/>
            <a:ext cx="302912" cy="302912"/>
          </a:xfrm>
          <a:prstGeom prst="ellipse">
            <a:avLst/>
          </a:prstGeom>
          <a:solidFill>
            <a:srgbClr val="46AA4C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394" name="lumia-token-particle">
            <a:extLst>
              <a:ext uri="{FF2B5EF4-FFF2-40B4-BE49-F238E27FC236}">
                <a16:creationId xmlns:a16="http://schemas.microsoft.com/office/drawing/2014/main" id="{F8CC67E0-B269-47E7-B05B-8F94FE2BA1C3}"/>
              </a:ext>
            </a:extLst>
          </p:cNvPr>
          <p:cNvSpPr>
            <a:spLocks noGrp="1"/>
          </p:cNvSpPr>
          <p:nvPr/>
        </p:nvSpPr>
        <p:spPr>
          <a:xfrm rot="253692">
            <a:off x="11741134" y="3001643"/>
            <a:ext cx="126213" cy="126213"/>
          </a:xfrm>
          <a:prstGeom prst="ellipse">
            <a:avLst/>
          </a:prstGeom>
          <a:solidFill>
            <a:srgbClr val="46AA4C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395" name="lumia-token-particle-soft-glow">
            <a:extLst>
              <a:ext uri="{FF2B5EF4-FFF2-40B4-BE49-F238E27FC236}">
                <a16:creationId xmlns:a16="http://schemas.microsoft.com/office/drawing/2014/main" id="{6E4F0621-D4A8-4058-8177-4191F11F0133}"/>
              </a:ext>
            </a:extLst>
          </p:cNvPr>
          <p:cNvSpPr>
            <a:spLocks noGrp="1"/>
          </p:cNvSpPr>
          <p:nvPr/>
        </p:nvSpPr>
        <p:spPr>
          <a:xfrm rot="1333681">
            <a:off x="8771125" y="5463788"/>
            <a:ext cx="194775" cy="194775"/>
          </a:xfrm>
          <a:prstGeom prst="roundRect">
            <a:avLst>
              <a:gd name="adj" fmla="val 18000"/>
            </a:avLst>
          </a:prstGeom>
          <a:solidFill>
            <a:srgbClr val="F5BB07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396" name="lumia-token-particle">
            <a:extLst>
              <a:ext uri="{FF2B5EF4-FFF2-40B4-BE49-F238E27FC236}">
                <a16:creationId xmlns:a16="http://schemas.microsoft.com/office/drawing/2014/main" id="{8DF324DE-4D53-4961-9446-76E04A143D43}"/>
              </a:ext>
            </a:extLst>
          </p:cNvPr>
          <p:cNvSpPr>
            <a:spLocks noGrp="1"/>
          </p:cNvSpPr>
          <p:nvPr/>
        </p:nvSpPr>
        <p:spPr>
          <a:xfrm rot="126886">
            <a:off x="8827935" y="5520597"/>
            <a:ext cx="81156" cy="81156"/>
          </a:xfrm>
          <a:prstGeom prst="roundRect">
            <a:avLst>
              <a:gd name="adj" fmla="val 18000"/>
            </a:avLst>
          </a:prstGeom>
          <a:solidFill>
            <a:srgbClr val="F5BB07">
              <a:alpha val="88000"/>
            </a:srgbClr>
          </a:solidFill>
          <a:ln w="0">
            <a:noFill/>
            <a:prstDash val="solid"/>
          </a:ln>
        </p:spPr>
      </p:sp>
      <p:sp>
        <p:nvSpPr>
          <p:cNvPr id="1397" name="lumia-token-particle">
            <a:extLst>
              <a:ext uri="{FF2B5EF4-FFF2-40B4-BE49-F238E27FC236}">
                <a16:creationId xmlns:a16="http://schemas.microsoft.com/office/drawing/2014/main" id="{F7E49C7E-9B26-4612-B913-4BFB9EF2CD41}"/>
              </a:ext>
            </a:extLst>
          </p:cNvPr>
          <p:cNvSpPr>
            <a:spLocks noGrp="1"/>
          </p:cNvSpPr>
          <p:nvPr/>
        </p:nvSpPr>
        <p:spPr>
          <a:xfrm rot="2688041">
            <a:off x="2106251" y="5961347"/>
            <a:ext cx="19294" cy="19294"/>
          </a:xfrm>
          <a:prstGeom prst="ellipse">
            <a:avLst/>
          </a:prstGeom>
          <a:solidFill>
            <a:srgbClr val="5546A3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1398" name="lumia-token-particle">
            <a:extLst>
              <a:ext uri="{FF2B5EF4-FFF2-40B4-BE49-F238E27FC236}">
                <a16:creationId xmlns:a16="http://schemas.microsoft.com/office/drawing/2014/main" id="{57D82C14-76F5-431D-8854-A379EA915C93}"/>
              </a:ext>
            </a:extLst>
          </p:cNvPr>
          <p:cNvSpPr>
            <a:spLocks noGrp="1"/>
          </p:cNvSpPr>
          <p:nvPr/>
        </p:nvSpPr>
        <p:spPr>
          <a:xfrm rot="2126594">
            <a:off x="2340442" y="6115044"/>
            <a:ext cx="33218" cy="33218"/>
          </a:xfrm>
          <a:prstGeom prst="ellipse">
            <a:avLst/>
          </a:prstGeom>
          <a:solidFill>
            <a:srgbClr val="56439F">
              <a:alpha val="52000"/>
            </a:srgbClr>
          </a:solidFill>
          <a:ln w="0">
            <a:noFill/>
            <a:prstDash val="solid"/>
          </a:ln>
        </p:spPr>
      </p:sp>
      <p:sp>
        <p:nvSpPr>
          <p:cNvPr id="1399" name="lumia-token-particle">
            <a:extLst>
              <a:ext uri="{FF2B5EF4-FFF2-40B4-BE49-F238E27FC236}">
                <a16:creationId xmlns:a16="http://schemas.microsoft.com/office/drawing/2014/main" id="{348FAB79-D454-4F3F-92E0-A435DED1C954}"/>
              </a:ext>
            </a:extLst>
          </p:cNvPr>
          <p:cNvSpPr>
            <a:spLocks noGrp="1"/>
          </p:cNvSpPr>
          <p:nvPr/>
        </p:nvSpPr>
        <p:spPr>
          <a:xfrm rot="2125563">
            <a:off x="6597559" y="5704857"/>
            <a:ext cx="17700" cy="17700"/>
          </a:xfrm>
          <a:prstGeom prst="roundRect">
            <a:avLst>
              <a:gd name="adj" fmla="val 21525"/>
            </a:avLst>
          </a:prstGeom>
          <a:solidFill>
            <a:srgbClr val="F17422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400" name="lumia-token-particle-soft-glow">
            <a:extLst>
              <a:ext uri="{FF2B5EF4-FFF2-40B4-BE49-F238E27FC236}">
                <a16:creationId xmlns:a16="http://schemas.microsoft.com/office/drawing/2014/main" id="{AD0DB180-CDCB-45EE-8AA4-FF11171837FD}"/>
              </a:ext>
            </a:extLst>
          </p:cNvPr>
          <p:cNvSpPr>
            <a:spLocks noGrp="1"/>
          </p:cNvSpPr>
          <p:nvPr/>
        </p:nvSpPr>
        <p:spPr>
          <a:xfrm rot="1143602">
            <a:off x="6957113" y="5366339"/>
            <a:ext cx="198463" cy="198463"/>
          </a:xfrm>
          <a:prstGeom prst="roundRect">
            <a:avLst>
              <a:gd name="adj" fmla="val 18000"/>
            </a:avLst>
          </a:prstGeom>
          <a:solidFill>
            <a:srgbClr val="F4871A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401" name="lumia-token-particle">
            <a:extLst>
              <a:ext uri="{FF2B5EF4-FFF2-40B4-BE49-F238E27FC236}">
                <a16:creationId xmlns:a16="http://schemas.microsoft.com/office/drawing/2014/main" id="{6E46F781-10D9-4844-A6FE-C965ACB8A2E8}"/>
              </a:ext>
            </a:extLst>
          </p:cNvPr>
          <p:cNvSpPr>
            <a:spLocks noGrp="1"/>
          </p:cNvSpPr>
          <p:nvPr/>
        </p:nvSpPr>
        <p:spPr>
          <a:xfrm rot="1196393">
            <a:off x="7014998" y="5424224"/>
            <a:ext cx="82693" cy="82693"/>
          </a:xfrm>
          <a:prstGeom prst="roundRect">
            <a:avLst>
              <a:gd name="adj" fmla="val 18000"/>
            </a:avLst>
          </a:prstGeom>
          <a:solidFill>
            <a:srgbClr val="F4871A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1402" name="lumia-token-particle">
            <a:extLst>
              <a:ext uri="{FF2B5EF4-FFF2-40B4-BE49-F238E27FC236}">
                <a16:creationId xmlns:a16="http://schemas.microsoft.com/office/drawing/2014/main" id="{58CB64CB-A847-40DD-B131-F75DD3FE279E}"/>
              </a:ext>
            </a:extLst>
          </p:cNvPr>
          <p:cNvSpPr>
            <a:spLocks noGrp="1"/>
          </p:cNvSpPr>
          <p:nvPr/>
        </p:nvSpPr>
        <p:spPr>
          <a:xfrm rot="1256292">
            <a:off x="9732766" y="4696865"/>
            <a:ext cx="24710" cy="24710"/>
          </a:xfrm>
          <a:prstGeom prst="ellipse">
            <a:avLst/>
          </a:prstGeom>
          <a:solidFill>
            <a:srgbClr val="B8B51F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403" name="lumia-token-particle">
            <a:extLst>
              <a:ext uri="{FF2B5EF4-FFF2-40B4-BE49-F238E27FC236}">
                <a16:creationId xmlns:a16="http://schemas.microsoft.com/office/drawing/2014/main" id="{A1A54962-F43C-4F08-8115-BB36FC9AA20C}"/>
              </a:ext>
            </a:extLst>
          </p:cNvPr>
          <p:cNvSpPr>
            <a:spLocks noGrp="1"/>
          </p:cNvSpPr>
          <p:nvPr/>
        </p:nvSpPr>
        <p:spPr>
          <a:xfrm rot="1841239">
            <a:off x="11987489" y="3624700"/>
            <a:ext cx="29970" cy="29970"/>
          </a:xfrm>
          <a:prstGeom prst="ellipse">
            <a:avLst/>
          </a:prstGeom>
          <a:solidFill>
            <a:srgbClr val="36A852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4" name="lumia-token-particle">
            <a:extLst>
              <a:ext uri="{FF2B5EF4-FFF2-40B4-BE49-F238E27FC236}">
                <a16:creationId xmlns:a16="http://schemas.microsoft.com/office/drawing/2014/main" id="{7ADA429F-4022-4091-B10C-07CAAC0859D9}"/>
              </a:ext>
            </a:extLst>
          </p:cNvPr>
          <p:cNvSpPr>
            <a:spLocks noGrp="1"/>
          </p:cNvSpPr>
          <p:nvPr/>
        </p:nvSpPr>
        <p:spPr>
          <a:xfrm rot="2498581">
            <a:off x="9894448" y="4258893"/>
            <a:ext cx="41337" cy="41337"/>
          </a:xfrm>
          <a:prstGeom prst="ellipse">
            <a:avLst/>
          </a:prstGeom>
          <a:solidFill>
            <a:srgbClr val="ACB424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405" name="lumia-token-particle-soft-glow">
            <a:extLst>
              <a:ext uri="{FF2B5EF4-FFF2-40B4-BE49-F238E27FC236}">
                <a16:creationId xmlns:a16="http://schemas.microsoft.com/office/drawing/2014/main" id="{9A93EC4B-E803-461C-BED9-68B7B6699394}"/>
              </a:ext>
            </a:extLst>
          </p:cNvPr>
          <p:cNvSpPr>
            <a:spLocks noGrp="1"/>
          </p:cNvSpPr>
          <p:nvPr/>
        </p:nvSpPr>
        <p:spPr>
          <a:xfrm rot="2145801">
            <a:off x="3397588" y="5786501"/>
            <a:ext cx="119572" cy="119572"/>
          </a:xfrm>
          <a:prstGeom prst="roundRect">
            <a:avLst>
              <a:gd name="adj" fmla="val 18000"/>
            </a:avLst>
          </a:prstGeom>
          <a:solidFill>
            <a:srgbClr val="8B3E73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406" name="lumia-token-particle">
            <a:extLst>
              <a:ext uri="{FF2B5EF4-FFF2-40B4-BE49-F238E27FC236}">
                <a16:creationId xmlns:a16="http://schemas.microsoft.com/office/drawing/2014/main" id="{EACC5B41-C657-41D1-BC9B-1354F5959B7E}"/>
              </a:ext>
            </a:extLst>
          </p:cNvPr>
          <p:cNvSpPr>
            <a:spLocks noGrp="1"/>
          </p:cNvSpPr>
          <p:nvPr/>
        </p:nvSpPr>
        <p:spPr>
          <a:xfrm rot="2490244">
            <a:off x="3432463" y="5821377"/>
            <a:ext cx="49822" cy="49822"/>
          </a:xfrm>
          <a:prstGeom prst="roundRect">
            <a:avLst>
              <a:gd name="adj" fmla="val 18000"/>
            </a:avLst>
          </a:prstGeom>
          <a:solidFill>
            <a:srgbClr val="8B3E73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1407" name="lumia-token-particle">
            <a:extLst>
              <a:ext uri="{FF2B5EF4-FFF2-40B4-BE49-F238E27FC236}">
                <a16:creationId xmlns:a16="http://schemas.microsoft.com/office/drawing/2014/main" id="{AB885097-270F-4B80-AD30-BC38C7CE6AE0}"/>
              </a:ext>
            </a:extLst>
          </p:cNvPr>
          <p:cNvSpPr>
            <a:spLocks noGrp="1"/>
          </p:cNvSpPr>
          <p:nvPr/>
        </p:nvSpPr>
        <p:spPr>
          <a:xfrm rot="1901931">
            <a:off x="10371167" y="4296603"/>
            <a:ext cx="20899" cy="20899"/>
          </a:xfrm>
          <a:prstGeom prst="roundRect">
            <a:avLst>
              <a:gd name="adj" fmla="val 18231"/>
            </a:avLst>
          </a:prstGeom>
          <a:solidFill>
            <a:srgbClr val="90B12F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408" name="lumia-token-particle">
            <a:extLst>
              <a:ext uri="{FF2B5EF4-FFF2-40B4-BE49-F238E27FC236}">
                <a16:creationId xmlns:a16="http://schemas.microsoft.com/office/drawing/2014/main" id="{0F1B99A6-8BB3-478C-9449-2DD822BDC60D}"/>
              </a:ext>
            </a:extLst>
          </p:cNvPr>
          <p:cNvSpPr>
            <a:spLocks noGrp="1"/>
          </p:cNvSpPr>
          <p:nvPr/>
        </p:nvSpPr>
        <p:spPr>
          <a:xfrm rot="696182">
            <a:off x="4884151" y="5743115"/>
            <a:ext cx="13520" cy="13520"/>
          </a:xfrm>
          <a:prstGeom prst="ellipse">
            <a:avLst/>
          </a:prstGeom>
          <a:solidFill>
            <a:srgbClr val="CD4148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409" name="lumia-token-particle-soft-glow">
            <a:extLst>
              <a:ext uri="{FF2B5EF4-FFF2-40B4-BE49-F238E27FC236}">
                <a16:creationId xmlns:a16="http://schemas.microsoft.com/office/drawing/2014/main" id="{33E57983-AD03-4241-89AE-D9F8F220FDEA}"/>
              </a:ext>
            </a:extLst>
          </p:cNvPr>
          <p:cNvSpPr>
            <a:spLocks noGrp="1"/>
          </p:cNvSpPr>
          <p:nvPr/>
        </p:nvSpPr>
        <p:spPr>
          <a:xfrm rot="2636882">
            <a:off x="8494411" y="5463802"/>
            <a:ext cx="160468" cy="160468"/>
          </a:xfrm>
          <a:prstGeom prst="roundRect">
            <a:avLst>
              <a:gd name="adj" fmla="val 18000"/>
            </a:avLst>
          </a:prstGeom>
          <a:solidFill>
            <a:srgbClr val="FAB707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410" name="lumia-token-particle">
            <a:extLst>
              <a:ext uri="{FF2B5EF4-FFF2-40B4-BE49-F238E27FC236}">
                <a16:creationId xmlns:a16="http://schemas.microsoft.com/office/drawing/2014/main" id="{172FB2EE-315F-4D06-9489-4C95AC2C9375}"/>
              </a:ext>
            </a:extLst>
          </p:cNvPr>
          <p:cNvSpPr>
            <a:spLocks noGrp="1"/>
          </p:cNvSpPr>
          <p:nvPr/>
        </p:nvSpPr>
        <p:spPr>
          <a:xfrm rot="228514">
            <a:off x="8541214" y="5510605"/>
            <a:ext cx="66862" cy="66862"/>
          </a:xfrm>
          <a:prstGeom prst="roundRect">
            <a:avLst>
              <a:gd name="adj" fmla="val 18000"/>
            </a:avLst>
          </a:prstGeom>
          <a:solidFill>
            <a:srgbClr val="FAB707">
              <a:alpha val="87000"/>
            </a:srgbClr>
          </a:solidFill>
          <a:ln w="0">
            <a:noFill/>
            <a:prstDash val="solid"/>
          </a:ln>
        </p:spPr>
      </p:sp>
      <p:sp>
        <p:nvSpPr>
          <p:cNvPr id="1411" name="lumia-token-particle-soft-glow">
            <a:extLst>
              <a:ext uri="{FF2B5EF4-FFF2-40B4-BE49-F238E27FC236}">
                <a16:creationId xmlns:a16="http://schemas.microsoft.com/office/drawing/2014/main" id="{672E9A77-0FD3-4D41-8B62-55BFBD9B1A0B}"/>
              </a:ext>
            </a:extLst>
          </p:cNvPr>
          <p:cNvSpPr>
            <a:spLocks noGrp="1"/>
          </p:cNvSpPr>
          <p:nvPr/>
        </p:nvSpPr>
        <p:spPr>
          <a:xfrm rot="2295334">
            <a:off x="10242383" y="3528171"/>
            <a:ext cx="228781" cy="228781"/>
          </a:xfrm>
          <a:prstGeom prst="roundRect">
            <a:avLst>
              <a:gd name="adj" fmla="val 18000"/>
            </a:avLst>
          </a:prstGeom>
          <a:solidFill>
            <a:srgbClr val="97B22C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412" name="lumia-token-particle">
            <a:extLst>
              <a:ext uri="{FF2B5EF4-FFF2-40B4-BE49-F238E27FC236}">
                <a16:creationId xmlns:a16="http://schemas.microsoft.com/office/drawing/2014/main" id="{47293628-C5DD-4C30-88BB-83AFE7D86FE6}"/>
              </a:ext>
            </a:extLst>
          </p:cNvPr>
          <p:cNvSpPr>
            <a:spLocks noGrp="1"/>
          </p:cNvSpPr>
          <p:nvPr/>
        </p:nvSpPr>
        <p:spPr>
          <a:xfrm rot="165934">
            <a:off x="10309111" y="3594899"/>
            <a:ext cx="95325" cy="95325"/>
          </a:xfrm>
          <a:prstGeom prst="roundRect">
            <a:avLst>
              <a:gd name="adj" fmla="val 18000"/>
            </a:avLst>
          </a:prstGeom>
          <a:solidFill>
            <a:srgbClr val="97B22C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413" name="lumia-token-particle-soft-glow">
            <a:extLst>
              <a:ext uri="{FF2B5EF4-FFF2-40B4-BE49-F238E27FC236}">
                <a16:creationId xmlns:a16="http://schemas.microsoft.com/office/drawing/2014/main" id="{4C3DDC46-69B6-428B-B8A8-85F0EC3F8161}"/>
              </a:ext>
            </a:extLst>
          </p:cNvPr>
          <p:cNvSpPr>
            <a:spLocks noGrp="1"/>
          </p:cNvSpPr>
          <p:nvPr/>
        </p:nvSpPr>
        <p:spPr>
          <a:xfrm rot="1845797">
            <a:off x="11638572" y="3725669"/>
            <a:ext cx="230398" cy="230398"/>
          </a:xfrm>
          <a:prstGeom prst="roundRect">
            <a:avLst>
              <a:gd name="adj" fmla="val 18000"/>
            </a:avLst>
          </a:prstGeom>
          <a:solidFill>
            <a:srgbClr val="3DA94F">
              <a:alpha val="14000"/>
            </a:srgbClr>
          </a:solidFill>
          <a:ln w="0">
            <a:noFill/>
            <a:prstDash val="solid"/>
          </a:ln>
        </p:spPr>
      </p:sp>
      <p:sp>
        <p:nvSpPr>
          <p:cNvPr id="1414" name="lumia-token-particle">
            <a:extLst>
              <a:ext uri="{FF2B5EF4-FFF2-40B4-BE49-F238E27FC236}">
                <a16:creationId xmlns:a16="http://schemas.microsoft.com/office/drawing/2014/main" id="{DF40E14C-A4D9-42F7-9EE2-3534456E9359}"/>
              </a:ext>
            </a:extLst>
          </p:cNvPr>
          <p:cNvSpPr>
            <a:spLocks noGrp="1"/>
          </p:cNvSpPr>
          <p:nvPr/>
        </p:nvSpPr>
        <p:spPr>
          <a:xfrm rot="2690951">
            <a:off x="11705771" y="3792868"/>
            <a:ext cx="95999" cy="95999"/>
          </a:xfrm>
          <a:prstGeom prst="roundRect">
            <a:avLst>
              <a:gd name="adj" fmla="val 18000"/>
            </a:avLst>
          </a:prstGeom>
          <a:solidFill>
            <a:srgbClr val="3DA94F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415" name="lumia-token-particle">
            <a:extLst>
              <a:ext uri="{FF2B5EF4-FFF2-40B4-BE49-F238E27FC236}">
                <a16:creationId xmlns:a16="http://schemas.microsoft.com/office/drawing/2014/main" id="{8847B015-EFE8-4A26-8627-19FFE2BAB85E}"/>
              </a:ext>
            </a:extLst>
          </p:cNvPr>
          <p:cNvSpPr>
            <a:spLocks noGrp="1"/>
          </p:cNvSpPr>
          <p:nvPr/>
        </p:nvSpPr>
        <p:spPr>
          <a:xfrm rot="1561212">
            <a:off x="1006551" y="6211210"/>
            <a:ext cx="23344" cy="23344"/>
          </a:xfrm>
          <a:prstGeom prst="ellipse">
            <a:avLst/>
          </a:prstGeom>
          <a:solidFill>
            <a:srgbClr val="4B68CE">
              <a:alpha val="49000"/>
            </a:srgbClr>
          </a:solidFill>
          <a:ln w="0">
            <a:noFill/>
            <a:prstDash val="solid"/>
          </a:ln>
        </p:spPr>
      </p:sp>
      <p:sp>
        <p:nvSpPr>
          <p:cNvPr id="1416" name="lumia-token-particle">
            <a:extLst>
              <a:ext uri="{FF2B5EF4-FFF2-40B4-BE49-F238E27FC236}">
                <a16:creationId xmlns:a16="http://schemas.microsoft.com/office/drawing/2014/main" id="{134FF787-CBF4-40FA-BDAC-2601C79ED711}"/>
              </a:ext>
            </a:extLst>
          </p:cNvPr>
          <p:cNvSpPr>
            <a:spLocks noGrp="1"/>
          </p:cNvSpPr>
          <p:nvPr/>
        </p:nvSpPr>
        <p:spPr>
          <a:xfrm rot="497372">
            <a:off x="9793793" y="4446970"/>
            <a:ext cx="20610" cy="20610"/>
          </a:xfrm>
          <a:prstGeom prst="roundRect">
            <a:avLst>
              <a:gd name="adj" fmla="val 18486"/>
            </a:avLst>
          </a:prstGeom>
          <a:solidFill>
            <a:srgbClr val="B6B520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417" name="lumia-token-particle">
            <a:extLst>
              <a:ext uri="{FF2B5EF4-FFF2-40B4-BE49-F238E27FC236}">
                <a16:creationId xmlns:a16="http://schemas.microsoft.com/office/drawing/2014/main" id="{23A597DC-FE8B-427D-847A-69A142553841}"/>
              </a:ext>
            </a:extLst>
          </p:cNvPr>
          <p:cNvSpPr>
            <a:spLocks noGrp="1"/>
          </p:cNvSpPr>
          <p:nvPr/>
        </p:nvSpPr>
        <p:spPr>
          <a:xfrm rot="2511714">
            <a:off x="8881718" y="5345452"/>
            <a:ext cx="31377" cy="31377"/>
          </a:xfrm>
          <a:prstGeom prst="ellipse">
            <a:avLst/>
          </a:prstGeom>
          <a:solidFill>
            <a:srgbClr val="F0BB09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418" name="lumia-token-particle">
            <a:extLst>
              <a:ext uri="{FF2B5EF4-FFF2-40B4-BE49-F238E27FC236}">
                <a16:creationId xmlns:a16="http://schemas.microsoft.com/office/drawing/2014/main" id="{A5F4D9A6-6409-4463-95E6-630AB8419F96}"/>
              </a:ext>
            </a:extLst>
          </p:cNvPr>
          <p:cNvSpPr>
            <a:spLocks noGrp="1"/>
          </p:cNvSpPr>
          <p:nvPr/>
        </p:nvSpPr>
        <p:spPr>
          <a:xfrm rot="1244937">
            <a:off x="7294692" y="5863270"/>
            <a:ext cx="17509" cy="17509"/>
          </a:xfrm>
          <a:prstGeom prst="ellipse">
            <a:avLst/>
          </a:prstGeom>
          <a:solidFill>
            <a:srgbClr val="F3841B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419" name="lumia-token-particle">
            <a:extLst>
              <a:ext uri="{FF2B5EF4-FFF2-40B4-BE49-F238E27FC236}">
                <a16:creationId xmlns:a16="http://schemas.microsoft.com/office/drawing/2014/main" id="{DE757FEC-62CB-422F-B50D-5B1B83C5DE62}"/>
              </a:ext>
            </a:extLst>
          </p:cNvPr>
          <p:cNvSpPr>
            <a:spLocks noGrp="1"/>
          </p:cNvSpPr>
          <p:nvPr/>
        </p:nvSpPr>
        <p:spPr>
          <a:xfrm rot="582850">
            <a:off x="4864005" y="5886537"/>
            <a:ext cx="29173" cy="29173"/>
          </a:xfrm>
          <a:prstGeom prst="roundRect">
            <a:avLst>
              <a:gd name="adj" fmla="val 18000"/>
            </a:avLst>
          </a:prstGeom>
          <a:solidFill>
            <a:srgbClr val="CE4147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420" name="lumia-token-particle">
            <a:extLst>
              <a:ext uri="{FF2B5EF4-FFF2-40B4-BE49-F238E27FC236}">
                <a16:creationId xmlns:a16="http://schemas.microsoft.com/office/drawing/2014/main" id="{D2D308F4-500A-40EC-A00A-D16EF05D5D5A}"/>
              </a:ext>
            </a:extLst>
          </p:cNvPr>
          <p:cNvSpPr>
            <a:spLocks noGrp="1"/>
          </p:cNvSpPr>
          <p:nvPr/>
        </p:nvSpPr>
        <p:spPr>
          <a:xfrm rot="1330891">
            <a:off x="10870342" y="4283255"/>
            <a:ext cx="54699" cy="54699"/>
          </a:xfrm>
          <a:prstGeom prst="roundRect">
            <a:avLst>
              <a:gd name="adj" fmla="val 18000"/>
            </a:avLst>
          </a:prstGeom>
          <a:solidFill>
            <a:srgbClr val="76AF39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1421" name="lumia-token-particle">
            <a:extLst>
              <a:ext uri="{FF2B5EF4-FFF2-40B4-BE49-F238E27FC236}">
                <a16:creationId xmlns:a16="http://schemas.microsoft.com/office/drawing/2014/main" id="{796A6C5D-88C2-4864-87AC-281A88A90B8E}"/>
              </a:ext>
            </a:extLst>
          </p:cNvPr>
          <p:cNvSpPr>
            <a:spLocks noGrp="1"/>
          </p:cNvSpPr>
          <p:nvPr/>
        </p:nvSpPr>
        <p:spPr>
          <a:xfrm rot="831025">
            <a:off x="6098156" y="5426829"/>
            <a:ext cx="28257" cy="28257"/>
          </a:xfrm>
          <a:prstGeom prst="roundRect">
            <a:avLst>
              <a:gd name="adj" fmla="val 18000"/>
            </a:avLst>
          </a:prstGeom>
          <a:solidFill>
            <a:srgbClr val="ED5A2C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422" name="lumia-token-particle">
            <a:extLst>
              <a:ext uri="{FF2B5EF4-FFF2-40B4-BE49-F238E27FC236}">
                <a16:creationId xmlns:a16="http://schemas.microsoft.com/office/drawing/2014/main" id="{40AA5C0A-ADDA-400C-B0BE-AA3F70F271C6}"/>
              </a:ext>
            </a:extLst>
          </p:cNvPr>
          <p:cNvSpPr>
            <a:spLocks noGrp="1"/>
          </p:cNvSpPr>
          <p:nvPr/>
        </p:nvSpPr>
        <p:spPr>
          <a:xfrm rot="1401450">
            <a:off x="2942555" y="5852062"/>
            <a:ext cx="33703" cy="33703"/>
          </a:xfrm>
          <a:prstGeom prst="roundRect">
            <a:avLst>
              <a:gd name="adj" fmla="val 18000"/>
            </a:avLst>
          </a:prstGeom>
          <a:solidFill>
            <a:srgbClr val="6D3C87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1423" name="lumia-token-particle">
            <a:extLst>
              <a:ext uri="{FF2B5EF4-FFF2-40B4-BE49-F238E27FC236}">
                <a16:creationId xmlns:a16="http://schemas.microsoft.com/office/drawing/2014/main" id="{78692ECD-2654-4838-AF45-0271C1FDE3CB}"/>
              </a:ext>
            </a:extLst>
          </p:cNvPr>
          <p:cNvSpPr>
            <a:spLocks noGrp="1"/>
          </p:cNvSpPr>
          <p:nvPr/>
        </p:nvSpPr>
        <p:spPr>
          <a:xfrm rot="2043875">
            <a:off x="1570903" y="5986983"/>
            <a:ext cx="24234" cy="24234"/>
          </a:xfrm>
          <a:prstGeom prst="roundRect">
            <a:avLst>
              <a:gd name="adj" fmla="val 18000"/>
            </a:avLst>
          </a:prstGeom>
          <a:solidFill>
            <a:srgbClr val="5055B7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1424" name="lumia-token-particle">
            <a:extLst>
              <a:ext uri="{FF2B5EF4-FFF2-40B4-BE49-F238E27FC236}">
                <a16:creationId xmlns:a16="http://schemas.microsoft.com/office/drawing/2014/main" id="{A02D05F0-A934-451A-A714-5BBA99A47B14}"/>
              </a:ext>
            </a:extLst>
          </p:cNvPr>
          <p:cNvSpPr>
            <a:spLocks noGrp="1"/>
          </p:cNvSpPr>
          <p:nvPr/>
        </p:nvSpPr>
        <p:spPr>
          <a:xfrm rot="643283">
            <a:off x="4494231" y="6097209"/>
            <a:ext cx="7908" cy="7908"/>
          </a:xfrm>
          <a:prstGeom prst="ellipse">
            <a:avLst/>
          </a:prstGeom>
          <a:solidFill>
            <a:srgbClr val="BE4152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425" name="lumia-token-particle-soft-glow">
            <a:extLst>
              <a:ext uri="{FF2B5EF4-FFF2-40B4-BE49-F238E27FC236}">
                <a16:creationId xmlns:a16="http://schemas.microsoft.com/office/drawing/2014/main" id="{3E04B37B-802D-45CC-8D97-1B4B3E9291F8}"/>
              </a:ext>
            </a:extLst>
          </p:cNvPr>
          <p:cNvSpPr>
            <a:spLocks noGrp="1"/>
          </p:cNvSpPr>
          <p:nvPr/>
        </p:nvSpPr>
        <p:spPr>
          <a:xfrm rot="1581297">
            <a:off x="6868557" y="5028728"/>
            <a:ext cx="131458" cy="131458"/>
          </a:xfrm>
          <a:prstGeom prst="ellipse">
            <a:avLst/>
          </a:prstGeom>
          <a:solidFill>
            <a:srgbClr val="F17422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426" name="lumia-token-particle">
            <a:extLst>
              <a:ext uri="{FF2B5EF4-FFF2-40B4-BE49-F238E27FC236}">
                <a16:creationId xmlns:a16="http://schemas.microsoft.com/office/drawing/2014/main" id="{0267E0D1-AF30-4A64-B5B9-8D2D7BA27D68}"/>
              </a:ext>
            </a:extLst>
          </p:cNvPr>
          <p:cNvSpPr>
            <a:spLocks noGrp="1"/>
          </p:cNvSpPr>
          <p:nvPr/>
        </p:nvSpPr>
        <p:spPr>
          <a:xfrm rot="142886">
            <a:off x="6906898" y="5067069"/>
            <a:ext cx="54774" cy="54774"/>
          </a:xfrm>
          <a:prstGeom prst="ellipse">
            <a:avLst/>
          </a:prstGeom>
          <a:solidFill>
            <a:srgbClr val="F17422">
              <a:alpha val="82000"/>
            </a:srgbClr>
          </a:solidFill>
          <a:ln w="0">
            <a:noFill/>
            <a:prstDash val="solid"/>
          </a:ln>
        </p:spPr>
      </p:sp>
      <p:sp>
        <p:nvSpPr>
          <p:cNvPr id="1427" name="lumia-token-particle">
            <a:extLst>
              <a:ext uri="{FF2B5EF4-FFF2-40B4-BE49-F238E27FC236}">
                <a16:creationId xmlns:a16="http://schemas.microsoft.com/office/drawing/2014/main" id="{2975A5E6-71BF-44A3-AB91-117488093F55}"/>
              </a:ext>
            </a:extLst>
          </p:cNvPr>
          <p:cNvSpPr>
            <a:spLocks noGrp="1"/>
          </p:cNvSpPr>
          <p:nvPr/>
        </p:nvSpPr>
        <p:spPr>
          <a:xfrm rot="1567751">
            <a:off x="10091525" y="3891454"/>
            <a:ext cx="29312" cy="29312"/>
          </a:xfrm>
          <a:prstGeom prst="roundRect">
            <a:avLst>
              <a:gd name="adj" fmla="val 18000"/>
            </a:avLst>
          </a:prstGeom>
          <a:solidFill>
            <a:srgbClr val="B1B522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428" name="lumia-token-particle">
            <a:extLst>
              <a:ext uri="{FF2B5EF4-FFF2-40B4-BE49-F238E27FC236}">
                <a16:creationId xmlns:a16="http://schemas.microsoft.com/office/drawing/2014/main" id="{5B4B8322-3B06-4041-930A-1F9B84BF3167}"/>
              </a:ext>
            </a:extLst>
          </p:cNvPr>
          <p:cNvSpPr>
            <a:spLocks noGrp="1"/>
          </p:cNvSpPr>
          <p:nvPr/>
        </p:nvSpPr>
        <p:spPr>
          <a:xfrm rot="806339">
            <a:off x="1585219" y="5849645"/>
            <a:ext cx="24680" cy="24680"/>
          </a:xfrm>
          <a:prstGeom prst="roundRect">
            <a:avLst>
              <a:gd name="adj" fmla="val 18000"/>
            </a:avLst>
          </a:prstGeom>
          <a:solidFill>
            <a:srgbClr val="5057B9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1429" name="lumia-token-particle">
            <a:extLst>
              <a:ext uri="{FF2B5EF4-FFF2-40B4-BE49-F238E27FC236}">
                <a16:creationId xmlns:a16="http://schemas.microsoft.com/office/drawing/2014/main" id="{0BCD54C9-4C30-4C3B-BE82-D3DF6D633C07}"/>
              </a:ext>
            </a:extLst>
          </p:cNvPr>
          <p:cNvSpPr>
            <a:spLocks noGrp="1"/>
          </p:cNvSpPr>
          <p:nvPr/>
        </p:nvSpPr>
        <p:spPr>
          <a:xfrm rot="1686988">
            <a:off x="11750791" y="4095975"/>
            <a:ext cx="22228" cy="22228"/>
          </a:xfrm>
          <a:prstGeom prst="roundRect">
            <a:avLst>
              <a:gd name="adj" fmla="val 18000"/>
            </a:avLst>
          </a:prstGeom>
          <a:solidFill>
            <a:srgbClr val="51AB48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0" name="lumia-token-particle">
            <a:extLst>
              <a:ext uri="{FF2B5EF4-FFF2-40B4-BE49-F238E27FC236}">
                <a16:creationId xmlns:a16="http://schemas.microsoft.com/office/drawing/2014/main" id="{EF8A07C1-745D-48EA-97D8-7ECA284D35D9}"/>
              </a:ext>
            </a:extLst>
          </p:cNvPr>
          <p:cNvSpPr>
            <a:spLocks noGrp="1"/>
          </p:cNvSpPr>
          <p:nvPr/>
        </p:nvSpPr>
        <p:spPr>
          <a:xfrm rot="520229">
            <a:off x="3602638" y="6170069"/>
            <a:ext cx="28308" cy="28308"/>
          </a:xfrm>
          <a:prstGeom prst="ellipse">
            <a:avLst/>
          </a:prstGeom>
          <a:solidFill>
            <a:srgbClr val="913E6F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431" name="lumia-token-particle-soft-glow">
            <a:extLst>
              <a:ext uri="{FF2B5EF4-FFF2-40B4-BE49-F238E27FC236}">
                <a16:creationId xmlns:a16="http://schemas.microsoft.com/office/drawing/2014/main" id="{242BCC1A-0CC8-4A0C-AAF3-9080D9A13E80}"/>
              </a:ext>
            </a:extLst>
          </p:cNvPr>
          <p:cNvSpPr>
            <a:spLocks noGrp="1"/>
          </p:cNvSpPr>
          <p:nvPr/>
        </p:nvSpPr>
        <p:spPr>
          <a:xfrm rot="563960">
            <a:off x="1803892" y="6096359"/>
            <a:ext cx="141298" cy="141298"/>
          </a:xfrm>
          <a:prstGeom prst="roundRect">
            <a:avLst>
              <a:gd name="adj" fmla="val 18000"/>
            </a:avLst>
          </a:prstGeom>
          <a:solidFill>
            <a:srgbClr val="5250B0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432" name="lumia-token-particle">
            <a:extLst>
              <a:ext uri="{FF2B5EF4-FFF2-40B4-BE49-F238E27FC236}">
                <a16:creationId xmlns:a16="http://schemas.microsoft.com/office/drawing/2014/main" id="{174432A9-0209-4845-830D-FDAA52F61B6B}"/>
              </a:ext>
            </a:extLst>
          </p:cNvPr>
          <p:cNvSpPr>
            <a:spLocks noGrp="1"/>
          </p:cNvSpPr>
          <p:nvPr/>
        </p:nvSpPr>
        <p:spPr>
          <a:xfrm rot="2163748">
            <a:off x="1845104" y="6137571"/>
            <a:ext cx="58874" cy="58874"/>
          </a:xfrm>
          <a:prstGeom prst="roundRect">
            <a:avLst>
              <a:gd name="adj" fmla="val 18000"/>
            </a:avLst>
          </a:prstGeom>
          <a:solidFill>
            <a:srgbClr val="5250B0">
              <a:alpha val="66000"/>
            </a:srgbClr>
          </a:solidFill>
          <a:ln w="0">
            <a:noFill/>
            <a:prstDash val="solid"/>
          </a:ln>
        </p:spPr>
      </p:sp>
      <p:sp>
        <p:nvSpPr>
          <p:cNvPr id="1433" name="lumia-token-particle-soft-glow">
            <a:extLst>
              <a:ext uri="{FF2B5EF4-FFF2-40B4-BE49-F238E27FC236}">
                <a16:creationId xmlns:a16="http://schemas.microsoft.com/office/drawing/2014/main" id="{AE304327-28CF-4A15-ACF4-E03AD0E9708D}"/>
              </a:ext>
            </a:extLst>
          </p:cNvPr>
          <p:cNvSpPr>
            <a:spLocks noGrp="1"/>
          </p:cNvSpPr>
          <p:nvPr/>
        </p:nvSpPr>
        <p:spPr>
          <a:xfrm rot="1254362">
            <a:off x="7729777" y="5198966"/>
            <a:ext cx="197059" cy="197059"/>
          </a:xfrm>
          <a:prstGeom prst="ellipse">
            <a:avLst/>
          </a:prstGeom>
          <a:solidFill>
            <a:srgbClr val="F7A110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434" name="lumia-token-particle">
            <a:extLst>
              <a:ext uri="{FF2B5EF4-FFF2-40B4-BE49-F238E27FC236}">
                <a16:creationId xmlns:a16="http://schemas.microsoft.com/office/drawing/2014/main" id="{07E38A59-68C8-4FE4-9276-25F2AA0AAC96}"/>
              </a:ext>
            </a:extLst>
          </p:cNvPr>
          <p:cNvSpPr>
            <a:spLocks noGrp="1"/>
          </p:cNvSpPr>
          <p:nvPr/>
        </p:nvSpPr>
        <p:spPr>
          <a:xfrm rot="36065">
            <a:off x="7787253" y="5256441"/>
            <a:ext cx="82108" cy="82108"/>
          </a:xfrm>
          <a:prstGeom prst="ellipse">
            <a:avLst/>
          </a:prstGeom>
          <a:solidFill>
            <a:srgbClr val="F7A110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1435" name="lumia-token-particle">
            <a:extLst>
              <a:ext uri="{FF2B5EF4-FFF2-40B4-BE49-F238E27FC236}">
                <a16:creationId xmlns:a16="http://schemas.microsoft.com/office/drawing/2014/main" id="{8D6DBE5B-8A53-4F45-A5F7-775E39BFC8CC}"/>
              </a:ext>
            </a:extLst>
          </p:cNvPr>
          <p:cNvSpPr>
            <a:spLocks noGrp="1"/>
          </p:cNvSpPr>
          <p:nvPr/>
        </p:nvSpPr>
        <p:spPr>
          <a:xfrm rot="345493">
            <a:off x="1568899" y="6245956"/>
            <a:ext cx="20233" cy="20233"/>
          </a:xfrm>
          <a:prstGeom prst="ellipse">
            <a:avLst/>
          </a:prstGeom>
          <a:solidFill>
            <a:srgbClr val="5154B5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1436" name="lumia-token-particle">
            <a:extLst>
              <a:ext uri="{FF2B5EF4-FFF2-40B4-BE49-F238E27FC236}">
                <a16:creationId xmlns:a16="http://schemas.microsoft.com/office/drawing/2014/main" id="{9427B410-AE31-49CD-8704-7DDAA7551438}"/>
              </a:ext>
            </a:extLst>
          </p:cNvPr>
          <p:cNvSpPr>
            <a:spLocks noGrp="1"/>
          </p:cNvSpPr>
          <p:nvPr/>
        </p:nvSpPr>
        <p:spPr>
          <a:xfrm rot="2129250">
            <a:off x="9838029" y="3906825"/>
            <a:ext cx="17316" cy="17316"/>
          </a:xfrm>
          <a:prstGeom prst="roundRect">
            <a:avLst>
              <a:gd name="adj" fmla="val 22003"/>
            </a:avLst>
          </a:prstGeom>
          <a:solidFill>
            <a:srgbClr val="ADB424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437" name="lumia-token-particle">
            <a:extLst>
              <a:ext uri="{FF2B5EF4-FFF2-40B4-BE49-F238E27FC236}">
                <a16:creationId xmlns:a16="http://schemas.microsoft.com/office/drawing/2014/main" id="{8DF6E1FC-D369-4025-9D52-E1DD1D13F54D}"/>
              </a:ext>
            </a:extLst>
          </p:cNvPr>
          <p:cNvSpPr>
            <a:spLocks noGrp="1"/>
          </p:cNvSpPr>
          <p:nvPr/>
        </p:nvSpPr>
        <p:spPr>
          <a:xfrm rot="52865">
            <a:off x="717676" y="6602108"/>
            <a:ext cx="9253" cy="9253"/>
          </a:xfrm>
          <a:prstGeom prst="ellipse">
            <a:avLst/>
          </a:prstGeom>
          <a:solidFill>
            <a:srgbClr val="496DD5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1438" name="lumia-token-particle-soft-glow">
            <a:extLst>
              <a:ext uri="{FF2B5EF4-FFF2-40B4-BE49-F238E27FC236}">
                <a16:creationId xmlns:a16="http://schemas.microsoft.com/office/drawing/2014/main" id="{2A96F3B8-22C1-4D5F-AA57-84E42B19AF51}"/>
              </a:ext>
            </a:extLst>
          </p:cNvPr>
          <p:cNvSpPr>
            <a:spLocks noGrp="1"/>
          </p:cNvSpPr>
          <p:nvPr/>
        </p:nvSpPr>
        <p:spPr>
          <a:xfrm rot="1766077">
            <a:off x="7089626" y="5148017"/>
            <a:ext cx="181639" cy="181639"/>
          </a:xfrm>
          <a:prstGeom prst="roundRect">
            <a:avLst>
              <a:gd name="adj" fmla="val 18000"/>
            </a:avLst>
          </a:prstGeom>
          <a:solidFill>
            <a:srgbClr val="F48919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439" name="lumia-token-particle">
            <a:extLst>
              <a:ext uri="{FF2B5EF4-FFF2-40B4-BE49-F238E27FC236}">
                <a16:creationId xmlns:a16="http://schemas.microsoft.com/office/drawing/2014/main" id="{F770087D-BD64-4D92-A16D-6E965ED8ED8C}"/>
              </a:ext>
            </a:extLst>
          </p:cNvPr>
          <p:cNvSpPr>
            <a:spLocks noGrp="1"/>
          </p:cNvSpPr>
          <p:nvPr/>
        </p:nvSpPr>
        <p:spPr>
          <a:xfrm rot="1582384">
            <a:off x="7142604" y="5200995"/>
            <a:ext cx="75683" cy="75683"/>
          </a:xfrm>
          <a:prstGeom prst="roundRect">
            <a:avLst>
              <a:gd name="adj" fmla="val 18000"/>
            </a:avLst>
          </a:prstGeom>
          <a:solidFill>
            <a:srgbClr val="F48919">
              <a:alpha val="84000"/>
            </a:srgbClr>
          </a:solidFill>
          <a:ln w="0">
            <a:noFill/>
            <a:prstDash val="solid"/>
          </a:ln>
        </p:spPr>
      </p:sp>
      <p:sp>
        <p:nvSpPr>
          <p:cNvPr id="1440" name="lumia-token-particle-soft-glow">
            <a:extLst>
              <a:ext uri="{FF2B5EF4-FFF2-40B4-BE49-F238E27FC236}">
                <a16:creationId xmlns:a16="http://schemas.microsoft.com/office/drawing/2014/main" id="{DD4B807C-1008-4DC2-B5BC-91550E101D93}"/>
              </a:ext>
            </a:extLst>
          </p:cNvPr>
          <p:cNvSpPr>
            <a:spLocks noGrp="1"/>
          </p:cNvSpPr>
          <p:nvPr/>
        </p:nvSpPr>
        <p:spPr>
          <a:xfrm rot="651740">
            <a:off x="1765223" y="6014235"/>
            <a:ext cx="108925" cy="108925"/>
          </a:xfrm>
          <a:prstGeom prst="roundRect">
            <a:avLst>
              <a:gd name="adj" fmla="val 18000"/>
            </a:avLst>
          </a:prstGeom>
          <a:solidFill>
            <a:srgbClr val="5250B0">
              <a:alpha val="9000"/>
            </a:srgbClr>
          </a:solidFill>
          <a:ln w="0">
            <a:noFill/>
            <a:prstDash val="solid"/>
          </a:ln>
        </p:spPr>
      </p:sp>
      <p:sp>
        <p:nvSpPr>
          <p:cNvPr id="1441" name="lumia-token-particle">
            <a:extLst>
              <a:ext uri="{FF2B5EF4-FFF2-40B4-BE49-F238E27FC236}">
                <a16:creationId xmlns:a16="http://schemas.microsoft.com/office/drawing/2014/main" id="{5A6A7181-0C33-4705-A747-76672447EDBA}"/>
              </a:ext>
            </a:extLst>
          </p:cNvPr>
          <p:cNvSpPr>
            <a:spLocks noGrp="1"/>
          </p:cNvSpPr>
          <p:nvPr/>
        </p:nvSpPr>
        <p:spPr>
          <a:xfrm rot="2693278">
            <a:off x="1796993" y="6046005"/>
            <a:ext cx="45385" cy="45385"/>
          </a:xfrm>
          <a:prstGeom prst="roundRect">
            <a:avLst>
              <a:gd name="adj" fmla="val 18000"/>
            </a:avLst>
          </a:prstGeom>
          <a:solidFill>
            <a:srgbClr val="5250B0">
              <a:alpha val="66000"/>
            </a:srgbClr>
          </a:solidFill>
          <a:ln w="0">
            <a:noFill/>
            <a:prstDash val="solid"/>
          </a:ln>
        </p:spPr>
      </p:sp>
      <p:sp>
        <p:nvSpPr>
          <p:cNvPr id="1442" name="lumia-token-particle">
            <a:extLst>
              <a:ext uri="{FF2B5EF4-FFF2-40B4-BE49-F238E27FC236}">
                <a16:creationId xmlns:a16="http://schemas.microsoft.com/office/drawing/2014/main" id="{0AF65CFF-46E3-4BF8-B0E7-1A0AE00631C3}"/>
              </a:ext>
            </a:extLst>
          </p:cNvPr>
          <p:cNvSpPr>
            <a:spLocks noGrp="1"/>
          </p:cNvSpPr>
          <p:nvPr/>
        </p:nvSpPr>
        <p:spPr>
          <a:xfrm rot="950422">
            <a:off x="9883686" y="4995896"/>
            <a:ext cx="26275" cy="26275"/>
          </a:xfrm>
          <a:prstGeom prst="ellipse">
            <a:avLst/>
          </a:prstGeom>
          <a:solidFill>
            <a:srgbClr val="BCB61E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443" name="lumia-token-particle">
            <a:extLst>
              <a:ext uri="{FF2B5EF4-FFF2-40B4-BE49-F238E27FC236}">
                <a16:creationId xmlns:a16="http://schemas.microsoft.com/office/drawing/2014/main" id="{74ACF5CE-675D-469B-928E-C12F5AF9922E}"/>
              </a:ext>
            </a:extLst>
          </p:cNvPr>
          <p:cNvSpPr>
            <a:spLocks noGrp="1"/>
          </p:cNvSpPr>
          <p:nvPr/>
        </p:nvSpPr>
        <p:spPr>
          <a:xfrm rot="1374206">
            <a:off x="6180148" y="5532472"/>
            <a:ext cx="15424" cy="15424"/>
          </a:xfrm>
          <a:prstGeom prst="ellipse">
            <a:avLst/>
          </a:prstGeom>
          <a:solidFill>
            <a:srgbClr val="EE5F2A">
              <a:alpha val="40000"/>
            </a:srgbClr>
          </a:solidFill>
          <a:ln w="0">
            <a:noFill/>
            <a:prstDash val="solid"/>
          </a:ln>
        </p:spPr>
      </p:sp>
      <p:sp>
        <p:nvSpPr>
          <p:cNvPr id="1444" name="lumia-token-particle">
            <a:extLst>
              <a:ext uri="{FF2B5EF4-FFF2-40B4-BE49-F238E27FC236}">
                <a16:creationId xmlns:a16="http://schemas.microsoft.com/office/drawing/2014/main" id="{25A7CBBE-38D0-442F-8426-8960B8629749}"/>
              </a:ext>
            </a:extLst>
          </p:cNvPr>
          <p:cNvSpPr>
            <a:spLocks noGrp="1"/>
          </p:cNvSpPr>
          <p:nvPr/>
        </p:nvSpPr>
        <p:spPr>
          <a:xfrm rot="1198098">
            <a:off x="7589037" y="5630144"/>
            <a:ext cx="42798" cy="42798"/>
          </a:xfrm>
          <a:prstGeom prst="ellipse">
            <a:avLst/>
          </a:prstGeom>
          <a:solidFill>
            <a:srgbClr val="F59216">
              <a:alpha val="65000"/>
            </a:srgbClr>
          </a:solidFill>
          <a:ln w="0">
            <a:noFill/>
            <a:prstDash val="solid"/>
          </a:ln>
        </p:spPr>
      </p:sp>
      <p:sp>
        <p:nvSpPr>
          <p:cNvPr id="1445" name="lumia-token-particle">
            <a:extLst>
              <a:ext uri="{FF2B5EF4-FFF2-40B4-BE49-F238E27FC236}">
                <a16:creationId xmlns:a16="http://schemas.microsoft.com/office/drawing/2014/main" id="{B179FBCB-D38F-4BD7-AA22-D6A3B95AB675}"/>
              </a:ext>
            </a:extLst>
          </p:cNvPr>
          <p:cNvSpPr>
            <a:spLocks noGrp="1"/>
          </p:cNvSpPr>
          <p:nvPr/>
        </p:nvSpPr>
        <p:spPr>
          <a:xfrm rot="1221881">
            <a:off x="3838278" y="5690760"/>
            <a:ext cx="31355" cy="31355"/>
          </a:xfrm>
          <a:prstGeom prst="ellipse">
            <a:avLst/>
          </a:prstGeom>
          <a:solidFill>
            <a:srgbClr val="9D3F68">
              <a:alpha val="56000"/>
            </a:srgbClr>
          </a:solidFill>
          <a:ln w="0">
            <a:noFill/>
            <a:prstDash val="solid"/>
          </a:ln>
        </p:spPr>
      </p:sp>
      <p:sp>
        <p:nvSpPr>
          <p:cNvPr id="1446" name="lumia-token-particle-soft-glow">
            <a:extLst>
              <a:ext uri="{FF2B5EF4-FFF2-40B4-BE49-F238E27FC236}">
                <a16:creationId xmlns:a16="http://schemas.microsoft.com/office/drawing/2014/main" id="{59B24641-9000-40B0-AF55-5863A65606FD}"/>
              </a:ext>
            </a:extLst>
          </p:cNvPr>
          <p:cNvSpPr>
            <a:spLocks noGrp="1"/>
          </p:cNvSpPr>
          <p:nvPr/>
        </p:nvSpPr>
        <p:spPr>
          <a:xfrm rot="80417">
            <a:off x="4451515" y="5507829"/>
            <a:ext cx="145995" cy="145995"/>
          </a:xfrm>
          <a:prstGeom prst="ellipse">
            <a:avLst/>
          </a:prstGeom>
          <a:solidFill>
            <a:srgbClr val="BE4152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447" name="lumia-token-particle">
            <a:extLst>
              <a:ext uri="{FF2B5EF4-FFF2-40B4-BE49-F238E27FC236}">
                <a16:creationId xmlns:a16="http://schemas.microsoft.com/office/drawing/2014/main" id="{D084F047-EF5E-4F7E-B1AA-7A33D03A3542}"/>
              </a:ext>
            </a:extLst>
          </p:cNvPr>
          <p:cNvSpPr>
            <a:spLocks noGrp="1"/>
          </p:cNvSpPr>
          <p:nvPr/>
        </p:nvSpPr>
        <p:spPr>
          <a:xfrm rot="702352">
            <a:off x="4494097" y="5550411"/>
            <a:ext cx="60831" cy="60831"/>
          </a:xfrm>
          <a:prstGeom prst="ellipse">
            <a:avLst/>
          </a:prstGeom>
          <a:solidFill>
            <a:srgbClr val="BE4152">
              <a:alpha val="76000"/>
            </a:srgbClr>
          </a:solidFill>
          <a:ln w="0">
            <a:noFill/>
            <a:prstDash val="solid"/>
          </a:ln>
        </p:spPr>
      </p:sp>
      <p:sp>
        <p:nvSpPr>
          <p:cNvPr id="1448" name="lumia-token-particle">
            <a:extLst>
              <a:ext uri="{FF2B5EF4-FFF2-40B4-BE49-F238E27FC236}">
                <a16:creationId xmlns:a16="http://schemas.microsoft.com/office/drawing/2014/main" id="{778CD3CD-E33B-49EE-8599-531670806D35}"/>
              </a:ext>
            </a:extLst>
          </p:cNvPr>
          <p:cNvSpPr>
            <a:spLocks noGrp="1"/>
          </p:cNvSpPr>
          <p:nvPr/>
        </p:nvSpPr>
        <p:spPr>
          <a:xfrm rot="1623161">
            <a:off x="3345723" y="5853605"/>
            <a:ext cx="33431" cy="33431"/>
          </a:xfrm>
          <a:prstGeom prst="ellipse">
            <a:avLst/>
          </a:prstGeom>
          <a:solidFill>
            <a:srgbClr val="803D7B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449" name="lumia-token-particle">
            <a:extLst>
              <a:ext uri="{FF2B5EF4-FFF2-40B4-BE49-F238E27FC236}">
                <a16:creationId xmlns:a16="http://schemas.microsoft.com/office/drawing/2014/main" id="{3A8BB27F-C59F-4018-9C89-07D5839A4443}"/>
              </a:ext>
            </a:extLst>
          </p:cNvPr>
          <p:cNvSpPr>
            <a:spLocks noGrp="1"/>
          </p:cNvSpPr>
          <p:nvPr/>
        </p:nvSpPr>
        <p:spPr>
          <a:xfrm rot="329277">
            <a:off x="4115115" y="6044940"/>
            <a:ext cx="24738" cy="24738"/>
          </a:xfrm>
          <a:prstGeom prst="ellipse">
            <a:avLst/>
          </a:prstGeom>
          <a:solidFill>
            <a:srgbClr val="A73F61">
              <a:alpha val="57000"/>
            </a:srgbClr>
          </a:solidFill>
          <a:ln w="0">
            <a:noFill/>
            <a:prstDash val="solid"/>
          </a:ln>
        </p:spPr>
      </p:sp>
      <p:sp>
        <p:nvSpPr>
          <p:cNvPr id="1450" name="lumia-token-particle">
            <a:extLst>
              <a:ext uri="{FF2B5EF4-FFF2-40B4-BE49-F238E27FC236}">
                <a16:creationId xmlns:a16="http://schemas.microsoft.com/office/drawing/2014/main" id="{0F21327C-5504-4190-8B23-1A7DCA27E267}"/>
              </a:ext>
            </a:extLst>
          </p:cNvPr>
          <p:cNvSpPr>
            <a:spLocks noGrp="1"/>
          </p:cNvSpPr>
          <p:nvPr/>
        </p:nvSpPr>
        <p:spPr>
          <a:xfrm rot="2540839">
            <a:off x="12051569" y="2955199"/>
            <a:ext cx="58021" cy="58021"/>
          </a:xfrm>
          <a:prstGeom prst="roundRect">
            <a:avLst>
              <a:gd name="adj" fmla="val 18000"/>
            </a:avLst>
          </a:prstGeom>
          <a:solidFill>
            <a:srgbClr val="36A852">
              <a:alpha val="74000"/>
            </a:srgbClr>
          </a:solidFill>
          <a:ln w="0">
            <a:noFill/>
            <a:prstDash val="solid"/>
          </a:ln>
        </p:spPr>
      </p:sp>
      <p:sp>
        <p:nvSpPr>
          <p:cNvPr id="1451" name="lumia-token-particle">
            <a:extLst>
              <a:ext uri="{FF2B5EF4-FFF2-40B4-BE49-F238E27FC236}">
                <a16:creationId xmlns:a16="http://schemas.microsoft.com/office/drawing/2014/main" id="{F7170EC2-8544-4DBD-81C2-F5EEDC83D5DD}"/>
              </a:ext>
            </a:extLst>
          </p:cNvPr>
          <p:cNvSpPr>
            <a:spLocks noGrp="1"/>
          </p:cNvSpPr>
          <p:nvPr/>
        </p:nvSpPr>
        <p:spPr>
          <a:xfrm rot="1398785">
            <a:off x="9823152" y="4283745"/>
            <a:ext cx="23963" cy="23963"/>
          </a:xfrm>
          <a:prstGeom prst="roundRect">
            <a:avLst>
              <a:gd name="adj" fmla="val 18000"/>
            </a:avLst>
          </a:prstGeom>
          <a:solidFill>
            <a:srgbClr val="B0B422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452" name="lumia-token-particle-soft-glow">
            <a:extLst>
              <a:ext uri="{FF2B5EF4-FFF2-40B4-BE49-F238E27FC236}">
                <a16:creationId xmlns:a16="http://schemas.microsoft.com/office/drawing/2014/main" id="{96A4C16C-97D5-4DD6-9651-7740A53F3819}"/>
              </a:ext>
            </a:extLst>
          </p:cNvPr>
          <p:cNvSpPr>
            <a:spLocks noGrp="1"/>
          </p:cNvSpPr>
          <p:nvPr/>
        </p:nvSpPr>
        <p:spPr>
          <a:xfrm rot="1775264">
            <a:off x="10200868" y="3927518"/>
            <a:ext cx="310422" cy="310422"/>
          </a:xfrm>
          <a:prstGeom prst="ellipse">
            <a:avLst/>
          </a:prstGeom>
          <a:solidFill>
            <a:srgbClr val="8FB12F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453" name="lumia-token-particle">
            <a:extLst>
              <a:ext uri="{FF2B5EF4-FFF2-40B4-BE49-F238E27FC236}">
                <a16:creationId xmlns:a16="http://schemas.microsoft.com/office/drawing/2014/main" id="{723083FA-D722-4EAB-9561-7D9E0AFB60E4}"/>
              </a:ext>
            </a:extLst>
          </p:cNvPr>
          <p:cNvSpPr>
            <a:spLocks noGrp="1"/>
          </p:cNvSpPr>
          <p:nvPr/>
        </p:nvSpPr>
        <p:spPr>
          <a:xfrm rot="2619595">
            <a:off x="10291407" y="4018057"/>
            <a:ext cx="129342" cy="129342"/>
          </a:xfrm>
          <a:prstGeom prst="ellipse">
            <a:avLst/>
          </a:prstGeom>
          <a:solidFill>
            <a:srgbClr val="8FB12F">
              <a:alpha val="92000"/>
            </a:srgbClr>
          </a:solidFill>
          <a:ln w="0">
            <a:noFill/>
            <a:prstDash val="solid"/>
          </a:ln>
        </p:spPr>
      </p:sp>
      <p:sp>
        <p:nvSpPr>
          <p:cNvPr id="1454" name="lumia-token-particle">
            <a:extLst>
              <a:ext uri="{FF2B5EF4-FFF2-40B4-BE49-F238E27FC236}">
                <a16:creationId xmlns:a16="http://schemas.microsoft.com/office/drawing/2014/main" id="{A8639E16-B348-4F92-8D96-934B1F7D97CD}"/>
              </a:ext>
            </a:extLst>
          </p:cNvPr>
          <p:cNvSpPr>
            <a:spLocks noGrp="1"/>
          </p:cNvSpPr>
          <p:nvPr/>
        </p:nvSpPr>
        <p:spPr>
          <a:xfrm rot="2349995">
            <a:off x="9838311" y="4828711"/>
            <a:ext cx="29625" cy="29625"/>
          </a:xfrm>
          <a:prstGeom prst="roundRect">
            <a:avLst>
              <a:gd name="adj" fmla="val 18000"/>
            </a:avLst>
          </a:prstGeom>
          <a:solidFill>
            <a:srgbClr val="BBB61E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455" name="lumia-token-particle">
            <a:extLst>
              <a:ext uri="{FF2B5EF4-FFF2-40B4-BE49-F238E27FC236}">
                <a16:creationId xmlns:a16="http://schemas.microsoft.com/office/drawing/2014/main" id="{760CB69D-92C9-4DD6-97B8-4D38481EB81F}"/>
              </a:ext>
            </a:extLst>
          </p:cNvPr>
          <p:cNvSpPr>
            <a:spLocks noGrp="1"/>
          </p:cNvSpPr>
          <p:nvPr/>
        </p:nvSpPr>
        <p:spPr>
          <a:xfrm rot="2204380">
            <a:off x="6368865" y="5294720"/>
            <a:ext cx="19653" cy="19653"/>
          </a:xfrm>
          <a:prstGeom prst="roundRect">
            <a:avLst>
              <a:gd name="adj" fmla="val 19386"/>
            </a:avLst>
          </a:prstGeom>
          <a:solidFill>
            <a:srgbClr val="EE6229">
              <a:alpha val="62000"/>
            </a:srgbClr>
          </a:solidFill>
          <a:ln w="0">
            <a:noFill/>
            <a:prstDash val="solid"/>
          </a:ln>
        </p:spPr>
      </p:sp>
      <p:sp>
        <p:nvSpPr>
          <p:cNvPr id="1456" name="lumia-token-particle-soft-glow">
            <a:extLst>
              <a:ext uri="{FF2B5EF4-FFF2-40B4-BE49-F238E27FC236}">
                <a16:creationId xmlns:a16="http://schemas.microsoft.com/office/drawing/2014/main" id="{EEF7EB07-7D81-4149-8083-CC0066004FFD}"/>
              </a:ext>
            </a:extLst>
          </p:cNvPr>
          <p:cNvSpPr>
            <a:spLocks noGrp="1"/>
          </p:cNvSpPr>
          <p:nvPr/>
        </p:nvSpPr>
        <p:spPr>
          <a:xfrm rot="30">
            <a:off x="7459987" y="5438323"/>
            <a:ext cx="127744" cy="127744"/>
          </a:xfrm>
          <a:prstGeom prst="roundRect">
            <a:avLst>
              <a:gd name="adj" fmla="val 18000"/>
            </a:avLst>
          </a:prstGeom>
          <a:solidFill>
            <a:srgbClr val="F59315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457" name="lumia-token-particle">
            <a:extLst>
              <a:ext uri="{FF2B5EF4-FFF2-40B4-BE49-F238E27FC236}">
                <a16:creationId xmlns:a16="http://schemas.microsoft.com/office/drawing/2014/main" id="{0156496C-F521-42D8-B385-C138855752B5}"/>
              </a:ext>
            </a:extLst>
          </p:cNvPr>
          <p:cNvSpPr>
            <a:spLocks noGrp="1"/>
          </p:cNvSpPr>
          <p:nvPr/>
        </p:nvSpPr>
        <p:spPr>
          <a:xfrm rot="1789893">
            <a:off x="7497246" y="5475582"/>
            <a:ext cx="53227" cy="53227"/>
          </a:xfrm>
          <a:prstGeom prst="roundRect">
            <a:avLst>
              <a:gd name="adj" fmla="val 18000"/>
            </a:avLst>
          </a:prstGeom>
          <a:solidFill>
            <a:srgbClr val="F59315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458" name="lumia-token-particle">
            <a:extLst>
              <a:ext uri="{FF2B5EF4-FFF2-40B4-BE49-F238E27FC236}">
                <a16:creationId xmlns:a16="http://schemas.microsoft.com/office/drawing/2014/main" id="{56AF129E-B182-4C62-BF19-B927E0190834}"/>
              </a:ext>
            </a:extLst>
          </p:cNvPr>
          <p:cNvSpPr>
            <a:spLocks noGrp="1"/>
          </p:cNvSpPr>
          <p:nvPr/>
        </p:nvSpPr>
        <p:spPr>
          <a:xfrm rot="2554162">
            <a:off x="4119658" y="6161960"/>
            <a:ext cx="7835" cy="7835"/>
          </a:xfrm>
          <a:prstGeom prst="ellipse">
            <a:avLst/>
          </a:prstGeom>
          <a:solidFill>
            <a:srgbClr val="A33F64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459" name="lumia-token-particle">
            <a:extLst>
              <a:ext uri="{FF2B5EF4-FFF2-40B4-BE49-F238E27FC236}">
                <a16:creationId xmlns:a16="http://schemas.microsoft.com/office/drawing/2014/main" id="{FE0B26E9-BFC3-42C0-8BFC-C3F643B3B57D}"/>
              </a:ext>
            </a:extLst>
          </p:cNvPr>
          <p:cNvSpPr>
            <a:spLocks noGrp="1"/>
          </p:cNvSpPr>
          <p:nvPr/>
        </p:nvSpPr>
        <p:spPr>
          <a:xfrm rot="1066486">
            <a:off x="8650763" y="4731763"/>
            <a:ext cx="19979" cy="19979"/>
          </a:xfrm>
          <a:prstGeom prst="ellipse">
            <a:avLst/>
          </a:prstGeom>
          <a:solidFill>
            <a:srgbClr val="EFBB0A">
              <a:alpha val="44000"/>
            </a:srgbClr>
          </a:solidFill>
          <a:ln w="0">
            <a:noFill/>
            <a:prstDash val="solid"/>
          </a:ln>
        </p:spPr>
      </p:sp>
      <p:sp>
        <p:nvSpPr>
          <p:cNvPr id="1460" name="lumia-token-particle-soft-glow">
            <a:extLst>
              <a:ext uri="{FF2B5EF4-FFF2-40B4-BE49-F238E27FC236}">
                <a16:creationId xmlns:a16="http://schemas.microsoft.com/office/drawing/2014/main" id="{CC5313D9-8CCD-4748-B458-57367F14C748}"/>
              </a:ext>
            </a:extLst>
          </p:cNvPr>
          <p:cNvSpPr>
            <a:spLocks noGrp="1"/>
          </p:cNvSpPr>
          <p:nvPr/>
        </p:nvSpPr>
        <p:spPr>
          <a:xfrm rot="235123">
            <a:off x="9784449" y="4711005"/>
            <a:ext cx="286937" cy="286937"/>
          </a:xfrm>
          <a:prstGeom prst="roundRect">
            <a:avLst>
              <a:gd name="adj" fmla="val 18000"/>
            </a:avLst>
          </a:prstGeom>
          <a:solidFill>
            <a:srgbClr val="AFB423">
              <a:alpha val="13000"/>
            </a:srgbClr>
          </a:solidFill>
          <a:ln w="0">
            <a:noFill/>
            <a:prstDash val="solid"/>
          </a:ln>
        </p:spPr>
      </p:sp>
      <p:sp>
        <p:nvSpPr>
          <p:cNvPr id="1461" name="lumia-token-particle">
            <a:extLst>
              <a:ext uri="{FF2B5EF4-FFF2-40B4-BE49-F238E27FC236}">
                <a16:creationId xmlns:a16="http://schemas.microsoft.com/office/drawing/2014/main" id="{265FD63B-DC4A-44AD-83CB-DAF65E71ECEF}"/>
              </a:ext>
            </a:extLst>
          </p:cNvPr>
          <p:cNvSpPr>
            <a:spLocks noGrp="1"/>
          </p:cNvSpPr>
          <p:nvPr/>
        </p:nvSpPr>
        <p:spPr>
          <a:xfrm rot="2091717">
            <a:off x="9868139" y="4794695"/>
            <a:ext cx="119557" cy="119557"/>
          </a:xfrm>
          <a:prstGeom prst="roundRect">
            <a:avLst>
              <a:gd name="adj" fmla="val 18000"/>
            </a:avLst>
          </a:prstGeom>
          <a:solidFill>
            <a:srgbClr val="AFB423">
              <a:alpha val="91000"/>
            </a:srgbClr>
          </a:solidFill>
          <a:ln w="0">
            <a:noFill/>
            <a:prstDash val="solid"/>
          </a:ln>
        </p:spPr>
      </p:sp>
      <p:sp>
        <p:nvSpPr>
          <p:cNvPr id="1462" name="lumia-token-particle">
            <a:extLst>
              <a:ext uri="{FF2B5EF4-FFF2-40B4-BE49-F238E27FC236}">
                <a16:creationId xmlns:a16="http://schemas.microsoft.com/office/drawing/2014/main" id="{86762A50-95EC-4536-9B9C-796F89151F97}"/>
              </a:ext>
            </a:extLst>
          </p:cNvPr>
          <p:cNvSpPr>
            <a:spLocks noGrp="1"/>
          </p:cNvSpPr>
          <p:nvPr/>
        </p:nvSpPr>
        <p:spPr>
          <a:xfrm rot="1615575">
            <a:off x="11765010" y="4408447"/>
            <a:ext cx="17168" cy="17168"/>
          </a:xfrm>
          <a:prstGeom prst="roundRect">
            <a:avLst>
              <a:gd name="adj" fmla="val 22193"/>
            </a:avLst>
          </a:prstGeom>
          <a:solidFill>
            <a:srgbClr val="4CAA4A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3" name="lumia-token-particle-soft-glow">
            <a:extLst>
              <a:ext uri="{FF2B5EF4-FFF2-40B4-BE49-F238E27FC236}">
                <a16:creationId xmlns:a16="http://schemas.microsoft.com/office/drawing/2014/main" id="{9EEE4EAC-C6FD-4001-8481-F90A811D0D2C}"/>
              </a:ext>
            </a:extLst>
          </p:cNvPr>
          <p:cNvSpPr>
            <a:spLocks noGrp="1"/>
          </p:cNvSpPr>
          <p:nvPr/>
        </p:nvSpPr>
        <p:spPr>
          <a:xfrm rot="2459641">
            <a:off x="6297409" y="5219476"/>
            <a:ext cx="138441" cy="138441"/>
          </a:xfrm>
          <a:prstGeom prst="ellipse">
            <a:avLst/>
          </a:prstGeom>
          <a:solidFill>
            <a:srgbClr val="EE6029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464" name="lumia-token-particle">
            <a:extLst>
              <a:ext uri="{FF2B5EF4-FFF2-40B4-BE49-F238E27FC236}">
                <a16:creationId xmlns:a16="http://schemas.microsoft.com/office/drawing/2014/main" id="{649B37F3-06CE-4F06-BE98-DF0AA216D7F4}"/>
              </a:ext>
            </a:extLst>
          </p:cNvPr>
          <p:cNvSpPr>
            <a:spLocks noGrp="1"/>
          </p:cNvSpPr>
          <p:nvPr/>
        </p:nvSpPr>
        <p:spPr>
          <a:xfrm rot="2246965">
            <a:off x="6337788" y="5259855"/>
            <a:ext cx="57684" cy="57684"/>
          </a:xfrm>
          <a:prstGeom prst="ellipse">
            <a:avLst/>
          </a:prstGeom>
          <a:solidFill>
            <a:srgbClr val="EE6029">
              <a:alpha val="81000"/>
            </a:srgbClr>
          </a:solidFill>
          <a:ln w="0">
            <a:noFill/>
            <a:prstDash val="solid"/>
          </a:ln>
        </p:spPr>
      </p:sp>
      <p:sp>
        <p:nvSpPr>
          <p:cNvPr id="1465" name="lumia-token-particle">
            <a:extLst>
              <a:ext uri="{FF2B5EF4-FFF2-40B4-BE49-F238E27FC236}">
                <a16:creationId xmlns:a16="http://schemas.microsoft.com/office/drawing/2014/main" id="{5A1C99B7-613F-4910-8FCB-876D9527EE52}"/>
              </a:ext>
            </a:extLst>
          </p:cNvPr>
          <p:cNvSpPr>
            <a:spLocks noGrp="1"/>
          </p:cNvSpPr>
          <p:nvPr/>
        </p:nvSpPr>
        <p:spPr>
          <a:xfrm rot="412755">
            <a:off x="5582000" y="5874220"/>
            <a:ext cx="19410" cy="19410"/>
          </a:xfrm>
          <a:prstGeom prst="ellipse">
            <a:avLst/>
          </a:prstGeom>
          <a:solidFill>
            <a:srgbClr val="EA4435">
              <a:alpha val="60000"/>
            </a:srgbClr>
          </a:solidFill>
          <a:ln w="0">
            <a:noFill/>
            <a:prstDash val="solid"/>
          </a:ln>
        </p:spPr>
      </p:sp>
      <p:sp>
        <p:nvSpPr>
          <p:cNvPr id="1466" name="lumia-token-particle">
            <a:extLst>
              <a:ext uri="{FF2B5EF4-FFF2-40B4-BE49-F238E27FC236}">
                <a16:creationId xmlns:a16="http://schemas.microsoft.com/office/drawing/2014/main" id="{140271DB-562D-4DC8-83AC-37A80A38BA23}"/>
              </a:ext>
            </a:extLst>
          </p:cNvPr>
          <p:cNvSpPr>
            <a:spLocks noGrp="1"/>
          </p:cNvSpPr>
          <p:nvPr/>
        </p:nvSpPr>
        <p:spPr>
          <a:xfrm rot="139627">
            <a:off x="9876877" y="4953459"/>
            <a:ext cx="21349" cy="21349"/>
          </a:xfrm>
          <a:prstGeom prst="roundRect">
            <a:avLst>
              <a:gd name="adj" fmla="val 18000"/>
            </a:avLst>
          </a:prstGeom>
          <a:solidFill>
            <a:srgbClr val="A8B426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467" name="lumia-token-particle">
            <a:extLst>
              <a:ext uri="{FF2B5EF4-FFF2-40B4-BE49-F238E27FC236}">
                <a16:creationId xmlns:a16="http://schemas.microsoft.com/office/drawing/2014/main" id="{431877D1-3058-498B-8EA7-BAC980C51554}"/>
              </a:ext>
            </a:extLst>
          </p:cNvPr>
          <p:cNvSpPr>
            <a:spLocks noGrp="1"/>
          </p:cNvSpPr>
          <p:nvPr/>
        </p:nvSpPr>
        <p:spPr>
          <a:xfrm rot="2548607">
            <a:off x="3519943" y="5726191"/>
            <a:ext cx="15717" cy="15717"/>
          </a:xfrm>
          <a:prstGeom prst="ellipse">
            <a:avLst/>
          </a:prstGeom>
          <a:solidFill>
            <a:srgbClr val="8A3E74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468" name="lumia-token-particle">
            <a:extLst>
              <a:ext uri="{FF2B5EF4-FFF2-40B4-BE49-F238E27FC236}">
                <a16:creationId xmlns:a16="http://schemas.microsoft.com/office/drawing/2014/main" id="{22D6B365-64ED-46E6-9E87-090F8831F609}"/>
              </a:ext>
            </a:extLst>
          </p:cNvPr>
          <p:cNvSpPr>
            <a:spLocks noGrp="1"/>
          </p:cNvSpPr>
          <p:nvPr/>
        </p:nvSpPr>
        <p:spPr>
          <a:xfrm rot="1493846">
            <a:off x="6726766" y="5965915"/>
            <a:ext cx="41674" cy="41674"/>
          </a:xfrm>
          <a:prstGeom prst="roundRect">
            <a:avLst>
              <a:gd name="adj" fmla="val 18000"/>
            </a:avLst>
          </a:prstGeom>
          <a:solidFill>
            <a:srgbClr val="F27A1F">
              <a:alpha val="63000"/>
            </a:srgbClr>
          </a:solidFill>
          <a:ln w="0">
            <a:noFill/>
            <a:prstDash val="solid"/>
          </a:ln>
        </p:spPr>
      </p:sp>
      <p:sp>
        <p:nvSpPr>
          <p:cNvPr id="1469" name="lumia-token-particle-soft-glow">
            <a:extLst>
              <a:ext uri="{FF2B5EF4-FFF2-40B4-BE49-F238E27FC236}">
                <a16:creationId xmlns:a16="http://schemas.microsoft.com/office/drawing/2014/main" id="{048E023D-DFC6-4A9A-A085-C599817C8477}"/>
              </a:ext>
            </a:extLst>
          </p:cNvPr>
          <p:cNvSpPr>
            <a:spLocks noGrp="1"/>
          </p:cNvSpPr>
          <p:nvPr/>
        </p:nvSpPr>
        <p:spPr>
          <a:xfrm rot="1024084">
            <a:off x="8793393" y="5045853"/>
            <a:ext cx="234165" cy="234165"/>
          </a:xfrm>
          <a:prstGeom prst="roundRect">
            <a:avLst>
              <a:gd name="adj" fmla="val 18000"/>
            </a:avLst>
          </a:prstGeom>
          <a:solidFill>
            <a:srgbClr val="EDBB0B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470" name="lumia-token-particle">
            <a:extLst>
              <a:ext uri="{FF2B5EF4-FFF2-40B4-BE49-F238E27FC236}">
                <a16:creationId xmlns:a16="http://schemas.microsoft.com/office/drawing/2014/main" id="{7A70B886-F426-4162-AF1C-493DE3FBD7D5}"/>
              </a:ext>
            </a:extLst>
          </p:cNvPr>
          <p:cNvSpPr>
            <a:spLocks noGrp="1"/>
          </p:cNvSpPr>
          <p:nvPr/>
        </p:nvSpPr>
        <p:spPr>
          <a:xfrm rot="420404">
            <a:off x="8861692" y="5114151"/>
            <a:ext cx="97569" cy="97569"/>
          </a:xfrm>
          <a:prstGeom prst="roundRect">
            <a:avLst>
              <a:gd name="adj" fmla="val 18000"/>
            </a:avLst>
          </a:prstGeom>
          <a:solidFill>
            <a:srgbClr val="EDBB0B">
              <a:alpha val="88000"/>
            </a:srgbClr>
          </a:solidFill>
          <a:ln w="0">
            <a:noFill/>
            <a:prstDash val="solid"/>
          </a:ln>
        </p:spPr>
      </p:sp>
      <p:sp>
        <p:nvSpPr>
          <p:cNvPr id="1471" name="lumia-token-particle-soft-glow">
            <a:extLst>
              <a:ext uri="{FF2B5EF4-FFF2-40B4-BE49-F238E27FC236}">
                <a16:creationId xmlns:a16="http://schemas.microsoft.com/office/drawing/2014/main" id="{3F256C22-B945-45EB-8914-2647147E394F}"/>
              </a:ext>
            </a:extLst>
          </p:cNvPr>
          <p:cNvSpPr>
            <a:spLocks noGrp="1"/>
          </p:cNvSpPr>
          <p:nvPr/>
        </p:nvSpPr>
        <p:spPr>
          <a:xfrm rot="1179300">
            <a:off x="7659144" y="4915376"/>
            <a:ext cx="183261" cy="183261"/>
          </a:xfrm>
          <a:prstGeom prst="roundRect">
            <a:avLst>
              <a:gd name="adj" fmla="val 18000"/>
            </a:avLst>
          </a:prstGeom>
          <a:solidFill>
            <a:srgbClr val="F7A110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472" name="lumia-token-particle">
            <a:extLst>
              <a:ext uri="{FF2B5EF4-FFF2-40B4-BE49-F238E27FC236}">
                <a16:creationId xmlns:a16="http://schemas.microsoft.com/office/drawing/2014/main" id="{7858F39B-4A01-443F-9D27-99CEB935E77B}"/>
              </a:ext>
            </a:extLst>
          </p:cNvPr>
          <p:cNvSpPr>
            <a:spLocks noGrp="1"/>
          </p:cNvSpPr>
          <p:nvPr/>
        </p:nvSpPr>
        <p:spPr>
          <a:xfrm rot="735019">
            <a:off x="7712595" y="4968827"/>
            <a:ext cx="76359" cy="76359"/>
          </a:xfrm>
          <a:prstGeom prst="roundRect">
            <a:avLst>
              <a:gd name="adj" fmla="val 18000"/>
            </a:avLst>
          </a:prstGeom>
          <a:solidFill>
            <a:srgbClr val="F7A110">
              <a:alpha val="86000"/>
            </a:srgbClr>
          </a:solidFill>
          <a:ln w="0">
            <a:noFill/>
            <a:prstDash val="solid"/>
          </a:ln>
        </p:spPr>
      </p:sp>
      <p:sp>
        <p:nvSpPr>
          <p:cNvPr id="1473" name="lumia-token-particle">
            <a:extLst>
              <a:ext uri="{FF2B5EF4-FFF2-40B4-BE49-F238E27FC236}">
                <a16:creationId xmlns:a16="http://schemas.microsoft.com/office/drawing/2014/main" id="{87378227-E304-4F5F-8DE0-EF0D37C08E22}"/>
              </a:ext>
            </a:extLst>
          </p:cNvPr>
          <p:cNvSpPr>
            <a:spLocks noGrp="1"/>
          </p:cNvSpPr>
          <p:nvPr/>
        </p:nvSpPr>
        <p:spPr>
          <a:xfrm rot="403839">
            <a:off x="8171282" y="5119507"/>
            <a:ext cx="54051" cy="54051"/>
          </a:xfrm>
          <a:prstGeom prst="ellipse">
            <a:avLst/>
          </a:prstGeom>
          <a:solidFill>
            <a:srgbClr val="F9AE0B">
              <a:alpha val="66000"/>
            </a:srgbClr>
          </a:solidFill>
          <a:ln w="0">
            <a:noFill/>
            <a:prstDash val="solid"/>
          </a:ln>
        </p:spPr>
      </p:sp>
      <p:sp>
        <p:nvSpPr>
          <p:cNvPr id="1474" name="lumia-token-particle">
            <a:extLst>
              <a:ext uri="{FF2B5EF4-FFF2-40B4-BE49-F238E27FC236}">
                <a16:creationId xmlns:a16="http://schemas.microsoft.com/office/drawing/2014/main" id="{7AB804A4-76EC-4526-BC19-0E6A2E353171}"/>
              </a:ext>
            </a:extLst>
          </p:cNvPr>
          <p:cNvSpPr>
            <a:spLocks noGrp="1"/>
          </p:cNvSpPr>
          <p:nvPr/>
        </p:nvSpPr>
        <p:spPr>
          <a:xfrm rot="2550599">
            <a:off x="3582151" y="5931105"/>
            <a:ext cx="21166" cy="21166"/>
          </a:xfrm>
          <a:prstGeom prst="ellipse">
            <a:avLst/>
          </a:prstGeom>
          <a:solidFill>
            <a:srgbClr val="8F3E71">
              <a:alpha val="55000"/>
            </a:srgbClr>
          </a:solidFill>
          <a:ln w="0">
            <a:noFill/>
            <a:prstDash val="solid"/>
          </a:ln>
        </p:spPr>
      </p:sp>
      <p:sp>
        <p:nvSpPr>
          <p:cNvPr id="1475" name="lumia-token-particle">
            <a:extLst>
              <a:ext uri="{FF2B5EF4-FFF2-40B4-BE49-F238E27FC236}">
                <a16:creationId xmlns:a16="http://schemas.microsoft.com/office/drawing/2014/main" id="{6B45429F-DE19-4F0E-9086-013A945E287B}"/>
              </a:ext>
            </a:extLst>
          </p:cNvPr>
          <p:cNvSpPr>
            <a:spLocks noGrp="1"/>
          </p:cNvSpPr>
          <p:nvPr/>
        </p:nvSpPr>
        <p:spPr>
          <a:xfrm rot="1837060">
            <a:off x="7980943" y="5617990"/>
            <a:ext cx="19000" cy="19000"/>
          </a:xfrm>
          <a:prstGeom prst="ellipse">
            <a:avLst/>
          </a:prstGeom>
          <a:solidFill>
            <a:srgbClr val="F7A110">
              <a:alpha val="43000"/>
            </a:srgbClr>
          </a:solidFill>
          <a:ln w="0">
            <a:noFill/>
            <a:prstDash val="solid"/>
          </a:ln>
        </p:spPr>
      </p:sp>
      <p:sp>
        <p:nvSpPr>
          <p:cNvPr id="1476" name="lumia-token-particle">
            <a:extLst>
              <a:ext uri="{FF2B5EF4-FFF2-40B4-BE49-F238E27FC236}">
                <a16:creationId xmlns:a16="http://schemas.microsoft.com/office/drawing/2014/main" id="{DF44DA22-2282-4517-9A31-9F9BC3171080}"/>
              </a:ext>
            </a:extLst>
          </p:cNvPr>
          <p:cNvSpPr>
            <a:spLocks noGrp="1"/>
          </p:cNvSpPr>
          <p:nvPr/>
        </p:nvSpPr>
        <p:spPr>
          <a:xfrm rot="2638628">
            <a:off x="10618358" y="3848497"/>
            <a:ext cx="22324" cy="22324"/>
          </a:xfrm>
          <a:prstGeom prst="roundRect">
            <a:avLst>
              <a:gd name="adj" fmla="val 18000"/>
            </a:avLst>
          </a:prstGeom>
          <a:solidFill>
            <a:srgbClr val="89B132">
              <a:alpha val="47000"/>
            </a:srgbClr>
          </a:solidFill>
          <a:ln w="0">
            <a:noFill/>
            <a:prstDash val="solid"/>
          </a:ln>
        </p:spPr>
      </p:sp>
      <p:sp>
        <p:nvSpPr>
          <p:cNvPr id="1477" name="lumia-token-particle">
            <a:extLst>
              <a:ext uri="{FF2B5EF4-FFF2-40B4-BE49-F238E27FC236}">
                <a16:creationId xmlns:a16="http://schemas.microsoft.com/office/drawing/2014/main" id="{16F3C651-FA8D-43DE-9C6D-A87A4F6DF5AE}"/>
              </a:ext>
            </a:extLst>
          </p:cNvPr>
          <p:cNvSpPr>
            <a:spLocks noGrp="1"/>
          </p:cNvSpPr>
          <p:nvPr/>
        </p:nvSpPr>
        <p:spPr>
          <a:xfrm rot="437557">
            <a:off x="7100814" y="4984620"/>
            <a:ext cx="22726" cy="22726"/>
          </a:xfrm>
          <a:prstGeom prst="roundRect">
            <a:avLst>
              <a:gd name="adj" fmla="val 18000"/>
            </a:avLst>
          </a:prstGeom>
          <a:solidFill>
            <a:srgbClr val="F48919">
              <a:alpha val="42000"/>
            </a:srgbClr>
          </a:solidFill>
          <a:ln w="0">
            <a:noFill/>
            <a:prstDash val="solid"/>
          </a:ln>
        </p:spPr>
      </p:sp>
      <p:sp>
        <p:nvSpPr>
          <p:cNvPr id="1478" name="lumia-token-particle">
            <a:extLst>
              <a:ext uri="{FF2B5EF4-FFF2-40B4-BE49-F238E27FC236}">
                <a16:creationId xmlns:a16="http://schemas.microsoft.com/office/drawing/2014/main" id="{8C6116AE-0EF8-4ACB-823C-2077E6C4D7F6}"/>
              </a:ext>
            </a:extLst>
          </p:cNvPr>
          <p:cNvSpPr>
            <a:spLocks noGrp="1"/>
          </p:cNvSpPr>
          <p:nvPr/>
        </p:nvSpPr>
        <p:spPr>
          <a:xfrm rot="1367633">
            <a:off x="9619809" y="4350940"/>
            <a:ext cx="30793" cy="30793"/>
          </a:xfrm>
          <a:prstGeom prst="ellipse">
            <a:avLst/>
          </a:prstGeom>
          <a:solidFill>
            <a:srgbClr val="D2B815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479" name="lumia-token-particle">
            <a:extLst>
              <a:ext uri="{FF2B5EF4-FFF2-40B4-BE49-F238E27FC236}">
                <a16:creationId xmlns:a16="http://schemas.microsoft.com/office/drawing/2014/main" id="{AB9214CD-B730-4D41-90D7-31FA41155F49}"/>
              </a:ext>
            </a:extLst>
          </p:cNvPr>
          <p:cNvSpPr>
            <a:spLocks noGrp="1"/>
          </p:cNvSpPr>
          <p:nvPr/>
        </p:nvSpPr>
        <p:spPr>
          <a:xfrm rot="1143003">
            <a:off x="10746296" y="4000898"/>
            <a:ext cx="64670" cy="64670"/>
          </a:xfrm>
          <a:prstGeom prst="roundRect">
            <a:avLst>
              <a:gd name="adj" fmla="val 18000"/>
            </a:avLst>
          </a:prstGeom>
          <a:solidFill>
            <a:srgbClr val="84B034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480" name="lumia-token-particle">
            <a:extLst>
              <a:ext uri="{FF2B5EF4-FFF2-40B4-BE49-F238E27FC236}">
                <a16:creationId xmlns:a16="http://schemas.microsoft.com/office/drawing/2014/main" id="{352C33D1-3E7B-4712-958D-5FCFF26B4136}"/>
              </a:ext>
            </a:extLst>
          </p:cNvPr>
          <p:cNvSpPr>
            <a:spLocks noGrp="1"/>
          </p:cNvSpPr>
          <p:nvPr/>
        </p:nvSpPr>
        <p:spPr>
          <a:xfrm rot="404318">
            <a:off x="1947148" y="6482939"/>
            <a:ext cx="18147" cy="18147"/>
          </a:xfrm>
          <a:prstGeom prst="ellipse">
            <a:avLst/>
          </a:prstGeom>
          <a:solidFill>
            <a:srgbClr val="534BA9">
              <a:alpha val="51000"/>
            </a:srgbClr>
          </a:solidFill>
          <a:ln w="0">
            <a:noFill/>
            <a:prstDash val="solid"/>
          </a:ln>
        </p:spPr>
      </p:sp>
      <p:sp>
        <p:nvSpPr>
          <p:cNvPr id="1481" name="lumia-token-particle-soft-glow">
            <a:extLst>
              <a:ext uri="{FF2B5EF4-FFF2-40B4-BE49-F238E27FC236}">
                <a16:creationId xmlns:a16="http://schemas.microsoft.com/office/drawing/2014/main" id="{7CA2209A-3CAA-4B40-AA41-AFF35914219F}"/>
              </a:ext>
            </a:extLst>
          </p:cNvPr>
          <p:cNvSpPr>
            <a:spLocks noGrp="1"/>
          </p:cNvSpPr>
          <p:nvPr/>
        </p:nvSpPr>
        <p:spPr>
          <a:xfrm rot="1947470">
            <a:off x="7486535" y="5719854"/>
            <a:ext cx="130618" cy="130618"/>
          </a:xfrm>
          <a:prstGeom prst="ellipse">
            <a:avLst/>
          </a:prstGeom>
          <a:solidFill>
            <a:srgbClr val="F69A12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482" name="lumia-token-particle">
            <a:extLst>
              <a:ext uri="{FF2B5EF4-FFF2-40B4-BE49-F238E27FC236}">
                <a16:creationId xmlns:a16="http://schemas.microsoft.com/office/drawing/2014/main" id="{5790AFF0-8C04-470B-A59A-345556D8E5D2}"/>
              </a:ext>
            </a:extLst>
          </p:cNvPr>
          <p:cNvSpPr>
            <a:spLocks noGrp="1"/>
          </p:cNvSpPr>
          <p:nvPr/>
        </p:nvSpPr>
        <p:spPr>
          <a:xfrm rot="1610070">
            <a:off x="7524632" y="5757951"/>
            <a:ext cx="54424" cy="54424"/>
          </a:xfrm>
          <a:prstGeom prst="ellipse">
            <a:avLst/>
          </a:prstGeom>
          <a:solidFill>
            <a:srgbClr val="F69A12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483" name="lumia-token-particle">
            <a:extLst>
              <a:ext uri="{FF2B5EF4-FFF2-40B4-BE49-F238E27FC236}">
                <a16:creationId xmlns:a16="http://schemas.microsoft.com/office/drawing/2014/main" id="{DB93BBCC-129D-4E59-A54B-876BA4942EA1}"/>
              </a:ext>
            </a:extLst>
          </p:cNvPr>
          <p:cNvSpPr>
            <a:spLocks noGrp="1"/>
          </p:cNvSpPr>
          <p:nvPr/>
        </p:nvSpPr>
        <p:spPr>
          <a:xfrm rot="2533631">
            <a:off x="9492340" y="4153922"/>
            <a:ext cx="30153" cy="30153"/>
          </a:xfrm>
          <a:prstGeom prst="ellipse">
            <a:avLst/>
          </a:prstGeom>
          <a:solidFill>
            <a:srgbClr val="C7B719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1484" name="lumia-token-particle">
            <a:extLst>
              <a:ext uri="{FF2B5EF4-FFF2-40B4-BE49-F238E27FC236}">
                <a16:creationId xmlns:a16="http://schemas.microsoft.com/office/drawing/2014/main" id="{13C0ACAD-F467-40E2-85ED-B359B2F67C7F}"/>
              </a:ext>
            </a:extLst>
          </p:cNvPr>
          <p:cNvSpPr>
            <a:spLocks noGrp="1"/>
          </p:cNvSpPr>
          <p:nvPr/>
        </p:nvSpPr>
        <p:spPr>
          <a:xfrm rot="2639417">
            <a:off x="9161757" y="4749549"/>
            <a:ext cx="58908" cy="58908"/>
          </a:xfrm>
          <a:prstGeom prst="ellipse">
            <a:avLst/>
          </a:prstGeom>
          <a:solidFill>
            <a:srgbClr val="E4BA0E">
              <a:alpha val="68000"/>
            </a:srgbClr>
          </a:solidFill>
          <a:ln w="0">
            <a:noFill/>
            <a:prstDash val="solid"/>
          </a:ln>
        </p:spPr>
      </p:sp>
      <p:sp>
        <p:nvSpPr>
          <p:cNvPr id="1485" name="lumia-token-particle">
            <a:extLst>
              <a:ext uri="{FF2B5EF4-FFF2-40B4-BE49-F238E27FC236}">
                <a16:creationId xmlns:a16="http://schemas.microsoft.com/office/drawing/2014/main" id="{C6DB62AA-DA31-4DD4-9B5C-A70076702CAE}"/>
              </a:ext>
            </a:extLst>
          </p:cNvPr>
          <p:cNvSpPr>
            <a:spLocks noGrp="1"/>
          </p:cNvSpPr>
          <p:nvPr/>
        </p:nvSpPr>
        <p:spPr>
          <a:xfrm rot="75960">
            <a:off x="6648144" y="5505644"/>
            <a:ext cx="15264" cy="15264"/>
          </a:xfrm>
          <a:prstGeom prst="ellipse">
            <a:avLst/>
          </a:prstGeom>
          <a:solidFill>
            <a:srgbClr val="F17322">
              <a:alpha val="41000"/>
            </a:srgbClr>
          </a:solidFill>
          <a:ln w="0">
            <a:noFill/>
            <a:prstDash val="solid"/>
          </a:ln>
        </p:spPr>
      </p:sp>
      <p:sp>
        <p:nvSpPr>
          <p:cNvPr id="1486" name="lumia-token-particle">
            <a:extLst>
              <a:ext uri="{FF2B5EF4-FFF2-40B4-BE49-F238E27FC236}">
                <a16:creationId xmlns:a16="http://schemas.microsoft.com/office/drawing/2014/main" id="{BD3A10A2-A309-4D11-B842-48E7B47262D5}"/>
              </a:ext>
            </a:extLst>
          </p:cNvPr>
          <p:cNvSpPr>
            <a:spLocks noGrp="1"/>
          </p:cNvSpPr>
          <p:nvPr/>
        </p:nvSpPr>
        <p:spPr>
          <a:xfrm rot="1192139">
            <a:off x="5130609" y="5750518"/>
            <a:ext cx="27887" cy="27887"/>
          </a:xfrm>
          <a:prstGeom prst="ellipse">
            <a:avLst/>
          </a:prstGeom>
          <a:solidFill>
            <a:srgbClr val="DF423C">
              <a:alpha val="59000"/>
            </a:srgbClr>
          </a:solidFill>
          <a:ln w="0">
            <a:noFill/>
            <a:prstDash val="solid"/>
          </a:ln>
        </p:spPr>
      </p:sp>
      <p:sp>
        <p:nvSpPr>
          <p:cNvPr id="1487" name="lumia-token-particle">
            <a:extLst>
              <a:ext uri="{FF2B5EF4-FFF2-40B4-BE49-F238E27FC236}">
                <a16:creationId xmlns:a16="http://schemas.microsoft.com/office/drawing/2014/main" id="{D2E52E3C-7DDA-48C4-9275-9A42EA9A6D02}"/>
              </a:ext>
            </a:extLst>
          </p:cNvPr>
          <p:cNvSpPr>
            <a:spLocks noGrp="1"/>
          </p:cNvSpPr>
          <p:nvPr/>
        </p:nvSpPr>
        <p:spPr>
          <a:xfrm rot="761320">
            <a:off x="8771981" y="5122150"/>
            <a:ext cx="44745" cy="44745"/>
          </a:xfrm>
          <a:prstGeom prst="roundRect">
            <a:avLst>
              <a:gd name="adj" fmla="val 18000"/>
            </a:avLst>
          </a:prstGeom>
          <a:solidFill>
            <a:srgbClr val="FAB707">
              <a:alpha val="67000"/>
            </a:srgbClr>
          </a:solidFill>
          <a:ln w="0">
            <a:noFill/>
            <a:prstDash val="solid"/>
          </a:ln>
        </p:spPr>
      </p:sp>
      <p:sp>
        <p:nvSpPr>
          <p:cNvPr id="1488" name="lumia-token-particle-soft-glow">
            <a:extLst>
              <a:ext uri="{FF2B5EF4-FFF2-40B4-BE49-F238E27FC236}">
                <a16:creationId xmlns:a16="http://schemas.microsoft.com/office/drawing/2014/main" id="{FC49283C-A7DC-49F6-9F92-94764672C2E9}"/>
              </a:ext>
            </a:extLst>
          </p:cNvPr>
          <p:cNvSpPr>
            <a:spLocks noGrp="1"/>
          </p:cNvSpPr>
          <p:nvPr/>
        </p:nvSpPr>
        <p:spPr>
          <a:xfrm rot="1786559">
            <a:off x="8372719" y="4673484"/>
            <a:ext cx="223640" cy="223640"/>
          </a:xfrm>
          <a:prstGeom prst="roundRect">
            <a:avLst>
              <a:gd name="adj" fmla="val 18000"/>
            </a:avLst>
          </a:prstGeom>
          <a:solidFill>
            <a:srgbClr val="F9AE0B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489" name="lumia-token-particle">
            <a:extLst>
              <a:ext uri="{FF2B5EF4-FFF2-40B4-BE49-F238E27FC236}">
                <a16:creationId xmlns:a16="http://schemas.microsoft.com/office/drawing/2014/main" id="{0B767F3B-D193-47B8-978C-E24B9C5B41B2}"/>
              </a:ext>
            </a:extLst>
          </p:cNvPr>
          <p:cNvSpPr>
            <a:spLocks noGrp="1"/>
          </p:cNvSpPr>
          <p:nvPr/>
        </p:nvSpPr>
        <p:spPr>
          <a:xfrm rot="2253433">
            <a:off x="8437948" y="4738712"/>
            <a:ext cx="93183" cy="93183"/>
          </a:xfrm>
          <a:prstGeom prst="roundRect">
            <a:avLst>
              <a:gd name="adj" fmla="val 18000"/>
            </a:avLst>
          </a:prstGeom>
          <a:solidFill>
            <a:srgbClr val="F9AE0B">
              <a:alpha val="87000"/>
            </a:srgbClr>
          </a:solidFill>
          <a:ln w="0">
            <a:noFill/>
            <a:prstDash val="solid"/>
          </a:ln>
        </p:spPr>
      </p:sp>
      <p:sp>
        <p:nvSpPr>
          <p:cNvPr id="1490" name="lumia-token-particle">
            <a:extLst>
              <a:ext uri="{FF2B5EF4-FFF2-40B4-BE49-F238E27FC236}">
                <a16:creationId xmlns:a16="http://schemas.microsoft.com/office/drawing/2014/main" id="{77A49CD2-DDCD-489F-B09E-322BB6214ACE}"/>
              </a:ext>
            </a:extLst>
          </p:cNvPr>
          <p:cNvSpPr>
            <a:spLocks noGrp="1"/>
          </p:cNvSpPr>
          <p:nvPr/>
        </p:nvSpPr>
        <p:spPr>
          <a:xfrm rot="864716">
            <a:off x="4354531" y="6197713"/>
            <a:ext cx="9215" cy="9215"/>
          </a:xfrm>
          <a:prstGeom prst="ellipse">
            <a:avLst/>
          </a:prstGeom>
          <a:solidFill>
            <a:srgbClr val="AE405D">
              <a:alpha val="37000"/>
            </a:srgbClr>
          </a:solidFill>
          <a:ln w="0">
            <a:noFill/>
            <a:prstDash val="solid"/>
          </a:ln>
        </p:spPr>
      </p:sp>
      <p:sp>
        <p:nvSpPr>
          <p:cNvPr id="1491" name="lumia-token-particle">
            <a:extLst>
              <a:ext uri="{FF2B5EF4-FFF2-40B4-BE49-F238E27FC236}">
                <a16:creationId xmlns:a16="http://schemas.microsoft.com/office/drawing/2014/main" id="{406ADE91-C888-4AC8-9613-333C19822DA3}"/>
              </a:ext>
            </a:extLst>
          </p:cNvPr>
          <p:cNvSpPr>
            <a:spLocks noGrp="1"/>
          </p:cNvSpPr>
          <p:nvPr/>
        </p:nvSpPr>
        <p:spPr>
          <a:xfrm rot="502704">
            <a:off x="10106561" y="4742028"/>
            <a:ext cx="34556" cy="34556"/>
          </a:xfrm>
          <a:prstGeom prst="ellipse">
            <a:avLst/>
          </a:prstGeom>
          <a:solidFill>
            <a:srgbClr val="99B22C">
              <a:alpha val="46000"/>
            </a:srgbClr>
          </a:solidFill>
          <a:ln w="0">
            <a:noFill/>
            <a:prstDash val="solid"/>
          </a:ln>
        </p:spPr>
      </p:sp>
      <p:sp>
        <p:nvSpPr>
          <p:cNvPr id="1492" name="lumia-token-particle">
            <a:extLst>
              <a:ext uri="{FF2B5EF4-FFF2-40B4-BE49-F238E27FC236}">
                <a16:creationId xmlns:a16="http://schemas.microsoft.com/office/drawing/2014/main" id="{8DCDCBB3-4E22-48D6-8677-F66812E3292F}"/>
              </a:ext>
            </a:extLst>
          </p:cNvPr>
          <p:cNvSpPr>
            <a:spLocks noGrp="1"/>
          </p:cNvSpPr>
          <p:nvPr/>
        </p:nvSpPr>
        <p:spPr>
          <a:xfrm rot="2660670">
            <a:off x="8104295" y="5624140"/>
            <a:ext cx="50922" cy="50922"/>
          </a:xfrm>
          <a:prstGeom prst="ellipse">
            <a:avLst/>
          </a:prstGeom>
          <a:solidFill>
            <a:srgbClr val="F8A60E">
              <a:alpha val="66000"/>
            </a:srgbClr>
          </a:solidFill>
          <a:ln w="0">
            <a:noFill/>
            <a:prstDash val="solid"/>
          </a:ln>
        </p:spPr>
      </p:sp>
      <p:sp>
        <p:nvSpPr>
          <p:cNvPr id="1493" name="lumia-token-particle-soft-glow">
            <a:extLst>
              <a:ext uri="{FF2B5EF4-FFF2-40B4-BE49-F238E27FC236}">
                <a16:creationId xmlns:a16="http://schemas.microsoft.com/office/drawing/2014/main" id="{19047A32-DC0F-4C36-970C-DA25AF0EF78B}"/>
              </a:ext>
            </a:extLst>
          </p:cNvPr>
          <p:cNvSpPr>
            <a:spLocks noGrp="1"/>
          </p:cNvSpPr>
          <p:nvPr/>
        </p:nvSpPr>
        <p:spPr>
          <a:xfrm rot="2297870">
            <a:off x="8803515" y="4794054"/>
            <a:ext cx="242625" cy="242625"/>
          </a:xfrm>
          <a:prstGeom prst="roundRect">
            <a:avLst>
              <a:gd name="adj" fmla="val 18000"/>
            </a:avLst>
          </a:prstGeom>
          <a:solidFill>
            <a:srgbClr val="EEBB0A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1494" name="lumia-token-particle">
            <a:extLst>
              <a:ext uri="{FF2B5EF4-FFF2-40B4-BE49-F238E27FC236}">
                <a16:creationId xmlns:a16="http://schemas.microsoft.com/office/drawing/2014/main" id="{496D418F-2728-4CE1-B658-502489E72352}"/>
              </a:ext>
            </a:extLst>
          </p:cNvPr>
          <p:cNvSpPr>
            <a:spLocks noGrp="1"/>
          </p:cNvSpPr>
          <p:nvPr/>
        </p:nvSpPr>
        <p:spPr>
          <a:xfrm rot="1750770">
            <a:off x="8874281" y="4864820"/>
            <a:ext cx="101094" cy="101094"/>
          </a:xfrm>
          <a:prstGeom prst="roundRect">
            <a:avLst>
              <a:gd name="adj" fmla="val 18000"/>
            </a:avLst>
          </a:prstGeom>
          <a:solidFill>
            <a:srgbClr val="EEBB0A">
              <a:alpha val="88000"/>
            </a:srgbClr>
          </a:solidFill>
          <a:ln w="0">
            <a:noFill/>
            <a:prstDash val="solid"/>
          </a:ln>
        </p:spPr>
      </p:sp>
      <p:sp>
        <p:nvSpPr>
          <p:cNvPr id="1495" name="lumia-token-particle">
            <a:extLst>
              <a:ext uri="{FF2B5EF4-FFF2-40B4-BE49-F238E27FC236}">
                <a16:creationId xmlns:a16="http://schemas.microsoft.com/office/drawing/2014/main" id="{23ED4B92-104D-4258-AB04-649DEB5A25EB}"/>
              </a:ext>
            </a:extLst>
          </p:cNvPr>
          <p:cNvSpPr>
            <a:spLocks noGrp="1"/>
          </p:cNvSpPr>
          <p:nvPr/>
        </p:nvSpPr>
        <p:spPr>
          <a:xfrm rot="2354790">
            <a:off x="3463662" y="5804552"/>
            <a:ext cx="9012" cy="9012"/>
          </a:xfrm>
          <a:prstGeom prst="ellipse">
            <a:avLst/>
          </a:prstGeom>
          <a:solidFill>
            <a:srgbClr val="813D7A">
              <a:alpha val="36000"/>
            </a:srgbClr>
          </a:solidFill>
          <a:ln w="0">
            <a:noFill/>
            <a:prstDash val="solid"/>
          </a:ln>
        </p:spPr>
      </p:sp>
      <p:sp>
        <p:nvSpPr>
          <p:cNvPr id="1496" name="lumia-token-particle">
            <a:extLst>
              <a:ext uri="{FF2B5EF4-FFF2-40B4-BE49-F238E27FC236}">
                <a16:creationId xmlns:a16="http://schemas.microsoft.com/office/drawing/2014/main" id="{F8AC36E7-825E-4AA6-AE42-F25A5FA714C9}"/>
              </a:ext>
            </a:extLst>
          </p:cNvPr>
          <p:cNvSpPr>
            <a:spLocks noGrp="1"/>
          </p:cNvSpPr>
          <p:nvPr/>
        </p:nvSpPr>
        <p:spPr>
          <a:xfrm rot="2133476">
            <a:off x="4801194" y="5391584"/>
            <a:ext cx="14442" cy="14442"/>
          </a:xfrm>
          <a:prstGeom prst="roundRect">
            <a:avLst>
              <a:gd name="adj" fmla="val 26381"/>
            </a:avLst>
          </a:prstGeom>
          <a:solidFill>
            <a:srgbClr val="C8414C">
              <a:alpha val="38000"/>
            </a:srgbClr>
          </a:solidFill>
          <a:ln w="0">
            <a:noFill/>
            <a:prstDash val="solid"/>
          </a:ln>
        </p:spPr>
      </p:sp>
      <p:sp>
        <p:nvSpPr>
          <p:cNvPr id="1497" name="lumia-token-particle">
            <a:extLst>
              <a:ext uri="{FF2B5EF4-FFF2-40B4-BE49-F238E27FC236}">
                <a16:creationId xmlns:a16="http://schemas.microsoft.com/office/drawing/2014/main" id="{4C8D5441-0AF2-41A7-9DD3-95C985BB6798}"/>
              </a:ext>
            </a:extLst>
          </p:cNvPr>
          <p:cNvSpPr>
            <a:spLocks noGrp="1"/>
          </p:cNvSpPr>
          <p:nvPr/>
        </p:nvSpPr>
        <p:spPr>
          <a:xfrm rot="2042399">
            <a:off x="392057" y="6482763"/>
            <a:ext cx="11235" cy="11235"/>
          </a:xfrm>
          <a:prstGeom prst="roundRect">
            <a:avLst>
              <a:gd name="adj" fmla="val 33912"/>
            </a:avLst>
          </a:prstGeom>
          <a:solidFill>
            <a:srgbClr val="4679E5">
              <a:alpha val="31000"/>
            </a:srgbClr>
          </a:solidFill>
          <a:ln w="0">
            <a:noFill/>
            <a:prstDash val="solid"/>
          </a:ln>
        </p:spPr>
      </p:sp>
      <p:sp>
        <p:nvSpPr>
          <p:cNvPr id="1498" name="lumia-token-particle-soft-glow">
            <a:extLst>
              <a:ext uri="{FF2B5EF4-FFF2-40B4-BE49-F238E27FC236}">
                <a16:creationId xmlns:a16="http://schemas.microsoft.com/office/drawing/2014/main" id="{5EEDAE4A-70CB-4262-9FA4-FA08E40B8402}"/>
              </a:ext>
            </a:extLst>
          </p:cNvPr>
          <p:cNvSpPr>
            <a:spLocks noGrp="1"/>
          </p:cNvSpPr>
          <p:nvPr/>
        </p:nvSpPr>
        <p:spPr>
          <a:xfrm rot="1345643">
            <a:off x="2888797" y="5904910"/>
            <a:ext cx="103262" cy="103262"/>
          </a:xfrm>
          <a:prstGeom prst="roundRect">
            <a:avLst>
              <a:gd name="adj" fmla="val 18000"/>
            </a:avLst>
          </a:prstGeom>
          <a:solidFill>
            <a:srgbClr val="713C85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1499" name="lumia-token-particle">
            <a:extLst>
              <a:ext uri="{FF2B5EF4-FFF2-40B4-BE49-F238E27FC236}">
                <a16:creationId xmlns:a16="http://schemas.microsoft.com/office/drawing/2014/main" id="{D13ACFE0-E529-4BF6-8D27-78BC0325B1BB}"/>
              </a:ext>
            </a:extLst>
          </p:cNvPr>
          <p:cNvSpPr>
            <a:spLocks noGrp="1"/>
          </p:cNvSpPr>
          <p:nvPr/>
        </p:nvSpPr>
        <p:spPr>
          <a:xfrm rot="147788">
            <a:off x="2918915" y="5935028"/>
            <a:ext cx="43026" cy="43026"/>
          </a:xfrm>
          <a:prstGeom prst="roundRect">
            <a:avLst>
              <a:gd name="adj" fmla="val 18000"/>
            </a:avLst>
          </a:prstGeom>
          <a:solidFill>
            <a:srgbClr val="713C85">
              <a:alpha val="71000"/>
            </a:srgbClr>
          </a:solidFill>
          <a:ln w="0">
            <a:noFill/>
            <a:prstDash val="solid"/>
          </a:ln>
        </p:spPr>
      </p:sp>
      <p:sp>
        <p:nvSpPr>
          <p:cNvPr id="1500" name="lumia-token-particle">
            <a:extLst>
              <a:ext uri="{FF2B5EF4-FFF2-40B4-BE49-F238E27FC236}">
                <a16:creationId xmlns:a16="http://schemas.microsoft.com/office/drawing/2014/main" id="{12D802D0-380C-4790-A1D4-506B809FCCB2}"/>
              </a:ext>
            </a:extLst>
          </p:cNvPr>
          <p:cNvSpPr>
            <a:spLocks noGrp="1"/>
          </p:cNvSpPr>
          <p:nvPr/>
        </p:nvSpPr>
        <p:spPr>
          <a:xfrm rot="1769403">
            <a:off x="6105798" y="5338428"/>
            <a:ext cx="29461" cy="29461"/>
          </a:xfrm>
          <a:prstGeom prst="roundRect">
            <a:avLst>
              <a:gd name="adj" fmla="val 18000"/>
            </a:avLst>
          </a:prstGeom>
          <a:solidFill>
            <a:srgbClr val="ED582D">
              <a:alpha val="61000"/>
            </a:srgbClr>
          </a:solidFill>
          <a:ln w="0">
            <a:noFill/>
            <a:prstDash val="solid"/>
          </a:ln>
        </p:spPr>
      </p:sp>
      <p:sp>
        <p:nvSpPr>
          <p:cNvPr id="1501" name="lumia-token-particle-soft-glow">
            <a:extLst>
              <a:ext uri="{FF2B5EF4-FFF2-40B4-BE49-F238E27FC236}">
                <a16:creationId xmlns:a16="http://schemas.microsoft.com/office/drawing/2014/main" id="{46880F16-C0B0-4377-A303-4A06C2FDEABB}"/>
              </a:ext>
            </a:extLst>
          </p:cNvPr>
          <p:cNvSpPr>
            <a:spLocks noGrp="1"/>
          </p:cNvSpPr>
          <p:nvPr/>
        </p:nvSpPr>
        <p:spPr>
          <a:xfrm rot="2114217">
            <a:off x="4221717" y="5710352"/>
            <a:ext cx="145381" cy="145381"/>
          </a:xfrm>
          <a:prstGeom prst="ellipse">
            <a:avLst/>
          </a:prstGeom>
          <a:solidFill>
            <a:srgbClr val="B34059">
              <a:alpha val="11000"/>
            </a:srgbClr>
          </a:solidFill>
          <a:ln w="0">
            <a:noFill/>
            <a:prstDash val="solid"/>
          </a:ln>
        </p:spPr>
      </p:sp>
      <p:sp>
        <p:nvSpPr>
          <p:cNvPr id="1502" name="lumia-token-particle">
            <a:extLst>
              <a:ext uri="{FF2B5EF4-FFF2-40B4-BE49-F238E27FC236}">
                <a16:creationId xmlns:a16="http://schemas.microsoft.com/office/drawing/2014/main" id="{84FB3EB8-8E50-460A-BBDF-DDC1057B69C8}"/>
              </a:ext>
            </a:extLst>
          </p:cNvPr>
          <p:cNvSpPr>
            <a:spLocks noGrp="1"/>
          </p:cNvSpPr>
          <p:nvPr/>
        </p:nvSpPr>
        <p:spPr>
          <a:xfrm rot="1150914">
            <a:off x="4264120" y="5752754"/>
            <a:ext cx="60575" cy="60575"/>
          </a:xfrm>
          <a:prstGeom prst="ellipse">
            <a:avLst/>
          </a:prstGeom>
          <a:solidFill>
            <a:srgbClr val="B34059">
              <a:alpha val="75000"/>
            </a:srgbClr>
          </a:solidFill>
          <a:ln w="0">
            <a:noFill/>
            <a:prstDash val="solid"/>
          </a:ln>
        </p:spPr>
      </p:sp>
      <p:sp>
        <p:nvSpPr>
          <p:cNvPr id="1503" name="lumia-token-particle">
            <a:extLst>
              <a:ext uri="{FF2B5EF4-FFF2-40B4-BE49-F238E27FC236}">
                <a16:creationId xmlns:a16="http://schemas.microsoft.com/office/drawing/2014/main" id="{A59A06D7-C565-419D-88CD-C47948DFC0EA}"/>
              </a:ext>
            </a:extLst>
          </p:cNvPr>
          <p:cNvSpPr>
            <a:spLocks noGrp="1"/>
          </p:cNvSpPr>
          <p:nvPr/>
        </p:nvSpPr>
        <p:spPr>
          <a:xfrm rot="1586668">
            <a:off x="9913508" y="3925376"/>
            <a:ext cx="43211" cy="43211"/>
          </a:xfrm>
          <a:prstGeom prst="ellipse">
            <a:avLst/>
          </a:prstGeom>
          <a:solidFill>
            <a:srgbClr val="BFB61C">
              <a:alpha val="69000"/>
            </a:srgbClr>
          </a:solidFill>
          <a:ln w="0">
            <a:noFill/>
            <a:prstDash val="solid"/>
          </a:ln>
        </p:spPr>
      </p:sp>
      <p:sp>
        <p:nvSpPr>
          <p:cNvPr id="1504" name="矩形 1503">
            <a:extLst>
              <a:ext uri="{FF2B5EF4-FFF2-40B4-BE49-F238E27FC236}">
                <a16:creationId xmlns:a16="http://schemas.microsoft.com/office/drawing/2014/main" id="{F39A5DA4-B40B-4797-9564-80F5C02FCAF3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63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163" b="1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06</a:t>
            </a:r>
          </a:p>
        </p:txBody>
      </p:sp>
      <p:sp>
        <p:nvSpPr>
          <p:cNvPr id="1505" name="矩形 1504">
            <a:extLst>
              <a:ext uri="{FF2B5EF4-FFF2-40B4-BE49-F238E27FC236}">
                <a16:creationId xmlns:a16="http://schemas.microsoft.com/office/drawing/2014/main" id="{1CAA4047-5E18-4F1D-8AFD-E56AD33F2A4A}"/>
              </a:ext>
            </a:extLst>
          </p:cNvPr>
          <p:cNvSpPr>
            <a:spLocks noGrp="1"/>
          </p:cNvSpPr>
          <p:nvPr/>
        </p:nvSpPr>
        <p:spPr>
          <a:xfrm>
            <a:off x="723900" y="238125"/>
            <a:ext cx="1828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1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863" b="1" dirty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THANK YOU</a:t>
            </a:r>
          </a:p>
        </p:txBody>
      </p:sp>
      <p:pic>
        <p:nvPicPr>
          <p:cNvPr id="3022" name="图片 30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27282" y="2124511"/>
            <a:ext cx="2145343" cy="2145343"/>
          </a:xfrm>
          <a:prstGeom prst="rect">
            <a:avLst/>
          </a:prstGeom>
        </p:spPr>
      </p:pic>
      <p:sp>
        <p:nvSpPr>
          <p:cNvPr id="1507" name="vertical-divider">
            <a:extLst>
              <a:ext uri="{FF2B5EF4-FFF2-40B4-BE49-F238E27FC236}">
                <a16:creationId xmlns:a16="http://schemas.microsoft.com/office/drawing/2014/main" id="{6AA72F86-3869-400B-8724-EE037DB91B9A}"/>
              </a:ext>
            </a:extLst>
          </p:cNvPr>
          <p:cNvSpPr>
            <a:spLocks noGrp="1"/>
          </p:cNvSpPr>
          <p:nvPr/>
        </p:nvSpPr>
        <p:spPr>
          <a:xfrm>
            <a:off x="3490203" y="2340318"/>
            <a:ext cx="9525" cy="1809750"/>
          </a:xfrm>
          <a:custGeom>
            <a:avLst/>
            <a:gdLst/>
            <a:ahLst/>
            <a:cxnLst/>
            <a:rect l="0" t="0" r="0" b="0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10478">
            <a:solidFill>
              <a:srgbClr val="D5D9E3">
                <a:alpha val="38000"/>
              </a:srgbClr>
            </a:solidFill>
            <a:prstDash val="solid"/>
          </a:ln>
        </p:spPr>
      </p:sp>
      <p:sp>
        <p:nvSpPr>
          <p:cNvPr id="1508" name="矩形 1507">
            <a:extLst>
              <a:ext uri="{FF2B5EF4-FFF2-40B4-BE49-F238E27FC236}">
                <a16:creationId xmlns:a16="http://schemas.microsoft.com/office/drawing/2014/main" id="{64B8CF9E-0E79-4ECB-AF34-08605DDBAAEF}"/>
              </a:ext>
            </a:extLst>
          </p:cNvPr>
          <p:cNvSpPr>
            <a:spLocks noGrp="1"/>
          </p:cNvSpPr>
          <p:nvPr/>
        </p:nvSpPr>
        <p:spPr>
          <a:xfrm>
            <a:off x="4132324" y="2341364"/>
            <a:ext cx="4095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5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5550" b="1" dirty="0">
                <a:solidFill>
                  <a:srgbClr val="FFFFFF"/>
                </a:solidFill>
                <a:latin typeface="Calibri" panose="020F0502020204030204" pitchFamily="34" charset="0"/>
                <a:ea typeface="Space Grotesk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1509" name="lumia-stream-brand-bar-1">
            <a:extLst>
              <a:ext uri="{FF2B5EF4-FFF2-40B4-BE49-F238E27FC236}">
                <a16:creationId xmlns:a16="http://schemas.microsoft.com/office/drawing/2014/main" id="{F6EEA6B0-B7D0-41F4-939C-9BBF1B49C1EF}"/>
              </a:ext>
            </a:extLst>
          </p:cNvPr>
          <p:cNvSpPr>
            <a:spLocks noGrp="1"/>
          </p:cNvSpPr>
          <p:nvPr/>
        </p:nvSpPr>
        <p:spPr>
          <a:xfrm>
            <a:off x="4170424" y="3375014"/>
            <a:ext cx="209550" cy="26670"/>
          </a:xfrm>
          <a:prstGeom prst="roundRect">
            <a:avLst>
              <a:gd name="adj" fmla="val 39286"/>
            </a:avLst>
          </a:prstGeom>
          <a:solidFill>
            <a:srgbClr val="FBBC05"/>
          </a:solidFill>
          <a:ln w="0">
            <a:noFill/>
            <a:prstDash val="solid"/>
          </a:ln>
        </p:spPr>
      </p:sp>
      <p:sp>
        <p:nvSpPr>
          <p:cNvPr id="1510" name="lumia-stream-brand-bar-2">
            <a:extLst>
              <a:ext uri="{FF2B5EF4-FFF2-40B4-BE49-F238E27FC236}">
                <a16:creationId xmlns:a16="http://schemas.microsoft.com/office/drawing/2014/main" id="{9076AD91-C751-432A-AB4F-F902A28F736C}"/>
              </a:ext>
            </a:extLst>
          </p:cNvPr>
          <p:cNvSpPr>
            <a:spLocks noGrp="1"/>
          </p:cNvSpPr>
          <p:nvPr/>
        </p:nvSpPr>
        <p:spPr>
          <a:xfrm>
            <a:off x="4484749" y="3375014"/>
            <a:ext cx="209550" cy="26670"/>
          </a:xfrm>
          <a:prstGeom prst="roundRect">
            <a:avLst>
              <a:gd name="adj" fmla="val 39286"/>
            </a:avLst>
          </a:prstGeom>
          <a:solidFill>
            <a:srgbClr val="4285F4"/>
          </a:solidFill>
          <a:ln w="0">
            <a:noFill/>
            <a:prstDash val="solid"/>
          </a:ln>
        </p:spPr>
      </p:sp>
      <p:sp>
        <p:nvSpPr>
          <p:cNvPr id="1511" name="lumia-stream-brand-bar-3">
            <a:extLst>
              <a:ext uri="{FF2B5EF4-FFF2-40B4-BE49-F238E27FC236}">
                <a16:creationId xmlns:a16="http://schemas.microsoft.com/office/drawing/2014/main" id="{93CA2BFF-3F81-44DB-9A1F-6AD252F7F8C1}"/>
              </a:ext>
            </a:extLst>
          </p:cNvPr>
          <p:cNvSpPr>
            <a:spLocks noGrp="1"/>
          </p:cNvSpPr>
          <p:nvPr/>
        </p:nvSpPr>
        <p:spPr>
          <a:xfrm>
            <a:off x="4799074" y="3375014"/>
            <a:ext cx="209550" cy="26670"/>
          </a:xfrm>
          <a:prstGeom prst="roundRect">
            <a:avLst>
              <a:gd name="adj" fmla="val 39286"/>
            </a:avLst>
          </a:prstGeom>
          <a:solidFill>
            <a:srgbClr val="EA4335"/>
          </a:solidFill>
          <a:ln w="0">
            <a:noFill/>
            <a:prstDash val="solid"/>
          </a:ln>
        </p:spPr>
      </p:sp>
      <p:sp>
        <p:nvSpPr>
          <p:cNvPr id="1512" name="lumia-stream-brand-bar-4">
            <a:extLst>
              <a:ext uri="{FF2B5EF4-FFF2-40B4-BE49-F238E27FC236}">
                <a16:creationId xmlns:a16="http://schemas.microsoft.com/office/drawing/2014/main" id="{DF7AAD49-468C-4152-9AF0-B54043A813BC}"/>
              </a:ext>
            </a:extLst>
          </p:cNvPr>
          <p:cNvSpPr>
            <a:spLocks noGrp="1"/>
          </p:cNvSpPr>
          <p:nvPr/>
        </p:nvSpPr>
        <p:spPr>
          <a:xfrm>
            <a:off x="5113399" y="3375014"/>
            <a:ext cx="209550" cy="26670"/>
          </a:xfrm>
          <a:prstGeom prst="roundRect">
            <a:avLst>
              <a:gd name="adj" fmla="val 39286"/>
            </a:avLst>
          </a:prstGeom>
          <a:solidFill>
            <a:srgbClr val="583B95"/>
          </a:solidFill>
          <a:ln w="0">
            <a:noFill/>
            <a:prstDash val="solid"/>
          </a:ln>
        </p:spPr>
      </p:sp>
      <p:sp>
        <p:nvSpPr>
          <p:cNvPr id="1513" name="lumia-stream-brand-bar-5">
            <a:extLst>
              <a:ext uri="{FF2B5EF4-FFF2-40B4-BE49-F238E27FC236}">
                <a16:creationId xmlns:a16="http://schemas.microsoft.com/office/drawing/2014/main" id="{3A576017-E45C-41F0-9BC5-88E57E38B27B}"/>
              </a:ext>
            </a:extLst>
          </p:cNvPr>
          <p:cNvSpPr>
            <a:spLocks noGrp="1"/>
          </p:cNvSpPr>
          <p:nvPr/>
        </p:nvSpPr>
        <p:spPr>
          <a:xfrm>
            <a:off x="5427724" y="3375014"/>
            <a:ext cx="209550" cy="26670"/>
          </a:xfrm>
          <a:prstGeom prst="roundRect">
            <a:avLst>
              <a:gd name="adj" fmla="val 39286"/>
            </a:avLst>
          </a:prstGeom>
          <a:solidFill>
            <a:srgbClr val="34A853"/>
          </a:solidFill>
          <a:ln w="0">
            <a:noFill/>
            <a:prstDash val="solid"/>
          </a:ln>
        </p:spPr>
      </p:sp>
      <p:sp>
        <p:nvSpPr>
          <p:cNvPr id="1514" name="矩形 1513">
            <a:extLst>
              <a:ext uri="{FF2B5EF4-FFF2-40B4-BE49-F238E27FC236}">
                <a16:creationId xmlns:a16="http://schemas.microsoft.com/office/drawing/2014/main" id="{313E9E22-2F4A-41A5-95E2-CDF7BA753E8E}"/>
              </a:ext>
            </a:extLst>
          </p:cNvPr>
          <p:cNvSpPr>
            <a:spLocks noGrp="1"/>
          </p:cNvSpPr>
          <p:nvPr/>
        </p:nvSpPr>
        <p:spPr>
          <a:xfrm>
            <a:off x="4157736" y="368163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D5D9E3"/>
                </a:solidFill>
                <a:latin typeface="Inter"/>
                <a:ea typeface="Inter"/>
                <a:cs typeface="Inter"/>
              </a:defRPr>
            </a:pPr>
            <a:r>
              <a:rPr sz="1800" b="0" dirty="0">
                <a:solidFill>
                  <a:srgbClr val="D5D9E3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Questions &amp; Discussion</a:t>
            </a:r>
          </a:p>
        </p:txBody>
      </p:sp>
      <p:sp>
        <p:nvSpPr>
          <p:cNvPr id="1515" name="矩形 1514">
            <a:extLst>
              <a:ext uri="{FF2B5EF4-FFF2-40B4-BE49-F238E27FC236}">
                <a16:creationId xmlns:a16="http://schemas.microsoft.com/office/drawing/2014/main" id="{73657540-903A-40E8-9CB6-5606C4BE389B}"/>
              </a:ext>
            </a:extLst>
          </p:cNvPr>
          <p:cNvSpPr>
            <a:spLocks noGrp="1"/>
          </p:cNvSpPr>
          <p:nvPr/>
        </p:nvSpPr>
        <p:spPr>
          <a:xfrm>
            <a:off x="285750" y="642937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3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06</a:t>
            </a:r>
          </a:p>
        </p:txBody>
      </p:sp>
      <p:sp>
        <p:nvSpPr>
          <p:cNvPr id="1516" name="矩形 1515">
            <a:extLst>
              <a:ext uri="{FF2B5EF4-FFF2-40B4-BE49-F238E27FC236}">
                <a16:creationId xmlns:a16="http://schemas.microsoft.com/office/drawing/2014/main" id="{97158555-2A8A-473C-85E7-96675D88DBF6}"/>
              </a:ext>
            </a:extLst>
          </p:cNvPr>
          <p:cNvSpPr>
            <a:spLocks noGrp="1"/>
          </p:cNvSpPr>
          <p:nvPr/>
        </p:nvSpPr>
        <p:spPr>
          <a:xfrm>
            <a:off x="10591800" y="642937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63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63" b="1">
                <a:solidFill>
                  <a:srgbClr val="FFFFFF"/>
                </a:solidFill>
                <a:latin typeface="Calibri" panose="020F0502020204030204" pitchFamily="34" charset="0"/>
                <a:ea typeface="Inter"/>
                <a:cs typeface="Calibri" panose="020F0502020204030204" pitchFamily="34" charset="0"/>
              </a:rPr>
              <a:t>LUMIA LAB</a:t>
            </a:r>
          </a:p>
        </p:txBody>
      </p:sp>
    </p:spTree>
    <p:extLst>
      <p:ext uri="{BB962C8B-B14F-4D97-AF65-F5344CB8AC3E}">
        <p14:creationId xmlns:p14="http://schemas.microsoft.com/office/powerpoint/2010/main" val="108234839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ChatGPT">
  <a:themeElements>
    <a:clrScheme name="LUMIA Stream">
      <a:dk1>
        <a:srgbClr val="000000"/>
      </a:dk1>
      <a:lt1>
        <a:srgbClr val="FFFFFF"/>
      </a:lt1>
      <a:dk2>
        <a:srgbClr val="0A182B"/>
      </a:dk2>
      <a:lt2>
        <a:srgbClr val="D5D9E3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583B95"/>
      </a:accent5>
      <a:accent6>
        <a:srgbClr val="5C6472"/>
      </a:accent6>
      <a:hlink>
        <a:srgbClr val="4285F4"/>
      </a:hlink>
      <a:folHlink>
        <a:srgbClr val="583B9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Strea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34704" dir="4912194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LUMIA Stream">
      <a:dk1>
        <a:srgbClr val="000000"/>
      </a:dk1>
      <a:lt1>
        <a:srgbClr val="FFFFFF"/>
      </a:lt1>
      <a:dk2>
        <a:srgbClr val="0A182B"/>
      </a:dk2>
      <a:lt2>
        <a:srgbClr val="D5D9E3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583B95"/>
      </a:accent5>
      <a:accent6>
        <a:srgbClr val="5C6472"/>
      </a:accent6>
      <a:hlink>
        <a:srgbClr val="4285F4"/>
      </a:hlink>
      <a:folHlink>
        <a:srgbClr val="583B9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Strea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34704" dir="4912194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LUMIA Stream">
      <a:dk1>
        <a:srgbClr val="000000"/>
      </a:dk1>
      <a:lt1>
        <a:srgbClr val="FFFFFF"/>
      </a:lt1>
      <a:dk2>
        <a:srgbClr val="0A182B"/>
      </a:dk2>
      <a:lt2>
        <a:srgbClr val="D5D9E3"/>
      </a:lt2>
      <a:accent1>
        <a:srgbClr val="4285F4"/>
      </a:accent1>
      <a:accent2>
        <a:srgbClr val="EA4335"/>
      </a:accent2>
      <a:accent3>
        <a:srgbClr val="FBBC05"/>
      </a:accent3>
      <a:accent4>
        <a:srgbClr val="34A853"/>
      </a:accent4>
      <a:accent5>
        <a:srgbClr val="583B95"/>
      </a:accent5>
      <a:accent6>
        <a:srgbClr val="5C6472"/>
      </a:accent6>
      <a:hlink>
        <a:srgbClr val="4285F4"/>
      </a:hlink>
      <a:folHlink>
        <a:srgbClr val="583B9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UMIA Strea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34704" dir="4912194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209</Words>
  <Application>Microsoft Macintosh PowerPoint</Application>
  <DocSecurity>0</DocSecurity>
  <PresentationFormat>宽屏</PresentationFormat>
  <Paragraphs>81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WangYixuan</cp:lastModifiedBy>
  <cp:revision>12</cp:revision>
  <dcterms:created xsi:type="dcterms:W3CDTF">2026-07-03T09:55:17Z</dcterms:created>
  <dcterms:modified xsi:type="dcterms:W3CDTF">2026-07-04T17:58:11Z</dcterms:modified>
</cp:coreProperties>
</file>