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 showGuide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AA9C401-F6D8-470E-9E21-CA070D145FFE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+mn-ea"/>
                <a:cs typeface="Aptos"/>
              </a:rPr>
              <a:t>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B3CBA2-75D2-40A9-8381-D945798BB301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11111"/>
                </a:solidFill>
                <a:latin typeface="+mn-ea"/>
                <a:cs typeface="Aptos"/>
              </a:rPr>
              <a:t>Cover</a:t>
            </a:r>
          </a:p>
        </p:txBody>
      </p:sp>
      <p:sp>
        <p:nvSpPr>
          <p:cNvPr id="3" name="decor-curve">
            <a:extLst>
              <a:ext uri="{FF2B5EF4-FFF2-40B4-BE49-F238E27FC236}">
                <a16:creationId xmlns:a16="http://schemas.microsoft.com/office/drawing/2014/main" id="{D77B2F9C-59C9-4E15-ABFD-BF03EE4BA502}"/>
              </a:ext>
            </a:extLst>
          </p:cNvPr>
          <p:cNvSpPr>
            <a:spLocks noGrp="1"/>
          </p:cNvSpPr>
          <p:nvPr/>
        </p:nvSpPr>
        <p:spPr>
          <a:xfrm>
            <a:off x="7239000" y="2400300"/>
            <a:ext cx="4838700" cy="4457700"/>
          </a:xfrm>
          <a:custGeom>
            <a:avLst/>
            <a:gdLst/>
            <a:ahLst/>
            <a:cxnLst/>
            <a:rect l="0" t="0" r="0" b="0"/>
            <a:pathLst>
              <a:path w="4838700" h="4457700">
                <a:moveTo>
                  <a:pt x="0" y="4457700"/>
                </a:moveTo>
                <a:lnTo>
                  <a:pt x="149193" y="4217145"/>
                </a:lnTo>
                <a:lnTo>
                  <a:pt x="300135" y="3982616"/>
                </a:lnTo>
                <a:lnTo>
                  <a:pt x="452826" y="3754114"/>
                </a:lnTo>
                <a:lnTo>
                  <a:pt x="607267" y="3531637"/>
                </a:lnTo>
                <a:lnTo>
                  <a:pt x="763458" y="3315186"/>
                </a:lnTo>
                <a:lnTo>
                  <a:pt x="921398" y="3104761"/>
                </a:lnTo>
                <a:lnTo>
                  <a:pt x="1081088" y="2900363"/>
                </a:lnTo>
                <a:lnTo>
                  <a:pt x="1242527" y="2701990"/>
                </a:lnTo>
                <a:lnTo>
                  <a:pt x="1405715" y="2509643"/>
                </a:lnTo>
                <a:lnTo>
                  <a:pt x="1570653" y="2323322"/>
                </a:lnTo>
                <a:lnTo>
                  <a:pt x="1737341" y="2143028"/>
                </a:lnTo>
                <a:lnTo>
                  <a:pt x="1905778" y="1968759"/>
                </a:lnTo>
                <a:lnTo>
                  <a:pt x="2075964" y="1800517"/>
                </a:lnTo>
                <a:lnTo>
                  <a:pt x="2247900" y="1638300"/>
                </a:lnTo>
                <a:lnTo>
                  <a:pt x="2421585" y="1482109"/>
                </a:lnTo>
                <a:lnTo>
                  <a:pt x="2597020" y="1331945"/>
                </a:lnTo>
                <a:lnTo>
                  <a:pt x="2774205" y="1187806"/>
                </a:lnTo>
                <a:lnTo>
                  <a:pt x="2953139" y="1049694"/>
                </a:lnTo>
                <a:lnTo>
                  <a:pt x="3133822" y="917607"/>
                </a:lnTo>
                <a:lnTo>
                  <a:pt x="3316255" y="791547"/>
                </a:lnTo>
                <a:lnTo>
                  <a:pt x="3500438" y="671513"/>
                </a:lnTo>
                <a:lnTo>
                  <a:pt x="3686369" y="557504"/>
                </a:lnTo>
                <a:lnTo>
                  <a:pt x="3874051" y="449522"/>
                </a:lnTo>
                <a:lnTo>
                  <a:pt x="4063482" y="347565"/>
                </a:lnTo>
                <a:lnTo>
                  <a:pt x="4254662" y="251635"/>
                </a:lnTo>
                <a:lnTo>
                  <a:pt x="4447592" y="161731"/>
                </a:lnTo>
                <a:lnTo>
                  <a:pt x="4642271" y="77852"/>
                </a:lnTo>
                <a:lnTo>
                  <a:pt x="4838700" y="0"/>
                </a:lnTo>
              </a:path>
            </a:pathLst>
          </a:custGeom>
          <a:noFill/>
          <a:ln w="7620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4" name="decor-dot">
            <a:extLst>
              <a:ext uri="{FF2B5EF4-FFF2-40B4-BE49-F238E27FC236}">
                <a16:creationId xmlns:a16="http://schemas.microsoft.com/office/drawing/2014/main" id="{10777EF2-0BDF-4D93-B1FF-B7E6069FF6D3}"/>
              </a:ext>
            </a:extLst>
          </p:cNvPr>
          <p:cNvSpPr>
            <a:spLocks noGrp="1"/>
          </p:cNvSpPr>
          <p:nvPr/>
        </p:nvSpPr>
        <p:spPr>
          <a:xfrm>
            <a:off x="9427152" y="4071983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5" name="decor-dot">
            <a:extLst>
              <a:ext uri="{FF2B5EF4-FFF2-40B4-BE49-F238E27FC236}">
                <a16:creationId xmlns:a16="http://schemas.microsoft.com/office/drawing/2014/main" id="{E4EBAFEE-1389-4BD7-81E1-2458B14FAA34}"/>
              </a:ext>
            </a:extLst>
          </p:cNvPr>
          <p:cNvSpPr>
            <a:spLocks noGrp="1"/>
          </p:cNvSpPr>
          <p:nvPr/>
        </p:nvSpPr>
        <p:spPr>
          <a:xfrm>
            <a:off x="10116091" y="3487590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6" name="decor-dot">
            <a:extLst>
              <a:ext uri="{FF2B5EF4-FFF2-40B4-BE49-F238E27FC236}">
                <a16:creationId xmlns:a16="http://schemas.microsoft.com/office/drawing/2014/main" id="{6191E5D4-7312-40DD-94F6-A990487199BE}"/>
              </a:ext>
            </a:extLst>
          </p:cNvPr>
          <p:cNvSpPr>
            <a:spLocks noGrp="1"/>
          </p:cNvSpPr>
          <p:nvPr/>
        </p:nvSpPr>
        <p:spPr>
          <a:xfrm>
            <a:off x="10831914" y="2995795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7" name="decor-curve">
            <a:extLst>
              <a:ext uri="{FF2B5EF4-FFF2-40B4-BE49-F238E27FC236}">
                <a16:creationId xmlns:a16="http://schemas.microsoft.com/office/drawing/2014/main" id="{FB00A61D-DF5A-445E-9998-7A315C9E040F}"/>
              </a:ext>
            </a:extLst>
          </p:cNvPr>
          <p:cNvSpPr>
            <a:spLocks noGrp="1"/>
          </p:cNvSpPr>
          <p:nvPr/>
        </p:nvSpPr>
        <p:spPr>
          <a:xfrm>
            <a:off x="7239000" y="3086100"/>
            <a:ext cx="4743450" cy="3771900"/>
          </a:xfrm>
          <a:custGeom>
            <a:avLst/>
            <a:gdLst/>
            <a:ahLst/>
            <a:cxnLst/>
            <a:rect l="0" t="0" r="0" b="0"/>
            <a:pathLst>
              <a:path w="4743450" h="3771900">
                <a:moveTo>
                  <a:pt x="0" y="3771900"/>
                </a:moveTo>
                <a:lnTo>
                  <a:pt x="157600" y="3587329"/>
                </a:lnTo>
                <a:lnTo>
                  <a:pt x="316074" y="3406451"/>
                </a:lnTo>
                <a:lnTo>
                  <a:pt x="475424" y="3229267"/>
                </a:lnTo>
                <a:lnTo>
                  <a:pt x="635648" y="3055776"/>
                </a:lnTo>
                <a:lnTo>
                  <a:pt x="796747" y="2885978"/>
                </a:lnTo>
                <a:lnTo>
                  <a:pt x="958720" y="2719873"/>
                </a:lnTo>
                <a:lnTo>
                  <a:pt x="1121569" y="2557463"/>
                </a:lnTo>
                <a:lnTo>
                  <a:pt x="1285292" y="2398745"/>
                </a:lnTo>
                <a:lnTo>
                  <a:pt x="1449890" y="2243721"/>
                </a:lnTo>
                <a:lnTo>
                  <a:pt x="1615362" y="2092390"/>
                </a:lnTo>
                <a:lnTo>
                  <a:pt x="1781710" y="1944752"/>
                </a:lnTo>
                <a:lnTo>
                  <a:pt x="1948932" y="1800808"/>
                </a:lnTo>
                <a:lnTo>
                  <a:pt x="2117028" y="1660557"/>
                </a:lnTo>
                <a:lnTo>
                  <a:pt x="2286000" y="1524000"/>
                </a:lnTo>
                <a:lnTo>
                  <a:pt x="2455846" y="1391136"/>
                </a:lnTo>
                <a:lnTo>
                  <a:pt x="2626567" y="1261965"/>
                </a:lnTo>
                <a:lnTo>
                  <a:pt x="2798163" y="1136488"/>
                </a:lnTo>
                <a:lnTo>
                  <a:pt x="2970634" y="1014704"/>
                </a:lnTo>
                <a:lnTo>
                  <a:pt x="3143979" y="896614"/>
                </a:lnTo>
                <a:lnTo>
                  <a:pt x="3318199" y="782216"/>
                </a:lnTo>
                <a:lnTo>
                  <a:pt x="3493294" y="671513"/>
                </a:lnTo>
                <a:lnTo>
                  <a:pt x="3669263" y="564502"/>
                </a:lnTo>
                <a:lnTo>
                  <a:pt x="3846108" y="461185"/>
                </a:lnTo>
                <a:lnTo>
                  <a:pt x="4023827" y="361561"/>
                </a:lnTo>
                <a:lnTo>
                  <a:pt x="4202420" y="265631"/>
                </a:lnTo>
                <a:lnTo>
                  <a:pt x="4381889" y="173394"/>
                </a:lnTo>
                <a:lnTo>
                  <a:pt x="4562232" y="84850"/>
                </a:lnTo>
                <a:lnTo>
                  <a:pt x="4743450" y="0"/>
                </a:lnTo>
              </a:path>
            </a:pathLst>
          </a:custGeom>
          <a:noFill/>
          <a:ln w="7620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8" name="decor-dot">
            <a:extLst>
              <a:ext uri="{FF2B5EF4-FFF2-40B4-BE49-F238E27FC236}">
                <a16:creationId xmlns:a16="http://schemas.microsoft.com/office/drawing/2014/main" id="{7D3DEFB9-1D6A-4227-9389-4795A38443B2}"/>
              </a:ext>
            </a:extLst>
          </p:cNvPr>
          <p:cNvSpPr>
            <a:spLocks noGrp="1"/>
          </p:cNvSpPr>
          <p:nvPr/>
        </p:nvSpPr>
        <p:spPr>
          <a:xfrm>
            <a:off x="9466170" y="4636534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9" name="decor-dot">
            <a:extLst>
              <a:ext uri="{FF2B5EF4-FFF2-40B4-BE49-F238E27FC236}">
                <a16:creationId xmlns:a16="http://schemas.microsoft.com/office/drawing/2014/main" id="{E52BB5D1-A4AA-4632-850F-21AF1F91A11B}"/>
              </a:ext>
            </a:extLst>
          </p:cNvPr>
          <p:cNvSpPr>
            <a:spLocks noGrp="1"/>
          </p:cNvSpPr>
          <p:nvPr/>
        </p:nvSpPr>
        <p:spPr>
          <a:xfrm>
            <a:off x="10136014" y="4132791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0" name="decor-curve">
            <a:extLst>
              <a:ext uri="{FF2B5EF4-FFF2-40B4-BE49-F238E27FC236}">
                <a16:creationId xmlns:a16="http://schemas.microsoft.com/office/drawing/2014/main" id="{E4C2E60A-D091-4274-BFA3-163AA3E9F5B8}"/>
              </a:ext>
            </a:extLst>
          </p:cNvPr>
          <p:cNvSpPr>
            <a:spLocks noGrp="1"/>
          </p:cNvSpPr>
          <p:nvPr/>
        </p:nvSpPr>
        <p:spPr>
          <a:xfrm>
            <a:off x="7239000" y="4000500"/>
            <a:ext cx="4362450" cy="2857500"/>
          </a:xfrm>
          <a:custGeom>
            <a:avLst/>
            <a:gdLst/>
            <a:ahLst/>
            <a:cxnLst/>
            <a:rect l="0" t="0" r="0" b="0"/>
            <a:pathLst>
              <a:path w="4362450" h="2857500">
                <a:moveTo>
                  <a:pt x="0" y="2857500"/>
                </a:moveTo>
                <a:lnTo>
                  <a:pt x="155802" y="2744949"/>
                </a:lnTo>
                <a:lnTo>
                  <a:pt x="311604" y="2633177"/>
                </a:lnTo>
                <a:lnTo>
                  <a:pt x="467405" y="2522181"/>
                </a:lnTo>
                <a:lnTo>
                  <a:pt x="623207" y="2411963"/>
                </a:lnTo>
                <a:lnTo>
                  <a:pt x="779009" y="2302523"/>
                </a:lnTo>
                <a:lnTo>
                  <a:pt x="934811" y="2193860"/>
                </a:lnTo>
                <a:lnTo>
                  <a:pt x="1090613" y="2085975"/>
                </a:lnTo>
                <a:lnTo>
                  <a:pt x="1246414" y="1978867"/>
                </a:lnTo>
                <a:lnTo>
                  <a:pt x="1402216" y="1872537"/>
                </a:lnTo>
                <a:lnTo>
                  <a:pt x="1558018" y="1766985"/>
                </a:lnTo>
                <a:lnTo>
                  <a:pt x="1713820" y="1662210"/>
                </a:lnTo>
                <a:lnTo>
                  <a:pt x="1869621" y="1558212"/>
                </a:lnTo>
                <a:lnTo>
                  <a:pt x="2025423" y="1454992"/>
                </a:lnTo>
                <a:lnTo>
                  <a:pt x="2181225" y="1352550"/>
                </a:lnTo>
                <a:lnTo>
                  <a:pt x="2337027" y="1250885"/>
                </a:lnTo>
                <a:lnTo>
                  <a:pt x="2492829" y="1149998"/>
                </a:lnTo>
                <a:lnTo>
                  <a:pt x="2648630" y="1049888"/>
                </a:lnTo>
                <a:lnTo>
                  <a:pt x="2804432" y="950556"/>
                </a:lnTo>
                <a:lnTo>
                  <a:pt x="2960234" y="852002"/>
                </a:lnTo>
                <a:lnTo>
                  <a:pt x="3116036" y="754224"/>
                </a:lnTo>
                <a:lnTo>
                  <a:pt x="3271838" y="657225"/>
                </a:lnTo>
                <a:lnTo>
                  <a:pt x="3427639" y="561003"/>
                </a:lnTo>
                <a:lnTo>
                  <a:pt x="3583441" y="465559"/>
                </a:lnTo>
                <a:lnTo>
                  <a:pt x="3739243" y="370892"/>
                </a:lnTo>
                <a:lnTo>
                  <a:pt x="3895045" y="277003"/>
                </a:lnTo>
                <a:lnTo>
                  <a:pt x="4050846" y="183891"/>
                </a:lnTo>
                <a:lnTo>
                  <a:pt x="4206648" y="91557"/>
                </a:lnTo>
                <a:lnTo>
                  <a:pt x="4362450" y="0"/>
                </a:lnTo>
              </a:path>
            </a:pathLst>
          </a:custGeom>
          <a:noFill/>
          <a:ln w="7620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11" name="decor-dot">
            <a:extLst>
              <a:ext uri="{FF2B5EF4-FFF2-40B4-BE49-F238E27FC236}">
                <a16:creationId xmlns:a16="http://schemas.microsoft.com/office/drawing/2014/main" id="{36C04E25-4AC8-40AF-839E-E3EE19731F11}"/>
              </a:ext>
            </a:extLst>
          </p:cNvPr>
          <p:cNvSpPr>
            <a:spLocks noGrp="1"/>
          </p:cNvSpPr>
          <p:nvPr/>
        </p:nvSpPr>
        <p:spPr>
          <a:xfrm>
            <a:off x="9365171" y="5370225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2" name="decor-dot">
            <a:extLst>
              <a:ext uri="{FF2B5EF4-FFF2-40B4-BE49-F238E27FC236}">
                <a16:creationId xmlns:a16="http://schemas.microsoft.com/office/drawing/2014/main" id="{E2654702-F47B-4685-AA73-7A7DD8749576}"/>
              </a:ext>
            </a:extLst>
          </p:cNvPr>
          <p:cNvSpPr>
            <a:spLocks noGrp="1"/>
          </p:cNvSpPr>
          <p:nvPr/>
        </p:nvSpPr>
        <p:spPr>
          <a:xfrm>
            <a:off x="9975914" y="4975296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3" name="decor-dot">
            <a:extLst>
              <a:ext uri="{FF2B5EF4-FFF2-40B4-BE49-F238E27FC236}">
                <a16:creationId xmlns:a16="http://schemas.microsoft.com/office/drawing/2014/main" id="{EF213B43-68D0-42FD-8376-EA2128837EEE}"/>
              </a:ext>
            </a:extLst>
          </p:cNvPr>
          <p:cNvSpPr>
            <a:spLocks noGrp="1"/>
          </p:cNvSpPr>
          <p:nvPr/>
        </p:nvSpPr>
        <p:spPr>
          <a:xfrm>
            <a:off x="10586656" y="4592315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4" name="decor-curve">
            <a:extLst>
              <a:ext uri="{FF2B5EF4-FFF2-40B4-BE49-F238E27FC236}">
                <a16:creationId xmlns:a16="http://schemas.microsoft.com/office/drawing/2014/main" id="{E3D4B2F6-7D6E-4307-9F3C-449F114F3E08}"/>
              </a:ext>
            </a:extLst>
          </p:cNvPr>
          <p:cNvSpPr>
            <a:spLocks noGrp="1"/>
          </p:cNvSpPr>
          <p:nvPr/>
        </p:nvSpPr>
        <p:spPr>
          <a:xfrm>
            <a:off x="7239000" y="4876800"/>
            <a:ext cx="3600450" cy="1981200"/>
          </a:xfrm>
          <a:custGeom>
            <a:avLst/>
            <a:gdLst/>
            <a:ahLst/>
            <a:cxnLst/>
            <a:rect l="0" t="0" r="0" b="0"/>
            <a:pathLst>
              <a:path w="3600450" h="1981200">
                <a:moveTo>
                  <a:pt x="0" y="1981200"/>
                </a:moveTo>
                <a:lnTo>
                  <a:pt x="140397" y="1937997"/>
                </a:lnTo>
                <a:lnTo>
                  <a:pt x="279918" y="1892754"/>
                </a:lnTo>
                <a:lnTo>
                  <a:pt x="418565" y="1845469"/>
                </a:lnTo>
                <a:lnTo>
                  <a:pt x="556338" y="1796143"/>
                </a:lnTo>
                <a:lnTo>
                  <a:pt x="693235" y="1744776"/>
                </a:lnTo>
                <a:lnTo>
                  <a:pt x="829258" y="1691368"/>
                </a:lnTo>
                <a:lnTo>
                  <a:pt x="964406" y="1635919"/>
                </a:lnTo>
                <a:lnTo>
                  <a:pt x="1098680" y="1578429"/>
                </a:lnTo>
                <a:lnTo>
                  <a:pt x="1232078" y="1518897"/>
                </a:lnTo>
                <a:lnTo>
                  <a:pt x="1364602" y="1457325"/>
                </a:lnTo>
                <a:lnTo>
                  <a:pt x="1496251" y="1393712"/>
                </a:lnTo>
                <a:lnTo>
                  <a:pt x="1627026" y="1328057"/>
                </a:lnTo>
                <a:lnTo>
                  <a:pt x="1756925" y="1260362"/>
                </a:lnTo>
                <a:lnTo>
                  <a:pt x="1885950" y="1190625"/>
                </a:lnTo>
                <a:lnTo>
                  <a:pt x="2014100" y="1118847"/>
                </a:lnTo>
                <a:lnTo>
                  <a:pt x="2141376" y="1045029"/>
                </a:lnTo>
                <a:lnTo>
                  <a:pt x="2267776" y="969169"/>
                </a:lnTo>
                <a:lnTo>
                  <a:pt x="2393302" y="891268"/>
                </a:lnTo>
                <a:lnTo>
                  <a:pt x="2517953" y="811326"/>
                </a:lnTo>
                <a:lnTo>
                  <a:pt x="2641730" y="729343"/>
                </a:lnTo>
                <a:lnTo>
                  <a:pt x="2764631" y="645319"/>
                </a:lnTo>
                <a:lnTo>
                  <a:pt x="2886658" y="559254"/>
                </a:lnTo>
                <a:lnTo>
                  <a:pt x="3007810" y="471147"/>
                </a:lnTo>
                <a:lnTo>
                  <a:pt x="3128088" y="381000"/>
                </a:lnTo>
                <a:lnTo>
                  <a:pt x="3247490" y="288812"/>
                </a:lnTo>
                <a:lnTo>
                  <a:pt x="3366018" y="194582"/>
                </a:lnTo>
                <a:lnTo>
                  <a:pt x="3483672" y="98312"/>
                </a:lnTo>
                <a:lnTo>
                  <a:pt x="3600450" y="0"/>
                </a:lnTo>
              </a:path>
            </a:pathLst>
          </a:custGeom>
          <a:noFill/>
          <a:ln w="7620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15" name="decor-dot">
            <a:extLst>
              <a:ext uri="{FF2B5EF4-FFF2-40B4-BE49-F238E27FC236}">
                <a16:creationId xmlns:a16="http://schemas.microsoft.com/office/drawing/2014/main" id="{4EA46579-1E58-4879-9170-5712AD1B8026}"/>
              </a:ext>
            </a:extLst>
          </p:cNvPr>
          <p:cNvSpPr>
            <a:spLocks noGrp="1"/>
          </p:cNvSpPr>
          <p:nvPr/>
        </p:nvSpPr>
        <p:spPr>
          <a:xfrm>
            <a:off x="9077481" y="6075727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6" name="decor-dot">
            <a:extLst>
              <a:ext uri="{FF2B5EF4-FFF2-40B4-BE49-F238E27FC236}">
                <a16:creationId xmlns:a16="http://schemas.microsoft.com/office/drawing/2014/main" id="{B21CF133-192E-4FAE-A9D6-E023807C8183}"/>
              </a:ext>
            </a:extLst>
          </p:cNvPr>
          <p:cNvSpPr>
            <a:spLocks noGrp="1"/>
          </p:cNvSpPr>
          <p:nvPr/>
        </p:nvSpPr>
        <p:spPr>
          <a:xfrm>
            <a:off x="9575783" y="5784917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7" name="decor-curve">
            <a:extLst>
              <a:ext uri="{FF2B5EF4-FFF2-40B4-BE49-F238E27FC236}">
                <a16:creationId xmlns:a16="http://schemas.microsoft.com/office/drawing/2014/main" id="{1753E53F-36EC-43D1-A4CF-08315C97B383}"/>
              </a:ext>
            </a:extLst>
          </p:cNvPr>
          <p:cNvSpPr>
            <a:spLocks noGrp="1"/>
          </p:cNvSpPr>
          <p:nvPr/>
        </p:nvSpPr>
        <p:spPr>
          <a:xfrm>
            <a:off x="7239000" y="5753100"/>
            <a:ext cx="2647950" cy="1188876"/>
          </a:xfrm>
          <a:custGeom>
            <a:avLst/>
            <a:gdLst/>
            <a:ahLst/>
            <a:cxnLst/>
            <a:rect l="0" t="0" r="0" b="0"/>
            <a:pathLst>
              <a:path w="2647950" h="1188876">
                <a:moveTo>
                  <a:pt x="0" y="1104900"/>
                </a:moveTo>
                <a:lnTo>
                  <a:pt x="118188" y="1131045"/>
                </a:lnTo>
                <a:lnTo>
                  <a:pt x="234626" y="1152331"/>
                </a:lnTo>
                <a:lnTo>
                  <a:pt x="349315" y="1168756"/>
                </a:lnTo>
                <a:lnTo>
                  <a:pt x="462254" y="1180322"/>
                </a:lnTo>
                <a:lnTo>
                  <a:pt x="573444" y="1187029"/>
                </a:lnTo>
                <a:lnTo>
                  <a:pt x="682884" y="1188876"/>
                </a:lnTo>
                <a:lnTo>
                  <a:pt x="790575" y="1185863"/>
                </a:lnTo>
                <a:lnTo>
                  <a:pt x="896516" y="1177990"/>
                </a:lnTo>
                <a:lnTo>
                  <a:pt x="1000708" y="1165257"/>
                </a:lnTo>
                <a:lnTo>
                  <a:pt x="1103151" y="1147665"/>
                </a:lnTo>
                <a:lnTo>
                  <a:pt x="1203843" y="1125214"/>
                </a:lnTo>
                <a:lnTo>
                  <a:pt x="1302787" y="1097902"/>
                </a:lnTo>
                <a:lnTo>
                  <a:pt x="1399981" y="1065731"/>
                </a:lnTo>
                <a:lnTo>
                  <a:pt x="1495425" y="1028700"/>
                </a:lnTo>
                <a:lnTo>
                  <a:pt x="1589120" y="986809"/>
                </a:lnTo>
                <a:lnTo>
                  <a:pt x="1681065" y="940059"/>
                </a:lnTo>
                <a:lnTo>
                  <a:pt x="1771261" y="888449"/>
                </a:lnTo>
                <a:lnTo>
                  <a:pt x="1859708" y="831980"/>
                </a:lnTo>
                <a:lnTo>
                  <a:pt x="1946405" y="770650"/>
                </a:lnTo>
                <a:lnTo>
                  <a:pt x="2031352" y="704461"/>
                </a:lnTo>
                <a:lnTo>
                  <a:pt x="2114550" y="633413"/>
                </a:lnTo>
                <a:lnTo>
                  <a:pt x="2195998" y="557504"/>
                </a:lnTo>
                <a:lnTo>
                  <a:pt x="2275697" y="476736"/>
                </a:lnTo>
                <a:lnTo>
                  <a:pt x="2353647" y="391108"/>
                </a:lnTo>
                <a:lnTo>
                  <a:pt x="2429847" y="300621"/>
                </a:lnTo>
                <a:lnTo>
                  <a:pt x="2504297" y="205273"/>
                </a:lnTo>
                <a:lnTo>
                  <a:pt x="2576998" y="105067"/>
                </a:lnTo>
                <a:lnTo>
                  <a:pt x="2647950" y="0"/>
                </a:lnTo>
              </a:path>
            </a:pathLst>
          </a:custGeom>
          <a:noFill/>
          <a:ln w="7620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8" name="decor-dot">
            <a:extLst>
              <a:ext uri="{FF2B5EF4-FFF2-40B4-BE49-F238E27FC236}">
                <a16:creationId xmlns:a16="http://schemas.microsoft.com/office/drawing/2014/main" id="{9F73F2F5-BAD2-497F-B8E1-3FE8BE450D5B}"/>
              </a:ext>
            </a:extLst>
          </p:cNvPr>
          <p:cNvSpPr>
            <a:spLocks noGrp="1"/>
          </p:cNvSpPr>
          <p:nvPr/>
        </p:nvSpPr>
        <p:spPr>
          <a:xfrm>
            <a:off x="8696447" y="6781228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9" name="decor-dot">
            <a:extLst>
              <a:ext uri="{FF2B5EF4-FFF2-40B4-BE49-F238E27FC236}">
                <a16:creationId xmlns:a16="http://schemas.microsoft.com/office/drawing/2014/main" id="{FA5851E7-1FD2-4436-8BAB-32A672608669}"/>
              </a:ext>
            </a:extLst>
          </p:cNvPr>
          <p:cNvSpPr>
            <a:spLocks noGrp="1"/>
          </p:cNvSpPr>
          <p:nvPr/>
        </p:nvSpPr>
        <p:spPr>
          <a:xfrm>
            <a:off x="9055638" y="6594538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0" name="decor-dot">
            <a:extLst>
              <a:ext uri="{FF2B5EF4-FFF2-40B4-BE49-F238E27FC236}">
                <a16:creationId xmlns:a16="http://schemas.microsoft.com/office/drawing/2014/main" id="{494FC5A5-0629-4FB1-B6B0-F0A7DCE5C850}"/>
              </a:ext>
            </a:extLst>
          </p:cNvPr>
          <p:cNvSpPr>
            <a:spLocks noGrp="1"/>
          </p:cNvSpPr>
          <p:nvPr/>
        </p:nvSpPr>
        <p:spPr>
          <a:xfrm>
            <a:off x="9387947" y="6333172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1" name="decor-curve">
            <a:extLst>
              <a:ext uri="{FF2B5EF4-FFF2-40B4-BE49-F238E27FC236}">
                <a16:creationId xmlns:a16="http://schemas.microsoft.com/office/drawing/2014/main" id="{F17357FE-4C87-44F1-9B3D-F8DB547FD6BD}"/>
              </a:ext>
            </a:extLst>
          </p:cNvPr>
          <p:cNvSpPr>
            <a:spLocks noGrp="1"/>
          </p:cNvSpPr>
          <p:nvPr/>
        </p:nvSpPr>
        <p:spPr>
          <a:xfrm>
            <a:off x="7239000" y="5867400"/>
            <a:ext cx="4838700" cy="1166327"/>
          </a:xfrm>
          <a:custGeom>
            <a:avLst/>
            <a:gdLst/>
            <a:ahLst/>
            <a:cxnLst/>
            <a:rect l="0" t="0" r="0" b="0"/>
            <a:pathLst>
              <a:path w="4838700" h="1166327">
                <a:moveTo>
                  <a:pt x="0" y="990600"/>
                </a:moveTo>
                <a:lnTo>
                  <a:pt x="208238" y="1032636"/>
                </a:lnTo>
                <a:lnTo>
                  <a:pt x="413852" y="1068938"/>
                </a:lnTo>
                <a:lnTo>
                  <a:pt x="616841" y="1099506"/>
                </a:lnTo>
                <a:lnTo>
                  <a:pt x="817206" y="1124339"/>
                </a:lnTo>
                <a:lnTo>
                  <a:pt x="1014947" y="1143437"/>
                </a:lnTo>
                <a:lnTo>
                  <a:pt x="1210064" y="1156802"/>
                </a:lnTo>
                <a:lnTo>
                  <a:pt x="1402556" y="1164431"/>
                </a:lnTo>
                <a:lnTo>
                  <a:pt x="1592424" y="1166327"/>
                </a:lnTo>
                <a:lnTo>
                  <a:pt x="1779668" y="1162487"/>
                </a:lnTo>
                <a:lnTo>
                  <a:pt x="1964288" y="1152914"/>
                </a:lnTo>
                <a:lnTo>
                  <a:pt x="2146284" y="1137606"/>
                </a:lnTo>
                <a:lnTo>
                  <a:pt x="2325655" y="1116563"/>
                </a:lnTo>
                <a:lnTo>
                  <a:pt x="2502402" y="1089786"/>
                </a:lnTo>
                <a:lnTo>
                  <a:pt x="2676525" y="1057275"/>
                </a:lnTo>
                <a:lnTo>
                  <a:pt x="2848024" y="1019029"/>
                </a:lnTo>
                <a:lnTo>
                  <a:pt x="3016898" y="975049"/>
                </a:lnTo>
                <a:lnTo>
                  <a:pt x="3183148" y="925334"/>
                </a:lnTo>
                <a:lnTo>
                  <a:pt x="3346774" y="869885"/>
                </a:lnTo>
                <a:lnTo>
                  <a:pt x="3507776" y="808702"/>
                </a:lnTo>
                <a:lnTo>
                  <a:pt x="3666153" y="741784"/>
                </a:lnTo>
                <a:lnTo>
                  <a:pt x="3821906" y="669131"/>
                </a:lnTo>
                <a:lnTo>
                  <a:pt x="3975035" y="590744"/>
                </a:lnTo>
                <a:lnTo>
                  <a:pt x="4125540" y="506623"/>
                </a:lnTo>
                <a:lnTo>
                  <a:pt x="4273420" y="416767"/>
                </a:lnTo>
                <a:lnTo>
                  <a:pt x="4418677" y="321177"/>
                </a:lnTo>
                <a:lnTo>
                  <a:pt x="4561309" y="219853"/>
                </a:lnTo>
                <a:lnTo>
                  <a:pt x="4701316" y="112793"/>
                </a:lnTo>
                <a:lnTo>
                  <a:pt x="4838700" y="0"/>
                </a:lnTo>
              </a:path>
            </a:pathLst>
          </a:custGeom>
          <a:noFill/>
          <a:ln w="7620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22" name="decor-dot">
            <a:extLst>
              <a:ext uri="{FF2B5EF4-FFF2-40B4-BE49-F238E27FC236}">
                <a16:creationId xmlns:a16="http://schemas.microsoft.com/office/drawing/2014/main" id="{9021DC90-B6DA-4F5E-AD1B-8D66DB5CB283}"/>
              </a:ext>
            </a:extLst>
          </p:cNvPr>
          <p:cNvSpPr>
            <a:spLocks noGrp="1"/>
          </p:cNvSpPr>
          <p:nvPr/>
        </p:nvSpPr>
        <p:spPr>
          <a:xfrm>
            <a:off x="9855605" y="6922926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3" name="decor-dot">
            <a:extLst>
              <a:ext uri="{FF2B5EF4-FFF2-40B4-BE49-F238E27FC236}">
                <a16:creationId xmlns:a16="http://schemas.microsoft.com/office/drawing/2014/main" id="{FC2E9FCF-E026-496D-AC82-6939ED8F8468}"/>
              </a:ext>
            </a:extLst>
          </p:cNvPr>
          <p:cNvSpPr>
            <a:spLocks noGrp="1"/>
          </p:cNvSpPr>
          <p:nvPr/>
        </p:nvSpPr>
        <p:spPr>
          <a:xfrm>
            <a:off x="10515741" y="6746477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5425" y="571500"/>
            <a:ext cx="1581150" cy="158115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0F84BD0-18AE-4CC4-A4A6-9511E5B91E7A}"/>
              </a:ext>
            </a:extLst>
          </p:cNvPr>
          <p:cNvSpPr>
            <a:spLocks noGrp="1"/>
          </p:cNvSpPr>
          <p:nvPr/>
        </p:nvSpPr>
        <p:spPr>
          <a:xfrm>
            <a:off x="2876550" y="2247900"/>
            <a:ext cx="6438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54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07142F"/>
                </a:solidFill>
                <a:latin typeface="+mn-ea"/>
                <a:cs typeface="Aptos Display"/>
              </a:rPr>
              <a:t>LUMIA LAB</a:t>
            </a:r>
          </a:p>
        </p:txBody>
      </p:sp>
      <p:sp>
        <p:nvSpPr>
          <p:cNvPr id="26" name="brand-bar-1">
            <a:extLst>
              <a:ext uri="{FF2B5EF4-FFF2-40B4-BE49-F238E27FC236}">
                <a16:creationId xmlns:a16="http://schemas.microsoft.com/office/drawing/2014/main" id="{DBB91C37-F73A-41DD-91F3-CCCFD6B29141}"/>
              </a:ext>
            </a:extLst>
          </p:cNvPr>
          <p:cNvSpPr>
            <a:spLocks noGrp="1"/>
          </p:cNvSpPr>
          <p:nvPr/>
        </p:nvSpPr>
        <p:spPr>
          <a:xfrm>
            <a:off x="5429250" y="314325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27" name="brand-bar-2">
            <a:extLst>
              <a:ext uri="{FF2B5EF4-FFF2-40B4-BE49-F238E27FC236}">
                <a16:creationId xmlns:a16="http://schemas.microsoft.com/office/drawing/2014/main" id="{453E2326-7C72-4649-BCBF-98BEB262F835}"/>
              </a:ext>
            </a:extLst>
          </p:cNvPr>
          <p:cNvSpPr>
            <a:spLocks noGrp="1"/>
          </p:cNvSpPr>
          <p:nvPr/>
        </p:nvSpPr>
        <p:spPr>
          <a:xfrm>
            <a:off x="5715000" y="314325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28" name="brand-bar-3">
            <a:extLst>
              <a:ext uri="{FF2B5EF4-FFF2-40B4-BE49-F238E27FC236}">
                <a16:creationId xmlns:a16="http://schemas.microsoft.com/office/drawing/2014/main" id="{367E3B8D-72C7-47A6-A2F0-49CE7506D7D0}"/>
              </a:ext>
            </a:extLst>
          </p:cNvPr>
          <p:cNvSpPr>
            <a:spLocks noGrp="1"/>
          </p:cNvSpPr>
          <p:nvPr/>
        </p:nvSpPr>
        <p:spPr>
          <a:xfrm>
            <a:off x="6000750" y="314325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29" name="brand-bar-4">
            <a:extLst>
              <a:ext uri="{FF2B5EF4-FFF2-40B4-BE49-F238E27FC236}">
                <a16:creationId xmlns:a16="http://schemas.microsoft.com/office/drawing/2014/main" id="{31F285F0-2005-4D7F-A47E-93E4D674EDA2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30" name="brand-bar-5">
            <a:extLst>
              <a:ext uri="{FF2B5EF4-FFF2-40B4-BE49-F238E27FC236}">
                <a16:creationId xmlns:a16="http://schemas.microsoft.com/office/drawing/2014/main" id="{6A915B84-DEEC-4CDE-B250-C5B959B83BFD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18ABE4C-0820-46A1-994F-CAE8E2038A25}"/>
              </a:ext>
            </a:extLst>
          </p:cNvPr>
          <p:cNvSpPr>
            <a:spLocks noGrp="1"/>
          </p:cNvSpPr>
          <p:nvPr/>
        </p:nvSpPr>
        <p:spPr>
          <a:xfrm>
            <a:off x="3952875" y="34861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21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142F"/>
                </a:solidFill>
                <a:latin typeface="+mn-ea"/>
                <a:cs typeface="Aptos Display"/>
              </a:rPr>
              <a:t>Presentation Title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185504-1AD7-4E22-BFD5-44BA03BEA0A4}"/>
              </a:ext>
            </a:extLst>
          </p:cNvPr>
          <p:cNvSpPr>
            <a:spLocks noGrp="1"/>
          </p:cNvSpPr>
          <p:nvPr/>
        </p:nvSpPr>
        <p:spPr>
          <a:xfrm>
            <a:off x="3714750" y="392430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  <a:defRPr sz="172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5F6673"/>
                </a:solidFill>
                <a:latin typeface="+mn-ea"/>
                <a:cs typeface="Aptos"/>
              </a:rPr>
              <a:t>Language Understanding and</a:t>
            </a:r>
          </a:p>
          <a:p>
            <a:pPr algn="ctr">
              <a:lnSpc>
                <a:spcPct val="125000"/>
              </a:lnSpc>
              <a:buNone/>
              <a:defRPr sz="172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5F6673"/>
                </a:solidFill>
                <a:latin typeface="+mn-ea"/>
                <a:cs typeface="Aptos"/>
              </a:rPr>
              <a:t>Machine Intelligence Algorithms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E97864-0D57-41BF-A755-8D023BAA0A74}"/>
              </a:ext>
            </a:extLst>
          </p:cNvPr>
          <p:cNvSpPr>
            <a:spLocks noGrp="1"/>
          </p:cNvSpPr>
          <p:nvPr/>
        </p:nvSpPr>
        <p:spPr>
          <a:xfrm>
            <a:off x="4762500" y="52197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2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673"/>
                </a:solidFill>
                <a:latin typeface="+mn-ea"/>
                <a:cs typeface="Aptos"/>
              </a:rPr>
              <a:t>Presenter Name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D3B9C9D-D90F-4024-AB72-A747E834D404}"/>
              </a:ext>
            </a:extLst>
          </p:cNvPr>
          <p:cNvSpPr>
            <a:spLocks noGrp="1"/>
          </p:cNvSpPr>
          <p:nvPr/>
        </p:nvSpPr>
        <p:spPr>
          <a:xfrm>
            <a:off x="4762500" y="55245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2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673"/>
                </a:solidFill>
                <a:latin typeface="+mn-ea"/>
                <a:cs typeface="Aptos"/>
              </a:rPr>
              <a:t>Institution  ·  Date</a:t>
            </a:r>
          </a:p>
        </p:txBody>
      </p:sp>
    </p:spTree>
    <p:extLst>
      <p:ext uri="{BB962C8B-B14F-4D97-AF65-F5344CB8AC3E}">
        <p14:creationId xmlns:p14="http://schemas.microsoft.com/office/powerpoint/2010/main" val="63037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C3AF784-ADAF-42A8-AF65-6A7232B3E115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557362-4A78-408B-B5BD-63F1AAB106B2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7E52B7-1688-434B-8034-3B214F09936C}"/>
              </a:ext>
            </a:extLst>
          </p:cNvPr>
          <p:cNvSpPr>
            <a:spLocks noGrp="1"/>
          </p:cNvSpPr>
          <p:nvPr/>
        </p:nvSpPr>
        <p:spPr>
          <a:xfrm>
            <a:off x="3810000" y="106680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39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CONTENTS</a:t>
            </a:r>
          </a:p>
        </p:txBody>
      </p:sp>
      <p:sp>
        <p:nvSpPr>
          <p:cNvPr id="4" name="brand-bar-1">
            <a:extLst>
              <a:ext uri="{FF2B5EF4-FFF2-40B4-BE49-F238E27FC236}">
                <a16:creationId xmlns:a16="http://schemas.microsoft.com/office/drawing/2014/main" id="{C47C7C80-E799-47C2-9144-572173E50D4F}"/>
              </a:ext>
            </a:extLst>
          </p:cNvPr>
          <p:cNvSpPr>
            <a:spLocks noGrp="1"/>
          </p:cNvSpPr>
          <p:nvPr/>
        </p:nvSpPr>
        <p:spPr>
          <a:xfrm>
            <a:off x="5562600" y="17907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5" name="brand-bar-2">
            <a:extLst>
              <a:ext uri="{FF2B5EF4-FFF2-40B4-BE49-F238E27FC236}">
                <a16:creationId xmlns:a16="http://schemas.microsoft.com/office/drawing/2014/main" id="{931D5D4E-626F-40AB-9FE5-EE047FAAA6ED}"/>
              </a:ext>
            </a:extLst>
          </p:cNvPr>
          <p:cNvSpPr>
            <a:spLocks noGrp="1"/>
          </p:cNvSpPr>
          <p:nvPr/>
        </p:nvSpPr>
        <p:spPr>
          <a:xfrm>
            <a:off x="5791200" y="17907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" name="brand-bar-3">
            <a:extLst>
              <a:ext uri="{FF2B5EF4-FFF2-40B4-BE49-F238E27FC236}">
                <a16:creationId xmlns:a16="http://schemas.microsoft.com/office/drawing/2014/main" id="{B526494B-94E6-4692-B498-D12B43D22883}"/>
              </a:ext>
            </a:extLst>
          </p:cNvPr>
          <p:cNvSpPr>
            <a:spLocks noGrp="1"/>
          </p:cNvSpPr>
          <p:nvPr/>
        </p:nvSpPr>
        <p:spPr>
          <a:xfrm>
            <a:off x="6019800" y="17907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7" name="brand-bar-4">
            <a:extLst>
              <a:ext uri="{FF2B5EF4-FFF2-40B4-BE49-F238E27FC236}">
                <a16:creationId xmlns:a16="http://schemas.microsoft.com/office/drawing/2014/main" id="{29645E67-3A6E-48CB-9C35-D0C49BB0341A}"/>
              </a:ext>
            </a:extLst>
          </p:cNvPr>
          <p:cNvSpPr>
            <a:spLocks noGrp="1"/>
          </p:cNvSpPr>
          <p:nvPr/>
        </p:nvSpPr>
        <p:spPr>
          <a:xfrm>
            <a:off x="6248400" y="17907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8" name="brand-bar-5">
            <a:extLst>
              <a:ext uri="{FF2B5EF4-FFF2-40B4-BE49-F238E27FC236}">
                <a16:creationId xmlns:a16="http://schemas.microsoft.com/office/drawing/2014/main" id="{F2EA45E7-AE61-49E9-9788-A72F01CE05A1}"/>
              </a:ext>
            </a:extLst>
          </p:cNvPr>
          <p:cNvSpPr>
            <a:spLocks noGrp="1"/>
          </p:cNvSpPr>
          <p:nvPr/>
        </p:nvSpPr>
        <p:spPr>
          <a:xfrm>
            <a:off x="6477000" y="17907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8221B2-9D16-4D1A-AE90-9872B0205FF8}"/>
              </a:ext>
            </a:extLst>
          </p:cNvPr>
          <p:cNvSpPr>
            <a:spLocks noGrp="1"/>
          </p:cNvSpPr>
          <p:nvPr/>
        </p:nvSpPr>
        <p:spPr>
          <a:xfrm>
            <a:off x="1524000" y="27241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4650" b="1">
                <a:solidFill>
                  <a:srgbClr val="4285F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4285F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93F25A-B6D4-4411-A767-7A606079F4E8}"/>
              </a:ext>
            </a:extLst>
          </p:cNvPr>
          <p:cNvSpPr>
            <a:spLocks noGrp="1"/>
          </p:cNvSpPr>
          <p:nvPr/>
        </p:nvSpPr>
        <p:spPr>
          <a:xfrm>
            <a:off x="1524000" y="35433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Introduction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CE6DED-A2DB-4E5B-8D4B-693065559BDA}"/>
              </a:ext>
            </a:extLst>
          </p:cNvPr>
          <p:cNvSpPr>
            <a:spLocks noGrp="1"/>
          </p:cNvSpPr>
          <p:nvPr/>
        </p:nvSpPr>
        <p:spPr>
          <a:xfrm>
            <a:off x="1524000" y="4057650"/>
            <a:ext cx="1952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Background and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12" name="contents-divider">
            <a:extLst>
              <a:ext uri="{FF2B5EF4-FFF2-40B4-BE49-F238E27FC236}">
                <a16:creationId xmlns:a16="http://schemas.microsoft.com/office/drawing/2014/main" id="{4D67A024-02AA-4B86-9E01-0A1F0AB107C1}"/>
              </a:ext>
            </a:extLst>
          </p:cNvPr>
          <p:cNvSpPr>
            <a:spLocks noGrp="1"/>
          </p:cNvSpPr>
          <p:nvPr/>
        </p:nvSpPr>
        <p:spPr>
          <a:xfrm>
            <a:off x="3724275" y="2914650"/>
            <a:ext cx="9525" cy="1714500"/>
          </a:xfrm>
          <a:custGeom>
            <a:avLst/>
            <a:gdLst/>
            <a:ahLst/>
            <a:cxnLst/>
            <a:rect l="0" t="0" r="0" b="0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9525">
            <a:solidFill>
              <a:srgbClr val="5C6472">
                <a:alpha val="2400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C17389-2592-40CB-84AF-43AE1E38D0D1}"/>
              </a:ext>
            </a:extLst>
          </p:cNvPr>
          <p:cNvSpPr>
            <a:spLocks noGrp="1"/>
          </p:cNvSpPr>
          <p:nvPr/>
        </p:nvSpPr>
        <p:spPr>
          <a:xfrm>
            <a:off x="4000500" y="27241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4650" b="1">
                <a:solidFill>
                  <a:srgbClr val="EA4335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EA433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9C4A4A-1EC6-4E68-8BA3-F0A36808AEC0}"/>
              </a:ext>
            </a:extLst>
          </p:cNvPr>
          <p:cNvSpPr>
            <a:spLocks noGrp="1"/>
          </p:cNvSpPr>
          <p:nvPr/>
        </p:nvSpPr>
        <p:spPr>
          <a:xfrm>
            <a:off x="4000500" y="35433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Method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F4AC04-B8B4-4C16-BE09-888627941BE4}"/>
              </a:ext>
            </a:extLst>
          </p:cNvPr>
          <p:cNvSpPr>
            <a:spLocks noGrp="1"/>
          </p:cNvSpPr>
          <p:nvPr/>
        </p:nvSpPr>
        <p:spPr>
          <a:xfrm>
            <a:off x="4000500" y="4057650"/>
            <a:ext cx="1952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Approach and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16" name="contents-divider">
            <a:extLst>
              <a:ext uri="{FF2B5EF4-FFF2-40B4-BE49-F238E27FC236}">
                <a16:creationId xmlns:a16="http://schemas.microsoft.com/office/drawing/2014/main" id="{E3254EC3-595A-4A38-A062-09AFA714578B}"/>
              </a:ext>
            </a:extLst>
          </p:cNvPr>
          <p:cNvSpPr>
            <a:spLocks noGrp="1"/>
          </p:cNvSpPr>
          <p:nvPr/>
        </p:nvSpPr>
        <p:spPr>
          <a:xfrm>
            <a:off x="6200775" y="2914650"/>
            <a:ext cx="9525" cy="1714500"/>
          </a:xfrm>
          <a:custGeom>
            <a:avLst/>
            <a:gdLst/>
            <a:ahLst/>
            <a:cxnLst/>
            <a:rect l="0" t="0" r="0" b="0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9525">
            <a:solidFill>
              <a:srgbClr val="5C6472">
                <a:alpha val="2400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9B5EF6-2EEA-4445-93D2-C6D6400B111D}"/>
              </a:ext>
            </a:extLst>
          </p:cNvPr>
          <p:cNvSpPr>
            <a:spLocks noGrp="1"/>
          </p:cNvSpPr>
          <p:nvPr/>
        </p:nvSpPr>
        <p:spPr>
          <a:xfrm>
            <a:off x="6477000" y="27241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4650" b="1">
                <a:solidFill>
                  <a:srgbClr val="FBBC05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BBC0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C46D70-FC18-4E04-9059-9B7B45B584FF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Experiments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9A437A-22C5-458C-BF68-79F5F49053C3}"/>
              </a:ext>
            </a:extLst>
          </p:cNvPr>
          <p:cNvSpPr>
            <a:spLocks noGrp="1"/>
          </p:cNvSpPr>
          <p:nvPr/>
        </p:nvSpPr>
        <p:spPr>
          <a:xfrm>
            <a:off x="6477000" y="4057650"/>
            <a:ext cx="1952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Results and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20" name="contents-divider">
            <a:extLst>
              <a:ext uri="{FF2B5EF4-FFF2-40B4-BE49-F238E27FC236}">
                <a16:creationId xmlns:a16="http://schemas.microsoft.com/office/drawing/2014/main" id="{DA548F9C-7B65-43B1-B583-3E4F9EA104AC}"/>
              </a:ext>
            </a:extLst>
          </p:cNvPr>
          <p:cNvSpPr>
            <a:spLocks noGrp="1"/>
          </p:cNvSpPr>
          <p:nvPr/>
        </p:nvSpPr>
        <p:spPr>
          <a:xfrm>
            <a:off x="8677275" y="2914650"/>
            <a:ext cx="9525" cy="1714500"/>
          </a:xfrm>
          <a:custGeom>
            <a:avLst/>
            <a:gdLst/>
            <a:ahLst/>
            <a:cxnLst/>
            <a:rect l="0" t="0" r="0" b="0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9525">
            <a:solidFill>
              <a:srgbClr val="5C6472">
                <a:alpha val="2400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BF8948-073E-4B10-A2E6-C2213B99A8B6}"/>
              </a:ext>
            </a:extLst>
          </p:cNvPr>
          <p:cNvSpPr>
            <a:spLocks noGrp="1"/>
          </p:cNvSpPr>
          <p:nvPr/>
        </p:nvSpPr>
        <p:spPr>
          <a:xfrm>
            <a:off x="8953500" y="27241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4650" b="1">
                <a:solidFill>
                  <a:srgbClr val="34A853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34A853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E59712-FC8B-4B24-B9F3-E9F146B721C7}"/>
              </a:ext>
            </a:extLst>
          </p:cNvPr>
          <p:cNvSpPr>
            <a:spLocks noGrp="1"/>
          </p:cNvSpPr>
          <p:nvPr/>
        </p:nvSpPr>
        <p:spPr>
          <a:xfrm>
            <a:off x="8953500" y="35433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DD1451-390C-4798-816C-D44B0E91DA41}"/>
              </a:ext>
            </a:extLst>
          </p:cNvPr>
          <p:cNvSpPr>
            <a:spLocks noGrp="1"/>
          </p:cNvSpPr>
          <p:nvPr/>
        </p:nvSpPr>
        <p:spPr>
          <a:xfrm>
            <a:off x="8953500" y="4057650"/>
            <a:ext cx="1952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Summary and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94C095-3E49-4947-B712-7E28B9CED2A9}"/>
              </a:ext>
            </a:extLst>
          </p:cNvPr>
          <p:cNvSpPr>
            <a:spLocks noGrp="1"/>
          </p:cNvSpPr>
          <p:nvPr/>
        </p:nvSpPr>
        <p:spPr>
          <a:xfrm>
            <a:off x="304800" y="641985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4CBA75-3B3B-4902-95EC-D80B71CE5A89}"/>
              </a:ext>
            </a:extLst>
          </p:cNvPr>
          <p:cNvSpPr>
            <a:spLocks noGrp="1"/>
          </p:cNvSpPr>
          <p:nvPr/>
        </p:nvSpPr>
        <p:spPr>
          <a:xfrm>
            <a:off x="10591800" y="6419850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91529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D4536397-416E-475B-9FE7-3C17E9C79B45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5C7BAC-6A85-4CBD-A598-D99FEE75ECE4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Section Divider</a:t>
            </a:r>
          </a:p>
        </p:txBody>
      </p:sp>
      <p:sp>
        <p:nvSpPr>
          <p:cNvPr id="3" name="decor-curve">
            <a:extLst>
              <a:ext uri="{FF2B5EF4-FFF2-40B4-BE49-F238E27FC236}">
                <a16:creationId xmlns:a16="http://schemas.microsoft.com/office/drawing/2014/main" id="{33BEE38B-9834-40F0-A340-4F38E359A69E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4657725" cy="2952750"/>
          </a:xfrm>
          <a:custGeom>
            <a:avLst/>
            <a:gdLst/>
            <a:ahLst/>
            <a:cxnLst/>
            <a:rect l="0" t="0" r="0" b="0"/>
            <a:pathLst>
              <a:path w="4657725" h="2952750">
                <a:moveTo>
                  <a:pt x="0" y="2952750"/>
                </a:moveTo>
                <a:lnTo>
                  <a:pt x="142729" y="2817772"/>
                </a:lnTo>
                <a:lnTo>
                  <a:pt x="287208" y="2684981"/>
                </a:lnTo>
                <a:lnTo>
                  <a:pt x="433436" y="2554377"/>
                </a:lnTo>
                <a:lnTo>
                  <a:pt x="581414" y="2425959"/>
                </a:lnTo>
                <a:lnTo>
                  <a:pt x="731141" y="2299729"/>
                </a:lnTo>
                <a:lnTo>
                  <a:pt x="882618" y="2175685"/>
                </a:lnTo>
                <a:lnTo>
                  <a:pt x="1035844" y="2053828"/>
                </a:lnTo>
                <a:lnTo>
                  <a:pt x="1190819" y="1934158"/>
                </a:lnTo>
                <a:lnTo>
                  <a:pt x="1347545" y="1816675"/>
                </a:lnTo>
                <a:lnTo>
                  <a:pt x="1506019" y="1701379"/>
                </a:lnTo>
                <a:lnTo>
                  <a:pt x="1666243" y="1588269"/>
                </a:lnTo>
                <a:lnTo>
                  <a:pt x="1828217" y="1477347"/>
                </a:lnTo>
                <a:lnTo>
                  <a:pt x="1991940" y="1368611"/>
                </a:lnTo>
                <a:lnTo>
                  <a:pt x="2157413" y="1262063"/>
                </a:lnTo>
                <a:lnTo>
                  <a:pt x="2324635" y="1157701"/>
                </a:lnTo>
                <a:lnTo>
                  <a:pt x="2493606" y="1055526"/>
                </a:lnTo>
                <a:lnTo>
                  <a:pt x="2664327" y="955537"/>
                </a:lnTo>
                <a:lnTo>
                  <a:pt x="2836798" y="857736"/>
                </a:lnTo>
                <a:lnTo>
                  <a:pt x="3011018" y="762121"/>
                </a:lnTo>
                <a:lnTo>
                  <a:pt x="3186987" y="668694"/>
                </a:lnTo>
                <a:lnTo>
                  <a:pt x="3364706" y="577453"/>
                </a:lnTo>
                <a:lnTo>
                  <a:pt x="3544175" y="488399"/>
                </a:lnTo>
                <a:lnTo>
                  <a:pt x="3725393" y="401532"/>
                </a:lnTo>
                <a:lnTo>
                  <a:pt x="3908360" y="316852"/>
                </a:lnTo>
                <a:lnTo>
                  <a:pt x="4093077" y="234359"/>
                </a:lnTo>
                <a:lnTo>
                  <a:pt x="4279544" y="154052"/>
                </a:lnTo>
                <a:lnTo>
                  <a:pt x="4467760" y="75933"/>
                </a:lnTo>
                <a:lnTo>
                  <a:pt x="4657725" y="0"/>
                </a:lnTo>
              </a:path>
            </a:pathLst>
          </a:custGeom>
          <a:noFill/>
          <a:ln w="7620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4" name="decor-dot">
            <a:extLst>
              <a:ext uri="{FF2B5EF4-FFF2-40B4-BE49-F238E27FC236}">
                <a16:creationId xmlns:a16="http://schemas.microsoft.com/office/drawing/2014/main" id="{554BD57C-73C1-4B0F-9D7C-DB6E8516AF77}"/>
              </a:ext>
            </a:extLst>
          </p:cNvPr>
          <p:cNvSpPr>
            <a:spLocks noGrp="1"/>
          </p:cNvSpPr>
          <p:nvPr/>
        </p:nvSpPr>
        <p:spPr>
          <a:xfrm>
            <a:off x="8062124" y="5185496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5" name="decor-dot">
            <a:extLst>
              <a:ext uri="{FF2B5EF4-FFF2-40B4-BE49-F238E27FC236}">
                <a16:creationId xmlns:a16="http://schemas.microsoft.com/office/drawing/2014/main" id="{9AE89ABD-A26C-4238-9A5B-541F9A69B9C1}"/>
              </a:ext>
            </a:extLst>
          </p:cNvPr>
          <p:cNvSpPr>
            <a:spLocks noGrp="1"/>
          </p:cNvSpPr>
          <p:nvPr/>
        </p:nvSpPr>
        <p:spPr>
          <a:xfrm>
            <a:off x="8725727" y="4786513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6" name="decor-dot">
            <a:extLst>
              <a:ext uri="{FF2B5EF4-FFF2-40B4-BE49-F238E27FC236}">
                <a16:creationId xmlns:a16="http://schemas.microsoft.com/office/drawing/2014/main" id="{020EBD51-378A-4ECD-A783-55EBAB4CFA01}"/>
              </a:ext>
            </a:extLst>
          </p:cNvPr>
          <p:cNvSpPr>
            <a:spLocks noGrp="1"/>
          </p:cNvSpPr>
          <p:nvPr/>
        </p:nvSpPr>
        <p:spPr>
          <a:xfrm>
            <a:off x="9416213" y="4421134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7" name="decor-curve">
            <a:extLst>
              <a:ext uri="{FF2B5EF4-FFF2-40B4-BE49-F238E27FC236}">
                <a16:creationId xmlns:a16="http://schemas.microsoft.com/office/drawing/2014/main" id="{31AD3439-8400-477D-A8F6-53B13BA2FDFC}"/>
              </a:ext>
            </a:extLst>
          </p:cNvPr>
          <p:cNvSpPr>
            <a:spLocks noGrp="1"/>
          </p:cNvSpPr>
          <p:nvPr/>
        </p:nvSpPr>
        <p:spPr>
          <a:xfrm>
            <a:off x="5962650" y="4857750"/>
            <a:ext cx="5800725" cy="2000250"/>
          </a:xfrm>
          <a:custGeom>
            <a:avLst/>
            <a:gdLst/>
            <a:ahLst/>
            <a:cxnLst/>
            <a:rect l="0" t="0" r="0" b="0"/>
            <a:pathLst>
              <a:path w="5800725" h="2000250">
                <a:moveTo>
                  <a:pt x="0" y="2000250"/>
                </a:moveTo>
                <a:lnTo>
                  <a:pt x="195360" y="1939965"/>
                </a:lnTo>
                <a:lnTo>
                  <a:pt x="391594" y="1878855"/>
                </a:lnTo>
                <a:lnTo>
                  <a:pt x="588703" y="1816918"/>
                </a:lnTo>
                <a:lnTo>
                  <a:pt x="786687" y="1754155"/>
                </a:lnTo>
                <a:lnTo>
                  <a:pt x="985546" y="1690566"/>
                </a:lnTo>
                <a:lnTo>
                  <a:pt x="1185279" y="1626151"/>
                </a:lnTo>
                <a:lnTo>
                  <a:pt x="1385888" y="1560909"/>
                </a:lnTo>
                <a:lnTo>
                  <a:pt x="1587370" y="1494842"/>
                </a:lnTo>
                <a:lnTo>
                  <a:pt x="1789728" y="1427948"/>
                </a:lnTo>
                <a:lnTo>
                  <a:pt x="1992960" y="1360228"/>
                </a:lnTo>
                <a:lnTo>
                  <a:pt x="2197068" y="1291682"/>
                </a:lnTo>
                <a:lnTo>
                  <a:pt x="2402049" y="1222310"/>
                </a:lnTo>
                <a:lnTo>
                  <a:pt x="2607906" y="1152112"/>
                </a:lnTo>
                <a:lnTo>
                  <a:pt x="2814638" y="1081088"/>
                </a:lnTo>
                <a:lnTo>
                  <a:pt x="3022244" y="1009237"/>
                </a:lnTo>
                <a:lnTo>
                  <a:pt x="3230724" y="936560"/>
                </a:lnTo>
                <a:lnTo>
                  <a:pt x="3440080" y="863057"/>
                </a:lnTo>
                <a:lnTo>
                  <a:pt x="3650310" y="788728"/>
                </a:lnTo>
                <a:lnTo>
                  <a:pt x="3861416" y="713573"/>
                </a:lnTo>
                <a:lnTo>
                  <a:pt x="4073395" y="637592"/>
                </a:lnTo>
                <a:lnTo>
                  <a:pt x="4286250" y="560784"/>
                </a:lnTo>
                <a:lnTo>
                  <a:pt x="4499979" y="483151"/>
                </a:lnTo>
                <a:lnTo>
                  <a:pt x="4714583" y="404691"/>
                </a:lnTo>
                <a:lnTo>
                  <a:pt x="4930062" y="325405"/>
                </a:lnTo>
                <a:lnTo>
                  <a:pt x="5146416" y="245293"/>
                </a:lnTo>
                <a:lnTo>
                  <a:pt x="5363644" y="164355"/>
                </a:lnTo>
                <a:lnTo>
                  <a:pt x="5581747" y="82590"/>
                </a:lnTo>
                <a:lnTo>
                  <a:pt x="5800725" y="0"/>
                </a:lnTo>
              </a:path>
            </a:pathLst>
          </a:custGeom>
          <a:noFill/>
          <a:ln w="7620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8" name="decor-dot">
            <a:extLst>
              <a:ext uri="{FF2B5EF4-FFF2-40B4-BE49-F238E27FC236}">
                <a16:creationId xmlns:a16="http://schemas.microsoft.com/office/drawing/2014/main" id="{644148C5-3B35-46E7-8FCB-D6485D497AE0}"/>
              </a:ext>
            </a:extLst>
          </p:cNvPr>
          <p:cNvSpPr>
            <a:spLocks noGrp="1"/>
          </p:cNvSpPr>
          <p:nvPr/>
        </p:nvSpPr>
        <p:spPr>
          <a:xfrm>
            <a:off x="8707885" y="5947378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9" name="decor-dot">
            <a:extLst>
              <a:ext uri="{FF2B5EF4-FFF2-40B4-BE49-F238E27FC236}">
                <a16:creationId xmlns:a16="http://schemas.microsoft.com/office/drawing/2014/main" id="{3E1FC68C-E307-42DE-9030-64AC875796EE}"/>
              </a:ext>
            </a:extLst>
          </p:cNvPr>
          <p:cNvSpPr>
            <a:spLocks noGrp="1"/>
          </p:cNvSpPr>
          <p:nvPr/>
        </p:nvSpPr>
        <p:spPr>
          <a:xfrm>
            <a:off x="9525747" y="5661902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0" name="decor-curve">
            <a:extLst>
              <a:ext uri="{FF2B5EF4-FFF2-40B4-BE49-F238E27FC236}">
                <a16:creationId xmlns:a16="http://schemas.microsoft.com/office/drawing/2014/main" id="{86035771-13D3-43E7-A5CA-BF8111E0F1DB}"/>
              </a:ext>
            </a:extLst>
          </p:cNvPr>
          <p:cNvSpPr>
            <a:spLocks noGrp="1"/>
          </p:cNvSpPr>
          <p:nvPr/>
        </p:nvSpPr>
        <p:spPr>
          <a:xfrm>
            <a:off x="5962650" y="3276600"/>
            <a:ext cx="3543300" cy="3581400"/>
          </a:xfrm>
          <a:custGeom>
            <a:avLst/>
            <a:gdLst/>
            <a:ahLst/>
            <a:cxnLst/>
            <a:rect l="0" t="0" r="0" b="0"/>
            <a:pathLst>
              <a:path w="3543300" h="3581400">
                <a:moveTo>
                  <a:pt x="0" y="3581400"/>
                </a:moveTo>
                <a:lnTo>
                  <a:pt x="126546" y="3418066"/>
                </a:lnTo>
                <a:lnTo>
                  <a:pt x="253093" y="3257356"/>
                </a:lnTo>
                <a:lnTo>
                  <a:pt x="379639" y="3099270"/>
                </a:lnTo>
                <a:lnTo>
                  <a:pt x="506186" y="2943808"/>
                </a:lnTo>
                <a:lnTo>
                  <a:pt x="632732" y="2790971"/>
                </a:lnTo>
                <a:lnTo>
                  <a:pt x="759279" y="2640758"/>
                </a:lnTo>
                <a:lnTo>
                  <a:pt x="885825" y="2493169"/>
                </a:lnTo>
                <a:lnTo>
                  <a:pt x="1012371" y="2348204"/>
                </a:lnTo>
                <a:lnTo>
                  <a:pt x="1138918" y="2205864"/>
                </a:lnTo>
                <a:lnTo>
                  <a:pt x="1265464" y="2066147"/>
                </a:lnTo>
                <a:lnTo>
                  <a:pt x="1392011" y="1929055"/>
                </a:lnTo>
                <a:lnTo>
                  <a:pt x="1518557" y="1794588"/>
                </a:lnTo>
                <a:lnTo>
                  <a:pt x="1645104" y="1662744"/>
                </a:lnTo>
                <a:lnTo>
                  <a:pt x="1771650" y="1533525"/>
                </a:lnTo>
                <a:lnTo>
                  <a:pt x="1898196" y="1406930"/>
                </a:lnTo>
                <a:lnTo>
                  <a:pt x="2024743" y="1282959"/>
                </a:lnTo>
                <a:lnTo>
                  <a:pt x="2151289" y="1161613"/>
                </a:lnTo>
                <a:lnTo>
                  <a:pt x="2277836" y="1042890"/>
                </a:lnTo>
                <a:lnTo>
                  <a:pt x="2404382" y="926792"/>
                </a:lnTo>
                <a:lnTo>
                  <a:pt x="2530929" y="813318"/>
                </a:lnTo>
                <a:lnTo>
                  <a:pt x="2657475" y="702469"/>
                </a:lnTo>
                <a:lnTo>
                  <a:pt x="2784021" y="594243"/>
                </a:lnTo>
                <a:lnTo>
                  <a:pt x="2910568" y="488642"/>
                </a:lnTo>
                <a:lnTo>
                  <a:pt x="3037114" y="385665"/>
                </a:lnTo>
                <a:lnTo>
                  <a:pt x="3163661" y="285313"/>
                </a:lnTo>
                <a:lnTo>
                  <a:pt x="3290207" y="187584"/>
                </a:lnTo>
                <a:lnTo>
                  <a:pt x="3416754" y="92480"/>
                </a:lnTo>
                <a:lnTo>
                  <a:pt x="3543300" y="0"/>
                </a:lnTo>
              </a:path>
            </a:pathLst>
          </a:custGeom>
          <a:noFill/>
          <a:ln w="7620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11" name="decor-dot">
            <a:extLst>
              <a:ext uri="{FF2B5EF4-FFF2-40B4-BE49-F238E27FC236}">
                <a16:creationId xmlns:a16="http://schemas.microsoft.com/office/drawing/2014/main" id="{358848D0-9D61-48DF-87B4-F4C48213DC66}"/>
              </a:ext>
            </a:extLst>
          </p:cNvPr>
          <p:cNvSpPr>
            <a:spLocks noGrp="1"/>
          </p:cNvSpPr>
          <p:nvPr/>
        </p:nvSpPr>
        <p:spPr>
          <a:xfrm>
            <a:off x="7687437" y="4834612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2" name="decor-dot">
            <a:extLst>
              <a:ext uri="{FF2B5EF4-FFF2-40B4-BE49-F238E27FC236}">
                <a16:creationId xmlns:a16="http://schemas.microsoft.com/office/drawing/2014/main" id="{2A3EC664-DC5C-4EFA-BCA9-F80641D99ACD}"/>
              </a:ext>
            </a:extLst>
          </p:cNvPr>
          <p:cNvSpPr>
            <a:spLocks noGrp="1"/>
          </p:cNvSpPr>
          <p:nvPr/>
        </p:nvSpPr>
        <p:spPr>
          <a:xfrm>
            <a:off x="8183499" y="4350498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3" name="decor-dot">
            <a:extLst>
              <a:ext uri="{FF2B5EF4-FFF2-40B4-BE49-F238E27FC236}">
                <a16:creationId xmlns:a16="http://schemas.microsoft.com/office/drawing/2014/main" id="{78844E7A-0CD5-4B48-B614-904DBA51C718}"/>
              </a:ext>
            </a:extLst>
          </p:cNvPr>
          <p:cNvSpPr>
            <a:spLocks noGrp="1"/>
          </p:cNvSpPr>
          <p:nvPr/>
        </p:nvSpPr>
        <p:spPr>
          <a:xfrm>
            <a:off x="8679561" y="3906709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4" name="decor-curve">
            <a:extLst>
              <a:ext uri="{FF2B5EF4-FFF2-40B4-BE49-F238E27FC236}">
                <a16:creationId xmlns:a16="http://schemas.microsoft.com/office/drawing/2014/main" id="{565CB2B9-518F-49DE-B495-BA17C165FFF5}"/>
              </a:ext>
            </a:extLst>
          </p:cNvPr>
          <p:cNvSpPr>
            <a:spLocks noGrp="1"/>
          </p:cNvSpPr>
          <p:nvPr/>
        </p:nvSpPr>
        <p:spPr>
          <a:xfrm>
            <a:off x="5962650" y="2895600"/>
            <a:ext cx="5753100" cy="3962400"/>
          </a:xfrm>
          <a:custGeom>
            <a:avLst/>
            <a:gdLst/>
            <a:ahLst/>
            <a:cxnLst/>
            <a:rect l="0" t="0" r="0" b="0"/>
            <a:pathLst>
              <a:path w="5753100" h="3962400">
                <a:moveTo>
                  <a:pt x="0" y="3962400"/>
                </a:moveTo>
                <a:lnTo>
                  <a:pt x="217277" y="3780210"/>
                </a:lnTo>
                <a:lnTo>
                  <a:pt x="433679" y="3601033"/>
                </a:lnTo>
                <a:lnTo>
                  <a:pt x="649207" y="3424869"/>
                </a:lnTo>
                <a:lnTo>
                  <a:pt x="863859" y="3251718"/>
                </a:lnTo>
                <a:lnTo>
                  <a:pt x="1077637" y="3081580"/>
                </a:lnTo>
                <a:lnTo>
                  <a:pt x="1290540" y="2914456"/>
                </a:lnTo>
                <a:lnTo>
                  <a:pt x="1502569" y="2750344"/>
                </a:lnTo>
                <a:lnTo>
                  <a:pt x="1713722" y="2589245"/>
                </a:lnTo>
                <a:lnTo>
                  <a:pt x="1924001" y="2431159"/>
                </a:lnTo>
                <a:lnTo>
                  <a:pt x="2133406" y="2276086"/>
                </a:lnTo>
                <a:lnTo>
                  <a:pt x="2341935" y="2124026"/>
                </a:lnTo>
                <a:lnTo>
                  <a:pt x="2549590" y="1974980"/>
                </a:lnTo>
                <a:lnTo>
                  <a:pt x="2756370" y="1828946"/>
                </a:lnTo>
                <a:lnTo>
                  <a:pt x="2962275" y="1685925"/>
                </a:lnTo>
                <a:lnTo>
                  <a:pt x="3167305" y="1545917"/>
                </a:lnTo>
                <a:lnTo>
                  <a:pt x="3371461" y="1408922"/>
                </a:lnTo>
                <a:lnTo>
                  <a:pt x="3574742" y="1274941"/>
                </a:lnTo>
                <a:lnTo>
                  <a:pt x="3777148" y="1143972"/>
                </a:lnTo>
                <a:lnTo>
                  <a:pt x="3978680" y="1016016"/>
                </a:lnTo>
                <a:lnTo>
                  <a:pt x="4179337" y="891073"/>
                </a:lnTo>
                <a:lnTo>
                  <a:pt x="4379119" y="769144"/>
                </a:lnTo>
                <a:lnTo>
                  <a:pt x="4578026" y="650227"/>
                </a:lnTo>
                <a:lnTo>
                  <a:pt x="4776059" y="534323"/>
                </a:lnTo>
                <a:lnTo>
                  <a:pt x="4973216" y="421433"/>
                </a:lnTo>
                <a:lnTo>
                  <a:pt x="5169499" y="311555"/>
                </a:lnTo>
                <a:lnTo>
                  <a:pt x="5364908" y="204690"/>
                </a:lnTo>
                <a:lnTo>
                  <a:pt x="5559441" y="100839"/>
                </a:lnTo>
                <a:lnTo>
                  <a:pt x="5753100" y="0"/>
                </a:lnTo>
              </a:path>
            </a:pathLst>
          </a:custGeom>
          <a:noFill/>
          <a:ln w="7620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5" name="decor-dot">
            <a:extLst>
              <a:ext uri="{FF2B5EF4-FFF2-40B4-BE49-F238E27FC236}">
                <a16:creationId xmlns:a16="http://schemas.microsoft.com/office/drawing/2014/main" id="{7751A211-517C-467E-B5DB-D4A6B0A8E176}"/>
              </a:ext>
            </a:extLst>
          </p:cNvPr>
          <p:cNvSpPr>
            <a:spLocks noGrp="1"/>
          </p:cNvSpPr>
          <p:nvPr/>
        </p:nvSpPr>
        <p:spPr>
          <a:xfrm>
            <a:off x="8855930" y="4609837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6" name="decor-dot">
            <a:extLst>
              <a:ext uri="{FF2B5EF4-FFF2-40B4-BE49-F238E27FC236}">
                <a16:creationId xmlns:a16="http://schemas.microsoft.com/office/drawing/2014/main" id="{44CA7D40-4E3C-4224-92E1-B712C8E0B701}"/>
              </a:ext>
            </a:extLst>
          </p:cNvPr>
          <p:cNvSpPr>
            <a:spLocks noGrp="1"/>
          </p:cNvSpPr>
          <p:nvPr/>
        </p:nvSpPr>
        <p:spPr>
          <a:xfrm>
            <a:off x="9655603" y="4074944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7" name="decor-curve">
            <a:extLst>
              <a:ext uri="{FF2B5EF4-FFF2-40B4-BE49-F238E27FC236}">
                <a16:creationId xmlns:a16="http://schemas.microsoft.com/office/drawing/2014/main" id="{460AB16D-5BC9-4976-A79E-4E67AB4784CC}"/>
              </a:ext>
            </a:extLst>
          </p:cNvPr>
          <p:cNvSpPr>
            <a:spLocks noGrp="1"/>
          </p:cNvSpPr>
          <p:nvPr/>
        </p:nvSpPr>
        <p:spPr>
          <a:xfrm>
            <a:off x="5962650" y="5810250"/>
            <a:ext cx="2609850" cy="1153716"/>
          </a:xfrm>
          <a:custGeom>
            <a:avLst/>
            <a:gdLst/>
            <a:ahLst/>
            <a:cxnLst/>
            <a:rect l="0" t="0" r="0" b="0"/>
            <a:pathLst>
              <a:path w="2609850" h="1153716">
                <a:moveTo>
                  <a:pt x="0" y="1047750"/>
                </a:moveTo>
                <a:lnTo>
                  <a:pt x="116827" y="1077904"/>
                </a:lnTo>
                <a:lnTo>
                  <a:pt x="231905" y="1103053"/>
                </a:lnTo>
                <a:lnTo>
                  <a:pt x="345233" y="1123197"/>
                </a:lnTo>
                <a:lnTo>
                  <a:pt x="456811" y="1138335"/>
                </a:lnTo>
                <a:lnTo>
                  <a:pt x="566640" y="1148467"/>
                </a:lnTo>
                <a:lnTo>
                  <a:pt x="674720" y="1153594"/>
                </a:lnTo>
                <a:lnTo>
                  <a:pt x="781050" y="1153716"/>
                </a:lnTo>
                <a:lnTo>
                  <a:pt x="885631" y="1148832"/>
                </a:lnTo>
                <a:lnTo>
                  <a:pt x="988462" y="1138942"/>
                </a:lnTo>
                <a:lnTo>
                  <a:pt x="1089543" y="1124047"/>
                </a:lnTo>
                <a:lnTo>
                  <a:pt x="1188876" y="1104147"/>
                </a:lnTo>
                <a:lnTo>
                  <a:pt x="1286458" y="1079241"/>
                </a:lnTo>
                <a:lnTo>
                  <a:pt x="1382291" y="1049329"/>
                </a:lnTo>
                <a:lnTo>
                  <a:pt x="1476375" y="1014413"/>
                </a:lnTo>
                <a:lnTo>
                  <a:pt x="1568709" y="974490"/>
                </a:lnTo>
                <a:lnTo>
                  <a:pt x="1659294" y="929562"/>
                </a:lnTo>
                <a:lnTo>
                  <a:pt x="1748129" y="879629"/>
                </a:lnTo>
                <a:lnTo>
                  <a:pt x="1835215" y="824690"/>
                </a:lnTo>
                <a:lnTo>
                  <a:pt x="1920551" y="764746"/>
                </a:lnTo>
                <a:lnTo>
                  <a:pt x="2004138" y="699796"/>
                </a:lnTo>
                <a:lnTo>
                  <a:pt x="2085975" y="629841"/>
                </a:lnTo>
                <a:lnTo>
                  <a:pt x="2166063" y="554880"/>
                </a:lnTo>
                <a:lnTo>
                  <a:pt x="2244401" y="474914"/>
                </a:lnTo>
                <a:lnTo>
                  <a:pt x="2320990" y="389942"/>
                </a:lnTo>
                <a:lnTo>
                  <a:pt x="2395829" y="299965"/>
                </a:lnTo>
                <a:lnTo>
                  <a:pt x="2468919" y="204982"/>
                </a:lnTo>
                <a:lnTo>
                  <a:pt x="2540259" y="104994"/>
                </a:lnTo>
                <a:lnTo>
                  <a:pt x="2609850" y="0"/>
                </a:lnTo>
              </a:path>
            </a:pathLst>
          </a:custGeom>
          <a:noFill/>
          <a:ln w="7620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8" name="decor-dot">
            <a:extLst>
              <a:ext uri="{FF2B5EF4-FFF2-40B4-BE49-F238E27FC236}">
                <a16:creationId xmlns:a16="http://schemas.microsoft.com/office/drawing/2014/main" id="{C8FB1FC1-E398-44FF-BFFB-4C1619E32C85}"/>
              </a:ext>
            </a:extLst>
          </p:cNvPr>
          <p:cNvSpPr>
            <a:spLocks noGrp="1"/>
          </p:cNvSpPr>
          <p:nvPr/>
        </p:nvSpPr>
        <p:spPr>
          <a:xfrm>
            <a:off x="7401428" y="6823514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9" name="decor-dot">
            <a:extLst>
              <a:ext uri="{FF2B5EF4-FFF2-40B4-BE49-F238E27FC236}">
                <a16:creationId xmlns:a16="http://schemas.microsoft.com/office/drawing/2014/main" id="{E86FEE72-EDF1-4431-8696-F5AA23B960CB}"/>
              </a:ext>
            </a:extLst>
          </p:cNvPr>
          <p:cNvSpPr>
            <a:spLocks noGrp="1"/>
          </p:cNvSpPr>
          <p:nvPr/>
        </p:nvSpPr>
        <p:spPr>
          <a:xfrm>
            <a:off x="7755285" y="6643865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0" name="decor-dot">
            <a:extLst>
              <a:ext uri="{FF2B5EF4-FFF2-40B4-BE49-F238E27FC236}">
                <a16:creationId xmlns:a16="http://schemas.microsoft.com/office/drawing/2014/main" id="{1F7C554F-40CA-4C13-88F1-A85514B46435}"/>
              </a:ext>
            </a:extLst>
          </p:cNvPr>
          <p:cNvSpPr>
            <a:spLocks noGrp="1"/>
          </p:cNvSpPr>
          <p:nvPr/>
        </p:nvSpPr>
        <p:spPr>
          <a:xfrm>
            <a:off x="8082260" y="6387299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32EB89-5C43-4928-B0D2-1F8C8911549C}"/>
              </a:ext>
            </a:extLst>
          </p:cNvPr>
          <p:cNvSpPr>
            <a:spLocks noGrp="1"/>
          </p:cNvSpPr>
          <p:nvPr/>
        </p:nvSpPr>
        <p:spPr>
          <a:xfrm>
            <a:off x="1352550" y="2400301"/>
            <a:ext cx="2933702" cy="19757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1400" b="0">
                <a:solidFill>
                  <a:srgbClr val="4285F4"/>
                </a:solidFill>
                <a:latin typeface="Aptos Display"/>
                <a:ea typeface="Aptos Display"/>
                <a:cs typeface="Aptos Display"/>
              </a:defRPr>
            </a:pPr>
            <a:r>
              <a:rPr sz="11400" b="0" dirty="0">
                <a:solidFill>
                  <a:srgbClr val="4285F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22" name="section-divider-line">
            <a:extLst>
              <a:ext uri="{FF2B5EF4-FFF2-40B4-BE49-F238E27FC236}">
                <a16:creationId xmlns:a16="http://schemas.microsoft.com/office/drawing/2014/main" id="{77AABCF0-DA64-40A6-81B2-002CED23587B}"/>
              </a:ext>
            </a:extLst>
          </p:cNvPr>
          <p:cNvSpPr>
            <a:spLocks noGrp="1"/>
          </p:cNvSpPr>
          <p:nvPr/>
        </p:nvSpPr>
        <p:spPr>
          <a:xfrm>
            <a:off x="4343400" y="2628901"/>
            <a:ext cx="9525" cy="1524000"/>
          </a:xfrm>
          <a:custGeom>
            <a:avLst/>
            <a:gdLst/>
            <a:ahLst/>
            <a:cxnLst/>
            <a:rect l="0" t="0" r="0" b="0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9525">
            <a:solidFill>
              <a:srgbClr val="5C6472">
                <a:alpha val="2000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A20DD9-6636-45D7-8114-0B91DD643C3F}"/>
              </a:ext>
            </a:extLst>
          </p:cNvPr>
          <p:cNvSpPr>
            <a:spLocks noGrp="1"/>
          </p:cNvSpPr>
          <p:nvPr/>
        </p:nvSpPr>
        <p:spPr>
          <a:xfrm>
            <a:off x="4953000" y="29527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39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dirty="0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Introduction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EE8254-1F4C-4AF0-B7C0-8E28868DED0C}"/>
              </a:ext>
            </a:extLst>
          </p:cNvPr>
          <p:cNvSpPr>
            <a:spLocks noGrp="1"/>
          </p:cNvSpPr>
          <p:nvPr/>
        </p:nvSpPr>
        <p:spPr>
          <a:xfrm>
            <a:off x="4972050" y="36385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8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Background and Motivation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AD6A58-33E9-4CDA-A7CB-DD5E5A58BC14}"/>
              </a:ext>
            </a:extLst>
          </p:cNvPr>
          <p:cNvSpPr>
            <a:spLocks noGrp="1"/>
          </p:cNvSpPr>
          <p:nvPr/>
        </p:nvSpPr>
        <p:spPr>
          <a:xfrm>
            <a:off x="304800" y="641985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969C3D-CCC4-4026-A44B-834C6DD7B83C}"/>
              </a:ext>
            </a:extLst>
          </p:cNvPr>
          <p:cNvSpPr>
            <a:spLocks noGrp="1"/>
          </p:cNvSpPr>
          <p:nvPr/>
        </p:nvSpPr>
        <p:spPr>
          <a:xfrm>
            <a:off x="10591800" y="6419850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37367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>
            <a:extLst>
              <a:ext uri="{FF2B5EF4-FFF2-40B4-BE49-F238E27FC236}">
                <a16:creationId xmlns:a16="http://schemas.microsoft.com/office/drawing/2014/main" id="{C1E24986-77B7-45EF-BF2A-3E15C8C66888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A4FDA2-B332-4EC9-95B9-4A6E3B16C8B2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676B88-F232-4A4F-A499-09550AB0A812}"/>
              </a:ext>
            </a:extLst>
          </p:cNvPr>
          <p:cNvSpPr>
            <a:spLocks noGrp="1"/>
          </p:cNvSpPr>
          <p:nvPr/>
        </p:nvSpPr>
        <p:spPr>
          <a:xfrm>
            <a:off x="1047750" y="1257300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33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Slide Title Here</a:t>
            </a:r>
          </a:p>
        </p:txBody>
      </p:sp>
      <p:sp>
        <p:nvSpPr>
          <p:cNvPr id="4" name="brand-bar-1">
            <a:extLst>
              <a:ext uri="{FF2B5EF4-FFF2-40B4-BE49-F238E27FC236}">
                <a16:creationId xmlns:a16="http://schemas.microsoft.com/office/drawing/2014/main" id="{01A33364-3E1F-4861-84F5-025912573438}"/>
              </a:ext>
            </a:extLst>
          </p:cNvPr>
          <p:cNvSpPr>
            <a:spLocks noGrp="1"/>
          </p:cNvSpPr>
          <p:nvPr/>
        </p:nvSpPr>
        <p:spPr>
          <a:xfrm>
            <a:off x="1066800" y="192405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5" name="brand-bar-2">
            <a:extLst>
              <a:ext uri="{FF2B5EF4-FFF2-40B4-BE49-F238E27FC236}">
                <a16:creationId xmlns:a16="http://schemas.microsoft.com/office/drawing/2014/main" id="{E50B1FD1-98B8-4CA6-B912-E5AF798ACD3B}"/>
              </a:ext>
            </a:extLst>
          </p:cNvPr>
          <p:cNvSpPr>
            <a:spLocks noGrp="1"/>
          </p:cNvSpPr>
          <p:nvPr/>
        </p:nvSpPr>
        <p:spPr>
          <a:xfrm>
            <a:off x="1295400" y="192405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" name="brand-bar-3">
            <a:extLst>
              <a:ext uri="{FF2B5EF4-FFF2-40B4-BE49-F238E27FC236}">
                <a16:creationId xmlns:a16="http://schemas.microsoft.com/office/drawing/2014/main" id="{E305922A-7E38-4C79-8166-A524B2867F5F}"/>
              </a:ext>
            </a:extLst>
          </p:cNvPr>
          <p:cNvSpPr>
            <a:spLocks noGrp="1"/>
          </p:cNvSpPr>
          <p:nvPr/>
        </p:nvSpPr>
        <p:spPr>
          <a:xfrm>
            <a:off x="1524000" y="192405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7" name="brand-bar-4">
            <a:extLst>
              <a:ext uri="{FF2B5EF4-FFF2-40B4-BE49-F238E27FC236}">
                <a16:creationId xmlns:a16="http://schemas.microsoft.com/office/drawing/2014/main" id="{4E9F7138-BE88-4C51-85B4-8D48D97611FE}"/>
              </a:ext>
            </a:extLst>
          </p:cNvPr>
          <p:cNvSpPr>
            <a:spLocks noGrp="1"/>
          </p:cNvSpPr>
          <p:nvPr/>
        </p:nvSpPr>
        <p:spPr>
          <a:xfrm>
            <a:off x="1752600" y="192405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8" name="brand-bar-5">
            <a:extLst>
              <a:ext uri="{FF2B5EF4-FFF2-40B4-BE49-F238E27FC236}">
                <a16:creationId xmlns:a16="http://schemas.microsoft.com/office/drawing/2014/main" id="{03BF42AB-C711-49C4-8913-F8A8A2BE0D30}"/>
              </a:ext>
            </a:extLst>
          </p:cNvPr>
          <p:cNvSpPr>
            <a:spLocks noGrp="1"/>
          </p:cNvSpPr>
          <p:nvPr/>
        </p:nvSpPr>
        <p:spPr>
          <a:xfrm>
            <a:off x="1981200" y="192405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F4B804-ED58-4078-B04C-DB0211CB7046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447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Lorem ipsum dolor sit amet, consectetur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adipiscing elit. Maecenas porttitor congue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massa. Fusce posuere, magna sed pulvinar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ultricies, purus lectus malesuada libero,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sit amet commodo magna eros quis urna.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2802BC1-55CD-491A-8C21-06C8EE06ADF6}"/>
              </a:ext>
            </a:extLst>
          </p:cNvPr>
          <p:cNvSpPr>
            <a:spLocks noGrp="1"/>
          </p:cNvSpPr>
          <p:nvPr/>
        </p:nvSpPr>
        <p:spPr>
          <a:xfrm>
            <a:off x="1143000" y="4829175"/>
            <a:ext cx="76200" cy="7620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E4BEF1-7A5D-4821-938A-073117DF1079}"/>
              </a:ext>
            </a:extLst>
          </p:cNvPr>
          <p:cNvSpPr>
            <a:spLocks noGrp="1"/>
          </p:cNvSpPr>
          <p:nvPr/>
        </p:nvSpPr>
        <p:spPr>
          <a:xfrm>
            <a:off x="1409700" y="47625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50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Lorem ipsum dolor sit amet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3E0898C-81A0-460E-80D3-D65E3E6C48B9}"/>
              </a:ext>
            </a:extLst>
          </p:cNvPr>
          <p:cNvSpPr>
            <a:spLocks noGrp="1"/>
          </p:cNvSpPr>
          <p:nvPr/>
        </p:nvSpPr>
        <p:spPr>
          <a:xfrm>
            <a:off x="1143000" y="5153025"/>
            <a:ext cx="76200" cy="7620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0E4318-9CA4-4CD8-8815-42FF3C49EECC}"/>
              </a:ext>
            </a:extLst>
          </p:cNvPr>
          <p:cNvSpPr>
            <a:spLocks noGrp="1"/>
          </p:cNvSpPr>
          <p:nvPr/>
        </p:nvSpPr>
        <p:spPr>
          <a:xfrm>
            <a:off x="1409700" y="50863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50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Consectetur adipiscing elit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293214-B6DC-4043-BDB2-4D97C0374364}"/>
              </a:ext>
            </a:extLst>
          </p:cNvPr>
          <p:cNvSpPr>
            <a:spLocks noGrp="1"/>
          </p:cNvSpPr>
          <p:nvPr/>
        </p:nvSpPr>
        <p:spPr>
          <a:xfrm>
            <a:off x="1143000" y="5476875"/>
            <a:ext cx="76200" cy="7620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81E502-19BB-4829-A913-FF761E37FB2C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50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Maecenas porttitor congue massa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35F3482-5C2E-4E88-AA23-58B3E1E2CA7D}"/>
              </a:ext>
            </a:extLst>
          </p:cNvPr>
          <p:cNvSpPr>
            <a:spLocks noGrp="1"/>
          </p:cNvSpPr>
          <p:nvPr/>
        </p:nvSpPr>
        <p:spPr>
          <a:xfrm>
            <a:off x="1143000" y="5800725"/>
            <a:ext cx="76200" cy="7620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E8824E-E011-4AA5-A214-166E72C231EB}"/>
              </a:ext>
            </a:extLst>
          </p:cNvPr>
          <p:cNvSpPr>
            <a:spLocks noGrp="1"/>
          </p:cNvSpPr>
          <p:nvPr/>
        </p:nvSpPr>
        <p:spPr>
          <a:xfrm>
            <a:off x="1409700" y="57340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50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Fusce posuere, magna sed pulvinar</a:t>
            </a:r>
          </a:p>
        </p:txBody>
      </p:sp>
      <p:sp>
        <p:nvSpPr>
          <p:cNvPr id="18" name="performance-chart-card">
            <a:extLst>
              <a:ext uri="{FF2B5EF4-FFF2-40B4-BE49-F238E27FC236}">
                <a16:creationId xmlns:a16="http://schemas.microsoft.com/office/drawing/2014/main" id="{91259919-1133-473C-9551-0BE08AA74189}"/>
              </a:ext>
            </a:extLst>
          </p:cNvPr>
          <p:cNvSpPr>
            <a:spLocks noGrp="1"/>
          </p:cNvSpPr>
          <p:nvPr/>
        </p:nvSpPr>
        <p:spPr>
          <a:xfrm>
            <a:off x="6629400" y="1924050"/>
            <a:ext cx="5219700" cy="3676650"/>
          </a:xfrm>
          <a:prstGeom prst="roundRect">
            <a:avLst>
              <a:gd name="adj" fmla="val 2591"/>
            </a:avLst>
          </a:prstGeom>
          <a:solidFill>
            <a:srgbClr val="F2F4F8"/>
          </a:solidFill>
          <a:ln w="9525">
            <a:solidFill>
              <a:srgbClr val="EEF1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999F7D-F1DC-4E33-8137-502A18A76388}"/>
              </a:ext>
            </a:extLst>
          </p:cNvPr>
          <p:cNvSpPr>
            <a:spLocks noGrp="1"/>
          </p:cNvSpPr>
          <p:nvPr/>
        </p:nvSpPr>
        <p:spPr>
          <a:xfrm>
            <a:off x="7810500" y="2190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350" b="1">
                <a:solidFill>
                  <a:srgbClr val="0714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F"/>
                </a:solidFill>
                <a:latin typeface="Aptos"/>
                <a:ea typeface="Aptos"/>
                <a:cs typeface="Aptos"/>
              </a:rPr>
              <a:t>Performance Comparison</a:t>
            </a:r>
          </a:p>
        </p:txBody>
      </p:sp>
      <p:sp>
        <p:nvSpPr>
          <p:cNvPr id="20" name="chart-grid">
            <a:extLst>
              <a:ext uri="{FF2B5EF4-FFF2-40B4-BE49-F238E27FC236}">
                <a16:creationId xmlns:a16="http://schemas.microsoft.com/office/drawing/2014/main" id="{9CDD9E86-7417-44FD-A0E5-03109C3C9E3D}"/>
              </a:ext>
            </a:extLst>
          </p:cNvPr>
          <p:cNvSpPr>
            <a:spLocks noGrp="1"/>
          </p:cNvSpPr>
          <p:nvPr/>
        </p:nvSpPr>
        <p:spPr>
          <a:xfrm>
            <a:off x="7200900" y="4724400"/>
            <a:ext cx="4095750" cy="9525"/>
          </a:xfrm>
          <a:custGeom>
            <a:avLst/>
            <a:gdLst/>
            <a:ahLst/>
            <a:cxnLst/>
            <a:rect l="0" t="0" r="0" b="0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5C6472">
                <a:alpha val="5500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DB95BF-B13E-4C29-ACC8-14819BC0BB50}"/>
              </a:ext>
            </a:extLst>
          </p:cNvPr>
          <p:cNvSpPr>
            <a:spLocks noGrp="1"/>
          </p:cNvSpPr>
          <p:nvPr/>
        </p:nvSpPr>
        <p:spPr>
          <a:xfrm>
            <a:off x="6877050" y="4657725"/>
            <a:ext cx="266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2" name="chart-grid">
            <a:extLst>
              <a:ext uri="{FF2B5EF4-FFF2-40B4-BE49-F238E27FC236}">
                <a16:creationId xmlns:a16="http://schemas.microsoft.com/office/drawing/2014/main" id="{0CDD784F-9B4E-4489-9423-527DF71AE0A7}"/>
              </a:ext>
            </a:extLst>
          </p:cNvPr>
          <p:cNvSpPr>
            <a:spLocks noGrp="1"/>
          </p:cNvSpPr>
          <p:nvPr/>
        </p:nvSpPr>
        <p:spPr>
          <a:xfrm>
            <a:off x="7200900" y="4200525"/>
            <a:ext cx="4095750" cy="9525"/>
          </a:xfrm>
          <a:custGeom>
            <a:avLst/>
            <a:gdLst/>
            <a:ahLst/>
            <a:cxnLst/>
            <a:rect l="0" t="0" r="0" b="0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5C6472">
                <a:alpha val="1200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B06FC7-DBD9-4379-847A-3D7983E18E2D}"/>
              </a:ext>
            </a:extLst>
          </p:cNvPr>
          <p:cNvSpPr>
            <a:spLocks noGrp="1"/>
          </p:cNvSpPr>
          <p:nvPr/>
        </p:nvSpPr>
        <p:spPr>
          <a:xfrm>
            <a:off x="6877050" y="4133850"/>
            <a:ext cx="266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4" name="chart-grid">
            <a:extLst>
              <a:ext uri="{FF2B5EF4-FFF2-40B4-BE49-F238E27FC236}">
                <a16:creationId xmlns:a16="http://schemas.microsoft.com/office/drawing/2014/main" id="{CE0BAD43-3DE0-4B2C-9F1D-C66BD8236319}"/>
              </a:ext>
            </a:extLst>
          </p:cNvPr>
          <p:cNvSpPr>
            <a:spLocks noGrp="1"/>
          </p:cNvSpPr>
          <p:nvPr/>
        </p:nvSpPr>
        <p:spPr>
          <a:xfrm>
            <a:off x="7200900" y="3676650"/>
            <a:ext cx="4095750" cy="9525"/>
          </a:xfrm>
          <a:custGeom>
            <a:avLst/>
            <a:gdLst/>
            <a:ahLst/>
            <a:cxnLst/>
            <a:rect l="0" t="0" r="0" b="0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5C6472">
                <a:alpha val="1200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C9F206-11E1-4104-8B14-E768C7D365B3}"/>
              </a:ext>
            </a:extLst>
          </p:cNvPr>
          <p:cNvSpPr>
            <a:spLocks noGrp="1"/>
          </p:cNvSpPr>
          <p:nvPr/>
        </p:nvSpPr>
        <p:spPr>
          <a:xfrm>
            <a:off x="6877050" y="3609975"/>
            <a:ext cx="266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26" name="chart-grid">
            <a:extLst>
              <a:ext uri="{FF2B5EF4-FFF2-40B4-BE49-F238E27FC236}">
                <a16:creationId xmlns:a16="http://schemas.microsoft.com/office/drawing/2014/main" id="{A95ABBCD-92CA-4B9F-9F5B-4E023EBF1218}"/>
              </a:ext>
            </a:extLst>
          </p:cNvPr>
          <p:cNvSpPr>
            <a:spLocks noGrp="1"/>
          </p:cNvSpPr>
          <p:nvPr/>
        </p:nvSpPr>
        <p:spPr>
          <a:xfrm>
            <a:off x="7200900" y="3152775"/>
            <a:ext cx="4095750" cy="9525"/>
          </a:xfrm>
          <a:custGeom>
            <a:avLst/>
            <a:gdLst/>
            <a:ahLst/>
            <a:cxnLst/>
            <a:rect l="0" t="0" r="0" b="0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5C6472">
                <a:alpha val="1200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180E2F-DE77-41A3-9DF7-B914E2D75406}"/>
              </a:ext>
            </a:extLst>
          </p:cNvPr>
          <p:cNvSpPr>
            <a:spLocks noGrp="1"/>
          </p:cNvSpPr>
          <p:nvPr/>
        </p:nvSpPr>
        <p:spPr>
          <a:xfrm>
            <a:off x="6877050" y="3086100"/>
            <a:ext cx="266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28" name="chart-grid">
            <a:extLst>
              <a:ext uri="{FF2B5EF4-FFF2-40B4-BE49-F238E27FC236}">
                <a16:creationId xmlns:a16="http://schemas.microsoft.com/office/drawing/2014/main" id="{020D876B-0E02-4DF0-AD78-54B06959A506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4095750" cy="9525"/>
          </a:xfrm>
          <a:custGeom>
            <a:avLst/>
            <a:gdLst/>
            <a:ahLst/>
            <a:cxnLst/>
            <a:rect l="0" t="0" r="0" b="0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5C6472">
                <a:alpha val="1200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680A42-BC19-46E8-87FF-26D89A66C32C}"/>
              </a:ext>
            </a:extLst>
          </p:cNvPr>
          <p:cNvSpPr>
            <a:spLocks noGrp="1"/>
          </p:cNvSpPr>
          <p:nvPr/>
        </p:nvSpPr>
        <p:spPr>
          <a:xfrm>
            <a:off x="6877050" y="2562225"/>
            <a:ext cx="266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0" name="chart-y-axis">
            <a:extLst>
              <a:ext uri="{FF2B5EF4-FFF2-40B4-BE49-F238E27FC236}">
                <a16:creationId xmlns:a16="http://schemas.microsoft.com/office/drawing/2014/main" id="{DEBD2437-CBDB-4A35-BD01-FBCB36D5718C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9525" cy="2095500"/>
          </a:xfrm>
          <a:custGeom>
            <a:avLst/>
            <a:gdLst/>
            <a:ahLst/>
            <a:cxnLst/>
            <a:rect l="0" t="0" r="0" b="0"/>
            <a:pathLst>
              <a:path w="952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9525">
            <a:solidFill>
              <a:srgbClr val="5C6472">
                <a:alpha val="35000"/>
              </a:srgbClr>
            </a:solidFill>
            <a:prstDash val="solid"/>
          </a:ln>
        </p:spPr>
      </p:sp>
      <p:sp>
        <p:nvSpPr>
          <p:cNvPr id="31" name="chart-x-axis">
            <a:extLst>
              <a:ext uri="{FF2B5EF4-FFF2-40B4-BE49-F238E27FC236}">
                <a16:creationId xmlns:a16="http://schemas.microsoft.com/office/drawing/2014/main" id="{F03D0BC7-D3DA-4B14-843B-B935FEE5D63A}"/>
              </a:ext>
            </a:extLst>
          </p:cNvPr>
          <p:cNvSpPr>
            <a:spLocks noGrp="1"/>
          </p:cNvSpPr>
          <p:nvPr/>
        </p:nvSpPr>
        <p:spPr>
          <a:xfrm>
            <a:off x="7200900" y="4724400"/>
            <a:ext cx="4095750" cy="9525"/>
          </a:xfrm>
          <a:custGeom>
            <a:avLst/>
            <a:gdLst/>
            <a:ahLst/>
            <a:cxnLst/>
            <a:rect l="0" t="0" r="0" b="0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11430">
            <a:solidFill>
              <a:srgbClr val="5C6472">
                <a:alpha val="55000"/>
              </a:srgbClr>
            </a:solidFill>
            <a:prstDash val="solid"/>
          </a:ln>
        </p:spPr>
      </p:sp>
      <p:sp>
        <p:nvSpPr>
          <p:cNvPr id="32" name="chart-bar">
            <a:extLst>
              <a:ext uri="{FF2B5EF4-FFF2-40B4-BE49-F238E27FC236}">
                <a16:creationId xmlns:a16="http://schemas.microsoft.com/office/drawing/2014/main" id="{1165C9AD-1984-4EDA-82E6-3F83FA726BD5}"/>
              </a:ext>
            </a:extLst>
          </p:cNvPr>
          <p:cNvSpPr>
            <a:spLocks noGrp="1"/>
          </p:cNvSpPr>
          <p:nvPr/>
        </p:nvSpPr>
        <p:spPr>
          <a:xfrm>
            <a:off x="7467600" y="3006090"/>
            <a:ext cx="133350" cy="171831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4285F4">
                  <a:alpha val="92000"/>
                </a:srgbClr>
              </a:gs>
              <a:gs pos="100000">
                <a:srgbClr val="4285F4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3" name="chart-bar">
            <a:extLst>
              <a:ext uri="{FF2B5EF4-FFF2-40B4-BE49-F238E27FC236}">
                <a16:creationId xmlns:a16="http://schemas.microsoft.com/office/drawing/2014/main" id="{764866D6-5C2A-42C3-A6DA-F24DE8C2A8E0}"/>
              </a:ext>
            </a:extLst>
          </p:cNvPr>
          <p:cNvSpPr>
            <a:spLocks noGrp="1"/>
          </p:cNvSpPr>
          <p:nvPr/>
        </p:nvSpPr>
        <p:spPr>
          <a:xfrm>
            <a:off x="7629525" y="3257550"/>
            <a:ext cx="133350" cy="14668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EA4335">
                  <a:alpha val="92000"/>
                </a:srgbClr>
              </a:gs>
              <a:gs pos="100000">
                <a:srgbClr val="EA433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4" name="chart-bar">
            <a:extLst>
              <a:ext uri="{FF2B5EF4-FFF2-40B4-BE49-F238E27FC236}">
                <a16:creationId xmlns:a16="http://schemas.microsoft.com/office/drawing/2014/main" id="{ED35FD36-C611-4B47-A62E-AAA89C0E2A5D}"/>
              </a:ext>
            </a:extLst>
          </p:cNvPr>
          <p:cNvSpPr>
            <a:spLocks noGrp="1"/>
          </p:cNvSpPr>
          <p:nvPr/>
        </p:nvSpPr>
        <p:spPr>
          <a:xfrm>
            <a:off x="7791450" y="4116705"/>
            <a:ext cx="133350" cy="60769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BBC05">
                  <a:alpha val="92000"/>
                </a:srgbClr>
              </a:gs>
              <a:gs pos="100000">
                <a:srgbClr val="FBBC0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5" name="chart-bar">
            <a:extLst>
              <a:ext uri="{FF2B5EF4-FFF2-40B4-BE49-F238E27FC236}">
                <a16:creationId xmlns:a16="http://schemas.microsoft.com/office/drawing/2014/main" id="{4B9BB2DA-58DE-4554-9CE7-090004F46C07}"/>
              </a:ext>
            </a:extLst>
          </p:cNvPr>
          <p:cNvSpPr>
            <a:spLocks noGrp="1"/>
          </p:cNvSpPr>
          <p:nvPr/>
        </p:nvSpPr>
        <p:spPr>
          <a:xfrm>
            <a:off x="7953375" y="3383280"/>
            <a:ext cx="133350" cy="134112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34A853">
                  <a:alpha val="92000"/>
                </a:srgbClr>
              </a:gs>
              <a:gs pos="100000">
                <a:srgbClr val="34A853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6" name="chart-bar">
            <a:extLst>
              <a:ext uri="{FF2B5EF4-FFF2-40B4-BE49-F238E27FC236}">
                <a16:creationId xmlns:a16="http://schemas.microsoft.com/office/drawing/2014/main" id="{AC4B8981-A676-4AD9-A3FE-78E6E5253AB0}"/>
              </a:ext>
            </a:extLst>
          </p:cNvPr>
          <p:cNvSpPr>
            <a:spLocks noGrp="1"/>
          </p:cNvSpPr>
          <p:nvPr/>
        </p:nvSpPr>
        <p:spPr>
          <a:xfrm>
            <a:off x="8115300" y="3404235"/>
            <a:ext cx="133350" cy="132016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583B95">
                  <a:alpha val="92000"/>
                </a:srgbClr>
              </a:gs>
              <a:gs pos="100000">
                <a:srgbClr val="583B9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F72CF0B-667D-4F09-A3D0-78304173DB69}"/>
              </a:ext>
            </a:extLst>
          </p:cNvPr>
          <p:cNvSpPr>
            <a:spLocks noGrp="1"/>
          </p:cNvSpPr>
          <p:nvPr/>
        </p:nvSpPr>
        <p:spPr>
          <a:xfrm>
            <a:off x="7353300" y="49339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Model A</a:t>
            </a:r>
          </a:p>
        </p:txBody>
      </p:sp>
      <p:sp>
        <p:nvSpPr>
          <p:cNvPr id="38" name="chart-bar">
            <a:extLst>
              <a:ext uri="{FF2B5EF4-FFF2-40B4-BE49-F238E27FC236}">
                <a16:creationId xmlns:a16="http://schemas.microsoft.com/office/drawing/2014/main" id="{D68CC11E-2AE3-4506-B559-81B39ED14477}"/>
              </a:ext>
            </a:extLst>
          </p:cNvPr>
          <p:cNvSpPr>
            <a:spLocks noGrp="1"/>
          </p:cNvSpPr>
          <p:nvPr/>
        </p:nvSpPr>
        <p:spPr>
          <a:xfrm>
            <a:off x="8491538" y="2964180"/>
            <a:ext cx="133350" cy="176022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4285F4">
                  <a:alpha val="92000"/>
                </a:srgbClr>
              </a:gs>
              <a:gs pos="100000">
                <a:srgbClr val="4285F4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9" name="chart-bar">
            <a:extLst>
              <a:ext uri="{FF2B5EF4-FFF2-40B4-BE49-F238E27FC236}">
                <a16:creationId xmlns:a16="http://schemas.microsoft.com/office/drawing/2014/main" id="{F44070B0-CA8D-40CD-8FCC-27465F783248}"/>
              </a:ext>
            </a:extLst>
          </p:cNvPr>
          <p:cNvSpPr>
            <a:spLocks noGrp="1"/>
          </p:cNvSpPr>
          <p:nvPr/>
        </p:nvSpPr>
        <p:spPr>
          <a:xfrm>
            <a:off x="8653463" y="3215640"/>
            <a:ext cx="133350" cy="150876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EA4335">
                  <a:alpha val="92000"/>
                </a:srgbClr>
              </a:gs>
              <a:gs pos="100000">
                <a:srgbClr val="EA433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0" name="chart-bar">
            <a:extLst>
              <a:ext uri="{FF2B5EF4-FFF2-40B4-BE49-F238E27FC236}">
                <a16:creationId xmlns:a16="http://schemas.microsoft.com/office/drawing/2014/main" id="{8C5A82C5-8492-4C98-AF05-3FC4D234AFFE}"/>
              </a:ext>
            </a:extLst>
          </p:cNvPr>
          <p:cNvSpPr>
            <a:spLocks noGrp="1"/>
          </p:cNvSpPr>
          <p:nvPr/>
        </p:nvSpPr>
        <p:spPr>
          <a:xfrm>
            <a:off x="8815388" y="3383280"/>
            <a:ext cx="133350" cy="134112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BBC05">
                  <a:alpha val="92000"/>
                </a:srgbClr>
              </a:gs>
              <a:gs pos="100000">
                <a:srgbClr val="FBBC0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1" name="chart-bar">
            <a:extLst>
              <a:ext uri="{FF2B5EF4-FFF2-40B4-BE49-F238E27FC236}">
                <a16:creationId xmlns:a16="http://schemas.microsoft.com/office/drawing/2014/main" id="{9DDBCA17-6BA0-4375-BA5A-9AAF061B5BC6}"/>
              </a:ext>
            </a:extLst>
          </p:cNvPr>
          <p:cNvSpPr>
            <a:spLocks noGrp="1"/>
          </p:cNvSpPr>
          <p:nvPr/>
        </p:nvSpPr>
        <p:spPr>
          <a:xfrm>
            <a:off x="8977313" y="3676650"/>
            <a:ext cx="133350" cy="1047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34A853">
                  <a:alpha val="92000"/>
                </a:srgbClr>
              </a:gs>
              <a:gs pos="100000">
                <a:srgbClr val="34A853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2" name="chart-bar">
            <a:extLst>
              <a:ext uri="{FF2B5EF4-FFF2-40B4-BE49-F238E27FC236}">
                <a16:creationId xmlns:a16="http://schemas.microsoft.com/office/drawing/2014/main" id="{D8960A32-5428-4C31-ACBA-05081B7175A4}"/>
              </a:ext>
            </a:extLst>
          </p:cNvPr>
          <p:cNvSpPr>
            <a:spLocks noGrp="1"/>
          </p:cNvSpPr>
          <p:nvPr/>
        </p:nvSpPr>
        <p:spPr>
          <a:xfrm>
            <a:off x="9139238" y="3697605"/>
            <a:ext cx="133350" cy="102679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583B95">
                  <a:alpha val="92000"/>
                </a:srgbClr>
              </a:gs>
              <a:gs pos="100000">
                <a:srgbClr val="583B9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F9173D0-977F-4473-BF70-AF1C1A6564D8}"/>
              </a:ext>
            </a:extLst>
          </p:cNvPr>
          <p:cNvSpPr>
            <a:spLocks noGrp="1"/>
          </p:cNvSpPr>
          <p:nvPr/>
        </p:nvSpPr>
        <p:spPr>
          <a:xfrm>
            <a:off x="8377238" y="49339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Model B</a:t>
            </a:r>
          </a:p>
        </p:txBody>
      </p:sp>
      <p:sp>
        <p:nvSpPr>
          <p:cNvPr id="44" name="chart-bar">
            <a:extLst>
              <a:ext uri="{FF2B5EF4-FFF2-40B4-BE49-F238E27FC236}">
                <a16:creationId xmlns:a16="http://schemas.microsoft.com/office/drawing/2014/main" id="{237E3E7E-4F87-4685-B53A-6FB630428B24}"/>
              </a:ext>
            </a:extLst>
          </p:cNvPr>
          <p:cNvSpPr>
            <a:spLocks noGrp="1"/>
          </p:cNvSpPr>
          <p:nvPr/>
        </p:nvSpPr>
        <p:spPr>
          <a:xfrm>
            <a:off x="9515475" y="3068955"/>
            <a:ext cx="133350" cy="165544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4285F4">
                  <a:alpha val="92000"/>
                </a:srgbClr>
              </a:gs>
              <a:gs pos="100000">
                <a:srgbClr val="4285F4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5" name="chart-bar">
            <a:extLst>
              <a:ext uri="{FF2B5EF4-FFF2-40B4-BE49-F238E27FC236}">
                <a16:creationId xmlns:a16="http://schemas.microsoft.com/office/drawing/2014/main" id="{C510A0C9-F644-424E-9014-3C551CDC00AB}"/>
              </a:ext>
            </a:extLst>
          </p:cNvPr>
          <p:cNvSpPr>
            <a:spLocks noGrp="1"/>
          </p:cNvSpPr>
          <p:nvPr/>
        </p:nvSpPr>
        <p:spPr>
          <a:xfrm>
            <a:off x="9677400" y="3278505"/>
            <a:ext cx="133350" cy="144589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EA4335">
                  <a:alpha val="92000"/>
                </a:srgbClr>
              </a:gs>
              <a:gs pos="100000">
                <a:srgbClr val="EA433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6" name="chart-bar">
            <a:extLst>
              <a:ext uri="{FF2B5EF4-FFF2-40B4-BE49-F238E27FC236}">
                <a16:creationId xmlns:a16="http://schemas.microsoft.com/office/drawing/2014/main" id="{EBC18F1B-BC44-4F80-B4F3-4930D0C51B23}"/>
              </a:ext>
            </a:extLst>
          </p:cNvPr>
          <p:cNvSpPr>
            <a:spLocks noGrp="1"/>
          </p:cNvSpPr>
          <p:nvPr/>
        </p:nvSpPr>
        <p:spPr>
          <a:xfrm>
            <a:off x="9839325" y="3488055"/>
            <a:ext cx="133350" cy="123634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BBC05">
                  <a:alpha val="92000"/>
                </a:srgbClr>
              </a:gs>
              <a:gs pos="100000">
                <a:srgbClr val="FBBC0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7" name="chart-bar">
            <a:extLst>
              <a:ext uri="{FF2B5EF4-FFF2-40B4-BE49-F238E27FC236}">
                <a16:creationId xmlns:a16="http://schemas.microsoft.com/office/drawing/2014/main" id="{7F7BFE90-B4A0-4C23-931D-339010ACE954}"/>
              </a:ext>
            </a:extLst>
          </p:cNvPr>
          <p:cNvSpPr>
            <a:spLocks noGrp="1"/>
          </p:cNvSpPr>
          <p:nvPr/>
        </p:nvSpPr>
        <p:spPr>
          <a:xfrm>
            <a:off x="10001250" y="3404235"/>
            <a:ext cx="133350" cy="132016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34A853">
                  <a:alpha val="92000"/>
                </a:srgbClr>
              </a:gs>
              <a:gs pos="100000">
                <a:srgbClr val="34A853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8" name="chart-bar">
            <a:extLst>
              <a:ext uri="{FF2B5EF4-FFF2-40B4-BE49-F238E27FC236}">
                <a16:creationId xmlns:a16="http://schemas.microsoft.com/office/drawing/2014/main" id="{DB9290D5-DDFB-4BB4-8A44-F8BFC091A1C2}"/>
              </a:ext>
            </a:extLst>
          </p:cNvPr>
          <p:cNvSpPr>
            <a:spLocks noGrp="1"/>
          </p:cNvSpPr>
          <p:nvPr/>
        </p:nvSpPr>
        <p:spPr>
          <a:xfrm>
            <a:off x="10163175" y="3383280"/>
            <a:ext cx="133350" cy="134112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583B95">
                  <a:alpha val="92000"/>
                </a:srgbClr>
              </a:gs>
              <a:gs pos="100000">
                <a:srgbClr val="583B9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B5DCF27-1788-4EA8-BDBC-A6401EB5098A}"/>
              </a:ext>
            </a:extLst>
          </p:cNvPr>
          <p:cNvSpPr>
            <a:spLocks noGrp="1"/>
          </p:cNvSpPr>
          <p:nvPr/>
        </p:nvSpPr>
        <p:spPr>
          <a:xfrm>
            <a:off x="9401175" y="49339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Model C</a:t>
            </a:r>
          </a:p>
        </p:txBody>
      </p:sp>
      <p:sp>
        <p:nvSpPr>
          <p:cNvPr id="50" name="chart-bar">
            <a:extLst>
              <a:ext uri="{FF2B5EF4-FFF2-40B4-BE49-F238E27FC236}">
                <a16:creationId xmlns:a16="http://schemas.microsoft.com/office/drawing/2014/main" id="{828272AC-DB77-4E51-8002-DDE242572E15}"/>
              </a:ext>
            </a:extLst>
          </p:cNvPr>
          <p:cNvSpPr>
            <a:spLocks noGrp="1"/>
          </p:cNvSpPr>
          <p:nvPr/>
        </p:nvSpPr>
        <p:spPr>
          <a:xfrm>
            <a:off x="10539413" y="2880360"/>
            <a:ext cx="133350" cy="184404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4285F4">
                  <a:alpha val="92000"/>
                </a:srgbClr>
              </a:gs>
              <a:gs pos="100000">
                <a:srgbClr val="4285F4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1" name="chart-bar">
            <a:extLst>
              <a:ext uri="{FF2B5EF4-FFF2-40B4-BE49-F238E27FC236}">
                <a16:creationId xmlns:a16="http://schemas.microsoft.com/office/drawing/2014/main" id="{50980805-7740-408D-933B-26E21F37A808}"/>
              </a:ext>
            </a:extLst>
          </p:cNvPr>
          <p:cNvSpPr>
            <a:spLocks noGrp="1"/>
          </p:cNvSpPr>
          <p:nvPr/>
        </p:nvSpPr>
        <p:spPr>
          <a:xfrm>
            <a:off x="10701338" y="2838450"/>
            <a:ext cx="133350" cy="18859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EA4335">
                  <a:alpha val="92000"/>
                </a:srgbClr>
              </a:gs>
              <a:gs pos="100000">
                <a:srgbClr val="EA433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2" name="chart-bar">
            <a:extLst>
              <a:ext uri="{FF2B5EF4-FFF2-40B4-BE49-F238E27FC236}">
                <a16:creationId xmlns:a16="http://schemas.microsoft.com/office/drawing/2014/main" id="{1FA0C5F6-396C-4B78-A436-C94346D0BEF0}"/>
              </a:ext>
            </a:extLst>
          </p:cNvPr>
          <p:cNvSpPr>
            <a:spLocks noGrp="1"/>
          </p:cNvSpPr>
          <p:nvPr/>
        </p:nvSpPr>
        <p:spPr>
          <a:xfrm>
            <a:off x="10863263" y="2733675"/>
            <a:ext cx="133350" cy="199072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BBC05">
                  <a:alpha val="92000"/>
                </a:srgbClr>
              </a:gs>
              <a:gs pos="100000">
                <a:srgbClr val="FBBC0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3" name="chart-bar">
            <a:extLst>
              <a:ext uri="{FF2B5EF4-FFF2-40B4-BE49-F238E27FC236}">
                <a16:creationId xmlns:a16="http://schemas.microsoft.com/office/drawing/2014/main" id="{8E844CED-A633-4835-BD51-B4B237C14E0C}"/>
              </a:ext>
            </a:extLst>
          </p:cNvPr>
          <p:cNvSpPr>
            <a:spLocks noGrp="1"/>
          </p:cNvSpPr>
          <p:nvPr/>
        </p:nvSpPr>
        <p:spPr>
          <a:xfrm>
            <a:off x="11025188" y="3362325"/>
            <a:ext cx="133350" cy="1362075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34A853">
                  <a:alpha val="92000"/>
                </a:srgbClr>
              </a:gs>
              <a:gs pos="100000">
                <a:srgbClr val="34A853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4" name="chart-bar">
            <a:extLst>
              <a:ext uri="{FF2B5EF4-FFF2-40B4-BE49-F238E27FC236}">
                <a16:creationId xmlns:a16="http://schemas.microsoft.com/office/drawing/2014/main" id="{A1ACD793-D997-4D52-9429-85A898833E4F}"/>
              </a:ext>
            </a:extLst>
          </p:cNvPr>
          <p:cNvSpPr>
            <a:spLocks noGrp="1"/>
          </p:cNvSpPr>
          <p:nvPr/>
        </p:nvSpPr>
        <p:spPr>
          <a:xfrm>
            <a:off x="11187113" y="3425190"/>
            <a:ext cx="133350" cy="129921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583B95">
                  <a:alpha val="92000"/>
                </a:srgbClr>
              </a:gs>
              <a:gs pos="100000">
                <a:srgbClr val="583B95">
                  <a:alpha val="7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3FC446F-0D55-4161-A664-CEA07508F022}"/>
              </a:ext>
            </a:extLst>
          </p:cNvPr>
          <p:cNvSpPr>
            <a:spLocks noGrp="1"/>
          </p:cNvSpPr>
          <p:nvPr/>
        </p:nvSpPr>
        <p:spPr>
          <a:xfrm>
            <a:off x="10425113" y="493395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Ours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63D9CAF-C13A-42EA-A936-FA6D38ADF2DB}"/>
              </a:ext>
            </a:extLst>
          </p:cNvPr>
          <p:cNvSpPr>
            <a:spLocks noGrp="1"/>
          </p:cNvSpPr>
          <p:nvPr/>
        </p:nvSpPr>
        <p:spPr>
          <a:xfrm>
            <a:off x="7258050" y="5257800"/>
            <a:ext cx="114300" cy="11430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5C90A30-C542-460E-9D30-A1F0BEC621F9}"/>
              </a:ext>
            </a:extLst>
          </p:cNvPr>
          <p:cNvSpPr>
            <a:spLocks noGrp="1"/>
          </p:cNvSpPr>
          <p:nvPr/>
        </p:nvSpPr>
        <p:spPr>
          <a:xfrm>
            <a:off x="7429500" y="521970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48EA8D2-902D-489B-A97D-05EE130AD2EB}"/>
              </a:ext>
            </a:extLst>
          </p:cNvPr>
          <p:cNvSpPr>
            <a:spLocks noGrp="1"/>
          </p:cNvSpPr>
          <p:nvPr/>
        </p:nvSpPr>
        <p:spPr>
          <a:xfrm>
            <a:off x="8191500" y="5257800"/>
            <a:ext cx="114300" cy="11430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2661A42-71A5-4B35-81DF-8F58CF87DC85}"/>
              </a:ext>
            </a:extLst>
          </p:cNvPr>
          <p:cNvSpPr>
            <a:spLocks noGrp="1"/>
          </p:cNvSpPr>
          <p:nvPr/>
        </p:nvSpPr>
        <p:spPr>
          <a:xfrm>
            <a:off x="8362950" y="521970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F1 Score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D93E7E0-6726-47DC-AA15-725CE18DF805}"/>
              </a:ext>
            </a:extLst>
          </p:cNvPr>
          <p:cNvSpPr>
            <a:spLocks noGrp="1"/>
          </p:cNvSpPr>
          <p:nvPr/>
        </p:nvSpPr>
        <p:spPr>
          <a:xfrm>
            <a:off x="9105900" y="5257800"/>
            <a:ext cx="114300" cy="11430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05A9F02-52BE-4E40-8716-B708D79CD3FE}"/>
              </a:ext>
            </a:extLst>
          </p:cNvPr>
          <p:cNvSpPr>
            <a:spLocks noGrp="1"/>
          </p:cNvSpPr>
          <p:nvPr/>
        </p:nvSpPr>
        <p:spPr>
          <a:xfrm>
            <a:off x="9277350" y="52197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EM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5B0994C-642D-4469-8A48-BFAB87218070}"/>
              </a:ext>
            </a:extLst>
          </p:cNvPr>
          <p:cNvSpPr>
            <a:spLocks noGrp="1"/>
          </p:cNvSpPr>
          <p:nvPr/>
        </p:nvSpPr>
        <p:spPr>
          <a:xfrm>
            <a:off x="9696450" y="5257800"/>
            <a:ext cx="114300" cy="11430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E1B57CE-B5A0-4726-AB4A-5EED4F0D2A82}"/>
              </a:ext>
            </a:extLst>
          </p:cNvPr>
          <p:cNvSpPr>
            <a:spLocks noGrp="1"/>
          </p:cNvSpPr>
          <p:nvPr/>
        </p:nvSpPr>
        <p:spPr>
          <a:xfrm>
            <a:off x="9867900" y="52197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BLEU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7EB7DCA-AA73-434D-AAEA-6EBBCA7373E8}"/>
              </a:ext>
            </a:extLst>
          </p:cNvPr>
          <p:cNvSpPr>
            <a:spLocks noGrp="1"/>
          </p:cNvSpPr>
          <p:nvPr/>
        </p:nvSpPr>
        <p:spPr>
          <a:xfrm>
            <a:off x="10439400" y="5257800"/>
            <a:ext cx="114300" cy="11430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BB6908F-65EF-42D3-A018-57902B2E02BA}"/>
              </a:ext>
            </a:extLst>
          </p:cNvPr>
          <p:cNvSpPr>
            <a:spLocks noGrp="1"/>
          </p:cNvSpPr>
          <p:nvPr/>
        </p:nvSpPr>
        <p:spPr>
          <a:xfrm>
            <a:off x="10610850" y="5219700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ROUGE-L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344EF25-09F5-4CD3-988F-48C5DC6D3A47}"/>
              </a:ext>
            </a:extLst>
          </p:cNvPr>
          <p:cNvSpPr>
            <a:spLocks noGrp="1"/>
          </p:cNvSpPr>
          <p:nvPr/>
        </p:nvSpPr>
        <p:spPr>
          <a:xfrm>
            <a:off x="304800" y="641985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1811ADE-DB92-423E-AF27-386343EACC58}"/>
              </a:ext>
            </a:extLst>
          </p:cNvPr>
          <p:cNvSpPr>
            <a:spLocks noGrp="1"/>
          </p:cNvSpPr>
          <p:nvPr/>
        </p:nvSpPr>
        <p:spPr>
          <a:xfrm>
            <a:off x="10591800" y="6419850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42231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9FF"/>
            </a:gs>
            <a:gs pos="24000">
              <a:srgbClr val="FAFAFA"/>
            </a:gs>
            <a:gs pos="100000">
              <a:srgbClr val="FAFAFA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F2790A58-4E8D-4013-8AE6-040D31743D37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A3326F-7740-49F2-A4D7-9BDC23784EB3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Full Image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BE3489-72D0-4C7F-A9ED-1571F74B2463}"/>
              </a:ext>
            </a:extLst>
          </p:cNvPr>
          <p:cNvSpPr>
            <a:spLocks noGrp="1"/>
          </p:cNvSpPr>
          <p:nvPr/>
        </p:nvSpPr>
        <p:spPr>
          <a:xfrm>
            <a:off x="628650" y="1047750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33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Architecture Overview</a:t>
            </a:r>
          </a:p>
        </p:txBody>
      </p:sp>
      <p:sp>
        <p:nvSpPr>
          <p:cNvPr id="4" name="brand-bar-1">
            <a:extLst>
              <a:ext uri="{FF2B5EF4-FFF2-40B4-BE49-F238E27FC236}">
                <a16:creationId xmlns:a16="http://schemas.microsoft.com/office/drawing/2014/main" id="{1E851557-2066-4E6C-87D4-BB1624667B7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5" name="brand-bar-2">
            <a:extLst>
              <a:ext uri="{FF2B5EF4-FFF2-40B4-BE49-F238E27FC236}">
                <a16:creationId xmlns:a16="http://schemas.microsoft.com/office/drawing/2014/main" id="{2E7A6CFA-BA15-4998-A3C8-7E1FC06DACEA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" name="brand-bar-3">
            <a:extLst>
              <a:ext uri="{FF2B5EF4-FFF2-40B4-BE49-F238E27FC236}">
                <a16:creationId xmlns:a16="http://schemas.microsoft.com/office/drawing/2014/main" id="{398720FB-B827-4CA9-B5A0-B962B9F7C814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7" name="brand-bar-4">
            <a:extLst>
              <a:ext uri="{FF2B5EF4-FFF2-40B4-BE49-F238E27FC236}">
                <a16:creationId xmlns:a16="http://schemas.microsoft.com/office/drawing/2014/main" id="{54C819E6-961D-425A-BCF2-3A233597CEFB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8" name="brand-bar-5">
            <a:extLst>
              <a:ext uri="{FF2B5EF4-FFF2-40B4-BE49-F238E27FC236}">
                <a16:creationId xmlns:a16="http://schemas.microsoft.com/office/drawing/2014/main" id="{423C28AD-D2A3-47F8-B89F-51A302562190}"/>
              </a:ext>
            </a:extLst>
          </p:cNvPr>
          <p:cNvSpPr>
            <a:spLocks noGrp="1"/>
          </p:cNvSpPr>
          <p:nvPr/>
        </p:nvSpPr>
        <p:spPr>
          <a:xfrm>
            <a:off x="1600200" y="1714500"/>
            <a:ext cx="152400" cy="23813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9" name="decor-curve">
            <a:extLst>
              <a:ext uri="{FF2B5EF4-FFF2-40B4-BE49-F238E27FC236}">
                <a16:creationId xmlns:a16="http://schemas.microsoft.com/office/drawing/2014/main" id="{6B9C91DD-FCFA-4374-BC66-FBD0E54EEA9B}"/>
              </a:ext>
            </a:extLst>
          </p:cNvPr>
          <p:cNvSpPr>
            <a:spLocks noGrp="1"/>
          </p:cNvSpPr>
          <p:nvPr/>
        </p:nvSpPr>
        <p:spPr>
          <a:xfrm>
            <a:off x="714375" y="6334125"/>
            <a:ext cx="3286125" cy="643776"/>
          </a:xfrm>
          <a:custGeom>
            <a:avLst/>
            <a:gdLst/>
            <a:ahLst/>
            <a:cxnLst/>
            <a:rect l="0" t="0" r="0" b="0"/>
            <a:pathLst>
              <a:path w="3286125" h="643776">
                <a:moveTo>
                  <a:pt x="0" y="390525"/>
                </a:moveTo>
                <a:lnTo>
                  <a:pt x="93743" y="435295"/>
                </a:lnTo>
                <a:lnTo>
                  <a:pt x="189236" y="475715"/>
                </a:lnTo>
                <a:lnTo>
                  <a:pt x="286479" y="511787"/>
                </a:lnTo>
                <a:lnTo>
                  <a:pt x="385471" y="543508"/>
                </a:lnTo>
                <a:lnTo>
                  <a:pt x="486212" y="570880"/>
                </a:lnTo>
                <a:lnTo>
                  <a:pt x="588703" y="593903"/>
                </a:lnTo>
                <a:lnTo>
                  <a:pt x="692944" y="612577"/>
                </a:lnTo>
                <a:lnTo>
                  <a:pt x="798934" y="626901"/>
                </a:lnTo>
                <a:lnTo>
                  <a:pt x="906673" y="636875"/>
                </a:lnTo>
                <a:lnTo>
                  <a:pt x="1016162" y="642500"/>
                </a:lnTo>
                <a:lnTo>
                  <a:pt x="1127400" y="643776"/>
                </a:lnTo>
                <a:lnTo>
                  <a:pt x="1240388" y="640702"/>
                </a:lnTo>
                <a:lnTo>
                  <a:pt x="1355126" y="633279"/>
                </a:lnTo>
                <a:lnTo>
                  <a:pt x="1471613" y="621506"/>
                </a:lnTo>
                <a:lnTo>
                  <a:pt x="1589849" y="605384"/>
                </a:lnTo>
                <a:lnTo>
                  <a:pt x="1709835" y="584913"/>
                </a:lnTo>
                <a:lnTo>
                  <a:pt x="1831570" y="560092"/>
                </a:lnTo>
                <a:lnTo>
                  <a:pt x="1955055" y="530922"/>
                </a:lnTo>
                <a:lnTo>
                  <a:pt x="2080289" y="497402"/>
                </a:lnTo>
                <a:lnTo>
                  <a:pt x="2207273" y="459533"/>
                </a:lnTo>
                <a:lnTo>
                  <a:pt x="2336006" y="417314"/>
                </a:lnTo>
                <a:lnTo>
                  <a:pt x="2466489" y="370746"/>
                </a:lnTo>
                <a:lnTo>
                  <a:pt x="2598721" y="319829"/>
                </a:lnTo>
                <a:lnTo>
                  <a:pt x="2732703" y="264562"/>
                </a:lnTo>
                <a:lnTo>
                  <a:pt x="2868434" y="204945"/>
                </a:lnTo>
                <a:lnTo>
                  <a:pt x="3005915" y="140980"/>
                </a:lnTo>
                <a:lnTo>
                  <a:pt x="3145145" y="72665"/>
                </a:lnTo>
                <a:lnTo>
                  <a:pt x="3286125" y="0"/>
                </a:lnTo>
              </a:path>
            </a:pathLst>
          </a:custGeom>
          <a:noFill/>
          <a:ln w="7620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0" name="decor-dot">
            <a:extLst>
              <a:ext uri="{FF2B5EF4-FFF2-40B4-BE49-F238E27FC236}">
                <a16:creationId xmlns:a16="http://schemas.microsoft.com/office/drawing/2014/main" id="{5E91946E-AC35-4C6D-90B4-2A6FAAFF878D}"/>
              </a:ext>
            </a:extLst>
          </p:cNvPr>
          <p:cNvSpPr>
            <a:spLocks noGrp="1"/>
          </p:cNvSpPr>
          <p:nvPr/>
        </p:nvSpPr>
        <p:spPr>
          <a:xfrm>
            <a:off x="2141765" y="6947936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1" name="decor-dot">
            <a:extLst>
              <a:ext uri="{FF2B5EF4-FFF2-40B4-BE49-F238E27FC236}">
                <a16:creationId xmlns:a16="http://schemas.microsoft.com/office/drawing/2014/main" id="{59CE4CFB-41C1-48F1-A5D0-A4806C082800}"/>
              </a:ext>
            </a:extLst>
          </p:cNvPr>
          <p:cNvSpPr>
            <a:spLocks noGrp="1"/>
          </p:cNvSpPr>
          <p:nvPr/>
        </p:nvSpPr>
        <p:spPr>
          <a:xfrm>
            <a:off x="2613344" y="6864619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2" name="decor-dot">
            <a:extLst>
              <a:ext uri="{FF2B5EF4-FFF2-40B4-BE49-F238E27FC236}">
                <a16:creationId xmlns:a16="http://schemas.microsoft.com/office/drawing/2014/main" id="{88C54BE3-911C-49D6-B251-750105012217}"/>
              </a:ext>
            </a:extLst>
          </p:cNvPr>
          <p:cNvSpPr>
            <a:spLocks noGrp="1"/>
          </p:cNvSpPr>
          <p:nvPr/>
        </p:nvSpPr>
        <p:spPr>
          <a:xfrm>
            <a:off x="3111806" y="6714467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3" name="decor-curve">
            <a:extLst>
              <a:ext uri="{FF2B5EF4-FFF2-40B4-BE49-F238E27FC236}">
                <a16:creationId xmlns:a16="http://schemas.microsoft.com/office/drawing/2014/main" id="{C6235E31-5F5E-4F60-B6B9-E59CE2D5CF7E}"/>
              </a:ext>
            </a:extLst>
          </p:cNvPr>
          <p:cNvSpPr>
            <a:spLocks noGrp="1"/>
          </p:cNvSpPr>
          <p:nvPr/>
        </p:nvSpPr>
        <p:spPr>
          <a:xfrm>
            <a:off x="714375" y="6553200"/>
            <a:ext cx="6048375" cy="627265"/>
          </a:xfrm>
          <a:custGeom>
            <a:avLst/>
            <a:gdLst/>
            <a:ahLst/>
            <a:cxnLst/>
            <a:rect l="0" t="0" r="0" b="0"/>
            <a:pathLst>
              <a:path w="6048375" h="627265">
                <a:moveTo>
                  <a:pt x="0" y="171450"/>
                </a:moveTo>
                <a:lnTo>
                  <a:pt x="204204" y="239461"/>
                </a:lnTo>
                <a:lnTo>
                  <a:pt x="409283" y="301981"/>
                </a:lnTo>
                <a:lnTo>
                  <a:pt x="615237" y="359010"/>
                </a:lnTo>
                <a:lnTo>
                  <a:pt x="822066" y="410547"/>
                </a:lnTo>
                <a:lnTo>
                  <a:pt x="1029769" y="456593"/>
                </a:lnTo>
                <a:lnTo>
                  <a:pt x="1238347" y="497147"/>
                </a:lnTo>
                <a:lnTo>
                  <a:pt x="1447800" y="532209"/>
                </a:lnTo>
                <a:lnTo>
                  <a:pt x="1658128" y="561781"/>
                </a:lnTo>
                <a:lnTo>
                  <a:pt x="1869330" y="585860"/>
                </a:lnTo>
                <a:lnTo>
                  <a:pt x="2081407" y="604449"/>
                </a:lnTo>
                <a:lnTo>
                  <a:pt x="2294359" y="617546"/>
                </a:lnTo>
                <a:lnTo>
                  <a:pt x="2508185" y="625151"/>
                </a:lnTo>
                <a:lnTo>
                  <a:pt x="2722886" y="627265"/>
                </a:lnTo>
                <a:lnTo>
                  <a:pt x="2938463" y="623888"/>
                </a:lnTo>
                <a:lnTo>
                  <a:pt x="3154913" y="615019"/>
                </a:lnTo>
                <a:lnTo>
                  <a:pt x="3372239" y="600658"/>
                </a:lnTo>
                <a:lnTo>
                  <a:pt x="3590439" y="580806"/>
                </a:lnTo>
                <a:lnTo>
                  <a:pt x="3809514" y="555463"/>
                </a:lnTo>
                <a:lnTo>
                  <a:pt x="4029464" y="524628"/>
                </a:lnTo>
                <a:lnTo>
                  <a:pt x="4250288" y="488302"/>
                </a:lnTo>
                <a:lnTo>
                  <a:pt x="4471988" y="446484"/>
                </a:lnTo>
                <a:lnTo>
                  <a:pt x="4694561" y="399175"/>
                </a:lnTo>
                <a:lnTo>
                  <a:pt x="4918010" y="346375"/>
                </a:lnTo>
                <a:lnTo>
                  <a:pt x="5142334" y="288083"/>
                </a:lnTo>
                <a:lnTo>
                  <a:pt x="5367532" y="224299"/>
                </a:lnTo>
                <a:lnTo>
                  <a:pt x="5593605" y="155024"/>
                </a:lnTo>
                <a:lnTo>
                  <a:pt x="5820553" y="80258"/>
                </a:lnTo>
                <a:lnTo>
                  <a:pt x="6048375" y="0"/>
                </a:lnTo>
              </a:path>
            </a:pathLst>
          </a:custGeom>
          <a:noFill/>
          <a:ln w="7620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14" name="decor-dot">
            <a:extLst>
              <a:ext uri="{FF2B5EF4-FFF2-40B4-BE49-F238E27FC236}">
                <a16:creationId xmlns:a16="http://schemas.microsoft.com/office/drawing/2014/main" id="{AD5E6F04-2AC6-4358-AD14-EB3ADB0673AF}"/>
              </a:ext>
            </a:extLst>
          </p:cNvPr>
          <p:cNvSpPr>
            <a:spLocks noGrp="1"/>
          </p:cNvSpPr>
          <p:nvPr/>
        </p:nvSpPr>
        <p:spPr>
          <a:xfrm>
            <a:off x="3580958" y="7167157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5" name="decor-dot">
            <a:extLst>
              <a:ext uri="{FF2B5EF4-FFF2-40B4-BE49-F238E27FC236}">
                <a16:creationId xmlns:a16="http://schemas.microsoft.com/office/drawing/2014/main" id="{4F94912B-93B8-40A6-8E18-2F589CB8A752}"/>
              </a:ext>
            </a:extLst>
          </p:cNvPr>
          <p:cNvSpPr>
            <a:spLocks noGrp="1"/>
          </p:cNvSpPr>
          <p:nvPr/>
        </p:nvSpPr>
        <p:spPr>
          <a:xfrm>
            <a:off x="4433491" y="7106989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6" name="decor-curve">
            <a:extLst>
              <a:ext uri="{FF2B5EF4-FFF2-40B4-BE49-F238E27FC236}">
                <a16:creationId xmlns:a16="http://schemas.microsoft.com/office/drawing/2014/main" id="{776D48FF-E880-42E0-955A-755FBAE9DFB4}"/>
              </a:ext>
            </a:extLst>
          </p:cNvPr>
          <p:cNvSpPr>
            <a:spLocks noGrp="1"/>
          </p:cNvSpPr>
          <p:nvPr/>
        </p:nvSpPr>
        <p:spPr>
          <a:xfrm>
            <a:off x="714375" y="6191250"/>
            <a:ext cx="9096375" cy="806515"/>
          </a:xfrm>
          <a:custGeom>
            <a:avLst/>
            <a:gdLst/>
            <a:ahLst/>
            <a:cxnLst/>
            <a:rect l="0" t="0" r="0" b="0"/>
            <a:pathLst>
              <a:path w="9096375" h="806515">
                <a:moveTo>
                  <a:pt x="0" y="533400"/>
                </a:moveTo>
                <a:lnTo>
                  <a:pt x="324871" y="583892"/>
                </a:lnTo>
                <a:lnTo>
                  <a:pt x="649741" y="629233"/>
                </a:lnTo>
                <a:lnTo>
                  <a:pt x="974612" y="669423"/>
                </a:lnTo>
                <a:lnTo>
                  <a:pt x="1299482" y="704461"/>
                </a:lnTo>
                <a:lnTo>
                  <a:pt x="1624353" y="734348"/>
                </a:lnTo>
                <a:lnTo>
                  <a:pt x="1949223" y="759084"/>
                </a:lnTo>
                <a:lnTo>
                  <a:pt x="2274094" y="778669"/>
                </a:lnTo>
                <a:lnTo>
                  <a:pt x="2598964" y="793102"/>
                </a:lnTo>
                <a:lnTo>
                  <a:pt x="2923835" y="802384"/>
                </a:lnTo>
                <a:lnTo>
                  <a:pt x="3248705" y="806515"/>
                </a:lnTo>
                <a:lnTo>
                  <a:pt x="3573576" y="805494"/>
                </a:lnTo>
                <a:lnTo>
                  <a:pt x="3898446" y="799322"/>
                </a:lnTo>
                <a:lnTo>
                  <a:pt x="4223317" y="787999"/>
                </a:lnTo>
                <a:lnTo>
                  <a:pt x="4548188" y="771525"/>
                </a:lnTo>
                <a:lnTo>
                  <a:pt x="4873058" y="749899"/>
                </a:lnTo>
                <a:lnTo>
                  <a:pt x="5197929" y="723122"/>
                </a:lnTo>
                <a:lnTo>
                  <a:pt x="5522799" y="691194"/>
                </a:lnTo>
                <a:lnTo>
                  <a:pt x="5847670" y="654115"/>
                </a:lnTo>
                <a:lnTo>
                  <a:pt x="6172540" y="611884"/>
                </a:lnTo>
                <a:lnTo>
                  <a:pt x="6497411" y="564502"/>
                </a:lnTo>
                <a:lnTo>
                  <a:pt x="6822281" y="511969"/>
                </a:lnTo>
                <a:lnTo>
                  <a:pt x="7147152" y="454284"/>
                </a:lnTo>
                <a:lnTo>
                  <a:pt x="7472022" y="391448"/>
                </a:lnTo>
                <a:lnTo>
                  <a:pt x="7796893" y="323461"/>
                </a:lnTo>
                <a:lnTo>
                  <a:pt x="8121763" y="250323"/>
                </a:lnTo>
                <a:lnTo>
                  <a:pt x="8446634" y="172033"/>
                </a:lnTo>
                <a:lnTo>
                  <a:pt x="8771504" y="88592"/>
                </a:lnTo>
                <a:lnTo>
                  <a:pt x="9096375" y="0"/>
                </a:lnTo>
              </a:path>
            </a:pathLst>
          </a:custGeom>
          <a:noFill/>
          <a:ln w="7620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7" name="decor-dot">
            <a:extLst>
              <a:ext uri="{FF2B5EF4-FFF2-40B4-BE49-F238E27FC236}">
                <a16:creationId xmlns:a16="http://schemas.microsoft.com/office/drawing/2014/main" id="{9CF65BFC-23C4-4005-BDB2-3B85FE0E9145}"/>
              </a:ext>
            </a:extLst>
          </p:cNvPr>
          <p:cNvSpPr>
            <a:spLocks noGrp="1"/>
          </p:cNvSpPr>
          <p:nvPr/>
        </p:nvSpPr>
        <p:spPr>
          <a:xfrm>
            <a:off x="5160169" y="6956477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8" name="decor-dot">
            <a:extLst>
              <a:ext uri="{FF2B5EF4-FFF2-40B4-BE49-F238E27FC236}">
                <a16:creationId xmlns:a16="http://schemas.microsoft.com/office/drawing/2014/main" id="{67CB8BA4-65FF-41D3-87F7-EBABAC18E4EE}"/>
              </a:ext>
            </a:extLst>
          </p:cNvPr>
          <p:cNvSpPr>
            <a:spLocks noGrp="1"/>
          </p:cNvSpPr>
          <p:nvPr/>
        </p:nvSpPr>
        <p:spPr>
          <a:xfrm>
            <a:off x="6433661" y="6847877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9" name="decor-dot">
            <a:extLst>
              <a:ext uri="{FF2B5EF4-FFF2-40B4-BE49-F238E27FC236}">
                <a16:creationId xmlns:a16="http://schemas.microsoft.com/office/drawing/2014/main" id="{296E57F7-97C1-4091-B023-52C32CD1531D}"/>
              </a:ext>
            </a:extLst>
          </p:cNvPr>
          <p:cNvSpPr>
            <a:spLocks noGrp="1"/>
          </p:cNvSpPr>
          <p:nvPr/>
        </p:nvSpPr>
        <p:spPr>
          <a:xfrm>
            <a:off x="7707154" y="6660120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0" name="decor-curve">
            <a:extLst>
              <a:ext uri="{FF2B5EF4-FFF2-40B4-BE49-F238E27FC236}">
                <a16:creationId xmlns:a16="http://schemas.microsoft.com/office/drawing/2014/main" id="{9E0C94BD-AF68-469C-93F7-4E64F640EF55}"/>
              </a:ext>
            </a:extLst>
          </p:cNvPr>
          <p:cNvSpPr>
            <a:spLocks noGrp="1"/>
          </p:cNvSpPr>
          <p:nvPr/>
        </p:nvSpPr>
        <p:spPr>
          <a:xfrm>
            <a:off x="714375" y="5829300"/>
            <a:ext cx="10906125" cy="1025128"/>
          </a:xfrm>
          <a:custGeom>
            <a:avLst/>
            <a:gdLst/>
            <a:ahLst/>
            <a:cxnLst/>
            <a:rect l="0" t="0" r="0" b="0"/>
            <a:pathLst>
              <a:path w="10906125" h="1025128">
                <a:moveTo>
                  <a:pt x="0" y="895350"/>
                </a:moveTo>
                <a:lnTo>
                  <a:pt x="401314" y="928323"/>
                </a:lnTo>
                <a:lnTo>
                  <a:pt x="801752" y="956485"/>
                </a:lnTo>
                <a:lnTo>
                  <a:pt x="1201316" y="979836"/>
                </a:lnTo>
                <a:lnTo>
                  <a:pt x="1600006" y="998376"/>
                </a:lnTo>
                <a:lnTo>
                  <a:pt x="1997820" y="1012104"/>
                </a:lnTo>
                <a:lnTo>
                  <a:pt x="2394760" y="1021022"/>
                </a:lnTo>
                <a:lnTo>
                  <a:pt x="2790825" y="1025128"/>
                </a:lnTo>
                <a:lnTo>
                  <a:pt x="3186015" y="1024423"/>
                </a:lnTo>
                <a:lnTo>
                  <a:pt x="3580331" y="1018908"/>
                </a:lnTo>
                <a:lnTo>
                  <a:pt x="3973772" y="1008581"/>
                </a:lnTo>
                <a:lnTo>
                  <a:pt x="4366338" y="993443"/>
                </a:lnTo>
                <a:lnTo>
                  <a:pt x="4758029" y="973494"/>
                </a:lnTo>
                <a:lnTo>
                  <a:pt x="5148846" y="948734"/>
                </a:lnTo>
                <a:lnTo>
                  <a:pt x="5538788" y="919163"/>
                </a:lnTo>
                <a:lnTo>
                  <a:pt x="5927855" y="884780"/>
                </a:lnTo>
                <a:lnTo>
                  <a:pt x="6316047" y="845587"/>
                </a:lnTo>
                <a:lnTo>
                  <a:pt x="6703365" y="801582"/>
                </a:lnTo>
                <a:lnTo>
                  <a:pt x="7089807" y="752767"/>
                </a:lnTo>
                <a:lnTo>
                  <a:pt x="7475376" y="699140"/>
                </a:lnTo>
                <a:lnTo>
                  <a:pt x="7860069" y="640702"/>
                </a:lnTo>
                <a:lnTo>
                  <a:pt x="8243888" y="577453"/>
                </a:lnTo>
                <a:lnTo>
                  <a:pt x="8626831" y="509393"/>
                </a:lnTo>
                <a:lnTo>
                  <a:pt x="9008901" y="436522"/>
                </a:lnTo>
                <a:lnTo>
                  <a:pt x="9390095" y="358840"/>
                </a:lnTo>
                <a:lnTo>
                  <a:pt x="9770415" y="276346"/>
                </a:lnTo>
                <a:lnTo>
                  <a:pt x="10149859" y="189042"/>
                </a:lnTo>
                <a:lnTo>
                  <a:pt x="10528430" y="96927"/>
                </a:lnTo>
                <a:lnTo>
                  <a:pt x="10906125" y="0"/>
                </a:lnTo>
              </a:path>
            </a:pathLst>
          </a:custGeom>
          <a:noFill/>
          <a:ln w="7620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1" name="decor-dot">
            <a:extLst>
              <a:ext uri="{FF2B5EF4-FFF2-40B4-BE49-F238E27FC236}">
                <a16:creationId xmlns:a16="http://schemas.microsoft.com/office/drawing/2014/main" id="{556A2E66-1796-47DB-8AEC-AB980274B97E}"/>
              </a:ext>
            </a:extLst>
          </p:cNvPr>
          <p:cNvSpPr>
            <a:spLocks noGrp="1"/>
          </p:cNvSpPr>
          <p:nvPr/>
        </p:nvSpPr>
        <p:spPr>
          <a:xfrm>
            <a:off x="6132637" y="6745797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2" name="decor-dot">
            <a:extLst>
              <a:ext uri="{FF2B5EF4-FFF2-40B4-BE49-F238E27FC236}">
                <a16:creationId xmlns:a16="http://schemas.microsoft.com/office/drawing/2014/main" id="{B49E324A-A13D-4389-8457-45ECDDF460A8}"/>
              </a:ext>
            </a:extLst>
          </p:cNvPr>
          <p:cNvSpPr>
            <a:spLocks noGrp="1"/>
          </p:cNvSpPr>
          <p:nvPr/>
        </p:nvSpPr>
        <p:spPr>
          <a:xfrm>
            <a:off x="7653734" y="6588764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D9DFFAC-3235-4129-9B1E-18EC75CC27B3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838200" cy="781050"/>
          </a:xfrm>
          <a:prstGeom prst="roundRect">
            <a:avLst>
              <a:gd name="adj" fmla="val 9756"/>
            </a:avLst>
          </a:prstGeom>
          <a:gradFill>
            <a:gsLst>
              <a:gs pos="0">
                <a:srgbClr val="EAF3FF"/>
              </a:gs>
              <a:gs pos="100000">
                <a:srgbClr val="F8FBFF"/>
              </a:gs>
            </a:gsLst>
            <a:lin ang="8100000"/>
          </a:gradFill>
          <a:ln w="9525">
            <a:solidFill>
              <a:srgbClr val="A8C8F9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Input</a:t>
            </a:r>
          </a:p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EFDD81F0-3DE0-4830-AAAD-7321E47013CE}"/>
              </a:ext>
            </a:extLst>
          </p:cNvPr>
          <p:cNvSpPr>
            <a:spLocks noGrp="1"/>
          </p:cNvSpPr>
          <p:nvPr/>
        </p:nvSpPr>
        <p:spPr>
          <a:xfrm>
            <a:off x="2209800" y="3486150"/>
            <a:ext cx="1333500" cy="590550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9F8EE"/>
              </a:gs>
              <a:gs pos="100000">
                <a:srgbClr val="F8FFFA"/>
              </a:gs>
            </a:gsLst>
            <a:lin ang="8100000"/>
          </a:gradFill>
          <a:ln w="9525">
            <a:solidFill>
              <a:srgbClr val="A6DEB7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1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533"/>
                </a:solidFill>
                <a:latin typeface="Aptos"/>
                <a:ea typeface="Aptos"/>
                <a:cs typeface="Aptos"/>
              </a:rPr>
              <a:t>Tokenizer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4B514BE9-42DA-4DFB-9E29-E004AC6AAEBF}"/>
              </a:ext>
            </a:extLst>
          </p:cNvPr>
          <p:cNvSpPr>
            <a:spLocks noGrp="1"/>
          </p:cNvSpPr>
          <p:nvPr/>
        </p:nvSpPr>
        <p:spPr>
          <a:xfrm>
            <a:off x="4095750" y="2952750"/>
            <a:ext cx="2095500" cy="238125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FFF3C7">
                  <a:alpha val="70000"/>
                </a:srgbClr>
              </a:gs>
              <a:gs pos="100000">
                <a:srgbClr val="FFFBEA"/>
              </a:gs>
            </a:gsLst>
            <a:lin ang="8100000"/>
          </a:gradFill>
          <a:ln w="9525">
            <a:solidFill>
              <a:srgbClr val="F2D271"/>
            </a:solidFill>
            <a:prstDash val="solid"/>
          </a:ln>
        </p:spPr>
        <p:txBody>
          <a:bodyPr lIns="57150" tIns="38100" rIns="57150" bIns="38100" anchor="ctr"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555649-319D-4C6D-96A2-1DBB0205B3D5}"/>
              </a:ext>
            </a:extLst>
          </p:cNvPr>
          <p:cNvSpPr>
            <a:spLocks noGrp="1"/>
          </p:cNvSpPr>
          <p:nvPr/>
        </p:nvSpPr>
        <p:spPr>
          <a:xfrm>
            <a:off x="4095750" y="3219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500" b="1">
                <a:solidFill>
                  <a:srgbClr val="071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42F"/>
                </a:solidFill>
                <a:latin typeface="Aptos"/>
                <a:ea typeface="Aptos"/>
                <a:cs typeface="Aptos"/>
              </a:rPr>
              <a:t>Encoder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BF81BE60-4101-4959-81C5-07A9819BA8AB}"/>
              </a:ext>
            </a:extLst>
          </p:cNvPr>
          <p:cNvSpPr>
            <a:spLocks noGrp="1"/>
          </p:cNvSpPr>
          <p:nvPr/>
        </p:nvSpPr>
        <p:spPr>
          <a:xfrm>
            <a:off x="4400550" y="3638550"/>
            <a:ext cx="150495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F3DA8B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Self-Attention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61D3EB5A-AD45-4E65-95D1-D9C7C95F7900}"/>
              </a:ext>
            </a:extLst>
          </p:cNvPr>
          <p:cNvSpPr>
            <a:spLocks noGrp="1"/>
          </p:cNvSpPr>
          <p:nvPr/>
        </p:nvSpPr>
        <p:spPr>
          <a:xfrm>
            <a:off x="4400550" y="4648200"/>
            <a:ext cx="150495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F3DA8B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Feed Forward</a:t>
            </a:r>
          </a:p>
        </p:txBody>
      </p:sp>
      <p:sp>
        <p:nvSpPr>
          <p:cNvPr id="29" name="encoder-flow">
            <a:extLst>
              <a:ext uri="{FF2B5EF4-FFF2-40B4-BE49-F238E27FC236}">
                <a16:creationId xmlns:a16="http://schemas.microsoft.com/office/drawing/2014/main" id="{9D088F0E-A882-4CDF-AA0A-6B13300BD24E}"/>
              </a:ext>
            </a:extLst>
          </p:cNvPr>
          <p:cNvSpPr>
            <a:spLocks noGrp="1"/>
          </p:cNvSpPr>
          <p:nvPr/>
        </p:nvSpPr>
        <p:spPr>
          <a:xfrm>
            <a:off x="5153025" y="4152900"/>
            <a:ext cx="9525" cy="495300"/>
          </a:xfrm>
          <a:custGeom>
            <a:avLst/>
            <a:gdLst/>
            <a:ahLst/>
            <a:cxnLst/>
            <a:rect l="0" t="0" r="0" b="0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9525">
            <a:solidFill>
              <a:srgbClr val="9AA3AF">
                <a:alpha val="5500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8B5822-DD0A-494F-B99A-DDCD707CC09F}"/>
              </a:ext>
            </a:extLst>
          </p:cNvPr>
          <p:cNvSpPr>
            <a:spLocks noGrp="1"/>
          </p:cNvSpPr>
          <p:nvPr/>
        </p:nvSpPr>
        <p:spPr>
          <a:xfrm>
            <a:off x="5753100" y="51435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071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42F"/>
                </a:solidFill>
                <a:latin typeface="Aptos"/>
                <a:ea typeface="Aptos"/>
                <a:cs typeface="Aptos"/>
              </a:rPr>
              <a:t>× L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107B403-3DAC-4260-A9BB-478A3709AA54}"/>
              </a:ext>
            </a:extLst>
          </p:cNvPr>
          <p:cNvSpPr>
            <a:spLocks noGrp="1"/>
          </p:cNvSpPr>
          <p:nvPr/>
        </p:nvSpPr>
        <p:spPr>
          <a:xfrm>
            <a:off x="6819900" y="2571750"/>
            <a:ext cx="2628900" cy="3200400"/>
          </a:xfrm>
          <a:prstGeom prst="roundRect">
            <a:avLst>
              <a:gd name="adj" fmla="val 3623"/>
            </a:avLst>
          </a:prstGeom>
          <a:gradFill>
            <a:gsLst>
              <a:gs pos="0">
                <a:srgbClr val="FFE7E7">
                  <a:alpha val="76000"/>
                </a:srgbClr>
              </a:gs>
              <a:gs pos="100000">
                <a:srgbClr val="FFF8F8"/>
              </a:gs>
            </a:gsLst>
            <a:lin ang="8100000"/>
          </a:gradFill>
          <a:ln w="9525">
            <a:solidFill>
              <a:srgbClr val="F4B7B4"/>
            </a:solidFill>
            <a:prstDash val="solid"/>
          </a:ln>
        </p:spPr>
        <p:txBody>
          <a:bodyPr lIns="57150" tIns="38100" rIns="57150" bIns="38100" anchor="ctr"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3A8D1C-E9C4-4AA0-B150-A4A4A264DB68}"/>
              </a:ext>
            </a:extLst>
          </p:cNvPr>
          <p:cNvSpPr>
            <a:spLocks noGrp="1"/>
          </p:cNvSpPr>
          <p:nvPr/>
        </p:nvSpPr>
        <p:spPr>
          <a:xfrm>
            <a:off x="6819900" y="2876550"/>
            <a:ext cx="2628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500" b="1">
                <a:solidFill>
                  <a:srgbClr val="071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42F"/>
                </a:solidFill>
                <a:latin typeface="Aptos"/>
                <a:ea typeface="Aptos"/>
                <a:cs typeface="Aptos"/>
              </a:rPr>
              <a:t>Decoder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8B13C83B-E1AB-4442-A597-41D328329BD0}"/>
              </a:ext>
            </a:extLst>
          </p:cNvPr>
          <p:cNvSpPr>
            <a:spLocks noGrp="1"/>
          </p:cNvSpPr>
          <p:nvPr/>
        </p:nvSpPr>
        <p:spPr>
          <a:xfrm>
            <a:off x="7181850" y="3333750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F1B8B5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Masked</a:t>
            </a:r>
          </a:p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Self-Attention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B783A750-60E7-4003-8E5C-C64E8F8FCEEC}"/>
              </a:ext>
            </a:extLst>
          </p:cNvPr>
          <p:cNvSpPr>
            <a:spLocks noGrp="1"/>
          </p:cNvSpPr>
          <p:nvPr/>
        </p:nvSpPr>
        <p:spPr>
          <a:xfrm>
            <a:off x="7181850" y="434340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F1B8B5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Cross-Attention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A4AC77C7-E54E-47E6-A2FC-A9E038EEF61A}"/>
              </a:ext>
            </a:extLst>
          </p:cNvPr>
          <p:cNvSpPr>
            <a:spLocks noGrp="1"/>
          </p:cNvSpPr>
          <p:nvPr/>
        </p:nvSpPr>
        <p:spPr>
          <a:xfrm>
            <a:off x="7181850" y="5238750"/>
            <a:ext cx="1905000" cy="514350"/>
          </a:xfrm>
          <a:prstGeom prst="roundRect">
            <a:avLst>
              <a:gd name="adj" fmla="val 14815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F1B8B5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Feed Forward</a:t>
            </a:r>
          </a:p>
        </p:txBody>
      </p:sp>
      <p:sp>
        <p:nvSpPr>
          <p:cNvPr id="36" name="decoder-flow">
            <a:extLst>
              <a:ext uri="{FF2B5EF4-FFF2-40B4-BE49-F238E27FC236}">
                <a16:creationId xmlns:a16="http://schemas.microsoft.com/office/drawing/2014/main" id="{489BD889-3E49-46B9-ADC9-CA5C02A5B1AA}"/>
              </a:ext>
            </a:extLst>
          </p:cNvPr>
          <p:cNvSpPr>
            <a:spLocks noGrp="1"/>
          </p:cNvSpPr>
          <p:nvPr/>
        </p:nvSpPr>
        <p:spPr>
          <a:xfrm>
            <a:off x="8134350" y="3924300"/>
            <a:ext cx="9525" cy="419100"/>
          </a:xfrm>
          <a:custGeom>
            <a:avLst/>
            <a:gdLst/>
            <a:ahLst/>
            <a:cxnLst/>
            <a:rect l="0" t="0" r="0" b="0"/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9525">
            <a:solidFill>
              <a:srgbClr val="9AA3AF">
                <a:alpha val="55000"/>
              </a:srgbClr>
            </a:solidFill>
            <a:prstDash val="solid"/>
          </a:ln>
        </p:spPr>
      </p:sp>
      <p:sp>
        <p:nvSpPr>
          <p:cNvPr id="37" name="decoder-flow">
            <a:extLst>
              <a:ext uri="{FF2B5EF4-FFF2-40B4-BE49-F238E27FC236}">
                <a16:creationId xmlns:a16="http://schemas.microsoft.com/office/drawing/2014/main" id="{988A1E35-24B7-4E95-85A0-9BD50CEDFEF2}"/>
              </a:ext>
            </a:extLst>
          </p:cNvPr>
          <p:cNvSpPr>
            <a:spLocks noGrp="1"/>
          </p:cNvSpPr>
          <p:nvPr/>
        </p:nvSpPr>
        <p:spPr>
          <a:xfrm>
            <a:off x="8134350" y="4857750"/>
            <a:ext cx="9525" cy="381000"/>
          </a:xfrm>
          <a:custGeom>
            <a:avLst/>
            <a:gdLst/>
            <a:ahLst/>
            <a:cxnLst/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9AA3AF">
                <a:alpha val="55000"/>
              </a:srgbClr>
            </a:solidFill>
            <a:prstDash val="solid"/>
          </a:ln>
        </p:spPr>
      </p:sp>
      <p:sp>
        <p:nvSpPr>
          <p:cNvPr id="38" name="decoder-loop">
            <a:extLst>
              <a:ext uri="{FF2B5EF4-FFF2-40B4-BE49-F238E27FC236}">
                <a16:creationId xmlns:a16="http://schemas.microsoft.com/office/drawing/2014/main" id="{03B76A0F-FA32-4CA1-AE69-C11F128F6B60}"/>
              </a:ext>
            </a:extLst>
          </p:cNvPr>
          <p:cNvSpPr>
            <a:spLocks noGrp="1"/>
          </p:cNvSpPr>
          <p:nvPr/>
        </p:nvSpPr>
        <p:spPr>
          <a:xfrm>
            <a:off x="9086850" y="3629025"/>
            <a:ext cx="200025" cy="1876425"/>
          </a:xfrm>
          <a:custGeom>
            <a:avLst/>
            <a:gdLst/>
            <a:ahLst/>
            <a:cxnLst/>
            <a:rect l="0" t="0" r="0" b="0"/>
            <a:pathLst>
              <a:path w="200025" h="1876425">
                <a:moveTo>
                  <a:pt x="0" y="0"/>
                </a:moveTo>
                <a:lnTo>
                  <a:pt x="200025" y="0"/>
                </a:lnTo>
                <a:lnTo>
                  <a:pt x="200025" y="1876425"/>
                </a:lnTo>
                <a:lnTo>
                  <a:pt x="0" y="1876425"/>
                </a:lnTo>
              </a:path>
            </a:pathLst>
          </a:custGeom>
          <a:noFill/>
          <a:ln w="9525">
            <a:solidFill>
              <a:srgbClr val="9AA3AF">
                <a:alpha val="2800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2FFB4C0-DE30-4EF0-8735-D24189C4A933}"/>
              </a:ext>
            </a:extLst>
          </p:cNvPr>
          <p:cNvSpPr>
            <a:spLocks noGrp="1"/>
          </p:cNvSpPr>
          <p:nvPr/>
        </p:nvSpPr>
        <p:spPr>
          <a:xfrm>
            <a:off x="9105900" y="55816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071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42F"/>
                </a:solidFill>
                <a:latin typeface="Aptos"/>
                <a:ea typeface="Aptos"/>
                <a:cs typeface="Aptos"/>
              </a:rPr>
              <a:t>× L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5F8B7F57-9B5A-467B-9E10-38AA40D2F39B}"/>
              </a:ext>
            </a:extLst>
          </p:cNvPr>
          <p:cNvSpPr>
            <a:spLocks noGrp="1"/>
          </p:cNvSpPr>
          <p:nvPr/>
        </p:nvSpPr>
        <p:spPr>
          <a:xfrm>
            <a:off x="10287000" y="3390900"/>
            <a:ext cx="1428750" cy="781050"/>
          </a:xfrm>
          <a:prstGeom prst="roundRect">
            <a:avLst>
              <a:gd name="adj" fmla="val 9756"/>
            </a:avLst>
          </a:prstGeom>
          <a:gradFill>
            <a:gsLst>
              <a:gs pos="0">
                <a:srgbClr val="F2E9FF"/>
              </a:gs>
              <a:gs pos="100000">
                <a:srgbClr val="FBF8FF"/>
              </a:gs>
            </a:gsLst>
            <a:lin ang="8100000"/>
          </a:gradFill>
          <a:ln w="9525">
            <a:solidFill>
              <a:srgbClr val="CDB8FA"/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Output</a:t>
            </a:r>
          </a:p>
          <a:p>
            <a:pPr algn="ctr">
              <a:defRPr sz="1500" b="0">
                <a:solidFill>
                  <a:srgbClr val="0B15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533"/>
                </a:solidFill>
                <a:latin typeface="Aptos"/>
                <a:ea typeface="Aptos"/>
                <a:cs typeface="Aptos"/>
              </a:rPr>
              <a:t>Probabilities</a:t>
            </a:r>
          </a:p>
        </p:txBody>
      </p:sp>
      <p:cxnSp>
        <p:nvCxnSpPr>
          <p:cNvPr id="88" name="直线箭头连接符 87"/>
          <p:cNvCxnSpPr>
            <a:stCxn id="23" idx="3"/>
            <a:endCxn id="24" idx="1"/>
          </p:cNvCxnSpPr>
          <p:nvPr/>
        </p:nvCxnSpPr>
        <p:spPr>
          <a:xfrm>
            <a:off x="1600200" y="3781425"/>
            <a:ext cx="609600" cy="0"/>
          </a:xfrm>
          <a:prstGeom prst="straightConnector1">
            <a:avLst/>
          </a:prstGeom>
          <a:ln w="10478">
            <a:solidFill>
              <a:srgbClr val="9AA3AF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89" name="直线箭头连接符 88"/>
          <p:cNvCxnSpPr>
            <a:stCxn id="24" idx="3"/>
            <a:endCxn id="25" idx="1"/>
          </p:cNvCxnSpPr>
          <p:nvPr/>
        </p:nvCxnSpPr>
        <p:spPr>
          <a:xfrm>
            <a:off x="3543300" y="3781425"/>
            <a:ext cx="552450" cy="361950"/>
          </a:xfrm>
          <a:prstGeom prst="straightConnector1">
            <a:avLst/>
          </a:prstGeom>
          <a:ln w="10478">
            <a:solidFill>
              <a:srgbClr val="9AA3AF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90" name="直线箭头连接符 89"/>
          <p:cNvCxnSpPr>
            <a:stCxn id="25" idx="3"/>
            <a:endCxn id="31" idx="1"/>
          </p:cNvCxnSpPr>
          <p:nvPr/>
        </p:nvCxnSpPr>
        <p:spPr>
          <a:xfrm>
            <a:off x="6191250" y="4143375"/>
            <a:ext cx="628650" cy="28575"/>
          </a:xfrm>
          <a:prstGeom prst="straightConnector1">
            <a:avLst/>
          </a:prstGeom>
          <a:ln w="10478">
            <a:solidFill>
              <a:srgbClr val="9AA3AF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91" name="直线箭头连接符 90"/>
          <p:cNvCxnSpPr>
            <a:stCxn id="31" idx="3"/>
            <a:endCxn id="40" idx="1"/>
          </p:cNvCxnSpPr>
          <p:nvPr/>
        </p:nvCxnSpPr>
        <p:spPr>
          <a:xfrm flipV="1">
            <a:off x="9448800" y="3781425"/>
            <a:ext cx="838200" cy="390525"/>
          </a:xfrm>
          <a:prstGeom prst="straightConnector1">
            <a:avLst/>
          </a:prstGeom>
          <a:ln w="10478">
            <a:solidFill>
              <a:srgbClr val="9AA3AF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92" name="直线箭头连接符 91"/>
          <p:cNvCxnSpPr>
            <a:stCxn id="27" idx="3"/>
            <a:endCxn id="34" idx="1"/>
          </p:cNvCxnSpPr>
          <p:nvPr/>
        </p:nvCxnSpPr>
        <p:spPr>
          <a:xfrm>
            <a:off x="5905500" y="3895725"/>
            <a:ext cx="1276350" cy="704850"/>
          </a:xfrm>
          <a:prstGeom prst="straightConnector1">
            <a:avLst/>
          </a:prstGeom>
          <a:ln w="10478">
            <a:solidFill>
              <a:srgbClr val="9AA3AF">
                <a:alpha val="72000"/>
              </a:srgbClr>
            </a:solidFill>
            <a:prstDash val="solid"/>
            <a:tailEnd type="arrow" w="sm" len="sm"/>
          </a:ln>
        </p:spPr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1CB7196F-2955-4725-8C6C-0CA47985EC55}"/>
              </a:ext>
            </a:extLst>
          </p:cNvPr>
          <p:cNvSpPr>
            <a:spLocks noGrp="1"/>
          </p:cNvSpPr>
          <p:nvPr/>
        </p:nvSpPr>
        <p:spPr>
          <a:xfrm>
            <a:off x="304800" y="641985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5AC5F31-E37D-4552-914D-5C029F062678}"/>
              </a:ext>
            </a:extLst>
          </p:cNvPr>
          <p:cNvSpPr>
            <a:spLocks noGrp="1"/>
          </p:cNvSpPr>
          <p:nvPr/>
        </p:nvSpPr>
        <p:spPr>
          <a:xfrm>
            <a:off x="10591800" y="6419850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81055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866E4FE7-104D-467D-AF77-60AA137408AD}"/>
              </a:ext>
            </a:extLst>
          </p:cNvPr>
          <p:cNvSpPr>
            <a:spLocks noGrp="1"/>
          </p:cNvSpPr>
          <p:nvPr/>
        </p:nvSpPr>
        <p:spPr>
          <a:xfrm>
            <a:off x="266700" y="266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3ADFC6-6A47-4D9F-BB9B-2FD7C316CB99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3" name="thankyou-ray">
            <a:extLst>
              <a:ext uri="{FF2B5EF4-FFF2-40B4-BE49-F238E27FC236}">
                <a16:creationId xmlns:a16="http://schemas.microsoft.com/office/drawing/2014/main" id="{F953F4CD-1C01-4EE5-B57D-15DCBC2EB9C3}"/>
              </a:ext>
            </a:extLst>
          </p:cNvPr>
          <p:cNvSpPr>
            <a:spLocks noGrp="1"/>
          </p:cNvSpPr>
          <p:nvPr/>
        </p:nvSpPr>
        <p:spPr>
          <a:xfrm>
            <a:off x="6096000" y="5314950"/>
            <a:ext cx="5715000" cy="1543050"/>
          </a:xfrm>
          <a:custGeom>
            <a:avLst/>
            <a:gdLst/>
            <a:ahLst/>
            <a:cxnLst/>
            <a:rect l="0" t="0" r="0" b="0"/>
            <a:pathLst>
              <a:path w="5715000" h="1543050">
                <a:moveTo>
                  <a:pt x="0" y="1543050"/>
                </a:moveTo>
                <a:lnTo>
                  <a:pt x="105698" y="1512215"/>
                </a:lnTo>
                <a:lnTo>
                  <a:pt x="218686" y="1479582"/>
                </a:lnTo>
                <a:lnTo>
                  <a:pt x="338964" y="1445151"/>
                </a:lnTo>
                <a:lnTo>
                  <a:pt x="466531" y="1408922"/>
                </a:lnTo>
                <a:lnTo>
                  <a:pt x="601387" y="1370895"/>
                </a:lnTo>
                <a:lnTo>
                  <a:pt x="743533" y="1331070"/>
                </a:lnTo>
                <a:lnTo>
                  <a:pt x="892969" y="1289447"/>
                </a:lnTo>
                <a:lnTo>
                  <a:pt x="1049694" y="1246026"/>
                </a:lnTo>
                <a:lnTo>
                  <a:pt x="1213709" y="1200806"/>
                </a:lnTo>
                <a:lnTo>
                  <a:pt x="1385013" y="1153789"/>
                </a:lnTo>
                <a:lnTo>
                  <a:pt x="1563607" y="1104973"/>
                </a:lnTo>
                <a:lnTo>
                  <a:pt x="1749490" y="1054359"/>
                </a:lnTo>
                <a:lnTo>
                  <a:pt x="1942663" y="1001947"/>
                </a:lnTo>
                <a:lnTo>
                  <a:pt x="2143125" y="947738"/>
                </a:lnTo>
                <a:lnTo>
                  <a:pt x="2350877" y="891730"/>
                </a:lnTo>
                <a:lnTo>
                  <a:pt x="2565918" y="833923"/>
                </a:lnTo>
                <a:lnTo>
                  <a:pt x="2788249" y="774319"/>
                </a:lnTo>
                <a:lnTo>
                  <a:pt x="3017870" y="712917"/>
                </a:lnTo>
                <a:lnTo>
                  <a:pt x="3254780" y="649717"/>
                </a:lnTo>
                <a:lnTo>
                  <a:pt x="3498980" y="584718"/>
                </a:lnTo>
                <a:lnTo>
                  <a:pt x="3750469" y="517922"/>
                </a:lnTo>
                <a:lnTo>
                  <a:pt x="4009247" y="449327"/>
                </a:lnTo>
                <a:lnTo>
                  <a:pt x="4275316" y="378935"/>
                </a:lnTo>
                <a:lnTo>
                  <a:pt x="4548673" y="306744"/>
                </a:lnTo>
                <a:lnTo>
                  <a:pt x="4829321" y="232755"/>
                </a:lnTo>
                <a:lnTo>
                  <a:pt x="5117258" y="156968"/>
                </a:lnTo>
                <a:lnTo>
                  <a:pt x="5412484" y="79383"/>
                </a:lnTo>
                <a:lnTo>
                  <a:pt x="5715000" y="0"/>
                </a:lnTo>
              </a:path>
            </a:pathLst>
          </a:custGeom>
          <a:noFill/>
          <a:ln w="7620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4" name="decor-dot">
            <a:extLst>
              <a:ext uri="{FF2B5EF4-FFF2-40B4-BE49-F238E27FC236}">
                <a16:creationId xmlns:a16="http://schemas.microsoft.com/office/drawing/2014/main" id="{F30D6904-1BB4-4EBC-9D04-881CB468C8B2}"/>
              </a:ext>
            </a:extLst>
          </p:cNvPr>
          <p:cNvSpPr>
            <a:spLocks noGrp="1"/>
          </p:cNvSpPr>
          <p:nvPr/>
        </p:nvSpPr>
        <p:spPr>
          <a:xfrm>
            <a:off x="8170831" y="6266618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5" name="decor-dot">
            <a:extLst>
              <a:ext uri="{FF2B5EF4-FFF2-40B4-BE49-F238E27FC236}">
                <a16:creationId xmlns:a16="http://schemas.microsoft.com/office/drawing/2014/main" id="{332E3497-D483-41E6-949F-B318DBB028C4}"/>
              </a:ext>
            </a:extLst>
          </p:cNvPr>
          <p:cNvSpPr>
            <a:spLocks noGrp="1"/>
          </p:cNvSpPr>
          <p:nvPr/>
        </p:nvSpPr>
        <p:spPr>
          <a:xfrm>
            <a:off x="9018937" y="6038749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6" name="thankyou-ray">
            <a:extLst>
              <a:ext uri="{FF2B5EF4-FFF2-40B4-BE49-F238E27FC236}">
                <a16:creationId xmlns:a16="http://schemas.microsoft.com/office/drawing/2014/main" id="{CCF66868-C0EA-425F-A5D9-5D0ADCB9D052}"/>
              </a:ext>
            </a:extLst>
          </p:cNvPr>
          <p:cNvSpPr>
            <a:spLocks noGrp="1"/>
          </p:cNvSpPr>
          <p:nvPr/>
        </p:nvSpPr>
        <p:spPr>
          <a:xfrm>
            <a:off x="6096000" y="4476750"/>
            <a:ext cx="5143500" cy="2381250"/>
          </a:xfrm>
          <a:custGeom>
            <a:avLst/>
            <a:gdLst/>
            <a:ahLst/>
            <a:cxnLst/>
            <a:rect l="0" t="0" r="0" b="0"/>
            <a:pathLst>
              <a:path w="5143500" h="2381250">
                <a:moveTo>
                  <a:pt x="0" y="2381250"/>
                </a:moveTo>
                <a:lnTo>
                  <a:pt x="123339" y="2291613"/>
                </a:lnTo>
                <a:lnTo>
                  <a:pt x="251149" y="2202316"/>
                </a:lnTo>
                <a:lnTo>
                  <a:pt x="383430" y="2113359"/>
                </a:lnTo>
                <a:lnTo>
                  <a:pt x="520182" y="2024743"/>
                </a:lnTo>
                <a:lnTo>
                  <a:pt x="661404" y="1936467"/>
                </a:lnTo>
                <a:lnTo>
                  <a:pt x="807098" y="1848530"/>
                </a:lnTo>
                <a:lnTo>
                  <a:pt x="957263" y="1760934"/>
                </a:lnTo>
                <a:lnTo>
                  <a:pt x="1111898" y="1673679"/>
                </a:lnTo>
                <a:lnTo>
                  <a:pt x="1271004" y="1586763"/>
                </a:lnTo>
                <a:lnTo>
                  <a:pt x="1434582" y="1500187"/>
                </a:lnTo>
                <a:lnTo>
                  <a:pt x="1602630" y="1413952"/>
                </a:lnTo>
                <a:lnTo>
                  <a:pt x="1775149" y="1328057"/>
                </a:lnTo>
                <a:lnTo>
                  <a:pt x="1952139" y="1242502"/>
                </a:lnTo>
                <a:lnTo>
                  <a:pt x="2133600" y="1157288"/>
                </a:lnTo>
                <a:lnTo>
                  <a:pt x="2319532" y="1072413"/>
                </a:lnTo>
                <a:lnTo>
                  <a:pt x="2509935" y="987879"/>
                </a:lnTo>
                <a:lnTo>
                  <a:pt x="2704808" y="903684"/>
                </a:lnTo>
                <a:lnTo>
                  <a:pt x="2904153" y="819830"/>
                </a:lnTo>
                <a:lnTo>
                  <a:pt x="3107969" y="736317"/>
                </a:lnTo>
                <a:lnTo>
                  <a:pt x="3316255" y="653143"/>
                </a:lnTo>
                <a:lnTo>
                  <a:pt x="3529013" y="570309"/>
                </a:lnTo>
                <a:lnTo>
                  <a:pt x="3746241" y="487816"/>
                </a:lnTo>
                <a:lnTo>
                  <a:pt x="3967940" y="405663"/>
                </a:lnTo>
                <a:lnTo>
                  <a:pt x="4194110" y="323850"/>
                </a:lnTo>
                <a:lnTo>
                  <a:pt x="4424751" y="242377"/>
                </a:lnTo>
                <a:lnTo>
                  <a:pt x="4659863" y="161245"/>
                </a:lnTo>
                <a:lnTo>
                  <a:pt x="4899446" y="80452"/>
                </a:lnTo>
                <a:lnTo>
                  <a:pt x="5143500" y="0"/>
                </a:lnTo>
              </a:path>
            </a:pathLst>
          </a:custGeom>
          <a:noFill/>
          <a:ln w="7620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7" name="decor-dot">
            <a:extLst>
              <a:ext uri="{FF2B5EF4-FFF2-40B4-BE49-F238E27FC236}">
                <a16:creationId xmlns:a16="http://schemas.microsoft.com/office/drawing/2014/main" id="{7F7E052A-A98A-4ABF-BEB7-3871C4603AC9}"/>
              </a:ext>
            </a:extLst>
          </p:cNvPr>
          <p:cNvSpPr>
            <a:spLocks noGrp="1"/>
          </p:cNvSpPr>
          <p:nvPr/>
        </p:nvSpPr>
        <p:spPr>
          <a:xfrm>
            <a:off x="8166910" y="5646433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8" name="decor-dot">
            <a:extLst>
              <a:ext uri="{FF2B5EF4-FFF2-40B4-BE49-F238E27FC236}">
                <a16:creationId xmlns:a16="http://schemas.microsoft.com/office/drawing/2014/main" id="{6E0A47E0-3ED4-4B8C-8764-FEAF882B543F}"/>
              </a:ext>
            </a:extLst>
          </p:cNvPr>
          <p:cNvSpPr>
            <a:spLocks noGrp="1"/>
          </p:cNvSpPr>
          <p:nvPr/>
        </p:nvSpPr>
        <p:spPr>
          <a:xfrm>
            <a:off x="8916444" y="5315299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9" name="thankyou-ray">
            <a:extLst>
              <a:ext uri="{FF2B5EF4-FFF2-40B4-BE49-F238E27FC236}">
                <a16:creationId xmlns:a16="http://schemas.microsoft.com/office/drawing/2014/main" id="{DEA81C79-85B5-4D3E-B913-7759F646E0ED}"/>
              </a:ext>
            </a:extLst>
          </p:cNvPr>
          <p:cNvSpPr>
            <a:spLocks noGrp="1"/>
          </p:cNvSpPr>
          <p:nvPr/>
        </p:nvSpPr>
        <p:spPr>
          <a:xfrm>
            <a:off x="6096000" y="3752850"/>
            <a:ext cx="4000500" cy="3105150"/>
          </a:xfrm>
          <a:custGeom>
            <a:avLst/>
            <a:gdLst/>
            <a:ahLst/>
            <a:cxnLst/>
            <a:rect l="0" t="0" r="0" b="0"/>
            <a:pathLst>
              <a:path w="4000500" h="3105150">
                <a:moveTo>
                  <a:pt x="0" y="3105150"/>
                </a:moveTo>
                <a:lnTo>
                  <a:pt x="140251" y="2964729"/>
                </a:lnTo>
                <a:lnTo>
                  <a:pt x="280696" y="2826495"/>
                </a:lnTo>
                <a:lnTo>
                  <a:pt x="421335" y="2690448"/>
                </a:lnTo>
                <a:lnTo>
                  <a:pt x="562169" y="2556588"/>
                </a:lnTo>
                <a:lnTo>
                  <a:pt x="703198" y="2424914"/>
                </a:lnTo>
                <a:lnTo>
                  <a:pt x="844420" y="2295428"/>
                </a:lnTo>
                <a:lnTo>
                  <a:pt x="985838" y="2168128"/>
                </a:lnTo>
                <a:lnTo>
                  <a:pt x="1127449" y="2043015"/>
                </a:lnTo>
                <a:lnTo>
                  <a:pt x="1269255" y="1920089"/>
                </a:lnTo>
                <a:lnTo>
                  <a:pt x="1411255" y="1799350"/>
                </a:lnTo>
                <a:lnTo>
                  <a:pt x="1553450" y="1680798"/>
                </a:lnTo>
                <a:lnTo>
                  <a:pt x="1695839" y="1564433"/>
                </a:lnTo>
                <a:lnTo>
                  <a:pt x="1838422" y="1450254"/>
                </a:lnTo>
                <a:lnTo>
                  <a:pt x="1981200" y="1338263"/>
                </a:lnTo>
                <a:lnTo>
                  <a:pt x="2124172" y="1228458"/>
                </a:lnTo>
                <a:lnTo>
                  <a:pt x="2267339" y="1120840"/>
                </a:lnTo>
                <a:lnTo>
                  <a:pt x="2410700" y="1015409"/>
                </a:lnTo>
                <a:lnTo>
                  <a:pt x="2554255" y="912165"/>
                </a:lnTo>
                <a:lnTo>
                  <a:pt x="2698005" y="811107"/>
                </a:lnTo>
                <a:lnTo>
                  <a:pt x="2841949" y="712237"/>
                </a:lnTo>
                <a:lnTo>
                  <a:pt x="2986088" y="615553"/>
                </a:lnTo>
                <a:lnTo>
                  <a:pt x="3130420" y="521056"/>
                </a:lnTo>
                <a:lnTo>
                  <a:pt x="3274948" y="428746"/>
                </a:lnTo>
                <a:lnTo>
                  <a:pt x="3419669" y="338623"/>
                </a:lnTo>
                <a:lnTo>
                  <a:pt x="3564585" y="250687"/>
                </a:lnTo>
                <a:lnTo>
                  <a:pt x="3709696" y="164938"/>
                </a:lnTo>
                <a:lnTo>
                  <a:pt x="3855001" y="81376"/>
                </a:lnTo>
                <a:lnTo>
                  <a:pt x="4000500" y="0"/>
                </a:lnTo>
              </a:path>
            </a:pathLst>
          </a:custGeom>
          <a:noFill/>
          <a:ln w="7620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10" name="decor-dot">
            <a:extLst>
              <a:ext uri="{FF2B5EF4-FFF2-40B4-BE49-F238E27FC236}">
                <a16:creationId xmlns:a16="http://schemas.microsoft.com/office/drawing/2014/main" id="{49607623-B330-473A-9492-C2B84A4A0E04}"/>
              </a:ext>
            </a:extLst>
          </p:cNvPr>
          <p:cNvSpPr>
            <a:spLocks noGrp="1"/>
          </p:cNvSpPr>
          <p:nvPr/>
        </p:nvSpPr>
        <p:spPr>
          <a:xfrm>
            <a:off x="8025773" y="5110820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1" name="decor-dot">
            <a:extLst>
              <a:ext uri="{FF2B5EF4-FFF2-40B4-BE49-F238E27FC236}">
                <a16:creationId xmlns:a16="http://schemas.microsoft.com/office/drawing/2014/main" id="{7B80ABB4-2927-4CE2-9298-E9FAB436FBD9}"/>
              </a:ext>
            </a:extLst>
          </p:cNvPr>
          <p:cNvSpPr>
            <a:spLocks noGrp="1"/>
          </p:cNvSpPr>
          <p:nvPr/>
        </p:nvSpPr>
        <p:spPr>
          <a:xfrm>
            <a:off x="8587123" y="4690501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2" name="thankyou-ray">
            <a:extLst>
              <a:ext uri="{FF2B5EF4-FFF2-40B4-BE49-F238E27FC236}">
                <a16:creationId xmlns:a16="http://schemas.microsoft.com/office/drawing/2014/main" id="{9A3F3006-4D0B-45EC-AB97-2BF5DB1DBF07}"/>
              </a:ext>
            </a:extLst>
          </p:cNvPr>
          <p:cNvSpPr>
            <a:spLocks noGrp="1"/>
          </p:cNvSpPr>
          <p:nvPr/>
        </p:nvSpPr>
        <p:spPr>
          <a:xfrm>
            <a:off x="6096000" y="5619750"/>
            <a:ext cx="2686050" cy="1238250"/>
          </a:xfrm>
          <a:custGeom>
            <a:avLst/>
            <a:gdLst/>
            <a:ahLst/>
            <a:cxnLst/>
            <a:rect l="0" t="0" r="0" b="0"/>
            <a:pathLst>
              <a:path w="2686050" h="1238250">
                <a:moveTo>
                  <a:pt x="0" y="1238250"/>
                </a:moveTo>
                <a:lnTo>
                  <a:pt x="156944" y="1228798"/>
                </a:lnTo>
                <a:lnTo>
                  <a:pt x="309368" y="1216770"/>
                </a:lnTo>
                <a:lnTo>
                  <a:pt x="457273" y="1202167"/>
                </a:lnTo>
                <a:lnTo>
                  <a:pt x="600658" y="1184988"/>
                </a:lnTo>
                <a:lnTo>
                  <a:pt x="739524" y="1165233"/>
                </a:lnTo>
                <a:lnTo>
                  <a:pt x="873870" y="1142903"/>
                </a:lnTo>
                <a:lnTo>
                  <a:pt x="1003697" y="1117997"/>
                </a:lnTo>
                <a:lnTo>
                  <a:pt x="1129004" y="1090515"/>
                </a:lnTo>
                <a:lnTo>
                  <a:pt x="1249792" y="1060458"/>
                </a:lnTo>
                <a:lnTo>
                  <a:pt x="1366060" y="1027825"/>
                </a:lnTo>
                <a:lnTo>
                  <a:pt x="1477809" y="992617"/>
                </a:lnTo>
                <a:lnTo>
                  <a:pt x="1585038" y="954833"/>
                </a:lnTo>
                <a:lnTo>
                  <a:pt x="1687747" y="914473"/>
                </a:lnTo>
                <a:lnTo>
                  <a:pt x="1785938" y="871538"/>
                </a:lnTo>
                <a:lnTo>
                  <a:pt x="1879608" y="826026"/>
                </a:lnTo>
                <a:lnTo>
                  <a:pt x="1968759" y="777940"/>
                </a:lnTo>
                <a:lnTo>
                  <a:pt x="2053391" y="727277"/>
                </a:lnTo>
                <a:lnTo>
                  <a:pt x="2133503" y="674040"/>
                </a:lnTo>
                <a:lnTo>
                  <a:pt x="2209095" y="618226"/>
                </a:lnTo>
                <a:lnTo>
                  <a:pt x="2280168" y="559837"/>
                </a:lnTo>
                <a:lnTo>
                  <a:pt x="2346722" y="498872"/>
                </a:lnTo>
                <a:lnTo>
                  <a:pt x="2408756" y="435331"/>
                </a:lnTo>
                <a:lnTo>
                  <a:pt x="2466270" y="369215"/>
                </a:lnTo>
                <a:lnTo>
                  <a:pt x="2519265" y="300523"/>
                </a:lnTo>
                <a:lnTo>
                  <a:pt x="2567741" y="229256"/>
                </a:lnTo>
                <a:lnTo>
                  <a:pt x="2611697" y="155413"/>
                </a:lnTo>
                <a:lnTo>
                  <a:pt x="2651133" y="78994"/>
                </a:lnTo>
                <a:lnTo>
                  <a:pt x="2686050" y="0"/>
                </a:lnTo>
              </a:path>
            </a:pathLst>
          </a:custGeom>
          <a:noFill/>
          <a:ln w="7620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3" name="decor-dot">
            <a:extLst>
              <a:ext uri="{FF2B5EF4-FFF2-40B4-BE49-F238E27FC236}">
                <a16:creationId xmlns:a16="http://schemas.microsoft.com/office/drawing/2014/main" id="{3F032F1A-B99E-4F70-A931-693B8D363D25}"/>
              </a:ext>
            </a:extLst>
          </p:cNvPr>
          <p:cNvSpPr>
            <a:spLocks noGrp="1"/>
          </p:cNvSpPr>
          <p:nvPr/>
        </p:nvSpPr>
        <p:spPr>
          <a:xfrm>
            <a:off x="7843470" y="6492139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4" name="decor-dot">
            <a:extLst>
              <a:ext uri="{FF2B5EF4-FFF2-40B4-BE49-F238E27FC236}">
                <a16:creationId xmlns:a16="http://schemas.microsoft.com/office/drawing/2014/main" id="{6DE050C8-505E-4498-B09B-07E94BEC729D}"/>
              </a:ext>
            </a:extLst>
          </p:cNvPr>
          <p:cNvSpPr>
            <a:spLocks noGrp="1"/>
          </p:cNvSpPr>
          <p:nvPr/>
        </p:nvSpPr>
        <p:spPr>
          <a:xfrm>
            <a:off x="8189753" y="6301822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5" name="thankyou-ray">
            <a:extLst>
              <a:ext uri="{FF2B5EF4-FFF2-40B4-BE49-F238E27FC236}">
                <a16:creationId xmlns:a16="http://schemas.microsoft.com/office/drawing/2014/main" id="{2CF0CE51-A440-48D8-BD21-2714A1195589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5905500" cy="3429000"/>
          </a:xfrm>
          <a:custGeom>
            <a:avLst/>
            <a:gdLst/>
            <a:ahLst/>
            <a:cxnLst/>
            <a:rect l="0" t="0" r="0" b="0"/>
            <a:pathLst>
              <a:path w="5905500" h="3429000">
                <a:moveTo>
                  <a:pt x="0" y="3429000"/>
                </a:moveTo>
                <a:lnTo>
                  <a:pt x="179420" y="3265860"/>
                </a:lnTo>
                <a:lnTo>
                  <a:pt x="361172" y="3105733"/>
                </a:lnTo>
                <a:lnTo>
                  <a:pt x="545258" y="2948619"/>
                </a:lnTo>
                <a:lnTo>
                  <a:pt x="731676" y="2794518"/>
                </a:lnTo>
                <a:lnTo>
                  <a:pt x="920426" y="2643430"/>
                </a:lnTo>
                <a:lnTo>
                  <a:pt x="1111509" y="2495356"/>
                </a:lnTo>
                <a:lnTo>
                  <a:pt x="1304925" y="2350294"/>
                </a:lnTo>
                <a:lnTo>
                  <a:pt x="1500673" y="2208245"/>
                </a:lnTo>
                <a:lnTo>
                  <a:pt x="1698755" y="2069209"/>
                </a:lnTo>
                <a:lnTo>
                  <a:pt x="1899168" y="1933186"/>
                </a:lnTo>
                <a:lnTo>
                  <a:pt x="2101915" y="1800176"/>
                </a:lnTo>
                <a:lnTo>
                  <a:pt x="2306994" y="1670180"/>
                </a:lnTo>
                <a:lnTo>
                  <a:pt x="2514406" y="1543196"/>
                </a:lnTo>
                <a:lnTo>
                  <a:pt x="2724150" y="1419225"/>
                </a:lnTo>
                <a:lnTo>
                  <a:pt x="2936227" y="1298267"/>
                </a:lnTo>
                <a:lnTo>
                  <a:pt x="3150637" y="1180322"/>
                </a:lnTo>
                <a:lnTo>
                  <a:pt x="3367379" y="1065391"/>
                </a:lnTo>
                <a:lnTo>
                  <a:pt x="3586454" y="953472"/>
                </a:lnTo>
                <a:lnTo>
                  <a:pt x="3807862" y="844566"/>
                </a:lnTo>
                <a:lnTo>
                  <a:pt x="4031602" y="738673"/>
                </a:lnTo>
                <a:lnTo>
                  <a:pt x="4257675" y="635794"/>
                </a:lnTo>
                <a:lnTo>
                  <a:pt x="4486081" y="535927"/>
                </a:lnTo>
                <a:lnTo>
                  <a:pt x="4716819" y="439073"/>
                </a:lnTo>
                <a:lnTo>
                  <a:pt x="4949890" y="345233"/>
                </a:lnTo>
                <a:lnTo>
                  <a:pt x="5185293" y="254405"/>
                </a:lnTo>
                <a:lnTo>
                  <a:pt x="5423030" y="166590"/>
                </a:lnTo>
                <a:lnTo>
                  <a:pt x="5663098" y="81789"/>
                </a:lnTo>
                <a:lnTo>
                  <a:pt x="5905500" y="0"/>
                </a:lnTo>
              </a:path>
            </a:pathLst>
          </a:custGeom>
          <a:noFill/>
          <a:ln w="7620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6" name="decor-dot">
            <a:extLst>
              <a:ext uri="{FF2B5EF4-FFF2-40B4-BE49-F238E27FC236}">
                <a16:creationId xmlns:a16="http://schemas.microsoft.com/office/drawing/2014/main" id="{6B907135-B5A0-4E5D-87CD-7EB33C7F7A9A}"/>
              </a:ext>
            </a:extLst>
          </p:cNvPr>
          <p:cNvSpPr>
            <a:spLocks noGrp="1"/>
          </p:cNvSpPr>
          <p:nvPr/>
        </p:nvSpPr>
        <p:spPr>
          <a:xfrm>
            <a:off x="8749756" y="4871203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7" name="decor-dot">
            <a:extLst>
              <a:ext uri="{FF2B5EF4-FFF2-40B4-BE49-F238E27FC236}">
                <a16:creationId xmlns:a16="http://schemas.microsoft.com/office/drawing/2014/main" id="{78CCC98C-7051-4D97-B1F8-005D7F7E5BBE}"/>
              </a:ext>
            </a:extLst>
          </p:cNvPr>
          <p:cNvSpPr>
            <a:spLocks noGrp="1"/>
          </p:cNvSpPr>
          <p:nvPr/>
        </p:nvSpPr>
        <p:spPr>
          <a:xfrm>
            <a:off x="9591888" y="4410986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8" name="thankyou-ray">
            <a:extLst>
              <a:ext uri="{FF2B5EF4-FFF2-40B4-BE49-F238E27FC236}">
                <a16:creationId xmlns:a16="http://schemas.microsoft.com/office/drawing/2014/main" id="{901F72DD-F3C3-4F74-ADFE-97EF2813E844}"/>
              </a:ext>
            </a:extLst>
          </p:cNvPr>
          <p:cNvSpPr>
            <a:spLocks noGrp="1"/>
          </p:cNvSpPr>
          <p:nvPr/>
        </p:nvSpPr>
        <p:spPr>
          <a:xfrm>
            <a:off x="381000" y="5314950"/>
            <a:ext cx="5715000" cy="1543050"/>
          </a:xfrm>
          <a:custGeom>
            <a:avLst/>
            <a:gdLst/>
            <a:ahLst/>
            <a:cxnLst/>
            <a:rect l="0" t="0" r="0" b="0"/>
            <a:pathLst>
              <a:path w="5715000" h="1543050">
                <a:moveTo>
                  <a:pt x="5715000" y="1543050"/>
                </a:moveTo>
                <a:lnTo>
                  <a:pt x="5609302" y="1512215"/>
                </a:lnTo>
                <a:lnTo>
                  <a:pt x="5496314" y="1479582"/>
                </a:lnTo>
                <a:lnTo>
                  <a:pt x="5376036" y="1445151"/>
                </a:lnTo>
                <a:lnTo>
                  <a:pt x="5248469" y="1408922"/>
                </a:lnTo>
                <a:lnTo>
                  <a:pt x="5113613" y="1370895"/>
                </a:lnTo>
                <a:lnTo>
                  <a:pt x="4971467" y="1331070"/>
                </a:lnTo>
                <a:lnTo>
                  <a:pt x="4822031" y="1289447"/>
                </a:lnTo>
                <a:lnTo>
                  <a:pt x="4665306" y="1246026"/>
                </a:lnTo>
                <a:lnTo>
                  <a:pt x="4501291" y="1200806"/>
                </a:lnTo>
                <a:lnTo>
                  <a:pt x="4329987" y="1153789"/>
                </a:lnTo>
                <a:lnTo>
                  <a:pt x="4151393" y="1104973"/>
                </a:lnTo>
                <a:lnTo>
                  <a:pt x="3965510" y="1054359"/>
                </a:lnTo>
                <a:lnTo>
                  <a:pt x="3772337" y="1001947"/>
                </a:lnTo>
                <a:lnTo>
                  <a:pt x="3571875" y="947738"/>
                </a:lnTo>
                <a:lnTo>
                  <a:pt x="3364123" y="891730"/>
                </a:lnTo>
                <a:lnTo>
                  <a:pt x="3149082" y="833923"/>
                </a:lnTo>
                <a:lnTo>
                  <a:pt x="2926751" y="774319"/>
                </a:lnTo>
                <a:lnTo>
                  <a:pt x="2697130" y="712917"/>
                </a:lnTo>
                <a:lnTo>
                  <a:pt x="2460220" y="649717"/>
                </a:lnTo>
                <a:lnTo>
                  <a:pt x="2216020" y="584718"/>
                </a:lnTo>
                <a:lnTo>
                  <a:pt x="1964531" y="517922"/>
                </a:lnTo>
                <a:lnTo>
                  <a:pt x="1705753" y="449327"/>
                </a:lnTo>
                <a:lnTo>
                  <a:pt x="1439684" y="378935"/>
                </a:lnTo>
                <a:lnTo>
                  <a:pt x="1166327" y="306744"/>
                </a:lnTo>
                <a:lnTo>
                  <a:pt x="885679" y="232755"/>
                </a:lnTo>
                <a:lnTo>
                  <a:pt x="597742" y="156968"/>
                </a:lnTo>
                <a:lnTo>
                  <a:pt x="302516" y="793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19" name="decor-dot">
            <a:extLst>
              <a:ext uri="{FF2B5EF4-FFF2-40B4-BE49-F238E27FC236}">
                <a16:creationId xmlns:a16="http://schemas.microsoft.com/office/drawing/2014/main" id="{4F8264A0-332D-4AA8-8F31-34D46F92368B}"/>
              </a:ext>
            </a:extLst>
          </p:cNvPr>
          <p:cNvSpPr>
            <a:spLocks noGrp="1"/>
          </p:cNvSpPr>
          <p:nvPr/>
        </p:nvSpPr>
        <p:spPr>
          <a:xfrm>
            <a:off x="3998309" y="6266618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0" name="decor-dot">
            <a:extLst>
              <a:ext uri="{FF2B5EF4-FFF2-40B4-BE49-F238E27FC236}">
                <a16:creationId xmlns:a16="http://schemas.microsoft.com/office/drawing/2014/main" id="{445F193F-9C3F-4C05-A8CB-627881A058BD}"/>
              </a:ext>
            </a:extLst>
          </p:cNvPr>
          <p:cNvSpPr>
            <a:spLocks noGrp="1"/>
          </p:cNvSpPr>
          <p:nvPr/>
        </p:nvSpPr>
        <p:spPr>
          <a:xfrm>
            <a:off x="3150203" y="6038749"/>
            <a:ext cx="22860" cy="22860"/>
          </a:xfrm>
          <a:prstGeom prst="ellipse">
            <a:avLst/>
          </a:prstGeom>
          <a:solidFill>
            <a:srgbClr val="34A853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1" name="thankyou-ray">
            <a:extLst>
              <a:ext uri="{FF2B5EF4-FFF2-40B4-BE49-F238E27FC236}">
                <a16:creationId xmlns:a16="http://schemas.microsoft.com/office/drawing/2014/main" id="{74E4309B-507C-4CC8-8A7C-4F3532A9547A}"/>
              </a:ext>
            </a:extLst>
          </p:cNvPr>
          <p:cNvSpPr>
            <a:spLocks noGrp="1"/>
          </p:cNvSpPr>
          <p:nvPr/>
        </p:nvSpPr>
        <p:spPr>
          <a:xfrm>
            <a:off x="952500" y="4476750"/>
            <a:ext cx="5143500" cy="2381250"/>
          </a:xfrm>
          <a:custGeom>
            <a:avLst/>
            <a:gdLst/>
            <a:ahLst/>
            <a:cxnLst/>
            <a:rect l="0" t="0" r="0" b="0"/>
            <a:pathLst>
              <a:path w="5143500" h="2381250">
                <a:moveTo>
                  <a:pt x="5143500" y="2381250"/>
                </a:moveTo>
                <a:lnTo>
                  <a:pt x="5020161" y="2291613"/>
                </a:lnTo>
                <a:lnTo>
                  <a:pt x="4892351" y="2202316"/>
                </a:lnTo>
                <a:lnTo>
                  <a:pt x="4760070" y="2113359"/>
                </a:lnTo>
                <a:lnTo>
                  <a:pt x="4623318" y="2024743"/>
                </a:lnTo>
                <a:lnTo>
                  <a:pt x="4482096" y="1936467"/>
                </a:lnTo>
                <a:lnTo>
                  <a:pt x="4336402" y="1848530"/>
                </a:lnTo>
                <a:lnTo>
                  <a:pt x="4186238" y="1760934"/>
                </a:lnTo>
                <a:lnTo>
                  <a:pt x="4031602" y="1673679"/>
                </a:lnTo>
                <a:lnTo>
                  <a:pt x="3872496" y="1586763"/>
                </a:lnTo>
                <a:lnTo>
                  <a:pt x="3708918" y="1500187"/>
                </a:lnTo>
                <a:lnTo>
                  <a:pt x="3540870" y="1413952"/>
                </a:lnTo>
                <a:lnTo>
                  <a:pt x="3368351" y="1328057"/>
                </a:lnTo>
                <a:lnTo>
                  <a:pt x="3191361" y="1242502"/>
                </a:lnTo>
                <a:lnTo>
                  <a:pt x="3009900" y="1157288"/>
                </a:lnTo>
                <a:lnTo>
                  <a:pt x="2823968" y="1072413"/>
                </a:lnTo>
                <a:lnTo>
                  <a:pt x="2633565" y="987879"/>
                </a:lnTo>
                <a:lnTo>
                  <a:pt x="2438692" y="903684"/>
                </a:lnTo>
                <a:lnTo>
                  <a:pt x="2239347" y="819830"/>
                </a:lnTo>
                <a:lnTo>
                  <a:pt x="2035531" y="736317"/>
                </a:lnTo>
                <a:lnTo>
                  <a:pt x="1827245" y="653143"/>
                </a:lnTo>
                <a:lnTo>
                  <a:pt x="1614488" y="570309"/>
                </a:lnTo>
                <a:lnTo>
                  <a:pt x="1397259" y="487816"/>
                </a:lnTo>
                <a:lnTo>
                  <a:pt x="1175560" y="405663"/>
                </a:lnTo>
                <a:lnTo>
                  <a:pt x="949390" y="323850"/>
                </a:lnTo>
                <a:lnTo>
                  <a:pt x="718749" y="242377"/>
                </a:lnTo>
                <a:lnTo>
                  <a:pt x="483637" y="161245"/>
                </a:lnTo>
                <a:lnTo>
                  <a:pt x="244054" y="8045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22" name="decor-dot">
            <a:extLst>
              <a:ext uri="{FF2B5EF4-FFF2-40B4-BE49-F238E27FC236}">
                <a16:creationId xmlns:a16="http://schemas.microsoft.com/office/drawing/2014/main" id="{DC75EA60-19DB-4986-9191-62DD59779F5D}"/>
              </a:ext>
            </a:extLst>
          </p:cNvPr>
          <p:cNvSpPr>
            <a:spLocks noGrp="1"/>
          </p:cNvSpPr>
          <p:nvPr/>
        </p:nvSpPr>
        <p:spPr>
          <a:xfrm>
            <a:off x="4002230" y="5646433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3" name="decor-dot">
            <a:extLst>
              <a:ext uri="{FF2B5EF4-FFF2-40B4-BE49-F238E27FC236}">
                <a16:creationId xmlns:a16="http://schemas.microsoft.com/office/drawing/2014/main" id="{153F9E52-5622-4BDC-9087-B4151A052CE4}"/>
              </a:ext>
            </a:extLst>
          </p:cNvPr>
          <p:cNvSpPr>
            <a:spLocks noGrp="1"/>
          </p:cNvSpPr>
          <p:nvPr/>
        </p:nvSpPr>
        <p:spPr>
          <a:xfrm>
            <a:off x="3252696" y="5315299"/>
            <a:ext cx="22860" cy="22860"/>
          </a:xfrm>
          <a:prstGeom prst="ellipse">
            <a:avLst/>
          </a:prstGeom>
          <a:solidFill>
            <a:srgbClr val="FBBC0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4" name="thankyou-ray">
            <a:extLst>
              <a:ext uri="{FF2B5EF4-FFF2-40B4-BE49-F238E27FC236}">
                <a16:creationId xmlns:a16="http://schemas.microsoft.com/office/drawing/2014/main" id="{D2A1B202-3CA1-480C-A743-A6CAE97649A7}"/>
              </a:ext>
            </a:extLst>
          </p:cNvPr>
          <p:cNvSpPr>
            <a:spLocks noGrp="1"/>
          </p:cNvSpPr>
          <p:nvPr/>
        </p:nvSpPr>
        <p:spPr>
          <a:xfrm>
            <a:off x="2095500" y="3752850"/>
            <a:ext cx="4000500" cy="3105150"/>
          </a:xfrm>
          <a:custGeom>
            <a:avLst/>
            <a:gdLst/>
            <a:ahLst/>
            <a:cxnLst/>
            <a:rect l="0" t="0" r="0" b="0"/>
            <a:pathLst>
              <a:path w="4000500" h="3105150">
                <a:moveTo>
                  <a:pt x="4000500" y="3105150"/>
                </a:moveTo>
                <a:lnTo>
                  <a:pt x="3860249" y="2964729"/>
                </a:lnTo>
                <a:lnTo>
                  <a:pt x="3719804" y="2826495"/>
                </a:lnTo>
                <a:lnTo>
                  <a:pt x="3579165" y="2690448"/>
                </a:lnTo>
                <a:lnTo>
                  <a:pt x="3438331" y="2556588"/>
                </a:lnTo>
                <a:lnTo>
                  <a:pt x="3297302" y="2424914"/>
                </a:lnTo>
                <a:lnTo>
                  <a:pt x="3156080" y="2295428"/>
                </a:lnTo>
                <a:lnTo>
                  <a:pt x="3014663" y="2168128"/>
                </a:lnTo>
                <a:lnTo>
                  <a:pt x="2873051" y="2043015"/>
                </a:lnTo>
                <a:lnTo>
                  <a:pt x="2731245" y="1920089"/>
                </a:lnTo>
                <a:lnTo>
                  <a:pt x="2589245" y="1799350"/>
                </a:lnTo>
                <a:lnTo>
                  <a:pt x="2447050" y="1680798"/>
                </a:lnTo>
                <a:lnTo>
                  <a:pt x="2304661" y="1564433"/>
                </a:lnTo>
                <a:lnTo>
                  <a:pt x="2162078" y="1450254"/>
                </a:lnTo>
                <a:lnTo>
                  <a:pt x="2019300" y="1338263"/>
                </a:lnTo>
                <a:lnTo>
                  <a:pt x="1876328" y="1228458"/>
                </a:lnTo>
                <a:lnTo>
                  <a:pt x="1733161" y="1120840"/>
                </a:lnTo>
                <a:lnTo>
                  <a:pt x="1589800" y="1015409"/>
                </a:lnTo>
                <a:lnTo>
                  <a:pt x="1446245" y="912165"/>
                </a:lnTo>
                <a:lnTo>
                  <a:pt x="1302495" y="811107"/>
                </a:lnTo>
                <a:lnTo>
                  <a:pt x="1158551" y="712237"/>
                </a:lnTo>
                <a:lnTo>
                  <a:pt x="1014413" y="615553"/>
                </a:lnTo>
                <a:lnTo>
                  <a:pt x="870080" y="521056"/>
                </a:lnTo>
                <a:lnTo>
                  <a:pt x="725552" y="428746"/>
                </a:lnTo>
                <a:lnTo>
                  <a:pt x="580831" y="338623"/>
                </a:lnTo>
                <a:lnTo>
                  <a:pt x="435915" y="250687"/>
                </a:lnTo>
                <a:lnTo>
                  <a:pt x="290804" y="164938"/>
                </a:lnTo>
                <a:lnTo>
                  <a:pt x="145499" y="8137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5" name="decor-dot">
            <a:extLst>
              <a:ext uri="{FF2B5EF4-FFF2-40B4-BE49-F238E27FC236}">
                <a16:creationId xmlns:a16="http://schemas.microsoft.com/office/drawing/2014/main" id="{62FAE488-FDA8-420D-96C8-41728D7A438C}"/>
              </a:ext>
            </a:extLst>
          </p:cNvPr>
          <p:cNvSpPr>
            <a:spLocks noGrp="1"/>
          </p:cNvSpPr>
          <p:nvPr/>
        </p:nvSpPr>
        <p:spPr>
          <a:xfrm>
            <a:off x="4143367" y="5110820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6" name="decor-dot">
            <a:extLst>
              <a:ext uri="{FF2B5EF4-FFF2-40B4-BE49-F238E27FC236}">
                <a16:creationId xmlns:a16="http://schemas.microsoft.com/office/drawing/2014/main" id="{048A1A59-2791-4A19-B99D-29343BBFF10E}"/>
              </a:ext>
            </a:extLst>
          </p:cNvPr>
          <p:cNvSpPr>
            <a:spLocks noGrp="1"/>
          </p:cNvSpPr>
          <p:nvPr/>
        </p:nvSpPr>
        <p:spPr>
          <a:xfrm>
            <a:off x="3582017" y="4690501"/>
            <a:ext cx="22860" cy="22860"/>
          </a:xfrm>
          <a:prstGeom prst="ellipse">
            <a:avLst/>
          </a:prstGeom>
          <a:solidFill>
            <a:srgbClr val="EA433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7" name="thankyou-ray">
            <a:extLst>
              <a:ext uri="{FF2B5EF4-FFF2-40B4-BE49-F238E27FC236}">
                <a16:creationId xmlns:a16="http://schemas.microsoft.com/office/drawing/2014/main" id="{4EF97009-D004-4C77-8793-BE3A489A4C64}"/>
              </a:ext>
            </a:extLst>
          </p:cNvPr>
          <p:cNvSpPr>
            <a:spLocks noGrp="1"/>
          </p:cNvSpPr>
          <p:nvPr/>
        </p:nvSpPr>
        <p:spPr>
          <a:xfrm>
            <a:off x="3409950" y="5619750"/>
            <a:ext cx="2686050" cy="1238250"/>
          </a:xfrm>
          <a:custGeom>
            <a:avLst/>
            <a:gdLst/>
            <a:ahLst/>
            <a:cxnLst/>
            <a:rect l="0" t="0" r="0" b="0"/>
            <a:pathLst>
              <a:path w="2686050" h="1238250">
                <a:moveTo>
                  <a:pt x="2686050" y="1238250"/>
                </a:moveTo>
                <a:lnTo>
                  <a:pt x="2529106" y="1228798"/>
                </a:lnTo>
                <a:lnTo>
                  <a:pt x="2376682" y="1216770"/>
                </a:lnTo>
                <a:lnTo>
                  <a:pt x="2228777" y="1202167"/>
                </a:lnTo>
                <a:lnTo>
                  <a:pt x="2085392" y="1184988"/>
                </a:lnTo>
                <a:lnTo>
                  <a:pt x="1946526" y="1165233"/>
                </a:lnTo>
                <a:lnTo>
                  <a:pt x="1812180" y="1142903"/>
                </a:lnTo>
                <a:lnTo>
                  <a:pt x="1682353" y="1117997"/>
                </a:lnTo>
                <a:lnTo>
                  <a:pt x="1557046" y="1090515"/>
                </a:lnTo>
                <a:lnTo>
                  <a:pt x="1436258" y="1060458"/>
                </a:lnTo>
                <a:lnTo>
                  <a:pt x="1319990" y="1027825"/>
                </a:lnTo>
                <a:lnTo>
                  <a:pt x="1208241" y="992617"/>
                </a:lnTo>
                <a:lnTo>
                  <a:pt x="1101012" y="954833"/>
                </a:lnTo>
                <a:lnTo>
                  <a:pt x="998303" y="914473"/>
                </a:lnTo>
                <a:lnTo>
                  <a:pt x="900113" y="871538"/>
                </a:lnTo>
                <a:lnTo>
                  <a:pt x="806442" y="826026"/>
                </a:lnTo>
                <a:lnTo>
                  <a:pt x="717291" y="777940"/>
                </a:lnTo>
                <a:lnTo>
                  <a:pt x="632659" y="727277"/>
                </a:lnTo>
                <a:lnTo>
                  <a:pt x="552547" y="674040"/>
                </a:lnTo>
                <a:lnTo>
                  <a:pt x="476955" y="618226"/>
                </a:lnTo>
                <a:lnTo>
                  <a:pt x="405882" y="559837"/>
                </a:lnTo>
                <a:lnTo>
                  <a:pt x="339328" y="498872"/>
                </a:lnTo>
                <a:lnTo>
                  <a:pt x="277294" y="435331"/>
                </a:lnTo>
                <a:lnTo>
                  <a:pt x="219780" y="369215"/>
                </a:lnTo>
                <a:lnTo>
                  <a:pt x="166785" y="300523"/>
                </a:lnTo>
                <a:lnTo>
                  <a:pt x="118309" y="229256"/>
                </a:lnTo>
                <a:lnTo>
                  <a:pt x="74353" y="155413"/>
                </a:lnTo>
                <a:lnTo>
                  <a:pt x="34917" y="78994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28" name="decor-dot">
            <a:extLst>
              <a:ext uri="{FF2B5EF4-FFF2-40B4-BE49-F238E27FC236}">
                <a16:creationId xmlns:a16="http://schemas.microsoft.com/office/drawing/2014/main" id="{B7FE3F59-82D7-4226-8BAC-ED5F9A56CDA2}"/>
              </a:ext>
            </a:extLst>
          </p:cNvPr>
          <p:cNvSpPr>
            <a:spLocks noGrp="1"/>
          </p:cNvSpPr>
          <p:nvPr/>
        </p:nvSpPr>
        <p:spPr>
          <a:xfrm>
            <a:off x="4325670" y="6492139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29" name="decor-dot">
            <a:extLst>
              <a:ext uri="{FF2B5EF4-FFF2-40B4-BE49-F238E27FC236}">
                <a16:creationId xmlns:a16="http://schemas.microsoft.com/office/drawing/2014/main" id="{4091D284-3E93-4D0C-BFD3-64387FA3B8EF}"/>
              </a:ext>
            </a:extLst>
          </p:cNvPr>
          <p:cNvSpPr>
            <a:spLocks noGrp="1"/>
          </p:cNvSpPr>
          <p:nvPr/>
        </p:nvSpPr>
        <p:spPr>
          <a:xfrm>
            <a:off x="3979387" y="6301822"/>
            <a:ext cx="22860" cy="22860"/>
          </a:xfrm>
          <a:prstGeom prst="ellipse">
            <a:avLst/>
          </a:prstGeom>
          <a:solidFill>
            <a:srgbClr val="583B9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30" name="thankyou-ray">
            <a:extLst>
              <a:ext uri="{FF2B5EF4-FFF2-40B4-BE49-F238E27FC236}">
                <a16:creationId xmlns:a16="http://schemas.microsoft.com/office/drawing/2014/main" id="{EF19F1D0-61CD-4437-9996-8147527CD182}"/>
              </a:ext>
            </a:extLst>
          </p:cNvPr>
          <p:cNvSpPr>
            <a:spLocks noGrp="1"/>
          </p:cNvSpPr>
          <p:nvPr/>
        </p:nvSpPr>
        <p:spPr>
          <a:xfrm>
            <a:off x="190500" y="3429000"/>
            <a:ext cx="5905500" cy="3429000"/>
          </a:xfrm>
          <a:custGeom>
            <a:avLst/>
            <a:gdLst/>
            <a:ahLst/>
            <a:cxnLst/>
            <a:rect l="0" t="0" r="0" b="0"/>
            <a:pathLst>
              <a:path w="5905500" h="3429000">
                <a:moveTo>
                  <a:pt x="5905500" y="3429000"/>
                </a:moveTo>
                <a:lnTo>
                  <a:pt x="5726080" y="3265860"/>
                </a:lnTo>
                <a:lnTo>
                  <a:pt x="5544328" y="3105733"/>
                </a:lnTo>
                <a:lnTo>
                  <a:pt x="5360242" y="2948619"/>
                </a:lnTo>
                <a:lnTo>
                  <a:pt x="5173824" y="2794518"/>
                </a:lnTo>
                <a:lnTo>
                  <a:pt x="4985074" y="2643430"/>
                </a:lnTo>
                <a:lnTo>
                  <a:pt x="4793991" y="2495356"/>
                </a:lnTo>
                <a:lnTo>
                  <a:pt x="4600575" y="2350294"/>
                </a:lnTo>
                <a:lnTo>
                  <a:pt x="4404827" y="2208245"/>
                </a:lnTo>
                <a:lnTo>
                  <a:pt x="4206745" y="2069209"/>
                </a:lnTo>
                <a:lnTo>
                  <a:pt x="4006332" y="1933186"/>
                </a:lnTo>
                <a:lnTo>
                  <a:pt x="3803585" y="1800176"/>
                </a:lnTo>
                <a:lnTo>
                  <a:pt x="3598506" y="1670180"/>
                </a:lnTo>
                <a:lnTo>
                  <a:pt x="3391094" y="1543196"/>
                </a:lnTo>
                <a:lnTo>
                  <a:pt x="3181350" y="1419225"/>
                </a:lnTo>
                <a:lnTo>
                  <a:pt x="2969273" y="1298267"/>
                </a:lnTo>
                <a:lnTo>
                  <a:pt x="2754863" y="1180322"/>
                </a:lnTo>
                <a:lnTo>
                  <a:pt x="2538121" y="1065391"/>
                </a:lnTo>
                <a:lnTo>
                  <a:pt x="2319046" y="953472"/>
                </a:lnTo>
                <a:lnTo>
                  <a:pt x="2097638" y="844566"/>
                </a:lnTo>
                <a:lnTo>
                  <a:pt x="1873898" y="738673"/>
                </a:lnTo>
                <a:lnTo>
                  <a:pt x="1647825" y="635794"/>
                </a:lnTo>
                <a:lnTo>
                  <a:pt x="1419419" y="535927"/>
                </a:lnTo>
                <a:lnTo>
                  <a:pt x="1188681" y="439073"/>
                </a:lnTo>
                <a:lnTo>
                  <a:pt x="955610" y="345233"/>
                </a:lnTo>
                <a:lnTo>
                  <a:pt x="720207" y="254405"/>
                </a:lnTo>
                <a:lnTo>
                  <a:pt x="482470" y="166590"/>
                </a:lnTo>
                <a:lnTo>
                  <a:pt x="242402" y="8178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31" name="decor-dot">
            <a:extLst>
              <a:ext uri="{FF2B5EF4-FFF2-40B4-BE49-F238E27FC236}">
                <a16:creationId xmlns:a16="http://schemas.microsoft.com/office/drawing/2014/main" id="{45623F46-1294-4702-8F91-8C614722C3A0}"/>
              </a:ext>
            </a:extLst>
          </p:cNvPr>
          <p:cNvSpPr>
            <a:spLocks noGrp="1"/>
          </p:cNvSpPr>
          <p:nvPr/>
        </p:nvSpPr>
        <p:spPr>
          <a:xfrm>
            <a:off x="3419384" y="4871203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32" name="decor-dot">
            <a:extLst>
              <a:ext uri="{FF2B5EF4-FFF2-40B4-BE49-F238E27FC236}">
                <a16:creationId xmlns:a16="http://schemas.microsoft.com/office/drawing/2014/main" id="{DEC59F03-78DB-4B4F-A642-CFB6FEA02AFD}"/>
              </a:ext>
            </a:extLst>
          </p:cNvPr>
          <p:cNvSpPr>
            <a:spLocks noGrp="1"/>
          </p:cNvSpPr>
          <p:nvPr/>
        </p:nvSpPr>
        <p:spPr>
          <a:xfrm>
            <a:off x="2577252" y="4410986"/>
            <a:ext cx="22860" cy="22860"/>
          </a:xfrm>
          <a:prstGeom prst="ellipse">
            <a:avLst/>
          </a:prstGeom>
          <a:solidFill>
            <a:srgbClr val="4285F4">
              <a:alpha val="55000"/>
            </a:srgbClr>
          </a:solidFill>
          <a:ln w="0">
            <a:noFill/>
            <a:prstDash val="solid"/>
          </a:ln>
        </p:spPr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1625" y="1047750"/>
            <a:ext cx="1428750" cy="14287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75433653-2817-4B39-8F41-D90FF0EA625D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6477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54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07142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35" name="brand-bar-1">
            <a:extLst>
              <a:ext uri="{FF2B5EF4-FFF2-40B4-BE49-F238E27FC236}">
                <a16:creationId xmlns:a16="http://schemas.microsoft.com/office/drawing/2014/main" id="{6036A60B-89D6-4CC8-A6D7-2FCF687F5668}"/>
              </a:ext>
            </a:extLst>
          </p:cNvPr>
          <p:cNvSpPr>
            <a:spLocks noGrp="1"/>
          </p:cNvSpPr>
          <p:nvPr/>
        </p:nvSpPr>
        <p:spPr>
          <a:xfrm>
            <a:off x="5429250" y="422910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36" name="brand-bar-2">
            <a:extLst>
              <a:ext uri="{FF2B5EF4-FFF2-40B4-BE49-F238E27FC236}">
                <a16:creationId xmlns:a16="http://schemas.microsoft.com/office/drawing/2014/main" id="{98D0FA2A-9E06-4222-90E5-C81E706AA1F5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37" name="brand-bar-3">
            <a:extLst>
              <a:ext uri="{FF2B5EF4-FFF2-40B4-BE49-F238E27FC236}">
                <a16:creationId xmlns:a16="http://schemas.microsoft.com/office/drawing/2014/main" id="{77EA18D3-427B-4045-BF95-776DEFC57CA5}"/>
              </a:ext>
            </a:extLst>
          </p:cNvPr>
          <p:cNvSpPr>
            <a:spLocks noGrp="1"/>
          </p:cNvSpPr>
          <p:nvPr/>
        </p:nvSpPr>
        <p:spPr>
          <a:xfrm>
            <a:off x="6000750" y="422910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38" name="brand-bar-4">
            <a:extLst>
              <a:ext uri="{FF2B5EF4-FFF2-40B4-BE49-F238E27FC236}">
                <a16:creationId xmlns:a16="http://schemas.microsoft.com/office/drawing/2014/main" id="{9B3FEF01-EFD8-4743-A550-1639098B5448}"/>
              </a:ext>
            </a:extLst>
          </p:cNvPr>
          <p:cNvSpPr>
            <a:spLocks noGrp="1"/>
          </p:cNvSpPr>
          <p:nvPr/>
        </p:nvSpPr>
        <p:spPr>
          <a:xfrm>
            <a:off x="6286500" y="422910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39" name="brand-bar-5">
            <a:extLst>
              <a:ext uri="{FF2B5EF4-FFF2-40B4-BE49-F238E27FC236}">
                <a16:creationId xmlns:a16="http://schemas.microsoft.com/office/drawing/2014/main" id="{A206AC13-8F54-40C5-A5B2-6F9844B8DE03}"/>
              </a:ext>
            </a:extLst>
          </p:cNvPr>
          <p:cNvSpPr>
            <a:spLocks noGrp="1"/>
          </p:cNvSpPr>
          <p:nvPr/>
        </p:nvSpPr>
        <p:spPr>
          <a:xfrm>
            <a:off x="6572250" y="4229100"/>
            <a:ext cx="190500" cy="23813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98CC84-759C-4FF0-A7C8-90FD3150C2E1}"/>
              </a:ext>
            </a:extLst>
          </p:cNvPr>
          <p:cNvSpPr>
            <a:spLocks noGrp="1"/>
          </p:cNvSpPr>
          <p:nvPr/>
        </p:nvSpPr>
        <p:spPr>
          <a:xfrm>
            <a:off x="3857625" y="4762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ctr">
              <a:defRPr sz="1950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Questions &amp; Discussion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FFB4C33-5557-4E9F-B3A7-354C42AF2063}"/>
              </a:ext>
            </a:extLst>
          </p:cNvPr>
          <p:cNvSpPr>
            <a:spLocks noGrp="1"/>
          </p:cNvSpPr>
          <p:nvPr/>
        </p:nvSpPr>
        <p:spPr>
          <a:xfrm>
            <a:off x="304800" y="641985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8E266BB-A1FF-4218-B99E-F99D49DF5456}"/>
              </a:ext>
            </a:extLst>
          </p:cNvPr>
          <p:cNvSpPr>
            <a:spLocks noGrp="1"/>
          </p:cNvSpPr>
          <p:nvPr/>
        </p:nvSpPr>
        <p:spPr>
          <a:xfrm>
            <a:off x="10591800" y="6419850"/>
            <a:ext cx="1104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r">
              <a:defRPr sz="1050" b="0">
                <a:solidFill>
                  <a:srgbClr val="5C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472"/>
                </a:solidFill>
                <a:latin typeface="Aptos"/>
                <a:ea typeface="Aptos"/>
                <a:cs typeface="Aptos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71105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7136" dir="4721404">
              <a:srgbClr val="000000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175</Words>
  <Application>Microsoft Macintosh PowerPoint</Application>
  <DocSecurity>0</DocSecurity>
  <PresentationFormat>宽屏</PresentationFormat>
  <Paragraphs>91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WangYixuan</cp:lastModifiedBy>
  <cp:revision>6</cp:revision>
  <dcterms:created xsi:type="dcterms:W3CDTF">2026-07-03T08:08:30Z</dcterms:created>
  <dcterms:modified xsi:type="dcterms:W3CDTF">2026-07-04T23:07:29Z</dcterms:modified>
</cp:coreProperties>
</file>